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5143500" type="screen16x9"/>
  <p:notesSz cx="6858000" cy="9144000"/>
  <p:embeddedFontLst>
    <p:embeddedFont>
      <p:font typeface="Lato" panose="020B0604020202020204" charset="0"/>
      <p:regular r:id="rId32"/>
      <p:bold r:id="rId33"/>
      <p:italic r:id="rId34"/>
      <p:boldItalic r:id="rId35"/>
    </p:embeddedFont>
    <p:embeddedFont>
      <p:font typeface="Arbutus Slab" panose="020B0604020202020204" charset="0"/>
      <p:regular r:id="rId36"/>
    </p:embeddedFont>
    <p:embeddedFont>
      <p:font typeface="Bebas Neue" panose="020B0604020202020204" charset="0"/>
      <p:regular r:id="rId37"/>
    </p:embeddedFont>
    <p:embeddedFont>
      <p:font typeface="PT Sans" panose="020B0604020202020204" charset="-52"/>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6DD2FE-ABD0-444F-911C-5E3F3B0691EE}">
  <a:tblStyle styleId="{DE6DD2FE-ABD0-444F-911C-5E3F3B0691E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8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4a9390aaa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4a9390aaa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d1bf8d60a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d1bf8d60a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4a9390aaa2_0_69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4a9390aaa2_0_69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d1bf8d60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d1bf8d60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d1bf8d60a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d1bf8d60a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4a9390aaa2_0_70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4a9390aaa2_0_70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d1bf8d60a4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d1bf8d60a4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0f41e19245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20f41e19245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0f41e19245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20f41e19245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0f41e19245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20f41e19245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4ce66f686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24ce66f68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d1bf8d60a4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d1bf8d60a4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d1bf8d60a4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d1bf8d60a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d1bf8d60a4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d1bf8d60a4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d1bf8d60a4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d1bf8d60a4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d1bf8d60a4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d1bf8d60a4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4a9390aaa2_0_680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24a9390aaa2_0_68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d1bf8d60a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3" name="Google Shape;1133;gd1bf8d60a4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d1bf8d60a4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d1bf8d60a4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d1bf8d60a4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d1bf8d60a4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g20f41e19245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0" name="Google Shape;1250;g20f41e19245_0_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g20f41e19245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9" name="Google Shape;1269;g20f41e19245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20f41e19245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20f41e19245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d1bf8d60a4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d1bf8d60a4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05549"/>
            <a:ext cx="4977900" cy="2690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848531"/>
            <a:ext cx="41181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3445312">
            <a:off x="-730240" y="-778692"/>
            <a:ext cx="2010268" cy="212512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852404" y="1208350"/>
            <a:ext cx="5397728" cy="465174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rot="-2700000" flipH="1">
            <a:off x="-1460864" y="369424"/>
            <a:ext cx="5710478" cy="6036747"/>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p:nvPr/>
        </p:nvSpPr>
        <p:spPr>
          <a:xfrm rot="-2699011">
            <a:off x="7356294" y="-555535"/>
            <a:ext cx="2411577" cy="2725026"/>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485475" y="2437075"/>
            <a:ext cx="39453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5795425" y="1240375"/>
            <a:ext cx="1325400" cy="1196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4485475" y="3278875"/>
            <a:ext cx="3945300" cy="45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802199">
            <a:off x="-1417039" y="2733613"/>
            <a:ext cx="4498764" cy="3500597"/>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rot="-1802013" flipH="1">
            <a:off x="6073860" y="-2803579"/>
            <a:ext cx="7048287" cy="5484353"/>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8" name="Google Shape;28;p5"/>
          <p:cNvSpPr txBox="1">
            <a:spLocks noGrp="1"/>
          </p:cNvSpPr>
          <p:nvPr>
            <p:ph type="subTitle" idx="1"/>
          </p:nvPr>
        </p:nvSpPr>
        <p:spPr>
          <a:xfrm>
            <a:off x="5040058" y="2721425"/>
            <a:ext cx="25605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9" name="Google Shape;29;p5"/>
          <p:cNvSpPr txBox="1">
            <a:spLocks noGrp="1"/>
          </p:cNvSpPr>
          <p:nvPr>
            <p:ph type="subTitle" idx="2"/>
          </p:nvPr>
        </p:nvSpPr>
        <p:spPr>
          <a:xfrm>
            <a:off x="1543450" y="2721425"/>
            <a:ext cx="25605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 name="Google Shape;30;p5"/>
          <p:cNvSpPr txBox="1">
            <a:spLocks noGrp="1"/>
          </p:cNvSpPr>
          <p:nvPr>
            <p:ph type="subTitle" idx="3"/>
          </p:nvPr>
        </p:nvSpPr>
        <p:spPr>
          <a:xfrm>
            <a:off x="5040058" y="2326626"/>
            <a:ext cx="2560500" cy="41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4"/>
          </p:nvPr>
        </p:nvSpPr>
        <p:spPr>
          <a:xfrm>
            <a:off x="1543450" y="2326626"/>
            <a:ext cx="2560500" cy="41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rot="-641316">
            <a:off x="7672294" y="-1305721"/>
            <a:ext cx="2182529" cy="3115929"/>
          </a:xfrm>
          <a:custGeom>
            <a:avLst/>
            <a:gdLst/>
            <a:ahLst/>
            <a:cxnLst/>
            <a:rect l="l" t="t" r="r" b="b"/>
            <a:pathLst>
              <a:path w="178128" h="178198" extrusionOk="0">
                <a:moveTo>
                  <a:pt x="69991" y="0"/>
                </a:moveTo>
                <a:cubicBezTo>
                  <a:pt x="44593" y="0"/>
                  <a:pt x="31089" y="11031"/>
                  <a:pt x="21549" y="31648"/>
                </a:cubicBezTo>
                <a:cubicBezTo>
                  <a:pt x="11609" y="53097"/>
                  <a:pt x="6271" y="75146"/>
                  <a:pt x="3136" y="96695"/>
                </a:cubicBezTo>
                <a:cubicBezTo>
                  <a:pt x="0" y="118210"/>
                  <a:pt x="1535" y="135389"/>
                  <a:pt x="19181" y="143962"/>
                </a:cubicBezTo>
                <a:cubicBezTo>
                  <a:pt x="36860" y="152501"/>
                  <a:pt x="45032" y="148732"/>
                  <a:pt x="53438" y="158606"/>
                </a:cubicBezTo>
                <a:cubicBezTo>
                  <a:pt x="59248" y="165430"/>
                  <a:pt x="79319" y="178198"/>
                  <a:pt x="100667" y="178198"/>
                </a:cubicBezTo>
                <a:cubicBezTo>
                  <a:pt x="110207" y="178198"/>
                  <a:pt x="120001" y="175648"/>
                  <a:pt x="128892" y="168880"/>
                </a:cubicBezTo>
                <a:cubicBezTo>
                  <a:pt x="128892" y="168880"/>
                  <a:pt x="162316" y="141293"/>
                  <a:pt x="170222" y="98262"/>
                </a:cubicBezTo>
                <a:cubicBezTo>
                  <a:pt x="178127" y="55232"/>
                  <a:pt x="145738" y="46592"/>
                  <a:pt x="126757" y="32015"/>
                </a:cubicBezTo>
                <a:cubicBezTo>
                  <a:pt x="107744" y="17471"/>
                  <a:pt x="100772" y="1059"/>
                  <a:pt x="73253" y="59"/>
                </a:cubicBezTo>
                <a:cubicBezTo>
                  <a:pt x="72144" y="20"/>
                  <a:pt x="71057" y="0"/>
                  <a:pt x="6999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p:nvPr/>
        </p:nvSpPr>
        <p:spPr>
          <a:xfrm rot="-1805144">
            <a:off x="-820513" y="4046175"/>
            <a:ext cx="1794156" cy="189666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rot="9273225" flipH="1">
            <a:off x="-905204" y="-794776"/>
            <a:ext cx="2182736" cy="2094512"/>
          </a:xfrm>
          <a:custGeom>
            <a:avLst/>
            <a:gdLst/>
            <a:ahLst/>
            <a:cxnLst/>
            <a:rect l="l" t="t" r="r" b="b"/>
            <a:pathLst>
              <a:path w="178128" h="178198" extrusionOk="0">
                <a:moveTo>
                  <a:pt x="69991" y="0"/>
                </a:moveTo>
                <a:cubicBezTo>
                  <a:pt x="44593" y="0"/>
                  <a:pt x="31089" y="11031"/>
                  <a:pt x="21549" y="31648"/>
                </a:cubicBezTo>
                <a:cubicBezTo>
                  <a:pt x="11609" y="53097"/>
                  <a:pt x="6271" y="75146"/>
                  <a:pt x="3136" y="96695"/>
                </a:cubicBezTo>
                <a:cubicBezTo>
                  <a:pt x="0" y="118210"/>
                  <a:pt x="1535" y="135389"/>
                  <a:pt x="19181" y="143962"/>
                </a:cubicBezTo>
                <a:cubicBezTo>
                  <a:pt x="36860" y="152501"/>
                  <a:pt x="45032" y="148732"/>
                  <a:pt x="53438" y="158606"/>
                </a:cubicBezTo>
                <a:cubicBezTo>
                  <a:pt x="59248" y="165430"/>
                  <a:pt x="79319" y="178198"/>
                  <a:pt x="100667" y="178198"/>
                </a:cubicBezTo>
                <a:cubicBezTo>
                  <a:pt x="110207" y="178198"/>
                  <a:pt x="120001" y="175648"/>
                  <a:pt x="128892" y="168880"/>
                </a:cubicBezTo>
                <a:cubicBezTo>
                  <a:pt x="128892" y="168880"/>
                  <a:pt x="162316" y="141293"/>
                  <a:pt x="170222" y="98262"/>
                </a:cubicBezTo>
                <a:cubicBezTo>
                  <a:pt x="178127" y="55232"/>
                  <a:pt x="145738" y="46592"/>
                  <a:pt x="126757" y="32015"/>
                </a:cubicBezTo>
                <a:cubicBezTo>
                  <a:pt x="107744" y="17471"/>
                  <a:pt x="100772" y="1059"/>
                  <a:pt x="73253" y="59"/>
                </a:cubicBezTo>
                <a:cubicBezTo>
                  <a:pt x="72144" y="20"/>
                  <a:pt x="71057" y="0"/>
                  <a:pt x="6999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1805144" flipH="1">
            <a:off x="7976099" y="4046175"/>
            <a:ext cx="1794156" cy="189666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596450" y="1263375"/>
            <a:ext cx="3951000" cy="121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400"/>
            </a:lvl1pPr>
            <a:lvl2pPr lvl="1" algn="ctr" rtl="0">
              <a:lnSpc>
                <a:spcPct val="100000"/>
              </a:lnSpc>
              <a:spcBef>
                <a:spcPts val="0"/>
              </a:spcBef>
              <a:spcAft>
                <a:spcPts val="0"/>
              </a:spcAft>
              <a:buClr>
                <a:srgbClr val="999999"/>
              </a:buClr>
              <a:buSzPts val="800"/>
              <a:buFont typeface="Open Sans"/>
              <a:buAutoNum type="alphaLcPeriod"/>
              <a:defRPr/>
            </a:lvl2pPr>
            <a:lvl3pPr lvl="2" algn="ctr" rtl="0">
              <a:lnSpc>
                <a:spcPct val="100000"/>
              </a:lnSpc>
              <a:spcBef>
                <a:spcPts val="0"/>
              </a:spcBef>
              <a:spcAft>
                <a:spcPts val="0"/>
              </a:spcAft>
              <a:buClr>
                <a:srgbClr val="999999"/>
              </a:buClr>
              <a:buSzPts val="800"/>
              <a:buFont typeface="Open Sans"/>
              <a:buAutoNum type="romanLcPeriod"/>
              <a:defRPr/>
            </a:lvl3pPr>
            <a:lvl4pPr lvl="3" algn="ctr" rtl="0">
              <a:lnSpc>
                <a:spcPct val="100000"/>
              </a:lnSpc>
              <a:spcBef>
                <a:spcPts val="0"/>
              </a:spcBef>
              <a:spcAft>
                <a:spcPts val="0"/>
              </a:spcAft>
              <a:buClr>
                <a:srgbClr val="999999"/>
              </a:buClr>
              <a:buSzPts val="800"/>
              <a:buFont typeface="Open Sans"/>
              <a:buAutoNum type="arabicPeriod"/>
              <a:defRPr/>
            </a:lvl4pPr>
            <a:lvl5pPr lvl="4" algn="ctr" rtl="0">
              <a:lnSpc>
                <a:spcPct val="100000"/>
              </a:lnSpc>
              <a:spcBef>
                <a:spcPts val="0"/>
              </a:spcBef>
              <a:spcAft>
                <a:spcPts val="0"/>
              </a:spcAft>
              <a:buClr>
                <a:srgbClr val="999999"/>
              </a:buClr>
              <a:buSzPts val="1200"/>
              <a:buFont typeface="Open Sans"/>
              <a:buAutoNum type="alphaLcPeriod"/>
              <a:defRPr/>
            </a:lvl5pPr>
            <a:lvl6pPr lvl="5" algn="ctr" rtl="0">
              <a:lnSpc>
                <a:spcPct val="100000"/>
              </a:lnSpc>
              <a:spcBef>
                <a:spcPts val="0"/>
              </a:spcBef>
              <a:spcAft>
                <a:spcPts val="0"/>
              </a:spcAft>
              <a:buClr>
                <a:srgbClr val="999999"/>
              </a:buClr>
              <a:buSzPts val="1200"/>
              <a:buFont typeface="Open Sans"/>
              <a:buAutoNum type="romanLcPeriod"/>
              <a:defRPr/>
            </a:lvl6pPr>
            <a:lvl7pPr lvl="6" algn="ctr" rtl="0">
              <a:lnSpc>
                <a:spcPct val="100000"/>
              </a:lnSpc>
              <a:spcBef>
                <a:spcPts val="0"/>
              </a:spcBef>
              <a:spcAft>
                <a:spcPts val="0"/>
              </a:spcAft>
              <a:buClr>
                <a:srgbClr val="999999"/>
              </a:buClr>
              <a:buSzPts val="700"/>
              <a:buFont typeface="Open Sans"/>
              <a:buAutoNum type="arabicPeriod"/>
              <a:defRPr/>
            </a:lvl7pPr>
            <a:lvl8pPr lvl="7" algn="ctr" rtl="0">
              <a:lnSpc>
                <a:spcPct val="100000"/>
              </a:lnSpc>
              <a:spcBef>
                <a:spcPts val="0"/>
              </a:spcBef>
              <a:spcAft>
                <a:spcPts val="0"/>
              </a:spcAft>
              <a:buClr>
                <a:srgbClr val="999999"/>
              </a:buClr>
              <a:buSzPts val="700"/>
              <a:buFont typeface="Open Sans"/>
              <a:buAutoNum type="alphaLcPeriod"/>
              <a:defRPr/>
            </a:lvl8pPr>
            <a:lvl9pPr lvl="8" algn="ctr" rtl="0">
              <a:lnSpc>
                <a:spcPct val="100000"/>
              </a:lnSpc>
              <a:spcBef>
                <a:spcPts val="0"/>
              </a:spcBef>
              <a:spcAft>
                <a:spcPts val="0"/>
              </a:spcAft>
              <a:buClr>
                <a:srgbClr val="999999"/>
              </a:buClr>
              <a:buSzPts val="600"/>
              <a:buFont typeface="Open Sans"/>
              <a:buAutoNum type="romanLcPeriod"/>
              <a:defRPr/>
            </a:lvl9pPr>
          </a:lstStyle>
          <a:p>
            <a:endParaRPr/>
          </a:p>
        </p:txBody>
      </p:sp>
      <p:sp>
        <p:nvSpPr>
          <p:cNvPr id="40" name="Google Shape;40;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713225" y="1676000"/>
            <a:ext cx="4208700" cy="1791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p8"/>
          <p:cNvSpPr/>
          <p:nvPr/>
        </p:nvSpPr>
        <p:spPr>
          <a:xfrm flipH="1">
            <a:off x="4158730" y="1422625"/>
            <a:ext cx="5606046" cy="4426820"/>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8"/>
          <p:cNvSpPr/>
          <p:nvPr/>
        </p:nvSpPr>
        <p:spPr>
          <a:xfrm rot="-2700000" flipH="1">
            <a:off x="-903833" y="-1040225"/>
            <a:ext cx="2801565" cy="2212259"/>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rot="1782095" flipH="1">
            <a:off x="7756847" y="-632855"/>
            <a:ext cx="2012289" cy="1734183"/>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10799637" flipH="1">
            <a:off x="-1396005" y="1364455"/>
            <a:ext cx="4944744" cy="4479218"/>
          </a:xfrm>
          <a:custGeom>
            <a:avLst/>
            <a:gdLst/>
            <a:ahLst/>
            <a:cxnLst/>
            <a:rect l="l" t="t" r="r" b="b"/>
            <a:pathLst>
              <a:path w="208617" h="168677" extrusionOk="0">
                <a:moveTo>
                  <a:pt x="113434" y="1"/>
                </a:moveTo>
                <a:cubicBezTo>
                  <a:pt x="102151" y="1"/>
                  <a:pt x="88146" y="2232"/>
                  <a:pt x="74254" y="10251"/>
                </a:cubicBezTo>
                <a:cubicBezTo>
                  <a:pt x="42965" y="28297"/>
                  <a:pt x="27187" y="64123"/>
                  <a:pt x="13611" y="92843"/>
                </a:cubicBezTo>
                <a:cubicBezTo>
                  <a:pt x="1" y="121564"/>
                  <a:pt x="7840" y="150752"/>
                  <a:pt x="31724" y="164061"/>
                </a:cubicBezTo>
                <a:cubicBezTo>
                  <a:pt x="37745" y="167412"/>
                  <a:pt x="43281" y="168676"/>
                  <a:pt x="48728" y="168676"/>
                </a:cubicBezTo>
                <a:cubicBezTo>
                  <a:pt x="64916" y="168676"/>
                  <a:pt x="80326" y="157513"/>
                  <a:pt x="105409" y="156789"/>
                </a:cubicBezTo>
                <a:cubicBezTo>
                  <a:pt x="109343" y="156680"/>
                  <a:pt x="112939" y="156649"/>
                  <a:pt x="116268" y="156649"/>
                </a:cubicBezTo>
                <a:cubicBezTo>
                  <a:pt x="120623" y="156649"/>
                  <a:pt x="124519" y="156702"/>
                  <a:pt x="128115" y="156702"/>
                </a:cubicBezTo>
                <a:cubicBezTo>
                  <a:pt x="145193" y="156702"/>
                  <a:pt x="155475" y="155502"/>
                  <a:pt x="175760" y="141712"/>
                </a:cubicBezTo>
                <a:cubicBezTo>
                  <a:pt x="203580" y="122765"/>
                  <a:pt x="208617" y="78033"/>
                  <a:pt x="186634" y="44976"/>
                </a:cubicBezTo>
                <a:cubicBezTo>
                  <a:pt x="164652" y="11919"/>
                  <a:pt x="137466" y="3513"/>
                  <a:pt x="137466" y="3513"/>
                </a:cubicBezTo>
                <a:cubicBezTo>
                  <a:pt x="137466" y="3513"/>
                  <a:pt x="127591" y="1"/>
                  <a:pt x="113434"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4850275" y="980875"/>
            <a:ext cx="3580500" cy="1752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 name="Google Shape;49;p9"/>
          <p:cNvSpPr txBox="1">
            <a:spLocks noGrp="1"/>
          </p:cNvSpPr>
          <p:nvPr>
            <p:ph type="subTitle" idx="1"/>
          </p:nvPr>
        </p:nvSpPr>
        <p:spPr>
          <a:xfrm>
            <a:off x="4850275" y="2733600"/>
            <a:ext cx="3580500" cy="1403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999999"/>
              </a:buClr>
              <a:buSzPts val="800"/>
              <a:buFont typeface="Open Sans"/>
              <a:buChar char="●"/>
              <a:defRPr/>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50" name="Google Shape;50;p9"/>
          <p:cNvSpPr>
            <a:spLocks noGrp="1"/>
          </p:cNvSpPr>
          <p:nvPr>
            <p:ph type="pic" idx="2"/>
          </p:nvPr>
        </p:nvSpPr>
        <p:spPr>
          <a:xfrm>
            <a:off x="713225" y="605850"/>
            <a:ext cx="3474600" cy="3931800"/>
          </a:xfrm>
          <a:prstGeom prst="roundRect">
            <a:avLst>
              <a:gd name="adj" fmla="val 16667"/>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4180875" y="1803900"/>
            <a:ext cx="4249800" cy="1038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a:spLocks noGrp="1"/>
          </p:cNvSpPr>
          <p:nvPr>
            <p:ph type="subTitle" idx="1"/>
          </p:nvPr>
        </p:nvSpPr>
        <p:spPr>
          <a:xfrm>
            <a:off x="4180875" y="2842500"/>
            <a:ext cx="42498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7" name="Google Shape;57;p11"/>
          <p:cNvSpPr/>
          <p:nvPr/>
        </p:nvSpPr>
        <p:spPr>
          <a:xfrm>
            <a:off x="-798950" y="1696228"/>
            <a:ext cx="4899369" cy="3868792"/>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p:nvPr/>
        </p:nvSpPr>
        <p:spPr>
          <a:xfrm rot="8268076">
            <a:off x="-213162" y="-281121"/>
            <a:ext cx="1108826" cy="1198956"/>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1"/>
          <p:cNvSpPr/>
          <p:nvPr/>
        </p:nvSpPr>
        <p:spPr>
          <a:xfrm rot="-4148420">
            <a:off x="5535272" y="-990813"/>
            <a:ext cx="4899311" cy="3868746"/>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3" name="Google Shape;63;p13"/>
          <p:cNvSpPr txBox="1">
            <a:spLocks noGrp="1"/>
          </p:cNvSpPr>
          <p:nvPr>
            <p:ph type="title" idx="2"/>
          </p:nvPr>
        </p:nvSpPr>
        <p:spPr>
          <a:xfrm>
            <a:off x="6098275" y="1669339"/>
            <a:ext cx="24849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4" name="Google Shape;64;p13"/>
          <p:cNvSpPr txBox="1">
            <a:spLocks noGrp="1"/>
          </p:cNvSpPr>
          <p:nvPr>
            <p:ph type="subTitle" idx="1"/>
          </p:nvPr>
        </p:nvSpPr>
        <p:spPr>
          <a:xfrm>
            <a:off x="6098275" y="2202419"/>
            <a:ext cx="2484900" cy="527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 name="Google Shape;65;p13"/>
          <p:cNvSpPr txBox="1">
            <a:spLocks noGrp="1"/>
          </p:cNvSpPr>
          <p:nvPr>
            <p:ph type="title" idx="3" hasCustomPrompt="1"/>
          </p:nvPr>
        </p:nvSpPr>
        <p:spPr>
          <a:xfrm>
            <a:off x="4851350" y="1704997"/>
            <a:ext cx="1246800" cy="811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4"/>
          </p:nvPr>
        </p:nvSpPr>
        <p:spPr>
          <a:xfrm>
            <a:off x="6098275" y="3207728"/>
            <a:ext cx="24849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7" name="Google Shape;67;p13"/>
          <p:cNvSpPr txBox="1">
            <a:spLocks noGrp="1"/>
          </p:cNvSpPr>
          <p:nvPr>
            <p:ph type="subTitle" idx="5"/>
          </p:nvPr>
        </p:nvSpPr>
        <p:spPr>
          <a:xfrm>
            <a:off x="6098275" y="3740808"/>
            <a:ext cx="2484900" cy="527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 name="Google Shape;68;p13"/>
          <p:cNvSpPr txBox="1">
            <a:spLocks noGrp="1"/>
          </p:cNvSpPr>
          <p:nvPr>
            <p:ph type="title" idx="6" hasCustomPrompt="1"/>
          </p:nvPr>
        </p:nvSpPr>
        <p:spPr>
          <a:xfrm>
            <a:off x="4851350" y="3243386"/>
            <a:ext cx="1246800" cy="811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title" idx="7"/>
          </p:nvPr>
        </p:nvSpPr>
        <p:spPr>
          <a:xfrm>
            <a:off x="1966925" y="1669339"/>
            <a:ext cx="24849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 name="Google Shape;70;p13"/>
          <p:cNvSpPr txBox="1">
            <a:spLocks noGrp="1"/>
          </p:cNvSpPr>
          <p:nvPr>
            <p:ph type="subTitle" idx="8"/>
          </p:nvPr>
        </p:nvSpPr>
        <p:spPr>
          <a:xfrm>
            <a:off x="1966925" y="2202419"/>
            <a:ext cx="2484900" cy="527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3"/>
          <p:cNvSpPr txBox="1">
            <a:spLocks noGrp="1"/>
          </p:cNvSpPr>
          <p:nvPr>
            <p:ph type="title" idx="9" hasCustomPrompt="1"/>
          </p:nvPr>
        </p:nvSpPr>
        <p:spPr>
          <a:xfrm>
            <a:off x="720000" y="1704997"/>
            <a:ext cx="1246800" cy="811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13"/>
          </p:nvPr>
        </p:nvSpPr>
        <p:spPr>
          <a:xfrm>
            <a:off x="1966925" y="3207728"/>
            <a:ext cx="24849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3" name="Google Shape;73;p13"/>
          <p:cNvSpPr txBox="1">
            <a:spLocks noGrp="1"/>
          </p:cNvSpPr>
          <p:nvPr>
            <p:ph type="subTitle" idx="14"/>
          </p:nvPr>
        </p:nvSpPr>
        <p:spPr>
          <a:xfrm>
            <a:off x="1966925" y="3740808"/>
            <a:ext cx="2484900" cy="527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13"/>
          <p:cNvSpPr txBox="1">
            <a:spLocks noGrp="1"/>
          </p:cNvSpPr>
          <p:nvPr>
            <p:ph type="title" idx="15" hasCustomPrompt="1"/>
          </p:nvPr>
        </p:nvSpPr>
        <p:spPr>
          <a:xfrm>
            <a:off x="720000" y="3243386"/>
            <a:ext cx="1246800" cy="811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p:nvPr/>
        </p:nvSpPr>
        <p:spPr>
          <a:xfrm rot="-2240696">
            <a:off x="-663554" y="-629166"/>
            <a:ext cx="2129542" cy="1835488"/>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rot="134250">
            <a:off x="8360765" y="3584431"/>
            <a:ext cx="1670715" cy="2161388"/>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7"/>
        <p:cNvGrpSpPr/>
        <p:nvPr/>
      </p:nvGrpSpPr>
      <p:grpSpPr>
        <a:xfrm>
          <a:off x="0" y="0"/>
          <a:ext cx="0" cy="0"/>
          <a:chOff x="0" y="0"/>
          <a:chExt cx="0" cy="0"/>
        </a:xfrm>
      </p:grpSpPr>
      <p:sp>
        <p:nvSpPr>
          <p:cNvPr id="78" name="Google Shape;78;p14"/>
          <p:cNvSpPr/>
          <p:nvPr/>
        </p:nvSpPr>
        <p:spPr>
          <a:xfrm rot="-326723" flipH="1">
            <a:off x="-528022" y="-674172"/>
            <a:ext cx="1435958" cy="1499645"/>
          </a:xfrm>
          <a:custGeom>
            <a:avLst/>
            <a:gdLst/>
            <a:ahLst/>
            <a:cxnLst/>
            <a:rect l="l" t="t" r="r" b="b"/>
            <a:pathLst>
              <a:path w="178128" h="178198" extrusionOk="0">
                <a:moveTo>
                  <a:pt x="69991" y="0"/>
                </a:moveTo>
                <a:cubicBezTo>
                  <a:pt x="44593" y="0"/>
                  <a:pt x="31089" y="11031"/>
                  <a:pt x="21549" y="31648"/>
                </a:cubicBezTo>
                <a:cubicBezTo>
                  <a:pt x="11609" y="53097"/>
                  <a:pt x="6271" y="75146"/>
                  <a:pt x="3136" y="96695"/>
                </a:cubicBezTo>
                <a:cubicBezTo>
                  <a:pt x="0" y="118210"/>
                  <a:pt x="1535" y="135389"/>
                  <a:pt x="19181" y="143962"/>
                </a:cubicBezTo>
                <a:cubicBezTo>
                  <a:pt x="36860" y="152501"/>
                  <a:pt x="45032" y="148732"/>
                  <a:pt x="53438" y="158606"/>
                </a:cubicBezTo>
                <a:cubicBezTo>
                  <a:pt x="59248" y="165430"/>
                  <a:pt x="79319" y="178198"/>
                  <a:pt x="100667" y="178198"/>
                </a:cubicBezTo>
                <a:cubicBezTo>
                  <a:pt x="110207" y="178198"/>
                  <a:pt x="120001" y="175648"/>
                  <a:pt x="128892" y="168880"/>
                </a:cubicBezTo>
                <a:cubicBezTo>
                  <a:pt x="128892" y="168880"/>
                  <a:pt x="162316" y="141293"/>
                  <a:pt x="170222" y="98262"/>
                </a:cubicBezTo>
                <a:cubicBezTo>
                  <a:pt x="178127" y="55232"/>
                  <a:pt x="145738" y="46592"/>
                  <a:pt x="126757" y="32015"/>
                </a:cubicBezTo>
                <a:cubicBezTo>
                  <a:pt x="107744" y="17471"/>
                  <a:pt x="100772" y="1059"/>
                  <a:pt x="73253" y="59"/>
                </a:cubicBezTo>
                <a:cubicBezTo>
                  <a:pt x="72144" y="20"/>
                  <a:pt x="71057" y="0"/>
                  <a:pt x="6999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p:nvPr/>
        </p:nvSpPr>
        <p:spPr>
          <a:xfrm rot="1805144" flipH="1">
            <a:off x="7976242" y="4046175"/>
            <a:ext cx="1794156" cy="189666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81"/>
        <p:cNvGrpSpPr/>
        <p:nvPr/>
      </p:nvGrpSpPr>
      <p:grpSpPr>
        <a:xfrm>
          <a:off x="0" y="0"/>
          <a:ext cx="0" cy="0"/>
          <a:chOff x="0" y="0"/>
          <a:chExt cx="0" cy="0"/>
        </a:xfrm>
      </p:grpSpPr>
      <p:sp>
        <p:nvSpPr>
          <p:cNvPr id="82" name="Google Shape;82;p15"/>
          <p:cNvSpPr/>
          <p:nvPr/>
        </p:nvSpPr>
        <p:spPr>
          <a:xfrm rot="8994856">
            <a:off x="7694357" y="-587618"/>
            <a:ext cx="1794156" cy="189666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4" name="Google Shape;84;p15"/>
          <p:cNvSpPr/>
          <p:nvPr/>
        </p:nvSpPr>
        <p:spPr>
          <a:xfrm rot="-5078650">
            <a:off x="-615838" y="4383833"/>
            <a:ext cx="1474134" cy="1558359"/>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7" name="Google Shape;87;p16"/>
          <p:cNvSpPr/>
          <p:nvPr/>
        </p:nvSpPr>
        <p:spPr>
          <a:xfrm rot="7042213">
            <a:off x="8164099" y="4452394"/>
            <a:ext cx="1607622" cy="1385443"/>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rot="-2700000">
            <a:off x="-516111" y="-646552"/>
            <a:ext cx="1607718" cy="1385525"/>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9"/>
        <p:cNvGrpSpPr/>
        <p:nvPr/>
      </p:nvGrpSpPr>
      <p:grpSpPr>
        <a:xfrm>
          <a:off x="0" y="0"/>
          <a:ext cx="0" cy="0"/>
          <a:chOff x="0" y="0"/>
          <a:chExt cx="0" cy="0"/>
        </a:xfrm>
      </p:grpSpPr>
      <p:sp>
        <p:nvSpPr>
          <p:cNvPr id="90" name="Google Shape;90;p17"/>
          <p:cNvSpPr/>
          <p:nvPr/>
        </p:nvSpPr>
        <p:spPr>
          <a:xfrm rot="-124429">
            <a:off x="-1296981" y="1317199"/>
            <a:ext cx="5014549" cy="4458553"/>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p:nvPr/>
        </p:nvSpPr>
        <p:spPr>
          <a:xfrm rot="-2698758">
            <a:off x="8045725" y="-627610"/>
            <a:ext cx="1919829" cy="2169142"/>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7"/>
          <p:cNvSpPr/>
          <p:nvPr/>
        </p:nvSpPr>
        <p:spPr>
          <a:xfrm rot="-2699179">
            <a:off x="-637638" y="-552445"/>
            <a:ext cx="1452703" cy="1155999"/>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txBox="1">
            <a:spLocks noGrp="1"/>
          </p:cNvSpPr>
          <p:nvPr>
            <p:ph type="title"/>
          </p:nvPr>
        </p:nvSpPr>
        <p:spPr>
          <a:xfrm>
            <a:off x="3145275" y="3521563"/>
            <a:ext cx="52854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4" name="Google Shape;94;p17"/>
          <p:cNvSpPr txBox="1">
            <a:spLocks noGrp="1"/>
          </p:cNvSpPr>
          <p:nvPr>
            <p:ph type="subTitle" idx="1"/>
          </p:nvPr>
        </p:nvSpPr>
        <p:spPr>
          <a:xfrm>
            <a:off x="3145275" y="1090037"/>
            <a:ext cx="5285400" cy="232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95"/>
        <p:cNvGrpSpPr/>
        <p:nvPr/>
      </p:nvGrpSpPr>
      <p:grpSpPr>
        <a:xfrm>
          <a:off x="0" y="0"/>
          <a:ext cx="0" cy="0"/>
          <a:chOff x="0" y="0"/>
          <a:chExt cx="0" cy="0"/>
        </a:xfrm>
      </p:grpSpPr>
      <p:sp>
        <p:nvSpPr>
          <p:cNvPr id="96" name="Google Shape;96;p18"/>
          <p:cNvSpPr/>
          <p:nvPr/>
        </p:nvSpPr>
        <p:spPr>
          <a:xfrm rot="-7933504">
            <a:off x="5125140" y="1659685"/>
            <a:ext cx="5014220" cy="4458556"/>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8"/>
          <p:cNvSpPr/>
          <p:nvPr/>
        </p:nvSpPr>
        <p:spPr>
          <a:xfrm rot="-1695696">
            <a:off x="-893741" y="4093589"/>
            <a:ext cx="1774943" cy="187635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8"/>
          <p:cNvSpPr/>
          <p:nvPr/>
        </p:nvSpPr>
        <p:spPr>
          <a:xfrm rot="8100000">
            <a:off x="8098114" y="187835"/>
            <a:ext cx="665316" cy="703329"/>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00" name="Google Shape;100;p18"/>
          <p:cNvSpPr txBox="1">
            <a:spLocks noGrp="1"/>
          </p:cNvSpPr>
          <p:nvPr>
            <p:ph type="subTitle" idx="1"/>
          </p:nvPr>
        </p:nvSpPr>
        <p:spPr>
          <a:xfrm>
            <a:off x="713225" y="2825075"/>
            <a:ext cx="4539600" cy="139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 name="Google Shape;101;p18"/>
          <p:cNvSpPr txBox="1">
            <a:spLocks noGrp="1"/>
          </p:cNvSpPr>
          <p:nvPr>
            <p:ph type="subTitle" idx="2"/>
          </p:nvPr>
        </p:nvSpPr>
        <p:spPr>
          <a:xfrm>
            <a:off x="713225" y="1222525"/>
            <a:ext cx="4539600" cy="139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720000" y="1529150"/>
            <a:ext cx="35979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 name="Google Shape;104;p19"/>
          <p:cNvSpPr txBox="1">
            <a:spLocks noGrp="1"/>
          </p:cNvSpPr>
          <p:nvPr>
            <p:ph type="subTitle" idx="1"/>
          </p:nvPr>
        </p:nvSpPr>
        <p:spPr>
          <a:xfrm>
            <a:off x="720000" y="2592350"/>
            <a:ext cx="3597900" cy="80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19"/>
          <p:cNvSpPr/>
          <p:nvPr/>
        </p:nvSpPr>
        <p:spPr>
          <a:xfrm rot="3445312">
            <a:off x="-730240" y="-778692"/>
            <a:ext cx="2010268" cy="2125125"/>
          </a:xfrm>
          <a:custGeom>
            <a:avLst/>
            <a:gdLst/>
            <a:ahLst/>
            <a:cxnLst/>
            <a:rect l="l" t="t" r="r" b="b"/>
            <a:pathLst>
              <a:path w="174726" h="184709" extrusionOk="0">
                <a:moveTo>
                  <a:pt x="93451" y="0"/>
                </a:moveTo>
                <a:cubicBezTo>
                  <a:pt x="79580" y="0"/>
                  <a:pt x="65094" y="3840"/>
                  <a:pt x="52272" y="11841"/>
                </a:cubicBezTo>
                <a:cubicBezTo>
                  <a:pt x="20215" y="31822"/>
                  <a:pt x="11609" y="57540"/>
                  <a:pt x="11609" y="57540"/>
                </a:cubicBezTo>
                <a:cubicBezTo>
                  <a:pt x="11609" y="57540"/>
                  <a:pt x="1" y="87562"/>
                  <a:pt x="16313" y="117783"/>
                </a:cubicBezTo>
                <a:cubicBezTo>
                  <a:pt x="32658" y="148005"/>
                  <a:pt x="66315" y="163983"/>
                  <a:pt x="93234" y="177626"/>
                </a:cubicBezTo>
                <a:cubicBezTo>
                  <a:pt x="102671" y="182415"/>
                  <a:pt x="112231" y="184709"/>
                  <a:pt x="121240" y="184709"/>
                </a:cubicBezTo>
                <a:cubicBezTo>
                  <a:pt x="137962" y="184709"/>
                  <a:pt x="152788" y="176806"/>
                  <a:pt x="161416" y="162282"/>
                </a:cubicBezTo>
                <a:cubicBezTo>
                  <a:pt x="174726" y="139899"/>
                  <a:pt x="156479" y="123954"/>
                  <a:pt x="156479" y="92032"/>
                </a:cubicBezTo>
                <a:cubicBezTo>
                  <a:pt x="156446" y="60142"/>
                  <a:pt x="161249" y="51703"/>
                  <a:pt x="143970" y="24750"/>
                </a:cubicBezTo>
                <a:cubicBezTo>
                  <a:pt x="133610" y="8610"/>
                  <a:pt x="114220" y="0"/>
                  <a:pt x="93451"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9"/>
          <p:cNvSpPr/>
          <p:nvPr/>
        </p:nvSpPr>
        <p:spPr>
          <a:xfrm>
            <a:off x="4076289" y="539501"/>
            <a:ext cx="6173596" cy="5320804"/>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9" name="Google Shape;109;p20"/>
          <p:cNvSpPr txBox="1">
            <a:spLocks noGrp="1"/>
          </p:cNvSpPr>
          <p:nvPr>
            <p:ph type="subTitle" idx="1"/>
          </p:nvPr>
        </p:nvSpPr>
        <p:spPr>
          <a:xfrm>
            <a:off x="1330331" y="1881600"/>
            <a:ext cx="5249100" cy="60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0" name="Google Shape;110;p20"/>
          <p:cNvSpPr txBox="1">
            <a:spLocks noGrp="1"/>
          </p:cNvSpPr>
          <p:nvPr>
            <p:ph type="subTitle" idx="2"/>
          </p:nvPr>
        </p:nvSpPr>
        <p:spPr>
          <a:xfrm>
            <a:off x="2564568" y="3283375"/>
            <a:ext cx="5249100" cy="1102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1" name="Google Shape;111;p20"/>
          <p:cNvSpPr txBox="1">
            <a:spLocks noGrp="1"/>
          </p:cNvSpPr>
          <p:nvPr>
            <p:ph type="subTitle" idx="3"/>
          </p:nvPr>
        </p:nvSpPr>
        <p:spPr>
          <a:xfrm>
            <a:off x="1330331" y="1508700"/>
            <a:ext cx="5249100" cy="369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2" name="Google Shape;112;p20"/>
          <p:cNvSpPr txBox="1">
            <a:spLocks noGrp="1"/>
          </p:cNvSpPr>
          <p:nvPr>
            <p:ph type="subTitle" idx="4"/>
          </p:nvPr>
        </p:nvSpPr>
        <p:spPr>
          <a:xfrm>
            <a:off x="2564569" y="2946500"/>
            <a:ext cx="5249100" cy="369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3" name="Google Shape;113;p20"/>
          <p:cNvSpPr/>
          <p:nvPr/>
        </p:nvSpPr>
        <p:spPr>
          <a:xfrm rot="1933867" flipH="1">
            <a:off x="7482007" y="-865100"/>
            <a:ext cx="2756172" cy="2176414"/>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0"/>
          <p:cNvSpPr/>
          <p:nvPr/>
        </p:nvSpPr>
        <p:spPr>
          <a:xfrm rot="1933867" flipH="1">
            <a:off x="-664918" y="3520350"/>
            <a:ext cx="2756172" cy="2176414"/>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5"/>
        <p:cNvGrpSpPr/>
        <p:nvPr/>
      </p:nvGrpSpPr>
      <p:grpSpPr>
        <a:xfrm>
          <a:off x="0" y="0"/>
          <a:ext cx="0" cy="0"/>
          <a:chOff x="0" y="0"/>
          <a:chExt cx="0" cy="0"/>
        </a:xfrm>
      </p:grpSpPr>
      <p:sp>
        <p:nvSpPr>
          <p:cNvPr id="116" name="Google Shape;116;p21"/>
          <p:cNvSpPr/>
          <p:nvPr/>
        </p:nvSpPr>
        <p:spPr>
          <a:xfrm rot="4071232" flipH="1">
            <a:off x="6571863" y="2333140"/>
            <a:ext cx="3985094" cy="4541909"/>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1"/>
          <p:cNvSpPr/>
          <p:nvPr/>
        </p:nvSpPr>
        <p:spPr>
          <a:xfrm rot="7929467">
            <a:off x="-1219369" y="-574399"/>
            <a:ext cx="3411800" cy="3204915"/>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txBox="1">
            <a:spLocks noGrp="1"/>
          </p:cNvSpPr>
          <p:nvPr>
            <p:ph type="subTitle" idx="1"/>
          </p:nvPr>
        </p:nvSpPr>
        <p:spPr>
          <a:xfrm>
            <a:off x="937700" y="3092569"/>
            <a:ext cx="21753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21"/>
          <p:cNvSpPr txBox="1">
            <a:spLocks noGrp="1"/>
          </p:cNvSpPr>
          <p:nvPr>
            <p:ph type="subTitle" idx="2"/>
          </p:nvPr>
        </p:nvSpPr>
        <p:spPr>
          <a:xfrm>
            <a:off x="3484422" y="3092569"/>
            <a:ext cx="21753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0" name="Google Shape;120;p21"/>
          <p:cNvSpPr txBox="1">
            <a:spLocks noGrp="1"/>
          </p:cNvSpPr>
          <p:nvPr>
            <p:ph type="subTitle" idx="3"/>
          </p:nvPr>
        </p:nvSpPr>
        <p:spPr>
          <a:xfrm>
            <a:off x="6031150" y="3092569"/>
            <a:ext cx="21753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 name="Google Shape;12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2" name="Google Shape;122;p21"/>
          <p:cNvSpPr txBox="1">
            <a:spLocks noGrp="1"/>
          </p:cNvSpPr>
          <p:nvPr>
            <p:ph type="subTitle" idx="4"/>
          </p:nvPr>
        </p:nvSpPr>
        <p:spPr>
          <a:xfrm>
            <a:off x="937700" y="2782020"/>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 name="Google Shape;123;p21"/>
          <p:cNvSpPr txBox="1">
            <a:spLocks noGrp="1"/>
          </p:cNvSpPr>
          <p:nvPr>
            <p:ph type="subTitle" idx="5"/>
          </p:nvPr>
        </p:nvSpPr>
        <p:spPr>
          <a:xfrm>
            <a:off x="3484422" y="2782020"/>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4" name="Google Shape;124;p21"/>
          <p:cNvSpPr txBox="1">
            <a:spLocks noGrp="1"/>
          </p:cNvSpPr>
          <p:nvPr>
            <p:ph type="subTitle" idx="6"/>
          </p:nvPr>
        </p:nvSpPr>
        <p:spPr>
          <a:xfrm>
            <a:off x="6031150" y="2782020"/>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25"/>
        <p:cNvGrpSpPr/>
        <p:nvPr/>
      </p:nvGrpSpPr>
      <p:grpSpPr>
        <a:xfrm>
          <a:off x="0" y="0"/>
          <a:ext cx="0" cy="0"/>
          <a:chOff x="0" y="0"/>
          <a:chExt cx="0" cy="0"/>
        </a:xfrm>
      </p:grpSpPr>
      <p:sp>
        <p:nvSpPr>
          <p:cNvPr id="126" name="Google Shape;126;p22"/>
          <p:cNvSpPr/>
          <p:nvPr/>
        </p:nvSpPr>
        <p:spPr>
          <a:xfrm rot="-1782163">
            <a:off x="-509651" y="-636195"/>
            <a:ext cx="1570778" cy="1353690"/>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2"/>
          <p:cNvSpPr/>
          <p:nvPr/>
        </p:nvSpPr>
        <p:spPr>
          <a:xfrm rot="5890062">
            <a:off x="5027611" y="1445516"/>
            <a:ext cx="4944834" cy="4479166"/>
          </a:xfrm>
          <a:custGeom>
            <a:avLst/>
            <a:gdLst/>
            <a:ahLst/>
            <a:cxnLst/>
            <a:rect l="l" t="t" r="r" b="b"/>
            <a:pathLst>
              <a:path w="208617" h="168677" extrusionOk="0">
                <a:moveTo>
                  <a:pt x="113434" y="1"/>
                </a:moveTo>
                <a:cubicBezTo>
                  <a:pt x="102151" y="1"/>
                  <a:pt x="88146" y="2232"/>
                  <a:pt x="74254" y="10251"/>
                </a:cubicBezTo>
                <a:cubicBezTo>
                  <a:pt x="42965" y="28297"/>
                  <a:pt x="27187" y="64123"/>
                  <a:pt x="13611" y="92843"/>
                </a:cubicBezTo>
                <a:cubicBezTo>
                  <a:pt x="1" y="121564"/>
                  <a:pt x="7840" y="150752"/>
                  <a:pt x="31724" y="164061"/>
                </a:cubicBezTo>
                <a:cubicBezTo>
                  <a:pt x="37745" y="167412"/>
                  <a:pt x="43281" y="168676"/>
                  <a:pt x="48728" y="168676"/>
                </a:cubicBezTo>
                <a:cubicBezTo>
                  <a:pt x="64916" y="168676"/>
                  <a:pt x="80326" y="157513"/>
                  <a:pt x="105409" y="156789"/>
                </a:cubicBezTo>
                <a:cubicBezTo>
                  <a:pt x="109343" y="156680"/>
                  <a:pt x="112939" y="156649"/>
                  <a:pt x="116268" y="156649"/>
                </a:cubicBezTo>
                <a:cubicBezTo>
                  <a:pt x="120623" y="156649"/>
                  <a:pt x="124519" y="156702"/>
                  <a:pt x="128115" y="156702"/>
                </a:cubicBezTo>
                <a:cubicBezTo>
                  <a:pt x="145193" y="156702"/>
                  <a:pt x="155475" y="155502"/>
                  <a:pt x="175760" y="141712"/>
                </a:cubicBezTo>
                <a:cubicBezTo>
                  <a:pt x="203580" y="122765"/>
                  <a:pt x="208617" y="78033"/>
                  <a:pt x="186634" y="44976"/>
                </a:cubicBezTo>
                <a:cubicBezTo>
                  <a:pt x="164652" y="11919"/>
                  <a:pt x="137466" y="3513"/>
                  <a:pt x="137466" y="3513"/>
                </a:cubicBezTo>
                <a:cubicBezTo>
                  <a:pt x="137466" y="3513"/>
                  <a:pt x="127591" y="1"/>
                  <a:pt x="113434"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9" name="Google Shape;129;p22"/>
          <p:cNvSpPr txBox="1">
            <a:spLocks noGrp="1"/>
          </p:cNvSpPr>
          <p:nvPr>
            <p:ph type="title" idx="2"/>
          </p:nvPr>
        </p:nvSpPr>
        <p:spPr>
          <a:xfrm>
            <a:off x="720002" y="1574943"/>
            <a:ext cx="2081100" cy="39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0" name="Google Shape;130;p22"/>
          <p:cNvSpPr txBox="1">
            <a:spLocks noGrp="1"/>
          </p:cNvSpPr>
          <p:nvPr>
            <p:ph type="subTitle" idx="1"/>
          </p:nvPr>
        </p:nvSpPr>
        <p:spPr>
          <a:xfrm>
            <a:off x="2899415" y="1374850"/>
            <a:ext cx="5524500" cy="7938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31" name="Google Shape;131;p22"/>
          <p:cNvSpPr txBox="1">
            <a:spLocks noGrp="1"/>
          </p:cNvSpPr>
          <p:nvPr>
            <p:ph type="title" idx="3"/>
          </p:nvPr>
        </p:nvSpPr>
        <p:spPr>
          <a:xfrm>
            <a:off x="720002" y="2639394"/>
            <a:ext cx="2081100" cy="39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2" name="Google Shape;132;p22"/>
          <p:cNvSpPr txBox="1">
            <a:spLocks noGrp="1"/>
          </p:cNvSpPr>
          <p:nvPr>
            <p:ph type="subTitle" idx="4"/>
          </p:nvPr>
        </p:nvSpPr>
        <p:spPr>
          <a:xfrm>
            <a:off x="2899415" y="2439300"/>
            <a:ext cx="5524500" cy="7938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33" name="Google Shape;133;p22"/>
          <p:cNvSpPr txBox="1">
            <a:spLocks noGrp="1"/>
          </p:cNvSpPr>
          <p:nvPr>
            <p:ph type="title" idx="5"/>
          </p:nvPr>
        </p:nvSpPr>
        <p:spPr>
          <a:xfrm>
            <a:off x="720002" y="3720519"/>
            <a:ext cx="2081100" cy="393600"/>
          </a:xfrm>
          <a:prstGeom prst="rect">
            <a:avLst/>
          </a:prstGeom>
          <a:ln>
            <a:noFill/>
          </a:ln>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4" name="Google Shape;134;p22"/>
          <p:cNvSpPr txBox="1">
            <a:spLocks noGrp="1"/>
          </p:cNvSpPr>
          <p:nvPr>
            <p:ph type="subTitle" idx="6"/>
          </p:nvPr>
        </p:nvSpPr>
        <p:spPr>
          <a:xfrm>
            <a:off x="2899415" y="3520425"/>
            <a:ext cx="5524500" cy="7938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35"/>
        <p:cNvGrpSpPr/>
        <p:nvPr/>
      </p:nvGrpSpPr>
      <p:grpSpPr>
        <a:xfrm>
          <a:off x="0" y="0"/>
          <a:ext cx="0" cy="0"/>
          <a:chOff x="0" y="0"/>
          <a:chExt cx="0" cy="0"/>
        </a:xfrm>
      </p:grpSpPr>
      <p:sp>
        <p:nvSpPr>
          <p:cNvPr id="136" name="Google Shape;136;p23"/>
          <p:cNvSpPr/>
          <p:nvPr/>
        </p:nvSpPr>
        <p:spPr>
          <a:xfrm rot="-9931043" flipH="1">
            <a:off x="-1736898" y="-603620"/>
            <a:ext cx="2836012" cy="1778755"/>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3"/>
          <p:cNvSpPr/>
          <p:nvPr/>
        </p:nvSpPr>
        <p:spPr>
          <a:xfrm flipH="1">
            <a:off x="6019993" y="2587550"/>
            <a:ext cx="4469382" cy="3697819"/>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9" name="Google Shape;139;p23"/>
          <p:cNvSpPr txBox="1">
            <a:spLocks noGrp="1"/>
          </p:cNvSpPr>
          <p:nvPr>
            <p:ph type="subTitle" idx="1"/>
          </p:nvPr>
        </p:nvSpPr>
        <p:spPr>
          <a:xfrm>
            <a:off x="2283134" y="2084667"/>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0" name="Google Shape;140;p23"/>
          <p:cNvSpPr txBox="1">
            <a:spLocks noGrp="1"/>
          </p:cNvSpPr>
          <p:nvPr>
            <p:ph type="subTitle" idx="2"/>
          </p:nvPr>
        </p:nvSpPr>
        <p:spPr>
          <a:xfrm>
            <a:off x="5818438" y="2084667"/>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23"/>
          <p:cNvSpPr txBox="1">
            <a:spLocks noGrp="1"/>
          </p:cNvSpPr>
          <p:nvPr>
            <p:ph type="subTitle" idx="3"/>
          </p:nvPr>
        </p:nvSpPr>
        <p:spPr>
          <a:xfrm>
            <a:off x="2283134" y="3518067"/>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 name="Google Shape;142;p23"/>
          <p:cNvSpPr txBox="1">
            <a:spLocks noGrp="1"/>
          </p:cNvSpPr>
          <p:nvPr>
            <p:ph type="subTitle" idx="4"/>
          </p:nvPr>
        </p:nvSpPr>
        <p:spPr>
          <a:xfrm>
            <a:off x="5818438" y="3518067"/>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23"/>
          <p:cNvSpPr txBox="1">
            <a:spLocks noGrp="1"/>
          </p:cNvSpPr>
          <p:nvPr>
            <p:ph type="subTitle" idx="5"/>
          </p:nvPr>
        </p:nvSpPr>
        <p:spPr>
          <a:xfrm>
            <a:off x="2283134" y="1778725"/>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4" name="Google Shape;144;p23"/>
          <p:cNvSpPr txBox="1">
            <a:spLocks noGrp="1"/>
          </p:cNvSpPr>
          <p:nvPr>
            <p:ph type="subTitle" idx="6"/>
          </p:nvPr>
        </p:nvSpPr>
        <p:spPr>
          <a:xfrm>
            <a:off x="5818436" y="1778725"/>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5" name="Google Shape;145;p23"/>
          <p:cNvSpPr txBox="1">
            <a:spLocks noGrp="1"/>
          </p:cNvSpPr>
          <p:nvPr>
            <p:ph type="subTitle" idx="7"/>
          </p:nvPr>
        </p:nvSpPr>
        <p:spPr>
          <a:xfrm>
            <a:off x="2283134" y="3212175"/>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6" name="Google Shape;146;p23"/>
          <p:cNvSpPr txBox="1">
            <a:spLocks noGrp="1"/>
          </p:cNvSpPr>
          <p:nvPr>
            <p:ph type="subTitle" idx="8"/>
          </p:nvPr>
        </p:nvSpPr>
        <p:spPr>
          <a:xfrm>
            <a:off x="5818436" y="3212175"/>
            <a:ext cx="19782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7"/>
        <p:cNvGrpSpPr/>
        <p:nvPr/>
      </p:nvGrpSpPr>
      <p:grpSpPr>
        <a:xfrm>
          <a:off x="0" y="0"/>
          <a:ext cx="0" cy="0"/>
          <a:chOff x="0" y="0"/>
          <a:chExt cx="0" cy="0"/>
        </a:xfrm>
      </p:grpSpPr>
      <p:sp>
        <p:nvSpPr>
          <p:cNvPr id="148" name="Google Shape;148;p24"/>
          <p:cNvSpPr/>
          <p:nvPr/>
        </p:nvSpPr>
        <p:spPr>
          <a:xfrm rot="7835114">
            <a:off x="5717900" y="2768750"/>
            <a:ext cx="6584162" cy="3670703"/>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4"/>
          <p:cNvSpPr/>
          <p:nvPr/>
        </p:nvSpPr>
        <p:spPr>
          <a:xfrm rot="7930416">
            <a:off x="-2346797" y="-1478456"/>
            <a:ext cx="4105585" cy="2574821"/>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1" name="Google Shape;151;p24"/>
          <p:cNvSpPr txBox="1">
            <a:spLocks noGrp="1"/>
          </p:cNvSpPr>
          <p:nvPr>
            <p:ph type="subTitle" idx="1"/>
          </p:nvPr>
        </p:nvSpPr>
        <p:spPr>
          <a:xfrm>
            <a:off x="1101175" y="20407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4"/>
          <p:cNvSpPr txBox="1">
            <a:spLocks noGrp="1"/>
          </p:cNvSpPr>
          <p:nvPr>
            <p:ph type="subTitle" idx="2"/>
          </p:nvPr>
        </p:nvSpPr>
        <p:spPr>
          <a:xfrm>
            <a:off x="3578947" y="20407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3" name="Google Shape;153;p24"/>
          <p:cNvSpPr txBox="1">
            <a:spLocks noGrp="1"/>
          </p:cNvSpPr>
          <p:nvPr>
            <p:ph type="subTitle" idx="3"/>
          </p:nvPr>
        </p:nvSpPr>
        <p:spPr>
          <a:xfrm>
            <a:off x="1101175" y="36265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4" name="Google Shape;154;p24"/>
          <p:cNvSpPr txBox="1">
            <a:spLocks noGrp="1"/>
          </p:cNvSpPr>
          <p:nvPr>
            <p:ph type="subTitle" idx="4"/>
          </p:nvPr>
        </p:nvSpPr>
        <p:spPr>
          <a:xfrm>
            <a:off x="3578947" y="36265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5" name="Google Shape;155;p24"/>
          <p:cNvSpPr txBox="1">
            <a:spLocks noGrp="1"/>
          </p:cNvSpPr>
          <p:nvPr>
            <p:ph type="subTitle" idx="5"/>
          </p:nvPr>
        </p:nvSpPr>
        <p:spPr>
          <a:xfrm>
            <a:off x="6056725" y="20407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24"/>
          <p:cNvSpPr txBox="1">
            <a:spLocks noGrp="1"/>
          </p:cNvSpPr>
          <p:nvPr>
            <p:ph type="subTitle" idx="6"/>
          </p:nvPr>
        </p:nvSpPr>
        <p:spPr>
          <a:xfrm>
            <a:off x="6056725" y="3626575"/>
            <a:ext cx="1986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 name="Google Shape;157;p24"/>
          <p:cNvSpPr txBox="1">
            <a:spLocks noGrp="1"/>
          </p:cNvSpPr>
          <p:nvPr>
            <p:ph type="subTitle" idx="7"/>
          </p:nvPr>
        </p:nvSpPr>
        <p:spPr>
          <a:xfrm>
            <a:off x="1101175" y="167802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8" name="Google Shape;158;p24"/>
          <p:cNvSpPr txBox="1">
            <a:spLocks noGrp="1"/>
          </p:cNvSpPr>
          <p:nvPr>
            <p:ph type="subTitle" idx="8"/>
          </p:nvPr>
        </p:nvSpPr>
        <p:spPr>
          <a:xfrm>
            <a:off x="3578947" y="167802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9" name="Google Shape;159;p24"/>
          <p:cNvSpPr txBox="1">
            <a:spLocks noGrp="1"/>
          </p:cNvSpPr>
          <p:nvPr>
            <p:ph type="subTitle" idx="9"/>
          </p:nvPr>
        </p:nvSpPr>
        <p:spPr>
          <a:xfrm>
            <a:off x="1101175" y="326397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0" name="Google Shape;160;p24"/>
          <p:cNvSpPr txBox="1">
            <a:spLocks noGrp="1"/>
          </p:cNvSpPr>
          <p:nvPr>
            <p:ph type="subTitle" idx="13"/>
          </p:nvPr>
        </p:nvSpPr>
        <p:spPr>
          <a:xfrm>
            <a:off x="3578947" y="326397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1" name="Google Shape;161;p24"/>
          <p:cNvSpPr txBox="1">
            <a:spLocks noGrp="1"/>
          </p:cNvSpPr>
          <p:nvPr>
            <p:ph type="subTitle" idx="14"/>
          </p:nvPr>
        </p:nvSpPr>
        <p:spPr>
          <a:xfrm>
            <a:off x="6056725" y="167802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2" name="Google Shape;162;p24"/>
          <p:cNvSpPr txBox="1">
            <a:spLocks noGrp="1"/>
          </p:cNvSpPr>
          <p:nvPr>
            <p:ph type="subTitle" idx="15"/>
          </p:nvPr>
        </p:nvSpPr>
        <p:spPr>
          <a:xfrm>
            <a:off x="6056725" y="3263976"/>
            <a:ext cx="1986000" cy="43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Arbutus Slab"/>
                <a:ea typeface="Arbutus Slab"/>
                <a:cs typeface="Arbutus Slab"/>
                <a:sym typeface="Arbutus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63"/>
        <p:cNvGrpSpPr/>
        <p:nvPr/>
      </p:nvGrpSpPr>
      <p:grpSpPr>
        <a:xfrm>
          <a:off x="0" y="0"/>
          <a:ext cx="0" cy="0"/>
          <a:chOff x="0" y="0"/>
          <a:chExt cx="0" cy="0"/>
        </a:xfrm>
      </p:grpSpPr>
      <p:sp>
        <p:nvSpPr>
          <p:cNvPr id="164" name="Google Shape;164;p25"/>
          <p:cNvSpPr txBox="1">
            <a:spLocks noGrp="1"/>
          </p:cNvSpPr>
          <p:nvPr>
            <p:ph type="title" hasCustomPrompt="1"/>
          </p:nvPr>
        </p:nvSpPr>
        <p:spPr>
          <a:xfrm>
            <a:off x="4138300" y="665000"/>
            <a:ext cx="42924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5" name="Google Shape;165;p25"/>
          <p:cNvSpPr txBox="1">
            <a:spLocks noGrp="1"/>
          </p:cNvSpPr>
          <p:nvPr>
            <p:ph type="subTitle" idx="1"/>
          </p:nvPr>
        </p:nvSpPr>
        <p:spPr>
          <a:xfrm>
            <a:off x="4138300" y="1282323"/>
            <a:ext cx="42924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66" name="Google Shape;166;p25"/>
          <p:cNvSpPr txBox="1">
            <a:spLocks noGrp="1"/>
          </p:cNvSpPr>
          <p:nvPr>
            <p:ph type="title" idx="2" hasCustomPrompt="1"/>
          </p:nvPr>
        </p:nvSpPr>
        <p:spPr>
          <a:xfrm>
            <a:off x="4138300" y="1962701"/>
            <a:ext cx="42924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7" name="Google Shape;167;p25"/>
          <p:cNvSpPr txBox="1">
            <a:spLocks noGrp="1"/>
          </p:cNvSpPr>
          <p:nvPr>
            <p:ph type="subTitle" idx="3"/>
          </p:nvPr>
        </p:nvSpPr>
        <p:spPr>
          <a:xfrm>
            <a:off x="4138300" y="2581013"/>
            <a:ext cx="42924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68" name="Google Shape;168;p25"/>
          <p:cNvSpPr txBox="1">
            <a:spLocks noGrp="1"/>
          </p:cNvSpPr>
          <p:nvPr>
            <p:ph type="title" idx="4" hasCustomPrompt="1"/>
          </p:nvPr>
        </p:nvSpPr>
        <p:spPr>
          <a:xfrm>
            <a:off x="4138300" y="3260401"/>
            <a:ext cx="42924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9" name="Google Shape;169;p25"/>
          <p:cNvSpPr txBox="1">
            <a:spLocks noGrp="1"/>
          </p:cNvSpPr>
          <p:nvPr>
            <p:ph type="subTitle" idx="5"/>
          </p:nvPr>
        </p:nvSpPr>
        <p:spPr>
          <a:xfrm>
            <a:off x="4138300" y="3879703"/>
            <a:ext cx="42924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0" name="Google Shape;170;p25"/>
          <p:cNvSpPr/>
          <p:nvPr/>
        </p:nvSpPr>
        <p:spPr>
          <a:xfrm rot="10073874" flipH="1">
            <a:off x="-1881453" y="841629"/>
            <a:ext cx="5729745" cy="5438432"/>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5"/>
          <p:cNvSpPr/>
          <p:nvPr/>
        </p:nvSpPr>
        <p:spPr>
          <a:xfrm flipH="1">
            <a:off x="6196081" y="-1197425"/>
            <a:ext cx="4469382" cy="3697819"/>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2221140" y="768600"/>
            <a:ext cx="47016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7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4" name="Google Shape;174;p26"/>
          <p:cNvSpPr txBox="1">
            <a:spLocks noGrp="1"/>
          </p:cNvSpPr>
          <p:nvPr>
            <p:ph type="subTitle" idx="1"/>
          </p:nvPr>
        </p:nvSpPr>
        <p:spPr>
          <a:xfrm>
            <a:off x="2221100" y="1798927"/>
            <a:ext cx="4701600" cy="110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6"/>
          <p:cNvSpPr txBox="1"/>
          <p:nvPr/>
        </p:nvSpPr>
        <p:spPr>
          <a:xfrm>
            <a:off x="1726825" y="3748950"/>
            <a:ext cx="5690400" cy="55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1200">
                <a:solidFill>
                  <a:schemeClr val="dk1"/>
                </a:solidFill>
                <a:latin typeface="Lato"/>
                <a:ea typeface="Lato"/>
                <a:cs typeface="Lato"/>
                <a:sym typeface="Lato"/>
              </a:rPr>
              <a:t>CREDITS: This presentation template was created by </a:t>
            </a:r>
            <a:r>
              <a:rPr lang="en" sz="1200" b="1" u="sng">
                <a:solidFill>
                  <a:schemeClr val="hlink"/>
                </a:solidFill>
                <a:latin typeface="Lato"/>
                <a:ea typeface="Lato"/>
                <a:cs typeface="Lato"/>
                <a:sym typeface="Lato"/>
                <a:hlinkClick r:id="rId2"/>
              </a:rPr>
              <a:t>Slidesgo</a:t>
            </a:r>
            <a:r>
              <a:rPr lang="en" sz="1200" b="1">
                <a:solidFill>
                  <a:schemeClr val="dk1"/>
                </a:solidFill>
                <a:latin typeface="Lato"/>
                <a:ea typeface="Lato"/>
                <a:cs typeface="Lato"/>
                <a:sym typeface="Lato"/>
              </a:rPr>
              <a:t>,</a:t>
            </a:r>
            <a:r>
              <a:rPr lang="en" sz="1200">
                <a:solidFill>
                  <a:schemeClr val="dk1"/>
                </a:solidFill>
                <a:latin typeface="Lato"/>
                <a:ea typeface="Lato"/>
                <a:cs typeface="Lato"/>
                <a:sym typeface="Lato"/>
              </a:rPr>
              <a:t> and includes icons by </a:t>
            </a:r>
            <a:r>
              <a:rPr lang="en" sz="1200" b="1" u="sng">
                <a:solidFill>
                  <a:schemeClr val="dk1"/>
                </a:solid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Lato"/>
                <a:ea typeface="Lato"/>
                <a:cs typeface="Lato"/>
                <a:sym typeface="Lato"/>
              </a:rPr>
              <a:t>, and infographics &amp; images by </a:t>
            </a:r>
            <a:r>
              <a:rPr lang="en" sz="1200" b="1" u="sng">
                <a:solidFill>
                  <a:schemeClr val="dk1"/>
                </a:solid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b="1">
                <a:solidFill>
                  <a:schemeClr val="dk1"/>
                </a:solidFill>
                <a:latin typeface="Lato"/>
                <a:ea typeface="Lato"/>
                <a:cs typeface="Lato"/>
                <a:sym typeface="Lato"/>
              </a:rPr>
              <a:t>  </a:t>
            </a:r>
            <a:r>
              <a:rPr lang="en" sz="1200">
                <a:solidFill>
                  <a:schemeClr val="dk1"/>
                </a:solidFill>
                <a:latin typeface="Lato"/>
                <a:ea typeface="Lato"/>
                <a:cs typeface="Lato"/>
                <a:sym typeface="Lato"/>
              </a:rPr>
              <a:t>and illustrations by</a:t>
            </a:r>
            <a:r>
              <a:rPr lang="en" sz="1200">
                <a:solidFill>
                  <a:schemeClr val="hlink"/>
                </a:solidFill>
                <a:uFill>
                  <a:noFill/>
                </a:uFill>
                <a:latin typeface="Lato"/>
                <a:ea typeface="Lato"/>
                <a:cs typeface="Lato"/>
                <a:sym typeface="Lato"/>
                <a:hlinkClick r:id="rId5"/>
              </a:rPr>
              <a:t> </a:t>
            </a:r>
            <a:r>
              <a:rPr lang="en" sz="1200" b="1" u="sng">
                <a:solidFill>
                  <a:schemeClr val="hlink"/>
                </a:solidFill>
                <a:latin typeface="Lato"/>
                <a:ea typeface="Lato"/>
                <a:cs typeface="Lato"/>
                <a:sym typeface="Lato"/>
                <a:hlinkClick r:id="rId5"/>
              </a:rPr>
              <a:t>Storyset</a:t>
            </a:r>
            <a:endParaRPr sz="1200" b="1">
              <a:solidFill>
                <a:schemeClr val="dk1"/>
              </a:solidFill>
              <a:latin typeface="Lato"/>
              <a:ea typeface="Lato"/>
              <a:cs typeface="Lato"/>
              <a:sym typeface="Lato"/>
            </a:endParaRPr>
          </a:p>
        </p:txBody>
      </p:sp>
      <p:sp>
        <p:nvSpPr>
          <p:cNvPr id="176" name="Google Shape;176;p26"/>
          <p:cNvSpPr/>
          <p:nvPr/>
        </p:nvSpPr>
        <p:spPr>
          <a:xfrm rot="-4071024">
            <a:off x="-1195748" y="3134204"/>
            <a:ext cx="3006043" cy="3425802"/>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rot="-3342087" flipH="1">
            <a:off x="6955031" y="-1062981"/>
            <a:ext cx="3411727" cy="3204965"/>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8"/>
        <p:cNvGrpSpPr/>
        <p:nvPr/>
      </p:nvGrpSpPr>
      <p:grpSpPr>
        <a:xfrm>
          <a:off x="0" y="0"/>
          <a:ext cx="0" cy="0"/>
          <a:chOff x="0" y="0"/>
          <a:chExt cx="0" cy="0"/>
        </a:xfrm>
      </p:grpSpPr>
      <p:sp>
        <p:nvSpPr>
          <p:cNvPr id="179" name="Google Shape;179;p27"/>
          <p:cNvSpPr/>
          <p:nvPr/>
        </p:nvSpPr>
        <p:spPr>
          <a:xfrm rot="4071232" flipH="1">
            <a:off x="6571863" y="2333140"/>
            <a:ext cx="3985094" cy="4541909"/>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7"/>
          <p:cNvSpPr/>
          <p:nvPr/>
        </p:nvSpPr>
        <p:spPr>
          <a:xfrm rot="7929467">
            <a:off x="-1219369" y="-574399"/>
            <a:ext cx="3411800" cy="3204915"/>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1"/>
        <p:cNvGrpSpPr/>
        <p:nvPr/>
      </p:nvGrpSpPr>
      <p:grpSpPr>
        <a:xfrm>
          <a:off x="0" y="0"/>
          <a:ext cx="0" cy="0"/>
          <a:chOff x="0" y="0"/>
          <a:chExt cx="0" cy="0"/>
        </a:xfrm>
      </p:grpSpPr>
      <p:sp>
        <p:nvSpPr>
          <p:cNvPr id="182" name="Google Shape;182;p28"/>
          <p:cNvSpPr/>
          <p:nvPr/>
        </p:nvSpPr>
        <p:spPr>
          <a:xfrm rot="-7589344" flipH="1">
            <a:off x="-1404418" y="3487473"/>
            <a:ext cx="3388646" cy="3216642"/>
          </a:xfrm>
          <a:custGeom>
            <a:avLst/>
            <a:gdLst/>
            <a:ahLst/>
            <a:cxnLst/>
            <a:rect l="l" t="t" r="r" b="b"/>
            <a:pathLst>
              <a:path w="200211" h="176420" extrusionOk="0">
                <a:moveTo>
                  <a:pt x="107100" y="0"/>
                </a:moveTo>
                <a:cubicBezTo>
                  <a:pt x="94422" y="0"/>
                  <a:pt x="79805" y="3230"/>
                  <a:pt x="63112" y="10867"/>
                </a:cubicBezTo>
                <a:cubicBezTo>
                  <a:pt x="63112" y="10867"/>
                  <a:pt x="31523" y="26979"/>
                  <a:pt x="15745" y="51763"/>
                </a:cubicBezTo>
                <a:cubicBezTo>
                  <a:pt x="1" y="76581"/>
                  <a:pt x="1235" y="108470"/>
                  <a:pt x="20382" y="132154"/>
                </a:cubicBezTo>
                <a:cubicBezTo>
                  <a:pt x="39529" y="155838"/>
                  <a:pt x="76155" y="152735"/>
                  <a:pt x="106777" y="167746"/>
                </a:cubicBezTo>
                <a:cubicBezTo>
                  <a:pt x="118232" y="173343"/>
                  <a:pt x="130125" y="176420"/>
                  <a:pt x="141286" y="176420"/>
                </a:cubicBezTo>
                <a:cubicBezTo>
                  <a:pt x="159994" y="176420"/>
                  <a:pt x="176645" y="167776"/>
                  <a:pt x="185733" y="147865"/>
                </a:cubicBezTo>
                <a:cubicBezTo>
                  <a:pt x="200210" y="116076"/>
                  <a:pt x="178361" y="104201"/>
                  <a:pt x="174625" y="67408"/>
                </a:cubicBezTo>
                <a:cubicBezTo>
                  <a:pt x="171700" y="38849"/>
                  <a:pt x="151068" y="0"/>
                  <a:pt x="107100"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8"/>
          <p:cNvSpPr/>
          <p:nvPr/>
        </p:nvSpPr>
        <p:spPr>
          <a:xfrm flipH="1">
            <a:off x="7174634" y="-1414025"/>
            <a:ext cx="3607067" cy="2984244"/>
          </a:xfrm>
          <a:custGeom>
            <a:avLst/>
            <a:gdLst/>
            <a:ahLst/>
            <a:cxnLst/>
            <a:rect l="l" t="t" r="r" b="b"/>
            <a:pathLst>
              <a:path w="204947" h="179855" extrusionOk="0">
                <a:moveTo>
                  <a:pt x="121801" y="1"/>
                </a:moveTo>
                <a:cubicBezTo>
                  <a:pt x="75434" y="1"/>
                  <a:pt x="56533" y="36956"/>
                  <a:pt x="40796" y="46620"/>
                </a:cubicBezTo>
                <a:cubicBezTo>
                  <a:pt x="24751" y="56527"/>
                  <a:pt x="0" y="73406"/>
                  <a:pt x="1668" y="108831"/>
                </a:cubicBezTo>
                <a:cubicBezTo>
                  <a:pt x="3302" y="144257"/>
                  <a:pt x="28854" y="177647"/>
                  <a:pt x="78323" y="179715"/>
                </a:cubicBezTo>
                <a:cubicBezTo>
                  <a:pt x="80528" y="179809"/>
                  <a:pt x="82641" y="179854"/>
                  <a:pt x="84668" y="179854"/>
                </a:cubicBezTo>
                <a:cubicBezTo>
                  <a:pt x="128101" y="179854"/>
                  <a:pt x="132291" y="159135"/>
                  <a:pt x="158647" y="151295"/>
                </a:cubicBezTo>
                <a:cubicBezTo>
                  <a:pt x="176926" y="145858"/>
                  <a:pt x="189936" y="127411"/>
                  <a:pt x="196274" y="110399"/>
                </a:cubicBezTo>
                <a:cubicBezTo>
                  <a:pt x="204946" y="87183"/>
                  <a:pt x="204513" y="57028"/>
                  <a:pt x="191604" y="35079"/>
                </a:cubicBezTo>
                <a:cubicBezTo>
                  <a:pt x="190936" y="33978"/>
                  <a:pt x="190236" y="32877"/>
                  <a:pt x="189502" y="31810"/>
                </a:cubicBezTo>
                <a:cubicBezTo>
                  <a:pt x="179828" y="17466"/>
                  <a:pt x="163217" y="7692"/>
                  <a:pt x="146838" y="3289"/>
                </a:cubicBezTo>
                <a:cubicBezTo>
                  <a:pt x="139666" y="1354"/>
                  <a:pt x="132295" y="287"/>
                  <a:pt x="124856" y="54"/>
                </a:cubicBezTo>
                <a:cubicBezTo>
                  <a:pt x="123825" y="18"/>
                  <a:pt x="122807" y="1"/>
                  <a:pt x="121801" y="1"/>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1pPr>
            <a:lvl2pPr lvl="1"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2pPr>
            <a:lvl3pPr lvl="2"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3pPr>
            <a:lvl4pPr lvl="3"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4pPr>
            <a:lvl5pPr lvl="4"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5pPr>
            <a:lvl6pPr lvl="5"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6pPr>
            <a:lvl7pPr lvl="6"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7pPr>
            <a:lvl8pPr lvl="7"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8pPr>
            <a:lvl9pPr lvl="8" rtl="0">
              <a:spcBef>
                <a:spcPts val="0"/>
              </a:spcBef>
              <a:spcAft>
                <a:spcPts val="0"/>
              </a:spcAft>
              <a:buClr>
                <a:schemeClr val="dk1"/>
              </a:buClr>
              <a:buSzPts val="3000"/>
              <a:buFont typeface="Arbutus Slab"/>
              <a:buNone/>
              <a:defRPr sz="3000" b="1">
                <a:solidFill>
                  <a:schemeClr val="dk1"/>
                </a:solidFill>
                <a:latin typeface="Arbutus Slab"/>
                <a:ea typeface="Arbutus Slab"/>
                <a:cs typeface="Arbutus Slab"/>
                <a:sym typeface="Arbutus Slab"/>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9.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hyperlink" Target="https://docs.google.com/spreadsheets/d/1tqxzxghM2rIZAHtOo4Aprhp_Tvfkw4V3pXWhT245yqg/copy#gid=0"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ctrTitle"/>
          </p:nvPr>
        </p:nvSpPr>
        <p:spPr>
          <a:xfrm>
            <a:off x="713225" y="1105549"/>
            <a:ext cx="4977900" cy="269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to Write a Plot Twist Workshop</a:t>
            </a:r>
            <a:endParaRPr/>
          </a:p>
        </p:txBody>
      </p:sp>
      <p:sp>
        <p:nvSpPr>
          <p:cNvPr id="195" name="Google Shape;195;p32"/>
          <p:cNvSpPr txBox="1">
            <a:spLocks noGrp="1"/>
          </p:cNvSpPr>
          <p:nvPr>
            <p:ph type="subTitle" idx="1"/>
          </p:nvPr>
        </p:nvSpPr>
        <p:spPr>
          <a:xfrm>
            <a:off x="713225" y="3848531"/>
            <a:ext cx="41181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
        <p:nvSpPr>
          <p:cNvPr id="196" name="Google Shape;196;p32"/>
          <p:cNvSpPr/>
          <p:nvPr/>
        </p:nvSpPr>
        <p:spPr>
          <a:xfrm>
            <a:off x="6182566" y="2398518"/>
            <a:ext cx="2219879" cy="2014312"/>
          </a:xfrm>
          <a:custGeom>
            <a:avLst/>
            <a:gdLst/>
            <a:ahLst/>
            <a:cxnLst/>
            <a:rect l="l" t="t" r="r" b="b"/>
            <a:pathLst>
              <a:path w="111314" h="101006" extrusionOk="0">
                <a:moveTo>
                  <a:pt x="3670" y="0"/>
                </a:moveTo>
                <a:cubicBezTo>
                  <a:pt x="1635" y="0"/>
                  <a:pt x="1" y="1635"/>
                  <a:pt x="1" y="3669"/>
                </a:cubicBezTo>
                <a:lnTo>
                  <a:pt x="1" y="97336"/>
                </a:lnTo>
                <a:cubicBezTo>
                  <a:pt x="1" y="99371"/>
                  <a:pt x="1635" y="101006"/>
                  <a:pt x="3670" y="101006"/>
                </a:cubicBezTo>
                <a:lnTo>
                  <a:pt x="107644" y="101006"/>
                </a:lnTo>
                <a:cubicBezTo>
                  <a:pt x="109645" y="101006"/>
                  <a:pt x="111313" y="99371"/>
                  <a:pt x="111313" y="97336"/>
                </a:cubicBezTo>
                <a:lnTo>
                  <a:pt x="111313" y="3669"/>
                </a:lnTo>
                <a:cubicBezTo>
                  <a:pt x="111313" y="1635"/>
                  <a:pt x="109645" y="0"/>
                  <a:pt x="107644"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2"/>
          <p:cNvSpPr/>
          <p:nvPr/>
        </p:nvSpPr>
        <p:spPr>
          <a:xfrm>
            <a:off x="6182566" y="3502159"/>
            <a:ext cx="2219879" cy="910714"/>
          </a:xfrm>
          <a:custGeom>
            <a:avLst/>
            <a:gdLst/>
            <a:ahLst/>
            <a:cxnLst/>
            <a:rect l="l" t="t" r="r" b="b"/>
            <a:pathLst>
              <a:path w="111314" h="45667" extrusionOk="0">
                <a:moveTo>
                  <a:pt x="1" y="1"/>
                </a:moveTo>
                <a:lnTo>
                  <a:pt x="1" y="3403"/>
                </a:lnTo>
                <a:lnTo>
                  <a:pt x="106176" y="3403"/>
                </a:lnTo>
                <a:cubicBezTo>
                  <a:pt x="107744" y="3403"/>
                  <a:pt x="109012" y="4671"/>
                  <a:pt x="109012" y="6238"/>
                </a:cubicBezTo>
                <a:lnTo>
                  <a:pt x="109012" y="39396"/>
                </a:lnTo>
                <a:cubicBezTo>
                  <a:pt x="109012" y="41630"/>
                  <a:pt x="107177" y="43465"/>
                  <a:pt x="104942" y="43465"/>
                </a:cubicBezTo>
                <a:lnTo>
                  <a:pt x="4304" y="43465"/>
                </a:lnTo>
                <a:cubicBezTo>
                  <a:pt x="2035" y="43465"/>
                  <a:pt x="234" y="41630"/>
                  <a:pt x="234" y="39396"/>
                </a:cubicBezTo>
                <a:lnTo>
                  <a:pt x="234" y="33758"/>
                </a:lnTo>
                <a:lnTo>
                  <a:pt x="1" y="33758"/>
                </a:lnTo>
                <a:lnTo>
                  <a:pt x="1" y="42097"/>
                </a:lnTo>
                <a:cubicBezTo>
                  <a:pt x="1" y="44066"/>
                  <a:pt x="1602" y="45667"/>
                  <a:pt x="3570" y="45667"/>
                </a:cubicBezTo>
                <a:lnTo>
                  <a:pt x="107744" y="45667"/>
                </a:lnTo>
                <a:cubicBezTo>
                  <a:pt x="109712" y="45667"/>
                  <a:pt x="111313" y="44066"/>
                  <a:pt x="111313" y="42097"/>
                </a:cubicBezTo>
                <a:lnTo>
                  <a:pt x="111313" y="1"/>
                </a:ln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2"/>
          <p:cNvSpPr/>
          <p:nvPr/>
        </p:nvSpPr>
        <p:spPr>
          <a:xfrm>
            <a:off x="6182566" y="2398518"/>
            <a:ext cx="2219879" cy="2014312"/>
          </a:xfrm>
          <a:custGeom>
            <a:avLst/>
            <a:gdLst/>
            <a:ahLst/>
            <a:cxnLst/>
            <a:rect l="l" t="t" r="r" b="b"/>
            <a:pathLst>
              <a:path w="111314" h="101006" fill="none" extrusionOk="0">
                <a:moveTo>
                  <a:pt x="3670" y="0"/>
                </a:moveTo>
                <a:lnTo>
                  <a:pt x="107644" y="0"/>
                </a:lnTo>
                <a:cubicBezTo>
                  <a:pt x="109645" y="0"/>
                  <a:pt x="111313" y="1635"/>
                  <a:pt x="111313" y="3669"/>
                </a:cubicBezTo>
                <a:lnTo>
                  <a:pt x="111313" y="97336"/>
                </a:lnTo>
                <a:cubicBezTo>
                  <a:pt x="111313" y="99371"/>
                  <a:pt x="109645" y="101006"/>
                  <a:pt x="107644" y="101006"/>
                </a:cubicBezTo>
                <a:lnTo>
                  <a:pt x="3670" y="101006"/>
                </a:lnTo>
                <a:cubicBezTo>
                  <a:pt x="1635" y="101006"/>
                  <a:pt x="1" y="99371"/>
                  <a:pt x="1" y="97336"/>
                </a:cubicBezTo>
                <a:lnTo>
                  <a:pt x="1" y="3669"/>
                </a:lnTo>
                <a:cubicBezTo>
                  <a:pt x="1" y="1635"/>
                  <a:pt x="1635" y="0"/>
                  <a:pt x="3670" y="0"/>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2"/>
          <p:cNvSpPr/>
          <p:nvPr/>
        </p:nvSpPr>
        <p:spPr>
          <a:xfrm>
            <a:off x="6304300" y="3609275"/>
            <a:ext cx="1975743" cy="720463"/>
          </a:xfrm>
          <a:custGeom>
            <a:avLst/>
            <a:gdLst/>
            <a:ahLst/>
            <a:cxnLst/>
            <a:rect l="l" t="t" r="r" b="b"/>
            <a:pathLst>
              <a:path w="99072" h="36127" extrusionOk="0">
                <a:moveTo>
                  <a:pt x="5371" y="0"/>
                </a:moveTo>
                <a:cubicBezTo>
                  <a:pt x="4371" y="0"/>
                  <a:pt x="3603" y="801"/>
                  <a:pt x="3603" y="1801"/>
                </a:cubicBezTo>
                <a:lnTo>
                  <a:pt x="3603" y="6605"/>
                </a:lnTo>
                <a:cubicBezTo>
                  <a:pt x="3603" y="7606"/>
                  <a:pt x="2803" y="8406"/>
                  <a:pt x="1802" y="8406"/>
                </a:cubicBezTo>
                <a:cubicBezTo>
                  <a:pt x="801" y="8406"/>
                  <a:pt x="1" y="9207"/>
                  <a:pt x="1" y="10174"/>
                </a:cubicBezTo>
                <a:lnTo>
                  <a:pt x="1" y="19714"/>
                </a:lnTo>
                <a:cubicBezTo>
                  <a:pt x="1" y="24284"/>
                  <a:pt x="3704" y="27987"/>
                  <a:pt x="8307" y="27987"/>
                </a:cubicBezTo>
                <a:cubicBezTo>
                  <a:pt x="9041" y="27987"/>
                  <a:pt x="9608" y="28587"/>
                  <a:pt x="9608" y="29321"/>
                </a:cubicBezTo>
                <a:lnTo>
                  <a:pt x="9608" y="32157"/>
                </a:lnTo>
                <a:cubicBezTo>
                  <a:pt x="9608" y="34358"/>
                  <a:pt x="11409" y="36126"/>
                  <a:pt x="13577" y="36126"/>
                </a:cubicBezTo>
                <a:lnTo>
                  <a:pt x="85495" y="36126"/>
                </a:lnTo>
                <a:cubicBezTo>
                  <a:pt x="87697" y="36126"/>
                  <a:pt x="89465" y="34358"/>
                  <a:pt x="89465" y="32157"/>
                </a:cubicBezTo>
                <a:lnTo>
                  <a:pt x="89465" y="29321"/>
                </a:lnTo>
                <a:cubicBezTo>
                  <a:pt x="89465" y="28587"/>
                  <a:pt x="90065" y="27987"/>
                  <a:pt x="90799" y="27987"/>
                </a:cubicBezTo>
                <a:cubicBezTo>
                  <a:pt x="95369" y="27987"/>
                  <a:pt x="99072" y="24284"/>
                  <a:pt x="99072" y="19714"/>
                </a:cubicBezTo>
                <a:lnTo>
                  <a:pt x="99072" y="10174"/>
                </a:lnTo>
                <a:cubicBezTo>
                  <a:pt x="99072" y="9207"/>
                  <a:pt x="98271" y="8406"/>
                  <a:pt x="97304" y="8406"/>
                </a:cubicBezTo>
                <a:cubicBezTo>
                  <a:pt x="96303" y="8406"/>
                  <a:pt x="95502" y="7606"/>
                  <a:pt x="95502" y="6605"/>
                </a:cubicBezTo>
                <a:lnTo>
                  <a:pt x="95502" y="1801"/>
                </a:lnTo>
                <a:cubicBezTo>
                  <a:pt x="95502" y="801"/>
                  <a:pt x="94702" y="0"/>
                  <a:pt x="93734"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2"/>
          <p:cNvSpPr/>
          <p:nvPr/>
        </p:nvSpPr>
        <p:spPr>
          <a:xfrm>
            <a:off x="6420729" y="3663820"/>
            <a:ext cx="118419" cy="118439"/>
          </a:xfrm>
          <a:custGeom>
            <a:avLst/>
            <a:gdLst/>
            <a:ahLst/>
            <a:cxnLst/>
            <a:rect l="l" t="t" r="r" b="b"/>
            <a:pathLst>
              <a:path w="5938" h="5939" extrusionOk="0">
                <a:moveTo>
                  <a:pt x="1435" y="0"/>
                </a:moveTo>
                <a:cubicBezTo>
                  <a:pt x="634" y="0"/>
                  <a:pt x="0" y="634"/>
                  <a:pt x="0" y="1435"/>
                </a:cubicBezTo>
                <a:lnTo>
                  <a:pt x="0" y="2202"/>
                </a:lnTo>
                <a:cubicBezTo>
                  <a:pt x="0" y="3870"/>
                  <a:pt x="1335" y="5938"/>
                  <a:pt x="2969" y="5938"/>
                </a:cubicBezTo>
                <a:cubicBezTo>
                  <a:pt x="4604" y="5938"/>
                  <a:pt x="5938" y="3870"/>
                  <a:pt x="5938" y="2202"/>
                </a:cubicBezTo>
                <a:lnTo>
                  <a:pt x="5938" y="1435"/>
                </a:lnTo>
                <a:cubicBezTo>
                  <a:pt x="5938" y="634"/>
                  <a:pt x="5304"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2"/>
          <p:cNvSpPr/>
          <p:nvPr/>
        </p:nvSpPr>
        <p:spPr>
          <a:xfrm>
            <a:off x="6568409" y="3663820"/>
            <a:ext cx="118439" cy="118439"/>
          </a:xfrm>
          <a:custGeom>
            <a:avLst/>
            <a:gdLst/>
            <a:ahLst/>
            <a:cxnLst/>
            <a:rect l="l" t="t" r="r" b="b"/>
            <a:pathLst>
              <a:path w="5939" h="5939" extrusionOk="0">
                <a:moveTo>
                  <a:pt x="1402" y="0"/>
                </a:moveTo>
                <a:cubicBezTo>
                  <a:pt x="634" y="0"/>
                  <a:pt x="1" y="634"/>
                  <a:pt x="1" y="1435"/>
                </a:cubicBezTo>
                <a:lnTo>
                  <a:pt x="1" y="2202"/>
                </a:lnTo>
                <a:cubicBezTo>
                  <a:pt x="1" y="3870"/>
                  <a:pt x="1302" y="5938"/>
                  <a:pt x="2969" y="5938"/>
                </a:cubicBezTo>
                <a:cubicBezTo>
                  <a:pt x="4604" y="5938"/>
                  <a:pt x="5938" y="3870"/>
                  <a:pt x="5938" y="2202"/>
                </a:cubicBezTo>
                <a:lnTo>
                  <a:pt x="5938" y="1435"/>
                </a:lnTo>
                <a:cubicBezTo>
                  <a:pt x="5938" y="634"/>
                  <a:pt x="5304"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2"/>
          <p:cNvSpPr/>
          <p:nvPr/>
        </p:nvSpPr>
        <p:spPr>
          <a:xfrm>
            <a:off x="6716089" y="3663820"/>
            <a:ext cx="118439" cy="118439"/>
          </a:xfrm>
          <a:custGeom>
            <a:avLst/>
            <a:gdLst/>
            <a:ahLst/>
            <a:cxnLst/>
            <a:rect l="l" t="t" r="r" b="b"/>
            <a:pathLst>
              <a:path w="5939" h="5939" extrusionOk="0">
                <a:moveTo>
                  <a:pt x="1435" y="0"/>
                </a:moveTo>
                <a:cubicBezTo>
                  <a:pt x="635" y="0"/>
                  <a:pt x="1" y="634"/>
                  <a:pt x="1" y="1435"/>
                </a:cubicBezTo>
                <a:lnTo>
                  <a:pt x="1" y="2202"/>
                </a:lnTo>
                <a:cubicBezTo>
                  <a:pt x="1" y="3870"/>
                  <a:pt x="1335" y="5938"/>
                  <a:pt x="2970" y="5938"/>
                </a:cubicBezTo>
                <a:cubicBezTo>
                  <a:pt x="4604" y="5938"/>
                  <a:pt x="5939" y="3870"/>
                  <a:pt x="5939" y="2202"/>
                </a:cubicBezTo>
                <a:lnTo>
                  <a:pt x="5939" y="1435"/>
                </a:lnTo>
                <a:cubicBezTo>
                  <a:pt x="5939" y="634"/>
                  <a:pt x="5305" y="0"/>
                  <a:pt x="453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2"/>
          <p:cNvSpPr/>
          <p:nvPr/>
        </p:nvSpPr>
        <p:spPr>
          <a:xfrm>
            <a:off x="6863789" y="3663820"/>
            <a:ext cx="118419" cy="118439"/>
          </a:xfrm>
          <a:custGeom>
            <a:avLst/>
            <a:gdLst/>
            <a:ahLst/>
            <a:cxnLst/>
            <a:rect l="l" t="t" r="r" b="b"/>
            <a:pathLst>
              <a:path w="5938" h="5939" extrusionOk="0">
                <a:moveTo>
                  <a:pt x="1435" y="0"/>
                </a:moveTo>
                <a:cubicBezTo>
                  <a:pt x="634" y="0"/>
                  <a:pt x="0" y="634"/>
                  <a:pt x="0" y="1435"/>
                </a:cubicBezTo>
                <a:lnTo>
                  <a:pt x="0" y="2202"/>
                </a:lnTo>
                <a:cubicBezTo>
                  <a:pt x="0" y="3870"/>
                  <a:pt x="1335"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2"/>
          <p:cNvSpPr/>
          <p:nvPr/>
        </p:nvSpPr>
        <p:spPr>
          <a:xfrm>
            <a:off x="7011469" y="3663820"/>
            <a:ext cx="118439" cy="118439"/>
          </a:xfrm>
          <a:custGeom>
            <a:avLst/>
            <a:gdLst/>
            <a:ahLst/>
            <a:cxnLst/>
            <a:rect l="l" t="t" r="r" b="b"/>
            <a:pathLst>
              <a:path w="5939" h="5939" extrusionOk="0">
                <a:moveTo>
                  <a:pt x="1435" y="0"/>
                </a:moveTo>
                <a:cubicBezTo>
                  <a:pt x="634" y="0"/>
                  <a:pt x="1" y="634"/>
                  <a:pt x="1" y="1435"/>
                </a:cubicBezTo>
                <a:lnTo>
                  <a:pt x="1" y="2202"/>
                </a:lnTo>
                <a:cubicBezTo>
                  <a:pt x="1" y="3870"/>
                  <a:pt x="1335"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2"/>
          <p:cNvSpPr/>
          <p:nvPr/>
        </p:nvSpPr>
        <p:spPr>
          <a:xfrm>
            <a:off x="7159149" y="3663820"/>
            <a:ext cx="118439" cy="118439"/>
          </a:xfrm>
          <a:custGeom>
            <a:avLst/>
            <a:gdLst/>
            <a:ahLst/>
            <a:cxnLst/>
            <a:rect l="l" t="t" r="r" b="b"/>
            <a:pathLst>
              <a:path w="5939" h="5939" extrusionOk="0">
                <a:moveTo>
                  <a:pt x="1435" y="0"/>
                </a:moveTo>
                <a:cubicBezTo>
                  <a:pt x="635" y="0"/>
                  <a:pt x="1" y="634"/>
                  <a:pt x="1" y="1435"/>
                </a:cubicBezTo>
                <a:lnTo>
                  <a:pt x="1" y="2202"/>
                </a:lnTo>
                <a:cubicBezTo>
                  <a:pt x="1" y="3870"/>
                  <a:pt x="1335" y="5938"/>
                  <a:pt x="2970" y="5938"/>
                </a:cubicBezTo>
                <a:cubicBezTo>
                  <a:pt x="4637" y="5938"/>
                  <a:pt x="5938" y="3870"/>
                  <a:pt x="5938" y="2202"/>
                </a:cubicBezTo>
                <a:lnTo>
                  <a:pt x="5938" y="1435"/>
                </a:lnTo>
                <a:cubicBezTo>
                  <a:pt x="5938" y="634"/>
                  <a:pt x="5305"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2"/>
          <p:cNvSpPr/>
          <p:nvPr/>
        </p:nvSpPr>
        <p:spPr>
          <a:xfrm>
            <a:off x="7306850" y="3663820"/>
            <a:ext cx="118419" cy="118439"/>
          </a:xfrm>
          <a:custGeom>
            <a:avLst/>
            <a:gdLst/>
            <a:ahLst/>
            <a:cxnLst/>
            <a:rect l="l" t="t" r="r" b="b"/>
            <a:pathLst>
              <a:path w="5938" h="5939" extrusionOk="0">
                <a:moveTo>
                  <a:pt x="1434" y="0"/>
                </a:moveTo>
                <a:cubicBezTo>
                  <a:pt x="634" y="0"/>
                  <a:pt x="0" y="634"/>
                  <a:pt x="0" y="1435"/>
                </a:cubicBezTo>
                <a:lnTo>
                  <a:pt x="0" y="2202"/>
                </a:lnTo>
                <a:cubicBezTo>
                  <a:pt x="0" y="3870"/>
                  <a:pt x="1334" y="5938"/>
                  <a:pt x="2969" y="5938"/>
                </a:cubicBezTo>
                <a:cubicBezTo>
                  <a:pt x="4603"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2"/>
          <p:cNvSpPr/>
          <p:nvPr/>
        </p:nvSpPr>
        <p:spPr>
          <a:xfrm>
            <a:off x="7454530" y="3663820"/>
            <a:ext cx="118419" cy="118439"/>
          </a:xfrm>
          <a:custGeom>
            <a:avLst/>
            <a:gdLst/>
            <a:ahLst/>
            <a:cxnLst/>
            <a:rect l="l" t="t" r="r" b="b"/>
            <a:pathLst>
              <a:path w="5938" h="5939" extrusionOk="0">
                <a:moveTo>
                  <a:pt x="1435" y="0"/>
                </a:moveTo>
                <a:cubicBezTo>
                  <a:pt x="634" y="0"/>
                  <a:pt x="0" y="634"/>
                  <a:pt x="0" y="1435"/>
                </a:cubicBezTo>
                <a:lnTo>
                  <a:pt x="0" y="2202"/>
                </a:lnTo>
                <a:cubicBezTo>
                  <a:pt x="0" y="3870"/>
                  <a:pt x="1335"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2"/>
          <p:cNvSpPr/>
          <p:nvPr/>
        </p:nvSpPr>
        <p:spPr>
          <a:xfrm>
            <a:off x="7602888" y="3663820"/>
            <a:ext cx="118419" cy="118439"/>
          </a:xfrm>
          <a:custGeom>
            <a:avLst/>
            <a:gdLst/>
            <a:ahLst/>
            <a:cxnLst/>
            <a:rect l="l" t="t" r="r" b="b"/>
            <a:pathLst>
              <a:path w="5938" h="5939" extrusionOk="0">
                <a:moveTo>
                  <a:pt x="1434" y="0"/>
                </a:moveTo>
                <a:cubicBezTo>
                  <a:pt x="634" y="0"/>
                  <a:pt x="0" y="634"/>
                  <a:pt x="0" y="1435"/>
                </a:cubicBezTo>
                <a:lnTo>
                  <a:pt x="0" y="2202"/>
                </a:lnTo>
                <a:cubicBezTo>
                  <a:pt x="0" y="3870"/>
                  <a:pt x="1334" y="5938"/>
                  <a:pt x="2969" y="5938"/>
                </a:cubicBezTo>
                <a:cubicBezTo>
                  <a:pt x="4603" y="5938"/>
                  <a:pt x="5938" y="3870"/>
                  <a:pt x="5938" y="2202"/>
                </a:cubicBezTo>
                <a:lnTo>
                  <a:pt x="5938" y="1435"/>
                </a:lnTo>
                <a:cubicBezTo>
                  <a:pt x="5938" y="634"/>
                  <a:pt x="5270" y="0"/>
                  <a:pt x="4503"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2"/>
          <p:cNvSpPr/>
          <p:nvPr/>
        </p:nvSpPr>
        <p:spPr>
          <a:xfrm>
            <a:off x="7749890" y="3663820"/>
            <a:ext cx="118439" cy="118439"/>
          </a:xfrm>
          <a:custGeom>
            <a:avLst/>
            <a:gdLst/>
            <a:ahLst/>
            <a:cxnLst/>
            <a:rect l="l" t="t" r="r" b="b"/>
            <a:pathLst>
              <a:path w="5939" h="5939" extrusionOk="0">
                <a:moveTo>
                  <a:pt x="1435" y="0"/>
                </a:moveTo>
                <a:cubicBezTo>
                  <a:pt x="635" y="0"/>
                  <a:pt x="1" y="634"/>
                  <a:pt x="1" y="1435"/>
                </a:cubicBezTo>
                <a:lnTo>
                  <a:pt x="1" y="2202"/>
                </a:lnTo>
                <a:cubicBezTo>
                  <a:pt x="1" y="3870"/>
                  <a:pt x="1335" y="5938"/>
                  <a:pt x="2970" y="5938"/>
                </a:cubicBezTo>
                <a:cubicBezTo>
                  <a:pt x="4638" y="5938"/>
                  <a:pt x="5939" y="3870"/>
                  <a:pt x="5939" y="2202"/>
                </a:cubicBezTo>
                <a:lnTo>
                  <a:pt x="5939" y="1435"/>
                </a:lnTo>
                <a:cubicBezTo>
                  <a:pt x="5939" y="634"/>
                  <a:pt x="5305" y="0"/>
                  <a:pt x="453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2"/>
          <p:cNvSpPr/>
          <p:nvPr/>
        </p:nvSpPr>
        <p:spPr>
          <a:xfrm>
            <a:off x="7897590" y="3663820"/>
            <a:ext cx="118419" cy="118439"/>
          </a:xfrm>
          <a:custGeom>
            <a:avLst/>
            <a:gdLst/>
            <a:ahLst/>
            <a:cxnLst/>
            <a:rect l="l" t="t" r="r" b="b"/>
            <a:pathLst>
              <a:path w="5938" h="5939" extrusionOk="0">
                <a:moveTo>
                  <a:pt x="1435" y="0"/>
                </a:moveTo>
                <a:cubicBezTo>
                  <a:pt x="667" y="0"/>
                  <a:pt x="0" y="634"/>
                  <a:pt x="0" y="1435"/>
                </a:cubicBezTo>
                <a:lnTo>
                  <a:pt x="0" y="2202"/>
                </a:lnTo>
                <a:cubicBezTo>
                  <a:pt x="0" y="3870"/>
                  <a:pt x="1335" y="5938"/>
                  <a:pt x="2969" y="5938"/>
                </a:cubicBezTo>
                <a:cubicBezTo>
                  <a:pt x="4604"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2"/>
          <p:cNvSpPr/>
          <p:nvPr/>
        </p:nvSpPr>
        <p:spPr>
          <a:xfrm>
            <a:off x="8045270" y="3663820"/>
            <a:ext cx="119097" cy="118439"/>
          </a:xfrm>
          <a:custGeom>
            <a:avLst/>
            <a:gdLst/>
            <a:ahLst/>
            <a:cxnLst/>
            <a:rect l="l" t="t" r="r" b="b"/>
            <a:pathLst>
              <a:path w="5972" h="5939" extrusionOk="0">
                <a:moveTo>
                  <a:pt x="1435" y="0"/>
                </a:moveTo>
                <a:cubicBezTo>
                  <a:pt x="668" y="0"/>
                  <a:pt x="1" y="634"/>
                  <a:pt x="1" y="1435"/>
                </a:cubicBezTo>
                <a:lnTo>
                  <a:pt x="1" y="2202"/>
                </a:lnTo>
                <a:cubicBezTo>
                  <a:pt x="1" y="3870"/>
                  <a:pt x="1335" y="5938"/>
                  <a:pt x="3003" y="5938"/>
                </a:cubicBezTo>
                <a:cubicBezTo>
                  <a:pt x="4671" y="5938"/>
                  <a:pt x="5971" y="3870"/>
                  <a:pt x="5971" y="2202"/>
                </a:cubicBezTo>
                <a:lnTo>
                  <a:pt x="5971" y="1435"/>
                </a:lnTo>
                <a:cubicBezTo>
                  <a:pt x="5971" y="634"/>
                  <a:pt x="5338"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2"/>
          <p:cNvSpPr/>
          <p:nvPr/>
        </p:nvSpPr>
        <p:spPr>
          <a:xfrm>
            <a:off x="6420729" y="3976491"/>
            <a:ext cx="118419" cy="119097"/>
          </a:xfrm>
          <a:custGeom>
            <a:avLst/>
            <a:gdLst/>
            <a:ahLst/>
            <a:cxnLst/>
            <a:rect l="l" t="t" r="r" b="b"/>
            <a:pathLst>
              <a:path w="5938" h="5972" extrusionOk="0">
                <a:moveTo>
                  <a:pt x="1435" y="0"/>
                </a:moveTo>
                <a:cubicBezTo>
                  <a:pt x="634" y="0"/>
                  <a:pt x="0" y="668"/>
                  <a:pt x="0" y="1435"/>
                </a:cubicBezTo>
                <a:lnTo>
                  <a:pt x="0" y="2235"/>
                </a:lnTo>
                <a:cubicBezTo>
                  <a:pt x="0" y="3870"/>
                  <a:pt x="1335" y="5971"/>
                  <a:pt x="2969" y="5971"/>
                </a:cubicBezTo>
                <a:cubicBezTo>
                  <a:pt x="4604" y="5971"/>
                  <a:pt x="5938" y="3870"/>
                  <a:pt x="5938" y="2235"/>
                </a:cubicBezTo>
                <a:lnTo>
                  <a:pt x="5938" y="1435"/>
                </a:lnTo>
                <a:cubicBezTo>
                  <a:pt x="5938" y="634"/>
                  <a:pt x="5304"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2"/>
          <p:cNvSpPr/>
          <p:nvPr/>
        </p:nvSpPr>
        <p:spPr>
          <a:xfrm>
            <a:off x="6568409" y="3976491"/>
            <a:ext cx="118439" cy="119097"/>
          </a:xfrm>
          <a:custGeom>
            <a:avLst/>
            <a:gdLst/>
            <a:ahLst/>
            <a:cxnLst/>
            <a:rect l="l" t="t" r="r" b="b"/>
            <a:pathLst>
              <a:path w="5939" h="5972" extrusionOk="0">
                <a:moveTo>
                  <a:pt x="1402" y="0"/>
                </a:moveTo>
                <a:cubicBezTo>
                  <a:pt x="634" y="0"/>
                  <a:pt x="1" y="634"/>
                  <a:pt x="1" y="1435"/>
                </a:cubicBezTo>
                <a:lnTo>
                  <a:pt x="1" y="2235"/>
                </a:lnTo>
                <a:cubicBezTo>
                  <a:pt x="1" y="3870"/>
                  <a:pt x="1302" y="5971"/>
                  <a:pt x="2969" y="5971"/>
                </a:cubicBezTo>
                <a:cubicBezTo>
                  <a:pt x="4604" y="5971"/>
                  <a:pt x="5938" y="3870"/>
                  <a:pt x="5938" y="2235"/>
                </a:cubicBezTo>
                <a:lnTo>
                  <a:pt x="5938" y="1435"/>
                </a:lnTo>
                <a:cubicBezTo>
                  <a:pt x="5938" y="668"/>
                  <a:pt x="5304"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2"/>
          <p:cNvSpPr/>
          <p:nvPr/>
        </p:nvSpPr>
        <p:spPr>
          <a:xfrm>
            <a:off x="6716089" y="3976491"/>
            <a:ext cx="118439" cy="119097"/>
          </a:xfrm>
          <a:custGeom>
            <a:avLst/>
            <a:gdLst/>
            <a:ahLst/>
            <a:cxnLst/>
            <a:rect l="l" t="t" r="r" b="b"/>
            <a:pathLst>
              <a:path w="5939" h="5972" extrusionOk="0">
                <a:moveTo>
                  <a:pt x="1435" y="0"/>
                </a:moveTo>
                <a:cubicBezTo>
                  <a:pt x="635" y="0"/>
                  <a:pt x="1" y="668"/>
                  <a:pt x="1" y="1435"/>
                </a:cubicBezTo>
                <a:lnTo>
                  <a:pt x="1" y="2235"/>
                </a:lnTo>
                <a:cubicBezTo>
                  <a:pt x="1" y="3870"/>
                  <a:pt x="1335" y="5971"/>
                  <a:pt x="2970" y="5971"/>
                </a:cubicBezTo>
                <a:cubicBezTo>
                  <a:pt x="4604" y="5971"/>
                  <a:pt x="5939" y="3870"/>
                  <a:pt x="5939" y="2235"/>
                </a:cubicBezTo>
                <a:lnTo>
                  <a:pt x="5939" y="1435"/>
                </a:lnTo>
                <a:cubicBezTo>
                  <a:pt x="5939" y="668"/>
                  <a:pt x="5305" y="0"/>
                  <a:pt x="453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2"/>
          <p:cNvSpPr/>
          <p:nvPr/>
        </p:nvSpPr>
        <p:spPr>
          <a:xfrm>
            <a:off x="6863789" y="3976491"/>
            <a:ext cx="118419" cy="119097"/>
          </a:xfrm>
          <a:custGeom>
            <a:avLst/>
            <a:gdLst/>
            <a:ahLst/>
            <a:cxnLst/>
            <a:rect l="l" t="t" r="r" b="b"/>
            <a:pathLst>
              <a:path w="5938" h="5972" extrusionOk="0">
                <a:moveTo>
                  <a:pt x="1435" y="0"/>
                </a:moveTo>
                <a:cubicBezTo>
                  <a:pt x="634" y="0"/>
                  <a:pt x="0" y="668"/>
                  <a:pt x="0" y="1435"/>
                </a:cubicBezTo>
                <a:lnTo>
                  <a:pt x="0" y="2235"/>
                </a:lnTo>
                <a:cubicBezTo>
                  <a:pt x="0" y="3870"/>
                  <a:pt x="1335" y="5971"/>
                  <a:pt x="2969" y="5971"/>
                </a:cubicBezTo>
                <a:cubicBezTo>
                  <a:pt x="4637" y="5971"/>
                  <a:pt x="5938" y="3870"/>
                  <a:pt x="5938" y="2235"/>
                </a:cubicBezTo>
                <a:lnTo>
                  <a:pt x="5938" y="1435"/>
                </a:lnTo>
                <a:cubicBezTo>
                  <a:pt x="5938" y="668"/>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2"/>
          <p:cNvSpPr/>
          <p:nvPr/>
        </p:nvSpPr>
        <p:spPr>
          <a:xfrm>
            <a:off x="7011469" y="3976491"/>
            <a:ext cx="118439" cy="119097"/>
          </a:xfrm>
          <a:custGeom>
            <a:avLst/>
            <a:gdLst/>
            <a:ahLst/>
            <a:cxnLst/>
            <a:rect l="l" t="t" r="r" b="b"/>
            <a:pathLst>
              <a:path w="5939" h="5972" extrusionOk="0">
                <a:moveTo>
                  <a:pt x="1435" y="0"/>
                </a:moveTo>
                <a:cubicBezTo>
                  <a:pt x="634" y="0"/>
                  <a:pt x="1" y="668"/>
                  <a:pt x="1" y="1435"/>
                </a:cubicBezTo>
                <a:lnTo>
                  <a:pt x="1" y="2235"/>
                </a:lnTo>
                <a:cubicBezTo>
                  <a:pt x="1" y="3870"/>
                  <a:pt x="1335" y="5971"/>
                  <a:pt x="2969" y="5971"/>
                </a:cubicBezTo>
                <a:cubicBezTo>
                  <a:pt x="4637" y="5971"/>
                  <a:pt x="5938" y="3870"/>
                  <a:pt x="5938" y="2235"/>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2"/>
          <p:cNvSpPr/>
          <p:nvPr/>
        </p:nvSpPr>
        <p:spPr>
          <a:xfrm>
            <a:off x="7159149" y="3976491"/>
            <a:ext cx="118439" cy="119097"/>
          </a:xfrm>
          <a:custGeom>
            <a:avLst/>
            <a:gdLst/>
            <a:ahLst/>
            <a:cxnLst/>
            <a:rect l="l" t="t" r="r" b="b"/>
            <a:pathLst>
              <a:path w="5939" h="5972" extrusionOk="0">
                <a:moveTo>
                  <a:pt x="1435" y="0"/>
                </a:moveTo>
                <a:cubicBezTo>
                  <a:pt x="635" y="0"/>
                  <a:pt x="1" y="634"/>
                  <a:pt x="1" y="1435"/>
                </a:cubicBezTo>
                <a:lnTo>
                  <a:pt x="1" y="2235"/>
                </a:lnTo>
                <a:cubicBezTo>
                  <a:pt x="1" y="3870"/>
                  <a:pt x="1335" y="5971"/>
                  <a:pt x="2970" y="5971"/>
                </a:cubicBezTo>
                <a:cubicBezTo>
                  <a:pt x="4637" y="5971"/>
                  <a:pt x="5938" y="3870"/>
                  <a:pt x="5938" y="2235"/>
                </a:cubicBezTo>
                <a:lnTo>
                  <a:pt x="5938" y="1435"/>
                </a:lnTo>
                <a:cubicBezTo>
                  <a:pt x="5938" y="668"/>
                  <a:pt x="5305"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2"/>
          <p:cNvSpPr/>
          <p:nvPr/>
        </p:nvSpPr>
        <p:spPr>
          <a:xfrm>
            <a:off x="7306850" y="3976491"/>
            <a:ext cx="118419" cy="119097"/>
          </a:xfrm>
          <a:custGeom>
            <a:avLst/>
            <a:gdLst/>
            <a:ahLst/>
            <a:cxnLst/>
            <a:rect l="l" t="t" r="r" b="b"/>
            <a:pathLst>
              <a:path w="5938" h="5972" extrusionOk="0">
                <a:moveTo>
                  <a:pt x="1434" y="0"/>
                </a:moveTo>
                <a:cubicBezTo>
                  <a:pt x="634" y="0"/>
                  <a:pt x="0" y="668"/>
                  <a:pt x="0" y="1435"/>
                </a:cubicBezTo>
                <a:lnTo>
                  <a:pt x="0" y="2235"/>
                </a:lnTo>
                <a:cubicBezTo>
                  <a:pt x="0" y="3870"/>
                  <a:pt x="1334" y="5971"/>
                  <a:pt x="2969" y="5971"/>
                </a:cubicBezTo>
                <a:cubicBezTo>
                  <a:pt x="4603" y="5971"/>
                  <a:pt x="5938" y="3870"/>
                  <a:pt x="5938" y="2235"/>
                </a:cubicBezTo>
                <a:lnTo>
                  <a:pt x="5938" y="1435"/>
                </a:lnTo>
                <a:cubicBezTo>
                  <a:pt x="5938" y="668"/>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2"/>
          <p:cNvSpPr/>
          <p:nvPr/>
        </p:nvSpPr>
        <p:spPr>
          <a:xfrm>
            <a:off x="7454530" y="3976491"/>
            <a:ext cx="118419" cy="119097"/>
          </a:xfrm>
          <a:custGeom>
            <a:avLst/>
            <a:gdLst/>
            <a:ahLst/>
            <a:cxnLst/>
            <a:rect l="l" t="t" r="r" b="b"/>
            <a:pathLst>
              <a:path w="5938" h="5972" extrusionOk="0">
                <a:moveTo>
                  <a:pt x="1435" y="0"/>
                </a:moveTo>
                <a:cubicBezTo>
                  <a:pt x="634" y="0"/>
                  <a:pt x="0" y="668"/>
                  <a:pt x="0" y="1435"/>
                </a:cubicBezTo>
                <a:lnTo>
                  <a:pt x="0" y="2235"/>
                </a:lnTo>
                <a:cubicBezTo>
                  <a:pt x="0" y="3870"/>
                  <a:pt x="1335" y="5971"/>
                  <a:pt x="2969" y="5971"/>
                </a:cubicBezTo>
                <a:cubicBezTo>
                  <a:pt x="4637" y="5971"/>
                  <a:pt x="5938" y="3870"/>
                  <a:pt x="5938" y="2235"/>
                </a:cubicBezTo>
                <a:lnTo>
                  <a:pt x="5938" y="1435"/>
                </a:lnTo>
                <a:cubicBezTo>
                  <a:pt x="5938" y="668"/>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2"/>
          <p:cNvSpPr/>
          <p:nvPr/>
        </p:nvSpPr>
        <p:spPr>
          <a:xfrm>
            <a:off x="7602888" y="3976491"/>
            <a:ext cx="118419" cy="119097"/>
          </a:xfrm>
          <a:custGeom>
            <a:avLst/>
            <a:gdLst/>
            <a:ahLst/>
            <a:cxnLst/>
            <a:rect l="l" t="t" r="r" b="b"/>
            <a:pathLst>
              <a:path w="5938" h="5972" extrusionOk="0">
                <a:moveTo>
                  <a:pt x="1434" y="0"/>
                </a:moveTo>
                <a:cubicBezTo>
                  <a:pt x="634" y="0"/>
                  <a:pt x="0" y="668"/>
                  <a:pt x="0" y="1435"/>
                </a:cubicBezTo>
                <a:lnTo>
                  <a:pt x="0" y="2235"/>
                </a:lnTo>
                <a:cubicBezTo>
                  <a:pt x="0" y="3870"/>
                  <a:pt x="1334" y="5971"/>
                  <a:pt x="2969" y="5971"/>
                </a:cubicBezTo>
                <a:cubicBezTo>
                  <a:pt x="4603" y="5971"/>
                  <a:pt x="5938" y="3870"/>
                  <a:pt x="5938" y="2235"/>
                </a:cubicBezTo>
                <a:lnTo>
                  <a:pt x="5938" y="1435"/>
                </a:lnTo>
                <a:cubicBezTo>
                  <a:pt x="5938" y="634"/>
                  <a:pt x="5270" y="0"/>
                  <a:pt x="4503"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2"/>
          <p:cNvSpPr/>
          <p:nvPr/>
        </p:nvSpPr>
        <p:spPr>
          <a:xfrm>
            <a:off x="7749890" y="3976491"/>
            <a:ext cx="118439" cy="119097"/>
          </a:xfrm>
          <a:custGeom>
            <a:avLst/>
            <a:gdLst/>
            <a:ahLst/>
            <a:cxnLst/>
            <a:rect l="l" t="t" r="r" b="b"/>
            <a:pathLst>
              <a:path w="5939" h="5972" extrusionOk="0">
                <a:moveTo>
                  <a:pt x="1435" y="0"/>
                </a:moveTo>
                <a:cubicBezTo>
                  <a:pt x="635" y="0"/>
                  <a:pt x="1" y="634"/>
                  <a:pt x="1" y="1435"/>
                </a:cubicBezTo>
                <a:lnTo>
                  <a:pt x="1" y="2235"/>
                </a:lnTo>
                <a:cubicBezTo>
                  <a:pt x="1" y="3870"/>
                  <a:pt x="1335" y="5971"/>
                  <a:pt x="2970" y="5971"/>
                </a:cubicBezTo>
                <a:cubicBezTo>
                  <a:pt x="4638" y="5971"/>
                  <a:pt x="5939" y="3870"/>
                  <a:pt x="5939" y="2235"/>
                </a:cubicBezTo>
                <a:lnTo>
                  <a:pt x="5939" y="1435"/>
                </a:lnTo>
                <a:cubicBezTo>
                  <a:pt x="5939" y="668"/>
                  <a:pt x="5305" y="0"/>
                  <a:pt x="453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2"/>
          <p:cNvSpPr/>
          <p:nvPr/>
        </p:nvSpPr>
        <p:spPr>
          <a:xfrm>
            <a:off x="7897590" y="3976491"/>
            <a:ext cx="118419" cy="119097"/>
          </a:xfrm>
          <a:custGeom>
            <a:avLst/>
            <a:gdLst/>
            <a:ahLst/>
            <a:cxnLst/>
            <a:rect l="l" t="t" r="r" b="b"/>
            <a:pathLst>
              <a:path w="5938" h="5972" extrusionOk="0">
                <a:moveTo>
                  <a:pt x="1435" y="0"/>
                </a:moveTo>
                <a:cubicBezTo>
                  <a:pt x="667" y="0"/>
                  <a:pt x="0" y="668"/>
                  <a:pt x="0" y="1435"/>
                </a:cubicBezTo>
                <a:lnTo>
                  <a:pt x="0" y="2235"/>
                </a:lnTo>
                <a:cubicBezTo>
                  <a:pt x="0" y="3870"/>
                  <a:pt x="1335" y="5971"/>
                  <a:pt x="2969" y="5971"/>
                </a:cubicBezTo>
                <a:cubicBezTo>
                  <a:pt x="4604" y="5971"/>
                  <a:pt x="5938" y="3870"/>
                  <a:pt x="5938" y="2235"/>
                </a:cubicBezTo>
                <a:lnTo>
                  <a:pt x="5938" y="1435"/>
                </a:lnTo>
                <a:cubicBezTo>
                  <a:pt x="5938" y="668"/>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2"/>
          <p:cNvSpPr/>
          <p:nvPr/>
        </p:nvSpPr>
        <p:spPr>
          <a:xfrm>
            <a:off x="8045270" y="3976491"/>
            <a:ext cx="119097" cy="119097"/>
          </a:xfrm>
          <a:custGeom>
            <a:avLst/>
            <a:gdLst/>
            <a:ahLst/>
            <a:cxnLst/>
            <a:rect l="l" t="t" r="r" b="b"/>
            <a:pathLst>
              <a:path w="5972" h="5972" extrusionOk="0">
                <a:moveTo>
                  <a:pt x="1435" y="0"/>
                </a:moveTo>
                <a:cubicBezTo>
                  <a:pt x="668" y="0"/>
                  <a:pt x="1" y="668"/>
                  <a:pt x="1" y="1435"/>
                </a:cubicBezTo>
                <a:lnTo>
                  <a:pt x="1" y="2235"/>
                </a:lnTo>
                <a:cubicBezTo>
                  <a:pt x="1" y="3870"/>
                  <a:pt x="1335" y="5971"/>
                  <a:pt x="3003" y="5971"/>
                </a:cubicBezTo>
                <a:cubicBezTo>
                  <a:pt x="4637" y="5971"/>
                  <a:pt x="5971" y="3870"/>
                  <a:pt x="5971" y="2235"/>
                </a:cubicBezTo>
                <a:lnTo>
                  <a:pt x="5971" y="1435"/>
                </a:lnTo>
                <a:cubicBezTo>
                  <a:pt x="5938" y="668"/>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2"/>
          <p:cNvSpPr/>
          <p:nvPr/>
        </p:nvSpPr>
        <p:spPr>
          <a:xfrm>
            <a:off x="6346879" y="3825480"/>
            <a:ext cx="118439" cy="118419"/>
          </a:xfrm>
          <a:custGeom>
            <a:avLst/>
            <a:gdLst/>
            <a:ahLst/>
            <a:cxnLst/>
            <a:rect l="l" t="t" r="r" b="b"/>
            <a:pathLst>
              <a:path w="5939" h="5938" extrusionOk="0">
                <a:moveTo>
                  <a:pt x="1435" y="0"/>
                </a:moveTo>
                <a:cubicBezTo>
                  <a:pt x="635" y="0"/>
                  <a:pt x="1" y="634"/>
                  <a:pt x="1" y="1435"/>
                </a:cubicBezTo>
                <a:lnTo>
                  <a:pt x="1" y="2202"/>
                </a:lnTo>
                <a:cubicBezTo>
                  <a:pt x="1" y="3836"/>
                  <a:pt x="1335" y="5938"/>
                  <a:pt x="2970" y="5938"/>
                </a:cubicBezTo>
                <a:cubicBezTo>
                  <a:pt x="4637" y="5938"/>
                  <a:pt x="5938" y="3870"/>
                  <a:pt x="5938" y="2202"/>
                </a:cubicBezTo>
                <a:lnTo>
                  <a:pt x="5938" y="1435"/>
                </a:lnTo>
                <a:cubicBezTo>
                  <a:pt x="5938" y="634"/>
                  <a:pt x="5305"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2"/>
          <p:cNvSpPr/>
          <p:nvPr/>
        </p:nvSpPr>
        <p:spPr>
          <a:xfrm>
            <a:off x="6494579" y="3825480"/>
            <a:ext cx="118419" cy="118419"/>
          </a:xfrm>
          <a:custGeom>
            <a:avLst/>
            <a:gdLst/>
            <a:ahLst/>
            <a:cxnLst/>
            <a:rect l="l" t="t" r="r" b="b"/>
            <a:pathLst>
              <a:path w="5938" h="5938" extrusionOk="0">
                <a:moveTo>
                  <a:pt x="1434" y="0"/>
                </a:moveTo>
                <a:cubicBezTo>
                  <a:pt x="634" y="0"/>
                  <a:pt x="0" y="634"/>
                  <a:pt x="0" y="1435"/>
                </a:cubicBezTo>
                <a:lnTo>
                  <a:pt x="0" y="2202"/>
                </a:lnTo>
                <a:cubicBezTo>
                  <a:pt x="0" y="3836"/>
                  <a:pt x="1334" y="5938"/>
                  <a:pt x="2969" y="5938"/>
                </a:cubicBezTo>
                <a:cubicBezTo>
                  <a:pt x="4603" y="5938"/>
                  <a:pt x="5938" y="3870"/>
                  <a:pt x="5938" y="2202"/>
                </a:cubicBezTo>
                <a:lnTo>
                  <a:pt x="5938" y="1435"/>
                </a:lnTo>
                <a:cubicBezTo>
                  <a:pt x="5938" y="634"/>
                  <a:pt x="5304" y="0"/>
                  <a:pt x="4503"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2"/>
          <p:cNvSpPr/>
          <p:nvPr/>
        </p:nvSpPr>
        <p:spPr>
          <a:xfrm>
            <a:off x="6642259" y="3825480"/>
            <a:ext cx="118419" cy="118419"/>
          </a:xfrm>
          <a:custGeom>
            <a:avLst/>
            <a:gdLst/>
            <a:ahLst/>
            <a:cxnLst/>
            <a:rect l="l" t="t" r="r" b="b"/>
            <a:pathLst>
              <a:path w="5938" h="5938" extrusionOk="0">
                <a:moveTo>
                  <a:pt x="1435" y="0"/>
                </a:moveTo>
                <a:cubicBezTo>
                  <a:pt x="634" y="0"/>
                  <a:pt x="0" y="634"/>
                  <a:pt x="0" y="1435"/>
                </a:cubicBezTo>
                <a:lnTo>
                  <a:pt x="0" y="2202"/>
                </a:lnTo>
                <a:cubicBezTo>
                  <a:pt x="0" y="3836"/>
                  <a:pt x="1335" y="5938"/>
                  <a:pt x="2969" y="5938"/>
                </a:cubicBezTo>
                <a:cubicBezTo>
                  <a:pt x="4604"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2"/>
          <p:cNvSpPr/>
          <p:nvPr/>
        </p:nvSpPr>
        <p:spPr>
          <a:xfrm>
            <a:off x="6789939" y="3825480"/>
            <a:ext cx="118439" cy="118419"/>
          </a:xfrm>
          <a:custGeom>
            <a:avLst/>
            <a:gdLst/>
            <a:ahLst/>
            <a:cxnLst/>
            <a:rect l="l" t="t" r="r" b="b"/>
            <a:pathLst>
              <a:path w="5939" h="5938" extrusionOk="0">
                <a:moveTo>
                  <a:pt x="1435" y="0"/>
                </a:moveTo>
                <a:cubicBezTo>
                  <a:pt x="634" y="0"/>
                  <a:pt x="1" y="634"/>
                  <a:pt x="1" y="1435"/>
                </a:cubicBezTo>
                <a:lnTo>
                  <a:pt x="1" y="2202"/>
                </a:lnTo>
                <a:cubicBezTo>
                  <a:pt x="1" y="3836"/>
                  <a:pt x="1335" y="5938"/>
                  <a:pt x="2969" y="5938"/>
                </a:cubicBezTo>
                <a:cubicBezTo>
                  <a:pt x="4604"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2"/>
          <p:cNvSpPr/>
          <p:nvPr/>
        </p:nvSpPr>
        <p:spPr>
          <a:xfrm>
            <a:off x="6937619" y="3825480"/>
            <a:ext cx="118439" cy="118419"/>
          </a:xfrm>
          <a:custGeom>
            <a:avLst/>
            <a:gdLst/>
            <a:ahLst/>
            <a:cxnLst/>
            <a:rect l="l" t="t" r="r" b="b"/>
            <a:pathLst>
              <a:path w="5939" h="5938" extrusionOk="0">
                <a:moveTo>
                  <a:pt x="1435" y="0"/>
                </a:moveTo>
                <a:cubicBezTo>
                  <a:pt x="635" y="0"/>
                  <a:pt x="1" y="634"/>
                  <a:pt x="1" y="1435"/>
                </a:cubicBezTo>
                <a:lnTo>
                  <a:pt x="1" y="2202"/>
                </a:lnTo>
                <a:cubicBezTo>
                  <a:pt x="1" y="3836"/>
                  <a:pt x="1335" y="5938"/>
                  <a:pt x="2970" y="5938"/>
                </a:cubicBezTo>
                <a:cubicBezTo>
                  <a:pt x="4604" y="5938"/>
                  <a:pt x="5938" y="3870"/>
                  <a:pt x="5938" y="2202"/>
                </a:cubicBezTo>
                <a:lnTo>
                  <a:pt x="5938" y="1435"/>
                </a:lnTo>
                <a:cubicBezTo>
                  <a:pt x="5938" y="634"/>
                  <a:pt x="5305"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2"/>
          <p:cNvSpPr/>
          <p:nvPr/>
        </p:nvSpPr>
        <p:spPr>
          <a:xfrm>
            <a:off x="7085319" y="3825480"/>
            <a:ext cx="118419" cy="118419"/>
          </a:xfrm>
          <a:custGeom>
            <a:avLst/>
            <a:gdLst/>
            <a:ahLst/>
            <a:cxnLst/>
            <a:rect l="l" t="t" r="r" b="b"/>
            <a:pathLst>
              <a:path w="5938" h="5938" extrusionOk="0">
                <a:moveTo>
                  <a:pt x="1435" y="0"/>
                </a:moveTo>
                <a:cubicBezTo>
                  <a:pt x="634" y="0"/>
                  <a:pt x="0" y="634"/>
                  <a:pt x="0" y="1435"/>
                </a:cubicBezTo>
                <a:lnTo>
                  <a:pt x="0" y="2202"/>
                </a:lnTo>
                <a:cubicBezTo>
                  <a:pt x="0" y="3836"/>
                  <a:pt x="1334"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2"/>
          <p:cNvSpPr/>
          <p:nvPr/>
        </p:nvSpPr>
        <p:spPr>
          <a:xfrm>
            <a:off x="7233658" y="3825480"/>
            <a:ext cx="118439" cy="118419"/>
          </a:xfrm>
          <a:custGeom>
            <a:avLst/>
            <a:gdLst/>
            <a:ahLst/>
            <a:cxnLst/>
            <a:rect l="l" t="t" r="r" b="b"/>
            <a:pathLst>
              <a:path w="5939" h="5938" extrusionOk="0">
                <a:moveTo>
                  <a:pt x="1402" y="0"/>
                </a:moveTo>
                <a:cubicBezTo>
                  <a:pt x="635" y="0"/>
                  <a:pt x="1" y="634"/>
                  <a:pt x="1" y="1435"/>
                </a:cubicBezTo>
                <a:lnTo>
                  <a:pt x="1" y="2202"/>
                </a:lnTo>
                <a:cubicBezTo>
                  <a:pt x="1" y="3836"/>
                  <a:pt x="1335" y="5938"/>
                  <a:pt x="2970" y="5938"/>
                </a:cubicBezTo>
                <a:cubicBezTo>
                  <a:pt x="4604" y="5938"/>
                  <a:pt x="5938" y="3870"/>
                  <a:pt x="5938" y="2202"/>
                </a:cubicBezTo>
                <a:lnTo>
                  <a:pt x="5938" y="1435"/>
                </a:lnTo>
                <a:cubicBezTo>
                  <a:pt x="5938" y="634"/>
                  <a:pt x="5305"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2"/>
          <p:cNvSpPr/>
          <p:nvPr/>
        </p:nvSpPr>
        <p:spPr>
          <a:xfrm>
            <a:off x="7380680" y="3825480"/>
            <a:ext cx="118439" cy="118419"/>
          </a:xfrm>
          <a:custGeom>
            <a:avLst/>
            <a:gdLst/>
            <a:ahLst/>
            <a:cxnLst/>
            <a:rect l="l" t="t" r="r" b="b"/>
            <a:pathLst>
              <a:path w="5939" h="5938" extrusionOk="0">
                <a:moveTo>
                  <a:pt x="1435" y="0"/>
                </a:moveTo>
                <a:cubicBezTo>
                  <a:pt x="635" y="0"/>
                  <a:pt x="1" y="634"/>
                  <a:pt x="1" y="1435"/>
                </a:cubicBezTo>
                <a:lnTo>
                  <a:pt x="1" y="2202"/>
                </a:lnTo>
                <a:cubicBezTo>
                  <a:pt x="1" y="3836"/>
                  <a:pt x="1335" y="5938"/>
                  <a:pt x="2970" y="5938"/>
                </a:cubicBezTo>
                <a:cubicBezTo>
                  <a:pt x="4604" y="5938"/>
                  <a:pt x="5938" y="3870"/>
                  <a:pt x="5938" y="2202"/>
                </a:cubicBezTo>
                <a:lnTo>
                  <a:pt x="5938" y="1435"/>
                </a:lnTo>
                <a:cubicBezTo>
                  <a:pt x="5938" y="634"/>
                  <a:pt x="5305"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2"/>
          <p:cNvSpPr/>
          <p:nvPr/>
        </p:nvSpPr>
        <p:spPr>
          <a:xfrm>
            <a:off x="7528380" y="3825480"/>
            <a:ext cx="118419" cy="118419"/>
          </a:xfrm>
          <a:custGeom>
            <a:avLst/>
            <a:gdLst/>
            <a:ahLst/>
            <a:cxnLst/>
            <a:rect l="l" t="t" r="r" b="b"/>
            <a:pathLst>
              <a:path w="5938" h="5938" extrusionOk="0">
                <a:moveTo>
                  <a:pt x="1434" y="0"/>
                </a:moveTo>
                <a:cubicBezTo>
                  <a:pt x="634" y="0"/>
                  <a:pt x="0" y="634"/>
                  <a:pt x="0" y="1435"/>
                </a:cubicBezTo>
                <a:lnTo>
                  <a:pt x="0" y="2202"/>
                </a:lnTo>
                <a:cubicBezTo>
                  <a:pt x="0" y="3836"/>
                  <a:pt x="1334"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2"/>
          <p:cNvSpPr/>
          <p:nvPr/>
        </p:nvSpPr>
        <p:spPr>
          <a:xfrm>
            <a:off x="7676060" y="3825480"/>
            <a:ext cx="118419" cy="118419"/>
          </a:xfrm>
          <a:custGeom>
            <a:avLst/>
            <a:gdLst/>
            <a:ahLst/>
            <a:cxnLst/>
            <a:rect l="l" t="t" r="r" b="b"/>
            <a:pathLst>
              <a:path w="5938" h="5938" extrusionOk="0">
                <a:moveTo>
                  <a:pt x="1435" y="0"/>
                </a:moveTo>
                <a:cubicBezTo>
                  <a:pt x="634" y="0"/>
                  <a:pt x="0" y="634"/>
                  <a:pt x="0" y="1435"/>
                </a:cubicBezTo>
                <a:lnTo>
                  <a:pt x="0" y="2202"/>
                </a:lnTo>
                <a:cubicBezTo>
                  <a:pt x="0" y="3836"/>
                  <a:pt x="1335" y="5938"/>
                  <a:pt x="2969" y="5938"/>
                </a:cubicBezTo>
                <a:cubicBezTo>
                  <a:pt x="4637"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2"/>
          <p:cNvSpPr/>
          <p:nvPr/>
        </p:nvSpPr>
        <p:spPr>
          <a:xfrm>
            <a:off x="7823740" y="3825480"/>
            <a:ext cx="118439" cy="118419"/>
          </a:xfrm>
          <a:custGeom>
            <a:avLst/>
            <a:gdLst/>
            <a:ahLst/>
            <a:cxnLst/>
            <a:rect l="l" t="t" r="r" b="b"/>
            <a:pathLst>
              <a:path w="5939" h="5938" extrusionOk="0">
                <a:moveTo>
                  <a:pt x="1435" y="0"/>
                </a:moveTo>
                <a:cubicBezTo>
                  <a:pt x="634" y="0"/>
                  <a:pt x="1" y="634"/>
                  <a:pt x="1" y="1435"/>
                </a:cubicBezTo>
                <a:lnTo>
                  <a:pt x="1" y="2202"/>
                </a:lnTo>
                <a:cubicBezTo>
                  <a:pt x="1" y="3836"/>
                  <a:pt x="1335" y="5938"/>
                  <a:pt x="2969" y="5938"/>
                </a:cubicBezTo>
                <a:cubicBezTo>
                  <a:pt x="4604" y="5938"/>
                  <a:pt x="5938" y="3870"/>
                  <a:pt x="5938" y="2202"/>
                </a:cubicBezTo>
                <a:lnTo>
                  <a:pt x="5938" y="1435"/>
                </a:lnTo>
                <a:cubicBezTo>
                  <a:pt x="5938"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2"/>
          <p:cNvSpPr/>
          <p:nvPr/>
        </p:nvSpPr>
        <p:spPr>
          <a:xfrm>
            <a:off x="7972098" y="3825460"/>
            <a:ext cx="118419" cy="118439"/>
          </a:xfrm>
          <a:custGeom>
            <a:avLst/>
            <a:gdLst/>
            <a:ahLst/>
            <a:cxnLst/>
            <a:rect l="l" t="t" r="r" b="b"/>
            <a:pathLst>
              <a:path w="5938" h="5939" extrusionOk="0">
                <a:moveTo>
                  <a:pt x="4561" y="0"/>
                </a:moveTo>
                <a:cubicBezTo>
                  <a:pt x="4542" y="0"/>
                  <a:pt x="4523" y="0"/>
                  <a:pt x="4503" y="1"/>
                </a:cubicBezTo>
                <a:lnTo>
                  <a:pt x="1401" y="1"/>
                </a:lnTo>
                <a:cubicBezTo>
                  <a:pt x="634" y="1"/>
                  <a:pt x="0" y="635"/>
                  <a:pt x="0" y="1436"/>
                </a:cubicBezTo>
                <a:lnTo>
                  <a:pt x="0" y="2203"/>
                </a:lnTo>
                <a:cubicBezTo>
                  <a:pt x="0" y="3837"/>
                  <a:pt x="1335" y="5939"/>
                  <a:pt x="2969" y="5939"/>
                </a:cubicBezTo>
                <a:cubicBezTo>
                  <a:pt x="4604" y="5939"/>
                  <a:pt x="5938" y="3871"/>
                  <a:pt x="5938" y="2203"/>
                </a:cubicBezTo>
                <a:lnTo>
                  <a:pt x="5938" y="1436"/>
                </a:lnTo>
                <a:cubicBezTo>
                  <a:pt x="5938" y="654"/>
                  <a:pt x="5334" y="0"/>
                  <a:pt x="4561"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2"/>
          <p:cNvSpPr/>
          <p:nvPr/>
        </p:nvSpPr>
        <p:spPr>
          <a:xfrm>
            <a:off x="8119120" y="3825480"/>
            <a:ext cx="119097" cy="118419"/>
          </a:xfrm>
          <a:custGeom>
            <a:avLst/>
            <a:gdLst/>
            <a:ahLst/>
            <a:cxnLst/>
            <a:rect l="l" t="t" r="r" b="b"/>
            <a:pathLst>
              <a:path w="5972" h="5938" extrusionOk="0">
                <a:moveTo>
                  <a:pt x="1435" y="0"/>
                </a:moveTo>
                <a:cubicBezTo>
                  <a:pt x="667" y="0"/>
                  <a:pt x="0" y="634"/>
                  <a:pt x="0" y="1435"/>
                </a:cubicBezTo>
                <a:lnTo>
                  <a:pt x="0" y="2202"/>
                </a:lnTo>
                <a:cubicBezTo>
                  <a:pt x="0" y="3836"/>
                  <a:pt x="1334" y="5938"/>
                  <a:pt x="3002" y="5938"/>
                </a:cubicBezTo>
                <a:cubicBezTo>
                  <a:pt x="4637" y="5938"/>
                  <a:pt x="5971" y="3870"/>
                  <a:pt x="5971" y="2202"/>
                </a:cubicBezTo>
                <a:lnTo>
                  <a:pt x="5971" y="1435"/>
                </a:lnTo>
                <a:cubicBezTo>
                  <a:pt x="5971" y="634"/>
                  <a:pt x="5304" y="0"/>
                  <a:pt x="4537"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2"/>
          <p:cNvSpPr/>
          <p:nvPr/>
        </p:nvSpPr>
        <p:spPr>
          <a:xfrm>
            <a:off x="6701471" y="4134162"/>
            <a:ext cx="1181454" cy="134393"/>
          </a:xfrm>
          <a:custGeom>
            <a:avLst/>
            <a:gdLst/>
            <a:ahLst/>
            <a:cxnLst/>
            <a:rect l="l" t="t" r="r" b="b"/>
            <a:pathLst>
              <a:path w="59243" h="6739" extrusionOk="0">
                <a:moveTo>
                  <a:pt x="1334" y="0"/>
                </a:moveTo>
                <a:cubicBezTo>
                  <a:pt x="601" y="0"/>
                  <a:pt x="0" y="600"/>
                  <a:pt x="0" y="1368"/>
                </a:cubicBezTo>
                <a:lnTo>
                  <a:pt x="0" y="5404"/>
                </a:lnTo>
                <a:cubicBezTo>
                  <a:pt x="0" y="6138"/>
                  <a:pt x="601" y="6738"/>
                  <a:pt x="1334" y="6738"/>
                </a:cubicBezTo>
                <a:lnTo>
                  <a:pt x="57908" y="6738"/>
                </a:lnTo>
                <a:cubicBezTo>
                  <a:pt x="58642" y="6738"/>
                  <a:pt x="59242" y="6138"/>
                  <a:pt x="59242" y="5404"/>
                </a:cubicBezTo>
                <a:lnTo>
                  <a:pt x="59242" y="1368"/>
                </a:lnTo>
                <a:cubicBezTo>
                  <a:pt x="59242" y="600"/>
                  <a:pt x="58642" y="0"/>
                  <a:pt x="5790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2"/>
          <p:cNvSpPr/>
          <p:nvPr/>
        </p:nvSpPr>
        <p:spPr>
          <a:xfrm>
            <a:off x="7917533" y="4142140"/>
            <a:ext cx="118439" cy="119097"/>
          </a:xfrm>
          <a:custGeom>
            <a:avLst/>
            <a:gdLst/>
            <a:ahLst/>
            <a:cxnLst/>
            <a:rect l="l" t="t" r="r" b="b"/>
            <a:pathLst>
              <a:path w="5939" h="5972" extrusionOk="0">
                <a:moveTo>
                  <a:pt x="1435" y="0"/>
                </a:moveTo>
                <a:cubicBezTo>
                  <a:pt x="635" y="0"/>
                  <a:pt x="1" y="634"/>
                  <a:pt x="1" y="1435"/>
                </a:cubicBezTo>
                <a:lnTo>
                  <a:pt x="1" y="2235"/>
                </a:lnTo>
                <a:cubicBezTo>
                  <a:pt x="1" y="3870"/>
                  <a:pt x="1335" y="5971"/>
                  <a:pt x="2970" y="5971"/>
                </a:cubicBezTo>
                <a:cubicBezTo>
                  <a:pt x="4604" y="5971"/>
                  <a:pt x="5939" y="3870"/>
                  <a:pt x="5939" y="2235"/>
                </a:cubicBezTo>
                <a:lnTo>
                  <a:pt x="5939" y="1435"/>
                </a:lnTo>
                <a:cubicBezTo>
                  <a:pt x="5939" y="634"/>
                  <a:pt x="5305" y="0"/>
                  <a:pt x="4504"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2"/>
          <p:cNvSpPr/>
          <p:nvPr/>
        </p:nvSpPr>
        <p:spPr>
          <a:xfrm>
            <a:off x="6548446" y="4142140"/>
            <a:ext cx="119097" cy="119097"/>
          </a:xfrm>
          <a:custGeom>
            <a:avLst/>
            <a:gdLst/>
            <a:ahLst/>
            <a:cxnLst/>
            <a:rect l="l" t="t" r="r" b="b"/>
            <a:pathLst>
              <a:path w="5972" h="5972" extrusionOk="0">
                <a:moveTo>
                  <a:pt x="1435" y="0"/>
                </a:moveTo>
                <a:cubicBezTo>
                  <a:pt x="668" y="0"/>
                  <a:pt x="1" y="634"/>
                  <a:pt x="1" y="1435"/>
                </a:cubicBezTo>
                <a:lnTo>
                  <a:pt x="1" y="2235"/>
                </a:lnTo>
                <a:cubicBezTo>
                  <a:pt x="1" y="3870"/>
                  <a:pt x="1335" y="5971"/>
                  <a:pt x="3003" y="5971"/>
                </a:cubicBezTo>
                <a:cubicBezTo>
                  <a:pt x="4638" y="5971"/>
                  <a:pt x="5972" y="3870"/>
                  <a:pt x="5972" y="2235"/>
                </a:cubicBezTo>
                <a:lnTo>
                  <a:pt x="5972" y="1435"/>
                </a:lnTo>
                <a:cubicBezTo>
                  <a:pt x="5972" y="634"/>
                  <a:pt x="5305" y="0"/>
                  <a:pt x="4538" y="0"/>
                </a:cubicBezTo>
                <a:close/>
              </a:path>
            </a:pathLst>
          </a:custGeom>
          <a:solidFill>
            <a:schemeClr val="dk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2"/>
          <p:cNvSpPr/>
          <p:nvPr/>
        </p:nvSpPr>
        <p:spPr>
          <a:xfrm>
            <a:off x="6436684" y="3679794"/>
            <a:ext cx="86511" cy="85154"/>
          </a:xfrm>
          <a:custGeom>
            <a:avLst/>
            <a:gdLst/>
            <a:ahLst/>
            <a:cxnLst/>
            <a:rect l="l" t="t" r="r" b="b"/>
            <a:pathLst>
              <a:path w="4338" h="4270" extrusionOk="0">
                <a:moveTo>
                  <a:pt x="635" y="0"/>
                </a:moveTo>
                <a:cubicBezTo>
                  <a:pt x="268" y="0"/>
                  <a:pt x="1" y="267"/>
                  <a:pt x="1" y="634"/>
                </a:cubicBezTo>
                <a:lnTo>
                  <a:pt x="1" y="1401"/>
                </a:lnTo>
                <a:cubicBezTo>
                  <a:pt x="1" y="2569"/>
                  <a:pt x="835" y="3970"/>
                  <a:pt x="1836" y="4270"/>
                </a:cubicBezTo>
                <a:cubicBezTo>
                  <a:pt x="1535" y="3002"/>
                  <a:pt x="2203" y="1468"/>
                  <a:pt x="3904" y="1468"/>
                </a:cubicBezTo>
                <a:cubicBezTo>
                  <a:pt x="4037" y="1468"/>
                  <a:pt x="4171" y="1468"/>
                  <a:pt x="4337" y="1501"/>
                </a:cubicBezTo>
                <a:lnTo>
                  <a:pt x="4337" y="1401"/>
                </a:lnTo>
                <a:lnTo>
                  <a:pt x="4337" y="634"/>
                </a:lnTo>
                <a:cubicBezTo>
                  <a:pt x="4337" y="267"/>
                  <a:pt x="4037" y="0"/>
                  <a:pt x="3704"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2"/>
          <p:cNvSpPr/>
          <p:nvPr/>
        </p:nvSpPr>
        <p:spPr>
          <a:xfrm>
            <a:off x="6584384" y="3679794"/>
            <a:ext cx="86491" cy="85833"/>
          </a:xfrm>
          <a:custGeom>
            <a:avLst/>
            <a:gdLst/>
            <a:ahLst/>
            <a:cxnLst/>
            <a:rect l="l" t="t" r="r" b="b"/>
            <a:pathLst>
              <a:path w="4337" h="4304" extrusionOk="0">
                <a:moveTo>
                  <a:pt x="634" y="0"/>
                </a:moveTo>
                <a:cubicBezTo>
                  <a:pt x="300" y="0"/>
                  <a:pt x="0" y="267"/>
                  <a:pt x="0" y="600"/>
                </a:cubicBezTo>
                <a:lnTo>
                  <a:pt x="0" y="1401"/>
                </a:lnTo>
                <a:cubicBezTo>
                  <a:pt x="0" y="2635"/>
                  <a:pt x="1001" y="4203"/>
                  <a:pt x="2102" y="4303"/>
                </a:cubicBezTo>
                <a:cubicBezTo>
                  <a:pt x="1601" y="3036"/>
                  <a:pt x="2269" y="1234"/>
                  <a:pt x="4070" y="1234"/>
                </a:cubicBezTo>
                <a:lnTo>
                  <a:pt x="4337" y="1234"/>
                </a:lnTo>
                <a:lnTo>
                  <a:pt x="4337" y="600"/>
                </a:lnTo>
                <a:cubicBezTo>
                  <a:pt x="4337" y="267"/>
                  <a:pt x="4070" y="0"/>
                  <a:pt x="373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2"/>
          <p:cNvSpPr/>
          <p:nvPr/>
        </p:nvSpPr>
        <p:spPr>
          <a:xfrm>
            <a:off x="6732064" y="3679794"/>
            <a:ext cx="86491" cy="86491"/>
          </a:xfrm>
          <a:custGeom>
            <a:avLst/>
            <a:gdLst/>
            <a:ahLst/>
            <a:cxnLst/>
            <a:rect l="l" t="t" r="r" b="b"/>
            <a:pathLst>
              <a:path w="4337" h="4337" extrusionOk="0">
                <a:moveTo>
                  <a:pt x="634" y="0"/>
                </a:moveTo>
                <a:cubicBezTo>
                  <a:pt x="301" y="0"/>
                  <a:pt x="1" y="267"/>
                  <a:pt x="1" y="634"/>
                </a:cubicBezTo>
                <a:lnTo>
                  <a:pt x="1" y="1401"/>
                </a:lnTo>
                <a:cubicBezTo>
                  <a:pt x="1" y="2669"/>
                  <a:pt x="1068" y="4337"/>
                  <a:pt x="2169" y="4337"/>
                </a:cubicBezTo>
                <a:lnTo>
                  <a:pt x="2336" y="4337"/>
                </a:lnTo>
                <a:cubicBezTo>
                  <a:pt x="1768" y="3002"/>
                  <a:pt x="2436" y="1134"/>
                  <a:pt x="4270" y="1134"/>
                </a:cubicBezTo>
                <a:lnTo>
                  <a:pt x="4337" y="1134"/>
                </a:lnTo>
                <a:lnTo>
                  <a:pt x="4337" y="634"/>
                </a:lnTo>
                <a:cubicBezTo>
                  <a:pt x="4337" y="267"/>
                  <a:pt x="4070" y="0"/>
                  <a:pt x="3737"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2"/>
          <p:cNvSpPr/>
          <p:nvPr/>
        </p:nvSpPr>
        <p:spPr>
          <a:xfrm>
            <a:off x="6879744" y="3679794"/>
            <a:ext cx="86511" cy="85833"/>
          </a:xfrm>
          <a:custGeom>
            <a:avLst/>
            <a:gdLst/>
            <a:ahLst/>
            <a:cxnLst/>
            <a:rect l="l" t="t" r="r" b="b"/>
            <a:pathLst>
              <a:path w="4338" h="4304" extrusionOk="0">
                <a:moveTo>
                  <a:pt x="601" y="0"/>
                </a:moveTo>
                <a:cubicBezTo>
                  <a:pt x="268" y="0"/>
                  <a:pt x="1" y="267"/>
                  <a:pt x="1" y="600"/>
                </a:cubicBezTo>
                <a:lnTo>
                  <a:pt x="1" y="1401"/>
                </a:lnTo>
                <a:cubicBezTo>
                  <a:pt x="1" y="2602"/>
                  <a:pt x="901" y="4103"/>
                  <a:pt x="1936" y="4303"/>
                </a:cubicBezTo>
                <a:cubicBezTo>
                  <a:pt x="1235" y="3002"/>
                  <a:pt x="1869" y="934"/>
                  <a:pt x="3804" y="934"/>
                </a:cubicBezTo>
                <a:cubicBezTo>
                  <a:pt x="3970" y="934"/>
                  <a:pt x="4137" y="934"/>
                  <a:pt x="4337" y="967"/>
                </a:cubicBezTo>
                <a:lnTo>
                  <a:pt x="4337" y="600"/>
                </a:lnTo>
                <a:cubicBezTo>
                  <a:pt x="4337" y="267"/>
                  <a:pt x="4037"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2"/>
          <p:cNvSpPr/>
          <p:nvPr/>
        </p:nvSpPr>
        <p:spPr>
          <a:xfrm>
            <a:off x="7027444" y="3679794"/>
            <a:ext cx="86491" cy="86491"/>
          </a:xfrm>
          <a:custGeom>
            <a:avLst/>
            <a:gdLst/>
            <a:ahLst/>
            <a:cxnLst/>
            <a:rect l="l" t="t" r="r" b="b"/>
            <a:pathLst>
              <a:path w="4337" h="4337" extrusionOk="0">
                <a:moveTo>
                  <a:pt x="634" y="0"/>
                </a:moveTo>
                <a:cubicBezTo>
                  <a:pt x="300" y="0"/>
                  <a:pt x="0" y="267"/>
                  <a:pt x="0" y="600"/>
                </a:cubicBezTo>
                <a:lnTo>
                  <a:pt x="0" y="1401"/>
                </a:lnTo>
                <a:cubicBezTo>
                  <a:pt x="0" y="2669"/>
                  <a:pt x="1068" y="4337"/>
                  <a:pt x="2168" y="4337"/>
                </a:cubicBezTo>
                <a:lnTo>
                  <a:pt x="2335" y="4337"/>
                </a:lnTo>
                <a:cubicBezTo>
                  <a:pt x="1635" y="3002"/>
                  <a:pt x="2235" y="934"/>
                  <a:pt x="4170" y="934"/>
                </a:cubicBezTo>
                <a:lnTo>
                  <a:pt x="4337" y="934"/>
                </a:lnTo>
                <a:lnTo>
                  <a:pt x="4337" y="600"/>
                </a:lnTo>
                <a:cubicBezTo>
                  <a:pt x="4337" y="267"/>
                  <a:pt x="4070" y="0"/>
                  <a:pt x="373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2"/>
          <p:cNvSpPr/>
          <p:nvPr/>
        </p:nvSpPr>
        <p:spPr>
          <a:xfrm>
            <a:off x="7175124" y="3679794"/>
            <a:ext cx="86491" cy="86331"/>
          </a:xfrm>
          <a:custGeom>
            <a:avLst/>
            <a:gdLst/>
            <a:ahLst/>
            <a:cxnLst/>
            <a:rect l="l" t="t" r="r" b="b"/>
            <a:pathLst>
              <a:path w="4337" h="4329" extrusionOk="0">
                <a:moveTo>
                  <a:pt x="634" y="0"/>
                </a:moveTo>
                <a:cubicBezTo>
                  <a:pt x="301" y="0"/>
                  <a:pt x="0" y="267"/>
                  <a:pt x="0" y="600"/>
                </a:cubicBezTo>
                <a:lnTo>
                  <a:pt x="0" y="1401"/>
                </a:lnTo>
                <a:cubicBezTo>
                  <a:pt x="0" y="2669"/>
                  <a:pt x="1068" y="4303"/>
                  <a:pt x="2169" y="4303"/>
                </a:cubicBezTo>
                <a:cubicBezTo>
                  <a:pt x="2202" y="4320"/>
                  <a:pt x="2235" y="4328"/>
                  <a:pt x="2269" y="4328"/>
                </a:cubicBezTo>
                <a:cubicBezTo>
                  <a:pt x="2302" y="4328"/>
                  <a:pt x="2335" y="4320"/>
                  <a:pt x="2369" y="4303"/>
                </a:cubicBezTo>
                <a:cubicBezTo>
                  <a:pt x="1702" y="3002"/>
                  <a:pt x="2335" y="967"/>
                  <a:pt x="4237" y="967"/>
                </a:cubicBezTo>
                <a:lnTo>
                  <a:pt x="4337" y="967"/>
                </a:lnTo>
                <a:lnTo>
                  <a:pt x="4337" y="600"/>
                </a:lnTo>
                <a:cubicBezTo>
                  <a:pt x="4337" y="267"/>
                  <a:pt x="4070" y="0"/>
                  <a:pt x="373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2"/>
          <p:cNvSpPr/>
          <p:nvPr/>
        </p:nvSpPr>
        <p:spPr>
          <a:xfrm>
            <a:off x="7323482" y="3679794"/>
            <a:ext cx="85833" cy="86491"/>
          </a:xfrm>
          <a:custGeom>
            <a:avLst/>
            <a:gdLst/>
            <a:ahLst/>
            <a:cxnLst/>
            <a:rect l="l" t="t" r="r" b="b"/>
            <a:pathLst>
              <a:path w="4304" h="4337" extrusionOk="0">
                <a:moveTo>
                  <a:pt x="600" y="0"/>
                </a:moveTo>
                <a:cubicBezTo>
                  <a:pt x="267" y="0"/>
                  <a:pt x="0" y="267"/>
                  <a:pt x="0" y="634"/>
                </a:cubicBezTo>
                <a:lnTo>
                  <a:pt x="0" y="1401"/>
                </a:lnTo>
                <a:cubicBezTo>
                  <a:pt x="0" y="2669"/>
                  <a:pt x="1034" y="4303"/>
                  <a:pt x="2135" y="4337"/>
                </a:cubicBezTo>
                <a:cubicBezTo>
                  <a:pt x="1401" y="3036"/>
                  <a:pt x="2001" y="934"/>
                  <a:pt x="3970" y="934"/>
                </a:cubicBezTo>
                <a:cubicBezTo>
                  <a:pt x="4070" y="934"/>
                  <a:pt x="4203" y="934"/>
                  <a:pt x="4303" y="967"/>
                </a:cubicBezTo>
                <a:lnTo>
                  <a:pt x="4303" y="634"/>
                </a:lnTo>
                <a:cubicBezTo>
                  <a:pt x="4303" y="267"/>
                  <a:pt x="4036"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2"/>
          <p:cNvSpPr/>
          <p:nvPr/>
        </p:nvSpPr>
        <p:spPr>
          <a:xfrm>
            <a:off x="7470484" y="3679794"/>
            <a:ext cx="86511" cy="86491"/>
          </a:xfrm>
          <a:custGeom>
            <a:avLst/>
            <a:gdLst/>
            <a:ahLst/>
            <a:cxnLst/>
            <a:rect l="l" t="t" r="r" b="b"/>
            <a:pathLst>
              <a:path w="4338" h="4337" extrusionOk="0">
                <a:moveTo>
                  <a:pt x="635" y="0"/>
                </a:moveTo>
                <a:cubicBezTo>
                  <a:pt x="301" y="0"/>
                  <a:pt x="1" y="267"/>
                  <a:pt x="1" y="634"/>
                </a:cubicBezTo>
                <a:lnTo>
                  <a:pt x="1" y="1401"/>
                </a:lnTo>
                <a:cubicBezTo>
                  <a:pt x="1" y="2669"/>
                  <a:pt x="1068" y="4337"/>
                  <a:pt x="2169" y="4337"/>
                </a:cubicBezTo>
                <a:cubicBezTo>
                  <a:pt x="2303" y="4337"/>
                  <a:pt x="2403" y="4303"/>
                  <a:pt x="2503" y="4270"/>
                </a:cubicBezTo>
                <a:cubicBezTo>
                  <a:pt x="1902" y="3002"/>
                  <a:pt x="2536" y="1101"/>
                  <a:pt x="4337" y="1034"/>
                </a:cubicBezTo>
                <a:lnTo>
                  <a:pt x="4337" y="634"/>
                </a:lnTo>
                <a:cubicBezTo>
                  <a:pt x="4337" y="267"/>
                  <a:pt x="4071" y="0"/>
                  <a:pt x="3737"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2"/>
          <p:cNvSpPr/>
          <p:nvPr/>
        </p:nvSpPr>
        <p:spPr>
          <a:xfrm>
            <a:off x="7618842" y="3679794"/>
            <a:ext cx="85833" cy="85833"/>
          </a:xfrm>
          <a:custGeom>
            <a:avLst/>
            <a:gdLst/>
            <a:ahLst/>
            <a:cxnLst/>
            <a:rect l="l" t="t" r="r" b="b"/>
            <a:pathLst>
              <a:path w="4304" h="4304" extrusionOk="0">
                <a:moveTo>
                  <a:pt x="634" y="0"/>
                </a:moveTo>
                <a:cubicBezTo>
                  <a:pt x="267" y="0"/>
                  <a:pt x="1" y="267"/>
                  <a:pt x="1" y="634"/>
                </a:cubicBezTo>
                <a:lnTo>
                  <a:pt x="1" y="1401"/>
                </a:lnTo>
                <a:cubicBezTo>
                  <a:pt x="1" y="2602"/>
                  <a:pt x="901" y="4070"/>
                  <a:pt x="1902" y="4303"/>
                </a:cubicBezTo>
                <a:cubicBezTo>
                  <a:pt x="1135" y="3002"/>
                  <a:pt x="1735" y="867"/>
                  <a:pt x="3703" y="867"/>
                </a:cubicBezTo>
                <a:cubicBezTo>
                  <a:pt x="3903" y="867"/>
                  <a:pt x="4104" y="901"/>
                  <a:pt x="4304" y="967"/>
                </a:cubicBezTo>
                <a:lnTo>
                  <a:pt x="4304" y="634"/>
                </a:lnTo>
                <a:cubicBezTo>
                  <a:pt x="4304" y="267"/>
                  <a:pt x="4037"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2"/>
          <p:cNvSpPr/>
          <p:nvPr/>
        </p:nvSpPr>
        <p:spPr>
          <a:xfrm>
            <a:off x="7765864" y="3679794"/>
            <a:ext cx="86491" cy="86491"/>
          </a:xfrm>
          <a:custGeom>
            <a:avLst/>
            <a:gdLst/>
            <a:ahLst/>
            <a:cxnLst/>
            <a:rect l="l" t="t" r="r" b="b"/>
            <a:pathLst>
              <a:path w="4337" h="4337" extrusionOk="0">
                <a:moveTo>
                  <a:pt x="634" y="0"/>
                </a:moveTo>
                <a:cubicBezTo>
                  <a:pt x="301" y="0"/>
                  <a:pt x="34" y="267"/>
                  <a:pt x="1" y="634"/>
                </a:cubicBezTo>
                <a:lnTo>
                  <a:pt x="1" y="1401"/>
                </a:lnTo>
                <a:cubicBezTo>
                  <a:pt x="1" y="2669"/>
                  <a:pt x="1001" y="4270"/>
                  <a:pt x="2102" y="4337"/>
                </a:cubicBezTo>
                <a:cubicBezTo>
                  <a:pt x="1335" y="3036"/>
                  <a:pt x="1935" y="867"/>
                  <a:pt x="3903" y="867"/>
                </a:cubicBezTo>
                <a:cubicBezTo>
                  <a:pt x="4037" y="867"/>
                  <a:pt x="4204" y="901"/>
                  <a:pt x="4337" y="901"/>
                </a:cubicBezTo>
                <a:lnTo>
                  <a:pt x="4337" y="634"/>
                </a:lnTo>
                <a:cubicBezTo>
                  <a:pt x="4337" y="267"/>
                  <a:pt x="4070" y="0"/>
                  <a:pt x="3737"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2"/>
          <p:cNvSpPr/>
          <p:nvPr/>
        </p:nvSpPr>
        <p:spPr>
          <a:xfrm>
            <a:off x="7914223" y="3679794"/>
            <a:ext cx="85833" cy="86491"/>
          </a:xfrm>
          <a:custGeom>
            <a:avLst/>
            <a:gdLst/>
            <a:ahLst/>
            <a:cxnLst/>
            <a:rect l="l" t="t" r="r" b="b"/>
            <a:pathLst>
              <a:path w="4304" h="4337" extrusionOk="0">
                <a:moveTo>
                  <a:pt x="601" y="0"/>
                </a:moveTo>
                <a:cubicBezTo>
                  <a:pt x="267" y="0"/>
                  <a:pt x="0" y="267"/>
                  <a:pt x="0" y="634"/>
                </a:cubicBezTo>
                <a:lnTo>
                  <a:pt x="0" y="1401"/>
                </a:lnTo>
                <a:cubicBezTo>
                  <a:pt x="0" y="2669"/>
                  <a:pt x="1001" y="4236"/>
                  <a:pt x="2068" y="4337"/>
                </a:cubicBezTo>
                <a:cubicBezTo>
                  <a:pt x="1468" y="3002"/>
                  <a:pt x="2102" y="1101"/>
                  <a:pt x="4003" y="1101"/>
                </a:cubicBezTo>
                <a:lnTo>
                  <a:pt x="4303" y="1101"/>
                </a:lnTo>
                <a:lnTo>
                  <a:pt x="4303" y="634"/>
                </a:lnTo>
                <a:cubicBezTo>
                  <a:pt x="4303" y="267"/>
                  <a:pt x="4036"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2"/>
          <p:cNvSpPr/>
          <p:nvPr/>
        </p:nvSpPr>
        <p:spPr>
          <a:xfrm>
            <a:off x="8061903" y="3679794"/>
            <a:ext cx="85833" cy="86491"/>
          </a:xfrm>
          <a:custGeom>
            <a:avLst/>
            <a:gdLst/>
            <a:ahLst/>
            <a:cxnLst/>
            <a:rect l="l" t="t" r="r" b="b"/>
            <a:pathLst>
              <a:path w="4304" h="4337" extrusionOk="0">
                <a:moveTo>
                  <a:pt x="601" y="0"/>
                </a:moveTo>
                <a:cubicBezTo>
                  <a:pt x="267" y="0"/>
                  <a:pt x="0" y="267"/>
                  <a:pt x="0" y="634"/>
                </a:cubicBezTo>
                <a:lnTo>
                  <a:pt x="0" y="1401"/>
                </a:lnTo>
                <a:cubicBezTo>
                  <a:pt x="0" y="2702"/>
                  <a:pt x="1035" y="4337"/>
                  <a:pt x="2135" y="4337"/>
                </a:cubicBezTo>
                <a:cubicBezTo>
                  <a:pt x="2302" y="4337"/>
                  <a:pt x="2469" y="4303"/>
                  <a:pt x="2602" y="4236"/>
                </a:cubicBezTo>
                <a:cubicBezTo>
                  <a:pt x="2035" y="2969"/>
                  <a:pt x="2602" y="1134"/>
                  <a:pt x="4304" y="1001"/>
                </a:cubicBezTo>
                <a:lnTo>
                  <a:pt x="4304" y="634"/>
                </a:lnTo>
                <a:cubicBezTo>
                  <a:pt x="4304" y="267"/>
                  <a:pt x="4037"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2"/>
          <p:cNvSpPr/>
          <p:nvPr/>
        </p:nvSpPr>
        <p:spPr>
          <a:xfrm>
            <a:off x="6436684" y="3992445"/>
            <a:ext cx="86511" cy="86511"/>
          </a:xfrm>
          <a:custGeom>
            <a:avLst/>
            <a:gdLst/>
            <a:ahLst/>
            <a:cxnLst/>
            <a:rect l="l" t="t" r="r" b="b"/>
            <a:pathLst>
              <a:path w="4338" h="4338" extrusionOk="0">
                <a:moveTo>
                  <a:pt x="635" y="1"/>
                </a:moveTo>
                <a:cubicBezTo>
                  <a:pt x="301" y="1"/>
                  <a:pt x="1" y="301"/>
                  <a:pt x="1" y="635"/>
                </a:cubicBezTo>
                <a:lnTo>
                  <a:pt x="1" y="1435"/>
                </a:lnTo>
                <a:cubicBezTo>
                  <a:pt x="1" y="2703"/>
                  <a:pt x="1068" y="4337"/>
                  <a:pt x="2169" y="4337"/>
                </a:cubicBezTo>
                <a:cubicBezTo>
                  <a:pt x="2236" y="4337"/>
                  <a:pt x="2336" y="4337"/>
                  <a:pt x="2403" y="4304"/>
                </a:cubicBezTo>
                <a:cubicBezTo>
                  <a:pt x="1469" y="3036"/>
                  <a:pt x="2036" y="735"/>
                  <a:pt x="4104" y="735"/>
                </a:cubicBezTo>
                <a:cubicBezTo>
                  <a:pt x="4137" y="718"/>
                  <a:pt x="4179" y="710"/>
                  <a:pt x="4221" y="710"/>
                </a:cubicBezTo>
                <a:cubicBezTo>
                  <a:pt x="4262" y="710"/>
                  <a:pt x="4304" y="718"/>
                  <a:pt x="4337" y="735"/>
                </a:cubicBezTo>
                <a:lnTo>
                  <a:pt x="4337" y="635"/>
                </a:lnTo>
                <a:cubicBezTo>
                  <a:pt x="4337" y="301"/>
                  <a:pt x="4071" y="1"/>
                  <a:pt x="3704"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2"/>
          <p:cNvSpPr/>
          <p:nvPr/>
        </p:nvSpPr>
        <p:spPr>
          <a:xfrm>
            <a:off x="6584384" y="3993123"/>
            <a:ext cx="86491" cy="85833"/>
          </a:xfrm>
          <a:custGeom>
            <a:avLst/>
            <a:gdLst/>
            <a:ahLst/>
            <a:cxnLst/>
            <a:rect l="l" t="t" r="r" b="b"/>
            <a:pathLst>
              <a:path w="4337" h="4304" extrusionOk="0">
                <a:moveTo>
                  <a:pt x="634" y="0"/>
                </a:moveTo>
                <a:cubicBezTo>
                  <a:pt x="300" y="0"/>
                  <a:pt x="0" y="267"/>
                  <a:pt x="0" y="601"/>
                </a:cubicBezTo>
                <a:lnTo>
                  <a:pt x="0" y="1401"/>
                </a:lnTo>
                <a:cubicBezTo>
                  <a:pt x="0" y="2669"/>
                  <a:pt x="1068" y="4303"/>
                  <a:pt x="2168" y="4303"/>
                </a:cubicBezTo>
                <a:lnTo>
                  <a:pt x="2269" y="4303"/>
                </a:lnTo>
                <a:cubicBezTo>
                  <a:pt x="1301" y="3036"/>
                  <a:pt x="1868" y="701"/>
                  <a:pt x="3936" y="701"/>
                </a:cubicBezTo>
                <a:cubicBezTo>
                  <a:pt x="4070" y="701"/>
                  <a:pt x="4203" y="701"/>
                  <a:pt x="4337" y="734"/>
                </a:cubicBezTo>
                <a:lnTo>
                  <a:pt x="4337" y="601"/>
                </a:lnTo>
                <a:cubicBezTo>
                  <a:pt x="4337" y="267"/>
                  <a:pt x="4070" y="0"/>
                  <a:pt x="373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2"/>
          <p:cNvSpPr/>
          <p:nvPr/>
        </p:nvSpPr>
        <p:spPr>
          <a:xfrm>
            <a:off x="6732064" y="3993123"/>
            <a:ext cx="86491" cy="85833"/>
          </a:xfrm>
          <a:custGeom>
            <a:avLst/>
            <a:gdLst/>
            <a:ahLst/>
            <a:cxnLst/>
            <a:rect l="l" t="t" r="r" b="b"/>
            <a:pathLst>
              <a:path w="4337" h="4304" extrusionOk="0">
                <a:moveTo>
                  <a:pt x="601" y="0"/>
                </a:moveTo>
                <a:cubicBezTo>
                  <a:pt x="267" y="0"/>
                  <a:pt x="1" y="267"/>
                  <a:pt x="1" y="601"/>
                </a:cubicBezTo>
                <a:lnTo>
                  <a:pt x="1" y="1401"/>
                </a:lnTo>
                <a:cubicBezTo>
                  <a:pt x="1" y="2636"/>
                  <a:pt x="1035" y="4303"/>
                  <a:pt x="2135" y="4303"/>
                </a:cubicBezTo>
                <a:cubicBezTo>
                  <a:pt x="1301" y="3036"/>
                  <a:pt x="1869" y="801"/>
                  <a:pt x="3903" y="801"/>
                </a:cubicBezTo>
                <a:cubicBezTo>
                  <a:pt x="4037" y="801"/>
                  <a:pt x="4170" y="801"/>
                  <a:pt x="4337" y="834"/>
                </a:cubicBezTo>
                <a:lnTo>
                  <a:pt x="4337" y="601"/>
                </a:lnTo>
                <a:cubicBezTo>
                  <a:pt x="4337" y="267"/>
                  <a:pt x="4037"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2"/>
          <p:cNvSpPr/>
          <p:nvPr/>
        </p:nvSpPr>
        <p:spPr>
          <a:xfrm>
            <a:off x="6879744" y="3993123"/>
            <a:ext cx="86511" cy="85833"/>
          </a:xfrm>
          <a:custGeom>
            <a:avLst/>
            <a:gdLst/>
            <a:ahLst/>
            <a:cxnLst/>
            <a:rect l="l" t="t" r="r" b="b"/>
            <a:pathLst>
              <a:path w="4338" h="4304" extrusionOk="0">
                <a:moveTo>
                  <a:pt x="635" y="0"/>
                </a:moveTo>
                <a:cubicBezTo>
                  <a:pt x="301" y="0"/>
                  <a:pt x="1" y="267"/>
                  <a:pt x="1" y="601"/>
                </a:cubicBezTo>
                <a:lnTo>
                  <a:pt x="1" y="1401"/>
                </a:lnTo>
                <a:cubicBezTo>
                  <a:pt x="1" y="2669"/>
                  <a:pt x="1068" y="4303"/>
                  <a:pt x="2169" y="4303"/>
                </a:cubicBezTo>
                <a:lnTo>
                  <a:pt x="2236" y="4303"/>
                </a:lnTo>
                <a:cubicBezTo>
                  <a:pt x="1435" y="3002"/>
                  <a:pt x="2036" y="834"/>
                  <a:pt x="4004" y="834"/>
                </a:cubicBezTo>
                <a:cubicBezTo>
                  <a:pt x="4137" y="834"/>
                  <a:pt x="4237" y="834"/>
                  <a:pt x="4337" y="868"/>
                </a:cubicBezTo>
                <a:lnTo>
                  <a:pt x="4337" y="601"/>
                </a:lnTo>
                <a:cubicBezTo>
                  <a:pt x="4337" y="267"/>
                  <a:pt x="4070" y="0"/>
                  <a:pt x="3737"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2"/>
          <p:cNvSpPr/>
          <p:nvPr/>
        </p:nvSpPr>
        <p:spPr>
          <a:xfrm>
            <a:off x="7027444" y="3993123"/>
            <a:ext cx="86491" cy="85833"/>
          </a:xfrm>
          <a:custGeom>
            <a:avLst/>
            <a:gdLst/>
            <a:ahLst/>
            <a:cxnLst/>
            <a:rect l="l" t="t" r="r" b="b"/>
            <a:pathLst>
              <a:path w="4337" h="4304" extrusionOk="0">
                <a:moveTo>
                  <a:pt x="634" y="0"/>
                </a:moveTo>
                <a:cubicBezTo>
                  <a:pt x="300" y="0"/>
                  <a:pt x="0" y="267"/>
                  <a:pt x="0" y="601"/>
                </a:cubicBezTo>
                <a:lnTo>
                  <a:pt x="0" y="1401"/>
                </a:lnTo>
                <a:cubicBezTo>
                  <a:pt x="0" y="2669"/>
                  <a:pt x="1068" y="4303"/>
                  <a:pt x="2168" y="4303"/>
                </a:cubicBezTo>
                <a:cubicBezTo>
                  <a:pt x="1234" y="3036"/>
                  <a:pt x="1801" y="701"/>
                  <a:pt x="3870" y="701"/>
                </a:cubicBezTo>
                <a:cubicBezTo>
                  <a:pt x="4036" y="701"/>
                  <a:pt x="4170" y="701"/>
                  <a:pt x="4337" y="734"/>
                </a:cubicBezTo>
                <a:lnTo>
                  <a:pt x="4337" y="601"/>
                </a:lnTo>
                <a:cubicBezTo>
                  <a:pt x="4337" y="267"/>
                  <a:pt x="4070"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2"/>
          <p:cNvSpPr/>
          <p:nvPr/>
        </p:nvSpPr>
        <p:spPr>
          <a:xfrm>
            <a:off x="7175124" y="3993123"/>
            <a:ext cx="86491" cy="85833"/>
          </a:xfrm>
          <a:custGeom>
            <a:avLst/>
            <a:gdLst/>
            <a:ahLst/>
            <a:cxnLst/>
            <a:rect l="l" t="t" r="r" b="b"/>
            <a:pathLst>
              <a:path w="4337" h="4304" extrusionOk="0">
                <a:moveTo>
                  <a:pt x="634" y="0"/>
                </a:moveTo>
                <a:cubicBezTo>
                  <a:pt x="301" y="0"/>
                  <a:pt x="0" y="267"/>
                  <a:pt x="0" y="601"/>
                </a:cubicBezTo>
                <a:lnTo>
                  <a:pt x="0" y="1401"/>
                </a:lnTo>
                <a:cubicBezTo>
                  <a:pt x="0" y="2669"/>
                  <a:pt x="1068" y="4303"/>
                  <a:pt x="2169" y="4303"/>
                </a:cubicBezTo>
                <a:lnTo>
                  <a:pt x="2269" y="4303"/>
                </a:lnTo>
                <a:cubicBezTo>
                  <a:pt x="1368" y="3036"/>
                  <a:pt x="1935" y="734"/>
                  <a:pt x="3970" y="734"/>
                </a:cubicBezTo>
                <a:cubicBezTo>
                  <a:pt x="4103" y="734"/>
                  <a:pt x="4237" y="734"/>
                  <a:pt x="4337" y="768"/>
                </a:cubicBezTo>
                <a:lnTo>
                  <a:pt x="4337" y="601"/>
                </a:lnTo>
                <a:cubicBezTo>
                  <a:pt x="4337" y="267"/>
                  <a:pt x="4070" y="0"/>
                  <a:pt x="373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2"/>
          <p:cNvSpPr/>
          <p:nvPr/>
        </p:nvSpPr>
        <p:spPr>
          <a:xfrm>
            <a:off x="7322804" y="3993123"/>
            <a:ext cx="86511" cy="85833"/>
          </a:xfrm>
          <a:custGeom>
            <a:avLst/>
            <a:gdLst/>
            <a:ahLst/>
            <a:cxnLst/>
            <a:rect l="l" t="t" r="r" b="b"/>
            <a:pathLst>
              <a:path w="4338" h="4304" extrusionOk="0">
                <a:moveTo>
                  <a:pt x="634" y="0"/>
                </a:moveTo>
                <a:cubicBezTo>
                  <a:pt x="301" y="0"/>
                  <a:pt x="1" y="267"/>
                  <a:pt x="1" y="601"/>
                </a:cubicBezTo>
                <a:lnTo>
                  <a:pt x="1" y="1401"/>
                </a:lnTo>
                <a:cubicBezTo>
                  <a:pt x="1" y="2669"/>
                  <a:pt x="1068" y="4303"/>
                  <a:pt x="2169" y="4303"/>
                </a:cubicBezTo>
                <a:cubicBezTo>
                  <a:pt x="2269" y="4303"/>
                  <a:pt x="2336" y="4303"/>
                  <a:pt x="2402" y="4270"/>
                </a:cubicBezTo>
                <a:cubicBezTo>
                  <a:pt x="1702" y="2969"/>
                  <a:pt x="2302" y="901"/>
                  <a:pt x="4270" y="901"/>
                </a:cubicBezTo>
                <a:lnTo>
                  <a:pt x="4337" y="901"/>
                </a:lnTo>
                <a:lnTo>
                  <a:pt x="4337" y="601"/>
                </a:lnTo>
                <a:cubicBezTo>
                  <a:pt x="4337" y="267"/>
                  <a:pt x="4070" y="0"/>
                  <a:pt x="3737"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2"/>
          <p:cNvSpPr/>
          <p:nvPr/>
        </p:nvSpPr>
        <p:spPr>
          <a:xfrm>
            <a:off x="7470484" y="3993123"/>
            <a:ext cx="86511" cy="85833"/>
          </a:xfrm>
          <a:custGeom>
            <a:avLst/>
            <a:gdLst/>
            <a:ahLst/>
            <a:cxnLst/>
            <a:rect l="l" t="t" r="r" b="b"/>
            <a:pathLst>
              <a:path w="4338" h="4304" extrusionOk="0">
                <a:moveTo>
                  <a:pt x="635" y="0"/>
                </a:moveTo>
                <a:cubicBezTo>
                  <a:pt x="301" y="0"/>
                  <a:pt x="1" y="267"/>
                  <a:pt x="1" y="601"/>
                </a:cubicBezTo>
                <a:lnTo>
                  <a:pt x="1" y="1401"/>
                </a:lnTo>
                <a:cubicBezTo>
                  <a:pt x="1" y="2669"/>
                  <a:pt x="1068" y="4303"/>
                  <a:pt x="2169" y="4303"/>
                </a:cubicBezTo>
                <a:cubicBezTo>
                  <a:pt x="2303" y="4303"/>
                  <a:pt x="2436" y="4303"/>
                  <a:pt x="2569" y="4237"/>
                </a:cubicBezTo>
                <a:cubicBezTo>
                  <a:pt x="1702" y="2969"/>
                  <a:pt x="2303" y="734"/>
                  <a:pt x="4304" y="734"/>
                </a:cubicBezTo>
                <a:lnTo>
                  <a:pt x="4337" y="734"/>
                </a:lnTo>
                <a:lnTo>
                  <a:pt x="4337" y="601"/>
                </a:lnTo>
                <a:cubicBezTo>
                  <a:pt x="4337" y="267"/>
                  <a:pt x="4037" y="0"/>
                  <a:pt x="3704"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2"/>
          <p:cNvSpPr/>
          <p:nvPr/>
        </p:nvSpPr>
        <p:spPr>
          <a:xfrm>
            <a:off x="7618842" y="3992445"/>
            <a:ext cx="85833" cy="86511"/>
          </a:xfrm>
          <a:custGeom>
            <a:avLst/>
            <a:gdLst/>
            <a:ahLst/>
            <a:cxnLst/>
            <a:rect l="l" t="t" r="r" b="b"/>
            <a:pathLst>
              <a:path w="4304" h="4338" extrusionOk="0">
                <a:moveTo>
                  <a:pt x="634" y="1"/>
                </a:moveTo>
                <a:cubicBezTo>
                  <a:pt x="267" y="1"/>
                  <a:pt x="1" y="301"/>
                  <a:pt x="1" y="635"/>
                </a:cubicBezTo>
                <a:lnTo>
                  <a:pt x="1" y="1435"/>
                </a:lnTo>
                <a:cubicBezTo>
                  <a:pt x="1" y="2703"/>
                  <a:pt x="1035" y="4337"/>
                  <a:pt x="2169" y="4337"/>
                </a:cubicBezTo>
                <a:cubicBezTo>
                  <a:pt x="2269" y="4337"/>
                  <a:pt x="2369" y="4337"/>
                  <a:pt x="2469" y="4304"/>
                </a:cubicBezTo>
                <a:cubicBezTo>
                  <a:pt x="1435" y="3070"/>
                  <a:pt x="1969" y="601"/>
                  <a:pt x="4070" y="601"/>
                </a:cubicBezTo>
                <a:lnTo>
                  <a:pt x="4304" y="601"/>
                </a:lnTo>
                <a:cubicBezTo>
                  <a:pt x="4304" y="268"/>
                  <a:pt x="4037"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2"/>
          <p:cNvSpPr/>
          <p:nvPr/>
        </p:nvSpPr>
        <p:spPr>
          <a:xfrm>
            <a:off x="7765864" y="3993123"/>
            <a:ext cx="86491" cy="85833"/>
          </a:xfrm>
          <a:custGeom>
            <a:avLst/>
            <a:gdLst/>
            <a:ahLst/>
            <a:cxnLst/>
            <a:rect l="l" t="t" r="r" b="b"/>
            <a:pathLst>
              <a:path w="4337" h="4304" extrusionOk="0">
                <a:moveTo>
                  <a:pt x="634" y="0"/>
                </a:moveTo>
                <a:cubicBezTo>
                  <a:pt x="301" y="0"/>
                  <a:pt x="1" y="267"/>
                  <a:pt x="1" y="601"/>
                </a:cubicBezTo>
                <a:lnTo>
                  <a:pt x="1" y="1401"/>
                </a:lnTo>
                <a:cubicBezTo>
                  <a:pt x="1" y="2669"/>
                  <a:pt x="1068" y="4303"/>
                  <a:pt x="2169" y="4303"/>
                </a:cubicBezTo>
                <a:cubicBezTo>
                  <a:pt x="2302" y="4303"/>
                  <a:pt x="2436" y="4303"/>
                  <a:pt x="2569" y="4237"/>
                </a:cubicBezTo>
                <a:cubicBezTo>
                  <a:pt x="1702" y="2969"/>
                  <a:pt x="2302" y="701"/>
                  <a:pt x="4337" y="701"/>
                </a:cubicBezTo>
                <a:lnTo>
                  <a:pt x="4337" y="601"/>
                </a:lnTo>
                <a:cubicBezTo>
                  <a:pt x="4337" y="267"/>
                  <a:pt x="4070"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2"/>
          <p:cNvSpPr/>
          <p:nvPr/>
        </p:nvSpPr>
        <p:spPr>
          <a:xfrm>
            <a:off x="7914223" y="3993123"/>
            <a:ext cx="86491" cy="85833"/>
          </a:xfrm>
          <a:custGeom>
            <a:avLst/>
            <a:gdLst/>
            <a:ahLst/>
            <a:cxnLst/>
            <a:rect l="l" t="t" r="r" b="b"/>
            <a:pathLst>
              <a:path w="4337" h="4304" extrusionOk="0">
                <a:moveTo>
                  <a:pt x="601" y="0"/>
                </a:moveTo>
                <a:cubicBezTo>
                  <a:pt x="267" y="0"/>
                  <a:pt x="0" y="267"/>
                  <a:pt x="0" y="601"/>
                </a:cubicBezTo>
                <a:lnTo>
                  <a:pt x="0" y="1401"/>
                </a:lnTo>
                <a:cubicBezTo>
                  <a:pt x="0" y="2669"/>
                  <a:pt x="1034" y="4303"/>
                  <a:pt x="2168" y="4303"/>
                </a:cubicBezTo>
                <a:cubicBezTo>
                  <a:pt x="2268" y="4303"/>
                  <a:pt x="2369" y="4303"/>
                  <a:pt x="2435" y="4270"/>
                </a:cubicBezTo>
                <a:cubicBezTo>
                  <a:pt x="1535" y="3002"/>
                  <a:pt x="2102" y="701"/>
                  <a:pt x="4170" y="701"/>
                </a:cubicBezTo>
                <a:lnTo>
                  <a:pt x="4337" y="701"/>
                </a:lnTo>
                <a:lnTo>
                  <a:pt x="4337" y="601"/>
                </a:lnTo>
                <a:cubicBezTo>
                  <a:pt x="4337" y="267"/>
                  <a:pt x="4036" y="0"/>
                  <a:pt x="370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2"/>
          <p:cNvSpPr/>
          <p:nvPr/>
        </p:nvSpPr>
        <p:spPr>
          <a:xfrm>
            <a:off x="8061903" y="3992445"/>
            <a:ext cx="85833" cy="86511"/>
          </a:xfrm>
          <a:custGeom>
            <a:avLst/>
            <a:gdLst/>
            <a:ahLst/>
            <a:cxnLst/>
            <a:rect l="l" t="t" r="r" b="b"/>
            <a:pathLst>
              <a:path w="4304" h="4338" extrusionOk="0">
                <a:moveTo>
                  <a:pt x="601" y="1"/>
                </a:moveTo>
                <a:cubicBezTo>
                  <a:pt x="267" y="1"/>
                  <a:pt x="0" y="268"/>
                  <a:pt x="0" y="635"/>
                </a:cubicBezTo>
                <a:lnTo>
                  <a:pt x="0" y="1402"/>
                </a:lnTo>
                <a:cubicBezTo>
                  <a:pt x="0" y="2670"/>
                  <a:pt x="1035" y="4337"/>
                  <a:pt x="2135" y="4337"/>
                </a:cubicBezTo>
                <a:cubicBezTo>
                  <a:pt x="1502" y="3036"/>
                  <a:pt x="2135" y="1035"/>
                  <a:pt x="4037" y="1035"/>
                </a:cubicBezTo>
                <a:lnTo>
                  <a:pt x="4304" y="1035"/>
                </a:lnTo>
                <a:lnTo>
                  <a:pt x="4304" y="635"/>
                </a:lnTo>
                <a:cubicBezTo>
                  <a:pt x="4304" y="268"/>
                  <a:pt x="4037"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2"/>
          <p:cNvSpPr/>
          <p:nvPr/>
        </p:nvSpPr>
        <p:spPr>
          <a:xfrm>
            <a:off x="6363512" y="3841435"/>
            <a:ext cx="85833" cy="86511"/>
          </a:xfrm>
          <a:custGeom>
            <a:avLst/>
            <a:gdLst/>
            <a:ahLst/>
            <a:cxnLst/>
            <a:rect l="l" t="t" r="r" b="b"/>
            <a:pathLst>
              <a:path w="4304" h="4338" extrusionOk="0">
                <a:moveTo>
                  <a:pt x="601" y="1"/>
                </a:moveTo>
                <a:cubicBezTo>
                  <a:pt x="268" y="1"/>
                  <a:pt x="1" y="268"/>
                  <a:pt x="1" y="601"/>
                </a:cubicBezTo>
                <a:lnTo>
                  <a:pt x="1" y="1402"/>
                </a:lnTo>
                <a:cubicBezTo>
                  <a:pt x="1" y="2669"/>
                  <a:pt x="1035" y="4337"/>
                  <a:pt x="2136" y="4337"/>
                </a:cubicBezTo>
                <a:cubicBezTo>
                  <a:pt x="2269" y="4337"/>
                  <a:pt x="2369" y="4304"/>
                  <a:pt x="2469" y="4271"/>
                </a:cubicBezTo>
                <a:cubicBezTo>
                  <a:pt x="1669" y="2970"/>
                  <a:pt x="2269" y="835"/>
                  <a:pt x="4237" y="835"/>
                </a:cubicBezTo>
                <a:lnTo>
                  <a:pt x="4304" y="835"/>
                </a:lnTo>
                <a:lnTo>
                  <a:pt x="4304" y="601"/>
                </a:lnTo>
                <a:cubicBezTo>
                  <a:pt x="4304" y="268"/>
                  <a:pt x="4037" y="1"/>
                  <a:pt x="3670"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2"/>
          <p:cNvSpPr/>
          <p:nvPr/>
        </p:nvSpPr>
        <p:spPr>
          <a:xfrm>
            <a:off x="6510534" y="3841435"/>
            <a:ext cx="86511" cy="86331"/>
          </a:xfrm>
          <a:custGeom>
            <a:avLst/>
            <a:gdLst/>
            <a:ahLst/>
            <a:cxnLst/>
            <a:rect l="l" t="t" r="r" b="b"/>
            <a:pathLst>
              <a:path w="4338" h="4329" extrusionOk="0">
                <a:moveTo>
                  <a:pt x="634" y="1"/>
                </a:moveTo>
                <a:cubicBezTo>
                  <a:pt x="301" y="1"/>
                  <a:pt x="1" y="268"/>
                  <a:pt x="1" y="601"/>
                </a:cubicBezTo>
                <a:lnTo>
                  <a:pt x="1" y="1402"/>
                </a:lnTo>
                <a:cubicBezTo>
                  <a:pt x="1" y="2669"/>
                  <a:pt x="1068" y="4304"/>
                  <a:pt x="2169" y="4304"/>
                </a:cubicBezTo>
                <a:cubicBezTo>
                  <a:pt x="2202" y="4321"/>
                  <a:pt x="2236" y="4329"/>
                  <a:pt x="2269" y="4329"/>
                </a:cubicBezTo>
                <a:cubicBezTo>
                  <a:pt x="2302" y="4329"/>
                  <a:pt x="2336" y="4321"/>
                  <a:pt x="2369" y="4304"/>
                </a:cubicBezTo>
                <a:cubicBezTo>
                  <a:pt x="1535" y="3003"/>
                  <a:pt x="2135" y="835"/>
                  <a:pt x="4137" y="835"/>
                </a:cubicBezTo>
                <a:lnTo>
                  <a:pt x="4337" y="835"/>
                </a:lnTo>
                <a:lnTo>
                  <a:pt x="4337" y="601"/>
                </a:lnTo>
                <a:cubicBezTo>
                  <a:pt x="4337" y="268"/>
                  <a:pt x="4070"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2"/>
          <p:cNvSpPr/>
          <p:nvPr/>
        </p:nvSpPr>
        <p:spPr>
          <a:xfrm>
            <a:off x="6658214" y="3841435"/>
            <a:ext cx="86511" cy="86511"/>
          </a:xfrm>
          <a:custGeom>
            <a:avLst/>
            <a:gdLst/>
            <a:ahLst/>
            <a:cxnLst/>
            <a:rect l="l" t="t" r="r" b="b"/>
            <a:pathLst>
              <a:path w="4338" h="4338" extrusionOk="0">
                <a:moveTo>
                  <a:pt x="635" y="1"/>
                </a:moveTo>
                <a:cubicBezTo>
                  <a:pt x="301" y="1"/>
                  <a:pt x="1" y="268"/>
                  <a:pt x="1" y="635"/>
                </a:cubicBezTo>
                <a:lnTo>
                  <a:pt x="1" y="1402"/>
                </a:lnTo>
                <a:cubicBezTo>
                  <a:pt x="1" y="2669"/>
                  <a:pt x="1068" y="4337"/>
                  <a:pt x="2169" y="4337"/>
                </a:cubicBezTo>
                <a:cubicBezTo>
                  <a:pt x="2269" y="4337"/>
                  <a:pt x="2403" y="4304"/>
                  <a:pt x="2503" y="4271"/>
                </a:cubicBezTo>
                <a:cubicBezTo>
                  <a:pt x="1702" y="2970"/>
                  <a:pt x="2303" y="835"/>
                  <a:pt x="4304" y="835"/>
                </a:cubicBezTo>
                <a:lnTo>
                  <a:pt x="4337" y="835"/>
                </a:lnTo>
                <a:lnTo>
                  <a:pt x="4337" y="601"/>
                </a:lnTo>
                <a:cubicBezTo>
                  <a:pt x="4337" y="268"/>
                  <a:pt x="4070" y="1"/>
                  <a:pt x="3737"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2"/>
          <p:cNvSpPr/>
          <p:nvPr/>
        </p:nvSpPr>
        <p:spPr>
          <a:xfrm>
            <a:off x="6805914" y="3841435"/>
            <a:ext cx="86491" cy="86511"/>
          </a:xfrm>
          <a:custGeom>
            <a:avLst/>
            <a:gdLst/>
            <a:ahLst/>
            <a:cxnLst/>
            <a:rect l="l" t="t" r="r" b="b"/>
            <a:pathLst>
              <a:path w="4337" h="4338" extrusionOk="0">
                <a:moveTo>
                  <a:pt x="634" y="1"/>
                </a:moveTo>
                <a:cubicBezTo>
                  <a:pt x="300" y="1"/>
                  <a:pt x="0" y="301"/>
                  <a:pt x="0" y="635"/>
                </a:cubicBezTo>
                <a:lnTo>
                  <a:pt x="0" y="1435"/>
                </a:lnTo>
                <a:cubicBezTo>
                  <a:pt x="0" y="2703"/>
                  <a:pt x="1068" y="4337"/>
                  <a:pt x="2168" y="4337"/>
                </a:cubicBezTo>
                <a:cubicBezTo>
                  <a:pt x="2235" y="4337"/>
                  <a:pt x="2335" y="4337"/>
                  <a:pt x="2402" y="4304"/>
                </a:cubicBezTo>
                <a:cubicBezTo>
                  <a:pt x="1535" y="3003"/>
                  <a:pt x="2135" y="801"/>
                  <a:pt x="4136" y="801"/>
                </a:cubicBezTo>
                <a:lnTo>
                  <a:pt x="4337" y="801"/>
                </a:lnTo>
                <a:lnTo>
                  <a:pt x="4337" y="635"/>
                </a:lnTo>
                <a:cubicBezTo>
                  <a:pt x="4337" y="301"/>
                  <a:pt x="4070" y="1"/>
                  <a:pt x="3736"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2"/>
          <p:cNvSpPr/>
          <p:nvPr/>
        </p:nvSpPr>
        <p:spPr>
          <a:xfrm>
            <a:off x="6953594" y="3841435"/>
            <a:ext cx="86491" cy="86511"/>
          </a:xfrm>
          <a:custGeom>
            <a:avLst/>
            <a:gdLst/>
            <a:ahLst/>
            <a:cxnLst/>
            <a:rect l="l" t="t" r="r" b="b"/>
            <a:pathLst>
              <a:path w="4337" h="4338" extrusionOk="0">
                <a:moveTo>
                  <a:pt x="634" y="1"/>
                </a:moveTo>
                <a:cubicBezTo>
                  <a:pt x="267" y="1"/>
                  <a:pt x="0" y="268"/>
                  <a:pt x="0" y="601"/>
                </a:cubicBezTo>
                <a:lnTo>
                  <a:pt x="0" y="1402"/>
                </a:lnTo>
                <a:cubicBezTo>
                  <a:pt x="0" y="2669"/>
                  <a:pt x="1035" y="4337"/>
                  <a:pt x="2169" y="4337"/>
                </a:cubicBezTo>
                <a:cubicBezTo>
                  <a:pt x="1335" y="3036"/>
                  <a:pt x="1935" y="835"/>
                  <a:pt x="3970" y="835"/>
                </a:cubicBezTo>
                <a:cubicBezTo>
                  <a:pt x="4070" y="835"/>
                  <a:pt x="4203" y="835"/>
                  <a:pt x="4337" y="868"/>
                </a:cubicBezTo>
                <a:lnTo>
                  <a:pt x="4337" y="601"/>
                </a:lnTo>
                <a:cubicBezTo>
                  <a:pt x="4337" y="268"/>
                  <a:pt x="4070" y="1"/>
                  <a:pt x="3736"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2"/>
          <p:cNvSpPr/>
          <p:nvPr/>
        </p:nvSpPr>
        <p:spPr>
          <a:xfrm>
            <a:off x="7101274" y="3841435"/>
            <a:ext cx="86511" cy="86511"/>
          </a:xfrm>
          <a:custGeom>
            <a:avLst/>
            <a:gdLst/>
            <a:ahLst/>
            <a:cxnLst/>
            <a:rect l="l" t="t" r="r" b="b"/>
            <a:pathLst>
              <a:path w="4338" h="4338" extrusionOk="0">
                <a:moveTo>
                  <a:pt x="635" y="1"/>
                </a:moveTo>
                <a:cubicBezTo>
                  <a:pt x="301" y="1"/>
                  <a:pt x="1" y="268"/>
                  <a:pt x="1" y="635"/>
                </a:cubicBezTo>
                <a:lnTo>
                  <a:pt x="1" y="1402"/>
                </a:lnTo>
                <a:cubicBezTo>
                  <a:pt x="1" y="2669"/>
                  <a:pt x="1068" y="4337"/>
                  <a:pt x="2169" y="4337"/>
                </a:cubicBezTo>
                <a:cubicBezTo>
                  <a:pt x="2269" y="4337"/>
                  <a:pt x="2336" y="4304"/>
                  <a:pt x="2402" y="4304"/>
                </a:cubicBezTo>
                <a:cubicBezTo>
                  <a:pt x="1335" y="3070"/>
                  <a:pt x="1869" y="568"/>
                  <a:pt x="4004" y="568"/>
                </a:cubicBezTo>
                <a:lnTo>
                  <a:pt x="4337" y="568"/>
                </a:lnTo>
                <a:cubicBezTo>
                  <a:pt x="4304" y="268"/>
                  <a:pt x="4037" y="1"/>
                  <a:pt x="3737"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2"/>
          <p:cNvSpPr/>
          <p:nvPr/>
        </p:nvSpPr>
        <p:spPr>
          <a:xfrm>
            <a:off x="7248974" y="3841395"/>
            <a:ext cx="86491" cy="85872"/>
          </a:xfrm>
          <a:custGeom>
            <a:avLst/>
            <a:gdLst/>
            <a:ahLst/>
            <a:cxnLst/>
            <a:rect l="l" t="t" r="r" b="b"/>
            <a:pathLst>
              <a:path w="4337" h="4306" extrusionOk="0">
                <a:moveTo>
                  <a:pt x="583" y="0"/>
                </a:moveTo>
                <a:cubicBezTo>
                  <a:pt x="270" y="0"/>
                  <a:pt x="0" y="287"/>
                  <a:pt x="0" y="603"/>
                </a:cubicBezTo>
                <a:lnTo>
                  <a:pt x="0" y="1404"/>
                </a:lnTo>
                <a:cubicBezTo>
                  <a:pt x="0" y="2671"/>
                  <a:pt x="1067" y="4306"/>
                  <a:pt x="2168" y="4306"/>
                </a:cubicBezTo>
                <a:lnTo>
                  <a:pt x="2268" y="4306"/>
                </a:lnTo>
                <a:cubicBezTo>
                  <a:pt x="1468" y="3038"/>
                  <a:pt x="2068" y="870"/>
                  <a:pt x="4070" y="870"/>
                </a:cubicBezTo>
                <a:lnTo>
                  <a:pt x="4336" y="870"/>
                </a:lnTo>
                <a:lnTo>
                  <a:pt x="4336" y="603"/>
                </a:lnTo>
                <a:cubicBezTo>
                  <a:pt x="4336" y="270"/>
                  <a:pt x="4070" y="3"/>
                  <a:pt x="3736" y="3"/>
                </a:cubicBezTo>
                <a:lnTo>
                  <a:pt x="634" y="3"/>
                </a:lnTo>
                <a:cubicBezTo>
                  <a:pt x="617" y="1"/>
                  <a:pt x="600" y="0"/>
                  <a:pt x="583"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2"/>
          <p:cNvSpPr/>
          <p:nvPr/>
        </p:nvSpPr>
        <p:spPr>
          <a:xfrm>
            <a:off x="7396654" y="3841435"/>
            <a:ext cx="86491" cy="86511"/>
          </a:xfrm>
          <a:custGeom>
            <a:avLst/>
            <a:gdLst/>
            <a:ahLst/>
            <a:cxnLst/>
            <a:rect l="l" t="t" r="r" b="b"/>
            <a:pathLst>
              <a:path w="4337" h="4338" extrusionOk="0">
                <a:moveTo>
                  <a:pt x="634" y="1"/>
                </a:moveTo>
                <a:cubicBezTo>
                  <a:pt x="301" y="1"/>
                  <a:pt x="0" y="268"/>
                  <a:pt x="0" y="635"/>
                </a:cubicBezTo>
                <a:lnTo>
                  <a:pt x="0" y="1402"/>
                </a:lnTo>
                <a:cubicBezTo>
                  <a:pt x="0" y="2669"/>
                  <a:pt x="1068" y="4337"/>
                  <a:pt x="2169" y="4337"/>
                </a:cubicBezTo>
                <a:cubicBezTo>
                  <a:pt x="2402" y="4337"/>
                  <a:pt x="2602" y="4271"/>
                  <a:pt x="2802" y="4171"/>
                </a:cubicBezTo>
                <a:cubicBezTo>
                  <a:pt x="1968" y="2903"/>
                  <a:pt x="2469" y="801"/>
                  <a:pt x="4337" y="635"/>
                </a:cubicBezTo>
                <a:cubicBezTo>
                  <a:pt x="4337" y="268"/>
                  <a:pt x="4070" y="1"/>
                  <a:pt x="3736"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2"/>
          <p:cNvSpPr/>
          <p:nvPr/>
        </p:nvSpPr>
        <p:spPr>
          <a:xfrm>
            <a:off x="7544992" y="3841435"/>
            <a:ext cx="86511" cy="86511"/>
          </a:xfrm>
          <a:custGeom>
            <a:avLst/>
            <a:gdLst/>
            <a:ahLst/>
            <a:cxnLst/>
            <a:rect l="l" t="t" r="r" b="b"/>
            <a:pathLst>
              <a:path w="4338" h="4338" extrusionOk="0">
                <a:moveTo>
                  <a:pt x="601" y="1"/>
                </a:moveTo>
                <a:cubicBezTo>
                  <a:pt x="268" y="1"/>
                  <a:pt x="1" y="301"/>
                  <a:pt x="1" y="635"/>
                </a:cubicBezTo>
                <a:lnTo>
                  <a:pt x="1" y="1435"/>
                </a:lnTo>
                <a:cubicBezTo>
                  <a:pt x="1" y="2703"/>
                  <a:pt x="1035" y="4337"/>
                  <a:pt x="2169" y="4337"/>
                </a:cubicBezTo>
                <a:cubicBezTo>
                  <a:pt x="2336" y="4337"/>
                  <a:pt x="2503" y="4304"/>
                  <a:pt x="2670" y="4204"/>
                </a:cubicBezTo>
                <a:cubicBezTo>
                  <a:pt x="1902" y="2936"/>
                  <a:pt x="2469" y="902"/>
                  <a:pt x="4337" y="801"/>
                </a:cubicBezTo>
                <a:lnTo>
                  <a:pt x="4337" y="635"/>
                </a:lnTo>
                <a:cubicBezTo>
                  <a:pt x="4337" y="301"/>
                  <a:pt x="4037" y="1"/>
                  <a:pt x="3704"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2"/>
          <p:cNvSpPr/>
          <p:nvPr/>
        </p:nvSpPr>
        <p:spPr>
          <a:xfrm>
            <a:off x="7692014" y="3841435"/>
            <a:ext cx="86511" cy="85833"/>
          </a:xfrm>
          <a:custGeom>
            <a:avLst/>
            <a:gdLst/>
            <a:ahLst/>
            <a:cxnLst/>
            <a:rect l="l" t="t" r="r" b="b"/>
            <a:pathLst>
              <a:path w="4338" h="4304" extrusionOk="0">
                <a:moveTo>
                  <a:pt x="635" y="1"/>
                </a:moveTo>
                <a:cubicBezTo>
                  <a:pt x="301" y="1"/>
                  <a:pt x="34" y="268"/>
                  <a:pt x="1" y="601"/>
                </a:cubicBezTo>
                <a:lnTo>
                  <a:pt x="1" y="1402"/>
                </a:lnTo>
                <a:cubicBezTo>
                  <a:pt x="1" y="2669"/>
                  <a:pt x="1068" y="4304"/>
                  <a:pt x="2169" y="4304"/>
                </a:cubicBezTo>
                <a:cubicBezTo>
                  <a:pt x="2269" y="4304"/>
                  <a:pt x="2336" y="4304"/>
                  <a:pt x="2403" y="4271"/>
                </a:cubicBezTo>
                <a:cubicBezTo>
                  <a:pt x="1435" y="3036"/>
                  <a:pt x="2002" y="668"/>
                  <a:pt x="4104" y="668"/>
                </a:cubicBezTo>
                <a:lnTo>
                  <a:pt x="4337" y="668"/>
                </a:lnTo>
                <a:lnTo>
                  <a:pt x="4337" y="601"/>
                </a:lnTo>
                <a:cubicBezTo>
                  <a:pt x="4337" y="268"/>
                  <a:pt x="4070" y="1"/>
                  <a:pt x="3737"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2"/>
          <p:cNvSpPr/>
          <p:nvPr/>
        </p:nvSpPr>
        <p:spPr>
          <a:xfrm>
            <a:off x="7839714" y="3841435"/>
            <a:ext cx="86491" cy="86511"/>
          </a:xfrm>
          <a:custGeom>
            <a:avLst/>
            <a:gdLst/>
            <a:ahLst/>
            <a:cxnLst/>
            <a:rect l="l" t="t" r="r" b="b"/>
            <a:pathLst>
              <a:path w="4337" h="4338" extrusionOk="0">
                <a:moveTo>
                  <a:pt x="634" y="1"/>
                </a:moveTo>
                <a:cubicBezTo>
                  <a:pt x="300" y="1"/>
                  <a:pt x="34" y="268"/>
                  <a:pt x="0" y="635"/>
                </a:cubicBezTo>
                <a:lnTo>
                  <a:pt x="0" y="1402"/>
                </a:lnTo>
                <a:cubicBezTo>
                  <a:pt x="0" y="2669"/>
                  <a:pt x="1068" y="4337"/>
                  <a:pt x="2168" y="4337"/>
                </a:cubicBezTo>
                <a:cubicBezTo>
                  <a:pt x="2302" y="4337"/>
                  <a:pt x="2435" y="4304"/>
                  <a:pt x="2535" y="4271"/>
                </a:cubicBezTo>
                <a:cubicBezTo>
                  <a:pt x="1868" y="2970"/>
                  <a:pt x="2469" y="968"/>
                  <a:pt x="4337" y="935"/>
                </a:cubicBezTo>
                <a:lnTo>
                  <a:pt x="4337" y="635"/>
                </a:lnTo>
                <a:cubicBezTo>
                  <a:pt x="4337" y="268"/>
                  <a:pt x="4070" y="1"/>
                  <a:pt x="3736"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2"/>
          <p:cNvSpPr/>
          <p:nvPr/>
        </p:nvSpPr>
        <p:spPr>
          <a:xfrm>
            <a:off x="7988053" y="3841435"/>
            <a:ext cx="85833" cy="86511"/>
          </a:xfrm>
          <a:custGeom>
            <a:avLst/>
            <a:gdLst/>
            <a:ahLst/>
            <a:cxnLst/>
            <a:rect l="l" t="t" r="r" b="b"/>
            <a:pathLst>
              <a:path w="4304" h="4338" extrusionOk="0">
                <a:moveTo>
                  <a:pt x="601" y="1"/>
                </a:moveTo>
                <a:cubicBezTo>
                  <a:pt x="268" y="1"/>
                  <a:pt x="1" y="268"/>
                  <a:pt x="1" y="601"/>
                </a:cubicBezTo>
                <a:lnTo>
                  <a:pt x="1" y="1402"/>
                </a:lnTo>
                <a:cubicBezTo>
                  <a:pt x="1" y="2669"/>
                  <a:pt x="1035" y="4337"/>
                  <a:pt x="2136" y="4337"/>
                </a:cubicBezTo>
                <a:lnTo>
                  <a:pt x="2269" y="4337"/>
                </a:lnTo>
                <a:cubicBezTo>
                  <a:pt x="1335" y="3036"/>
                  <a:pt x="1902" y="701"/>
                  <a:pt x="3970" y="701"/>
                </a:cubicBezTo>
                <a:cubicBezTo>
                  <a:pt x="4070" y="701"/>
                  <a:pt x="4204" y="735"/>
                  <a:pt x="4304" y="735"/>
                </a:cubicBezTo>
                <a:lnTo>
                  <a:pt x="4304" y="601"/>
                </a:lnTo>
                <a:cubicBezTo>
                  <a:pt x="4304" y="268"/>
                  <a:pt x="4037"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2"/>
          <p:cNvSpPr/>
          <p:nvPr/>
        </p:nvSpPr>
        <p:spPr>
          <a:xfrm>
            <a:off x="8135753" y="3841435"/>
            <a:ext cx="85833" cy="86511"/>
          </a:xfrm>
          <a:custGeom>
            <a:avLst/>
            <a:gdLst/>
            <a:ahLst/>
            <a:cxnLst/>
            <a:rect l="l" t="t" r="r" b="b"/>
            <a:pathLst>
              <a:path w="4304" h="4338" extrusionOk="0">
                <a:moveTo>
                  <a:pt x="601" y="1"/>
                </a:moveTo>
                <a:cubicBezTo>
                  <a:pt x="267" y="1"/>
                  <a:pt x="0" y="268"/>
                  <a:pt x="0" y="635"/>
                </a:cubicBezTo>
                <a:lnTo>
                  <a:pt x="0" y="1402"/>
                </a:lnTo>
                <a:cubicBezTo>
                  <a:pt x="0" y="2669"/>
                  <a:pt x="1034" y="4337"/>
                  <a:pt x="2135" y="4337"/>
                </a:cubicBezTo>
                <a:cubicBezTo>
                  <a:pt x="1501" y="3003"/>
                  <a:pt x="2135" y="1035"/>
                  <a:pt x="4036" y="1035"/>
                </a:cubicBezTo>
                <a:lnTo>
                  <a:pt x="4303" y="1035"/>
                </a:lnTo>
                <a:lnTo>
                  <a:pt x="4303" y="635"/>
                </a:lnTo>
                <a:cubicBezTo>
                  <a:pt x="4303" y="268"/>
                  <a:pt x="4036"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2"/>
          <p:cNvSpPr/>
          <p:nvPr/>
        </p:nvSpPr>
        <p:spPr>
          <a:xfrm>
            <a:off x="6717425" y="4150775"/>
            <a:ext cx="1149526" cy="101806"/>
          </a:xfrm>
          <a:custGeom>
            <a:avLst/>
            <a:gdLst/>
            <a:ahLst/>
            <a:cxnLst/>
            <a:rect l="l" t="t" r="r" b="b"/>
            <a:pathLst>
              <a:path w="57642" h="5105" extrusionOk="0">
                <a:moveTo>
                  <a:pt x="501" y="1"/>
                </a:moveTo>
                <a:cubicBezTo>
                  <a:pt x="234" y="1"/>
                  <a:pt x="1" y="201"/>
                  <a:pt x="1" y="501"/>
                </a:cubicBezTo>
                <a:lnTo>
                  <a:pt x="1" y="4604"/>
                </a:lnTo>
                <a:cubicBezTo>
                  <a:pt x="1" y="4871"/>
                  <a:pt x="234" y="5105"/>
                  <a:pt x="501" y="5105"/>
                </a:cubicBezTo>
                <a:lnTo>
                  <a:pt x="57141" y="5105"/>
                </a:lnTo>
                <a:cubicBezTo>
                  <a:pt x="57408" y="5105"/>
                  <a:pt x="57642" y="4871"/>
                  <a:pt x="57642" y="4604"/>
                </a:cubicBezTo>
                <a:lnTo>
                  <a:pt x="57642" y="501"/>
                </a:lnTo>
                <a:cubicBezTo>
                  <a:pt x="57642" y="201"/>
                  <a:pt x="57408" y="1"/>
                  <a:pt x="57141" y="1"/>
                </a:cubicBezTo>
                <a:close/>
              </a:path>
            </a:pathLst>
          </a:custGeom>
          <a:solidFill>
            <a:srgbClr val="FFFFFF">
              <a:alpha val="44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2"/>
          <p:cNvSpPr/>
          <p:nvPr/>
        </p:nvSpPr>
        <p:spPr>
          <a:xfrm>
            <a:off x="7933508" y="4158094"/>
            <a:ext cx="86491" cy="86511"/>
          </a:xfrm>
          <a:custGeom>
            <a:avLst/>
            <a:gdLst/>
            <a:ahLst/>
            <a:cxnLst/>
            <a:rect l="l" t="t" r="r" b="b"/>
            <a:pathLst>
              <a:path w="4337" h="4338" extrusionOk="0">
                <a:moveTo>
                  <a:pt x="634" y="1"/>
                </a:moveTo>
                <a:cubicBezTo>
                  <a:pt x="301" y="1"/>
                  <a:pt x="1" y="301"/>
                  <a:pt x="1" y="635"/>
                </a:cubicBezTo>
                <a:lnTo>
                  <a:pt x="1" y="1435"/>
                </a:lnTo>
                <a:cubicBezTo>
                  <a:pt x="1" y="2703"/>
                  <a:pt x="1068" y="4337"/>
                  <a:pt x="2169" y="4337"/>
                </a:cubicBezTo>
                <a:cubicBezTo>
                  <a:pt x="2269" y="4337"/>
                  <a:pt x="2369" y="4337"/>
                  <a:pt x="2436" y="4304"/>
                </a:cubicBezTo>
                <a:cubicBezTo>
                  <a:pt x="1835" y="3003"/>
                  <a:pt x="2469" y="1068"/>
                  <a:pt x="4337" y="1035"/>
                </a:cubicBezTo>
                <a:lnTo>
                  <a:pt x="4337" y="635"/>
                </a:lnTo>
                <a:cubicBezTo>
                  <a:pt x="4337" y="301"/>
                  <a:pt x="4070" y="1"/>
                  <a:pt x="3703"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2"/>
          <p:cNvSpPr/>
          <p:nvPr/>
        </p:nvSpPr>
        <p:spPr>
          <a:xfrm>
            <a:off x="6565079" y="4158094"/>
            <a:ext cx="85833" cy="86511"/>
          </a:xfrm>
          <a:custGeom>
            <a:avLst/>
            <a:gdLst/>
            <a:ahLst/>
            <a:cxnLst/>
            <a:rect l="l" t="t" r="r" b="b"/>
            <a:pathLst>
              <a:path w="4304" h="4338" extrusionOk="0">
                <a:moveTo>
                  <a:pt x="601" y="1"/>
                </a:moveTo>
                <a:cubicBezTo>
                  <a:pt x="268" y="34"/>
                  <a:pt x="1" y="301"/>
                  <a:pt x="1" y="635"/>
                </a:cubicBezTo>
                <a:lnTo>
                  <a:pt x="1" y="1435"/>
                </a:lnTo>
                <a:cubicBezTo>
                  <a:pt x="1" y="2703"/>
                  <a:pt x="1035" y="4337"/>
                  <a:pt x="2169" y="4337"/>
                </a:cubicBezTo>
                <a:lnTo>
                  <a:pt x="2236" y="4337"/>
                </a:lnTo>
                <a:cubicBezTo>
                  <a:pt x="1335" y="3070"/>
                  <a:pt x="1936" y="768"/>
                  <a:pt x="3970" y="768"/>
                </a:cubicBezTo>
                <a:cubicBezTo>
                  <a:pt x="4070" y="768"/>
                  <a:pt x="4204" y="801"/>
                  <a:pt x="4304" y="801"/>
                </a:cubicBezTo>
                <a:lnTo>
                  <a:pt x="4304" y="635"/>
                </a:lnTo>
                <a:cubicBezTo>
                  <a:pt x="4304" y="301"/>
                  <a:pt x="4037" y="1"/>
                  <a:pt x="3704"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2"/>
          <p:cNvSpPr/>
          <p:nvPr/>
        </p:nvSpPr>
        <p:spPr>
          <a:xfrm>
            <a:off x="6220478" y="2439082"/>
            <a:ext cx="2144038" cy="518904"/>
          </a:xfrm>
          <a:custGeom>
            <a:avLst/>
            <a:gdLst/>
            <a:ahLst/>
            <a:cxnLst/>
            <a:rect l="l" t="t" r="r" b="b"/>
            <a:pathLst>
              <a:path w="107511" h="26020" extrusionOk="0">
                <a:moveTo>
                  <a:pt x="2636" y="1"/>
                </a:moveTo>
                <a:cubicBezTo>
                  <a:pt x="1168" y="1"/>
                  <a:pt x="1" y="1202"/>
                  <a:pt x="1" y="2669"/>
                </a:cubicBezTo>
                <a:lnTo>
                  <a:pt x="1" y="26019"/>
                </a:lnTo>
                <a:lnTo>
                  <a:pt x="107511" y="26019"/>
                </a:lnTo>
                <a:lnTo>
                  <a:pt x="107511" y="2669"/>
                </a:lnTo>
                <a:cubicBezTo>
                  <a:pt x="107511" y="1202"/>
                  <a:pt x="106310" y="1"/>
                  <a:pt x="1048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2"/>
          <p:cNvSpPr/>
          <p:nvPr/>
        </p:nvSpPr>
        <p:spPr>
          <a:xfrm>
            <a:off x="6365506" y="2178982"/>
            <a:ext cx="1854672" cy="347937"/>
          </a:xfrm>
          <a:custGeom>
            <a:avLst/>
            <a:gdLst/>
            <a:ahLst/>
            <a:cxnLst/>
            <a:rect l="l" t="t" r="r" b="b"/>
            <a:pathLst>
              <a:path w="93001" h="17447" extrusionOk="0">
                <a:moveTo>
                  <a:pt x="1" y="0"/>
                </a:moveTo>
                <a:cubicBezTo>
                  <a:pt x="1769" y="5704"/>
                  <a:pt x="3036" y="11542"/>
                  <a:pt x="3737" y="17446"/>
                </a:cubicBezTo>
                <a:lnTo>
                  <a:pt x="89231" y="17446"/>
                </a:lnTo>
                <a:cubicBezTo>
                  <a:pt x="89932" y="11542"/>
                  <a:pt x="91166" y="5671"/>
                  <a:pt x="930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2"/>
          <p:cNvSpPr/>
          <p:nvPr/>
        </p:nvSpPr>
        <p:spPr>
          <a:xfrm>
            <a:off x="6423382" y="2415150"/>
            <a:ext cx="1738268" cy="111778"/>
          </a:xfrm>
          <a:custGeom>
            <a:avLst/>
            <a:gdLst/>
            <a:ahLst/>
            <a:cxnLst/>
            <a:rect l="l" t="t" r="r" b="b"/>
            <a:pathLst>
              <a:path w="87164" h="5605" extrusionOk="0">
                <a:moveTo>
                  <a:pt x="1" y="0"/>
                </a:moveTo>
                <a:cubicBezTo>
                  <a:pt x="635" y="3436"/>
                  <a:pt x="868" y="5604"/>
                  <a:pt x="868" y="5604"/>
                </a:cubicBezTo>
                <a:lnTo>
                  <a:pt x="86329" y="5604"/>
                </a:lnTo>
                <a:cubicBezTo>
                  <a:pt x="86329" y="5604"/>
                  <a:pt x="86529" y="3369"/>
                  <a:pt x="87163"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2"/>
          <p:cNvSpPr/>
          <p:nvPr/>
        </p:nvSpPr>
        <p:spPr>
          <a:xfrm>
            <a:off x="6365506" y="2178982"/>
            <a:ext cx="1854672" cy="347937"/>
          </a:xfrm>
          <a:custGeom>
            <a:avLst/>
            <a:gdLst/>
            <a:ahLst/>
            <a:cxnLst/>
            <a:rect l="l" t="t" r="r" b="b"/>
            <a:pathLst>
              <a:path w="93001" h="17447" fill="none" extrusionOk="0">
                <a:moveTo>
                  <a:pt x="89231" y="17446"/>
                </a:moveTo>
                <a:lnTo>
                  <a:pt x="3737" y="17446"/>
                </a:lnTo>
                <a:cubicBezTo>
                  <a:pt x="3036" y="11542"/>
                  <a:pt x="1769" y="5704"/>
                  <a:pt x="1" y="0"/>
                </a:cubicBezTo>
                <a:lnTo>
                  <a:pt x="93000" y="0"/>
                </a:lnTo>
                <a:cubicBezTo>
                  <a:pt x="91166" y="5671"/>
                  <a:pt x="89932" y="11542"/>
                  <a:pt x="89231" y="17446"/>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2"/>
          <p:cNvSpPr/>
          <p:nvPr/>
        </p:nvSpPr>
        <p:spPr>
          <a:xfrm>
            <a:off x="6449328" y="2820278"/>
            <a:ext cx="1672398" cy="687857"/>
          </a:xfrm>
          <a:custGeom>
            <a:avLst/>
            <a:gdLst/>
            <a:ahLst/>
            <a:cxnLst/>
            <a:rect l="l" t="t" r="r" b="b"/>
            <a:pathLst>
              <a:path w="83861" h="34492" extrusionOk="0">
                <a:moveTo>
                  <a:pt x="1" y="1"/>
                </a:moveTo>
                <a:lnTo>
                  <a:pt x="1" y="34492"/>
                </a:lnTo>
                <a:lnTo>
                  <a:pt x="83861" y="34492"/>
                </a:lnTo>
                <a:lnTo>
                  <a:pt x="83861" y="1"/>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2"/>
          <p:cNvSpPr/>
          <p:nvPr/>
        </p:nvSpPr>
        <p:spPr>
          <a:xfrm>
            <a:off x="7243649" y="2932041"/>
            <a:ext cx="42597" cy="515573"/>
          </a:xfrm>
          <a:custGeom>
            <a:avLst/>
            <a:gdLst/>
            <a:ahLst/>
            <a:cxnLst/>
            <a:rect l="l" t="t" r="r" b="b"/>
            <a:pathLst>
              <a:path w="2136" h="25853" extrusionOk="0">
                <a:moveTo>
                  <a:pt x="2135" y="1"/>
                </a:moveTo>
                <a:lnTo>
                  <a:pt x="2135" y="1"/>
                </a:lnTo>
                <a:cubicBezTo>
                  <a:pt x="1401" y="8640"/>
                  <a:pt x="701" y="17246"/>
                  <a:pt x="0" y="25852"/>
                </a:cubicBezTo>
                <a:lnTo>
                  <a:pt x="467" y="25852"/>
                </a:lnTo>
                <a:cubicBezTo>
                  <a:pt x="1001" y="17246"/>
                  <a:pt x="1568" y="8640"/>
                  <a:pt x="2135"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2"/>
          <p:cNvSpPr/>
          <p:nvPr/>
        </p:nvSpPr>
        <p:spPr>
          <a:xfrm>
            <a:off x="7215709" y="2932041"/>
            <a:ext cx="65870" cy="513579"/>
          </a:xfrm>
          <a:custGeom>
            <a:avLst/>
            <a:gdLst/>
            <a:ahLst/>
            <a:cxnLst/>
            <a:rect l="l" t="t" r="r" b="b"/>
            <a:pathLst>
              <a:path w="3303" h="25753" extrusionOk="0">
                <a:moveTo>
                  <a:pt x="3303" y="1"/>
                </a:moveTo>
                <a:cubicBezTo>
                  <a:pt x="2202" y="8640"/>
                  <a:pt x="1101" y="17213"/>
                  <a:pt x="0" y="25719"/>
                </a:cubicBezTo>
                <a:lnTo>
                  <a:pt x="434" y="25752"/>
                </a:lnTo>
                <a:cubicBezTo>
                  <a:pt x="1401" y="17213"/>
                  <a:pt x="2369" y="8640"/>
                  <a:pt x="330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2"/>
          <p:cNvSpPr/>
          <p:nvPr/>
        </p:nvSpPr>
        <p:spPr>
          <a:xfrm>
            <a:off x="7187768" y="2932041"/>
            <a:ext cx="91157" cy="510907"/>
          </a:xfrm>
          <a:custGeom>
            <a:avLst/>
            <a:gdLst/>
            <a:ahLst/>
            <a:cxnLst/>
            <a:rect l="l" t="t" r="r" b="b"/>
            <a:pathLst>
              <a:path w="4571" h="25619" extrusionOk="0">
                <a:moveTo>
                  <a:pt x="4570" y="1"/>
                </a:moveTo>
                <a:lnTo>
                  <a:pt x="4570" y="1"/>
                </a:lnTo>
                <a:cubicBezTo>
                  <a:pt x="3036" y="8640"/>
                  <a:pt x="1501" y="17146"/>
                  <a:pt x="0" y="25586"/>
                </a:cubicBezTo>
                <a:cubicBezTo>
                  <a:pt x="134" y="25586"/>
                  <a:pt x="300" y="25619"/>
                  <a:pt x="434" y="25619"/>
                </a:cubicBezTo>
                <a:cubicBezTo>
                  <a:pt x="1801" y="17180"/>
                  <a:pt x="3169" y="8640"/>
                  <a:pt x="457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2"/>
          <p:cNvSpPr/>
          <p:nvPr/>
        </p:nvSpPr>
        <p:spPr>
          <a:xfrm>
            <a:off x="7159828" y="2932041"/>
            <a:ext cx="115766" cy="506918"/>
          </a:xfrm>
          <a:custGeom>
            <a:avLst/>
            <a:gdLst/>
            <a:ahLst/>
            <a:cxnLst/>
            <a:rect l="l" t="t" r="r" b="b"/>
            <a:pathLst>
              <a:path w="5805" h="25419" extrusionOk="0">
                <a:moveTo>
                  <a:pt x="5804" y="1"/>
                </a:moveTo>
                <a:cubicBezTo>
                  <a:pt x="3870" y="8607"/>
                  <a:pt x="1935" y="17079"/>
                  <a:pt x="0" y="25352"/>
                </a:cubicBezTo>
                <a:lnTo>
                  <a:pt x="434" y="25419"/>
                </a:lnTo>
                <a:cubicBezTo>
                  <a:pt x="2202" y="17079"/>
                  <a:pt x="4003" y="8607"/>
                  <a:pt x="5804"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2"/>
          <p:cNvSpPr/>
          <p:nvPr/>
        </p:nvSpPr>
        <p:spPr>
          <a:xfrm>
            <a:off x="7131887" y="2932041"/>
            <a:ext cx="140375" cy="502272"/>
          </a:xfrm>
          <a:custGeom>
            <a:avLst/>
            <a:gdLst/>
            <a:ahLst/>
            <a:cxnLst/>
            <a:rect l="l" t="t" r="r" b="b"/>
            <a:pathLst>
              <a:path w="7039" h="25186" extrusionOk="0">
                <a:moveTo>
                  <a:pt x="7039" y="1"/>
                </a:moveTo>
                <a:cubicBezTo>
                  <a:pt x="4670" y="8607"/>
                  <a:pt x="2335" y="16979"/>
                  <a:pt x="0" y="25085"/>
                </a:cubicBezTo>
                <a:lnTo>
                  <a:pt x="434" y="25185"/>
                </a:lnTo>
                <a:cubicBezTo>
                  <a:pt x="2602" y="17013"/>
                  <a:pt x="4804" y="8607"/>
                  <a:pt x="7039"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2"/>
          <p:cNvSpPr/>
          <p:nvPr/>
        </p:nvSpPr>
        <p:spPr>
          <a:xfrm>
            <a:off x="7103946" y="2932041"/>
            <a:ext cx="164984" cy="496289"/>
          </a:xfrm>
          <a:custGeom>
            <a:avLst/>
            <a:gdLst/>
            <a:ahLst/>
            <a:cxnLst/>
            <a:rect l="l" t="t" r="r" b="b"/>
            <a:pathLst>
              <a:path w="8273" h="24886" extrusionOk="0">
                <a:moveTo>
                  <a:pt x="8273" y="1"/>
                </a:moveTo>
                <a:cubicBezTo>
                  <a:pt x="5471" y="8607"/>
                  <a:pt x="2702" y="16846"/>
                  <a:pt x="0" y="24785"/>
                </a:cubicBezTo>
                <a:lnTo>
                  <a:pt x="467" y="24885"/>
                </a:lnTo>
                <a:cubicBezTo>
                  <a:pt x="3002" y="16879"/>
                  <a:pt x="5638" y="8607"/>
                  <a:pt x="827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2"/>
          <p:cNvSpPr/>
          <p:nvPr/>
        </p:nvSpPr>
        <p:spPr>
          <a:xfrm>
            <a:off x="7076006" y="2932041"/>
            <a:ext cx="189593" cy="489628"/>
          </a:xfrm>
          <a:custGeom>
            <a:avLst/>
            <a:gdLst/>
            <a:ahLst/>
            <a:cxnLst/>
            <a:rect l="l" t="t" r="r" b="b"/>
            <a:pathLst>
              <a:path w="9507" h="24552" extrusionOk="0">
                <a:moveTo>
                  <a:pt x="9507" y="1"/>
                </a:moveTo>
                <a:lnTo>
                  <a:pt x="9507" y="1"/>
                </a:lnTo>
                <a:cubicBezTo>
                  <a:pt x="6305" y="8573"/>
                  <a:pt x="3102" y="16713"/>
                  <a:pt x="0" y="24418"/>
                </a:cubicBezTo>
                <a:lnTo>
                  <a:pt x="467" y="24551"/>
                </a:lnTo>
                <a:cubicBezTo>
                  <a:pt x="3403" y="16746"/>
                  <a:pt x="6438" y="8573"/>
                  <a:pt x="9507"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2"/>
          <p:cNvSpPr/>
          <p:nvPr/>
        </p:nvSpPr>
        <p:spPr>
          <a:xfrm>
            <a:off x="7049382" y="2931382"/>
            <a:ext cx="212906" cy="481631"/>
          </a:xfrm>
          <a:custGeom>
            <a:avLst/>
            <a:gdLst/>
            <a:ahLst/>
            <a:cxnLst/>
            <a:rect l="l" t="t" r="r" b="b"/>
            <a:pathLst>
              <a:path w="10676" h="24151" extrusionOk="0">
                <a:moveTo>
                  <a:pt x="10675" y="0"/>
                </a:moveTo>
                <a:lnTo>
                  <a:pt x="10675" y="0"/>
                </a:lnTo>
                <a:cubicBezTo>
                  <a:pt x="7039" y="8606"/>
                  <a:pt x="3403" y="16579"/>
                  <a:pt x="1" y="24017"/>
                </a:cubicBezTo>
                <a:lnTo>
                  <a:pt x="435" y="24151"/>
                </a:lnTo>
                <a:cubicBezTo>
                  <a:pt x="3737" y="16645"/>
                  <a:pt x="7206" y="8606"/>
                  <a:pt x="10675"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2"/>
          <p:cNvSpPr/>
          <p:nvPr/>
        </p:nvSpPr>
        <p:spPr>
          <a:xfrm>
            <a:off x="7021441" y="2931382"/>
            <a:ext cx="237515" cy="472318"/>
          </a:xfrm>
          <a:custGeom>
            <a:avLst/>
            <a:gdLst/>
            <a:ahLst/>
            <a:cxnLst/>
            <a:rect l="l" t="t" r="r" b="b"/>
            <a:pathLst>
              <a:path w="11910" h="23684" extrusionOk="0">
                <a:moveTo>
                  <a:pt x="11909" y="0"/>
                </a:moveTo>
                <a:lnTo>
                  <a:pt x="11909" y="0"/>
                </a:lnTo>
                <a:cubicBezTo>
                  <a:pt x="7840" y="8573"/>
                  <a:pt x="3804" y="16412"/>
                  <a:pt x="1" y="23517"/>
                </a:cubicBezTo>
                <a:lnTo>
                  <a:pt x="468" y="23684"/>
                </a:lnTo>
                <a:cubicBezTo>
                  <a:pt x="4104" y="16479"/>
                  <a:pt x="8007" y="8573"/>
                  <a:pt x="1190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2"/>
          <p:cNvSpPr/>
          <p:nvPr/>
        </p:nvSpPr>
        <p:spPr>
          <a:xfrm>
            <a:off x="6994837" y="2931382"/>
            <a:ext cx="260788" cy="461689"/>
          </a:xfrm>
          <a:custGeom>
            <a:avLst/>
            <a:gdLst/>
            <a:ahLst/>
            <a:cxnLst/>
            <a:rect l="l" t="t" r="r" b="b"/>
            <a:pathLst>
              <a:path w="13077" h="23151" extrusionOk="0">
                <a:moveTo>
                  <a:pt x="13077" y="0"/>
                </a:moveTo>
                <a:cubicBezTo>
                  <a:pt x="8573" y="8540"/>
                  <a:pt x="4104" y="16212"/>
                  <a:pt x="1" y="22983"/>
                </a:cubicBezTo>
                <a:lnTo>
                  <a:pt x="434" y="23150"/>
                </a:lnTo>
                <a:cubicBezTo>
                  <a:pt x="4437" y="16279"/>
                  <a:pt x="8740" y="8573"/>
                  <a:pt x="13077"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2"/>
          <p:cNvSpPr/>
          <p:nvPr/>
        </p:nvSpPr>
        <p:spPr>
          <a:xfrm>
            <a:off x="6967554" y="2931382"/>
            <a:ext cx="284739" cy="450381"/>
          </a:xfrm>
          <a:custGeom>
            <a:avLst/>
            <a:gdLst/>
            <a:ahLst/>
            <a:cxnLst/>
            <a:rect l="l" t="t" r="r" b="b"/>
            <a:pathLst>
              <a:path w="14278" h="22584" extrusionOk="0">
                <a:moveTo>
                  <a:pt x="14278" y="0"/>
                </a:moveTo>
                <a:lnTo>
                  <a:pt x="14278" y="0"/>
                </a:lnTo>
                <a:cubicBezTo>
                  <a:pt x="9341" y="8540"/>
                  <a:pt x="4437" y="15978"/>
                  <a:pt x="1" y="22350"/>
                </a:cubicBezTo>
                <a:lnTo>
                  <a:pt x="468" y="22583"/>
                </a:lnTo>
                <a:cubicBezTo>
                  <a:pt x="4771" y="16045"/>
                  <a:pt x="9508" y="8540"/>
                  <a:pt x="14278"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2"/>
          <p:cNvSpPr/>
          <p:nvPr/>
        </p:nvSpPr>
        <p:spPr>
          <a:xfrm>
            <a:off x="6941628" y="2930704"/>
            <a:ext cx="307354" cy="437738"/>
          </a:xfrm>
          <a:custGeom>
            <a:avLst/>
            <a:gdLst/>
            <a:ahLst/>
            <a:cxnLst/>
            <a:rect l="l" t="t" r="r" b="b"/>
            <a:pathLst>
              <a:path w="15412" h="21950" extrusionOk="0">
                <a:moveTo>
                  <a:pt x="15411" y="1"/>
                </a:moveTo>
                <a:cubicBezTo>
                  <a:pt x="10641" y="7506"/>
                  <a:pt x="5504" y="14745"/>
                  <a:pt x="0" y="21716"/>
                </a:cubicBezTo>
                <a:lnTo>
                  <a:pt x="467" y="21950"/>
                </a:lnTo>
                <a:cubicBezTo>
                  <a:pt x="5037" y="15846"/>
                  <a:pt x="10207" y="8540"/>
                  <a:pt x="1541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2"/>
          <p:cNvSpPr/>
          <p:nvPr/>
        </p:nvSpPr>
        <p:spPr>
          <a:xfrm>
            <a:off x="6916340" y="2930704"/>
            <a:ext cx="329311" cy="423120"/>
          </a:xfrm>
          <a:custGeom>
            <a:avLst/>
            <a:gdLst/>
            <a:ahLst/>
            <a:cxnLst/>
            <a:rect l="l" t="t" r="r" b="b"/>
            <a:pathLst>
              <a:path w="16513" h="21217" extrusionOk="0">
                <a:moveTo>
                  <a:pt x="16512" y="1"/>
                </a:moveTo>
                <a:lnTo>
                  <a:pt x="16512" y="1"/>
                </a:lnTo>
                <a:cubicBezTo>
                  <a:pt x="11475" y="7339"/>
                  <a:pt x="5971" y="14344"/>
                  <a:pt x="0" y="20949"/>
                </a:cubicBezTo>
                <a:cubicBezTo>
                  <a:pt x="134" y="21049"/>
                  <a:pt x="301" y="21149"/>
                  <a:pt x="434" y="21216"/>
                </a:cubicBezTo>
                <a:cubicBezTo>
                  <a:pt x="6238" y="14478"/>
                  <a:pt x="11609" y="7406"/>
                  <a:pt x="16512"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2"/>
          <p:cNvSpPr/>
          <p:nvPr/>
        </p:nvSpPr>
        <p:spPr>
          <a:xfrm>
            <a:off x="6890394" y="2930704"/>
            <a:ext cx="351925" cy="407804"/>
          </a:xfrm>
          <a:custGeom>
            <a:avLst/>
            <a:gdLst/>
            <a:ahLst/>
            <a:cxnLst/>
            <a:rect l="l" t="t" r="r" b="b"/>
            <a:pathLst>
              <a:path w="17647" h="20449" extrusionOk="0">
                <a:moveTo>
                  <a:pt x="17646" y="1"/>
                </a:moveTo>
                <a:lnTo>
                  <a:pt x="17646" y="1"/>
                </a:lnTo>
                <a:cubicBezTo>
                  <a:pt x="12343" y="7206"/>
                  <a:pt x="6438" y="13911"/>
                  <a:pt x="1" y="20115"/>
                </a:cubicBezTo>
                <a:lnTo>
                  <a:pt x="468" y="20449"/>
                </a:lnTo>
                <a:cubicBezTo>
                  <a:pt x="6705" y="14078"/>
                  <a:pt x="12443" y="7239"/>
                  <a:pt x="17646"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2"/>
          <p:cNvSpPr/>
          <p:nvPr/>
        </p:nvSpPr>
        <p:spPr>
          <a:xfrm>
            <a:off x="6866442" y="2930046"/>
            <a:ext cx="372546" cy="391172"/>
          </a:xfrm>
          <a:custGeom>
            <a:avLst/>
            <a:gdLst/>
            <a:ahLst/>
            <a:cxnLst/>
            <a:rect l="l" t="t" r="r" b="b"/>
            <a:pathLst>
              <a:path w="18681" h="19615" extrusionOk="0">
                <a:moveTo>
                  <a:pt x="18681" y="0"/>
                </a:moveTo>
                <a:lnTo>
                  <a:pt x="18681" y="0"/>
                </a:lnTo>
                <a:cubicBezTo>
                  <a:pt x="11976" y="8407"/>
                  <a:pt x="5405" y="14811"/>
                  <a:pt x="1" y="19248"/>
                </a:cubicBezTo>
                <a:lnTo>
                  <a:pt x="434" y="19615"/>
                </a:lnTo>
                <a:cubicBezTo>
                  <a:pt x="7106" y="13677"/>
                  <a:pt x="13243" y="7106"/>
                  <a:pt x="1868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p:cNvSpPr/>
          <p:nvPr/>
        </p:nvSpPr>
        <p:spPr>
          <a:xfrm>
            <a:off x="6842490" y="2930046"/>
            <a:ext cx="393166" cy="371888"/>
          </a:xfrm>
          <a:custGeom>
            <a:avLst/>
            <a:gdLst/>
            <a:ahLst/>
            <a:cxnLst/>
            <a:rect l="l" t="t" r="r" b="b"/>
            <a:pathLst>
              <a:path w="19715" h="18648" extrusionOk="0">
                <a:moveTo>
                  <a:pt x="19715" y="0"/>
                </a:moveTo>
                <a:lnTo>
                  <a:pt x="19715" y="0"/>
                </a:lnTo>
                <a:cubicBezTo>
                  <a:pt x="12576" y="8340"/>
                  <a:pt x="5571" y="14444"/>
                  <a:pt x="1" y="18280"/>
                </a:cubicBezTo>
                <a:lnTo>
                  <a:pt x="434" y="18647"/>
                </a:lnTo>
                <a:cubicBezTo>
                  <a:pt x="5938" y="14578"/>
                  <a:pt x="12743" y="8373"/>
                  <a:pt x="19715"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p:cNvSpPr/>
          <p:nvPr/>
        </p:nvSpPr>
        <p:spPr>
          <a:xfrm>
            <a:off x="6819874" y="2930046"/>
            <a:ext cx="412471" cy="351267"/>
          </a:xfrm>
          <a:custGeom>
            <a:avLst/>
            <a:gdLst/>
            <a:ahLst/>
            <a:cxnLst/>
            <a:rect l="l" t="t" r="r" b="b"/>
            <a:pathLst>
              <a:path w="20683" h="17614" extrusionOk="0">
                <a:moveTo>
                  <a:pt x="20682" y="0"/>
                </a:moveTo>
                <a:cubicBezTo>
                  <a:pt x="13077" y="8273"/>
                  <a:pt x="5705" y="14011"/>
                  <a:pt x="1" y="17213"/>
                </a:cubicBezTo>
                <a:cubicBezTo>
                  <a:pt x="134" y="17346"/>
                  <a:pt x="268" y="17480"/>
                  <a:pt x="434" y="17613"/>
                </a:cubicBezTo>
                <a:cubicBezTo>
                  <a:pt x="6072" y="14177"/>
                  <a:pt x="13277" y="8273"/>
                  <a:pt x="20682"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6799253" y="2929388"/>
            <a:ext cx="429761" cy="329969"/>
          </a:xfrm>
          <a:custGeom>
            <a:avLst/>
            <a:gdLst/>
            <a:ahLst/>
            <a:cxnLst/>
            <a:rect l="l" t="t" r="r" b="b"/>
            <a:pathLst>
              <a:path w="21550" h="16546" extrusionOk="0">
                <a:moveTo>
                  <a:pt x="21549" y="0"/>
                </a:moveTo>
                <a:lnTo>
                  <a:pt x="21549" y="0"/>
                </a:lnTo>
                <a:cubicBezTo>
                  <a:pt x="13544" y="8206"/>
                  <a:pt x="5805" y="13543"/>
                  <a:pt x="1" y="16112"/>
                </a:cubicBezTo>
                <a:lnTo>
                  <a:pt x="401" y="16545"/>
                </a:lnTo>
                <a:cubicBezTo>
                  <a:pt x="6138" y="13743"/>
                  <a:pt x="13744" y="8239"/>
                  <a:pt x="2154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6779968" y="2929388"/>
            <a:ext cx="445715" cy="306676"/>
          </a:xfrm>
          <a:custGeom>
            <a:avLst/>
            <a:gdLst/>
            <a:ahLst/>
            <a:cxnLst/>
            <a:rect l="l" t="t" r="r" b="b"/>
            <a:pathLst>
              <a:path w="22350" h="15378" extrusionOk="0">
                <a:moveTo>
                  <a:pt x="22350" y="0"/>
                </a:moveTo>
                <a:lnTo>
                  <a:pt x="22350" y="0"/>
                </a:lnTo>
                <a:cubicBezTo>
                  <a:pt x="13977" y="8073"/>
                  <a:pt x="5838" y="13043"/>
                  <a:pt x="0" y="14877"/>
                </a:cubicBezTo>
                <a:cubicBezTo>
                  <a:pt x="134" y="15044"/>
                  <a:pt x="234" y="15211"/>
                  <a:pt x="367" y="15378"/>
                </a:cubicBezTo>
                <a:cubicBezTo>
                  <a:pt x="6171" y="13243"/>
                  <a:pt x="14144" y="8106"/>
                  <a:pt x="2235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6763335" y="2928710"/>
            <a:ext cx="459017" cy="282745"/>
          </a:xfrm>
          <a:custGeom>
            <a:avLst/>
            <a:gdLst/>
            <a:ahLst/>
            <a:cxnLst/>
            <a:rect l="l" t="t" r="r" b="b"/>
            <a:pathLst>
              <a:path w="23017" h="14178" extrusionOk="0">
                <a:moveTo>
                  <a:pt x="23017" y="1"/>
                </a:moveTo>
                <a:cubicBezTo>
                  <a:pt x="14277" y="7940"/>
                  <a:pt x="5838" y="12476"/>
                  <a:pt x="0" y="13644"/>
                </a:cubicBezTo>
                <a:cubicBezTo>
                  <a:pt x="100" y="13811"/>
                  <a:pt x="200" y="14011"/>
                  <a:pt x="334" y="14178"/>
                </a:cubicBezTo>
                <a:cubicBezTo>
                  <a:pt x="6171" y="12710"/>
                  <a:pt x="14444" y="8007"/>
                  <a:pt x="23017"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p:cNvSpPr/>
          <p:nvPr/>
        </p:nvSpPr>
        <p:spPr>
          <a:xfrm>
            <a:off x="6748697" y="2928710"/>
            <a:ext cx="470324" cy="257478"/>
          </a:xfrm>
          <a:custGeom>
            <a:avLst/>
            <a:gdLst/>
            <a:ahLst/>
            <a:cxnLst/>
            <a:rect l="l" t="t" r="r" b="b"/>
            <a:pathLst>
              <a:path w="23584" h="12911" extrusionOk="0">
                <a:moveTo>
                  <a:pt x="23584" y="1"/>
                </a:moveTo>
                <a:cubicBezTo>
                  <a:pt x="14544" y="7740"/>
                  <a:pt x="5838" y="11876"/>
                  <a:pt x="0" y="12376"/>
                </a:cubicBezTo>
                <a:cubicBezTo>
                  <a:pt x="101" y="12543"/>
                  <a:pt x="167" y="12710"/>
                  <a:pt x="267" y="12910"/>
                </a:cubicBezTo>
                <a:cubicBezTo>
                  <a:pt x="6105" y="12109"/>
                  <a:pt x="14678" y="7806"/>
                  <a:pt x="23584"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p:cNvSpPr/>
          <p:nvPr/>
        </p:nvSpPr>
        <p:spPr>
          <a:xfrm>
            <a:off x="6736731" y="2928052"/>
            <a:ext cx="478979" cy="232191"/>
          </a:xfrm>
          <a:custGeom>
            <a:avLst/>
            <a:gdLst/>
            <a:ahLst/>
            <a:cxnLst/>
            <a:rect l="l" t="t" r="r" b="b"/>
            <a:pathLst>
              <a:path w="24018" h="11643" extrusionOk="0">
                <a:moveTo>
                  <a:pt x="24017" y="0"/>
                </a:moveTo>
                <a:cubicBezTo>
                  <a:pt x="14874" y="7407"/>
                  <a:pt x="6117" y="11079"/>
                  <a:pt x="308" y="11079"/>
                </a:cubicBezTo>
                <a:cubicBezTo>
                  <a:pt x="205" y="11079"/>
                  <a:pt x="102" y="11077"/>
                  <a:pt x="0" y="11075"/>
                </a:cubicBezTo>
                <a:lnTo>
                  <a:pt x="0" y="11075"/>
                </a:lnTo>
                <a:cubicBezTo>
                  <a:pt x="67" y="11275"/>
                  <a:pt x="167" y="11442"/>
                  <a:pt x="234" y="11642"/>
                </a:cubicBezTo>
                <a:cubicBezTo>
                  <a:pt x="6038" y="11475"/>
                  <a:pt x="14844" y="7606"/>
                  <a:pt x="24017"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p:cNvSpPr/>
          <p:nvPr/>
        </p:nvSpPr>
        <p:spPr>
          <a:xfrm>
            <a:off x="7272248" y="2932041"/>
            <a:ext cx="16652" cy="516232"/>
          </a:xfrm>
          <a:custGeom>
            <a:avLst/>
            <a:gdLst/>
            <a:ahLst/>
            <a:cxnLst/>
            <a:rect l="l" t="t" r="r" b="b"/>
            <a:pathLst>
              <a:path w="835" h="25886" extrusionOk="0">
                <a:moveTo>
                  <a:pt x="834" y="1"/>
                </a:moveTo>
                <a:lnTo>
                  <a:pt x="834" y="1"/>
                </a:lnTo>
                <a:cubicBezTo>
                  <a:pt x="568" y="8640"/>
                  <a:pt x="267" y="17280"/>
                  <a:pt x="1" y="25886"/>
                </a:cubicBezTo>
                <a:lnTo>
                  <a:pt x="434" y="25886"/>
                </a:lnTo>
                <a:cubicBezTo>
                  <a:pt x="568" y="17280"/>
                  <a:pt x="701" y="8640"/>
                  <a:pt x="834"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2"/>
          <p:cNvSpPr/>
          <p:nvPr/>
        </p:nvSpPr>
        <p:spPr>
          <a:xfrm>
            <a:off x="7292211" y="2932699"/>
            <a:ext cx="16652" cy="516251"/>
          </a:xfrm>
          <a:custGeom>
            <a:avLst/>
            <a:gdLst/>
            <a:ahLst/>
            <a:cxnLst/>
            <a:rect l="l" t="t" r="r" b="b"/>
            <a:pathLst>
              <a:path w="835" h="25887" extrusionOk="0">
                <a:moveTo>
                  <a:pt x="0" y="1"/>
                </a:moveTo>
                <a:lnTo>
                  <a:pt x="401" y="25886"/>
                </a:lnTo>
                <a:lnTo>
                  <a:pt x="834" y="25886"/>
                </a:lnTo>
                <a:cubicBezTo>
                  <a:pt x="567" y="17247"/>
                  <a:pt x="267" y="8640"/>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2"/>
          <p:cNvSpPr/>
          <p:nvPr/>
        </p:nvSpPr>
        <p:spPr>
          <a:xfrm>
            <a:off x="7295542" y="2932041"/>
            <a:ext cx="41261" cy="515573"/>
          </a:xfrm>
          <a:custGeom>
            <a:avLst/>
            <a:gdLst/>
            <a:ahLst/>
            <a:cxnLst/>
            <a:rect l="l" t="t" r="r" b="b"/>
            <a:pathLst>
              <a:path w="2069" h="25853" extrusionOk="0">
                <a:moveTo>
                  <a:pt x="0" y="1"/>
                </a:moveTo>
                <a:lnTo>
                  <a:pt x="0" y="1"/>
                </a:lnTo>
                <a:cubicBezTo>
                  <a:pt x="534" y="8640"/>
                  <a:pt x="1101" y="17280"/>
                  <a:pt x="1635" y="25852"/>
                </a:cubicBezTo>
                <a:lnTo>
                  <a:pt x="2068" y="25852"/>
                </a:lnTo>
                <a:cubicBezTo>
                  <a:pt x="1401" y="17280"/>
                  <a:pt x="701" y="8673"/>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7298852" y="2932041"/>
            <a:ext cx="66548" cy="514237"/>
          </a:xfrm>
          <a:custGeom>
            <a:avLst/>
            <a:gdLst/>
            <a:ahLst/>
            <a:cxnLst/>
            <a:rect l="l" t="t" r="r" b="b"/>
            <a:pathLst>
              <a:path w="3337" h="25786" extrusionOk="0">
                <a:moveTo>
                  <a:pt x="1" y="1"/>
                </a:moveTo>
                <a:lnTo>
                  <a:pt x="1" y="1"/>
                </a:lnTo>
                <a:cubicBezTo>
                  <a:pt x="968" y="8640"/>
                  <a:pt x="1936" y="17246"/>
                  <a:pt x="2903" y="25786"/>
                </a:cubicBezTo>
                <a:lnTo>
                  <a:pt x="3337" y="25752"/>
                </a:lnTo>
                <a:cubicBezTo>
                  <a:pt x="2236" y="17213"/>
                  <a:pt x="1135" y="8640"/>
                  <a:pt x="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2"/>
          <p:cNvSpPr/>
          <p:nvPr/>
        </p:nvSpPr>
        <p:spPr>
          <a:xfrm>
            <a:off x="7301525" y="2932041"/>
            <a:ext cx="91815" cy="511585"/>
          </a:xfrm>
          <a:custGeom>
            <a:avLst/>
            <a:gdLst/>
            <a:ahLst/>
            <a:cxnLst/>
            <a:rect l="l" t="t" r="r" b="b"/>
            <a:pathLst>
              <a:path w="4604" h="25653" extrusionOk="0">
                <a:moveTo>
                  <a:pt x="0" y="1"/>
                </a:moveTo>
                <a:lnTo>
                  <a:pt x="0" y="1"/>
                </a:lnTo>
                <a:cubicBezTo>
                  <a:pt x="1401" y="8640"/>
                  <a:pt x="2802" y="17180"/>
                  <a:pt x="4170" y="25652"/>
                </a:cubicBezTo>
                <a:lnTo>
                  <a:pt x="4604" y="25586"/>
                </a:lnTo>
                <a:cubicBezTo>
                  <a:pt x="3102" y="17180"/>
                  <a:pt x="1568" y="8640"/>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2"/>
          <p:cNvSpPr/>
          <p:nvPr/>
        </p:nvSpPr>
        <p:spPr>
          <a:xfrm>
            <a:off x="7305513" y="2932041"/>
            <a:ext cx="115766" cy="507596"/>
          </a:xfrm>
          <a:custGeom>
            <a:avLst/>
            <a:gdLst/>
            <a:ahLst/>
            <a:cxnLst/>
            <a:rect l="l" t="t" r="r" b="b"/>
            <a:pathLst>
              <a:path w="5805" h="25453" extrusionOk="0">
                <a:moveTo>
                  <a:pt x="0" y="1"/>
                </a:moveTo>
                <a:cubicBezTo>
                  <a:pt x="1802" y="8640"/>
                  <a:pt x="3570" y="17113"/>
                  <a:pt x="5371" y="25452"/>
                </a:cubicBezTo>
                <a:lnTo>
                  <a:pt x="5805" y="25385"/>
                </a:lnTo>
                <a:cubicBezTo>
                  <a:pt x="3903" y="17079"/>
                  <a:pt x="1968" y="8640"/>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p:cNvSpPr/>
          <p:nvPr/>
        </p:nvSpPr>
        <p:spPr>
          <a:xfrm>
            <a:off x="7308844" y="2932041"/>
            <a:ext cx="140375" cy="502930"/>
          </a:xfrm>
          <a:custGeom>
            <a:avLst/>
            <a:gdLst/>
            <a:ahLst/>
            <a:cxnLst/>
            <a:rect l="l" t="t" r="r" b="b"/>
            <a:pathLst>
              <a:path w="7039" h="25219" extrusionOk="0">
                <a:moveTo>
                  <a:pt x="0" y="1"/>
                </a:moveTo>
                <a:lnTo>
                  <a:pt x="0" y="1"/>
                </a:lnTo>
                <a:cubicBezTo>
                  <a:pt x="2202" y="8607"/>
                  <a:pt x="4403" y="17046"/>
                  <a:pt x="6605" y="25219"/>
                </a:cubicBezTo>
                <a:lnTo>
                  <a:pt x="7039" y="25152"/>
                </a:lnTo>
                <a:cubicBezTo>
                  <a:pt x="4737" y="17013"/>
                  <a:pt x="2369" y="8640"/>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p:cNvSpPr/>
          <p:nvPr/>
        </p:nvSpPr>
        <p:spPr>
          <a:xfrm>
            <a:off x="7312154" y="2932041"/>
            <a:ext cx="165004" cy="496947"/>
          </a:xfrm>
          <a:custGeom>
            <a:avLst/>
            <a:gdLst/>
            <a:ahLst/>
            <a:cxnLst/>
            <a:rect l="l" t="t" r="r" b="b"/>
            <a:pathLst>
              <a:path w="8274" h="24919" extrusionOk="0">
                <a:moveTo>
                  <a:pt x="1" y="1"/>
                </a:moveTo>
                <a:lnTo>
                  <a:pt x="1" y="1"/>
                </a:lnTo>
                <a:cubicBezTo>
                  <a:pt x="2636" y="8607"/>
                  <a:pt x="5238" y="16913"/>
                  <a:pt x="7807" y="24918"/>
                </a:cubicBezTo>
                <a:lnTo>
                  <a:pt x="8274" y="24818"/>
                </a:lnTo>
                <a:cubicBezTo>
                  <a:pt x="5572" y="16913"/>
                  <a:pt x="2803" y="8607"/>
                  <a:pt x="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p:cNvSpPr/>
          <p:nvPr/>
        </p:nvSpPr>
        <p:spPr>
          <a:xfrm>
            <a:off x="7315485" y="2932041"/>
            <a:ext cx="189613" cy="490286"/>
          </a:xfrm>
          <a:custGeom>
            <a:avLst/>
            <a:gdLst/>
            <a:ahLst/>
            <a:cxnLst/>
            <a:rect l="l" t="t" r="r" b="b"/>
            <a:pathLst>
              <a:path w="9508" h="24585" extrusionOk="0">
                <a:moveTo>
                  <a:pt x="1" y="1"/>
                </a:moveTo>
                <a:cubicBezTo>
                  <a:pt x="3070" y="8607"/>
                  <a:pt x="6105" y="16779"/>
                  <a:pt x="9041" y="24585"/>
                </a:cubicBezTo>
                <a:lnTo>
                  <a:pt x="9508" y="24451"/>
                </a:lnTo>
                <a:cubicBezTo>
                  <a:pt x="6439" y="16746"/>
                  <a:pt x="3203" y="8607"/>
                  <a:pt x="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p:cNvSpPr/>
          <p:nvPr/>
        </p:nvSpPr>
        <p:spPr>
          <a:xfrm>
            <a:off x="7318815" y="2931382"/>
            <a:ext cx="213564" cy="482967"/>
          </a:xfrm>
          <a:custGeom>
            <a:avLst/>
            <a:gdLst/>
            <a:ahLst/>
            <a:cxnLst/>
            <a:rect l="l" t="t" r="r" b="b"/>
            <a:pathLst>
              <a:path w="10709" h="24218" extrusionOk="0">
                <a:moveTo>
                  <a:pt x="1" y="0"/>
                </a:moveTo>
                <a:lnTo>
                  <a:pt x="1" y="0"/>
                </a:lnTo>
                <a:cubicBezTo>
                  <a:pt x="3503" y="8606"/>
                  <a:pt x="6972" y="16679"/>
                  <a:pt x="10275" y="24218"/>
                </a:cubicBezTo>
                <a:lnTo>
                  <a:pt x="10708" y="24051"/>
                </a:lnTo>
                <a:cubicBezTo>
                  <a:pt x="7272" y="16645"/>
                  <a:pt x="3636" y="8640"/>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p:cNvSpPr/>
          <p:nvPr/>
        </p:nvSpPr>
        <p:spPr>
          <a:xfrm>
            <a:off x="7322146" y="2931382"/>
            <a:ext cx="238173" cy="473654"/>
          </a:xfrm>
          <a:custGeom>
            <a:avLst/>
            <a:gdLst/>
            <a:ahLst/>
            <a:cxnLst/>
            <a:rect l="l" t="t" r="r" b="b"/>
            <a:pathLst>
              <a:path w="11943" h="23751" extrusionOk="0">
                <a:moveTo>
                  <a:pt x="0" y="0"/>
                </a:moveTo>
                <a:cubicBezTo>
                  <a:pt x="3903" y="8606"/>
                  <a:pt x="7806" y="16512"/>
                  <a:pt x="11475" y="23751"/>
                </a:cubicBezTo>
                <a:lnTo>
                  <a:pt x="11942" y="23584"/>
                </a:lnTo>
                <a:cubicBezTo>
                  <a:pt x="8139" y="16445"/>
                  <a:pt x="4070" y="8606"/>
                  <a:pt x="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p:cNvSpPr/>
          <p:nvPr/>
        </p:nvSpPr>
        <p:spPr>
          <a:xfrm>
            <a:off x="7325477" y="2931382"/>
            <a:ext cx="261446" cy="463005"/>
          </a:xfrm>
          <a:custGeom>
            <a:avLst/>
            <a:gdLst/>
            <a:ahLst/>
            <a:cxnLst/>
            <a:rect l="l" t="t" r="r" b="b"/>
            <a:pathLst>
              <a:path w="13110" h="23217" extrusionOk="0">
                <a:moveTo>
                  <a:pt x="0" y="0"/>
                </a:moveTo>
                <a:lnTo>
                  <a:pt x="0" y="0"/>
                </a:lnTo>
                <a:cubicBezTo>
                  <a:pt x="4337" y="8573"/>
                  <a:pt x="8673" y="16312"/>
                  <a:pt x="12676" y="23217"/>
                </a:cubicBezTo>
                <a:cubicBezTo>
                  <a:pt x="12809" y="23150"/>
                  <a:pt x="12976" y="23117"/>
                  <a:pt x="13109" y="23050"/>
                </a:cubicBezTo>
                <a:cubicBezTo>
                  <a:pt x="9007" y="16245"/>
                  <a:pt x="4503" y="8573"/>
                  <a:pt x="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2"/>
          <p:cNvSpPr/>
          <p:nvPr/>
        </p:nvSpPr>
        <p:spPr>
          <a:xfrm>
            <a:off x="7328787" y="2931382"/>
            <a:ext cx="285417" cy="451698"/>
          </a:xfrm>
          <a:custGeom>
            <a:avLst/>
            <a:gdLst/>
            <a:ahLst/>
            <a:cxnLst/>
            <a:rect l="l" t="t" r="r" b="b"/>
            <a:pathLst>
              <a:path w="14312" h="22650" extrusionOk="0">
                <a:moveTo>
                  <a:pt x="1" y="0"/>
                </a:moveTo>
                <a:cubicBezTo>
                  <a:pt x="4771" y="8540"/>
                  <a:pt x="9508" y="16112"/>
                  <a:pt x="13844" y="22650"/>
                </a:cubicBezTo>
                <a:lnTo>
                  <a:pt x="14311" y="22416"/>
                </a:lnTo>
                <a:cubicBezTo>
                  <a:pt x="9875" y="16045"/>
                  <a:pt x="4971" y="8573"/>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2"/>
          <p:cNvSpPr/>
          <p:nvPr/>
        </p:nvSpPr>
        <p:spPr>
          <a:xfrm>
            <a:off x="7332118" y="2930704"/>
            <a:ext cx="308032" cy="439074"/>
          </a:xfrm>
          <a:custGeom>
            <a:avLst/>
            <a:gdLst/>
            <a:ahLst/>
            <a:cxnLst/>
            <a:rect l="l" t="t" r="r" b="b"/>
            <a:pathLst>
              <a:path w="15446" h="22017" extrusionOk="0">
                <a:moveTo>
                  <a:pt x="1" y="1"/>
                </a:moveTo>
                <a:cubicBezTo>
                  <a:pt x="5238" y="8574"/>
                  <a:pt x="10408" y="15912"/>
                  <a:pt x="15011" y="22017"/>
                </a:cubicBezTo>
                <a:cubicBezTo>
                  <a:pt x="15145" y="21950"/>
                  <a:pt x="15312" y="21850"/>
                  <a:pt x="15445" y="21783"/>
                </a:cubicBezTo>
                <a:cubicBezTo>
                  <a:pt x="9908" y="14811"/>
                  <a:pt x="4737" y="7540"/>
                  <a:pt x="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2"/>
          <p:cNvSpPr/>
          <p:nvPr/>
        </p:nvSpPr>
        <p:spPr>
          <a:xfrm>
            <a:off x="7335448" y="2930704"/>
            <a:ext cx="331305" cy="425114"/>
          </a:xfrm>
          <a:custGeom>
            <a:avLst/>
            <a:gdLst/>
            <a:ahLst/>
            <a:cxnLst/>
            <a:rect l="l" t="t" r="r" b="b"/>
            <a:pathLst>
              <a:path w="16613" h="21317" extrusionOk="0">
                <a:moveTo>
                  <a:pt x="0" y="1"/>
                </a:moveTo>
                <a:cubicBezTo>
                  <a:pt x="4937" y="7440"/>
                  <a:pt x="10308" y="14545"/>
                  <a:pt x="16145" y="21316"/>
                </a:cubicBezTo>
                <a:lnTo>
                  <a:pt x="16612" y="21049"/>
                </a:lnTo>
                <a:cubicBezTo>
                  <a:pt x="10608" y="14411"/>
                  <a:pt x="5037" y="7373"/>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2"/>
          <p:cNvSpPr/>
          <p:nvPr/>
        </p:nvSpPr>
        <p:spPr>
          <a:xfrm>
            <a:off x="7338779" y="2930704"/>
            <a:ext cx="353242" cy="409140"/>
          </a:xfrm>
          <a:custGeom>
            <a:avLst/>
            <a:gdLst/>
            <a:ahLst/>
            <a:cxnLst/>
            <a:rect l="l" t="t" r="r" b="b"/>
            <a:pathLst>
              <a:path w="17713" h="20516" extrusionOk="0">
                <a:moveTo>
                  <a:pt x="0" y="1"/>
                </a:moveTo>
                <a:lnTo>
                  <a:pt x="0" y="1"/>
                </a:lnTo>
                <a:cubicBezTo>
                  <a:pt x="5204" y="7273"/>
                  <a:pt x="10975" y="14144"/>
                  <a:pt x="17246" y="20516"/>
                </a:cubicBezTo>
                <a:lnTo>
                  <a:pt x="17713" y="20215"/>
                </a:lnTo>
                <a:cubicBezTo>
                  <a:pt x="11242" y="13978"/>
                  <a:pt x="5304" y="7206"/>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2"/>
          <p:cNvSpPr/>
          <p:nvPr/>
        </p:nvSpPr>
        <p:spPr>
          <a:xfrm>
            <a:off x="7342109" y="2930046"/>
            <a:ext cx="374540" cy="392508"/>
          </a:xfrm>
          <a:custGeom>
            <a:avLst/>
            <a:gdLst/>
            <a:ahLst/>
            <a:cxnLst/>
            <a:rect l="l" t="t" r="r" b="b"/>
            <a:pathLst>
              <a:path w="18781" h="19682" extrusionOk="0">
                <a:moveTo>
                  <a:pt x="0" y="0"/>
                </a:moveTo>
                <a:lnTo>
                  <a:pt x="0" y="0"/>
                </a:lnTo>
                <a:cubicBezTo>
                  <a:pt x="5471" y="7139"/>
                  <a:pt x="11608" y="13710"/>
                  <a:pt x="18346" y="19681"/>
                </a:cubicBezTo>
                <a:cubicBezTo>
                  <a:pt x="18480" y="19581"/>
                  <a:pt x="18647" y="19448"/>
                  <a:pt x="18780" y="19348"/>
                </a:cubicBezTo>
                <a:cubicBezTo>
                  <a:pt x="13343" y="14911"/>
                  <a:pt x="6738" y="8473"/>
                  <a:pt x="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2"/>
          <p:cNvSpPr/>
          <p:nvPr/>
        </p:nvSpPr>
        <p:spPr>
          <a:xfrm>
            <a:off x="7345420" y="2930046"/>
            <a:ext cx="395161" cy="373204"/>
          </a:xfrm>
          <a:custGeom>
            <a:avLst/>
            <a:gdLst/>
            <a:ahLst/>
            <a:cxnLst/>
            <a:rect l="l" t="t" r="r" b="b"/>
            <a:pathLst>
              <a:path w="19815" h="18714" extrusionOk="0">
                <a:moveTo>
                  <a:pt x="1" y="0"/>
                </a:moveTo>
                <a:lnTo>
                  <a:pt x="1" y="0"/>
                </a:lnTo>
                <a:cubicBezTo>
                  <a:pt x="7006" y="8407"/>
                  <a:pt x="13844" y="14644"/>
                  <a:pt x="19381" y="18714"/>
                </a:cubicBezTo>
                <a:cubicBezTo>
                  <a:pt x="19515" y="18614"/>
                  <a:pt x="19682" y="18480"/>
                  <a:pt x="19815" y="18347"/>
                </a:cubicBezTo>
                <a:cubicBezTo>
                  <a:pt x="14211" y="14511"/>
                  <a:pt x="7173" y="8407"/>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2"/>
          <p:cNvSpPr/>
          <p:nvPr/>
        </p:nvSpPr>
        <p:spPr>
          <a:xfrm>
            <a:off x="7348750" y="2930046"/>
            <a:ext cx="414465" cy="353261"/>
          </a:xfrm>
          <a:custGeom>
            <a:avLst/>
            <a:gdLst/>
            <a:ahLst/>
            <a:cxnLst/>
            <a:rect l="l" t="t" r="r" b="b"/>
            <a:pathLst>
              <a:path w="20783" h="17714" extrusionOk="0">
                <a:moveTo>
                  <a:pt x="1" y="0"/>
                </a:moveTo>
                <a:lnTo>
                  <a:pt x="1" y="0"/>
                </a:lnTo>
                <a:cubicBezTo>
                  <a:pt x="7439" y="8340"/>
                  <a:pt x="14678" y="14244"/>
                  <a:pt x="20348" y="17713"/>
                </a:cubicBezTo>
                <a:cubicBezTo>
                  <a:pt x="20515" y="17580"/>
                  <a:pt x="20649" y="17413"/>
                  <a:pt x="20782" y="17280"/>
                </a:cubicBezTo>
                <a:cubicBezTo>
                  <a:pt x="15045" y="14077"/>
                  <a:pt x="7639" y="8340"/>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2"/>
          <p:cNvSpPr/>
          <p:nvPr/>
        </p:nvSpPr>
        <p:spPr>
          <a:xfrm>
            <a:off x="7352081" y="2929388"/>
            <a:ext cx="432413" cy="331305"/>
          </a:xfrm>
          <a:custGeom>
            <a:avLst/>
            <a:gdLst/>
            <a:ahLst/>
            <a:cxnLst/>
            <a:rect l="l" t="t" r="r" b="b"/>
            <a:pathLst>
              <a:path w="21683" h="16613" extrusionOk="0">
                <a:moveTo>
                  <a:pt x="0" y="0"/>
                </a:moveTo>
                <a:lnTo>
                  <a:pt x="0" y="0"/>
                </a:lnTo>
                <a:cubicBezTo>
                  <a:pt x="7873" y="8273"/>
                  <a:pt x="15511" y="13810"/>
                  <a:pt x="21249" y="16612"/>
                </a:cubicBezTo>
                <a:lnTo>
                  <a:pt x="21683" y="16178"/>
                </a:lnTo>
                <a:cubicBezTo>
                  <a:pt x="15878" y="13643"/>
                  <a:pt x="8039" y="8273"/>
                  <a:pt x="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2"/>
          <p:cNvSpPr/>
          <p:nvPr/>
        </p:nvSpPr>
        <p:spPr>
          <a:xfrm>
            <a:off x="7354733" y="2929388"/>
            <a:ext cx="449045" cy="308012"/>
          </a:xfrm>
          <a:custGeom>
            <a:avLst/>
            <a:gdLst/>
            <a:ahLst/>
            <a:cxnLst/>
            <a:rect l="l" t="t" r="r" b="b"/>
            <a:pathLst>
              <a:path w="22517" h="15445" extrusionOk="0">
                <a:moveTo>
                  <a:pt x="1" y="0"/>
                </a:moveTo>
                <a:cubicBezTo>
                  <a:pt x="8307" y="8173"/>
                  <a:pt x="16312" y="13310"/>
                  <a:pt x="22150" y="15445"/>
                </a:cubicBezTo>
                <a:cubicBezTo>
                  <a:pt x="22283" y="15278"/>
                  <a:pt x="22417" y="15111"/>
                  <a:pt x="22517" y="14944"/>
                </a:cubicBezTo>
                <a:cubicBezTo>
                  <a:pt x="16679" y="13110"/>
                  <a:pt x="8474" y="8139"/>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7358722" y="2928710"/>
            <a:ext cx="463025" cy="283403"/>
          </a:xfrm>
          <a:custGeom>
            <a:avLst/>
            <a:gdLst/>
            <a:ahLst/>
            <a:cxnLst/>
            <a:rect l="l" t="t" r="r" b="b"/>
            <a:pathLst>
              <a:path w="23218" h="14211" extrusionOk="0">
                <a:moveTo>
                  <a:pt x="1" y="1"/>
                </a:moveTo>
                <a:lnTo>
                  <a:pt x="1" y="1"/>
                </a:lnTo>
                <a:cubicBezTo>
                  <a:pt x="8674" y="8073"/>
                  <a:pt x="17013" y="12810"/>
                  <a:pt x="22851" y="14211"/>
                </a:cubicBezTo>
                <a:lnTo>
                  <a:pt x="23218" y="13677"/>
                </a:lnTo>
                <a:cubicBezTo>
                  <a:pt x="17347" y="12576"/>
                  <a:pt x="8807" y="8040"/>
                  <a:pt x="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a:off x="7362731" y="2928710"/>
            <a:ext cx="473654" cy="257478"/>
          </a:xfrm>
          <a:custGeom>
            <a:avLst/>
            <a:gdLst/>
            <a:ahLst/>
            <a:cxnLst/>
            <a:rect l="l" t="t" r="r" b="b"/>
            <a:pathLst>
              <a:path w="23751" h="12911" extrusionOk="0">
                <a:moveTo>
                  <a:pt x="0" y="1"/>
                </a:moveTo>
                <a:cubicBezTo>
                  <a:pt x="8940" y="7906"/>
                  <a:pt x="17646" y="12210"/>
                  <a:pt x="23484" y="12910"/>
                </a:cubicBezTo>
                <a:cubicBezTo>
                  <a:pt x="23584" y="12743"/>
                  <a:pt x="23650" y="12543"/>
                  <a:pt x="23750" y="12376"/>
                </a:cubicBezTo>
                <a:cubicBezTo>
                  <a:pt x="17913" y="11943"/>
                  <a:pt x="9107" y="7840"/>
                  <a:pt x="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a:off x="7365383" y="2928052"/>
            <a:ext cx="482967" cy="232191"/>
          </a:xfrm>
          <a:custGeom>
            <a:avLst/>
            <a:gdLst/>
            <a:ahLst/>
            <a:cxnLst/>
            <a:rect l="l" t="t" r="r" b="b"/>
            <a:pathLst>
              <a:path w="24218" h="11643" extrusionOk="0">
                <a:moveTo>
                  <a:pt x="1" y="0"/>
                </a:moveTo>
                <a:cubicBezTo>
                  <a:pt x="9274" y="7706"/>
                  <a:pt x="18180" y="11575"/>
                  <a:pt x="23951" y="11642"/>
                </a:cubicBezTo>
                <a:cubicBezTo>
                  <a:pt x="24051" y="11442"/>
                  <a:pt x="24118" y="11275"/>
                  <a:pt x="24218" y="11075"/>
                </a:cubicBezTo>
                <a:lnTo>
                  <a:pt x="24218" y="11075"/>
                </a:lnTo>
                <a:cubicBezTo>
                  <a:pt x="24046" y="11082"/>
                  <a:pt x="23871" y="11085"/>
                  <a:pt x="23693" y="11085"/>
                </a:cubicBezTo>
                <a:cubicBezTo>
                  <a:pt x="17879" y="11085"/>
                  <a:pt x="9128" y="7380"/>
                  <a:pt x="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a:off x="6606999" y="2944685"/>
            <a:ext cx="1369711" cy="571233"/>
          </a:xfrm>
          <a:custGeom>
            <a:avLst/>
            <a:gdLst/>
            <a:ahLst/>
            <a:cxnLst/>
            <a:rect l="l" t="t" r="r" b="b"/>
            <a:pathLst>
              <a:path w="68683" h="28644" extrusionOk="0">
                <a:moveTo>
                  <a:pt x="22183" y="0"/>
                </a:moveTo>
                <a:lnTo>
                  <a:pt x="4037" y="3069"/>
                </a:lnTo>
                <a:cubicBezTo>
                  <a:pt x="4037" y="3069"/>
                  <a:pt x="0" y="16612"/>
                  <a:pt x="7239" y="23484"/>
                </a:cubicBezTo>
                <a:cubicBezTo>
                  <a:pt x="10760" y="26795"/>
                  <a:pt x="20631" y="28643"/>
                  <a:pt x="31002" y="28643"/>
                </a:cubicBezTo>
                <a:cubicBezTo>
                  <a:pt x="42050" y="28643"/>
                  <a:pt x="53666" y="26546"/>
                  <a:pt x="58776" y="21883"/>
                </a:cubicBezTo>
                <a:cubicBezTo>
                  <a:pt x="68683" y="12876"/>
                  <a:pt x="64013" y="1"/>
                  <a:pt x="64013" y="0"/>
                </a:cubicBezTo>
                <a:lnTo>
                  <a:pt x="64013" y="0"/>
                </a:lnTo>
                <a:lnTo>
                  <a:pt x="48769" y="2435"/>
                </a:lnTo>
                <a:cubicBezTo>
                  <a:pt x="49236" y="7572"/>
                  <a:pt x="45099" y="15845"/>
                  <a:pt x="33691" y="15845"/>
                </a:cubicBezTo>
                <a:cubicBezTo>
                  <a:pt x="22283" y="15845"/>
                  <a:pt x="20582" y="4037"/>
                  <a:pt x="22183"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a:off x="8381215" y="2434435"/>
            <a:ext cx="133734" cy="161674"/>
          </a:xfrm>
          <a:custGeom>
            <a:avLst/>
            <a:gdLst/>
            <a:ahLst/>
            <a:cxnLst/>
            <a:rect l="l" t="t" r="r" b="b"/>
            <a:pathLst>
              <a:path w="6706" h="8107" extrusionOk="0">
                <a:moveTo>
                  <a:pt x="3737" y="0"/>
                </a:moveTo>
                <a:cubicBezTo>
                  <a:pt x="3036" y="0"/>
                  <a:pt x="2436" y="567"/>
                  <a:pt x="2436" y="1301"/>
                </a:cubicBezTo>
                <a:lnTo>
                  <a:pt x="2436" y="4137"/>
                </a:lnTo>
                <a:lnTo>
                  <a:pt x="368" y="4770"/>
                </a:lnTo>
                <a:cubicBezTo>
                  <a:pt x="168" y="4837"/>
                  <a:pt x="1" y="5037"/>
                  <a:pt x="34" y="5237"/>
                </a:cubicBezTo>
                <a:lnTo>
                  <a:pt x="34" y="8106"/>
                </a:lnTo>
                <a:lnTo>
                  <a:pt x="1068" y="8106"/>
                </a:lnTo>
                <a:lnTo>
                  <a:pt x="1068" y="6105"/>
                </a:lnTo>
                <a:lnTo>
                  <a:pt x="2836" y="5037"/>
                </a:lnTo>
                <a:cubicBezTo>
                  <a:pt x="2970" y="4937"/>
                  <a:pt x="3070" y="4804"/>
                  <a:pt x="3070" y="4637"/>
                </a:cubicBezTo>
                <a:lnTo>
                  <a:pt x="3070" y="1835"/>
                </a:lnTo>
                <a:lnTo>
                  <a:pt x="6239" y="1835"/>
                </a:lnTo>
                <a:cubicBezTo>
                  <a:pt x="6506" y="1835"/>
                  <a:pt x="6706" y="1635"/>
                  <a:pt x="6706" y="1368"/>
                </a:cubicBezTo>
                <a:lnTo>
                  <a:pt x="6706" y="467"/>
                </a:lnTo>
                <a:cubicBezTo>
                  <a:pt x="6706" y="201"/>
                  <a:pt x="6506" y="0"/>
                  <a:pt x="6239" y="0"/>
                </a:cubicBezTo>
                <a:close/>
              </a:path>
            </a:pathLst>
          </a:custGeom>
          <a:solidFill>
            <a:schemeClr val="l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2"/>
          <p:cNvSpPr/>
          <p:nvPr/>
        </p:nvSpPr>
        <p:spPr>
          <a:xfrm>
            <a:off x="8381215" y="2596096"/>
            <a:ext cx="55241" cy="163668"/>
          </a:xfrm>
          <a:custGeom>
            <a:avLst/>
            <a:gdLst/>
            <a:ahLst/>
            <a:cxnLst/>
            <a:rect l="l" t="t" r="r" b="b"/>
            <a:pathLst>
              <a:path w="2770" h="8207" extrusionOk="0">
                <a:moveTo>
                  <a:pt x="1" y="0"/>
                </a:moveTo>
                <a:lnTo>
                  <a:pt x="1" y="8206"/>
                </a:lnTo>
                <a:lnTo>
                  <a:pt x="2770" y="8206"/>
                </a:lnTo>
                <a:lnTo>
                  <a:pt x="27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2"/>
          <p:cNvSpPr/>
          <p:nvPr/>
        </p:nvSpPr>
        <p:spPr>
          <a:xfrm>
            <a:off x="8436438" y="2582115"/>
            <a:ext cx="68542" cy="191608"/>
          </a:xfrm>
          <a:custGeom>
            <a:avLst/>
            <a:gdLst/>
            <a:ahLst/>
            <a:cxnLst/>
            <a:rect l="l" t="t" r="r" b="b"/>
            <a:pathLst>
              <a:path w="3437" h="9608" extrusionOk="0">
                <a:moveTo>
                  <a:pt x="1" y="1"/>
                </a:moveTo>
                <a:lnTo>
                  <a:pt x="1" y="9608"/>
                </a:lnTo>
                <a:lnTo>
                  <a:pt x="3436" y="9608"/>
                </a:lnTo>
                <a:lnTo>
                  <a:pt x="34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2"/>
          <p:cNvSpPr/>
          <p:nvPr/>
        </p:nvSpPr>
        <p:spPr>
          <a:xfrm>
            <a:off x="8436438" y="2698544"/>
            <a:ext cx="67864" cy="75183"/>
          </a:xfrm>
          <a:custGeom>
            <a:avLst/>
            <a:gdLst/>
            <a:ahLst/>
            <a:cxnLst/>
            <a:rect l="l" t="t" r="r" b="b"/>
            <a:pathLst>
              <a:path w="3403" h="3770" extrusionOk="0">
                <a:moveTo>
                  <a:pt x="1" y="0"/>
                </a:moveTo>
                <a:lnTo>
                  <a:pt x="1" y="3770"/>
                </a:lnTo>
                <a:lnTo>
                  <a:pt x="3403" y="3770"/>
                </a:lnTo>
                <a:lnTo>
                  <a:pt x="34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8436438" y="2582115"/>
            <a:ext cx="68542" cy="191608"/>
          </a:xfrm>
          <a:custGeom>
            <a:avLst/>
            <a:gdLst/>
            <a:ahLst/>
            <a:cxnLst/>
            <a:rect l="l" t="t" r="r" b="b"/>
            <a:pathLst>
              <a:path w="3437" h="9608" fill="none" extrusionOk="0">
                <a:moveTo>
                  <a:pt x="1" y="1"/>
                </a:moveTo>
                <a:lnTo>
                  <a:pt x="3436" y="1"/>
                </a:lnTo>
                <a:lnTo>
                  <a:pt x="3436" y="9608"/>
                </a:lnTo>
                <a:lnTo>
                  <a:pt x="1" y="9608"/>
                </a:ln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2"/>
          <p:cNvSpPr/>
          <p:nvPr/>
        </p:nvSpPr>
        <p:spPr>
          <a:xfrm>
            <a:off x="6148643" y="2595418"/>
            <a:ext cx="54563" cy="163668"/>
          </a:xfrm>
          <a:custGeom>
            <a:avLst/>
            <a:gdLst/>
            <a:ahLst/>
            <a:cxnLst/>
            <a:rect l="l" t="t" r="r" b="b"/>
            <a:pathLst>
              <a:path w="2736" h="8207" extrusionOk="0">
                <a:moveTo>
                  <a:pt x="0" y="1"/>
                </a:moveTo>
                <a:lnTo>
                  <a:pt x="0" y="8207"/>
                </a:lnTo>
                <a:lnTo>
                  <a:pt x="2736" y="8207"/>
                </a:lnTo>
                <a:lnTo>
                  <a:pt x="2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2"/>
          <p:cNvSpPr/>
          <p:nvPr/>
        </p:nvSpPr>
        <p:spPr>
          <a:xfrm>
            <a:off x="6080118" y="2582115"/>
            <a:ext cx="68542" cy="190949"/>
          </a:xfrm>
          <a:custGeom>
            <a:avLst/>
            <a:gdLst/>
            <a:ahLst/>
            <a:cxnLst/>
            <a:rect l="l" t="t" r="r" b="b"/>
            <a:pathLst>
              <a:path w="3437" h="9575" extrusionOk="0">
                <a:moveTo>
                  <a:pt x="1" y="1"/>
                </a:moveTo>
                <a:lnTo>
                  <a:pt x="1" y="9574"/>
                </a:lnTo>
                <a:lnTo>
                  <a:pt x="3436" y="9574"/>
                </a:lnTo>
                <a:lnTo>
                  <a:pt x="34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2"/>
          <p:cNvSpPr/>
          <p:nvPr/>
        </p:nvSpPr>
        <p:spPr>
          <a:xfrm>
            <a:off x="6080118" y="2698544"/>
            <a:ext cx="68542" cy="73189"/>
          </a:xfrm>
          <a:custGeom>
            <a:avLst/>
            <a:gdLst/>
            <a:ahLst/>
            <a:cxnLst/>
            <a:rect l="l" t="t" r="r" b="b"/>
            <a:pathLst>
              <a:path w="3437" h="3670" extrusionOk="0">
                <a:moveTo>
                  <a:pt x="1" y="0"/>
                </a:moveTo>
                <a:lnTo>
                  <a:pt x="1" y="3669"/>
                </a:lnTo>
                <a:lnTo>
                  <a:pt x="3436" y="3669"/>
                </a:lnTo>
                <a:lnTo>
                  <a:pt x="34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2"/>
          <p:cNvSpPr/>
          <p:nvPr/>
        </p:nvSpPr>
        <p:spPr>
          <a:xfrm>
            <a:off x="6080118" y="2582115"/>
            <a:ext cx="68542" cy="190949"/>
          </a:xfrm>
          <a:custGeom>
            <a:avLst/>
            <a:gdLst/>
            <a:ahLst/>
            <a:cxnLst/>
            <a:rect l="l" t="t" r="r" b="b"/>
            <a:pathLst>
              <a:path w="3437" h="9575" fill="none" extrusionOk="0">
                <a:moveTo>
                  <a:pt x="3436" y="9574"/>
                </a:moveTo>
                <a:lnTo>
                  <a:pt x="1" y="9574"/>
                </a:lnTo>
                <a:lnTo>
                  <a:pt x="1" y="1"/>
                </a:lnTo>
                <a:lnTo>
                  <a:pt x="3436" y="1"/>
                </a:ln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2"/>
          <p:cNvSpPr/>
          <p:nvPr/>
        </p:nvSpPr>
        <p:spPr>
          <a:xfrm>
            <a:off x="5935090" y="2573560"/>
            <a:ext cx="270101" cy="504844"/>
          </a:xfrm>
          <a:custGeom>
            <a:avLst/>
            <a:gdLst/>
            <a:ahLst/>
            <a:cxnLst/>
            <a:rect l="l" t="t" r="r" b="b"/>
            <a:pathLst>
              <a:path w="13544" h="25315" extrusionOk="0">
                <a:moveTo>
                  <a:pt x="9232" y="0"/>
                </a:moveTo>
                <a:cubicBezTo>
                  <a:pt x="8856" y="0"/>
                  <a:pt x="8488" y="172"/>
                  <a:pt x="8240" y="496"/>
                </a:cubicBezTo>
                <a:lnTo>
                  <a:pt x="268" y="11538"/>
                </a:lnTo>
                <a:cubicBezTo>
                  <a:pt x="101" y="11738"/>
                  <a:pt x="1" y="12005"/>
                  <a:pt x="34" y="12271"/>
                </a:cubicBezTo>
                <a:lnTo>
                  <a:pt x="34" y="24113"/>
                </a:lnTo>
                <a:cubicBezTo>
                  <a:pt x="1" y="24780"/>
                  <a:pt x="568" y="25314"/>
                  <a:pt x="1235" y="25314"/>
                </a:cubicBezTo>
                <a:cubicBezTo>
                  <a:pt x="1902" y="25314"/>
                  <a:pt x="2436" y="24780"/>
                  <a:pt x="2436" y="24113"/>
                </a:cubicBezTo>
                <a:lnTo>
                  <a:pt x="2436" y="14473"/>
                </a:lnTo>
                <a:cubicBezTo>
                  <a:pt x="2436" y="14240"/>
                  <a:pt x="2502" y="14006"/>
                  <a:pt x="2636" y="13806"/>
                </a:cubicBezTo>
                <a:lnTo>
                  <a:pt x="8640" y="5467"/>
                </a:lnTo>
                <a:cubicBezTo>
                  <a:pt x="8755" y="5295"/>
                  <a:pt x="8957" y="5199"/>
                  <a:pt x="9159" y="5199"/>
                </a:cubicBezTo>
                <a:cubicBezTo>
                  <a:pt x="9309" y="5199"/>
                  <a:pt x="9460" y="5252"/>
                  <a:pt x="9574" y="5367"/>
                </a:cubicBezTo>
                <a:lnTo>
                  <a:pt x="10675" y="6301"/>
                </a:lnTo>
                <a:cubicBezTo>
                  <a:pt x="10942" y="6534"/>
                  <a:pt x="11309" y="6667"/>
                  <a:pt x="11676" y="6667"/>
                </a:cubicBezTo>
                <a:cubicBezTo>
                  <a:pt x="12276" y="6667"/>
                  <a:pt x="12810" y="6267"/>
                  <a:pt x="13043" y="5700"/>
                </a:cubicBezTo>
                <a:cubicBezTo>
                  <a:pt x="13544" y="4366"/>
                  <a:pt x="13143" y="2865"/>
                  <a:pt x="12043" y="1964"/>
                </a:cubicBezTo>
                <a:lnTo>
                  <a:pt x="10041" y="296"/>
                </a:lnTo>
                <a:cubicBezTo>
                  <a:pt x="9798" y="96"/>
                  <a:pt x="9513" y="0"/>
                  <a:pt x="9232" y="0"/>
                </a:cubicBezTo>
                <a:close/>
              </a:path>
            </a:pathLst>
          </a:custGeom>
          <a:solidFill>
            <a:schemeClr val="l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2"/>
          <p:cNvSpPr/>
          <p:nvPr/>
        </p:nvSpPr>
        <p:spPr>
          <a:xfrm>
            <a:off x="6150637" y="2643321"/>
            <a:ext cx="22635" cy="22635"/>
          </a:xfrm>
          <a:custGeom>
            <a:avLst/>
            <a:gdLst/>
            <a:ahLst/>
            <a:cxnLst/>
            <a:rect l="l" t="t" r="r" b="b"/>
            <a:pathLst>
              <a:path w="1135" h="1135" extrusionOk="0">
                <a:moveTo>
                  <a:pt x="567" y="1"/>
                </a:moveTo>
                <a:cubicBezTo>
                  <a:pt x="267" y="1"/>
                  <a:pt x="0" y="234"/>
                  <a:pt x="0" y="568"/>
                </a:cubicBezTo>
                <a:cubicBezTo>
                  <a:pt x="0" y="868"/>
                  <a:pt x="267" y="1135"/>
                  <a:pt x="567" y="1135"/>
                </a:cubicBezTo>
                <a:cubicBezTo>
                  <a:pt x="901" y="1135"/>
                  <a:pt x="1135" y="868"/>
                  <a:pt x="1135" y="568"/>
                </a:cubicBezTo>
                <a:cubicBezTo>
                  <a:pt x="1135" y="234"/>
                  <a:pt x="901" y="1"/>
                  <a:pt x="567" y="1"/>
                </a:cubicBezTo>
                <a:close/>
              </a:path>
            </a:pathLst>
          </a:custGeom>
          <a:solidFill>
            <a:srgbClr val="999999"/>
          </a:solid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2"/>
          <p:cNvSpPr/>
          <p:nvPr/>
        </p:nvSpPr>
        <p:spPr>
          <a:xfrm>
            <a:off x="6253744" y="2516921"/>
            <a:ext cx="2076852" cy="321334"/>
          </a:xfrm>
          <a:custGeom>
            <a:avLst/>
            <a:gdLst/>
            <a:ahLst/>
            <a:cxnLst/>
            <a:rect l="l" t="t" r="r" b="b"/>
            <a:pathLst>
              <a:path w="104142" h="16113" extrusionOk="0">
                <a:moveTo>
                  <a:pt x="1" y="1"/>
                </a:moveTo>
                <a:lnTo>
                  <a:pt x="1" y="16112"/>
                </a:lnTo>
                <a:lnTo>
                  <a:pt x="104142" y="16112"/>
                </a:lnTo>
                <a:lnTo>
                  <a:pt x="1041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2"/>
          <p:cNvSpPr/>
          <p:nvPr/>
        </p:nvSpPr>
        <p:spPr>
          <a:xfrm>
            <a:off x="6271713" y="2540873"/>
            <a:ext cx="2040257" cy="75183"/>
          </a:xfrm>
          <a:custGeom>
            <a:avLst/>
            <a:gdLst/>
            <a:ahLst/>
            <a:cxnLst/>
            <a:rect l="l" t="t" r="r" b="b"/>
            <a:pathLst>
              <a:path w="102307" h="3770" extrusionOk="0">
                <a:moveTo>
                  <a:pt x="567" y="1"/>
                </a:moveTo>
                <a:cubicBezTo>
                  <a:pt x="267" y="1"/>
                  <a:pt x="0" y="267"/>
                  <a:pt x="0" y="568"/>
                </a:cubicBezTo>
                <a:lnTo>
                  <a:pt x="0" y="3203"/>
                </a:lnTo>
                <a:cubicBezTo>
                  <a:pt x="0" y="3503"/>
                  <a:pt x="267" y="3770"/>
                  <a:pt x="567" y="3770"/>
                </a:cubicBezTo>
                <a:lnTo>
                  <a:pt x="101740" y="3770"/>
                </a:lnTo>
                <a:cubicBezTo>
                  <a:pt x="102073" y="3770"/>
                  <a:pt x="102307" y="3503"/>
                  <a:pt x="102307" y="3203"/>
                </a:cubicBezTo>
                <a:lnTo>
                  <a:pt x="102307" y="568"/>
                </a:lnTo>
                <a:cubicBezTo>
                  <a:pt x="102307" y="267"/>
                  <a:pt x="102073" y="1"/>
                  <a:pt x="101740" y="1"/>
                </a:cubicBezTo>
                <a:close/>
              </a:path>
            </a:pathLst>
          </a:custGeom>
          <a:solidFill>
            <a:srgbClr val="FFFFFF">
              <a:alpha val="44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2"/>
          <p:cNvSpPr/>
          <p:nvPr/>
        </p:nvSpPr>
        <p:spPr>
          <a:xfrm>
            <a:off x="6365506" y="2554853"/>
            <a:ext cx="1854672" cy="348595"/>
          </a:xfrm>
          <a:custGeom>
            <a:avLst/>
            <a:gdLst/>
            <a:ahLst/>
            <a:cxnLst/>
            <a:rect l="l" t="t" r="r" b="b"/>
            <a:pathLst>
              <a:path w="93001" h="17480" extrusionOk="0">
                <a:moveTo>
                  <a:pt x="1" y="0"/>
                </a:moveTo>
                <a:cubicBezTo>
                  <a:pt x="67" y="6038"/>
                  <a:pt x="1335" y="11942"/>
                  <a:pt x="3737" y="17479"/>
                </a:cubicBezTo>
                <a:lnTo>
                  <a:pt x="89231" y="17479"/>
                </a:lnTo>
                <a:cubicBezTo>
                  <a:pt x="89231" y="17479"/>
                  <a:pt x="93000" y="8106"/>
                  <a:pt x="930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2"/>
          <p:cNvSpPr/>
          <p:nvPr/>
        </p:nvSpPr>
        <p:spPr>
          <a:xfrm>
            <a:off x="6578401" y="2850213"/>
            <a:ext cx="1380360" cy="29954"/>
          </a:xfrm>
          <a:custGeom>
            <a:avLst/>
            <a:gdLst/>
            <a:ahLst/>
            <a:cxnLst/>
            <a:rect l="l" t="t" r="r" b="b"/>
            <a:pathLst>
              <a:path w="69217" h="1502" fill="none" extrusionOk="0">
                <a:moveTo>
                  <a:pt x="0" y="1335"/>
                </a:moveTo>
                <a:cubicBezTo>
                  <a:pt x="0" y="1335"/>
                  <a:pt x="1868" y="1235"/>
                  <a:pt x="2902" y="601"/>
                </a:cubicBezTo>
                <a:cubicBezTo>
                  <a:pt x="3936" y="1"/>
                  <a:pt x="3869" y="1168"/>
                  <a:pt x="4470" y="1268"/>
                </a:cubicBezTo>
                <a:cubicBezTo>
                  <a:pt x="5070" y="1335"/>
                  <a:pt x="6505" y="835"/>
                  <a:pt x="7239" y="835"/>
                </a:cubicBezTo>
                <a:cubicBezTo>
                  <a:pt x="8006" y="835"/>
                  <a:pt x="7439" y="1302"/>
                  <a:pt x="8273" y="1268"/>
                </a:cubicBezTo>
                <a:cubicBezTo>
                  <a:pt x="9107" y="1235"/>
                  <a:pt x="8673" y="1302"/>
                  <a:pt x="9107" y="1235"/>
                </a:cubicBezTo>
                <a:lnTo>
                  <a:pt x="12742" y="601"/>
                </a:lnTo>
                <a:cubicBezTo>
                  <a:pt x="12742" y="601"/>
                  <a:pt x="14577" y="267"/>
                  <a:pt x="14944" y="434"/>
                </a:cubicBezTo>
                <a:cubicBezTo>
                  <a:pt x="15311" y="634"/>
                  <a:pt x="15811" y="1502"/>
                  <a:pt x="16345" y="1268"/>
                </a:cubicBezTo>
                <a:cubicBezTo>
                  <a:pt x="16879" y="1035"/>
                  <a:pt x="16579" y="868"/>
                  <a:pt x="17412" y="868"/>
                </a:cubicBezTo>
                <a:cubicBezTo>
                  <a:pt x="17913" y="868"/>
                  <a:pt x="18413" y="935"/>
                  <a:pt x="18914" y="1068"/>
                </a:cubicBezTo>
                <a:cubicBezTo>
                  <a:pt x="18914" y="1068"/>
                  <a:pt x="18980" y="868"/>
                  <a:pt x="19347" y="868"/>
                </a:cubicBezTo>
                <a:lnTo>
                  <a:pt x="20014" y="868"/>
                </a:lnTo>
                <a:cubicBezTo>
                  <a:pt x="20014" y="868"/>
                  <a:pt x="21449" y="1235"/>
                  <a:pt x="21682" y="1235"/>
                </a:cubicBezTo>
                <a:cubicBezTo>
                  <a:pt x="21882" y="1235"/>
                  <a:pt x="23584" y="868"/>
                  <a:pt x="23650" y="868"/>
                </a:cubicBezTo>
                <a:cubicBezTo>
                  <a:pt x="23684" y="868"/>
                  <a:pt x="25318" y="434"/>
                  <a:pt x="25318" y="434"/>
                </a:cubicBezTo>
                <a:cubicBezTo>
                  <a:pt x="25652" y="801"/>
                  <a:pt x="26085" y="1068"/>
                  <a:pt x="26552" y="1168"/>
                </a:cubicBezTo>
                <a:cubicBezTo>
                  <a:pt x="27153" y="1268"/>
                  <a:pt x="27820" y="1101"/>
                  <a:pt x="28254" y="1302"/>
                </a:cubicBezTo>
                <a:cubicBezTo>
                  <a:pt x="28721" y="1502"/>
                  <a:pt x="30222" y="1235"/>
                  <a:pt x="30222" y="1235"/>
                </a:cubicBezTo>
                <a:cubicBezTo>
                  <a:pt x="30589" y="1235"/>
                  <a:pt x="30955" y="1235"/>
                  <a:pt x="31322" y="1302"/>
                </a:cubicBezTo>
                <a:cubicBezTo>
                  <a:pt x="31789" y="1402"/>
                  <a:pt x="32256" y="1402"/>
                  <a:pt x="32723" y="1268"/>
                </a:cubicBezTo>
                <a:cubicBezTo>
                  <a:pt x="33557" y="1035"/>
                  <a:pt x="34458" y="1035"/>
                  <a:pt x="35292" y="1235"/>
                </a:cubicBezTo>
                <a:cubicBezTo>
                  <a:pt x="36660" y="1468"/>
                  <a:pt x="37894" y="835"/>
                  <a:pt x="38494" y="835"/>
                </a:cubicBezTo>
                <a:cubicBezTo>
                  <a:pt x="39061" y="835"/>
                  <a:pt x="41363" y="1101"/>
                  <a:pt x="42163" y="1101"/>
                </a:cubicBezTo>
                <a:cubicBezTo>
                  <a:pt x="42931" y="1101"/>
                  <a:pt x="45032" y="1368"/>
                  <a:pt x="46500" y="1235"/>
                </a:cubicBezTo>
                <a:cubicBezTo>
                  <a:pt x="47968" y="1068"/>
                  <a:pt x="48902" y="1435"/>
                  <a:pt x="49902" y="1435"/>
                </a:cubicBezTo>
                <a:cubicBezTo>
                  <a:pt x="50870" y="1435"/>
                  <a:pt x="51937" y="1368"/>
                  <a:pt x="52137" y="1368"/>
                </a:cubicBezTo>
                <a:cubicBezTo>
                  <a:pt x="52371" y="1368"/>
                  <a:pt x="53472" y="668"/>
                  <a:pt x="55006" y="835"/>
                </a:cubicBezTo>
                <a:cubicBezTo>
                  <a:pt x="56574" y="1001"/>
                  <a:pt x="55173" y="634"/>
                  <a:pt x="56140" y="835"/>
                </a:cubicBezTo>
                <a:cubicBezTo>
                  <a:pt x="57074" y="1068"/>
                  <a:pt x="57841" y="1268"/>
                  <a:pt x="58242" y="1302"/>
                </a:cubicBezTo>
                <a:cubicBezTo>
                  <a:pt x="58575" y="1335"/>
                  <a:pt x="58909" y="1302"/>
                  <a:pt x="59209" y="1268"/>
                </a:cubicBezTo>
                <a:lnTo>
                  <a:pt x="60877" y="1135"/>
                </a:lnTo>
                <a:lnTo>
                  <a:pt x="69216" y="1135"/>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2"/>
          <p:cNvSpPr/>
          <p:nvPr/>
        </p:nvSpPr>
        <p:spPr>
          <a:xfrm>
            <a:off x="6543799" y="2798999"/>
            <a:ext cx="1460190" cy="28617"/>
          </a:xfrm>
          <a:custGeom>
            <a:avLst/>
            <a:gdLst/>
            <a:ahLst/>
            <a:cxnLst/>
            <a:rect l="l" t="t" r="r" b="b"/>
            <a:pathLst>
              <a:path w="73220" h="1435" fill="none" extrusionOk="0">
                <a:moveTo>
                  <a:pt x="0" y="701"/>
                </a:moveTo>
                <a:cubicBezTo>
                  <a:pt x="0" y="701"/>
                  <a:pt x="5137" y="701"/>
                  <a:pt x="6071" y="601"/>
                </a:cubicBezTo>
                <a:cubicBezTo>
                  <a:pt x="7005" y="534"/>
                  <a:pt x="7506" y="67"/>
                  <a:pt x="8006" y="67"/>
                </a:cubicBezTo>
                <a:cubicBezTo>
                  <a:pt x="8473" y="67"/>
                  <a:pt x="11008" y="534"/>
                  <a:pt x="11008" y="534"/>
                </a:cubicBezTo>
                <a:cubicBezTo>
                  <a:pt x="11142" y="200"/>
                  <a:pt x="11475" y="0"/>
                  <a:pt x="11842" y="67"/>
                </a:cubicBezTo>
                <a:cubicBezTo>
                  <a:pt x="12509" y="67"/>
                  <a:pt x="12176" y="100"/>
                  <a:pt x="12776" y="367"/>
                </a:cubicBezTo>
                <a:cubicBezTo>
                  <a:pt x="13410" y="601"/>
                  <a:pt x="13076" y="367"/>
                  <a:pt x="13410" y="601"/>
                </a:cubicBezTo>
                <a:cubicBezTo>
                  <a:pt x="13910" y="834"/>
                  <a:pt x="14411" y="967"/>
                  <a:pt x="14944" y="1068"/>
                </a:cubicBezTo>
                <a:cubicBezTo>
                  <a:pt x="14944" y="1068"/>
                  <a:pt x="17279" y="1168"/>
                  <a:pt x="17380" y="601"/>
                </a:cubicBezTo>
                <a:cubicBezTo>
                  <a:pt x="17446" y="67"/>
                  <a:pt x="18614" y="1068"/>
                  <a:pt x="18614" y="1068"/>
                </a:cubicBezTo>
                <a:cubicBezTo>
                  <a:pt x="18614" y="1068"/>
                  <a:pt x="21783" y="601"/>
                  <a:pt x="22984" y="601"/>
                </a:cubicBezTo>
                <a:cubicBezTo>
                  <a:pt x="24218" y="601"/>
                  <a:pt x="27253" y="367"/>
                  <a:pt x="27253" y="367"/>
                </a:cubicBezTo>
                <a:cubicBezTo>
                  <a:pt x="27253" y="367"/>
                  <a:pt x="29755" y="701"/>
                  <a:pt x="29888" y="701"/>
                </a:cubicBezTo>
                <a:cubicBezTo>
                  <a:pt x="29989" y="701"/>
                  <a:pt x="30422" y="1334"/>
                  <a:pt x="30856" y="1068"/>
                </a:cubicBezTo>
                <a:cubicBezTo>
                  <a:pt x="31289" y="767"/>
                  <a:pt x="31723" y="434"/>
                  <a:pt x="32257" y="534"/>
                </a:cubicBezTo>
                <a:cubicBezTo>
                  <a:pt x="32757" y="634"/>
                  <a:pt x="33224" y="834"/>
                  <a:pt x="33691" y="1068"/>
                </a:cubicBezTo>
                <a:lnTo>
                  <a:pt x="34825" y="434"/>
                </a:lnTo>
                <a:lnTo>
                  <a:pt x="36160" y="534"/>
                </a:lnTo>
                <a:cubicBezTo>
                  <a:pt x="36160" y="534"/>
                  <a:pt x="37527" y="1434"/>
                  <a:pt x="38495" y="1068"/>
                </a:cubicBezTo>
                <a:cubicBezTo>
                  <a:pt x="39228" y="767"/>
                  <a:pt x="39962" y="434"/>
                  <a:pt x="40663" y="67"/>
                </a:cubicBezTo>
                <a:lnTo>
                  <a:pt x="41864" y="1068"/>
                </a:lnTo>
                <a:lnTo>
                  <a:pt x="42664" y="1068"/>
                </a:lnTo>
                <a:lnTo>
                  <a:pt x="44966" y="601"/>
                </a:lnTo>
                <a:cubicBezTo>
                  <a:pt x="45333" y="1068"/>
                  <a:pt x="45933" y="1234"/>
                  <a:pt x="46500" y="1068"/>
                </a:cubicBezTo>
                <a:cubicBezTo>
                  <a:pt x="47468" y="767"/>
                  <a:pt x="56874" y="1068"/>
                  <a:pt x="59276" y="1068"/>
                </a:cubicBezTo>
                <a:cubicBezTo>
                  <a:pt x="61678" y="1068"/>
                  <a:pt x="62178" y="434"/>
                  <a:pt x="62178" y="434"/>
                </a:cubicBezTo>
                <a:lnTo>
                  <a:pt x="64046" y="1068"/>
                </a:lnTo>
                <a:lnTo>
                  <a:pt x="73219" y="1068"/>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2"/>
          <p:cNvSpPr/>
          <p:nvPr/>
        </p:nvSpPr>
        <p:spPr>
          <a:xfrm>
            <a:off x="6420729" y="2854880"/>
            <a:ext cx="1741579" cy="48580"/>
          </a:xfrm>
          <a:custGeom>
            <a:avLst/>
            <a:gdLst/>
            <a:ahLst/>
            <a:cxnLst/>
            <a:rect l="l" t="t" r="r" b="b"/>
            <a:pathLst>
              <a:path w="87330" h="2436" extrusionOk="0">
                <a:moveTo>
                  <a:pt x="0" y="0"/>
                </a:moveTo>
                <a:cubicBezTo>
                  <a:pt x="567" y="1535"/>
                  <a:pt x="968" y="2435"/>
                  <a:pt x="968" y="2435"/>
                </a:cubicBezTo>
                <a:lnTo>
                  <a:pt x="86462" y="2435"/>
                </a:lnTo>
                <a:cubicBezTo>
                  <a:pt x="86462" y="2435"/>
                  <a:pt x="86829" y="1501"/>
                  <a:pt x="87329"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2"/>
          <p:cNvSpPr/>
          <p:nvPr/>
        </p:nvSpPr>
        <p:spPr>
          <a:xfrm>
            <a:off x="6384133" y="2729137"/>
            <a:ext cx="1813431" cy="71195"/>
          </a:xfrm>
          <a:custGeom>
            <a:avLst/>
            <a:gdLst/>
            <a:ahLst/>
            <a:cxnLst/>
            <a:rect l="l" t="t" r="r" b="b"/>
            <a:pathLst>
              <a:path w="90933" h="3570" extrusionOk="0">
                <a:moveTo>
                  <a:pt x="1" y="1"/>
                </a:moveTo>
                <a:cubicBezTo>
                  <a:pt x="268" y="1302"/>
                  <a:pt x="601" y="2502"/>
                  <a:pt x="901" y="3570"/>
                </a:cubicBezTo>
                <a:lnTo>
                  <a:pt x="90032" y="3570"/>
                </a:lnTo>
                <a:cubicBezTo>
                  <a:pt x="90332" y="2469"/>
                  <a:pt x="90665" y="1268"/>
                  <a:pt x="90932"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2"/>
          <p:cNvSpPr/>
          <p:nvPr/>
        </p:nvSpPr>
        <p:spPr>
          <a:xfrm>
            <a:off x="6365506" y="2554853"/>
            <a:ext cx="1854672" cy="348595"/>
          </a:xfrm>
          <a:custGeom>
            <a:avLst/>
            <a:gdLst/>
            <a:ahLst/>
            <a:cxnLst/>
            <a:rect l="l" t="t" r="r" b="b"/>
            <a:pathLst>
              <a:path w="93001" h="17480" fill="none" extrusionOk="0">
                <a:moveTo>
                  <a:pt x="89231" y="17479"/>
                </a:moveTo>
                <a:lnTo>
                  <a:pt x="3737" y="17479"/>
                </a:lnTo>
                <a:cubicBezTo>
                  <a:pt x="1335" y="11942"/>
                  <a:pt x="67" y="6038"/>
                  <a:pt x="1" y="0"/>
                </a:cubicBezTo>
                <a:lnTo>
                  <a:pt x="93000" y="0"/>
                </a:lnTo>
                <a:cubicBezTo>
                  <a:pt x="93000" y="8106"/>
                  <a:pt x="89231" y="17479"/>
                  <a:pt x="89231" y="1747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2"/>
          <p:cNvSpPr/>
          <p:nvPr/>
        </p:nvSpPr>
        <p:spPr>
          <a:xfrm>
            <a:off x="6202529" y="2500288"/>
            <a:ext cx="51232" cy="354598"/>
          </a:xfrm>
          <a:custGeom>
            <a:avLst/>
            <a:gdLst/>
            <a:ahLst/>
            <a:cxnLst/>
            <a:rect l="l" t="t" r="r" b="b"/>
            <a:pathLst>
              <a:path w="2569" h="17781" extrusionOk="0">
                <a:moveTo>
                  <a:pt x="0" y="1"/>
                </a:moveTo>
                <a:lnTo>
                  <a:pt x="0" y="17780"/>
                </a:lnTo>
                <a:lnTo>
                  <a:pt x="2569" y="17780"/>
                </a:lnTo>
                <a:lnTo>
                  <a:pt x="2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p:cNvSpPr/>
          <p:nvPr/>
        </p:nvSpPr>
        <p:spPr>
          <a:xfrm>
            <a:off x="6203188" y="2749759"/>
            <a:ext cx="49258" cy="105137"/>
          </a:xfrm>
          <a:custGeom>
            <a:avLst/>
            <a:gdLst/>
            <a:ahLst/>
            <a:cxnLst/>
            <a:rect l="l" t="t" r="r" b="b"/>
            <a:pathLst>
              <a:path w="2470" h="5272" extrusionOk="0">
                <a:moveTo>
                  <a:pt x="1" y="1"/>
                </a:moveTo>
                <a:lnTo>
                  <a:pt x="1" y="5271"/>
                </a:lnTo>
                <a:lnTo>
                  <a:pt x="2469" y="5271"/>
                </a:lnTo>
                <a:lnTo>
                  <a:pt x="24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6202529" y="2500288"/>
            <a:ext cx="51232" cy="354598"/>
          </a:xfrm>
          <a:custGeom>
            <a:avLst/>
            <a:gdLst/>
            <a:ahLst/>
            <a:cxnLst/>
            <a:rect l="l" t="t" r="r" b="b"/>
            <a:pathLst>
              <a:path w="2569" h="17781" fill="none" extrusionOk="0">
                <a:moveTo>
                  <a:pt x="0" y="1"/>
                </a:moveTo>
                <a:lnTo>
                  <a:pt x="2569" y="1"/>
                </a:lnTo>
                <a:lnTo>
                  <a:pt x="2569" y="17780"/>
                </a:lnTo>
                <a:lnTo>
                  <a:pt x="0" y="17780"/>
                </a:ln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a:off x="8331337" y="2500288"/>
            <a:ext cx="50574" cy="354598"/>
          </a:xfrm>
          <a:custGeom>
            <a:avLst/>
            <a:gdLst/>
            <a:ahLst/>
            <a:cxnLst/>
            <a:rect l="l" t="t" r="r" b="b"/>
            <a:pathLst>
              <a:path w="2536" h="17781" extrusionOk="0">
                <a:moveTo>
                  <a:pt x="0" y="1"/>
                </a:moveTo>
                <a:lnTo>
                  <a:pt x="0" y="17780"/>
                </a:lnTo>
                <a:lnTo>
                  <a:pt x="2535" y="17780"/>
                </a:lnTo>
                <a:lnTo>
                  <a:pt x="25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a:off x="8330658" y="2749759"/>
            <a:ext cx="51252" cy="105137"/>
          </a:xfrm>
          <a:custGeom>
            <a:avLst/>
            <a:gdLst/>
            <a:ahLst/>
            <a:cxnLst/>
            <a:rect l="l" t="t" r="r" b="b"/>
            <a:pathLst>
              <a:path w="2570" h="5272" extrusionOk="0">
                <a:moveTo>
                  <a:pt x="1" y="1"/>
                </a:moveTo>
                <a:lnTo>
                  <a:pt x="1" y="5271"/>
                </a:lnTo>
                <a:lnTo>
                  <a:pt x="2569" y="5271"/>
                </a:lnTo>
                <a:lnTo>
                  <a:pt x="25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a:off x="8331337" y="2500288"/>
            <a:ext cx="50574" cy="354598"/>
          </a:xfrm>
          <a:custGeom>
            <a:avLst/>
            <a:gdLst/>
            <a:ahLst/>
            <a:cxnLst/>
            <a:rect l="l" t="t" r="r" b="b"/>
            <a:pathLst>
              <a:path w="2536" h="17781" fill="none" extrusionOk="0">
                <a:moveTo>
                  <a:pt x="0" y="1"/>
                </a:moveTo>
                <a:lnTo>
                  <a:pt x="2535" y="1"/>
                </a:lnTo>
                <a:lnTo>
                  <a:pt x="2535" y="17780"/>
                </a:lnTo>
                <a:lnTo>
                  <a:pt x="0" y="17780"/>
                </a:ln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6233123" y="2485650"/>
            <a:ext cx="2118093" cy="276104"/>
          </a:xfrm>
          <a:custGeom>
            <a:avLst/>
            <a:gdLst/>
            <a:ahLst/>
            <a:cxnLst/>
            <a:rect l="l" t="t" r="r" b="b"/>
            <a:pathLst>
              <a:path w="106210" h="13845" extrusionOk="0">
                <a:moveTo>
                  <a:pt x="1" y="1"/>
                </a:moveTo>
                <a:lnTo>
                  <a:pt x="1" y="13844"/>
                </a:lnTo>
                <a:lnTo>
                  <a:pt x="106210" y="13844"/>
                </a:lnTo>
                <a:lnTo>
                  <a:pt x="106210" y="1"/>
                </a:lnTo>
                <a:lnTo>
                  <a:pt x="105209" y="1"/>
                </a:lnTo>
                <a:lnTo>
                  <a:pt x="105209" y="12977"/>
                </a:lnTo>
                <a:lnTo>
                  <a:pt x="1001" y="12977"/>
                </a:lnTo>
                <a:lnTo>
                  <a:pt x="1001" y="1"/>
                </a:lnTo>
                <a:close/>
              </a:path>
            </a:pathLst>
          </a:custGeom>
          <a:solidFill>
            <a:schemeClr val="l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a:off x="6130016" y="2884137"/>
            <a:ext cx="2324318" cy="654613"/>
          </a:xfrm>
          <a:custGeom>
            <a:avLst/>
            <a:gdLst/>
            <a:ahLst/>
            <a:cxnLst/>
            <a:rect l="l" t="t" r="r" b="b"/>
            <a:pathLst>
              <a:path w="116551" h="32825" extrusionOk="0">
                <a:moveTo>
                  <a:pt x="62745" y="1"/>
                </a:moveTo>
                <a:lnTo>
                  <a:pt x="62745" y="1869"/>
                </a:lnTo>
                <a:cubicBezTo>
                  <a:pt x="62745" y="1869"/>
                  <a:pt x="71618" y="9574"/>
                  <a:pt x="86962" y="12410"/>
                </a:cubicBezTo>
                <a:cubicBezTo>
                  <a:pt x="84761" y="22317"/>
                  <a:pt x="72752" y="29922"/>
                  <a:pt x="58309" y="29922"/>
                </a:cubicBezTo>
                <a:cubicBezTo>
                  <a:pt x="43832" y="29922"/>
                  <a:pt x="31856" y="22350"/>
                  <a:pt x="29655" y="12410"/>
                </a:cubicBezTo>
                <a:cubicBezTo>
                  <a:pt x="44966" y="9574"/>
                  <a:pt x="53839" y="1869"/>
                  <a:pt x="53839" y="1869"/>
                </a:cubicBezTo>
                <a:lnTo>
                  <a:pt x="53839" y="34"/>
                </a:lnTo>
                <a:lnTo>
                  <a:pt x="1868" y="34"/>
                </a:lnTo>
                <a:cubicBezTo>
                  <a:pt x="834" y="34"/>
                  <a:pt x="0" y="835"/>
                  <a:pt x="0" y="1869"/>
                </a:cubicBezTo>
                <a:lnTo>
                  <a:pt x="0" y="30990"/>
                </a:lnTo>
                <a:cubicBezTo>
                  <a:pt x="0" y="31990"/>
                  <a:pt x="834" y="32824"/>
                  <a:pt x="1868" y="32824"/>
                </a:cubicBezTo>
                <a:lnTo>
                  <a:pt x="114716" y="32824"/>
                </a:lnTo>
                <a:cubicBezTo>
                  <a:pt x="115716" y="32824"/>
                  <a:pt x="116550" y="31990"/>
                  <a:pt x="116550" y="30990"/>
                </a:cubicBezTo>
                <a:lnTo>
                  <a:pt x="116550" y="1869"/>
                </a:lnTo>
                <a:cubicBezTo>
                  <a:pt x="116550" y="835"/>
                  <a:pt x="115750" y="1"/>
                  <a:pt x="114716" y="1"/>
                </a:cubicBezTo>
                <a:close/>
              </a:path>
            </a:pathLst>
          </a:custGeom>
          <a:solidFill>
            <a:srgbClr val="92E3A9"/>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a:off x="6130016" y="2884137"/>
            <a:ext cx="2324318" cy="654613"/>
          </a:xfrm>
          <a:custGeom>
            <a:avLst/>
            <a:gdLst/>
            <a:ahLst/>
            <a:cxnLst/>
            <a:rect l="l" t="t" r="r" b="b"/>
            <a:pathLst>
              <a:path w="116551" h="32825" extrusionOk="0">
                <a:moveTo>
                  <a:pt x="1868" y="1"/>
                </a:moveTo>
                <a:cubicBezTo>
                  <a:pt x="834" y="1"/>
                  <a:pt x="0" y="835"/>
                  <a:pt x="0" y="1869"/>
                </a:cubicBezTo>
                <a:lnTo>
                  <a:pt x="0" y="30990"/>
                </a:lnTo>
                <a:cubicBezTo>
                  <a:pt x="0" y="31990"/>
                  <a:pt x="834" y="32824"/>
                  <a:pt x="1868" y="32824"/>
                </a:cubicBezTo>
                <a:lnTo>
                  <a:pt x="114682" y="32824"/>
                </a:lnTo>
                <a:cubicBezTo>
                  <a:pt x="115716" y="32824"/>
                  <a:pt x="116550" y="31990"/>
                  <a:pt x="116550" y="30990"/>
                </a:cubicBezTo>
                <a:lnTo>
                  <a:pt x="116550" y="1869"/>
                </a:lnTo>
                <a:cubicBezTo>
                  <a:pt x="116550" y="835"/>
                  <a:pt x="115750" y="1"/>
                  <a:pt x="114716" y="1"/>
                </a:cubicBezTo>
                <a:lnTo>
                  <a:pt x="62745" y="1"/>
                </a:lnTo>
                <a:lnTo>
                  <a:pt x="62745" y="1869"/>
                </a:lnTo>
                <a:cubicBezTo>
                  <a:pt x="62745" y="1869"/>
                  <a:pt x="71618" y="9574"/>
                  <a:pt x="86962" y="12410"/>
                </a:cubicBezTo>
                <a:cubicBezTo>
                  <a:pt x="84761" y="22317"/>
                  <a:pt x="72786" y="29922"/>
                  <a:pt x="58309" y="29922"/>
                </a:cubicBezTo>
                <a:cubicBezTo>
                  <a:pt x="43832" y="29922"/>
                  <a:pt x="31856" y="22350"/>
                  <a:pt x="29655" y="12410"/>
                </a:cubicBezTo>
                <a:cubicBezTo>
                  <a:pt x="44966" y="9574"/>
                  <a:pt x="53839" y="1869"/>
                  <a:pt x="53839" y="1869"/>
                </a:cubicBezTo>
                <a:lnTo>
                  <a:pt x="538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p:nvPr/>
        </p:nvSpPr>
        <p:spPr>
          <a:xfrm>
            <a:off x="6161945" y="2903442"/>
            <a:ext cx="2242494" cy="590079"/>
          </a:xfrm>
          <a:custGeom>
            <a:avLst/>
            <a:gdLst/>
            <a:ahLst/>
            <a:cxnLst/>
            <a:rect l="l" t="t" r="r" b="b"/>
            <a:pathLst>
              <a:path w="112448" h="29589" extrusionOk="0">
                <a:moveTo>
                  <a:pt x="1368" y="0"/>
                </a:moveTo>
                <a:cubicBezTo>
                  <a:pt x="601" y="0"/>
                  <a:pt x="0" y="601"/>
                  <a:pt x="0" y="1334"/>
                </a:cubicBezTo>
                <a:lnTo>
                  <a:pt x="0" y="28220"/>
                </a:lnTo>
                <a:cubicBezTo>
                  <a:pt x="0" y="28954"/>
                  <a:pt x="601" y="29588"/>
                  <a:pt x="1368" y="29588"/>
                </a:cubicBezTo>
                <a:lnTo>
                  <a:pt x="111080" y="29588"/>
                </a:lnTo>
                <a:cubicBezTo>
                  <a:pt x="111847" y="29588"/>
                  <a:pt x="112447" y="28988"/>
                  <a:pt x="112447" y="28220"/>
                </a:cubicBezTo>
                <a:lnTo>
                  <a:pt x="112447" y="1334"/>
                </a:lnTo>
                <a:cubicBezTo>
                  <a:pt x="112447" y="601"/>
                  <a:pt x="111847" y="0"/>
                  <a:pt x="111113" y="0"/>
                </a:cubicBezTo>
                <a:lnTo>
                  <a:pt x="61111" y="0"/>
                </a:lnTo>
                <a:lnTo>
                  <a:pt x="61111" y="901"/>
                </a:lnTo>
                <a:cubicBezTo>
                  <a:pt x="61111" y="901"/>
                  <a:pt x="70017" y="8606"/>
                  <a:pt x="85328" y="11442"/>
                </a:cubicBezTo>
                <a:cubicBezTo>
                  <a:pt x="83126" y="21349"/>
                  <a:pt x="71151" y="28954"/>
                  <a:pt x="56708" y="28954"/>
                </a:cubicBezTo>
                <a:cubicBezTo>
                  <a:pt x="42231" y="28954"/>
                  <a:pt x="30255" y="21382"/>
                  <a:pt x="28054" y="11442"/>
                </a:cubicBezTo>
                <a:cubicBezTo>
                  <a:pt x="43365" y="8606"/>
                  <a:pt x="52238" y="901"/>
                  <a:pt x="52238" y="901"/>
                </a:cubicBezTo>
                <a:lnTo>
                  <a:pt x="52238" y="0"/>
                </a:lnTo>
                <a:close/>
              </a:path>
            </a:pathLst>
          </a:custGeom>
          <a:solidFill>
            <a:srgbClr val="FFFFFF">
              <a:alpha val="44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2"/>
          <p:cNvSpPr/>
          <p:nvPr/>
        </p:nvSpPr>
        <p:spPr>
          <a:xfrm>
            <a:off x="6130016" y="2884137"/>
            <a:ext cx="2324318" cy="654613"/>
          </a:xfrm>
          <a:custGeom>
            <a:avLst/>
            <a:gdLst/>
            <a:ahLst/>
            <a:cxnLst/>
            <a:rect l="l" t="t" r="r" b="b"/>
            <a:pathLst>
              <a:path w="116551" h="32825" fill="none" extrusionOk="0">
                <a:moveTo>
                  <a:pt x="116550" y="1869"/>
                </a:moveTo>
                <a:lnTo>
                  <a:pt x="116550" y="30990"/>
                </a:lnTo>
                <a:cubicBezTo>
                  <a:pt x="116550" y="31990"/>
                  <a:pt x="115716" y="32824"/>
                  <a:pt x="114682" y="32824"/>
                </a:cubicBezTo>
                <a:lnTo>
                  <a:pt x="1868" y="32824"/>
                </a:lnTo>
                <a:cubicBezTo>
                  <a:pt x="834" y="32824"/>
                  <a:pt x="0" y="31990"/>
                  <a:pt x="0" y="30990"/>
                </a:cubicBezTo>
                <a:lnTo>
                  <a:pt x="0" y="1869"/>
                </a:lnTo>
                <a:cubicBezTo>
                  <a:pt x="0" y="835"/>
                  <a:pt x="834" y="1"/>
                  <a:pt x="1868" y="1"/>
                </a:cubicBezTo>
                <a:lnTo>
                  <a:pt x="53839" y="1"/>
                </a:lnTo>
                <a:lnTo>
                  <a:pt x="53839" y="1869"/>
                </a:lnTo>
                <a:cubicBezTo>
                  <a:pt x="53839" y="1869"/>
                  <a:pt x="44966" y="9574"/>
                  <a:pt x="29655" y="12410"/>
                </a:cubicBezTo>
                <a:cubicBezTo>
                  <a:pt x="31856" y="22350"/>
                  <a:pt x="43832" y="29922"/>
                  <a:pt x="58309" y="29922"/>
                </a:cubicBezTo>
                <a:cubicBezTo>
                  <a:pt x="72786" y="29922"/>
                  <a:pt x="84761" y="22317"/>
                  <a:pt x="86962" y="12410"/>
                </a:cubicBezTo>
                <a:cubicBezTo>
                  <a:pt x="71618" y="9574"/>
                  <a:pt x="62745" y="1869"/>
                  <a:pt x="62745" y="1869"/>
                </a:cubicBezTo>
                <a:lnTo>
                  <a:pt x="62745" y="1"/>
                </a:lnTo>
                <a:lnTo>
                  <a:pt x="114716" y="1"/>
                </a:lnTo>
                <a:cubicBezTo>
                  <a:pt x="115750" y="1"/>
                  <a:pt x="116550" y="835"/>
                  <a:pt x="116550" y="186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32"/>
          <p:cNvGrpSpPr/>
          <p:nvPr/>
        </p:nvGrpSpPr>
        <p:grpSpPr>
          <a:xfrm>
            <a:off x="7500191" y="3632462"/>
            <a:ext cx="1081023" cy="1802124"/>
            <a:chOff x="4038050" y="2719050"/>
            <a:chExt cx="1355175" cy="2259150"/>
          </a:xfrm>
        </p:grpSpPr>
        <p:sp>
          <p:nvSpPr>
            <p:cNvPr id="363" name="Google Shape;363;p32"/>
            <p:cNvSpPr/>
            <p:nvPr/>
          </p:nvSpPr>
          <p:spPr>
            <a:xfrm>
              <a:off x="4038050" y="2778275"/>
              <a:ext cx="797275" cy="2090675"/>
            </a:xfrm>
            <a:custGeom>
              <a:avLst/>
              <a:gdLst/>
              <a:ahLst/>
              <a:cxnLst/>
              <a:rect l="l" t="t" r="r" b="b"/>
              <a:pathLst>
                <a:path w="31891" h="83627" extrusionOk="0">
                  <a:moveTo>
                    <a:pt x="19948" y="0"/>
                  </a:moveTo>
                  <a:cubicBezTo>
                    <a:pt x="18547" y="0"/>
                    <a:pt x="16146" y="17012"/>
                    <a:pt x="16146" y="17012"/>
                  </a:cubicBezTo>
                  <a:lnTo>
                    <a:pt x="10608" y="1568"/>
                  </a:lnTo>
                  <a:cubicBezTo>
                    <a:pt x="10336" y="1496"/>
                    <a:pt x="10077" y="1462"/>
                    <a:pt x="9832" y="1462"/>
                  </a:cubicBezTo>
                  <a:cubicBezTo>
                    <a:pt x="4685" y="1462"/>
                    <a:pt x="5180" y="16503"/>
                    <a:pt x="5371" y="20515"/>
                  </a:cubicBezTo>
                  <a:cubicBezTo>
                    <a:pt x="5571" y="24718"/>
                    <a:pt x="2169" y="30422"/>
                    <a:pt x="2169" y="30422"/>
                  </a:cubicBezTo>
                  <a:cubicBezTo>
                    <a:pt x="2236" y="32824"/>
                    <a:pt x="1468" y="35159"/>
                    <a:pt x="1" y="37060"/>
                  </a:cubicBezTo>
                  <a:cubicBezTo>
                    <a:pt x="1" y="37060"/>
                    <a:pt x="301" y="46700"/>
                    <a:pt x="1468" y="48535"/>
                  </a:cubicBezTo>
                  <a:cubicBezTo>
                    <a:pt x="2636" y="50369"/>
                    <a:pt x="6672" y="59443"/>
                    <a:pt x="10875" y="63546"/>
                  </a:cubicBezTo>
                  <a:cubicBezTo>
                    <a:pt x="15111" y="67648"/>
                    <a:pt x="29622" y="83627"/>
                    <a:pt x="29622" y="83627"/>
                  </a:cubicBezTo>
                  <a:lnTo>
                    <a:pt x="31890" y="43031"/>
                  </a:lnTo>
                  <a:lnTo>
                    <a:pt x="31623" y="16212"/>
                  </a:lnTo>
                  <a:cubicBezTo>
                    <a:pt x="31623" y="16212"/>
                    <a:pt x="30011" y="4268"/>
                    <a:pt x="28224" y="4268"/>
                  </a:cubicBezTo>
                  <a:cubicBezTo>
                    <a:pt x="28212" y="4268"/>
                    <a:pt x="28200" y="4269"/>
                    <a:pt x="28187" y="4270"/>
                  </a:cubicBezTo>
                  <a:cubicBezTo>
                    <a:pt x="26386" y="4470"/>
                    <a:pt x="24485" y="9307"/>
                    <a:pt x="24485" y="9307"/>
                  </a:cubicBezTo>
                  <a:cubicBezTo>
                    <a:pt x="24485" y="9307"/>
                    <a:pt x="21383" y="0"/>
                    <a:pt x="19948"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2"/>
            <p:cNvSpPr/>
            <p:nvPr/>
          </p:nvSpPr>
          <p:spPr>
            <a:xfrm>
              <a:off x="4112275" y="2732150"/>
              <a:ext cx="1280950" cy="2246050"/>
            </a:xfrm>
            <a:custGeom>
              <a:avLst/>
              <a:gdLst/>
              <a:ahLst/>
              <a:cxnLst/>
              <a:rect l="l" t="t" r="r" b="b"/>
              <a:pathLst>
                <a:path w="51238" h="89842" extrusionOk="0">
                  <a:moveTo>
                    <a:pt x="17924" y="1"/>
                  </a:moveTo>
                  <a:cubicBezTo>
                    <a:pt x="17577" y="1"/>
                    <a:pt x="17186" y="54"/>
                    <a:pt x="16746" y="177"/>
                  </a:cubicBezTo>
                  <a:cubicBezTo>
                    <a:pt x="14911" y="678"/>
                    <a:pt x="15712" y="5948"/>
                    <a:pt x="15712" y="5948"/>
                  </a:cubicBezTo>
                  <a:lnTo>
                    <a:pt x="16112" y="14688"/>
                  </a:lnTo>
                  <a:cubicBezTo>
                    <a:pt x="15845" y="17456"/>
                    <a:pt x="15712" y="24128"/>
                    <a:pt x="15712" y="24128"/>
                  </a:cubicBezTo>
                  <a:cubicBezTo>
                    <a:pt x="15712" y="24128"/>
                    <a:pt x="14646" y="25791"/>
                    <a:pt x="13891" y="25791"/>
                  </a:cubicBezTo>
                  <a:cubicBezTo>
                    <a:pt x="13791" y="25791"/>
                    <a:pt x="13696" y="25762"/>
                    <a:pt x="13610" y="25695"/>
                  </a:cubicBezTo>
                  <a:cubicBezTo>
                    <a:pt x="12843" y="25128"/>
                    <a:pt x="11275" y="17189"/>
                    <a:pt x="10475" y="14454"/>
                  </a:cubicBezTo>
                  <a:cubicBezTo>
                    <a:pt x="9641" y="11719"/>
                    <a:pt x="8707" y="5748"/>
                    <a:pt x="7639" y="3380"/>
                  </a:cubicBezTo>
                  <a:cubicBezTo>
                    <a:pt x="7448" y="2978"/>
                    <a:pt x="6983" y="2664"/>
                    <a:pt x="6376" y="2664"/>
                  </a:cubicBezTo>
                  <a:cubicBezTo>
                    <a:pt x="5923" y="2664"/>
                    <a:pt x="5392" y="2838"/>
                    <a:pt x="4837" y="3279"/>
                  </a:cubicBezTo>
                  <a:cubicBezTo>
                    <a:pt x="3536" y="4314"/>
                    <a:pt x="4604" y="15488"/>
                    <a:pt x="4637" y="18690"/>
                  </a:cubicBezTo>
                  <a:cubicBezTo>
                    <a:pt x="4670" y="21893"/>
                    <a:pt x="6272" y="28164"/>
                    <a:pt x="6272" y="28164"/>
                  </a:cubicBezTo>
                  <a:cubicBezTo>
                    <a:pt x="6272" y="28164"/>
                    <a:pt x="4737" y="30899"/>
                    <a:pt x="3269" y="31933"/>
                  </a:cubicBezTo>
                  <a:cubicBezTo>
                    <a:pt x="1835" y="32967"/>
                    <a:pt x="0" y="35069"/>
                    <a:pt x="634" y="37304"/>
                  </a:cubicBezTo>
                  <a:cubicBezTo>
                    <a:pt x="1268" y="39539"/>
                    <a:pt x="1602" y="48979"/>
                    <a:pt x="3036" y="52014"/>
                  </a:cubicBezTo>
                  <a:cubicBezTo>
                    <a:pt x="4470" y="55050"/>
                    <a:pt x="10908" y="62855"/>
                    <a:pt x="11742" y="64924"/>
                  </a:cubicBezTo>
                  <a:cubicBezTo>
                    <a:pt x="12042" y="65624"/>
                    <a:pt x="15378" y="68826"/>
                    <a:pt x="18047" y="72562"/>
                  </a:cubicBezTo>
                  <a:cubicBezTo>
                    <a:pt x="19648" y="74831"/>
                    <a:pt x="21349" y="77366"/>
                    <a:pt x="22917" y="79768"/>
                  </a:cubicBezTo>
                  <a:cubicBezTo>
                    <a:pt x="26419" y="85038"/>
                    <a:pt x="29288" y="89708"/>
                    <a:pt x="29288" y="89841"/>
                  </a:cubicBezTo>
                  <a:lnTo>
                    <a:pt x="51237" y="78300"/>
                  </a:lnTo>
                  <a:cubicBezTo>
                    <a:pt x="51137" y="78033"/>
                    <a:pt x="48902" y="75698"/>
                    <a:pt x="46233" y="72863"/>
                  </a:cubicBezTo>
                  <a:cubicBezTo>
                    <a:pt x="42431" y="68726"/>
                    <a:pt x="37761" y="63556"/>
                    <a:pt x="37494" y="62122"/>
                  </a:cubicBezTo>
                  <a:cubicBezTo>
                    <a:pt x="37127" y="60153"/>
                    <a:pt x="35826" y="57952"/>
                    <a:pt x="35759" y="57818"/>
                  </a:cubicBezTo>
                  <a:cubicBezTo>
                    <a:pt x="35759" y="57818"/>
                    <a:pt x="37761" y="51647"/>
                    <a:pt x="37727" y="48979"/>
                  </a:cubicBezTo>
                  <a:cubicBezTo>
                    <a:pt x="37661" y="46344"/>
                    <a:pt x="36460" y="41173"/>
                    <a:pt x="36927" y="34235"/>
                  </a:cubicBezTo>
                  <a:cubicBezTo>
                    <a:pt x="37127" y="30999"/>
                    <a:pt x="35559" y="26096"/>
                    <a:pt x="35392" y="26096"/>
                  </a:cubicBezTo>
                  <a:cubicBezTo>
                    <a:pt x="35226" y="26062"/>
                    <a:pt x="34225" y="16622"/>
                    <a:pt x="34158" y="15155"/>
                  </a:cubicBezTo>
                  <a:cubicBezTo>
                    <a:pt x="34058" y="13687"/>
                    <a:pt x="33891" y="10318"/>
                    <a:pt x="32490" y="9651"/>
                  </a:cubicBezTo>
                  <a:cubicBezTo>
                    <a:pt x="32330" y="9568"/>
                    <a:pt x="32180" y="9532"/>
                    <a:pt x="32040" y="9532"/>
                  </a:cubicBezTo>
                  <a:cubicBezTo>
                    <a:pt x="30990" y="9532"/>
                    <a:pt x="30522" y="11585"/>
                    <a:pt x="30522" y="11585"/>
                  </a:cubicBezTo>
                  <a:lnTo>
                    <a:pt x="30122" y="10485"/>
                  </a:lnTo>
                  <a:cubicBezTo>
                    <a:pt x="29688" y="9350"/>
                    <a:pt x="27287" y="6448"/>
                    <a:pt x="27020" y="5948"/>
                  </a:cubicBezTo>
                  <a:cubicBezTo>
                    <a:pt x="26808" y="5619"/>
                    <a:pt x="25523" y="4845"/>
                    <a:pt x="24606" y="4845"/>
                  </a:cubicBezTo>
                  <a:cubicBezTo>
                    <a:pt x="24220" y="4845"/>
                    <a:pt x="23899" y="4982"/>
                    <a:pt x="23751" y="5348"/>
                  </a:cubicBezTo>
                  <a:cubicBezTo>
                    <a:pt x="23217" y="6582"/>
                    <a:pt x="25018" y="15088"/>
                    <a:pt x="25018" y="15088"/>
                  </a:cubicBezTo>
                  <a:lnTo>
                    <a:pt x="23884" y="26162"/>
                  </a:lnTo>
                  <a:cubicBezTo>
                    <a:pt x="23184" y="24495"/>
                    <a:pt x="23684" y="16489"/>
                    <a:pt x="23751" y="15055"/>
                  </a:cubicBezTo>
                  <a:cubicBezTo>
                    <a:pt x="23784" y="13987"/>
                    <a:pt x="22717" y="9617"/>
                    <a:pt x="22183" y="7449"/>
                  </a:cubicBezTo>
                  <a:cubicBezTo>
                    <a:pt x="22116" y="7216"/>
                    <a:pt x="22050" y="7015"/>
                    <a:pt x="22016" y="6815"/>
                  </a:cubicBezTo>
                  <a:cubicBezTo>
                    <a:pt x="21983" y="6749"/>
                    <a:pt x="21983" y="6649"/>
                    <a:pt x="21949" y="6582"/>
                  </a:cubicBezTo>
                  <a:lnTo>
                    <a:pt x="21949" y="6548"/>
                  </a:lnTo>
                  <a:lnTo>
                    <a:pt x="21949" y="6482"/>
                  </a:lnTo>
                  <a:lnTo>
                    <a:pt x="21883" y="6215"/>
                  </a:lnTo>
                  <a:cubicBezTo>
                    <a:pt x="21883" y="6215"/>
                    <a:pt x="20715" y="2379"/>
                    <a:pt x="20448" y="1712"/>
                  </a:cubicBezTo>
                  <a:cubicBezTo>
                    <a:pt x="20201" y="1162"/>
                    <a:pt x="19546" y="1"/>
                    <a:pt x="179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2"/>
            <p:cNvSpPr/>
            <p:nvPr/>
          </p:nvSpPr>
          <p:spPr>
            <a:xfrm>
              <a:off x="4112275" y="2732525"/>
              <a:ext cx="572925" cy="1993825"/>
            </a:xfrm>
            <a:custGeom>
              <a:avLst/>
              <a:gdLst/>
              <a:ahLst/>
              <a:cxnLst/>
              <a:rect l="l" t="t" r="r" b="b"/>
              <a:pathLst>
                <a:path w="22917" h="79753" extrusionOk="0">
                  <a:moveTo>
                    <a:pt x="17884" y="0"/>
                  </a:moveTo>
                  <a:cubicBezTo>
                    <a:pt x="17547" y="0"/>
                    <a:pt x="17170" y="49"/>
                    <a:pt x="16746" y="162"/>
                  </a:cubicBezTo>
                  <a:cubicBezTo>
                    <a:pt x="14944" y="663"/>
                    <a:pt x="15712" y="5933"/>
                    <a:pt x="15712" y="5933"/>
                  </a:cubicBezTo>
                  <a:lnTo>
                    <a:pt x="16112" y="14673"/>
                  </a:lnTo>
                  <a:cubicBezTo>
                    <a:pt x="15845" y="17441"/>
                    <a:pt x="15712" y="24113"/>
                    <a:pt x="15712" y="24113"/>
                  </a:cubicBezTo>
                  <a:cubicBezTo>
                    <a:pt x="15712" y="24113"/>
                    <a:pt x="14656" y="25786"/>
                    <a:pt x="13902" y="25786"/>
                  </a:cubicBezTo>
                  <a:cubicBezTo>
                    <a:pt x="13798" y="25786"/>
                    <a:pt x="13699" y="25754"/>
                    <a:pt x="13610" y="25680"/>
                  </a:cubicBezTo>
                  <a:cubicBezTo>
                    <a:pt x="12843" y="25113"/>
                    <a:pt x="11309" y="17174"/>
                    <a:pt x="10475" y="14439"/>
                  </a:cubicBezTo>
                  <a:cubicBezTo>
                    <a:pt x="9641" y="11704"/>
                    <a:pt x="8707" y="5766"/>
                    <a:pt x="7639" y="3398"/>
                  </a:cubicBezTo>
                  <a:cubicBezTo>
                    <a:pt x="7447" y="2975"/>
                    <a:pt x="6978" y="2652"/>
                    <a:pt x="6366" y="2652"/>
                  </a:cubicBezTo>
                  <a:cubicBezTo>
                    <a:pt x="5916" y="2652"/>
                    <a:pt x="5388" y="2826"/>
                    <a:pt x="4837" y="3264"/>
                  </a:cubicBezTo>
                  <a:cubicBezTo>
                    <a:pt x="3536" y="4332"/>
                    <a:pt x="4637" y="15473"/>
                    <a:pt x="4637" y="18675"/>
                  </a:cubicBezTo>
                  <a:cubicBezTo>
                    <a:pt x="4670" y="21878"/>
                    <a:pt x="6272" y="28149"/>
                    <a:pt x="6272" y="28149"/>
                  </a:cubicBezTo>
                  <a:cubicBezTo>
                    <a:pt x="6272" y="28149"/>
                    <a:pt x="4737" y="30884"/>
                    <a:pt x="3269" y="31918"/>
                  </a:cubicBezTo>
                  <a:cubicBezTo>
                    <a:pt x="1835" y="32952"/>
                    <a:pt x="0" y="35087"/>
                    <a:pt x="634" y="37289"/>
                  </a:cubicBezTo>
                  <a:cubicBezTo>
                    <a:pt x="1268" y="39524"/>
                    <a:pt x="1602" y="48964"/>
                    <a:pt x="3036" y="51999"/>
                  </a:cubicBezTo>
                  <a:cubicBezTo>
                    <a:pt x="4470" y="55035"/>
                    <a:pt x="10908" y="62840"/>
                    <a:pt x="11742" y="64909"/>
                  </a:cubicBezTo>
                  <a:cubicBezTo>
                    <a:pt x="12042" y="65609"/>
                    <a:pt x="15378" y="68845"/>
                    <a:pt x="18047" y="72547"/>
                  </a:cubicBezTo>
                  <a:cubicBezTo>
                    <a:pt x="19648" y="74849"/>
                    <a:pt x="21349" y="77351"/>
                    <a:pt x="22917" y="79753"/>
                  </a:cubicBezTo>
                  <a:cubicBezTo>
                    <a:pt x="18314" y="71847"/>
                    <a:pt x="17813" y="68645"/>
                    <a:pt x="17046" y="67577"/>
                  </a:cubicBezTo>
                  <a:cubicBezTo>
                    <a:pt x="15812" y="65843"/>
                    <a:pt x="11842" y="64675"/>
                    <a:pt x="12243" y="62874"/>
                  </a:cubicBezTo>
                  <a:cubicBezTo>
                    <a:pt x="12509" y="61673"/>
                    <a:pt x="12976" y="60539"/>
                    <a:pt x="13644" y="59538"/>
                  </a:cubicBezTo>
                  <a:cubicBezTo>
                    <a:pt x="13417" y="59459"/>
                    <a:pt x="13209" y="59424"/>
                    <a:pt x="13019" y="59424"/>
                  </a:cubicBezTo>
                  <a:cubicBezTo>
                    <a:pt x="11608" y="59424"/>
                    <a:pt x="11142" y="61339"/>
                    <a:pt x="11142" y="61339"/>
                  </a:cubicBezTo>
                  <a:cubicBezTo>
                    <a:pt x="10308" y="60772"/>
                    <a:pt x="5338" y="55068"/>
                    <a:pt x="4337" y="52900"/>
                  </a:cubicBezTo>
                  <a:cubicBezTo>
                    <a:pt x="3670" y="50698"/>
                    <a:pt x="4003" y="48330"/>
                    <a:pt x="5204" y="46395"/>
                  </a:cubicBezTo>
                  <a:cubicBezTo>
                    <a:pt x="6805" y="43760"/>
                    <a:pt x="6872" y="42859"/>
                    <a:pt x="6805" y="42593"/>
                  </a:cubicBezTo>
                  <a:lnTo>
                    <a:pt x="6805" y="42593"/>
                  </a:lnTo>
                  <a:lnTo>
                    <a:pt x="7573" y="44561"/>
                  </a:lnTo>
                  <a:cubicBezTo>
                    <a:pt x="7573" y="44561"/>
                    <a:pt x="7573" y="36955"/>
                    <a:pt x="8206" y="34954"/>
                  </a:cubicBezTo>
                  <a:cubicBezTo>
                    <a:pt x="8840" y="32952"/>
                    <a:pt x="6172" y="24480"/>
                    <a:pt x="6305" y="21611"/>
                  </a:cubicBezTo>
                  <a:cubicBezTo>
                    <a:pt x="6413" y="19312"/>
                    <a:pt x="8386" y="16837"/>
                    <a:pt x="9697" y="16837"/>
                  </a:cubicBezTo>
                  <a:cubicBezTo>
                    <a:pt x="10003" y="16837"/>
                    <a:pt x="10273" y="16972"/>
                    <a:pt x="10475" y="17274"/>
                  </a:cubicBezTo>
                  <a:cubicBezTo>
                    <a:pt x="11542" y="18909"/>
                    <a:pt x="12042" y="28015"/>
                    <a:pt x="13443" y="28583"/>
                  </a:cubicBezTo>
                  <a:cubicBezTo>
                    <a:pt x="13781" y="28724"/>
                    <a:pt x="14126" y="28795"/>
                    <a:pt x="14456" y="28795"/>
                  </a:cubicBezTo>
                  <a:cubicBezTo>
                    <a:pt x="15529" y="28795"/>
                    <a:pt x="16446" y="28045"/>
                    <a:pt x="16446" y="26514"/>
                  </a:cubicBezTo>
                  <a:cubicBezTo>
                    <a:pt x="16446" y="24546"/>
                    <a:pt x="17279" y="15640"/>
                    <a:pt x="17880" y="14573"/>
                  </a:cubicBezTo>
                  <a:lnTo>
                    <a:pt x="17880" y="14573"/>
                  </a:lnTo>
                  <a:lnTo>
                    <a:pt x="17046" y="15040"/>
                  </a:lnTo>
                  <a:cubicBezTo>
                    <a:pt x="17313" y="13572"/>
                    <a:pt x="17346" y="12071"/>
                    <a:pt x="17146" y="10603"/>
                  </a:cubicBezTo>
                  <a:cubicBezTo>
                    <a:pt x="16870" y="8548"/>
                    <a:pt x="16228" y="5253"/>
                    <a:pt x="18717" y="5253"/>
                  </a:cubicBezTo>
                  <a:cubicBezTo>
                    <a:pt x="18936" y="5253"/>
                    <a:pt x="19179" y="5279"/>
                    <a:pt x="19448" y="5333"/>
                  </a:cubicBezTo>
                  <a:cubicBezTo>
                    <a:pt x="20649" y="5566"/>
                    <a:pt x="21549" y="6433"/>
                    <a:pt x="22183" y="7434"/>
                  </a:cubicBezTo>
                  <a:cubicBezTo>
                    <a:pt x="22116" y="7201"/>
                    <a:pt x="22083" y="7000"/>
                    <a:pt x="22016" y="6834"/>
                  </a:cubicBezTo>
                  <a:cubicBezTo>
                    <a:pt x="21983" y="6734"/>
                    <a:pt x="21983" y="6667"/>
                    <a:pt x="21949" y="6600"/>
                  </a:cubicBezTo>
                  <a:lnTo>
                    <a:pt x="21949" y="6533"/>
                  </a:lnTo>
                  <a:lnTo>
                    <a:pt x="21949" y="6467"/>
                  </a:lnTo>
                  <a:lnTo>
                    <a:pt x="21883" y="6200"/>
                  </a:lnTo>
                  <a:cubicBezTo>
                    <a:pt x="21883" y="6200"/>
                    <a:pt x="20715" y="2364"/>
                    <a:pt x="20448" y="1730"/>
                  </a:cubicBezTo>
                  <a:cubicBezTo>
                    <a:pt x="20199" y="1176"/>
                    <a:pt x="19535" y="0"/>
                    <a:pt x="178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2"/>
            <p:cNvSpPr/>
            <p:nvPr/>
          </p:nvSpPr>
          <p:spPr>
            <a:xfrm>
              <a:off x="4876150" y="2969875"/>
              <a:ext cx="392800" cy="1583850"/>
            </a:xfrm>
            <a:custGeom>
              <a:avLst/>
              <a:gdLst/>
              <a:ahLst/>
              <a:cxnLst/>
              <a:rect l="l" t="t" r="r" b="b"/>
              <a:pathLst>
                <a:path w="15712" h="63354" extrusionOk="0">
                  <a:moveTo>
                    <a:pt x="1528" y="0"/>
                  </a:moveTo>
                  <a:cubicBezTo>
                    <a:pt x="447" y="0"/>
                    <a:pt x="1" y="2076"/>
                    <a:pt x="1" y="2076"/>
                  </a:cubicBezTo>
                  <a:lnTo>
                    <a:pt x="1402" y="9415"/>
                  </a:lnTo>
                  <a:lnTo>
                    <a:pt x="1" y="18655"/>
                  </a:lnTo>
                  <a:cubicBezTo>
                    <a:pt x="1" y="18655"/>
                    <a:pt x="701" y="23258"/>
                    <a:pt x="734" y="24926"/>
                  </a:cubicBezTo>
                  <a:cubicBezTo>
                    <a:pt x="743" y="25338"/>
                    <a:pt x="868" y="25506"/>
                    <a:pt x="1043" y="25506"/>
                  </a:cubicBezTo>
                  <a:cubicBezTo>
                    <a:pt x="1563" y="25506"/>
                    <a:pt x="2527" y="24023"/>
                    <a:pt x="2202" y="23025"/>
                  </a:cubicBezTo>
                  <a:cubicBezTo>
                    <a:pt x="1769" y="21690"/>
                    <a:pt x="1201" y="17688"/>
                    <a:pt x="1735" y="16653"/>
                  </a:cubicBezTo>
                  <a:cubicBezTo>
                    <a:pt x="1958" y="16192"/>
                    <a:pt x="2480" y="15824"/>
                    <a:pt x="3073" y="15824"/>
                  </a:cubicBezTo>
                  <a:cubicBezTo>
                    <a:pt x="3809" y="15824"/>
                    <a:pt x="4654" y="16392"/>
                    <a:pt x="5171" y="18054"/>
                  </a:cubicBezTo>
                  <a:cubicBezTo>
                    <a:pt x="6105" y="21057"/>
                    <a:pt x="5538" y="26127"/>
                    <a:pt x="4837" y="28228"/>
                  </a:cubicBezTo>
                  <a:cubicBezTo>
                    <a:pt x="4170" y="30330"/>
                    <a:pt x="4003" y="34166"/>
                    <a:pt x="4003" y="34166"/>
                  </a:cubicBezTo>
                  <a:cubicBezTo>
                    <a:pt x="4003" y="34166"/>
                    <a:pt x="4106" y="33910"/>
                    <a:pt x="4280" y="33910"/>
                  </a:cubicBezTo>
                  <a:cubicBezTo>
                    <a:pt x="4528" y="33910"/>
                    <a:pt x="4921" y="34428"/>
                    <a:pt x="5371" y="36935"/>
                  </a:cubicBezTo>
                  <a:cubicBezTo>
                    <a:pt x="5838" y="39436"/>
                    <a:pt x="5771" y="42005"/>
                    <a:pt x="5171" y="44473"/>
                  </a:cubicBezTo>
                  <a:lnTo>
                    <a:pt x="4437" y="42339"/>
                  </a:lnTo>
                  <a:cubicBezTo>
                    <a:pt x="4437" y="42339"/>
                    <a:pt x="2803" y="46008"/>
                    <a:pt x="4003" y="48309"/>
                  </a:cubicBezTo>
                  <a:cubicBezTo>
                    <a:pt x="5204" y="50578"/>
                    <a:pt x="5905" y="53380"/>
                    <a:pt x="5371" y="54714"/>
                  </a:cubicBezTo>
                  <a:cubicBezTo>
                    <a:pt x="4937" y="55681"/>
                    <a:pt x="11809" y="59417"/>
                    <a:pt x="15712" y="63354"/>
                  </a:cubicBezTo>
                  <a:cubicBezTo>
                    <a:pt x="11876" y="59217"/>
                    <a:pt x="7206" y="54047"/>
                    <a:pt x="6939" y="52613"/>
                  </a:cubicBezTo>
                  <a:cubicBezTo>
                    <a:pt x="6605" y="50644"/>
                    <a:pt x="5271" y="48410"/>
                    <a:pt x="5204" y="48309"/>
                  </a:cubicBezTo>
                  <a:cubicBezTo>
                    <a:pt x="5204" y="48309"/>
                    <a:pt x="7206" y="42138"/>
                    <a:pt x="7172" y="39470"/>
                  </a:cubicBezTo>
                  <a:cubicBezTo>
                    <a:pt x="7139" y="36801"/>
                    <a:pt x="5938" y="31664"/>
                    <a:pt x="6372" y="24726"/>
                  </a:cubicBezTo>
                  <a:cubicBezTo>
                    <a:pt x="6605" y="21490"/>
                    <a:pt x="5004" y="16587"/>
                    <a:pt x="4871" y="16553"/>
                  </a:cubicBezTo>
                  <a:cubicBezTo>
                    <a:pt x="4704" y="16553"/>
                    <a:pt x="3703" y="7113"/>
                    <a:pt x="3603" y="5646"/>
                  </a:cubicBezTo>
                  <a:cubicBezTo>
                    <a:pt x="3503" y="4178"/>
                    <a:pt x="3336" y="809"/>
                    <a:pt x="1969" y="108"/>
                  </a:cubicBezTo>
                  <a:cubicBezTo>
                    <a:pt x="1811" y="33"/>
                    <a:pt x="1664" y="0"/>
                    <a:pt x="15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a:off x="4692700" y="2853250"/>
              <a:ext cx="177650" cy="613075"/>
            </a:xfrm>
            <a:custGeom>
              <a:avLst/>
              <a:gdLst/>
              <a:ahLst/>
              <a:cxnLst/>
              <a:rect l="l" t="t" r="r" b="b"/>
              <a:pathLst>
                <a:path w="7106" h="24523" extrusionOk="0">
                  <a:moveTo>
                    <a:pt x="7022" y="5958"/>
                  </a:moveTo>
                  <a:cubicBezTo>
                    <a:pt x="7050" y="6024"/>
                    <a:pt x="7077" y="6086"/>
                    <a:pt x="7105" y="6141"/>
                  </a:cubicBezTo>
                  <a:cubicBezTo>
                    <a:pt x="7078" y="6078"/>
                    <a:pt x="7050" y="6017"/>
                    <a:pt x="7022" y="5958"/>
                  </a:cubicBezTo>
                  <a:close/>
                  <a:moveTo>
                    <a:pt x="1389" y="1"/>
                  </a:moveTo>
                  <a:cubicBezTo>
                    <a:pt x="1003" y="1"/>
                    <a:pt x="682" y="138"/>
                    <a:pt x="534" y="504"/>
                  </a:cubicBezTo>
                  <a:cubicBezTo>
                    <a:pt x="0" y="1738"/>
                    <a:pt x="1835" y="10244"/>
                    <a:pt x="1835" y="10244"/>
                  </a:cubicBezTo>
                  <a:lnTo>
                    <a:pt x="734" y="21318"/>
                  </a:lnTo>
                  <a:cubicBezTo>
                    <a:pt x="567" y="20885"/>
                    <a:pt x="467" y="20418"/>
                    <a:pt x="434" y="19951"/>
                  </a:cubicBezTo>
                  <a:lnTo>
                    <a:pt x="434" y="19951"/>
                  </a:lnTo>
                  <a:cubicBezTo>
                    <a:pt x="434" y="20511"/>
                    <a:pt x="629" y="24523"/>
                    <a:pt x="2049" y="24523"/>
                  </a:cubicBezTo>
                  <a:cubicBezTo>
                    <a:pt x="2066" y="24523"/>
                    <a:pt x="2084" y="24522"/>
                    <a:pt x="2102" y="24521"/>
                  </a:cubicBezTo>
                  <a:cubicBezTo>
                    <a:pt x="2102" y="24521"/>
                    <a:pt x="2702" y="24087"/>
                    <a:pt x="2935" y="21852"/>
                  </a:cubicBezTo>
                  <a:cubicBezTo>
                    <a:pt x="3136" y="19617"/>
                    <a:pt x="4670" y="12879"/>
                    <a:pt x="4370" y="12045"/>
                  </a:cubicBezTo>
                  <a:cubicBezTo>
                    <a:pt x="4036" y="11211"/>
                    <a:pt x="2702" y="5774"/>
                    <a:pt x="3102" y="4907"/>
                  </a:cubicBezTo>
                  <a:cubicBezTo>
                    <a:pt x="3296" y="4488"/>
                    <a:pt x="3924" y="4046"/>
                    <a:pt x="4673" y="4046"/>
                  </a:cubicBezTo>
                  <a:cubicBezTo>
                    <a:pt x="5443" y="4046"/>
                    <a:pt x="6341" y="4514"/>
                    <a:pt x="7022" y="5958"/>
                  </a:cubicBezTo>
                  <a:lnTo>
                    <a:pt x="7022" y="5958"/>
                  </a:lnTo>
                  <a:cubicBezTo>
                    <a:pt x="6983" y="5863"/>
                    <a:pt x="6944" y="5758"/>
                    <a:pt x="6905" y="5641"/>
                  </a:cubicBezTo>
                  <a:cubicBezTo>
                    <a:pt x="6471" y="4506"/>
                    <a:pt x="4070" y="1604"/>
                    <a:pt x="3803" y="1104"/>
                  </a:cubicBezTo>
                  <a:cubicBezTo>
                    <a:pt x="3591" y="775"/>
                    <a:pt x="2306" y="1"/>
                    <a:pt x="1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a:off x="4112275" y="2719050"/>
              <a:ext cx="1280950" cy="2258325"/>
            </a:xfrm>
            <a:custGeom>
              <a:avLst/>
              <a:gdLst/>
              <a:ahLst/>
              <a:cxnLst/>
              <a:rect l="l" t="t" r="r" b="b"/>
              <a:pathLst>
                <a:path w="51238" h="90333" fill="none" extrusionOk="0">
                  <a:moveTo>
                    <a:pt x="51237" y="78824"/>
                  </a:moveTo>
                  <a:cubicBezTo>
                    <a:pt x="50970" y="78157"/>
                    <a:pt x="37928" y="65047"/>
                    <a:pt x="37494" y="62646"/>
                  </a:cubicBezTo>
                  <a:cubicBezTo>
                    <a:pt x="37127" y="60644"/>
                    <a:pt x="35726" y="58342"/>
                    <a:pt x="35726" y="58342"/>
                  </a:cubicBezTo>
                  <a:cubicBezTo>
                    <a:pt x="35726" y="58342"/>
                    <a:pt x="37761" y="52171"/>
                    <a:pt x="37694" y="49503"/>
                  </a:cubicBezTo>
                  <a:cubicBezTo>
                    <a:pt x="37661" y="46834"/>
                    <a:pt x="36460" y="41697"/>
                    <a:pt x="36927" y="34759"/>
                  </a:cubicBezTo>
                  <a:cubicBezTo>
                    <a:pt x="37127" y="31523"/>
                    <a:pt x="35526" y="26620"/>
                    <a:pt x="35392" y="26586"/>
                  </a:cubicBezTo>
                  <a:cubicBezTo>
                    <a:pt x="35226" y="26586"/>
                    <a:pt x="34225" y="17146"/>
                    <a:pt x="34125" y="15679"/>
                  </a:cubicBezTo>
                  <a:cubicBezTo>
                    <a:pt x="34025" y="14211"/>
                    <a:pt x="33858" y="10842"/>
                    <a:pt x="32490" y="10141"/>
                  </a:cubicBezTo>
                  <a:cubicBezTo>
                    <a:pt x="31089" y="9474"/>
                    <a:pt x="30522" y="12109"/>
                    <a:pt x="30522" y="12109"/>
                  </a:cubicBezTo>
                  <a:lnTo>
                    <a:pt x="30089" y="11009"/>
                  </a:lnTo>
                  <a:cubicBezTo>
                    <a:pt x="29688" y="9874"/>
                    <a:pt x="27287" y="6939"/>
                    <a:pt x="26986" y="6472"/>
                  </a:cubicBezTo>
                  <a:cubicBezTo>
                    <a:pt x="26720" y="5972"/>
                    <a:pt x="24251" y="4604"/>
                    <a:pt x="23717" y="5838"/>
                  </a:cubicBezTo>
                  <a:cubicBezTo>
                    <a:pt x="23217" y="7072"/>
                    <a:pt x="25018" y="15612"/>
                    <a:pt x="25018" y="15612"/>
                  </a:cubicBezTo>
                  <a:lnTo>
                    <a:pt x="23951" y="26686"/>
                  </a:lnTo>
                  <a:cubicBezTo>
                    <a:pt x="23217" y="25019"/>
                    <a:pt x="23717" y="17013"/>
                    <a:pt x="23784" y="15579"/>
                  </a:cubicBezTo>
                  <a:cubicBezTo>
                    <a:pt x="23851" y="14111"/>
                    <a:pt x="21883" y="6739"/>
                    <a:pt x="21883" y="6739"/>
                  </a:cubicBezTo>
                  <a:cubicBezTo>
                    <a:pt x="21883" y="6739"/>
                    <a:pt x="20715" y="2936"/>
                    <a:pt x="20448" y="2236"/>
                  </a:cubicBezTo>
                  <a:cubicBezTo>
                    <a:pt x="20148" y="1568"/>
                    <a:pt x="19248" y="1"/>
                    <a:pt x="16746" y="701"/>
                  </a:cubicBezTo>
                  <a:cubicBezTo>
                    <a:pt x="14911" y="1202"/>
                    <a:pt x="15712" y="6439"/>
                    <a:pt x="15712" y="6439"/>
                  </a:cubicBezTo>
                  <a:lnTo>
                    <a:pt x="16112" y="15212"/>
                  </a:lnTo>
                  <a:cubicBezTo>
                    <a:pt x="15845" y="17980"/>
                    <a:pt x="15712" y="24652"/>
                    <a:pt x="15712" y="24652"/>
                  </a:cubicBezTo>
                  <a:cubicBezTo>
                    <a:pt x="15712" y="24652"/>
                    <a:pt x="14344" y="26787"/>
                    <a:pt x="13610" y="26219"/>
                  </a:cubicBezTo>
                  <a:cubicBezTo>
                    <a:pt x="12843" y="25652"/>
                    <a:pt x="11309" y="17713"/>
                    <a:pt x="10475" y="14945"/>
                  </a:cubicBezTo>
                  <a:cubicBezTo>
                    <a:pt x="9641" y="12209"/>
                    <a:pt x="8707" y="6272"/>
                    <a:pt x="7639" y="3904"/>
                  </a:cubicBezTo>
                  <a:cubicBezTo>
                    <a:pt x="7306" y="3203"/>
                    <a:pt x="6138" y="2769"/>
                    <a:pt x="4837" y="3803"/>
                  </a:cubicBezTo>
                  <a:cubicBezTo>
                    <a:pt x="3536" y="4838"/>
                    <a:pt x="4604" y="16012"/>
                    <a:pt x="4637" y="19181"/>
                  </a:cubicBezTo>
                  <a:cubicBezTo>
                    <a:pt x="4670" y="22383"/>
                    <a:pt x="6272" y="28688"/>
                    <a:pt x="6272" y="28688"/>
                  </a:cubicBezTo>
                  <a:cubicBezTo>
                    <a:pt x="6272" y="28688"/>
                    <a:pt x="4737" y="31390"/>
                    <a:pt x="3269" y="32424"/>
                  </a:cubicBezTo>
                  <a:cubicBezTo>
                    <a:pt x="1835" y="33491"/>
                    <a:pt x="0" y="35593"/>
                    <a:pt x="634" y="37828"/>
                  </a:cubicBezTo>
                  <a:cubicBezTo>
                    <a:pt x="1268" y="40029"/>
                    <a:pt x="1602" y="49503"/>
                    <a:pt x="3036" y="52505"/>
                  </a:cubicBezTo>
                  <a:cubicBezTo>
                    <a:pt x="4470" y="55540"/>
                    <a:pt x="10875" y="63346"/>
                    <a:pt x="11742" y="65448"/>
                  </a:cubicBezTo>
                  <a:cubicBezTo>
                    <a:pt x="12042" y="66148"/>
                    <a:pt x="15378" y="69350"/>
                    <a:pt x="18047" y="73086"/>
                  </a:cubicBezTo>
                  <a:cubicBezTo>
                    <a:pt x="23217" y="80392"/>
                    <a:pt x="29288" y="90165"/>
                    <a:pt x="29288" y="90332"/>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2"/>
            <p:cNvSpPr/>
            <p:nvPr/>
          </p:nvSpPr>
          <p:spPr>
            <a:xfrm>
              <a:off x="4204000" y="3436225"/>
              <a:ext cx="90925" cy="500400"/>
            </a:xfrm>
            <a:custGeom>
              <a:avLst/>
              <a:gdLst/>
              <a:ahLst/>
              <a:cxnLst/>
              <a:rect l="l" t="t" r="r" b="b"/>
              <a:pathLst>
                <a:path w="3637" h="20016" fill="none" extrusionOk="0">
                  <a:moveTo>
                    <a:pt x="2603" y="1"/>
                  </a:moveTo>
                  <a:cubicBezTo>
                    <a:pt x="2603" y="1"/>
                    <a:pt x="3637" y="5138"/>
                    <a:pt x="3603" y="6005"/>
                  </a:cubicBezTo>
                  <a:cubicBezTo>
                    <a:pt x="3603" y="6005"/>
                    <a:pt x="2703" y="9975"/>
                    <a:pt x="2669" y="12510"/>
                  </a:cubicBezTo>
                  <a:cubicBezTo>
                    <a:pt x="2036" y="13477"/>
                    <a:pt x="1468" y="14511"/>
                    <a:pt x="968" y="15545"/>
                  </a:cubicBezTo>
                  <a:cubicBezTo>
                    <a:pt x="635" y="16479"/>
                    <a:pt x="1" y="18748"/>
                    <a:pt x="268" y="20015"/>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2"/>
            <p:cNvSpPr/>
            <p:nvPr/>
          </p:nvSpPr>
          <p:spPr>
            <a:xfrm>
              <a:off x="4221525" y="3626375"/>
              <a:ext cx="63400" cy="26700"/>
            </a:xfrm>
            <a:custGeom>
              <a:avLst/>
              <a:gdLst/>
              <a:ahLst/>
              <a:cxnLst/>
              <a:rect l="l" t="t" r="r" b="b"/>
              <a:pathLst>
                <a:path w="2536" h="1068" fill="none" extrusionOk="0">
                  <a:moveTo>
                    <a:pt x="0" y="0"/>
                  </a:moveTo>
                  <a:cubicBezTo>
                    <a:pt x="0" y="0"/>
                    <a:pt x="2535" y="0"/>
                    <a:pt x="2369" y="1068"/>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2"/>
            <p:cNvSpPr/>
            <p:nvPr/>
          </p:nvSpPr>
          <p:spPr>
            <a:xfrm>
              <a:off x="4216525" y="3731450"/>
              <a:ext cx="54225" cy="24200"/>
            </a:xfrm>
            <a:custGeom>
              <a:avLst/>
              <a:gdLst/>
              <a:ahLst/>
              <a:cxnLst/>
              <a:rect l="l" t="t" r="r" b="b"/>
              <a:pathLst>
                <a:path w="2169" h="968" fill="none" extrusionOk="0">
                  <a:moveTo>
                    <a:pt x="2168" y="701"/>
                  </a:moveTo>
                  <a:cubicBezTo>
                    <a:pt x="2168" y="701"/>
                    <a:pt x="567" y="0"/>
                    <a:pt x="0" y="968"/>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2"/>
            <p:cNvSpPr/>
            <p:nvPr/>
          </p:nvSpPr>
          <p:spPr>
            <a:xfrm>
              <a:off x="4476700" y="3335325"/>
              <a:ext cx="28375" cy="98425"/>
            </a:xfrm>
            <a:custGeom>
              <a:avLst/>
              <a:gdLst/>
              <a:ahLst/>
              <a:cxnLst/>
              <a:rect l="l" t="t" r="r" b="b"/>
              <a:pathLst>
                <a:path w="1135" h="3937" fill="none" extrusionOk="0">
                  <a:moveTo>
                    <a:pt x="1135" y="1"/>
                  </a:moveTo>
                  <a:cubicBezTo>
                    <a:pt x="1135" y="1"/>
                    <a:pt x="1035" y="3937"/>
                    <a:pt x="1" y="3637"/>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2"/>
            <p:cNvSpPr/>
            <p:nvPr/>
          </p:nvSpPr>
          <p:spPr>
            <a:xfrm>
              <a:off x="4703525" y="3386200"/>
              <a:ext cx="20050" cy="70075"/>
            </a:xfrm>
            <a:custGeom>
              <a:avLst/>
              <a:gdLst/>
              <a:ahLst/>
              <a:cxnLst/>
              <a:rect l="l" t="t" r="r" b="b"/>
              <a:pathLst>
                <a:path w="802" h="2803" fill="none" extrusionOk="0">
                  <a:moveTo>
                    <a:pt x="301" y="0"/>
                  </a:moveTo>
                  <a:cubicBezTo>
                    <a:pt x="301" y="0"/>
                    <a:pt x="1" y="2135"/>
                    <a:pt x="801" y="2802"/>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2"/>
            <p:cNvSpPr/>
            <p:nvPr/>
          </p:nvSpPr>
          <p:spPr>
            <a:xfrm>
              <a:off x="4380800" y="4225975"/>
              <a:ext cx="60900" cy="123450"/>
            </a:xfrm>
            <a:custGeom>
              <a:avLst/>
              <a:gdLst/>
              <a:ahLst/>
              <a:cxnLst/>
              <a:rect l="l" t="t" r="r" b="b"/>
              <a:pathLst>
                <a:path w="2436" h="4938" fill="none" extrusionOk="0">
                  <a:moveTo>
                    <a:pt x="2436" y="0"/>
                  </a:moveTo>
                  <a:cubicBezTo>
                    <a:pt x="2436" y="0"/>
                    <a:pt x="0" y="2235"/>
                    <a:pt x="901" y="4937"/>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2"/>
            <p:cNvSpPr/>
            <p:nvPr/>
          </p:nvSpPr>
          <p:spPr>
            <a:xfrm>
              <a:off x="4816100" y="3537150"/>
              <a:ext cx="25050" cy="138450"/>
            </a:xfrm>
            <a:custGeom>
              <a:avLst/>
              <a:gdLst/>
              <a:ahLst/>
              <a:cxnLst/>
              <a:rect l="l" t="t" r="r" b="b"/>
              <a:pathLst>
                <a:path w="1002" h="5538" fill="none" extrusionOk="0">
                  <a:moveTo>
                    <a:pt x="968" y="0"/>
                  </a:moveTo>
                  <a:cubicBezTo>
                    <a:pt x="1002" y="1568"/>
                    <a:pt x="101" y="3403"/>
                    <a:pt x="1" y="5537"/>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2"/>
            <p:cNvSpPr/>
            <p:nvPr/>
          </p:nvSpPr>
          <p:spPr>
            <a:xfrm>
              <a:off x="4625975" y="3502950"/>
              <a:ext cx="34225" cy="187650"/>
            </a:xfrm>
            <a:custGeom>
              <a:avLst/>
              <a:gdLst/>
              <a:ahLst/>
              <a:cxnLst/>
              <a:rect l="l" t="t" r="r" b="b"/>
              <a:pathLst>
                <a:path w="1369" h="7506" fill="none" extrusionOk="0">
                  <a:moveTo>
                    <a:pt x="834" y="0"/>
                  </a:moveTo>
                  <a:cubicBezTo>
                    <a:pt x="1368" y="1268"/>
                    <a:pt x="234" y="4037"/>
                    <a:pt x="67" y="5071"/>
                  </a:cubicBezTo>
                  <a:cubicBezTo>
                    <a:pt x="0" y="5905"/>
                    <a:pt x="67" y="6705"/>
                    <a:pt x="334" y="7506"/>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2"/>
            <p:cNvSpPr/>
            <p:nvPr/>
          </p:nvSpPr>
          <p:spPr>
            <a:xfrm>
              <a:off x="4976225" y="3612200"/>
              <a:ext cx="34225" cy="162625"/>
            </a:xfrm>
            <a:custGeom>
              <a:avLst/>
              <a:gdLst/>
              <a:ahLst/>
              <a:cxnLst/>
              <a:rect l="l" t="t" r="r" b="b"/>
              <a:pathLst>
                <a:path w="1369" h="6505" fill="none" extrusionOk="0">
                  <a:moveTo>
                    <a:pt x="1368" y="0"/>
                  </a:moveTo>
                  <a:cubicBezTo>
                    <a:pt x="1135" y="1368"/>
                    <a:pt x="201" y="2335"/>
                    <a:pt x="0" y="6505"/>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2"/>
            <p:cNvSpPr/>
            <p:nvPr/>
          </p:nvSpPr>
          <p:spPr>
            <a:xfrm>
              <a:off x="4418325" y="3492950"/>
              <a:ext cx="17550" cy="125100"/>
            </a:xfrm>
            <a:custGeom>
              <a:avLst/>
              <a:gdLst/>
              <a:ahLst/>
              <a:cxnLst/>
              <a:rect l="l" t="t" r="r" b="b"/>
              <a:pathLst>
                <a:path w="702" h="5004" fill="none" extrusionOk="0">
                  <a:moveTo>
                    <a:pt x="1" y="0"/>
                  </a:moveTo>
                  <a:cubicBezTo>
                    <a:pt x="701" y="767"/>
                    <a:pt x="234" y="4403"/>
                    <a:pt x="401" y="5004"/>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a:off x="4266550" y="3146825"/>
              <a:ext cx="125950" cy="72625"/>
            </a:xfrm>
            <a:custGeom>
              <a:avLst/>
              <a:gdLst/>
              <a:ahLst/>
              <a:cxnLst/>
              <a:rect l="l" t="t" r="r" b="b"/>
              <a:pathLst>
                <a:path w="5038" h="2905" extrusionOk="0">
                  <a:moveTo>
                    <a:pt x="3273" y="1"/>
                  </a:moveTo>
                  <a:cubicBezTo>
                    <a:pt x="3061" y="1"/>
                    <a:pt x="2826" y="21"/>
                    <a:pt x="2569" y="69"/>
                  </a:cubicBezTo>
                  <a:cubicBezTo>
                    <a:pt x="801" y="402"/>
                    <a:pt x="1" y="2904"/>
                    <a:pt x="1" y="2904"/>
                  </a:cubicBezTo>
                  <a:lnTo>
                    <a:pt x="5037" y="736"/>
                  </a:lnTo>
                  <a:cubicBezTo>
                    <a:pt x="5037" y="736"/>
                    <a:pt x="4547" y="1"/>
                    <a:pt x="32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4266550" y="3140200"/>
              <a:ext cx="125950" cy="79250"/>
            </a:xfrm>
            <a:custGeom>
              <a:avLst/>
              <a:gdLst/>
              <a:ahLst/>
              <a:cxnLst/>
              <a:rect l="l" t="t" r="r" b="b"/>
              <a:pathLst>
                <a:path w="5038" h="3170" fill="none" extrusionOk="0">
                  <a:moveTo>
                    <a:pt x="5037" y="1001"/>
                  </a:moveTo>
                  <a:cubicBezTo>
                    <a:pt x="5037" y="1001"/>
                    <a:pt x="4370" y="0"/>
                    <a:pt x="2569" y="334"/>
                  </a:cubicBezTo>
                  <a:cubicBezTo>
                    <a:pt x="801" y="667"/>
                    <a:pt x="1" y="3169"/>
                    <a:pt x="1" y="316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4915350" y="3330325"/>
              <a:ext cx="81750" cy="54225"/>
            </a:xfrm>
            <a:custGeom>
              <a:avLst/>
              <a:gdLst/>
              <a:ahLst/>
              <a:cxnLst/>
              <a:rect l="l" t="t" r="r" b="b"/>
              <a:pathLst>
                <a:path w="3270" h="2169" fill="none" extrusionOk="0">
                  <a:moveTo>
                    <a:pt x="3269" y="2169"/>
                  </a:moveTo>
                  <a:cubicBezTo>
                    <a:pt x="3269" y="2169"/>
                    <a:pt x="1802" y="1"/>
                    <a:pt x="0" y="935"/>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 name="Google Shape;382;p32"/>
          <p:cNvSpPr/>
          <p:nvPr/>
        </p:nvSpPr>
        <p:spPr>
          <a:xfrm>
            <a:off x="8168240" y="3874042"/>
            <a:ext cx="33284" cy="429761"/>
          </a:xfrm>
          <a:custGeom>
            <a:avLst/>
            <a:gdLst/>
            <a:ahLst/>
            <a:cxnLst/>
            <a:rect l="l" t="t" r="r" b="b"/>
            <a:pathLst>
              <a:path w="1669" h="21550" fill="none" extrusionOk="0">
                <a:moveTo>
                  <a:pt x="0" y="0"/>
                </a:moveTo>
                <a:cubicBezTo>
                  <a:pt x="0" y="0"/>
                  <a:pt x="1134" y="5438"/>
                  <a:pt x="1401" y="6705"/>
                </a:cubicBezTo>
                <a:cubicBezTo>
                  <a:pt x="1668" y="8006"/>
                  <a:pt x="100" y="14544"/>
                  <a:pt x="134" y="16245"/>
                </a:cubicBezTo>
                <a:cubicBezTo>
                  <a:pt x="167" y="17947"/>
                  <a:pt x="901" y="20415"/>
                  <a:pt x="801" y="2154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8250726" y="4694968"/>
            <a:ext cx="21977" cy="101128"/>
          </a:xfrm>
          <a:custGeom>
            <a:avLst/>
            <a:gdLst/>
            <a:ahLst/>
            <a:cxnLst/>
            <a:rect l="l" t="t" r="r" b="b"/>
            <a:pathLst>
              <a:path w="1102" h="5071" fill="none" extrusionOk="0">
                <a:moveTo>
                  <a:pt x="367" y="0"/>
                </a:moveTo>
                <a:cubicBezTo>
                  <a:pt x="367" y="0"/>
                  <a:pt x="1" y="3569"/>
                  <a:pt x="1101" y="5070"/>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2"/>
          <p:cNvSpPr/>
          <p:nvPr/>
        </p:nvSpPr>
        <p:spPr>
          <a:xfrm>
            <a:off x="8064455" y="3796203"/>
            <a:ext cx="88505" cy="41261"/>
          </a:xfrm>
          <a:custGeom>
            <a:avLst/>
            <a:gdLst/>
            <a:ahLst/>
            <a:cxnLst/>
            <a:rect l="l" t="t" r="r" b="b"/>
            <a:pathLst>
              <a:path w="4438" h="2069" fill="none" extrusionOk="0">
                <a:moveTo>
                  <a:pt x="1" y="1735"/>
                </a:moveTo>
                <a:cubicBezTo>
                  <a:pt x="1" y="1735"/>
                  <a:pt x="2369" y="1"/>
                  <a:pt x="4437" y="206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2"/>
          <p:cNvSpPr/>
          <p:nvPr/>
        </p:nvSpPr>
        <p:spPr>
          <a:xfrm>
            <a:off x="7900143" y="3736992"/>
            <a:ext cx="95804" cy="29296"/>
          </a:xfrm>
          <a:custGeom>
            <a:avLst/>
            <a:gdLst/>
            <a:ahLst/>
            <a:cxnLst/>
            <a:rect l="l" t="t" r="r" b="b"/>
            <a:pathLst>
              <a:path w="4804" h="1469" fill="none" extrusionOk="0">
                <a:moveTo>
                  <a:pt x="0" y="701"/>
                </a:moveTo>
                <a:cubicBezTo>
                  <a:pt x="0" y="701"/>
                  <a:pt x="434" y="1"/>
                  <a:pt x="2435" y="168"/>
                </a:cubicBezTo>
                <a:cubicBezTo>
                  <a:pt x="4470" y="334"/>
                  <a:pt x="4804" y="1469"/>
                  <a:pt x="4804" y="146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6238348" y="3812836"/>
            <a:ext cx="941306" cy="1564629"/>
          </a:xfrm>
          <a:custGeom>
            <a:avLst/>
            <a:gdLst/>
            <a:ahLst/>
            <a:cxnLst/>
            <a:rect l="l" t="t" r="r" b="b"/>
            <a:pathLst>
              <a:path w="47201" h="78457" extrusionOk="0">
                <a:moveTo>
                  <a:pt x="26552" y="1"/>
                </a:moveTo>
                <a:lnTo>
                  <a:pt x="20715" y="14478"/>
                </a:lnTo>
                <a:lnTo>
                  <a:pt x="10941" y="27087"/>
                </a:lnTo>
                <a:lnTo>
                  <a:pt x="0" y="71252"/>
                </a:lnTo>
                <a:lnTo>
                  <a:pt x="15111" y="78457"/>
                </a:lnTo>
                <a:cubicBezTo>
                  <a:pt x="15111" y="78457"/>
                  <a:pt x="32990" y="63112"/>
                  <a:pt x="35726" y="57909"/>
                </a:cubicBezTo>
                <a:cubicBezTo>
                  <a:pt x="38461" y="52672"/>
                  <a:pt x="46400" y="46834"/>
                  <a:pt x="46800" y="41864"/>
                </a:cubicBezTo>
                <a:cubicBezTo>
                  <a:pt x="47201" y="36894"/>
                  <a:pt x="46800" y="30089"/>
                  <a:pt x="46800" y="30089"/>
                </a:cubicBezTo>
                <a:cubicBezTo>
                  <a:pt x="45232" y="28955"/>
                  <a:pt x="45266" y="25919"/>
                  <a:pt x="45266" y="25919"/>
                </a:cubicBezTo>
                <a:lnTo>
                  <a:pt x="43298" y="17646"/>
                </a:lnTo>
                <a:lnTo>
                  <a:pt x="39028" y="19514"/>
                </a:lnTo>
                <a:lnTo>
                  <a:pt x="38795" y="15645"/>
                </a:lnTo>
                <a:cubicBezTo>
                  <a:pt x="38795" y="15645"/>
                  <a:pt x="40896" y="3737"/>
                  <a:pt x="38394" y="1802"/>
                </a:cubicBezTo>
                <a:lnTo>
                  <a:pt x="26953" y="15845"/>
                </a:lnTo>
                <a:cubicBezTo>
                  <a:pt x="27520" y="9441"/>
                  <a:pt x="26552" y="1"/>
                  <a:pt x="26552"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a:off x="6071362" y="3672715"/>
            <a:ext cx="1048138" cy="1746664"/>
          </a:xfrm>
          <a:custGeom>
            <a:avLst/>
            <a:gdLst/>
            <a:ahLst/>
            <a:cxnLst/>
            <a:rect l="l" t="t" r="r" b="b"/>
            <a:pathLst>
              <a:path w="52558" h="87585" extrusionOk="0">
                <a:moveTo>
                  <a:pt x="23419" y="0"/>
                </a:moveTo>
                <a:cubicBezTo>
                  <a:pt x="22700" y="0"/>
                  <a:pt x="22045" y="476"/>
                  <a:pt x="21549" y="989"/>
                </a:cubicBezTo>
                <a:cubicBezTo>
                  <a:pt x="20915" y="1656"/>
                  <a:pt x="19915" y="7560"/>
                  <a:pt x="19648" y="9428"/>
                </a:cubicBezTo>
                <a:cubicBezTo>
                  <a:pt x="19615" y="9528"/>
                  <a:pt x="19615" y="9595"/>
                  <a:pt x="19615" y="9695"/>
                </a:cubicBezTo>
                <a:cubicBezTo>
                  <a:pt x="19414" y="11496"/>
                  <a:pt x="19581" y="16066"/>
                  <a:pt x="19648" y="18268"/>
                </a:cubicBezTo>
                <a:cubicBezTo>
                  <a:pt x="19681" y="18735"/>
                  <a:pt x="19681" y="19068"/>
                  <a:pt x="19681" y="19269"/>
                </a:cubicBezTo>
                <a:cubicBezTo>
                  <a:pt x="19715" y="20536"/>
                  <a:pt x="20615" y="25940"/>
                  <a:pt x="19715" y="27775"/>
                </a:cubicBezTo>
                <a:lnTo>
                  <a:pt x="16279" y="20136"/>
                </a:lnTo>
                <a:cubicBezTo>
                  <a:pt x="16279" y="20136"/>
                  <a:pt x="17346" y="12264"/>
                  <a:pt x="15078" y="10963"/>
                </a:cubicBezTo>
                <a:cubicBezTo>
                  <a:pt x="14584" y="10684"/>
                  <a:pt x="14213" y="10550"/>
                  <a:pt x="13928" y="10550"/>
                </a:cubicBezTo>
                <a:cubicBezTo>
                  <a:pt x="12883" y="10550"/>
                  <a:pt x="12986" y="12338"/>
                  <a:pt x="12409" y="15299"/>
                </a:cubicBezTo>
                <a:cubicBezTo>
                  <a:pt x="11876" y="18068"/>
                  <a:pt x="10775" y="20469"/>
                  <a:pt x="10708" y="22371"/>
                </a:cubicBezTo>
                <a:cubicBezTo>
                  <a:pt x="10675" y="22971"/>
                  <a:pt x="10808" y="23605"/>
                  <a:pt x="11075" y="24139"/>
                </a:cubicBezTo>
                <a:cubicBezTo>
                  <a:pt x="12176" y="26207"/>
                  <a:pt x="13310" y="34479"/>
                  <a:pt x="13310" y="34479"/>
                </a:cubicBezTo>
                <a:cubicBezTo>
                  <a:pt x="13310" y="34479"/>
                  <a:pt x="14177" y="46622"/>
                  <a:pt x="13810" y="48089"/>
                </a:cubicBezTo>
                <a:cubicBezTo>
                  <a:pt x="13410" y="49557"/>
                  <a:pt x="15078" y="54260"/>
                  <a:pt x="15078" y="54260"/>
                </a:cubicBezTo>
                <a:cubicBezTo>
                  <a:pt x="15078" y="54260"/>
                  <a:pt x="14611" y="54861"/>
                  <a:pt x="14111" y="55595"/>
                </a:cubicBezTo>
                <a:cubicBezTo>
                  <a:pt x="13577" y="56295"/>
                  <a:pt x="13110" y="57029"/>
                  <a:pt x="12743" y="57763"/>
                </a:cubicBezTo>
                <a:cubicBezTo>
                  <a:pt x="11442" y="60732"/>
                  <a:pt x="8773" y="63867"/>
                  <a:pt x="5438" y="67803"/>
                </a:cubicBezTo>
                <a:cubicBezTo>
                  <a:pt x="3770" y="69738"/>
                  <a:pt x="1935" y="71873"/>
                  <a:pt x="1" y="74241"/>
                </a:cubicBezTo>
                <a:lnTo>
                  <a:pt x="22984" y="87584"/>
                </a:lnTo>
                <a:cubicBezTo>
                  <a:pt x="23451" y="86383"/>
                  <a:pt x="23918" y="85182"/>
                  <a:pt x="24385" y="83982"/>
                </a:cubicBezTo>
                <a:cubicBezTo>
                  <a:pt x="26920" y="77744"/>
                  <a:pt x="30089" y="71539"/>
                  <a:pt x="35893" y="64768"/>
                </a:cubicBezTo>
                <a:cubicBezTo>
                  <a:pt x="37127" y="63300"/>
                  <a:pt x="42431" y="60265"/>
                  <a:pt x="42831" y="59564"/>
                </a:cubicBezTo>
                <a:cubicBezTo>
                  <a:pt x="43231" y="58864"/>
                  <a:pt x="51204" y="49790"/>
                  <a:pt x="51371" y="48456"/>
                </a:cubicBezTo>
                <a:cubicBezTo>
                  <a:pt x="51537" y="47089"/>
                  <a:pt x="50603" y="37081"/>
                  <a:pt x="51004" y="35247"/>
                </a:cubicBezTo>
                <a:cubicBezTo>
                  <a:pt x="51371" y="33445"/>
                  <a:pt x="50970" y="27441"/>
                  <a:pt x="51938" y="25540"/>
                </a:cubicBezTo>
                <a:cubicBezTo>
                  <a:pt x="52557" y="24343"/>
                  <a:pt x="51357" y="23763"/>
                  <a:pt x="50212" y="23763"/>
                </a:cubicBezTo>
                <a:cubicBezTo>
                  <a:pt x="49570" y="23763"/>
                  <a:pt x="48944" y="23946"/>
                  <a:pt x="48669" y="24306"/>
                </a:cubicBezTo>
                <a:cubicBezTo>
                  <a:pt x="47901" y="25273"/>
                  <a:pt x="45266" y="29109"/>
                  <a:pt x="45333" y="30677"/>
                </a:cubicBezTo>
                <a:cubicBezTo>
                  <a:pt x="45433" y="32211"/>
                  <a:pt x="44132" y="36514"/>
                  <a:pt x="44132" y="36514"/>
                </a:cubicBezTo>
                <a:cubicBezTo>
                  <a:pt x="44132" y="36514"/>
                  <a:pt x="43965" y="29142"/>
                  <a:pt x="44232" y="26407"/>
                </a:cubicBezTo>
                <a:cubicBezTo>
                  <a:pt x="44232" y="26407"/>
                  <a:pt x="45066" y="19836"/>
                  <a:pt x="45633" y="17267"/>
                </a:cubicBezTo>
                <a:cubicBezTo>
                  <a:pt x="45633" y="17267"/>
                  <a:pt x="49536" y="9261"/>
                  <a:pt x="46834" y="8828"/>
                </a:cubicBezTo>
                <a:cubicBezTo>
                  <a:pt x="46467" y="8770"/>
                  <a:pt x="46146" y="8745"/>
                  <a:pt x="45865" y="8745"/>
                </a:cubicBezTo>
                <a:cubicBezTo>
                  <a:pt x="44049" y="8745"/>
                  <a:pt x="43899" y="9795"/>
                  <a:pt x="43899" y="9795"/>
                </a:cubicBezTo>
                <a:cubicBezTo>
                  <a:pt x="43899" y="9795"/>
                  <a:pt x="40763" y="12697"/>
                  <a:pt x="39295" y="14032"/>
                </a:cubicBezTo>
                <a:lnTo>
                  <a:pt x="39128" y="14165"/>
                </a:lnTo>
                <a:cubicBezTo>
                  <a:pt x="39128" y="14165"/>
                  <a:pt x="39095" y="14198"/>
                  <a:pt x="39062" y="14232"/>
                </a:cubicBezTo>
                <a:lnTo>
                  <a:pt x="38661" y="14565"/>
                </a:lnTo>
                <a:cubicBezTo>
                  <a:pt x="38061" y="15032"/>
                  <a:pt x="37294" y="20436"/>
                  <a:pt x="36560" y="23572"/>
                </a:cubicBezTo>
                <a:cubicBezTo>
                  <a:pt x="36293" y="24873"/>
                  <a:pt x="36026" y="25773"/>
                  <a:pt x="35759" y="25840"/>
                </a:cubicBezTo>
                <a:lnTo>
                  <a:pt x="35726" y="25840"/>
                </a:lnTo>
                <a:cubicBezTo>
                  <a:pt x="35723" y="25840"/>
                  <a:pt x="35720" y="25840"/>
                  <a:pt x="35717" y="25840"/>
                </a:cubicBezTo>
                <a:cubicBezTo>
                  <a:pt x="34850" y="25840"/>
                  <a:pt x="33458" y="20836"/>
                  <a:pt x="33458" y="20836"/>
                </a:cubicBezTo>
                <a:cubicBezTo>
                  <a:pt x="33458" y="20836"/>
                  <a:pt x="33391" y="16800"/>
                  <a:pt x="32757" y="15332"/>
                </a:cubicBezTo>
                <a:cubicBezTo>
                  <a:pt x="32757" y="15332"/>
                  <a:pt x="35726" y="9028"/>
                  <a:pt x="34925" y="6993"/>
                </a:cubicBezTo>
                <a:cubicBezTo>
                  <a:pt x="34657" y="6310"/>
                  <a:pt x="34140" y="6055"/>
                  <a:pt x="33533" y="6055"/>
                </a:cubicBezTo>
                <a:cubicBezTo>
                  <a:pt x="32334" y="6055"/>
                  <a:pt x="30787" y="7051"/>
                  <a:pt x="30122" y="7694"/>
                </a:cubicBezTo>
                <a:cubicBezTo>
                  <a:pt x="29121" y="8628"/>
                  <a:pt x="25852" y="12597"/>
                  <a:pt x="25852" y="12597"/>
                </a:cubicBezTo>
                <a:cubicBezTo>
                  <a:pt x="25852" y="12597"/>
                  <a:pt x="26186" y="2657"/>
                  <a:pt x="25419" y="1422"/>
                </a:cubicBezTo>
                <a:cubicBezTo>
                  <a:pt x="24745" y="373"/>
                  <a:pt x="24057" y="0"/>
                  <a:pt x="234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2"/>
          <p:cNvSpPr/>
          <p:nvPr/>
        </p:nvSpPr>
        <p:spPr>
          <a:xfrm>
            <a:off x="6292234" y="4154106"/>
            <a:ext cx="137045" cy="627989"/>
          </a:xfrm>
          <a:custGeom>
            <a:avLst/>
            <a:gdLst/>
            <a:ahLst/>
            <a:cxnLst/>
            <a:rect l="l" t="t" r="r" b="b"/>
            <a:pathLst>
              <a:path w="6872" h="31490" extrusionOk="0">
                <a:moveTo>
                  <a:pt x="0" y="1"/>
                </a:moveTo>
                <a:lnTo>
                  <a:pt x="0" y="1"/>
                </a:lnTo>
                <a:cubicBezTo>
                  <a:pt x="1101" y="2102"/>
                  <a:pt x="2235" y="10375"/>
                  <a:pt x="2235" y="10375"/>
                </a:cubicBezTo>
                <a:cubicBezTo>
                  <a:pt x="2235" y="10375"/>
                  <a:pt x="3102" y="22484"/>
                  <a:pt x="2702" y="23985"/>
                </a:cubicBezTo>
                <a:cubicBezTo>
                  <a:pt x="2302" y="25452"/>
                  <a:pt x="3970" y="30156"/>
                  <a:pt x="3970" y="30156"/>
                </a:cubicBezTo>
                <a:cubicBezTo>
                  <a:pt x="3970" y="30156"/>
                  <a:pt x="3536" y="30756"/>
                  <a:pt x="3002" y="31490"/>
                </a:cubicBezTo>
                <a:cubicBezTo>
                  <a:pt x="6872" y="29389"/>
                  <a:pt x="6038" y="26053"/>
                  <a:pt x="6038" y="26053"/>
                </a:cubicBezTo>
                <a:lnTo>
                  <a:pt x="6038" y="26053"/>
                </a:lnTo>
                <a:cubicBezTo>
                  <a:pt x="6038" y="26053"/>
                  <a:pt x="5742" y="26171"/>
                  <a:pt x="5372" y="26171"/>
                </a:cubicBezTo>
                <a:cubicBezTo>
                  <a:pt x="4864" y="26171"/>
                  <a:pt x="4215" y="25947"/>
                  <a:pt x="4003" y="24885"/>
                </a:cubicBezTo>
                <a:cubicBezTo>
                  <a:pt x="3636" y="23084"/>
                  <a:pt x="4737" y="18047"/>
                  <a:pt x="4737" y="18047"/>
                </a:cubicBezTo>
                <a:cubicBezTo>
                  <a:pt x="4737" y="18047"/>
                  <a:pt x="3803" y="12043"/>
                  <a:pt x="3069" y="10108"/>
                </a:cubicBezTo>
                <a:cubicBezTo>
                  <a:pt x="2335" y="8140"/>
                  <a:pt x="2569" y="4537"/>
                  <a:pt x="2569" y="4537"/>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2"/>
          <p:cNvSpPr/>
          <p:nvPr/>
        </p:nvSpPr>
        <p:spPr>
          <a:xfrm>
            <a:off x="6284915" y="3883774"/>
            <a:ext cx="207362" cy="366842"/>
          </a:xfrm>
          <a:custGeom>
            <a:avLst/>
            <a:gdLst/>
            <a:ahLst/>
            <a:cxnLst/>
            <a:rect l="l" t="t" r="r" b="b"/>
            <a:pathLst>
              <a:path w="10398" h="18395" extrusionOk="0">
                <a:moveTo>
                  <a:pt x="3203" y="0"/>
                </a:moveTo>
                <a:cubicBezTo>
                  <a:pt x="2175" y="0"/>
                  <a:pt x="2278" y="1782"/>
                  <a:pt x="1701" y="4716"/>
                </a:cubicBezTo>
                <a:cubicBezTo>
                  <a:pt x="1134" y="7518"/>
                  <a:pt x="34" y="9886"/>
                  <a:pt x="0" y="11821"/>
                </a:cubicBezTo>
                <a:cubicBezTo>
                  <a:pt x="300" y="11287"/>
                  <a:pt x="767" y="10854"/>
                  <a:pt x="1334" y="10620"/>
                </a:cubicBezTo>
                <a:cubicBezTo>
                  <a:pt x="1524" y="10531"/>
                  <a:pt x="1719" y="10489"/>
                  <a:pt x="1918" y="10489"/>
                </a:cubicBezTo>
                <a:cubicBezTo>
                  <a:pt x="3789" y="10489"/>
                  <a:pt x="6010" y="14174"/>
                  <a:pt x="7005" y="16224"/>
                </a:cubicBezTo>
                <a:cubicBezTo>
                  <a:pt x="7516" y="17245"/>
                  <a:pt x="8418" y="18395"/>
                  <a:pt x="9092" y="18395"/>
                </a:cubicBezTo>
                <a:cubicBezTo>
                  <a:pt x="9915" y="18395"/>
                  <a:pt x="10397" y="16680"/>
                  <a:pt x="9407" y="10921"/>
                </a:cubicBezTo>
                <a:cubicBezTo>
                  <a:pt x="9240" y="9753"/>
                  <a:pt x="9073" y="8686"/>
                  <a:pt x="8907" y="7718"/>
                </a:cubicBezTo>
                <a:lnTo>
                  <a:pt x="8907" y="7718"/>
                </a:lnTo>
                <a:cubicBezTo>
                  <a:pt x="8940" y="8152"/>
                  <a:pt x="8940" y="8519"/>
                  <a:pt x="8940" y="8719"/>
                </a:cubicBezTo>
                <a:cubicBezTo>
                  <a:pt x="9007" y="9987"/>
                  <a:pt x="9907" y="15357"/>
                  <a:pt x="9007" y="17192"/>
                </a:cubicBezTo>
                <a:lnTo>
                  <a:pt x="5571" y="9586"/>
                </a:lnTo>
                <a:cubicBezTo>
                  <a:pt x="5571" y="9586"/>
                  <a:pt x="6638" y="1714"/>
                  <a:pt x="4337" y="413"/>
                </a:cubicBezTo>
                <a:cubicBezTo>
                  <a:pt x="3850" y="134"/>
                  <a:pt x="3484" y="0"/>
                  <a:pt x="32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p:cNvSpPr/>
          <p:nvPr/>
        </p:nvSpPr>
        <p:spPr>
          <a:xfrm>
            <a:off x="6461872" y="3672974"/>
            <a:ext cx="321992" cy="568940"/>
          </a:xfrm>
          <a:custGeom>
            <a:avLst/>
            <a:gdLst/>
            <a:ahLst/>
            <a:cxnLst/>
            <a:rect l="l" t="t" r="r" b="b"/>
            <a:pathLst>
              <a:path w="16146" h="28529" extrusionOk="0">
                <a:moveTo>
                  <a:pt x="3825" y="0"/>
                </a:moveTo>
                <a:cubicBezTo>
                  <a:pt x="3113" y="0"/>
                  <a:pt x="2462" y="465"/>
                  <a:pt x="1968" y="976"/>
                </a:cubicBezTo>
                <a:cubicBezTo>
                  <a:pt x="1334" y="1643"/>
                  <a:pt x="334" y="7581"/>
                  <a:pt x="67" y="9415"/>
                </a:cubicBezTo>
                <a:cubicBezTo>
                  <a:pt x="0" y="9515"/>
                  <a:pt x="0" y="9615"/>
                  <a:pt x="0" y="9715"/>
                </a:cubicBezTo>
                <a:cubicBezTo>
                  <a:pt x="234" y="9148"/>
                  <a:pt x="734" y="8781"/>
                  <a:pt x="1334" y="8748"/>
                </a:cubicBezTo>
                <a:cubicBezTo>
                  <a:pt x="1377" y="8745"/>
                  <a:pt x="1420" y="8743"/>
                  <a:pt x="1463" y="8743"/>
                </a:cubicBezTo>
                <a:cubicBezTo>
                  <a:pt x="3100" y="8743"/>
                  <a:pt x="4937" y="11150"/>
                  <a:pt x="4937" y="11150"/>
                </a:cubicBezTo>
                <a:cubicBezTo>
                  <a:pt x="4937" y="11150"/>
                  <a:pt x="4704" y="20690"/>
                  <a:pt x="5537" y="23959"/>
                </a:cubicBezTo>
                <a:cubicBezTo>
                  <a:pt x="5537" y="23959"/>
                  <a:pt x="4603" y="27361"/>
                  <a:pt x="5537" y="28529"/>
                </a:cubicBezTo>
                <a:cubicBezTo>
                  <a:pt x="5638" y="27395"/>
                  <a:pt x="5971" y="26261"/>
                  <a:pt x="6605" y="25293"/>
                </a:cubicBezTo>
                <a:cubicBezTo>
                  <a:pt x="6605" y="25293"/>
                  <a:pt x="4337" y="12951"/>
                  <a:pt x="7472" y="12050"/>
                </a:cubicBezTo>
                <a:cubicBezTo>
                  <a:pt x="7838" y="11944"/>
                  <a:pt x="8187" y="11896"/>
                  <a:pt x="8518" y="11896"/>
                </a:cubicBezTo>
                <a:cubicBezTo>
                  <a:pt x="10988" y="11896"/>
                  <a:pt x="12431" y="14562"/>
                  <a:pt x="12342" y="15386"/>
                </a:cubicBezTo>
                <a:cubicBezTo>
                  <a:pt x="12242" y="16320"/>
                  <a:pt x="13243" y="19856"/>
                  <a:pt x="12976" y="21491"/>
                </a:cubicBezTo>
                <a:cubicBezTo>
                  <a:pt x="12976" y="21491"/>
                  <a:pt x="13820" y="26752"/>
                  <a:pt x="15163" y="26752"/>
                </a:cubicBezTo>
                <a:cubicBezTo>
                  <a:pt x="15466" y="26752"/>
                  <a:pt x="15795" y="26484"/>
                  <a:pt x="16145" y="25827"/>
                </a:cubicBezTo>
                <a:lnTo>
                  <a:pt x="16145" y="25827"/>
                </a:lnTo>
                <a:cubicBezTo>
                  <a:pt x="16139" y="25827"/>
                  <a:pt x="16134" y="25828"/>
                  <a:pt x="16128" y="25828"/>
                </a:cubicBezTo>
                <a:cubicBezTo>
                  <a:pt x="15259" y="25828"/>
                  <a:pt x="13877" y="20823"/>
                  <a:pt x="13877" y="20823"/>
                </a:cubicBezTo>
                <a:cubicBezTo>
                  <a:pt x="13877" y="20823"/>
                  <a:pt x="13777" y="16787"/>
                  <a:pt x="13176" y="15319"/>
                </a:cubicBezTo>
                <a:cubicBezTo>
                  <a:pt x="13176" y="15319"/>
                  <a:pt x="16145" y="9015"/>
                  <a:pt x="15344" y="6980"/>
                </a:cubicBezTo>
                <a:cubicBezTo>
                  <a:pt x="15064" y="6297"/>
                  <a:pt x="14540" y="6042"/>
                  <a:pt x="13929" y="6042"/>
                </a:cubicBezTo>
                <a:cubicBezTo>
                  <a:pt x="12720" y="6042"/>
                  <a:pt x="11172" y="7038"/>
                  <a:pt x="10508" y="7681"/>
                </a:cubicBezTo>
                <a:cubicBezTo>
                  <a:pt x="9540" y="8648"/>
                  <a:pt x="6271" y="12584"/>
                  <a:pt x="6271" y="12584"/>
                </a:cubicBezTo>
                <a:cubicBezTo>
                  <a:pt x="6271" y="12584"/>
                  <a:pt x="6605" y="2644"/>
                  <a:pt x="5804" y="1409"/>
                </a:cubicBezTo>
                <a:cubicBezTo>
                  <a:pt x="5143" y="371"/>
                  <a:pt x="4460" y="0"/>
                  <a:pt x="3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6557660" y="3846640"/>
            <a:ext cx="561122" cy="1500892"/>
          </a:xfrm>
          <a:custGeom>
            <a:avLst/>
            <a:gdLst/>
            <a:ahLst/>
            <a:cxnLst/>
            <a:rect l="l" t="t" r="r" b="b"/>
            <a:pathLst>
              <a:path w="28137" h="75261" extrusionOk="0">
                <a:moveTo>
                  <a:pt x="21488" y="0"/>
                </a:moveTo>
                <a:cubicBezTo>
                  <a:pt x="19633" y="0"/>
                  <a:pt x="19481" y="1041"/>
                  <a:pt x="19481" y="1041"/>
                </a:cubicBezTo>
                <a:cubicBezTo>
                  <a:pt x="19481" y="1041"/>
                  <a:pt x="16346" y="3976"/>
                  <a:pt x="14878" y="5277"/>
                </a:cubicBezTo>
                <a:cubicBezTo>
                  <a:pt x="15275" y="5002"/>
                  <a:pt x="15756" y="4839"/>
                  <a:pt x="16244" y="4839"/>
                </a:cubicBezTo>
                <a:cubicBezTo>
                  <a:pt x="16289" y="4839"/>
                  <a:pt x="16334" y="4841"/>
                  <a:pt x="16379" y="4844"/>
                </a:cubicBezTo>
                <a:cubicBezTo>
                  <a:pt x="19848" y="4844"/>
                  <a:pt x="20082" y="8713"/>
                  <a:pt x="20082" y="8713"/>
                </a:cubicBezTo>
                <a:cubicBezTo>
                  <a:pt x="20082" y="8713"/>
                  <a:pt x="18314" y="18720"/>
                  <a:pt x="18647" y="20388"/>
                </a:cubicBezTo>
                <a:cubicBezTo>
                  <a:pt x="18981" y="22022"/>
                  <a:pt x="17380" y="27927"/>
                  <a:pt x="17847" y="28961"/>
                </a:cubicBezTo>
                <a:cubicBezTo>
                  <a:pt x="18314" y="29962"/>
                  <a:pt x="20549" y="33998"/>
                  <a:pt x="20815" y="37467"/>
                </a:cubicBezTo>
                <a:cubicBezTo>
                  <a:pt x="20815" y="37467"/>
                  <a:pt x="21192" y="35928"/>
                  <a:pt x="21916" y="35928"/>
                </a:cubicBezTo>
                <a:cubicBezTo>
                  <a:pt x="21938" y="35928"/>
                  <a:pt x="21960" y="35929"/>
                  <a:pt x="21983" y="35932"/>
                </a:cubicBezTo>
                <a:cubicBezTo>
                  <a:pt x="21995" y="35935"/>
                  <a:pt x="22007" y="35936"/>
                  <a:pt x="22019" y="35936"/>
                </a:cubicBezTo>
                <a:cubicBezTo>
                  <a:pt x="22486" y="35936"/>
                  <a:pt x="22326" y="34143"/>
                  <a:pt x="22996" y="34143"/>
                </a:cubicBezTo>
                <a:cubicBezTo>
                  <a:pt x="23295" y="34143"/>
                  <a:pt x="23759" y="34500"/>
                  <a:pt x="24518" y="35532"/>
                </a:cubicBezTo>
                <a:cubicBezTo>
                  <a:pt x="27020" y="38935"/>
                  <a:pt x="26620" y="38935"/>
                  <a:pt x="24518" y="40469"/>
                </a:cubicBezTo>
                <a:cubicBezTo>
                  <a:pt x="22383" y="42003"/>
                  <a:pt x="16212" y="50810"/>
                  <a:pt x="14144" y="50810"/>
                </a:cubicBezTo>
                <a:cubicBezTo>
                  <a:pt x="12876" y="50810"/>
                  <a:pt x="11642" y="50977"/>
                  <a:pt x="10441" y="51243"/>
                </a:cubicBezTo>
                <a:cubicBezTo>
                  <a:pt x="10441" y="51243"/>
                  <a:pt x="10608" y="54979"/>
                  <a:pt x="8974" y="56747"/>
                </a:cubicBezTo>
                <a:cubicBezTo>
                  <a:pt x="7339" y="58515"/>
                  <a:pt x="6205" y="59616"/>
                  <a:pt x="3470" y="65754"/>
                </a:cubicBezTo>
                <a:cubicBezTo>
                  <a:pt x="2135" y="68856"/>
                  <a:pt x="968" y="72025"/>
                  <a:pt x="1" y="75261"/>
                </a:cubicBezTo>
                <a:cubicBezTo>
                  <a:pt x="2536" y="69023"/>
                  <a:pt x="5705" y="62818"/>
                  <a:pt x="11509" y="56047"/>
                </a:cubicBezTo>
                <a:cubicBezTo>
                  <a:pt x="12743" y="54579"/>
                  <a:pt x="18047" y="51544"/>
                  <a:pt x="18447" y="50843"/>
                </a:cubicBezTo>
                <a:cubicBezTo>
                  <a:pt x="18847" y="50143"/>
                  <a:pt x="26820" y="41069"/>
                  <a:pt x="26987" y="39735"/>
                </a:cubicBezTo>
                <a:cubicBezTo>
                  <a:pt x="27153" y="38368"/>
                  <a:pt x="26219" y="28360"/>
                  <a:pt x="26620" y="26526"/>
                </a:cubicBezTo>
                <a:cubicBezTo>
                  <a:pt x="26987" y="24724"/>
                  <a:pt x="26553" y="18720"/>
                  <a:pt x="27520" y="16819"/>
                </a:cubicBezTo>
                <a:cubicBezTo>
                  <a:pt x="28136" y="15608"/>
                  <a:pt x="26954" y="15033"/>
                  <a:pt x="25816" y="15033"/>
                </a:cubicBezTo>
                <a:cubicBezTo>
                  <a:pt x="25166" y="15033"/>
                  <a:pt x="24530" y="15221"/>
                  <a:pt x="24251" y="15585"/>
                </a:cubicBezTo>
                <a:cubicBezTo>
                  <a:pt x="23484" y="16552"/>
                  <a:pt x="20849" y="20388"/>
                  <a:pt x="20916" y="21922"/>
                </a:cubicBezTo>
                <a:cubicBezTo>
                  <a:pt x="21016" y="23490"/>
                  <a:pt x="19715" y="27760"/>
                  <a:pt x="19715" y="27760"/>
                </a:cubicBezTo>
                <a:cubicBezTo>
                  <a:pt x="19715" y="27760"/>
                  <a:pt x="19548" y="20421"/>
                  <a:pt x="19815" y="17686"/>
                </a:cubicBezTo>
                <a:cubicBezTo>
                  <a:pt x="19815" y="17686"/>
                  <a:pt x="20649" y="11115"/>
                  <a:pt x="21216" y="8546"/>
                </a:cubicBezTo>
                <a:cubicBezTo>
                  <a:pt x="21216" y="8546"/>
                  <a:pt x="25119" y="507"/>
                  <a:pt x="22417" y="73"/>
                </a:cubicBezTo>
                <a:cubicBezTo>
                  <a:pt x="22067" y="22"/>
                  <a:pt x="21760" y="0"/>
                  <a:pt x="21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6071362" y="3656501"/>
            <a:ext cx="1053742" cy="1764193"/>
          </a:xfrm>
          <a:custGeom>
            <a:avLst/>
            <a:gdLst/>
            <a:ahLst/>
            <a:cxnLst/>
            <a:rect l="l" t="t" r="r" b="b"/>
            <a:pathLst>
              <a:path w="52839" h="88464" fill="none" extrusionOk="0">
                <a:moveTo>
                  <a:pt x="22984" y="88464"/>
                </a:moveTo>
                <a:cubicBezTo>
                  <a:pt x="25819" y="80959"/>
                  <a:pt x="28988" y="73687"/>
                  <a:pt x="35893" y="65614"/>
                </a:cubicBezTo>
                <a:cubicBezTo>
                  <a:pt x="37127" y="64180"/>
                  <a:pt x="42431" y="61111"/>
                  <a:pt x="42831" y="60410"/>
                </a:cubicBezTo>
                <a:cubicBezTo>
                  <a:pt x="43265" y="59677"/>
                  <a:pt x="51204" y="50637"/>
                  <a:pt x="51371" y="49303"/>
                </a:cubicBezTo>
                <a:cubicBezTo>
                  <a:pt x="51537" y="47935"/>
                  <a:pt x="50603" y="37928"/>
                  <a:pt x="51004" y="36093"/>
                </a:cubicBezTo>
                <a:cubicBezTo>
                  <a:pt x="51371" y="34258"/>
                  <a:pt x="50937" y="28254"/>
                  <a:pt x="51904" y="26386"/>
                </a:cubicBezTo>
                <a:cubicBezTo>
                  <a:pt x="52838" y="24485"/>
                  <a:pt x="49402" y="24151"/>
                  <a:pt x="48602" y="25119"/>
                </a:cubicBezTo>
                <a:cubicBezTo>
                  <a:pt x="47835" y="26086"/>
                  <a:pt x="45199" y="29955"/>
                  <a:pt x="45266" y="31490"/>
                </a:cubicBezTo>
                <a:cubicBezTo>
                  <a:pt x="45333" y="33024"/>
                  <a:pt x="44065" y="37327"/>
                  <a:pt x="44065" y="37327"/>
                </a:cubicBezTo>
                <a:cubicBezTo>
                  <a:pt x="44065" y="37327"/>
                  <a:pt x="43932" y="29989"/>
                  <a:pt x="44165" y="27253"/>
                </a:cubicBezTo>
                <a:cubicBezTo>
                  <a:pt x="44165" y="27253"/>
                  <a:pt x="44999" y="20649"/>
                  <a:pt x="45566" y="18114"/>
                </a:cubicBezTo>
                <a:cubicBezTo>
                  <a:pt x="45566" y="18114"/>
                  <a:pt x="49503" y="10074"/>
                  <a:pt x="46767" y="9641"/>
                </a:cubicBezTo>
                <a:cubicBezTo>
                  <a:pt x="44065" y="9207"/>
                  <a:pt x="43832" y="10608"/>
                  <a:pt x="43832" y="10608"/>
                </a:cubicBezTo>
                <a:cubicBezTo>
                  <a:pt x="43832" y="10608"/>
                  <a:pt x="39495" y="14678"/>
                  <a:pt x="38628" y="15345"/>
                </a:cubicBezTo>
                <a:cubicBezTo>
                  <a:pt x="37761" y="16012"/>
                  <a:pt x="36593" y="26453"/>
                  <a:pt x="35726" y="26653"/>
                </a:cubicBezTo>
                <a:cubicBezTo>
                  <a:pt x="34859" y="26820"/>
                  <a:pt x="33424" y="21649"/>
                  <a:pt x="33424" y="21649"/>
                </a:cubicBezTo>
                <a:cubicBezTo>
                  <a:pt x="33424" y="21649"/>
                  <a:pt x="33358" y="17613"/>
                  <a:pt x="32724" y="16145"/>
                </a:cubicBezTo>
                <a:cubicBezTo>
                  <a:pt x="32724" y="16145"/>
                  <a:pt x="35693" y="9841"/>
                  <a:pt x="34892" y="7806"/>
                </a:cubicBezTo>
                <a:cubicBezTo>
                  <a:pt x="34092" y="5738"/>
                  <a:pt x="31089" y="7506"/>
                  <a:pt x="30089" y="8473"/>
                </a:cubicBezTo>
                <a:cubicBezTo>
                  <a:pt x="29088" y="9441"/>
                  <a:pt x="25819" y="13377"/>
                  <a:pt x="25819" y="13377"/>
                </a:cubicBezTo>
                <a:cubicBezTo>
                  <a:pt x="25819" y="13377"/>
                  <a:pt x="26153" y="3470"/>
                  <a:pt x="25385" y="2202"/>
                </a:cubicBezTo>
                <a:cubicBezTo>
                  <a:pt x="23984" y="1"/>
                  <a:pt x="22450" y="801"/>
                  <a:pt x="21516" y="1802"/>
                </a:cubicBezTo>
                <a:cubicBezTo>
                  <a:pt x="20882" y="2469"/>
                  <a:pt x="19915" y="8373"/>
                  <a:pt x="19615" y="10241"/>
                </a:cubicBezTo>
                <a:cubicBezTo>
                  <a:pt x="19348" y="12109"/>
                  <a:pt x="19615" y="18814"/>
                  <a:pt x="19648" y="20082"/>
                </a:cubicBezTo>
                <a:cubicBezTo>
                  <a:pt x="19681" y="21349"/>
                  <a:pt x="20615" y="26720"/>
                  <a:pt x="19681" y="28554"/>
                </a:cubicBezTo>
                <a:lnTo>
                  <a:pt x="16245" y="20949"/>
                </a:lnTo>
                <a:cubicBezTo>
                  <a:pt x="16245" y="20949"/>
                  <a:pt x="17313" y="13077"/>
                  <a:pt x="15045" y="11776"/>
                </a:cubicBezTo>
                <a:cubicBezTo>
                  <a:pt x="12776" y="10475"/>
                  <a:pt x="13110" y="12343"/>
                  <a:pt x="12376" y="16079"/>
                </a:cubicBezTo>
                <a:cubicBezTo>
                  <a:pt x="11676" y="19815"/>
                  <a:pt x="9941" y="22850"/>
                  <a:pt x="11042" y="24952"/>
                </a:cubicBezTo>
                <a:cubicBezTo>
                  <a:pt x="12143" y="27053"/>
                  <a:pt x="13277" y="35292"/>
                  <a:pt x="13277" y="35292"/>
                </a:cubicBezTo>
                <a:cubicBezTo>
                  <a:pt x="13277" y="35292"/>
                  <a:pt x="14144" y="47435"/>
                  <a:pt x="13777" y="48902"/>
                </a:cubicBezTo>
                <a:cubicBezTo>
                  <a:pt x="13377" y="50370"/>
                  <a:pt x="15045" y="55107"/>
                  <a:pt x="15045" y="55107"/>
                </a:cubicBezTo>
                <a:cubicBezTo>
                  <a:pt x="15045" y="55107"/>
                  <a:pt x="13143" y="57642"/>
                  <a:pt x="12710" y="58609"/>
                </a:cubicBezTo>
                <a:cubicBezTo>
                  <a:pt x="10775" y="63012"/>
                  <a:pt x="5871" y="67849"/>
                  <a:pt x="1" y="75121"/>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6572298" y="3923940"/>
            <a:ext cx="21299" cy="286733"/>
          </a:xfrm>
          <a:custGeom>
            <a:avLst/>
            <a:gdLst/>
            <a:ahLst/>
            <a:cxnLst/>
            <a:rect l="l" t="t" r="r" b="b"/>
            <a:pathLst>
              <a:path w="1068" h="14378" fill="none" extrusionOk="0">
                <a:moveTo>
                  <a:pt x="734" y="0"/>
                </a:moveTo>
                <a:cubicBezTo>
                  <a:pt x="234" y="734"/>
                  <a:pt x="0" y="1568"/>
                  <a:pt x="34" y="2435"/>
                </a:cubicBezTo>
                <a:cubicBezTo>
                  <a:pt x="34" y="4036"/>
                  <a:pt x="1068" y="12709"/>
                  <a:pt x="1068" y="12709"/>
                </a:cubicBezTo>
                <a:cubicBezTo>
                  <a:pt x="1068" y="12709"/>
                  <a:pt x="301" y="13577"/>
                  <a:pt x="267" y="14377"/>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6950822" y="4400246"/>
            <a:ext cx="41261" cy="227544"/>
          </a:xfrm>
          <a:custGeom>
            <a:avLst/>
            <a:gdLst/>
            <a:ahLst/>
            <a:cxnLst/>
            <a:rect l="l" t="t" r="r" b="b"/>
            <a:pathLst>
              <a:path w="2069" h="11410" fill="none" extrusionOk="0">
                <a:moveTo>
                  <a:pt x="1" y="1"/>
                </a:moveTo>
                <a:cubicBezTo>
                  <a:pt x="101" y="1469"/>
                  <a:pt x="468" y="2903"/>
                  <a:pt x="1101" y="4237"/>
                </a:cubicBezTo>
                <a:cubicBezTo>
                  <a:pt x="2069" y="6172"/>
                  <a:pt x="1769" y="7239"/>
                  <a:pt x="1435" y="8374"/>
                </a:cubicBezTo>
                <a:cubicBezTo>
                  <a:pt x="1202" y="9374"/>
                  <a:pt x="1068" y="10375"/>
                  <a:pt x="1068" y="1140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p:nvPr/>
        </p:nvSpPr>
        <p:spPr>
          <a:xfrm>
            <a:off x="6459200" y="4192696"/>
            <a:ext cx="27301" cy="67206"/>
          </a:xfrm>
          <a:custGeom>
            <a:avLst/>
            <a:gdLst/>
            <a:ahLst/>
            <a:cxnLst/>
            <a:rect l="l" t="t" r="r" b="b"/>
            <a:pathLst>
              <a:path w="1369" h="3370" fill="none" extrusionOk="0">
                <a:moveTo>
                  <a:pt x="635" y="0"/>
                </a:moveTo>
                <a:cubicBezTo>
                  <a:pt x="635" y="0"/>
                  <a:pt x="1368" y="2302"/>
                  <a:pt x="1" y="3370"/>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2"/>
          <p:cNvSpPr/>
          <p:nvPr/>
        </p:nvSpPr>
        <p:spPr>
          <a:xfrm>
            <a:off x="6761899" y="4188029"/>
            <a:ext cx="25287" cy="19324"/>
          </a:xfrm>
          <a:custGeom>
            <a:avLst/>
            <a:gdLst/>
            <a:ahLst/>
            <a:cxnLst/>
            <a:rect l="l" t="t" r="r" b="b"/>
            <a:pathLst>
              <a:path w="1268" h="969" fill="none" extrusionOk="0">
                <a:moveTo>
                  <a:pt x="1134" y="1"/>
                </a:moveTo>
                <a:cubicBezTo>
                  <a:pt x="1134" y="1"/>
                  <a:pt x="1268" y="902"/>
                  <a:pt x="0" y="968"/>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6841732" y="3909960"/>
            <a:ext cx="113772" cy="69879"/>
          </a:xfrm>
          <a:custGeom>
            <a:avLst/>
            <a:gdLst/>
            <a:ahLst/>
            <a:cxnLst/>
            <a:rect l="l" t="t" r="r" b="b"/>
            <a:pathLst>
              <a:path w="5705" h="3504" fill="none" extrusionOk="0">
                <a:moveTo>
                  <a:pt x="5704" y="3503"/>
                </a:moveTo>
                <a:cubicBezTo>
                  <a:pt x="5704" y="3503"/>
                  <a:pt x="2502" y="1"/>
                  <a:pt x="0" y="2636"/>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2"/>
          <p:cNvSpPr/>
          <p:nvPr/>
        </p:nvSpPr>
        <p:spPr>
          <a:xfrm>
            <a:off x="6576945" y="3903319"/>
            <a:ext cx="119097" cy="40583"/>
          </a:xfrm>
          <a:custGeom>
            <a:avLst/>
            <a:gdLst/>
            <a:ahLst/>
            <a:cxnLst/>
            <a:rect l="l" t="t" r="r" b="b"/>
            <a:pathLst>
              <a:path w="5972" h="2035" fill="none" extrusionOk="0">
                <a:moveTo>
                  <a:pt x="5972" y="1868"/>
                </a:moveTo>
                <a:cubicBezTo>
                  <a:pt x="5972" y="1868"/>
                  <a:pt x="4504" y="0"/>
                  <a:pt x="3237" y="100"/>
                </a:cubicBezTo>
                <a:cubicBezTo>
                  <a:pt x="1936" y="234"/>
                  <a:pt x="201" y="1001"/>
                  <a:pt x="1" y="2035"/>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2"/>
          <p:cNvSpPr/>
          <p:nvPr/>
        </p:nvSpPr>
        <p:spPr>
          <a:xfrm>
            <a:off x="6984745" y="4544615"/>
            <a:ext cx="21977" cy="48580"/>
          </a:xfrm>
          <a:custGeom>
            <a:avLst/>
            <a:gdLst/>
            <a:ahLst/>
            <a:cxnLst/>
            <a:rect l="l" t="t" r="r" b="b"/>
            <a:pathLst>
              <a:path w="1102" h="2436" fill="none" extrusionOk="0">
                <a:moveTo>
                  <a:pt x="1" y="0"/>
                </a:moveTo>
                <a:cubicBezTo>
                  <a:pt x="501" y="734"/>
                  <a:pt x="902" y="1568"/>
                  <a:pt x="1102" y="2436"/>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2"/>
          <p:cNvSpPr/>
          <p:nvPr/>
        </p:nvSpPr>
        <p:spPr>
          <a:xfrm>
            <a:off x="6798475" y="4260543"/>
            <a:ext cx="19982" cy="117102"/>
          </a:xfrm>
          <a:custGeom>
            <a:avLst/>
            <a:gdLst/>
            <a:ahLst/>
            <a:cxnLst/>
            <a:rect l="l" t="t" r="r" b="b"/>
            <a:pathLst>
              <a:path w="1002" h="5872" fill="none" extrusionOk="0">
                <a:moveTo>
                  <a:pt x="1002" y="1"/>
                </a:moveTo>
                <a:cubicBezTo>
                  <a:pt x="1" y="1869"/>
                  <a:pt x="468" y="5004"/>
                  <a:pt x="101" y="5872"/>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2"/>
          <p:cNvSpPr/>
          <p:nvPr/>
        </p:nvSpPr>
        <p:spPr>
          <a:xfrm>
            <a:off x="6593578" y="4199357"/>
            <a:ext cx="20640" cy="182274"/>
          </a:xfrm>
          <a:custGeom>
            <a:avLst/>
            <a:gdLst/>
            <a:ahLst/>
            <a:cxnLst/>
            <a:rect l="l" t="t" r="r" b="b"/>
            <a:pathLst>
              <a:path w="1035" h="9140" fill="none" extrusionOk="0">
                <a:moveTo>
                  <a:pt x="701" y="0"/>
                </a:moveTo>
                <a:cubicBezTo>
                  <a:pt x="935" y="1067"/>
                  <a:pt x="201" y="2802"/>
                  <a:pt x="101" y="4070"/>
                </a:cubicBezTo>
                <a:cubicBezTo>
                  <a:pt x="1" y="5371"/>
                  <a:pt x="1035" y="7339"/>
                  <a:pt x="835" y="9140"/>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2"/>
          <p:cNvSpPr/>
          <p:nvPr/>
        </p:nvSpPr>
        <p:spPr>
          <a:xfrm>
            <a:off x="6455211" y="4286489"/>
            <a:ext cx="17310" cy="151025"/>
          </a:xfrm>
          <a:custGeom>
            <a:avLst/>
            <a:gdLst/>
            <a:ahLst/>
            <a:cxnLst/>
            <a:rect l="l" t="t" r="r" b="b"/>
            <a:pathLst>
              <a:path w="868" h="7573" fill="none" extrusionOk="0">
                <a:moveTo>
                  <a:pt x="868" y="1"/>
                </a:moveTo>
                <a:cubicBezTo>
                  <a:pt x="868" y="1"/>
                  <a:pt x="1" y="2002"/>
                  <a:pt x="34" y="3337"/>
                </a:cubicBezTo>
                <a:cubicBezTo>
                  <a:pt x="101" y="4671"/>
                  <a:pt x="568" y="7573"/>
                  <a:pt x="568" y="7573"/>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6338802" y="4284495"/>
            <a:ext cx="43255" cy="162332"/>
          </a:xfrm>
          <a:custGeom>
            <a:avLst/>
            <a:gdLst/>
            <a:ahLst/>
            <a:cxnLst/>
            <a:rect l="l" t="t" r="r" b="b"/>
            <a:pathLst>
              <a:path w="2169" h="8140" fill="none" extrusionOk="0">
                <a:moveTo>
                  <a:pt x="300" y="1"/>
                </a:moveTo>
                <a:cubicBezTo>
                  <a:pt x="300" y="1"/>
                  <a:pt x="0" y="2069"/>
                  <a:pt x="734" y="3537"/>
                </a:cubicBezTo>
                <a:cubicBezTo>
                  <a:pt x="1468" y="5004"/>
                  <a:pt x="2168" y="8140"/>
                  <a:pt x="2168" y="8140"/>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2"/>
          <p:cNvSpPr/>
          <p:nvPr/>
        </p:nvSpPr>
        <p:spPr>
          <a:xfrm>
            <a:off x="6371389" y="4720914"/>
            <a:ext cx="29296" cy="34600"/>
          </a:xfrm>
          <a:custGeom>
            <a:avLst/>
            <a:gdLst/>
            <a:ahLst/>
            <a:cxnLst/>
            <a:rect l="l" t="t" r="r" b="b"/>
            <a:pathLst>
              <a:path w="1469" h="1735" fill="none" extrusionOk="0">
                <a:moveTo>
                  <a:pt x="1" y="1735"/>
                </a:moveTo>
                <a:cubicBezTo>
                  <a:pt x="801" y="1501"/>
                  <a:pt x="1368" y="834"/>
                  <a:pt x="1468" y="0"/>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2"/>
          <p:cNvSpPr/>
          <p:nvPr/>
        </p:nvSpPr>
        <p:spPr>
          <a:xfrm>
            <a:off x="6775201" y="4881896"/>
            <a:ext cx="30612" cy="96482"/>
          </a:xfrm>
          <a:custGeom>
            <a:avLst/>
            <a:gdLst/>
            <a:ahLst/>
            <a:cxnLst/>
            <a:rect l="l" t="t" r="r" b="b"/>
            <a:pathLst>
              <a:path w="1535" h="4838" fill="none" extrusionOk="0">
                <a:moveTo>
                  <a:pt x="734" y="1"/>
                </a:moveTo>
                <a:cubicBezTo>
                  <a:pt x="734" y="1"/>
                  <a:pt x="1535" y="2936"/>
                  <a:pt x="0" y="4837"/>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2"/>
          <p:cNvSpPr/>
          <p:nvPr/>
        </p:nvSpPr>
        <p:spPr>
          <a:xfrm>
            <a:off x="6284915" y="4068968"/>
            <a:ext cx="78514" cy="43255"/>
          </a:xfrm>
          <a:custGeom>
            <a:avLst/>
            <a:gdLst/>
            <a:ahLst/>
            <a:cxnLst/>
            <a:rect l="l" t="t" r="r" b="b"/>
            <a:pathLst>
              <a:path w="3937" h="2169" fill="none" extrusionOk="0">
                <a:moveTo>
                  <a:pt x="0" y="2168"/>
                </a:moveTo>
                <a:cubicBezTo>
                  <a:pt x="0" y="2168"/>
                  <a:pt x="2268" y="0"/>
                  <a:pt x="3936" y="1835"/>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2"/>
          <p:cNvSpPr/>
          <p:nvPr/>
        </p:nvSpPr>
        <p:spPr>
          <a:xfrm>
            <a:off x="6463188" y="3826138"/>
            <a:ext cx="71873" cy="37273"/>
          </a:xfrm>
          <a:custGeom>
            <a:avLst/>
            <a:gdLst/>
            <a:ahLst/>
            <a:cxnLst/>
            <a:rect l="l" t="t" r="r" b="b"/>
            <a:pathLst>
              <a:path w="3604" h="1869" fill="none" extrusionOk="0">
                <a:moveTo>
                  <a:pt x="1" y="1735"/>
                </a:moveTo>
                <a:cubicBezTo>
                  <a:pt x="1" y="1735"/>
                  <a:pt x="1669" y="1"/>
                  <a:pt x="3603" y="1869"/>
                </a:cubicBezTo>
              </a:path>
            </a:pathLst>
          </a:custGeom>
          <a:noFill/>
          <a:ln w="10850" cap="rnd" cmpd="sng">
            <a:solidFill>
              <a:srgbClr val="263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2"/>
          <p:cNvSpPr/>
          <p:nvPr/>
        </p:nvSpPr>
        <p:spPr>
          <a:xfrm rot="3926354">
            <a:off x="7516724" y="582762"/>
            <a:ext cx="1048006" cy="1324076"/>
          </a:xfrm>
          <a:custGeom>
            <a:avLst/>
            <a:gdLst/>
            <a:ahLst/>
            <a:cxnLst/>
            <a:rect l="l" t="t" r="r" b="b"/>
            <a:pathLst>
              <a:path w="81959" h="103549" extrusionOk="0">
                <a:moveTo>
                  <a:pt x="37412" y="1923"/>
                </a:moveTo>
                <a:cubicBezTo>
                  <a:pt x="37412" y="1944"/>
                  <a:pt x="37370" y="1944"/>
                  <a:pt x="37370" y="1986"/>
                </a:cubicBezTo>
                <a:cubicBezTo>
                  <a:pt x="37224" y="2237"/>
                  <a:pt x="37035" y="2530"/>
                  <a:pt x="36847" y="2864"/>
                </a:cubicBezTo>
                <a:cubicBezTo>
                  <a:pt x="35236" y="5501"/>
                  <a:pt x="34085" y="8514"/>
                  <a:pt x="33311" y="11820"/>
                </a:cubicBezTo>
                <a:cubicBezTo>
                  <a:pt x="33227" y="11736"/>
                  <a:pt x="33144" y="11694"/>
                  <a:pt x="33060" y="11610"/>
                </a:cubicBezTo>
                <a:cubicBezTo>
                  <a:pt x="33353" y="7363"/>
                  <a:pt x="34441" y="3346"/>
                  <a:pt x="37412" y="1923"/>
                </a:cubicBezTo>
                <a:close/>
                <a:moveTo>
                  <a:pt x="32976" y="12594"/>
                </a:moveTo>
                <a:cubicBezTo>
                  <a:pt x="33018" y="12615"/>
                  <a:pt x="33039" y="12678"/>
                  <a:pt x="33060" y="12698"/>
                </a:cubicBezTo>
                <a:cubicBezTo>
                  <a:pt x="33060" y="12719"/>
                  <a:pt x="33060" y="12761"/>
                  <a:pt x="33039" y="12761"/>
                </a:cubicBezTo>
                <a:lnTo>
                  <a:pt x="32955" y="12761"/>
                </a:lnTo>
                <a:cubicBezTo>
                  <a:pt x="32976" y="12698"/>
                  <a:pt x="32976" y="12657"/>
                  <a:pt x="32976" y="12594"/>
                </a:cubicBezTo>
                <a:close/>
                <a:moveTo>
                  <a:pt x="31700" y="11841"/>
                </a:moveTo>
                <a:cubicBezTo>
                  <a:pt x="31888" y="11841"/>
                  <a:pt x="32077" y="11882"/>
                  <a:pt x="32244" y="11987"/>
                </a:cubicBezTo>
                <a:cubicBezTo>
                  <a:pt x="32223" y="12301"/>
                  <a:pt x="32223" y="12594"/>
                  <a:pt x="32202" y="12908"/>
                </a:cubicBezTo>
                <a:cubicBezTo>
                  <a:pt x="31030" y="13180"/>
                  <a:pt x="29880" y="13828"/>
                  <a:pt x="28750" y="14812"/>
                </a:cubicBezTo>
                <a:cubicBezTo>
                  <a:pt x="29838" y="12824"/>
                  <a:pt x="30821" y="11841"/>
                  <a:pt x="31679" y="11841"/>
                </a:cubicBezTo>
                <a:close/>
                <a:moveTo>
                  <a:pt x="32181" y="13703"/>
                </a:moveTo>
                <a:lnTo>
                  <a:pt x="32181" y="13703"/>
                </a:lnTo>
                <a:cubicBezTo>
                  <a:pt x="32160" y="14770"/>
                  <a:pt x="32181" y="15816"/>
                  <a:pt x="32202" y="16800"/>
                </a:cubicBezTo>
                <a:cubicBezTo>
                  <a:pt x="31784" y="16653"/>
                  <a:pt x="31365" y="16569"/>
                  <a:pt x="30947" y="16569"/>
                </a:cubicBezTo>
                <a:cubicBezTo>
                  <a:pt x="29796" y="16611"/>
                  <a:pt x="28624" y="17239"/>
                  <a:pt x="27369" y="18473"/>
                </a:cubicBezTo>
                <a:cubicBezTo>
                  <a:pt x="27285" y="18432"/>
                  <a:pt x="27201" y="18411"/>
                  <a:pt x="27118" y="18348"/>
                </a:cubicBezTo>
                <a:cubicBezTo>
                  <a:pt x="27264" y="18013"/>
                  <a:pt x="27411" y="17636"/>
                  <a:pt x="27578" y="17281"/>
                </a:cubicBezTo>
                <a:cubicBezTo>
                  <a:pt x="27996" y="16695"/>
                  <a:pt x="28457" y="16151"/>
                  <a:pt x="28980" y="15670"/>
                </a:cubicBezTo>
                <a:cubicBezTo>
                  <a:pt x="30026" y="14644"/>
                  <a:pt x="31093" y="14017"/>
                  <a:pt x="32181" y="13703"/>
                </a:cubicBezTo>
                <a:close/>
                <a:moveTo>
                  <a:pt x="43124" y="3053"/>
                </a:moveTo>
                <a:cubicBezTo>
                  <a:pt x="46723" y="6066"/>
                  <a:pt x="50029" y="12761"/>
                  <a:pt x="52749" y="19792"/>
                </a:cubicBezTo>
                <a:cubicBezTo>
                  <a:pt x="52707" y="19813"/>
                  <a:pt x="52686" y="19854"/>
                  <a:pt x="52624" y="19875"/>
                </a:cubicBezTo>
                <a:cubicBezTo>
                  <a:pt x="51724" y="18641"/>
                  <a:pt x="50824" y="17720"/>
                  <a:pt x="49966" y="17218"/>
                </a:cubicBezTo>
                <a:cubicBezTo>
                  <a:pt x="49485" y="16967"/>
                  <a:pt x="49025" y="16841"/>
                  <a:pt x="48543" y="16841"/>
                </a:cubicBezTo>
                <a:cubicBezTo>
                  <a:pt x="48397" y="16841"/>
                  <a:pt x="48230" y="16862"/>
                  <a:pt x="48104" y="16883"/>
                </a:cubicBezTo>
                <a:cubicBezTo>
                  <a:pt x="47999" y="16486"/>
                  <a:pt x="47895" y="16067"/>
                  <a:pt x="47790" y="15670"/>
                </a:cubicBezTo>
                <a:cubicBezTo>
                  <a:pt x="46702" y="11401"/>
                  <a:pt x="45384" y="6233"/>
                  <a:pt x="43124" y="3053"/>
                </a:cubicBezTo>
                <a:close/>
                <a:moveTo>
                  <a:pt x="30947" y="17385"/>
                </a:moveTo>
                <a:cubicBezTo>
                  <a:pt x="31365" y="17385"/>
                  <a:pt x="31805" y="17490"/>
                  <a:pt x="32223" y="17699"/>
                </a:cubicBezTo>
                <a:cubicBezTo>
                  <a:pt x="32223" y="17783"/>
                  <a:pt x="32244" y="17846"/>
                  <a:pt x="32244" y="17950"/>
                </a:cubicBezTo>
                <a:cubicBezTo>
                  <a:pt x="32097" y="19520"/>
                  <a:pt x="31993" y="21089"/>
                  <a:pt x="31930" y="22721"/>
                </a:cubicBezTo>
                <a:cubicBezTo>
                  <a:pt x="31867" y="22616"/>
                  <a:pt x="31805" y="22512"/>
                  <a:pt x="31721" y="22428"/>
                </a:cubicBezTo>
                <a:cubicBezTo>
                  <a:pt x="30654" y="20921"/>
                  <a:pt x="29419" y="19729"/>
                  <a:pt x="28059" y="18892"/>
                </a:cubicBezTo>
                <a:cubicBezTo>
                  <a:pt x="29084" y="17908"/>
                  <a:pt x="30026" y="17385"/>
                  <a:pt x="30947" y="17385"/>
                </a:cubicBezTo>
                <a:close/>
                <a:moveTo>
                  <a:pt x="48557" y="17650"/>
                </a:moveTo>
                <a:cubicBezTo>
                  <a:pt x="48863" y="17650"/>
                  <a:pt x="49197" y="17756"/>
                  <a:pt x="49569" y="17950"/>
                </a:cubicBezTo>
                <a:cubicBezTo>
                  <a:pt x="50301" y="18369"/>
                  <a:pt x="51117" y="19185"/>
                  <a:pt x="51996" y="20398"/>
                </a:cubicBezTo>
                <a:cubicBezTo>
                  <a:pt x="51201" y="21068"/>
                  <a:pt x="50531" y="21989"/>
                  <a:pt x="50008" y="23139"/>
                </a:cubicBezTo>
                <a:cubicBezTo>
                  <a:pt x="49694" y="22198"/>
                  <a:pt x="49380" y="21277"/>
                  <a:pt x="49066" y="20357"/>
                </a:cubicBezTo>
                <a:cubicBezTo>
                  <a:pt x="48815" y="19582"/>
                  <a:pt x="48543" y="18662"/>
                  <a:pt x="48292" y="17678"/>
                </a:cubicBezTo>
                <a:cubicBezTo>
                  <a:pt x="48378" y="17659"/>
                  <a:pt x="48466" y="17650"/>
                  <a:pt x="48557" y="17650"/>
                </a:cubicBezTo>
                <a:close/>
                <a:moveTo>
                  <a:pt x="24921" y="23244"/>
                </a:moveTo>
                <a:lnTo>
                  <a:pt x="24921" y="23244"/>
                </a:lnTo>
                <a:cubicBezTo>
                  <a:pt x="24795" y="23893"/>
                  <a:pt x="24670" y="24541"/>
                  <a:pt x="24565" y="25211"/>
                </a:cubicBezTo>
                <a:lnTo>
                  <a:pt x="24335" y="25211"/>
                </a:lnTo>
                <a:cubicBezTo>
                  <a:pt x="24439" y="24709"/>
                  <a:pt x="24544" y="24227"/>
                  <a:pt x="24649" y="23767"/>
                </a:cubicBezTo>
                <a:cubicBezTo>
                  <a:pt x="24753" y="23579"/>
                  <a:pt x="24858" y="23390"/>
                  <a:pt x="24921" y="23244"/>
                </a:cubicBezTo>
                <a:close/>
                <a:moveTo>
                  <a:pt x="39339" y="1427"/>
                </a:moveTo>
                <a:cubicBezTo>
                  <a:pt x="39822" y="1427"/>
                  <a:pt x="40312" y="1516"/>
                  <a:pt x="40802" y="1693"/>
                </a:cubicBezTo>
                <a:cubicBezTo>
                  <a:pt x="40927" y="1797"/>
                  <a:pt x="41074" y="1902"/>
                  <a:pt x="41199" y="2027"/>
                </a:cubicBezTo>
                <a:cubicBezTo>
                  <a:pt x="44170" y="4706"/>
                  <a:pt x="45740" y="10899"/>
                  <a:pt x="47037" y="15858"/>
                </a:cubicBezTo>
                <a:cubicBezTo>
                  <a:pt x="47142" y="16318"/>
                  <a:pt x="47267" y="16758"/>
                  <a:pt x="47372" y="17197"/>
                </a:cubicBezTo>
                <a:cubicBezTo>
                  <a:pt x="47330" y="17218"/>
                  <a:pt x="47246" y="17281"/>
                  <a:pt x="47183" y="17323"/>
                </a:cubicBezTo>
                <a:cubicBezTo>
                  <a:pt x="45300" y="18724"/>
                  <a:pt x="45405" y="22742"/>
                  <a:pt x="45761" y="26173"/>
                </a:cubicBezTo>
                <a:cubicBezTo>
                  <a:pt x="45049" y="24583"/>
                  <a:pt x="44254" y="23014"/>
                  <a:pt x="43396" y="21465"/>
                </a:cubicBezTo>
                <a:cubicBezTo>
                  <a:pt x="40446" y="16172"/>
                  <a:pt x="37370" y="13243"/>
                  <a:pt x="34315" y="12803"/>
                </a:cubicBezTo>
                <a:cubicBezTo>
                  <a:pt x="34273" y="12803"/>
                  <a:pt x="34211" y="12782"/>
                  <a:pt x="34127" y="12782"/>
                </a:cubicBezTo>
                <a:cubicBezTo>
                  <a:pt x="34064" y="12678"/>
                  <a:pt x="34001" y="12573"/>
                  <a:pt x="33918" y="12489"/>
                </a:cubicBezTo>
                <a:cubicBezTo>
                  <a:pt x="34692" y="9100"/>
                  <a:pt x="35864" y="5961"/>
                  <a:pt x="37538" y="3262"/>
                </a:cubicBezTo>
                <a:cubicBezTo>
                  <a:pt x="37726" y="2927"/>
                  <a:pt x="37893" y="2634"/>
                  <a:pt x="38061" y="2341"/>
                </a:cubicBezTo>
                <a:cubicBezTo>
                  <a:pt x="38249" y="2027"/>
                  <a:pt x="38416" y="1735"/>
                  <a:pt x="38563" y="1504"/>
                </a:cubicBezTo>
                <a:cubicBezTo>
                  <a:pt x="38819" y="1453"/>
                  <a:pt x="39078" y="1427"/>
                  <a:pt x="39339" y="1427"/>
                </a:cubicBezTo>
                <a:close/>
                <a:moveTo>
                  <a:pt x="23247" y="18306"/>
                </a:moveTo>
                <a:cubicBezTo>
                  <a:pt x="23540" y="18306"/>
                  <a:pt x="23833" y="18327"/>
                  <a:pt x="24126" y="18348"/>
                </a:cubicBezTo>
                <a:cubicBezTo>
                  <a:pt x="24670" y="18411"/>
                  <a:pt x="25214" y="18536"/>
                  <a:pt x="25737" y="18683"/>
                </a:cubicBezTo>
                <a:cubicBezTo>
                  <a:pt x="25297" y="19520"/>
                  <a:pt x="24900" y="20419"/>
                  <a:pt x="24565" y="21361"/>
                </a:cubicBezTo>
                <a:cubicBezTo>
                  <a:pt x="23500" y="20814"/>
                  <a:pt x="22386" y="20554"/>
                  <a:pt x="21228" y="20554"/>
                </a:cubicBezTo>
                <a:cubicBezTo>
                  <a:pt x="20703" y="20554"/>
                  <a:pt x="20169" y="20608"/>
                  <a:pt x="19627" y="20712"/>
                </a:cubicBezTo>
                <a:cubicBezTo>
                  <a:pt x="16195" y="21361"/>
                  <a:pt x="13768" y="23997"/>
                  <a:pt x="11990" y="27073"/>
                </a:cubicBezTo>
                <a:cubicBezTo>
                  <a:pt x="12973" y="25002"/>
                  <a:pt x="14291" y="23077"/>
                  <a:pt x="16028" y="21465"/>
                </a:cubicBezTo>
                <a:cubicBezTo>
                  <a:pt x="18267" y="19394"/>
                  <a:pt x="20799" y="18306"/>
                  <a:pt x="23247" y="18306"/>
                </a:cubicBezTo>
                <a:close/>
                <a:moveTo>
                  <a:pt x="61392" y="21788"/>
                </a:moveTo>
                <a:cubicBezTo>
                  <a:pt x="61694" y="21788"/>
                  <a:pt x="61999" y="21913"/>
                  <a:pt x="62332" y="22177"/>
                </a:cubicBezTo>
                <a:cubicBezTo>
                  <a:pt x="63169" y="22805"/>
                  <a:pt x="64027" y="24206"/>
                  <a:pt x="64906" y="26299"/>
                </a:cubicBezTo>
                <a:cubicBezTo>
                  <a:pt x="64383" y="26508"/>
                  <a:pt x="63964" y="26989"/>
                  <a:pt x="63671" y="27722"/>
                </a:cubicBezTo>
                <a:cubicBezTo>
                  <a:pt x="62625" y="25441"/>
                  <a:pt x="61558" y="23579"/>
                  <a:pt x="60470" y="22177"/>
                </a:cubicBezTo>
                <a:cubicBezTo>
                  <a:pt x="60616" y="22030"/>
                  <a:pt x="60763" y="21968"/>
                  <a:pt x="60930" y="21884"/>
                </a:cubicBezTo>
                <a:cubicBezTo>
                  <a:pt x="61085" y="21820"/>
                  <a:pt x="61238" y="21788"/>
                  <a:pt x="61392" y="21788"/>
                </a:cubicBezTo>
                <a:close/>
                <a:moveTo>
                  <a:pt x="55402" y="19690"/>
                </a:moveTo>
                <a:cubicBezTo>
                  <a:pt x="56617" y="19690"/>
                  <a:pt x="57873" y="20397"/>
                  <a:pt x="59152" y="21800"/>
                </a:cubicBezTo>
                <a:cubicBezTo>
                  <a:pt x="59256" y="21905"/>
                  <a:pt x="59319" y="22009"/>
                  <a:pt x="59424" y="22114"/>
                </a:cubicBezTo>
                <a:cubicBezTo>
                  <a:pt x="58315" y="23558"/>
                  <a:pt x="57833" y="26257"/>
                  <a:pt x="57792" y="29605"/>
                </a:cubicBezTo>
                <a:cubicBezTo>
                  <a:pt x="56913" y="27617"/>
                  <a:pt x="56055" y="25734"/>
                  <a:pt x="55134" y="24018"/>
                </a:cubicBezTo>
                <a:cubicBezTo>
                  <a:pt x="54695" y="22742"/>
                  <a:pt x="54235" y="21465"/>
                  <a:pt x="53732" y="20147"/>
                </a:cubicBezTo>
                <a:cubicBezTo>
                  <a:pt x="53879" y="20085"/>
                  <a:pt x="54025" y="20001"/>
                  <a:pt x="54172" y="19938"/>
                </a:cubicBezTo>
                <a:cubicBezTo>
                  <a:pt x="54577" y="19773"/>
                  <a:pt x="54987" y="19690"/>
                  <a:pt x="55402" y="19690"/>
                </a:cubicBezTo>
                <a:close/>
                <a:moveTo>
                  <a:pt x="65994" y="26885"/>
                </a:moveTo>
                <a:lnTo>
                  <a:pt x="65994" y="26885"/>
                </a:lnTo>
                <a:cubicBezTo>
                  <a:pt x="66370" y="26927"/>
                  <a:pt x="66726" y="27094"/>
                  <a:pt x="67124" y="27408"/>
                </a:cubicBezTo>
                <a:cubicBezTo>
                  <a:pt x="67584" y="27763"/>
                  <a:pt x="68044" y="28349"/>
                  <a:pt x="68463" y="29019"/>
                </a:cubicBezTo>
                <a:cubicBezTo>
                  <a:pt x="67961" y="29249"/>
                  <a:pt x="67479" y="29563"/>
                  <a:pt x="67040" y="30023"/>
                </a:cubicBezTo>
                <a:cubicBezTo>
                  <a:pt x="66705" y="28914"/>
                  <a:pt x="66370" y="27868"/>
                  <a:pt x="65994" y="26885"/>
                </a:cubicBezTo>
                <a:close/>
                <a:moveTo>
                  <a:pt x="22431" y="26571"/>
                </a:moveTo>
                <a:lnTo>
                  <a:pt x="22431" y="26571"/>
                </a:lnTo>
                <a:cubicBezTo>
                  <a:pt x="21929" y="27722"/>
                  <a:pt x="21489" y="28893"/>
                  <a:pt x="21092" y="30107"/>
                </a:cubicBezTo>
                <a:cubicBezTo>
                  <a:pt x="20610" y="29605"/>
                  <a:pt x="20150" y="29186"/>
                  <a:pt x="19669" y="28831"/>
                </a:cubicBezTo>
                <a:cubicBezTo>
                  <a:pt x="20506" y="27868"/>
                  <a:pt x="21426" y="27052"/>
                  <a:pt x="22431" y="26571"/>
                </a:cubicBezTo>
                <a:close/>
                <a:moveTo>
                  <a:pt x="27515" y="19478"/>
                </a:moveTo>
                <a:cubicBezTo>
                  <a:pt x="28833" y="20231"/>
                  <a:pt x="30026" y="21382"/>
                  <a:pt x="31072" y="22867"/>
                </a:cubicBezTo>
                <a:cubicBezTo>
                  <a:pt x="31365" y="23286"/>
                  <a:pt x="31616" y="23725"/>
                  <a:pt x="31888" y="24123"/>
                </a:cubicBezTo>
                <a:cubicBezTo>
                  <a:pt x="31867" y="26738"/>
                  <a:pt x="31972" y="29396"/>
                  <a:pt x="32139" y="32032"/>
                </a:cubicBezTo>
                <a:cubicBezTo>
                  <a:pt x="30403" y="27324"/>
                  <a:pt x="28331" y="24081"/>
                  <a:pt x="25946" y="22282"/>
                </a:cubicBezTo>
                <a:cubicBezTo>
                  <a:pt x="26051" y="21884"/>
                  <a:pt x="26134" y="21507"/>
                  <a:pt x="26239" y="21152"/>
                </a:cubicBezTo>
                <a:cubicBezTo>
                  <a:pt x="26678" y="20503"/>
                  <a:pt x="27097" y="19938"/>
                  <a:pt x="27515" y="19478"/>
                </a:cubicBezTo>
                <a:close/>
                <a:moveTo>
                  <a:pt x="57227" y="30337"/>
                </a:moveTo>
                <a:cubicBezTo>
                  <a:pt x="57415" y="30756"/>
                  <a:pt x="57603" y="31195"/>
                  <a:pt x="57771" y="31655"/>
                </a:cubicBezTo>
                <a:cubicBezTo>
                  <a:pt x="57792" y="31802"/>
                  <a:pt x="57792" y="31969"/>
                  <a:pt x="57813" y="32157"/>
                </a:cubicBezTo>
                <a:cubicBezTo>
                  <a:pt x="57624" y="31551"/>
                  <a:pt x="57436" y="30965"/>
                  <a:pt x="57227" y="30337"/>
                </a:cubicBezTo>
                <a:close/>
                <a:moveTo>
                  <a:pt x="65220" y="27031"/>
                </a:moveTo>
                <a:cubicBezTo>
                  <a:pt x="65596" y="28140"/>
                  <a:pt x="66015" y="29354"/>
                  <a:pt x="66433" y="30756"/>
                </a:cubicBezTo>
                <a:cubicBezTo>
                  <a:pt x="66119" y="31216"/>
                  <a:pt x="65805" y="31739"/>
                  <a:pt x="65575" y="32367"/>
                </a:cubicBezTo>
                <a:cubicBezTo>
                  <a:pt x="65115" y="31090"/>
                  <a:pt x="64634" y="29898"/>
                  <a:pt x="64131" y="28768"/>
                </a:cubicBezTo>
                <a:cubicBezTo>
                  <a:pt x="64341" y="27868"/>
                  <a:pt x="64696" y="27240"/>
                  <a:pt x="65220" y="27031"/>
                </a:cubicBezTo>
                <a:close/>
                <a:moveTo>
                  <a:pt x="23330" y="26403"/>
                </a:moveTo>
                <a:lnTo>
                  <a:pt x="23330" y="26403"/>
                </a:lnTo>
                <a:cubicBezTo>
                  <a:pt x="23017" y="28475"/>
                  <a:pt x="22891" y="30630"/>
                  <a:pt x="22891" y="32722"/>
                </a:cubicBezTo>
                <a:cubicBezTo>
                  <a:pt x="22494" y="32032"/>
                  <a:pt x="22096" y="31404"/>
                  <a:pt x="21677" y="30839"/>
                </a:cubicBezTo>
                <a:cubicBezTo>
                  <a:pt x="22138" y="29312"/>
                  <a:pt x="22682" y="27826"/>
                  <a:pt x="23330" y="26403"/>
                </a:cubicBezTo>
                <a:close/>
                <a:moveTo>
                  <a:pt x="69920" y="29493"/>
                </a:moveTo>
                <a:cubicBezTo>
                  <a:pt x="70950" y="29493"/>
                  <a:pt x="71956" y="30238"/>
                  <a:pt x="72878" y="31593"/>
                </a:cubicBezTo>
                <a:cubicBezTo>
                  <a:pt x="72229" y="32262"/>
                  <a:pt x="71706" y="33183"/>
                  <a:pt x="71308" y="34375"/>
                </a:cubicBezTo>
                <a:cubicBezTo>
                  <a:pt x="70827" y="32534"/>
                  <a:pt x="70241" y="30860"/>
                  <a:pt x="69572" y="29521"/>
                </a:cubicBezTo>
                <a:cubicBezTo>
                  <a:pt x="69688" y="29502"/>
                  <a:pt x="69804" y="29493"/>
                  <a:pt x="69920" y="29493"/>
                </a:cubicBezTo>
                <a:close/>
                <a:moveTo>
                  <a:pt x="47560" y="17992"/>
                </a:moveTo>
                <a:cubicBezTo>
                  <a:pt x="47811" y="18955"/>
                  <a:pt x="48083" y="19833"/>
                  <a:pt x="48334" y="20608"/>
                </a:cubicBezTo>
                <a:cubicBezTo>
                  <a:pt x="48753" y="21800"/>
                  <a:pt x="49171" y="23056"/>
                  <a:pt x="49569" y="24269"/>
                </a:cubicBezTo>
                <a:cubicBezTo>
                  <a:pt x="48732" y="26801"/>
                  <a:pt x="48502" y="30191"/>
                  <a:pt x="48857" y="34438"/>
                </a:cubicBezTo>
                <a:cubicBezTo>
                  <a:pt x="48250" y="32492"/>
                  <a:pt x="47581" y="30588"/>
                  <a:pt x="46828" y="28705"/>
                </a:cubicBezTo>
                <a:lnTo>
                  <a:pt x="46744" y="28161"/>
                </a:lnTo>
                <a:cubicBezTo>
                  <a:pt x="46367" y="25127"/>
                  <a:pt x="45698" y="19478"/>
                  <a:pt x="47560" y="17992"/>
                </a:cubicBezTo>
                <a:close/>
                <a:moveTo>
                  <a:pt x="24460" y="25985"/>
                </a:moveTo>
                <a:cubicBezTo>
                  <a:pt x="24063" y="28935"/>
                  <a:pt x="23937" y="31948"/>
                  <a:pt x="23958" y="34878"/>
                </a:cubicBezTo>
                <a:cubicBezTo>
                  <a:pt x="23854" y="34668"/>
                  <a:pt x="23770" y="34459"/>
                  <a:pt x="23665" y="34250"/>
                </a:cubicBezTo>
                <a:cubicBezTo>
                  <a:pt x="23602" y="31530"/>
                  <a:pt x="23728" y="28684"/>
                  <a:pt x="24167" y="26006"/>
                </a:cubicBezTo>
                <a:cubicBezTo>
                  <a:pt x="24251" y="26006"/>
                  <a:pt x="24356" y="25985"/>
                  <a:pt x="24439" y="25985"/>
                </a:cubicBezTo>
                <a:close/>
                <a:moveTo>
                  <a:pt x="75312" y="31230"/>
                </a:moveTo>
                <a:cubicBezTo>
                  <a:pt x="76070" y="31230"/>
                  <a:pt x="76755" y="31716"/>
                  <a:pt x="77355" y="32681"/>
                </a:cubicBezTo>
                <a:cubicBezTo>
                  <a:pt x="77732" y="33308"/>
                  <a:pt x="78046" y="34103"/>
                  <a:pt x="78318" y="34961"/>
                </a:cubicBezTo>
                <a:cubicBezTo>
                  <a:pt x="77669" y="35087"/>
                  <a:pt x="76832" y="35610"/>
                  <a:pt x="76016" y="37033"/>
                </a:cubicBezTo>
                <a:cubicBezTo>
                  <a:pt x="75995" y="37075"/>
                  <a:pt x="75953" y="37116"/>
                  <a:pt x="75932" y="37158"/>
                </a:cubicBezTo>
                <a:cubicBezTo>
                  <a:pt x="75828" y="36698"/>
                  <a:pt x="75702" y="36217"/>
                  <a:pt x="75577" y="35798"/>
                </a:cubicBezTo>
                <a:cubicBezTo>
                  <a:pt x="75095" y="34187"/>
                  <a:pt x="74531" y="32827"/>
                  <a:pt x="73882" y="31739"/>
                </a:cubicBezTo>
                <a:cubicBezTo>
                  <a:pt x="74112" y="31593"/>
                  <a:pt x="74321" y="31446"/>
                  <a:pt x="74551" y="31383"/>
                </a:cubicBezTo>
                <a:cubicBezTo>
                  <a:pt x="74813" y="31281"/>
                  <a:pt x="75066" y="31230"/>
                  <a:pt x="75312" y="31230"/>
                </a:cubicBezTo>
                <a:close/>
                <a:moveTo>
                  <a:pt x="63901" y="30191"/>
                </a:moveTo>
                <a:lnTo>
                  <a:pt x="63901" y="30191"/>
                </a:lnTo>
                <a:cubicBezTo>
                  <a:pt x="64320" y="31237"/>
                  <a:pt x="64738" y="32367"/>
                  <a:pt x="65157" y="33517"/>
                </a:cubicBezTo>
                <a:cubicBezTo>
                  <a:pt x="65136" y="33580"/>
                  <a:pt x="65115" y="33622"/>
                  <a:pt x="65115" y="33706"/>
                </a:cubicBezTo>
                <a:cubicBezTo>
                  <a:pt x="64696" y="35087"/>
                  <a:pt x="64445" y="36719"/>
                  <a:pt x="64341" y="38414"/>
                </a:cubicBezTo>
                <a:cubicBezTo>
                  <a:pt x="63922" y="35380"/>
                  <a:pt x="63713" y="32367"/>
                  <a:pt x="63901" y="30191"/>
                </a:cubicBezTo>
                <a:close/>
                <a:moveTo>
                  <a:pt x="79364" y="35882"/>
                </a:moveTo>
                <a:lnTo>
                  <a:pt x="79364" y="35882"/>
                </a:lnTo>
                <a:cubicBezTo>
                  <a:pt x="80243" y="36447"/>
                  <a:pt x="80933" y="38079"/>
                  <a:pt x="80745" y="39732"/>
                </a:cubicBezTo>
                <a:cubicBezTo>
                  <a:pt x="80598" y="39523"/>
                  <a:pt x="80515" y="39230"/>
                  <a:pt x="80431" y="38853"/>
                </a:cubicBezTo>
                <a:cubicBezTo>
                  <a:pt x="80410" y="38707"/>
                  <a:pt x="80347" y="38539"/>
                  <a:pt x="80305" y="38372"/>
                </a:cubicBezTo>
                <a:cubicBezTo>
                  <a:pt x="80243" y="38204"/>
                  <a:pt x="80096" y="38079"/>
                  <a:pt x="79929" y="38079"/>
                </a:cubicBezTo>
                <a:cubicBezTo>
                  <a:pt x="79908" y="38079"/>
                  <a:pt x="79866" y="38079"/>
                  <a:pt x="79824" y="38100"/>
                </a:cubicBezTo>
                <a:cubicBezTo>
                  <a:pt x="79782" y="38121"/>
                  <a:pt x="79741" y="38121"/>
                  <a:pt x="79699" y="38163"/>
                </a:cubicBezTo>
                <a:cubicBezTo>
                  <a:pt x="79636" y="37388"/>
                  <a:pt x="79510" y="36614"/>
                  <a:pt x="79364" y="35882"/>
                </a:cubicBezTo>
                <a:close/>
                <a:moveTo>
                  <a:pt x="21165" y="21324"/>
                </a:moveTo>
                <a:cubicBezTo>
                  <a:pt x="22248" y="21324"/>
                  <a:pt x="23291" y="21581"/>
                  <a:pt x="24272" y="22093"/>
                </a:cubicBezTo>
                <a:lnTo>
                  <a:pt x="23874" y="23432"/>
                </a:lnTo>
                <a:cubicBezTo>
                  <a:pt x="23519" y="24102"/>
                  <a:pt x="23142" y="24792"/>
                  <a:pt x="22828" y="25483"/>
                </a:cubicBezTo>
                <a:cubicBezTo>
                  <a:pt x="21405" y="26006"/>
                  <a:pt x="20087" y="27094"/>
                  <a:pt x="18936" y="28454"/>
                </a:cubicBezTo>
                <a:cubicBezTo>
                  <a:pt x="18644" y="28308"/>
                  <a:pt x="18330" y="28245"/>
                  <a:pt x="18058" y="28182"/>
                </a:cubicBezTo>
                <a:cubicBezTo>
                  <a:pt x="17902" y="28159"/>
                  <a:pt x="17746" y="28148"/>
                  <a:pt x="17591" y="28148"/>
                </a:cubicBezTo>
                <a:cubicBezTo>
                  <a:pt x="15477" y="28148"/>
                  <a:pt x="13440" y="30272"/>
                  <a:pt x="11530" y="34522"/>
                </a:cubicBezTo>
                <a:cubicBezTo>
                  <a:pt x="10630" y="36551"/>
                  <a:pt x="9897" y="38811"/>
                  <a:pt x="9333" y="41259"/>
                </a:cubicBezTo>
                <a:cubicBezTo>
                  <a:pt x="9374" y="38686"/>
                  <a:pt x="9542" y="36070"/>
                  <a:pt x="9960" y="33559"/>
                </a:cubicBezTo>
                <a:cubicBezTo>
                  <a:pt x="11592" y="28831"/>
                  <a:pt x="14438" y="22512"/>
                  <a:pt x="19753" y="21465"/>
                </a:cubicBezTo>
                <a:cubicBezTo>
                  <a:pt x="20230" y="21371"/>
                  <a:pt x="20701" y="21324"/>
                  <a:pt x="21165" y="21324"/>
                </a:cubicBezTo>
                <a:close/>
                <a:moveTo>
                  <a:pt x="33960" y="28370"/>
                </a:moveTo>
                <a:lnTo>
                  <a:pt x="33960" y="28370"/>
                </a:lnTo>
                <a:cubicBezTo>
                  <a:pt x="35592" y="32764"/>
                  <a:pt x="36324" y="37702"/>
                  <a:pt x="36826" y="42556"/>
                </a:cubicBezTo>
                <a:cubicBezTo>
                  <a:pt x="35550" y="37911"/>
                  <a:pt x="34587" y="33183"/>
                  <a:pt x="33960" y="28370"/>
                </a:cubicBezTo>
                <a:close/>
                <a:moveTo>
                  <a:pt x="19167" y="29458"/>
                </a:moveTo>
                <a:cubicBezTo>
                  <a:pt x="19732" y="29814"/>
                  <a:pt x="20276" y="30358"/>
                  <a:pt x="20799" y="31007"/>
                </a:cubicBezTo>
                <a:cubicBezTo>
                  <a:pt x="19753" y="34626"/>
                  <a:pt x="19125" y="38581"/>
                  <a:pt x="18936" y="42933"/>
                </a:cubicBezTo>
                <a:cubicBezTo>
                  <a:pt x="17953" y="39669"/>
                  <a:pt x="16760" y="37263"/>
                  <a:pt x="15400" y="36489"/>
                </a:cubicBezTo>
                <a:cubicBezTo>
                  <a:pt x="16279" y="34313"/>
                  <a:pt x="17535" y="31593"/>
                  <a:pt x="19167" y="29458"/>
                </a:cubicBezTo>
                <a:close/>
                <a:moveTo>
                  <a:pt x="23770" y="36447"/>
                </a:moveTo>
                <a:lnTo>
                  <a:pt x="23770" y="36447"/>
                </a:lnTo>
                <a:cubicBezTo>
                  <a:pt x="23854" y="36656"/>
                  <a:pt x="23937" y="36865"/>
                  <a:pt x="24042" y="37075"/>
                </a:cubicBezTo>
                <a:cubicBezTo>
                  <a:pt x="24084" y="39125"/>
                  <a:pt x="24251" y="41134"/>
                  <a:pt x="24439" y="43017"/>
                </a:cubicBezTo>
                <a:cubicBezTo>
                  <a:pt x="24167" y="41092"/>
                  <a:pt x="23916" y="38832"/>
                  <a:pt x="23770" y="36447"/>
                </a:cubicBezTo>
                <a:close/>
                <a:moveTo>
                  <a:pt x="78506" y="35714"/>
                </a:moveTo>
                <a:lnTo>
                  <a:pt x="78506" y="35714"/>
                </a:lnTo>
                <a:cubicBezTo>
                  <a:pt x="79259" y="39020"/>
                  <a:pt x="79092" y="43121"/>
                  <a:pt x="77920" y="44607"/>
                </a:cubicBezTo>
                <a:cubicBezTo>
                  <a:pt x="77481" y="44272"/>
                  <a:pt x="77104" y="43728"/>
                  <a:pt x="76832" y="43080"/>
                </a:cubicBezTo>
                <a:cubicBezTo>
                  <a:pt x="76748" y="41615"/>
                  <a:pt x="76560" y="40088"/>
                  <a:pt x="76267" y="38644"/>
                </a:cubicBezTo>
                <a:cubicBezTo>
                  <a:pt x="76351" y="38183"/>
                  <a:pt x="76518" y="37765"/>
                  <a:pt x="76686" y="37430"/>
                </a:cubicBezTo>
                <a:cubicBezTo>
                  <a:pt x="77272" y="36405"/>
                  <a:pt x="77899" y="35819"/>
                  <a:pt x="78506" y="35714"/>
                </a:cubicBezTo>
                <a:close/>
                <a:moveTo>
                  <a:pt x="71392" y="38539"/>
                </a:moveTo>
                <a:cubicBezTo>
                  <a:pt x="71769" y="41113"/>
                  <a:pt x="72020" y="43770"/>
                  <a:pt x="71978" y="46134"/>
                </a:cubicBezTo>
                <a:cubicBezTo>
                  <a:pt x="71476" y="43812"/>
                  <a:pt x="71225" y="41071"/>
                  <a:pt x="71392" y="38539"/>
                </a:cubicBezTo>
                <a:close/>
                <a:moveTo>
                  <a:pt x="17628" y="28970"/>
                </a:moveTo>
                <a:cubicBezTo>
                  <a:pt x="17750" y="28970"/>
                  <a:pt x="17873" y="28979"/>
                  <a:pt x="17995" y="28998"/>
                </a:cubicBezTo>
                <a:cubicBezTo>
                  <a:pt x="18162" y="29019"/>
                  <a:pt x="18351" y="29082"/>
                  <a:pt x="18497" y="29124"/>
                </a:cubicBezTo>
                <a:cubicBezTo>
                  <a:pt x="16823" y="31321"/>
                  <a:pt x="15547" y="34041"/>
                  <a:pt x="14689" y="36217"/>
                </a:cubicBezTo>
                <a:cubicBezTo>
                  <a:pt x="14560" y="36196"/>
                  <a:pt x="14434" y="36186"/>
                  <a:pt x="14310" y="36186"/>
                </a:cubicBezTo>
                <a:cubicBezTo>
                  <a:pt x="13931" y="36186"/>
                  <a:pt x="13576" y="36284"/>
                  <a:pt x="13245" y="36489"/>
                </a:cubicBezTo>
                <a:cubicBezTo>
                  <a:pt x="11655" y="37451"/>
                  <a:pt x="10965" y="40569"/>
                  <a:pt x="10462" y="42828"/>
                </a:cubicBezTo>
                <a:cubicBezTo>
                  <a:pt x="10358" y="43289"/>
                  <a:pt x="10295" y="43728"/>
                  <a:pt x="10190" y="44063"/>
                </a:cubicBezTo>
                <a:cubicBezTo>
                  <a:pt x="10002" y="44858"/>
                  <a:pt x="9793" y="45716"/>
                  <a:pt x="9605" y="46637"/>
                </a:cubicBezTo>
                <a:cubicBezTo>
                  <a:pt x="9584" y="46155"/>
                  <a:pt x="9563" y="45716"/>
                  <a:pt x="9521" y="45235"/>
                </a:cubicBezTo>
                <a:cubicBezTo>
                  <a:pt x="10023" y="41448"/>
                  <a:pt x="10944" y="37911"/>
                  <a:pt x="12304" y="34878"/>
                </a:cubicBezTo>
                <a:cubicBezTo>
                  <a:pt x="14066" y="30962"/>
                  <a:pt x="15846" y="28970"/>
                  <a:pt x="17628" y="28970"/>
                </a:cubicBezTo>
                <a:close/>
                <a:moveTo>
                  <a:pt x="8684" y="37849"/>
                </a:moveTo>
                <a:cubicBezTo>
                  <a:pt x="8537" y="40255"/>
                  <a:pt x="8579" y="42703"/>
                  <a:pt x="8705" y="45109"/>
                </a:cubicBezTo>
                <a:cubicBezTo>
                  <a:pt x="8600" y="45862"/>
                  <a:pt x="8537" y="46637"/>
                  <a:pt x="8454" y="47390"/>
                </a:cubicBezTo>
                <a:cubicBezTo>
                  <a:pt x="8161" y="46909"/>
                  <a:pt x="7868" y="46490"/>
                  <a:pt x="7596" y="46134"/>
                </a:cubicBezTo>
                <a:cubicBezTo>
                  <a:pt x="7847" y="42787"/>
                  <a:pt x="8245" y="39878"/>
                  <a:pt x="8684" y="37849"/>
                </a:cubicBezTo>
                <a:close/>
                <a:moveTo>
                  <a:pt x="33981" y="41029"/>
                </a:moveTo>
                <a:lnTo>
                  <a:pt x="33981" y="41029"/>
                </a:lnTo>
                <a:cubicBezTo>
                  <a:pt x="34587" y="43561"/>
                  <a:pt x="35048" y="46260"/>
                  <a:pt x="35445" y="49106"/>
                </a:cubicBezTo>
                <a:cubicBezTo>
                  <a:pt x="34922" y="46553"/>
                  <a:pt x="34399" y="43833"/>
                  <a:pt x="33981" y="41029"/>
                </a:cubicBezTo>
                <a:close/>
                <a:moveTo>
                  <a:pt x="73296" y="32283"/>
                </a:moveTo>
                <a:cubicBezTo>
                  <a:pt x="73861" y="33287"/>
                  <a:pt x="74384" y="34543"/>
                  <a:pt x="74844" y="36007"/>
                </a:cubicBezTo>
                <a:cubicBezTo>
                  <a:pt x="75095" y="36844"/>
                  <a:pt x="75305" y="37723"/>
                  <a:pt x="75493" y="38623"/>
                </a:cubicBezTo>
                <a:cubicBezTo>
                  <a:pt x="75263" y="40088"/>
                  <a:pt x="75493" y="41845"/>
                  <a:pt x="76058" y="43226"/>
                </a:cubicBezTo>
                <a:cubicBezTo>
                  <a:pt x="76246" y="47013"/>
                  <a:pt x="75681" y="50340"/>
                  <a:pt x="74133" y="51303"/>
                </a:cubicBezTo>
                <a:cubicBezTo>
                  <a:pt x="73610" y="50738"/>
                  <a:pt x="73087" y="49754"/>
                  <a:pt x="72668" y="48541"/>
                </a:cubicBezTo>
                <a:cubicBezTo>
                  <a:pt x="73003" y="44900"/>
                  <a:pt x="72606" y="40192"/>
                  <a:pt x="71727" y="36007"/>
                </a:cubicBezTo>
                <a:cubicBezTo>
                  <a:pt x="71957" y="34731"/>
                  <a:pt x="72438" y="33266"/>
                  <a:pt x="73296" y="32283"/>
                </a:cubicBezTo>
                <a:close/>
                <a:moveTo>
                  <a:pt x="68777" y="29730"/>
                </a:moveTo>
                <a:cubicBezTo>
                  <a:pt x="69655" y="31383"/>
                  <a:pt x="70367" y="33601"/>
                  <a:pt x="70890" y="36028"/>
                </a:cubicBezTo>
                <a:cubicBezTo>
                  <a:pt x="70890" y="36091"/>
                  <a:pt x="70869" y="36112"/>
                  <a:pt x="70869" y="36175"/>
                </a:cubicBezTo>
                <a:cubicBezTo>
                  <a:pt x="70158" y="40046"/>
                  <a:pt x="70660" y="45172"/>
                  <a:pt x="71831" y="48666"/>
                </a:cubicBezTo>
                <a:cubicBezTo>
                  <a:pt x="71810" y="49022"/>
                  <a:pt x="71748" y="49378"/>
                  <a:pt x="71706" y="49691"/>
                </a:cubicBezTo>
                <a:cubicBezTo>
                  <a:pt x="71601" y="50403"/>
                  <a:pt x="71455" y="50989"/>
                  <a:pt x="71287" y="51512"/>
                </a:cubicBezTo>
                <a:cubicBezTo>
                  <a:pt x="70890" y="48436"/>
                  <a:pt x="70367" y="44921"/>
                  <a:pt x="69676" y="41427"/>
                </a:cubicBezTo>
                <a:cubicBezTo>
                  <a:pt x="69132" y="38497"/>
                  <a:pt x="68295" y="34543"/>
                  <a:pt x="67249" y="30923"/>
                </a:cubicBezTo>
                <a:cubicBezTo>
                  <a:pt x="67668" y="30400"/>
                  <a:pt x="68170" y="29981"/>
                  <a:pt x="68777" y="29730"/>
                </a:cubicBezTo>
                <a:close/>
                <a:moveTo>
                  <a:pt x="66726" y="31760"/>
                </a:moveTo>
                <a:cubicBezTo>
                  <a:pt x="67521" y="34543"/>
                  <a:pt x="68253" y="37849"/>
                  <a:pt x="68944" y="41552"/>
                </a:cubicBezTo>
                <a:cubicBezTo>
                  <a:pt x="69634" y="45193"/>
                  <a:pt x="70178" y="48792"/>
                  <a:pt x="70576" y="51951"/>
                </a:cubicBezTo>
                <a:cubicBezTo>
                  <a:pt x="70388" y="50968"/>
                  <a:pt x="70199" y="49963"/>
                  <a:pt x="70032" y="48959"/>
                </a:cubicBezTo>
                <a:cubicBezTo>
                  <a:pt x="68881" y="43205"/>
                  <a:pt x="67479" y="37953"/>
                  <a:pt x="65973" y="33517"/>
                </a:cubicBezTo>
                <a:cubicBezTo>
                  <a:pt x="66161" y="32953"/>
                  <a:pt x="66412" y="32346"/>
                  <a:pt x="66726" y="31760"/>
                </a:cubicBezTo>
                <a:close/>
                <a:moveTo>
                  <a:pt x="65596" y="34857"/>
                </a:moveTo>
                <a:cubicBezTo>
                  <a:pt x="67479" y="40611"/>
                  <a:pt x="69028" y="47264"/>
                  <a:pt x="70053" y="53458"/>
                </a:cubicBezTo>
                <a:cubicBezTo>
                  <a:pt x="70032" y="53479"/>
                  <a:pt x="69969" y="53479"/>
                  <a:pt x="69948" y="53500"/>
                </a:cubicBezTo>
                <a:cubicBezTo>
                  <a:pt x="69781" y="53564"/>
                  <a:pt x="69617" y="53596"/>
                  <a:pt x="69452" y="53596"/>
                </a:cubicBezTo>
                <a:cubicBezTo>
                  <a:pt x="69080" y="53596"/>
                  <a:pt x="68708" y="53429"/>
                  <a:pt x="68316" y="53081"/>
                </a:cubicBezTo>
                <a:cubicBezTo>
                  <a:pt x="68086" y="52872"/>
                  <a:pt x="67856" y="52579"/>
                  <a:pt x="67647" y="52244"/>
                </a:cubicBezTo>
                <a:cubicBezTo>
                  <a:pt x="66747" y="49838"/>
                  <a:pt x="66015" y="47390"/>
                  <a:pt x="65492" y="44900"/>
                </a:cubicBezTo>
                <a:cubicBezTo>
                  <a:pt x="65429" y="44544"/>
                  <a:pt x="65345" y="44147"/>
                  <a:pt x="65261" y="43749"/>
                </a:cubicBezTo>
                <a:cubicBezTo>
                  <a:pt x="64927" y="40736"/>
                  <a:pt x="65010" y="37556"/>
                  <a:pt x="65596" y="34857"/>
                </a:cubicBezTo>
                <a:close/>
                <a:moveTo>
                  <a:pt x="14277" y="36946"/>
                </a:moveTo>
                <a:cubicBezTo>
                  <a:pt x="14303" y="36946"/>
                  <a:pt x="14328" y="36947"/>
                  <a:pt x="14354" y="36949"/>
                </a:cubicBezTo>
                <a:cubicBezTo>
                  <a:pt x="13936" y="38079"/>
                  <a:pt x="13622" y="38999"/>
                  <a:pt x="13496" y="39481"/>
                </a:cubicBezTo>
                <a:cubicBezTo>
                  <a:pt x="12115" y="44063"/>
                  <a:pt x="11530" y="49147"/>
                  <a:pt x="11509" y="54127"/>
                </a:cubicBezTo>
                <a:cubicBezTo>
                  <a:pt x="11404" y="53855"/>
                  <a:pt x="11299" y="53562"/>
                  <a:pt x="11195" y="53332"/>
                </a:cubicBezTo>
                <a:cubicBezTo>
                  <a:pt x="10755" y="52140"/>
                  <a:pt x="10316" y="51093"/>
                  <a:pt x="9897" y="50152"/>
                </a:cubicBezTo>
                <a:cubicBezTo>
                  <a:pt x="9856" y="49922"/>
                  <a:pt x="9835" y="49712"/>
                  <a:pt x="9814" y="49482"/>
                </a:cubicBezTo>
                <a:cubicBezTo>
                  <a:pt x="10169" y="47474"/>
                  <a:pt x="10567" y="45695"/>
                  <a:pt x="10944" y="44251"/>
                </a:cubicBezTo>
                <a:cubicBezTo>
                  <a:pt x="11027" y="43875"/>
                  <a:pt x="11111" y="43456"/>
                  <a:pt x="11216" y="42996"/>
                </a:cubicBezTo>
                <a:cubicBezTo>
                  <a:pt x="11676" y="40987"/>
                  <a:pt x="12325" y="37911"/>
                  <a:pt x="13622" y="37137"/>
                </a:cubicBezTo>
                <a:cubicBezTo>
                  <a:pt x="13847" y="37025"/>
                  <a:pt x="14055" y="36946"/>
                  <a:pt x="14277" y="36946"/>
                </a:cubicBezTo>
                <a:close/>
                <a:moveTo>
                  <a:pt x="33039" y="18243"/>
                </a:moveTo>
                <a:lnTo>
                  <a:pt x="33039" y="18243"/>
                </a:lnTo>
                <a:cubicBezTo>
                  <a:pt x="33562" y="18704"/>
                  <a:pt x="34064" y="19289"/>
                  <a:pt x="34546" y="20085"/>
                </a:cubicBezTo>
                <a:cubicBezTo>
                  <a:pt x="38667" y="26466"/>
                  <a:pt x="39546" y="35359"/>
                  <a:pt x="40404" y="43937"/>
                </a:cubicBezTo>
                <a:cubicBezTo>
                  <a:pt x="40781" y="47494"/>
                  <a:pt x="41116" y="50863"/>
                  <a:pt x="41660" y="53918"/>
                </a:cubicBezTo>
                <a:cubicBezTo>
                  <a:pt x="41869" y="55111"/>
                  <a:pt x="42120" y="56303"/>
                  <a:pt x="42329" y="57538"/>
                </a:cubicBezTo>
                <a:cubicBezTo>
                  <a:pt x="40613" y="53876"/>
                  <a:pt x="39191" y="50131"/>
                  <a:pt x="37935" y="46323"/>
                </a:cubicBezTo>
                <a:cubicBezTo>
                  <a:pt x="37349" y="39376"/>
                  <a:pt x="36617" y="31802"/>
                  <a:pt x="33604" y="25650"/>
                </a:cubicBezTo>
                <a:cubicBezTo>
                  <a:pt x="33478" y="24437"/>
                  <a:pt x="33374" y="23223"/>
                  <a:pt x="33290" y="22009"/>
                </a:cubicBezTo>
                <a:cubicBezTo>
                  <a:pt x="33269" y="21717"/>
                  <a:pt x="33248" y="21445"/>
                  <a:pt x="33227" y="21089"/>
                </a:cubicBezTo>
                <a:cubicBezTo>
                  <a:pt x="33165" y="20252"/>
                  <a:pt x="33081" y="19331"/>
                  <a:pt x="33039" y="18243"/>
                </a:cubicBezTo>
                <a:close/>
                <a:moveTo>
                  <a:pt x="68337" y="54064"/>
                </a:moveTo>
                <a:lnTo>
                  <a:pt x="68337" y="54064"/>
                </a:lnTo>
                <a:cubicBezTo>
                  <a:pt x="68685" y="54276"/>
                  <a:pt x="69049" y="54384"/>
                  <a:pt x="69418" y="54384"/>
                </a:cubicBezTo>
                <a:cubicBezTo>
                  <a:pt x="69669" y="54384"/>
                  <a:pt x="69924" y="54334"/>
                  <a:pt x="70178" y="54232"/>
                </a:cubicBezTo>
                <a:cubicBezTo>
                  <a:pt x="70471" y="56010"/>
                  <a:pt x="70702" y="57768"/>
                  <a:pt x="70890" y="59421"/>
                </a:cubicBezTo>
                <a:cubicBezTo>
                  <a:pt x="69948" y="57663"/>
                  <a:pt x="69111" y="55885"/>
                  <a:pt x="68337" y="54064"/>
                </a:cubicBezTo>
                <a:close/>
                <a:moveTo>
                  <a:pt x="47058" y="31551"/>
                </a:moveTo>
                <a:lnTo>
                  <a:pt x="47058" y="31551"/>
                </a:lnTo>
                <a:cubicBezTo>
                  <a:pt x="47999" y="34208"/>
                  <a:pt x="48836" y="36928"/>
                  <a:pt x="49548" y="39648"/>
                </a:cubicBezTo>
                <a:cubicBezTo>
                  <a:pt x="50175" y="43205"/>
                  <a:pt x="51033" y="46741"/>
                  <a:pt x="51891" y="49733"/>
                </a:cubicBezTo>
                <a:cubicBezTo>
                  <a:pt x="52205" y="51282"/>
                  <a:pt x="52519" y="52830"/>
                  <a:pt x="52833" y="54336"/>
                </a:cubicBezTo>
                <a:cubicBezTo>
                  <a:pt x="53251" y="56157"/>
                  <a:pt x="53628" y="57998"/>
                  <a:pt x="54025" y="59839"/>
                </a:cubicBezTo>
                <a:cubicBezTo>
                  <a:pt x="53795" y="59316"/>
                  <a:pt x="53586" y="58793"/>
                  <a:pt x="53419" y="58270"/>
                </a:cubicBezTo>
                <a:cubicBezTo>
                  <a:pt x="49799" y="49085"/>
                  <a:pt x="47769" y="40569"/>
                  <a:pt x="47058" y="31551"/>
                </a:cubicBezTo>
                <a:close/>
                <a:moveTo>
                  <a:pt x="7533" y="47369"/>
                </a:moveTo>
                <a:lnTo>
                  <a:pt x="7533" y="47369"/>
                </a:lnTo>
                <a:cubicBezTo>
                  <a:pt x="7805" y="47787"/>
                  <a:pt x="8077" y="48248"/>
                  <a:pt x="8370" y="48771"/>
                </a:cubicBezTo>
                <a:cubicBezTo>
                  <a:pt x="8265" y="50570"/>
                  <a:pt x="8245" y="52453"/>
                  <a:pt x="8286" y="54378"/>
                </a:cubicBezTo>
                <a:cubicBezTo>
                  <a:pt x="8035" y="56261"/>
                  <a:pt x="7826" y="58186"/>
                  <a:pt x="7659" y="60153"/>
                </a:cubicBezTo>
                <a:cubicBezTo>
                  <a:pt x="7303" y="55801"/>
                  <a:pt x="7303" y="51303"/>
                  <a:pt x="7533" y="47369"/>
                </a:cubicBezTo>
                <a:close/>
                <a:moveTo>
                  <a:pt x="32662" y="25483"/>
                </a:moveTo>
                <a:lnTo>
                  <a:pt x="32662" y="25483"/>
                </a:lnTo>
                <a:cubicBezTo>
                  <a:pt x="32725" y="25629"/>
                  <a:pt x="32809" y="25755"/>
                  <a:pt x="32851" y="25859"/>
                </a:cubicBezTo>
                <a:cubicBezTo>
                  <a:pt x="33583" y="32911"/>
                  <a:pt x="35048" y="39795"/>
                  <a:pt x="37161" y="46448"/>
                </a:cubicBezTo>
                <a:lnTo>
                  <a:pt x="37245" y="47390"/>
                </a:lnTo>
                <a:cubicBezTo>
                  <a:pt x="37349" y="48666"/>
                  <a:pt x="37454" y="49838"/>
                  <a:pt x="37559" y="51051"/>
                </a:cubicBezTo>
                <a:cubicBezTo>
                  <a:pt x="37768" y="53290"/>
                  <a:pt x="38040" y="55634"/>
                  <a:pt x="38312" y="58061"/>
                </a:cubicBezTo>
                <a:cubicBezTo>
                  <a:pt x="38479" y="59505"/>
                  <a:pt x="38667" y="60969"/>
                  <a:pt x="38814" y="62455"/>
                </a:cubicBezTo>
                <a:cubicBezTo>
                  <a:pt x="38354" y="60906"/>
                  <a:pt x="37893" y="59358"/>
                  <a:pt x="37517" y="57831"/>
                </a:cubicBezTo>
                <a:cubicBezTo>
                  <a:pt x="37349" y="57182"/>
                  <a:pt x="37203" y="56575"/>
                  <a:pt x="37014" y="55885"/>
                </a:cubicBezTo>
                <a:cubicBezTo>
                  <a:pt x="36303" y="47850"/>
                  <a:pt x="35069" y="41008"/>
                  <a:pt x="33248" y="35150"/>
                </a:cubicBezTo>
                <a:cubicBezTo>
                  <a:pt x="32872" y="31948"/>
                  <a:pt x="32704" y="28705"/>
                  <a:pt x="32662" y="25483"/>
                </a:cubicBezTo>
                <a:close/>
                <a:moveTo>
                  <a:pt x="10232" y="52914"/>
                </a:moveTo>
                <a:lnTo>
                  <a:pt x="10232" y="52914"/>
                </a:lnTo>
                <a:cubicBezTo>
                  <a:pt x="10672" y="54023"/>
                  <a:pt x="11111" y="55257"/>
                  <a:pt x="11571" y="56575"/>
                </a:cubicBezTo>
                <a:cubicBezTo>
                  <a:pt x="11613" y="58710"/>
                  <a:pt x="11781" y="60802"/>
                  <a:pt x="12011" y="62852"/>
                </a:cubicBezTo>
                <a:cubicBezTo>
                  <a:pt x="11278" y="59756"/>
                  <a:pt x="10672" y="56471"/>
                  <a:pt x="10232" y="52914"/>
                </a:cubicBezTo>
                <a:close/>
                <a:moveTo>
                  <a:pt x="24921" y="39606"/>
                </a:moveTo>
                <a:cubicBezTo>
                  <a:pt x="26218" y="43456"/>
                  <a:pt x="27076" y="47411"/>
                  <a:pt x="27369" y="49712"/>
                </a:cubicBezTo>
                <a:cubicBezTo>
                  <a:pt x="27431" y="50340"/>
                  <a:pt x="27620" y="51428"/>
                  <a:pt x="27892" y="52956"/>
                </a:cubicBezTo>
                <a:cubicBezTo>
                  <a:pt x="28331" y="55550"/>
                  <a:pt x="29001" y="59505"/>
                  <a:pt x="29587" y="63836"/>
                </a:cubicBezTo>
                <a:cubicBezTo>
                  <a:pt x="28540" y="61074"/>
                  <a:pt x="27620" y="58228"/>
                  <a:pt x="26867" y="55425"/>
                </a:cubicBezTo>
                <a:cubicBezTo>
                  <a:pt x="26636" y="53981"/>
                  <a:pt x="26427" y="52537"/>
                  <a:pt x="26218" y="51051"/>
                </a:cubicBezTo>
                <a:cubicBezTo>
                  <a:pt x="25799" y="47976"/>
                  <a:pt x="25214" y="44000"/>
                  <a:pt x="24921" y="39606"/>
                </a:cubicBezTo>
                <a:close/>
                <a:moveTo>
                  <a:pt x="33667" y="13535"/>
                </a:moveTo>
                <a:cubicBezTo>
                  <a:pt x="34378" y="14561"/>
                  <a:pt x="34964" y="15942"/>
                  <a:pt x="35487" y="17197"/>
                </a:cubicBezTo>
                <a:cubicBezTo>
                  <a:pt x="38626" y="24730"/>
                  <a:pt x="39965" y="32953"/>
                  <a:pt x="41283" y="40862"/>
                </a:cubicBezTo>
                <a:cubicBezTo>
                  <a:pt x="41764" y="43854"/>
                  <a:pt x="42266" y="46909"/>
                  <a:pt x="42852" y="49922"/>
                </a:cubicBezTo>
                <a:cubicBezTo>
                  <a:pt x="42999" y="50717"/>
                  <a:pt x="43166" y="51512"/>
                  <a:pt x="43313" y="52328"/>
                </a:cubicBezTo>
                <a:cubicBezTo>
                  <a:pt x="44045" y="56073"/>
                  <a:pt x="44840" y="59986"/>
                  <a:pt x="45468" y="63940"/>
                </a:cubicBezTo>
                <a:lnTo>
                  <a:pt x="43585" y="60174"/>
                </a:lnTo>
                <a:cubicBezTo>
                  <a:pt x="43187" y="57998"/>
                  <a:pt x="42789" y="55864"/>
                  <a:pt x="42392" y="53772"/>
                </a:cubicBezTo>
                <a:cubicBezTo>
                  <a:pt x="41848" y="50738"/>
                  <a:pt x="41513" y="47390"/>
                  <a:pt x="41136" y="43854"/>
                </a:cubicBezTo>
                <a:cubicBezTo>
                  <a:pt x="40299" y="35589"/>
                  <a:pt x="39358" y="26194"/>
                  <a:pt x="35173" y="19666"/>
                </a:cubicBezTo>
                <a:cubicBezTo>
                  <a:pt x="34504" y="18620"/>
                  <a:pt x="33792" y="17804"/>
                  <a:pt x="33060" y="17302"/>
                </a:cubicBezTo>
                <a:cubicBezTo>
                  <a:pt x="33227" y="16025"/>
                  <a:pt x="33395" y="14770"/>
                  <a:pt x="33667" y="13535"/>
                </a:cubicBezTo>
                <a:close/>
                <a:moveTo>
                  <a:pt x="25276" y="26048"/>
                </a:moveTo>
                <a:cubicBezTo>
                  <a:pt x="28478" y="26487"/>
                  <a:pt x="30549" y="30776"/>
                  <a:pt x="31386" y="38811"/>
                </a:cubicBezTo>
                <a:cubicBezTo>
                  <a:pt x="32349" y="48038"/>
                  <a:pt x="33144" y="57789"/>
                  <a:pt x="31135" y="66409"/>
                </a:cubicBezTo>
                <a:cubicBezTo>
                  <a:pt x="31072" y="66660"/>
                  <a:pt x="30988" y="66933"/>
                  <a:pt x="30926" y="67184"/>
                </a:cubicBezTo>
                <a:cubicBezTo>
                  <a:pt x="30863" y="67037"/>
                  <a:pt x="30779" y="66891"/>
                  <a:pt x="30737" y="66744"/>
                </a:cubicBezTo>
                <a:cubicBezTo>
                  <a:pt x="30131" y="61346"/>
                  <a:pt x="29252" y="56220"/>
                  <a:pt x="28666" y="52809"/>
                </a:cubicBezTo>
                <a:cubicBezTo>
                  <a:pt x="28415" y="51344"/>
                  <a:pt x="28227" y="50215"/>
                  <a:pt x="28143" y="49587"/>
                </a:cubicBezTo>
                <a:cubicBezTo>
                  <a:pt x="27850" y="47222"/>
                  <a:pt x="26678" y="41720"/>
                  <a:pt x="24795" y="36865"/>
                </a:cubicBezTo>
                <a:cubicBezTo>
                  <a:pt x="24670" y="33350"/>
                  <a:pt x="24774" y="29626"/>
                  <a:pt x="25276" y="26048"/>
                </a:cubicBezTo>
                <a:close/>
                <a:moveTo>
                  <a:pt x="27934" y="61555"/>
                </a:moveTo>
                <a:lnTo>
                  <a:pt x="27934" y="61555"/>
                </a:lnTo>
                <a:cubicBezTo>
                  <a:pt x="28561" y="63375"/>
                  <a:pt x="29252" y="65154"/>
                  <a:pt x="29942" y="66891"/>
                </a:cubicBezTo>
                <a:cubicBezTo>
                  <a:pt x="30047" y="67728"/>
                  <a:pt x="30131" y="68606"/>
                  <a:pt x="30214" y="69443"/>
                </a:cubicBezTo>
                <a:cubicBezTo>
                  <a:pt x="30110" y="69736"/>
                  <a:pt x="29984" y="70071"/>
                  <a:pt x="29838" y="70385"/>
                </a:cubicBezTo>
                <a:cubicBezTo>
                  <a:pt x="29168" y="67581"/>
                  <a:pt x="28520" y="64652"/>
                  <a:pt x="27934" y="61555"/>
                </a:cubicBezTo>
                <a:close/>
                <a:moveTo>
                  <a:pt x="59235" y="39983"/>
                </a:moveTo>
                <a:cubicBezTo>
                  <a:pt x="59486" y="40799"/>
                  <a:pt x="59654" y="41448"/>
                  <a:pt x="59821" y="41929"/>
                </a:cubicBezTo>
                <a:cubicBezTo>
                  <a:pt x="60533" y="44168"/>
                  <a:pt x="61265" y="46469"/>
                  <a:pt x="61997" y="48687"/>
                </a:cubicBezTo>
                <a:cubicBezTo>
                  <a:pt x="64445" y="56366"/>
                  <a:pt x="66956" y="64212"/>
                  <a:pt x="68986" y="72122"/>
                </a:cubicBezTo>
                <a:cubicBezTo>
                  <a:pt x="63943" y="66974"/>
                  <a:pt x="61872" y="55466"/>
                  <a:pt x="60784" y="49587"/>
                </a:cubicBezTo>
                <a:lnTo>
                  <a:pt x="60658" y="48896"/>
                </a:lnTo>
                <a:cubicBezTo>
                  <a:pt x="60051" y="45653"/>
                  <a:pt x="59591" y="42682"/>
                  <a:pt x="59235" y="39983"/>
                </a:cubicBezTo>
                <a:close/>
                <a:moveTo>
                  <a:pt x="30361" y="71222"/>
                </a:moveTo>
                <a:cubicBezTo>
                  <a:pt x="30403" y="71745"/>
                  <a:pt x="30444" y="72268"/>
                  <a:pt x="30465" y="72812"/>
                </a:cubicBezTo>
                <a:cubicBezTo>
                  <a:pt x="30361" y="72414"/>
                  <a:pt x="30256" y="72059"/>
                  <a:pt x="30193" y="71661"/>
                </a:cubicBezTo>
                <a:cubicBezTo>
                  <a:pt x="30256" y="71494"/>
                  <a:pt x="30319" y="71368"/>
                  <a:pt x="30361" y="71222"/>
                </a:cubicBezTo>
                <a:close/>
                <a:moveTo>
                  <a:pt x="59926" y="22742"/>
                </a:moveTo>
                <a:cubicBezTo>
                  <a:pt x="61118" y="24311"/>
                  <a:pt x="62248" y="26403"/>
                  <a:pt x="63336" y="28831"/>
                </a:cubicBezTo>
                <a:cubicBezTo>
                  <a:pt x="63023" y="30358"/>
                  <a:pt x="62960" y="32576"/>
                  <a:pt x="63211" y="35484"/>
                </a:cubicBezTo>
                <a:cubicBezTo>
                  <a:pt x="63504" y="38769"/>
                  <a:pt x="64111" y="42075"/>
                  <a:pt x="64445" y="43833"/>
                </a:cubicBezTo>
                <a:cubicBezTo>
                  <a:pt x="64822" y="47348"/>
                  <a:pt x="65680" y="50675"/>
                  <a:pt x="66935" y="52621"/>
                </a:cubicBezTo>
                <a:cubicBezTo>
                  <a:pt x="68065" y="55613"/>
                  <a:pt x="69446" y="58563"/>
                  <a:pt x="71099" y="61409"/>
                </a:cubicBezTo>
                <a:cubicBezTo>
                  <a:pt x="71559" y="66430"/>
                  <a:pt x="71538" y="70573"/>
                  <a:pt x="70932" y="72875"/>
                </a:cubicBezTo>
                <a:cubicBezTo>
                  <a:pt x="69634" y="66305"/>
                  <a:pt x="67270" y="57224"/>
                  <a:pt x="64529" y="48373"/>
                </a:cubicBezTo>
                <a:cubicBezTo>
                  <a:pt x="63274" y="44356"/>
                  <a:pt x="61098" y="37660"/>
                  <a:pt x="58566" y="31488"/>
                </a:cubicBezTo>
                <a:cubicBezTo>
                  <a:pt x="58461" y="27157"/>
                  <a:pt x="58901" y="24186"/>
                  <a:pt x="59926" y="22742"/>
                </a:cubicBezTo>
                <a:close/>
                <a:moveTo>
                  <a:pt x="19732" y="49294"/>
                </a:moveTo>
                <a:lnTo>
                  <a:pt x="19732" y="49294"/>
                </a:lnTo>
                <a:cubicBezTo>
                  <a:pt x="20338" y="52098"/>
                  <a:pt x="20778" y="54734"/>
                  <a:pt x="21092" y="56429"/>
                </a:cubicBezTo>
                <a:cubicBezTo>
                  <a:pt x="21238" y="57370"/>
                  <a:pt x="21364" y="58145"/>
                  <a:pt x="21468" y="58584"/>
                </a:cubicBezTo>
                <a:cubicBezTo>
                  <a:pt x="22452" y="63208"/>
                  <a:pt x="23351" y="68083"/>
                  <a:pt x="24042" y="73042"/>
                </a:cubicBezTo>
                <a:cubicBezTo>
                  <a:pt x="21468" y="65572"/>
                  <a:pt x="20422" y="58082"/>
                  <a:pt x="19983" y="53039"/>
                </a:cubicBezTo>
                <a:cubicBezTo>
                  <a:pt x="19857" y="51763"/>
                  <a:pt x="19773" y="50487"/>
                  <a:pt x="19732" y="49294"/>
                </a:cubicBezTo>
                <a:close/>
                <a:moveTo>
                  <a:pt x="50029" y="25629"/>
                </a:moveTo>
                <a:lnTo>
                  <a:pt x="50427" y="26801"/>
                </a:lnTo>
                <a:cubicBezTo>
                  <a:pt x="53628" y="36091"/>
                  <a:pt x="56892" y="45716"/>
                  <a:pt x="58984" y="55383"/>
                </a:cubicBezTo>
                <a:cubicBezTo>
                  <a:pt x="59319" y="57015"/>
                  <a:pt x="59717" y="58626"/>
                  <a:pt x="60114" y="60362"/>
                </a:cubicBezTo>
                <a:cubicBezTo>
                  <a:pt x="61077" y="64547"/>
                  <a:pt x="62081" y="68837"/>
                  <a:pt x="62646" y="73042"/>
                </a:cubicBezTo>
                <a:cubicBezTo>
                  <a:pt x="60261" y="68983"/>
                  <a:pt x="57708" y="63501"/>
                  <a:pt x="55030" y="56722"/>
                </a:cubicBezTo>
                <a:cubicBezTo>
                  <a:pt x="54444" y="55153"/>
                  <a:pt x="53565" y="52579"/>
                  <a:pt x="52686" y="49503"/>
                </a:cubicBezTo>
                <a:cubicBezTo>
                  <a:pt x="51975" y="46176"/>
                  <a:pt x="51243" y="42870"/>
                  <a:pt x="50385" y="39585"/>
                </a:cubicBezTo>
                <a:cubicBezTo>
                  <a:pt x="49485" y="34543"/>
                  <a:pt x="49150" y="29416"/>
                  <a:pt x="50029" y="25629"/>
                </a:cubicBezTo>
                <a:close/>
                <a:moveTo>
                  <a:pt x="58670" y="33831"/>
                </a:moveTo>
                <a:lnTo>
                  <a:pt x="58670" y="33831"/>
                </a:lnTo>
                <a:cubicBezTo>
                  <a:pt x="60323" y="38079"/>
                  <a:pt x="62039" y="43038"/>
                  <a:pt x="63776" y="48582"/>
                </a:cubicBezTo>
                <a:cubicBezTo>
                  <a:pt x="66538" y="57517"/>
                  <a:pt x="68902" y="66640"/>
                  <a:pt x="70199" y="73189"/>
                </a:cubicBezTo>
                <a:cubicBezTo>
                  <a:pt x="70158" y="73147"/>
                  <a:pt x="70095" y="73126"/>
                  <a:pt x="70053" y="73063"/>
                </a:cubicBezTo>
                <a:cubicBezTo>
                  <a:pt x="67961" y="64756"/>
                  <a:pt x="65324" y="56492"/>
                  <a:pt x="62751" y="48457"/>
                </a:cubicBezTo>
                <a:cubicBezTo>
                  <a:pt x="62039" y="46239"/>
                  <a:pt x="61307" y="43937"/>
                  <a:pt x="60574" y="41678"/>
                </a:cubicBezTo>
                <a:cubicBezTo>
                  <a:pt x="60407" y="41092"/>
                  <a:pt x="60135" y="40150"/>
                  <a:pt x="59800" y="38937"/>
                </a:cubicBezTo>
                <a:cubicBezTo>
                  <a:pt x="59507" y="37953"/>
                  <a:pt x="59173" y="36761"/>
                  <a:pt x="58796" y="35463"/>
                </a:cubicBezTo>
                <a:cubicBezTo>
                  <a:pt x="58754" y="34898"/>
                  <a:pt x="58712" y="34354"/>
                  <a:pt x="58670" y="33831"/>
                </a:cubicBezTo>
                <a:close/>
                <a:moveTo>
                  <a:pt x="70304" y="74214"/>
                </a:moveTo>
                <a:lnTo>
                  <a:pt x="70304" y="74214"/>
                </a:lnTo>
                <a:cubicBezTo>
                  <a:pt x="70346" y="74235"/>
                  <a:pt x="70367" y="74277"/>
                  <a:pt x="70409" y="74277"/>
                </a:cubicBezTo>
                <a:cubicBezTo>
                  <a:pt x="70513" y="74821"/>
                  <a:pt x="70597" y="75302"/>
                  <a:pt x="70681" y="75762"/>
                </a:cubicBezTo>
                <a:cubicBezTo>
                  <a:pt x="70555" y="75239"/>
                  <a:pt x="70450" y="74737"/>
                  <a:pt x="70304" y="74214"/>
                </a:cubicBezTo>
                <a:close/>
                <a:moveTo>
                  <a:pt x="21364" y="31802"/>
                </a:moveTo>
                <a:cubicBezTo>
                  <a:pt x="21887" y="32576"/>
                  <a:pt x="22389" y="33497"/>
                  <a:pt x="22891" y="34459"/>
                </a:cubicBezTo>
                <a:cubicBezTo>
                  <a:pt x="23017" y="39564"/>
                  <a:pt x="23812" y="44272"/>
                  <a:pt x="24251" y="47055"/>
                </a:cubicBezTo>
                <a:cubicBezTo>
                  <a:pt x="24711" y="49880"/>
                  <a:pt x="25318" y="52725"/>
                  <a:pt x="26113" y="55550"/>
                </a:cubicBezTo>
                <a:cubicBezTo>
                  <a:pt x="27013" y="61304"/>
                  <a:pt x="28101" y="66640"/>
                  <a:pt x="29356" y="71557"/>
                </a:cubicBezTo>
                <a:cubicBezTo>
                  <a:pt x="28415" y="73628"/>
                  <a:pt x="27180" y="75658"/>
                  <a:pt x="25695" y="77290"/>
                </a:cubicBezTo>
                <a:cubicBezTo>
                  <a:pt x="25527" y="76892"/>
                  <a:pt x="25339" y="76516"/>
                  <a:pt x="25193" y="76139"/>
                </a:cubicBezTo>
                <a:cubicBezTo>
                  <a:pt x="24502" y="70008"/>
                  <a:pt x="23414" y="64045"/>
                  <a:pt x="22242" y="58396"/>
                </a:cubicBezTo>
                <a:cubicBezTo>
                  <a:pt x="22159" y="57956"/>
                  <a:pt x="22033" y="57224"/>
                  <a:pt x="21845" y="56282"/>
                </a:cubicBezTo>
                <a:cubicBezTo>
                  <a:pt x="21196" y="52558"/>
                  <a:pt x="20485" y="48771"/>
                  <a:pt x="19648" y="45528"/>
                </a:cubicBezTo>
                <a:cubicBezTo>
                  <a:pt x="19669" y="40422"/>
                  <a:pt x="20255" y="35903"/>
                  <a:pt x="21364" y="31802"/>
                </a:cubicBezTo>
                <a:close/>
                <a:moveTo>
                  <a:pt x="8537" y="58772"/>
                </a:moveTo>
                <a:cubicBezTo>
                  <a:pt x="8663" y="60153"/>
                  <a:pt x="8851" y="61555"/>
                  <a:pt x="9081" y="62978"/>
                </a:cubicBezTo>
                <a:cubicBezTo>
                  <a:pt x="9939" y="68397"/>
                  <a:pt x="11404" y="73565"/>
                  <a:pt x="13287" y="78148"/>
                </a:cubicBezTo>
                <a:cubicBezTo>
                  <a:pt x="13141" y="77980"/>
                  <a:pt x="13015" y="77834"/>
                  <a:pt x="12848" y="77645"/>
                </a:cubicBezTo>
                <a:cubicBezTo>
                  <a:pt x="10421" y="74737"/>
                  <a:pt x="8956" y="69966"/>
                  <a:pt x="8140" y="64589"/>
                </a:cubicBezTo>
                <a:cubicBezTo>
                  <a:pt x="8224" y="62601"/>
                  <a:pt x="8349" y="60655"/>
                  <a:pt x="8537" y="58772"/>
                </a:cubicBezTo>
                <a:close/>
                <a:moveTo>
                  <a:pt x="25758" y="23118"/>
                </a:moveTo>
                <a:cubicBezTo>
                  <a:pt x="28038" y="24960"/>
                  <a:pt x="30026" y="28287"/>
                  <a:pt x="31721" y="33099"/>
                </a:cubicBezTo>
                <a:cubicBezTo>
                  <a:pt x="31993" y="33831"/>
                  <a:pt x="32223" y="34564"/>
                  <a:pt x="32453" y="35338"/>
                </a:cubicBezTo>
                <a:cubicBezTo>
                  <a:pt x="33269" y="42912"/>
                  <a:pt x="34797" y="50235"/>
                  <a:pt x="36240" y="56010"/>
                </a:cubicBezTo>
                <a:cubicBezTo>
                  <a:pt x="36450" y="58312"/>
                  <a:pt x="36575" y="60718"/>
                  <a:pt x="36701" y="63229"/>
                </a:cubicBezTo>
                <a:cubicBezTo>
                  <a:pt x="36763" y="64338"/>
                  <a:pt x="36847" y="65656"/>
                  <a:pt x="36994" y="67246"/>
                </a:cubicBezTo>
                <a:cubicBezTo>
                  <a:pt x="37307" y="70866"/>
                  <a:pt x="37726" y="75553"/>
                  <a:pt x="37412" y="79696"/>
                </a:cubicBezTo>
                <a:cubicBezTo>
                  <a:pt x="35152" y="76139"/>
                  <a:pt x="33165" y="72289"/>
                  <a:pt x="31407" y="68334"/>
                </a:cubicBezTo>
                <a:cubicBezTo>
                  <a:pt x="31595" y="67728"/>
                  <a:pt x="31763" y="67163"/>
                  <a:pt x="31888" y="66577"/>
                </a:cubicBezTo>
                <a:cubicBezTo>
                  <a:pt x="33897" y="57852"/>
                  <a:pt x="33144" y="48018"/>
                  <a:pt x="32139" y="38727"/>
                </a:cubicBezTo>
                <a:cubicBezTo>
                  <a:pt x="31805" y="35484"/>
                  <a:pt x="30821" y="25985"/>
                  <a:pt x="25381" y="25253"/>
                </a:cubicBezTo>
                <a:cubicBezTo>
                  <a:pt x="25486" y="24520"/>
                  <a:pt x="25611" y="23809"/>
                  <a:pt x="25758" y="23118"/>
                </a:cubicBezTo>
                <a:close/>
                <a:moveTo>
                  <a:pt x="9374" y="52349"/>
                </a:moveTo>
                <a:cubicBezTo>
                  <a:pt x="10107" y="58521"/>
                  <a:pt x="11299" y="64024"/>
                  <a:pt x="12931" y="68837"/>
                </a:cubicBezTo>
                <a:cubicBezTo>
                  <a:pt x="13350" y="70971"/>
                  <a:pt x="13810" y="72959"/>
                  <a:pt x="14312" y="74737"/>
                </a:cubicBezTo>
                <a:cubicBezTo>
                  <a:pt x="14815" y="76495"/>
                  <a:pt x="15400" y="78357"/>
                  <a:pt x="16112" y="80135"/>
                </a:cubicBezTo>
                <a:cubicBezTo>
                  <a:pt x="15631" y="79926"/>
                  <a:pt x="15128" y="79654"/>
                  <a:pt x="14647" y="79340"/>
                </a:cubicBezTo>
                <a:cubicBezTo>
                  <a:pt x="11278" y="71808"/>
                  <a:pt x="9333" y="62790"/>
                  <a:pt x="9081" y="54253"/>
                </a:cubicBezTo>
                <a:cubicBezTo>
                  <a:pt x="9186" y="53583"/>
                  <a:pt x="9270" y="52956"/>
                  <a:pt x="9374" y="52349"/>
                </a:cubicBezTo>
                <a:close/>
                <a:moveTo>
                  <a:pt x="44108" y="62915"/>
                </a:moveTo>
                <a:lnTo>
                  <a:pt x="44108" y="62915"/>
                </a:lnTo>
                <a:cubicBezTo>
                  <a:pt x="44652" y="64024"/>
                  <a:pt x="45217" y="65175"/>
                  <a:pt x="45844" y="66347"/>
                </a:cubicBezTo>
                <a:cubicBezTo>
                  <a:pt x="46472" y="71075"/>
                  <a:pt x="46849" y="75783"/>
                  <a:pt x="46577" y="80282"/>
                </a:cubicBezTo>
                <a:cubicBezTo>
                  <a:pt x="45949" y="74381"/>
                  <a:pt x="45070" y="68544"/>
                  <a:pt x="44108" y="62915"/>
                </a:cubicBezTo>
                <a:close/>
                <a:moveTo>
                  <a:pt x="38207" y="49524"/>
                </a:moveTo>
                <a:lnTo>
                  <a:pt x="38207" y="49524"/>
                </a:lnTo>
                <a:cubicBezTo>
                  <a:pt x="39504" y="53144"/>
                  <a:pt x="40990" y="56680"/>
                  <a:pt x="42685" y="60090"/>
                </a:cubicBezTo>
                <a:cubicBezTo>
                  <a:pt x="42748" y="60195"/>
                  <a:pt x="42789" y="60342"/>
                  <a:pt x="42852" y="60446"/>
                </a:cubicBezTo>
                <a:cubicBezTo>
                  <a:pt x="44003" y="66849"/>
                  <a:pt x="45070" y="73544"/>
                  <a:pt x="45802" y="80345"/>
                </a:cubicBezTo>
                <a:cubicBezTo>
                  <a:pt x="43543" y="75658"/>
                  <a:pt x="41597" y="70845"/>
                  <a:pt x="39965" y="66012"/>
                </a:cubicBezTo>
                <a:cubicBezTo>
                  <a:pt x="39714" y="63271"/>
                  <a:pt x="39421" y="60572"/>
                  <a:pt x="39107" y="57977"/>
                </a:cubicBezTo>
                <a:cubicBezTo>
                  <a:pt x="38814" y="55550"/>
                  <a:pt x="38563" y="53207"/>
                  <a:pt x="38354" y="50968"/>
                </a:cubicBezTo>
                <a:cubicBezTo>
                  <a:pt x="38291" y="50487"/>
                  <a:pt x="38270" y="50026"/>
                  <a:pt x="38207" y="49524"/>
                </a:cubicBezTo>
                <a:close/>
                <a:moveTo>
                  <a:pt x="15149" y="37242"/>
                </a:moveTo>
                <a:cubicBezTo>
                  <a:pt x="16614" y="38183"/>
                  <a:pt x="17890" y="41699"/>
                  <a:pt x="18895" y="45632"/>
                </a:cubicBezTo>
                <a:cubicBezTo>
                  <a:pt x="18895" y="48018"/>
                  <a:pt x="18999" y="50487"/>
                  <a:pt x="19208" y="53102"/>
                </a:cubicBezTo>
                <a:cubicBezTo>
                  <a:pt x="19669" y="58877"/>
                  <a:pt x="20987" y="67811"/>
                  <a:pt x="24439" y="76348"/>
                </a:cubicBezTo>
                <a:cubicBezTo>
                  <a:pt x="24502" y="77018"/>
                  <a:pt x="24565" y="77666"/>
                  <a:pt x="24649" y="78357"/>
                </a:cubicBezTo>
                <a:cubicBezTo>
                  <a:pt x="23435" y="79403"/>
                  <a:pt x="22138" y="80156"/>
                  <a:pt x="20673" y="80491"/>
                </a:cubicBezTo>
                <a:cubicBezTo>
                  <a:pt x="20045" y="77624"/>
                  <a:pt x="18602" y="74214"/>
                  <a:pt x="17263" y="71075"/>
                </a:cubicBezTo>
                <a:cubicBezTo>
                  <a:pt x="16216" y="68565"/>
                  <a:pt x="15191" y="66221"/>
                  <a:pt x="14731" y="64380"/>
                </a:cubicBezTo>
                <a:cubicBezTo>
                  <a:pt x="13873" y="61137"/>
                  <a:pt x="13057" y="58500"/>
                  <a:pt x="12346" y="56471"/>
                </a:cubicBezTo>
                <a:cubicBezTo>
                  <a:pt x="12199" y="50779"/>
                  <a:pt x="12701" y="44942"/>
                  <a:pt x="14291" y="39753"/>
                </a:cubicBezTo>
                <a:cubicBezTo>
                  <a:pt x="14438" y="39251"/>
                  <a:pt x="14731" y="38351"/>
                  <a:pt x="15149" y="37242"/>
                </a:cubicBezTo>
                <a:close/>
                <a:moveTo>
                  <a:pt x="12492" y="59463"/>
                </a:moveTo>
                <a:lnTo>
                  <a:pt x="12492" y="59463"/>
                </a:lnTo>
                <a:cubicBezTo>
                  <a:pt x="12973" y="61074"/>
                  <a:pt x="13455" y="62769"/>
                  <a:pt x="13936" y="64568"/>
                </a:cubicBezTo>
                <a:cubicBezTo>
                  <a:pt x="14438" y="66451"/>
                  <a:pt x="15463" y="68837"/>
                  <a:pt x="16530" y="71368"/>
                </a:cubicBezTo>
                <a:cubicBezTo>
                  <a:pt x="17848" y="74486"/>
                  <a:pt x="19292" y="77834"/>
                  <a:pt x="19878" y="80596"/>
                </a:cubicBezTo>
                <a:cubicBezTo>
                  <a:pt x="19836" y="80596"/>
                  <a:pt x="19753" y="80637"/>
                  <a:pt x="19711" y="80637"/>
                </a:cubicBezTo>
                <a:cubicBezTo>
                  <a:pt x="17263" y="77332"/>
                  <a:pt x="15254" y="73335"/>
                  <a:pt x="13685" y="68627"/>
                </a:cubicBezTo>
                <a:cubicBezTo>
                  <a:pt x="13141" y="65782"/>
                  <a:pt x="12722" y="62685"/>
                  <a:pt x="12492" y="59463"/>
                </a:cubicBezTo>
                <a:close/>
                <a:moveTo>
                  <a:pt x="14856" y="73754"/>
                </a:moveTo>
                <a:cubicBezTo>
                  <a:pt x="15986" y="76306"/>
                  <a:pt x="17284" y="78608"/>
                  <a:pt x="18769" y="80658"/>
                </a:cubicBezTo>
                <a:cubicBezTo>
                  <a:pt x="18183" y="80658"/>
                  <a:pt x="17597" y="80575"/>
                  <a:pt x="17074" y="80449"/>
                </a:cubicBezTo>
                <a:cubicBezTo>
                  <a:pt x="16384" y="78692"/>
                  <a:pt x="15693" y="76725"/>
                  <a:pt x="15066" y="74507"/>
                </a:cubicBezTo>
                <a:cubicBezTo>
                  <a:pt x="14982" y="74277"/>
                  <a:pt x="14940" y="74005"/>
                  <a:pt x="14856" y="73754"/>
                </a:cubicBezTo>
                <a:close/>
                <a:moveTo>
                  <a:pt x="54130" y="56471"/>
                </a:moveTo>
                <a:lnTo>
                  <a:pt x="54130" y="56471"/>
                </a:lnTo>
                <a:cubicBezTo>
                  <a:pt x="54193" y="56680"/>
                  <a:pt x="54276" y="56847"/>
                  <a:pt x="54339" y="57036"/>
                </a:cubicBezTo>
                <a:cubicBezTo>
                  <a:pt x="56766" y="63292"/>
                  <a:pt x="59779" y="70071"/>
                  <a:pt x="62876" y="75009"/>
                </a:cubicBezTo>
                <a:cubicBezTo>
                  <a:pt x="63127" y="77039"/>
                  <a:pt x="63211" y="79089"/>
                  <a:pt x="63148" y="81119"/>
                </a:cubicBezTo>
                <a:cubicBezTo>
                  <a:pt x="60261" y="75804"/>
                  <a:pt x="57917" y="70008"/>
                  <a:pt x="55929" y="64798"/>
                </a:cubicBezTo>
                <a:cubicBezTo>
                  <a:pt x="55783" y="64171"/>
                  <a:pt x="55637" y="63543"/>
                  <a:pt x="55511" y="62915"/>
                </a:cubicBezTo>
                <a:cubicBezTo>
                  <a:pt x="55009" y="60802"/>
                  <a:pt x="54569" y="58605"/>
                  <a:pt x="54130" y="56471"/>
                </a:cubicBezTo>
                <a:close/>
                <a:moveTo>
                  <a:pt x="52477" y="21026"/>
                </a:moveTo>
                <a:cubicBezTo>
                  <a:pt x="53105" y="21968"/>
                  <a:pt x="53753" y="23077"/>
                  <a:pt x="54465" y="24395"/>
                </a:cubicBezTo>
                <a:cubicBezTo>
                  <a:pt x="55867" y="28475"/>
                  <a:pt x="57080" y="32429"/>
                  <a:pt x="58022" y="35589"/>
                </a:cubicBezTo>
                <a:cubicBezTo>
                  <a:pt x="58378" y="39899"/>
                  <a:pt x="59110" y="44670"/>
                  <a:pt x="59926" y="49043"/>
                </a:cubicBezTo>
                <a:lnTo>
                  <a:pt x="60051" y="49712"/>
                </a:lnTo>
                <a:cubicBezTo>
                  <a:pt x="61286" y="56492"/>
                  <a:pt x="63504" y="68690"/>
                  <a:pt x="69362" y="73523"/>
                </a:cubicBezTo>
                <a:cubicBezTo>
                  <a:pt x="69844" y="75427"/>
                  <a:pt x="70283" y="77332"/>
                  <a:pt x="70681" y="79236"/>
                </a:cubicBezTo>
                <a:cubicBezTo>
                  <a:pt x="70806" y="79926"/>
                  <a:pt x="70994" y="80596"/>
                  <a:pt x="71141" y="81307"/>
                </a:cubicBezTo>
                <a:cubicBezTo>
                  <a:pt x="71088" y="81310"/>
                  <a:pt x="71034" y="81312"/>
                  <a:pt x="70981" y="81312"/>
                </a:cubicBezTo>
                <a:cubicBezTo>
                  <a:pt x="68957" y="81312"/>
                  <a:pt x="66443" y="79016"/>
                  <a:pt x="63671" y="74674"/>
                </a:cubicBezTo>
                <a:cubicBezTo>
                  <a:pt x="63148" y="69820"/>
                  <a:pt x="61997" y="64966"/>
                  <a:pt x="60888" y="60174"/>
                </a:cubicBezTo>
                <a:cubicBezTo>
                  <a:pt x="60491" y="58458"/>
                  <a:pt x="60135" y="56847"/>
                  <a:pt x="59758" y="55236"/>
                </a:cubicBezTo>
                <a:cubicBezTo>
                  <a:pt x="57666" y="45528"/>
                  <a:pt x="54381" y="35840"/>
                  <a:pt x="51180" y="26508"/>
                </a:cubicBezTo>
                <a:cubicBezTo>
                  <a:pt x="50929" y="25776"/>
                  <a:pt x="50699" y="25043"/>
                  <a:pt x="50427" y="24290"/>
                </a:cubicBezTo>
                <a:cubicBezTo>
                  <a:pt x="50908" y="22951"/>
                  <a:pt x="51577" y="21821"/>
                  <a:pt x="52477" y="21026"/>
                </a:cubicBezTo>
                <a:close/>
                <a:moveTo>
                  <a:pt x="37328" y="60153"/>
                </a:moveTo>
                <a:lnTo>
                  <a:pt x="37328" y="60153"/>
                </a:lnTo>
                <a:cubicBezTo>
                  <a:pt x="37872" y="62162"/>
                  <a:pt x="38500" y="64171"/>
                  <a:pt x="39191" y="66200"/>
                </a:cubicBezTo>
                <a:cubicBezTo>
                  <a:pt x="39714" y="71808"/>
                  <a:pt x="39986" y="77562"/>
                  <a:pt x="39525" y="82897"/>
                </a:cubicBezTo>
                <a:cubicBezTo>
                  <a:pt x="39023" y="82207"/>
                  <a:pt x="38563" y="81495"/>
                  <a:pt x="38082" y="80763"/>
                </a:cubicBezTo>
                <a:cubicBezTo>
                  <a:pt x="38563" y="76348"/>
                  <a:pt x="38103" y="71159"/>
                  <a:pt x="37768" y="67184"/>
                </a:cubicBezTo>
                <a:cubicBezTo>
                  <a:pt x="37642" y="65635"/>
                  <a:pt x="37517" y="64317"/>
                  <a:pt x="37475" y="63208"/>
                </a:cubicBezTo>
                <a:cubicBezTo>
                  <a:pt x="37433" y="62162"/>
                  <a:pt x="37370" y="61137"/>
                  <a:pt x="37328" y="60153"/>
                </a:cubicBezTo>
                <a:close/>
                <a:moveTo>
                  <a:pt x="34734" y="13661"/>
                </a:moveTo>
                <a:cubicBezTo>
                  <a:pt x="37349" y="14351"/>
                  <a:pt x="40132" y="17155"/>
                  <a:pt x="42748" y="21821"/>
                </a:cubicBezTo>
                <a:cubicBezTo>
                  <a:pt x="44024" y="24102"/>
                  <a:pt x="45133" y="26487"/>
                  <a:pt x="46095" y="28893"/>
                </a:cubicBezTo>
                <a:cubicBezTo>
                  <a:pt x="46137" y="29354"/>
                  <a:pt x="46200" y="29772"/>
                  <a:pt x="46221" y="30086"/>
                </a:cubicBezTo>
                <a:cubicBezTo>
                  <a:pt x="46765" y="39753"/>
                  <a:pt x="48836" y="48792"/>
                  <a:pt x="52686" y="58563"/>
                </a:cubicBezTo>
                <a:cubicBezTo>
                  <a:pt x="53147" y="59756"/>
                  <a:pt x="53649" y="61032"/>
                  <a:pt x="54172" y="62371"/>
                </a:cubicBezTo>
                <a:cubicBezTo>
                  <a:pt x="54507" y="63229"/>
                  <a:pt x="54862" y="64129"/>
                  <a:pt x="55197" y="65008"/>
                </a:cubicBezTo>
                <a:lnTo>
                  <a:pt x="56055" y="68690"/>
                </a:lnTo>
                <a:cubicBezTo>
                  <a:pt x="57206" y="73691"/>
                  <a:pt x="58398" y="78817"/>
                  <a:pt x="59403" y="83985"/>
                </a:cubicBezTo>
                <a:cubicBezTo>
                  <a:pt x="59382" y="83943"/>
                  <a:pt x="59319" y="83922"/>
                  <a:pt x="59298" y="83881"/>
                </a:cubicBezTo>
                <a:cubicBezTo>
                  <a:pt x="53942" y="78943"/>
                  <a:pt x="49862" y="72226"/>
                  <a:pt x="46618" y="66075"/>
                </a:cubicBezTo>
                <a:cubicBezTo>
                  <a:pt x="45949" y="61346"/>
                  <a:pt x="45028" y="56617"/>
                  <a:pt x="44129" y="52160"/>
                </a:cubicBezTo>
                <a:cubicBezTo>
                  <a:pt x="43961" y="51365"/>
                  <a:pt x="43815" y="50549"/>
                  <a:pt x="43647" y="49754"/>
                </a:cubicBezTo>
                <a:cubicBezTo>
                  <a:pt x="43082" y="46783"/>
                  <a:pt x="42559" y="43728"/>
                  <a:pt x="42078" y="40736"/>
                </a:cubicBezTo>
                <a:cubicBezTo>
                  <a:pt x="40781" y="32764"/>
                  <a:pt x="39442" y="24520"/>
                  <a:pt x="36261" y="16883"/>
                </a:cubicBezTo>
                <a:cubicBezTo>
                  <a:pt x="35780" y="15732"/>
                  <a:pt x="35257" y="14603"/>
                  <a:pt x="34734" y="13661"/>
                </a:cubicBezTo>
                <a:close/>
                <a:moveTo>
                  <a:pt x="29628" y="72728"/>
                </a:moveTo>
                <a:cubicBezTo>
                  <a:pt x="29942" y="73900"/>
                  <a:pt x="30256" y="75051"/>
                  <a:pt x="30570" y="76181"/>
                </a:cubicBezTo>
                <a:cubicBezTo>
                  <a:pt x="30633" y="79508"/>
                  <a:pt x="30403" y="82562"/>
                  <a:pt x="29775" y="84885"/>
                </a:cubicBezTo>
                <a:cubicBezTo>
                  <a:pt x="28310" y="82730"/>
                  <a:pt x="27076" y="80428"/>
                  <a:pt x="26009" y="78064"/>
                </a:cubicBezTo>
                <a:cubicBezTo>
                  <a:pt x="27431" y="76557"/>
                  <a:pt x="28666" y="74674"/>
                  <a:pt x="29628" y="72728"/>
                </a:cubicBezTo>
                <a:close/>
                <a:moveTo>
                  <a:pt x="17472" y="81307"/>
                </a:moveTo>
                <a:cubicBezTo>
                  <a:pt x="17911" y="81401"/>
                  <a:pt x="18374" y="81448"/>
                  <a:pt x="18852" y="81448"/>
                </a:cubicBezTo>
                <a:cubicBezTo>
                  <a:pt x="19011" y="81448"/>
                  <a:pt x="19172" y="81443"/>
                  <a:pt x="19334" y="81433"/>
                </a:cubicBezTo>
                <a:lnTo>
                  <a:pt x="20192" y="82542"/>
                </a:lnTo>
                <a:cubicBezTo>
                  <a:pt x="20276" y="83567"/>
                  <a:pt x="20171" y="84446"/>
                  <a:pt x="19836" y="85136"/>
                </a:cubicBezTo>
                <a:cubicBezTo>
                  <a:pt x="19773" y="85241"/>
                  <a:pt x="19732" y="85345"/>
                  <a:pt x="19669" y="85408"/>
                </a:cubicBezTo>
                <a:cubicBezTo>
                  <a:pt x="18916" y="84257"/>
                  <a:pt x="18183" y="82897"/>
                  <a:pt x="17472" y="81307"/>
                </a:cubicBezTo>
                <a:close/>
                <a:moveTo>
                  <a:pt x="57122" y="69904"/>
                </a:moveTo>
                <a:cubicBezTo>
                  <a:pt x="58859" y="74130"/>
                  <a:pt x="60826" y="78545"/>
                  <a:pt x="63085" y="82583"/>
                </a:cubicBezTo>
                <a:cubicBezTo>
                  <a:pt x="63085" y="82625"/>
                  <a:pt x="63085" y="82646"/>
                  <a:pt x="63064" y="82667"/>
                </a:cubicBezTo>
                <a:cubicBezTo>
                  <a:pt x="62981" y="83609"/>
                  <a:pt x="62834" y="85806"/>
                  <a:pt x="62332" y="85994"/>
                </a:cubicBezTo>
                <a:cubicBezTo>
                  <a:pt x="62301" y="86005"/>
                  <a:pt x="62267" y="86010"/>
                  <a:pt x="62229" y="86010"/>
                </a:cubicBezTo>
                <a:cubicBezTo>
                  <a:pt x="61831" y="86010"/>
                  <a:pt x="61070" y="85435"/>
                  <a:pt x="60344" y="84843"/>
                </a:cubicBezTo>
                <a:cubicBezTo>
                  <a:pt x="59403" y="79821"/>
                  <a:pt x="58252" y="74800"/>
                  <a:pt x="57122" y="69904"/>
                </a:cubicBezTo>
                <a:close/>
                <a:moveTo>
                  <a:pt x="24711" y="79277"/>
                </a:moveTo>
                <a:cubicBezTo>
                  <a:pt x="24879" y="81161"/>
                  <a:pt x="24983" y="83065"/>
                  <a:pt x="25046" y="84990"/>
                </a:cubicBezTo>
                <a:cubicBezTo>
                  <a:pt x="25046" y="85303"/>
                  <a:pt x="25067" y="85764"/>
                  <a:pt x="25067" y="86287"/>
                </a:cubicBezTo>
                <a:cubicBezTo>
                  <a:pt x="24335" y="85701"/>
                  <a:pt x="23707" y="85136"/>
                  <a:pt x="23121" y="84550"/>
                </a:cubicBezTo>
                <a:cubicBezTo>
                  <a:pt x="22368" y="83818"/>
                  <a:pt x="21636" y="83044"/>
                  <a:pt x="20945" y="82207"/>
                </a:cubicBezTo>
                <a:cubicBezTo>
                  <a:pt x="20924" y="81893"/>
                  <a:pt x="20882" y="81579"/>
                  <a:pt x="20820" y="81223"/>
                </a:cubicBezTo>
                <a:cubicBezTo>
                  <a:pt x="22242" y="80909"/>
                  <a:pt x="23540" y="80219"/>
                  <a:pt x="24711" y="79277"/>
                </a:cubicBezTo>
                <a:close/>
                <a:moveTo>
                  <a:pt x="15233" y="80596"/>
                </a:moveTo>
                <a:lnTo>
                  <a:pt x="15233" y="80596"/>
                </a:lnTo>
                <a:cubicBezTo>
                  <a:pt x="15651" y="80805"/>
                  <a:pt x="16070" y="80972"/>
                  <a:pt x="16488" y="81098"/>
                </a:cubicBezTo>
                <a:cubicBezTo>
                  <a:pt x="17242" y="82897"/>
                  <a:pt x="18100" y="84613"/>
                  <a:pt x="19083" y="86036"/>
                </a:cubicBezTo>
                <a:cubicBezTo>
                  <a:pt x="18916" y="86182"/>
                  <a:pt x="18706" y="86287"/>
                  <a:pt x="18497" y="86391"/>
                </a:cubicBezTo>
                <a:cubicBezTo>
                  <a:pt x="17325" y="84613"/>
                  <a:pt x="16216" y="82667"/>
                  <a:pt x="15233" y="80596"/>
                </a:cubicBezTo>
                <a:close/>
                <a:moveTo>
                  <a:pt x="8119" y="68627"/>
                </a:moveTo>
                <a:lnTo>
                  <a:pt x="8119" y="68627"/>
                </a:lnTo>
                <a:cubicBezTo>
                  <a:pt x="8977" y="72331"/>
                  <a:pt x="10274" y="75741"/>
                  <a:pt x="12262" y="78148"/>
                </a:cubicBezTo>
                <a:cubicBezTo>
                  <a:pt x="12827" y="78796"/>
                  <a:pt x="13413" y="79382"/>
                  <a:pt x="14061" y="79842"/>
                </a:cubicBezTo>
                <a:cubicBezTo>
                  <a:pt x="15170" y="82311"/>
                  <a:pt x="16405" y="84571"/>
                  <a:pt x="17765" y="86622"/>
                </a:cubicBezTo>
                <a:cubicBezTo>
                  <a:pt x="17139" y="86771"/>
                  <a:pt x="16549" y="86846"/>
                  <a:pt x="15990" y="86846"/>
                </a:cubicBezTo>
                <a:cubicBezTo>
                  <a:pt x="14513" y="86846"/>
                  <a:pt x="13262" y="86319"/>
                  <a:pt x="12199" y="85241"/>
                </a:cubicBezTo>
                <a:cubicBezTo>
                  <a:pt x="8977" y="82039"/>
                  <a:pt x="8161" y="74800"/>
                  <a:pt x="8119" y="68627"/>
                </a:cubicBezTo>
                <a:close/>
                <a:moveTo>
                  <a:pt x="31030" y="69401"/>
                </a:moveTo>
                <a:cubicBezTo>
                  <a:pt x="32872" y="73461"/>
                  <a:pt x="34964" y="77332"/>
                  <a:pt x="37266" y="80951"/>
                </a:cubicBezTo>
                <a:cubicBezTo>
                  <a:pt x="36994" y="83462"/>
                  <a:pt x="36366" y="85680"/>
                  <a:pt x="35236" y="87187"/>
                </a:cubicBezTo>
                <a:cubicBezTo>
                  <a:pt x="33813" y="83818"/>
                  <a:pt x="32537" y="80114"/>
                  <a:pt x="31365" y="76097"/>
                </a:cubicBezTo>
                <a:cubicBezTo>
                  <a:pt x="31344" y="73963"/>
                  <a:pt x="31198" y="71745"/>
                  <a:pt x="30988" y="69485"/>
                </a:cubicBezTo>
                <a:cubicBezTo>
                  <a:pt x="30988" y="69464"/>
                  <a:pt x="31030" y="69443"/>
                  <a:pt x="31030" y="69401"/>
                </a:cubicBezTo>
                <a:close/>
                <a:moveTo>
                  <a:pt x="40237" y="69129"/>
                </a:moveTo>
                <a:lnTo>
                  <a:pt x="40237" y="69129"/>
                </a:lnTo>
                <a:cubicBezTo>
                  <a:pt x="41911" y="73670"/>
                  <a:pt x="43836" y="78189"/>
                  <a:pt x="46033" y="82583"/>
                </a:cubicBezTo>
                <a:cubicBezTo>
                  <a:pt x="46095" y="83169"/>
                  <a:pt x="46137" y="83713"/>
                  <a:pt x="46200" y="84299"/>
                </a:cubicBezTo>
                <a:cubicBezTo>
                  <a:pt x="45740" y="87124"/>
                  <a:pt x="45091" y="87877"/>
                  <a:pt x="44631" y="88003"/>
                </a:cubicBezTo>
                <a:cubicBezTo>
                  <a:pt x="44571" y="88018"/>
                  <a:pt x="44508" y="88026"/>
                  <a:pt x="44442" y="88026"/>
                </a:cubicBezTo>
                <a:cubicBezTo>
                  <a:pt x="43707" y="88026"/>
                  <a:pt x="42619" y="87057"/>
                  <a:pt x="41178" y="85136"/>
                </a:cubicBezTo>
                <a:cubicBezTo>
                  <a:pt x="40864" y="84718"/>
                  <a:pt x="40551" y="84299"/>
                  <a:pt x="40258" y="83881"/>
                </a:cubicBezTo>
                <a:cubicBezTo>
                  <a:pt x="40718" y="79194"/>
                  <a:pt x="40592" y="74151"/>
                  <a:pt x="40237" y="69129"/>
                </a:cubicBezTo>
                <a:close/>
                <a:moveTo>
                  <a:pt x="25423" y="78712"/>
                </a:moveTo>
                <a:cubicBezTo>
                  <a:pt x="26553" y="81202"/>
                  <a:pt x="27892" y="83609"/>
                  <a:pt x="29461" y="85868"/>
                </a:cubicBezTo>
                <a:cubicBezTo>
                  <a:pt x="29084" y="86873"/>
                  <a:pt x="28624" y="87710"/>
                  <a:pt x="28038" y="88316"/>
                </a:cubicBezTo>
                <a:cubicBezTo>
                  <a:pt x="28038" y="88337"/>
                  <a:pt x="28038" y="88337"/>
                  <a:pt x="28017" y="88379"/>
                </a:cubicBezTo>
                <a:cubicBezTo>
                  <a:pt x="27264" y="87961"/>
                  <a:pt x="26532" y="87459"/>
                  <a:pt x="25820" y="86935"/>
                </a:cubicBezTo>
                <a:cubicBezTo>
                  <a:pt x="25820" y="86308"/>
                  <a:pt x="25820" y="85659"/>
                  <a:pt x="25799" y="84990"/>
                </a:cubicBezTo>
                <a:cubicBezTo>
                  <a:pt x="25737" y="82876"/>
                  <a:pt x="25611" y="80784"/>
                  <a:pt x="25423" y="78712"/>
                </a:cubicBezTo>
                <a:close/>
                <a:moveTo>
                  <a:pt x="31365" y="78754"/>
                </a:moveTo>
                <a:cubicBezTo>
                  <a:pt x="32390" y="82018"/>
                  <a:pt x="33478" y="85073"/>
                  <a:pt x="34692" y="87877"/>
                </a:cubicBezTo>
                <a:cubicBezTo>
                  <a:pt x="34169" y="88421"/>
                  <a:pt x="33583" y="88798"/>
                  <a:pt x="32976" y="89049"/>
                </a:cubicBezTo>
                <a:lnTo>
                  <a:pt x="32872" y="88944"/>
                </a:lnTo>
                <a:cubicBezTo>
                  <a:pt x="31972" y="87919"/>
                  <a:pt x="31135" y="86852"/>
                  <a:pt x="30340" y="85722"/>
                </a:cubicBezTo>
                <a:cubicBezTo>
                  <a:pt x="30968" y="83818"/>
                  <a:pt x="31260" y="81412"/>
                  <a:pt x="31365" y="78754"/>
                </a:cubicBezTo>
                <a:close/>
                <a:moveTo>
                  <a:pt x="30005" y="86622"/>
                </a:moveTo>
                <a:cubicBezTo>
                  <a:pt x="30675" y="87542"/>
                  <a:pt x="31386" y="88421"/>
                  <a:pt x="32139" y="89279"/>
                </a:cubicBezTo>
                <a:cubicBezTo>
                  <a:pt x="31930" y="89321"/>
                  <a:pt x="31721" y="89342"/>
                  <a:pt x="31491" y="89363"/>
                </a:cubicBezTo>
                <a:cubicBezTo>
                  <a:pt x="31452" y="89363"/>
                  <a:pt x="31414" y="89364"/>
                  <a:pt x="31375" y="89364"/>
                </a:cubicBezTo>
                <a:cubicBezTo>
                  <a:pt x="30495" y="89364"/>
                  <a:pt x="29632" y="89136"/>
                  <a:pt x="28750" y="88735"/>
                </a:cubicBezTo>
                <a:cubicBezTo>
                  <a:pt x="29252" y="88170"/>
                  <a:pt x="29670" y="87459"/>
                  <a:pt x="30005" y="86622"/>
                </a:cubicBezTo>
                <a:close/>
                <a:moveTo>
                  <a:pt x="20945" y="83462"/>
                </a:moveTo>
                <a:cubicBezTo>
                  <a:pt x="21468" y="84027"/>
                  <a:pt x="21991" y="84571"/>
                  <a:pt x="22556" y="85136"/>
                </a:cubicBezTo>
                <a:cubicBezTo>
                  <a:pt x="23247" y="85806"/>
                  <a:pt x="24084" y="86601"/>
                  <a:pt x="24983" y="87291"/>
                </a:cubicBezTo>
                <a:cubicBezTo>
                  <a:pt x="24983" y="88003"/>
                  <a:pt x="24962" y="88756"/>
                  <a:pt x="24816" y="89446"/>
                </a:cubicBezTo>
                <a:cubicBezTo>
                  <a:pt x="23205" y="89258"/>
                  <a:pt x="21615" y="88107"/>
                  <a:pt x="20108" y="86099"/>
                </a:cubicBezTo>
                <a:cubicBezTo>
                  <a:pt x="20276" y="85910"/>
                  <a:pt x="20401" y="85701"/>
                  <a:pt x="20506" y="85471"/>
                </a:cubicBezTo>
                <a:cubicBezTo>
                  <a:pt x="20799" y="84885"/>
                  <a:pt x="20924" y="84215"/>
                  <a:pt x="20945" y="83462"/>
                </a:cubicBezTo>
                <a:close/>
                <a:moveTo>
                  <a:pt x="25799" y="87877"/>
                </a:moveTo>
                <a:cubicBezTo>
                  <a:pt x="26323" y="88233"/>
                  <a:pt x="26846" y="88609"/>
                  <a:pt x="27390" y="88902"/>
                </a:cubicBezTo>
                <a:cubicBezTo>
                  <a:pt x="26846" y="89258"/>
                  <a:pt x="26260" y="89446"/>
                  <a:pt x="25632" y="89467"/>
                </a:cubicBezTo>
                <a:cubicBezTo>
                  <a:pt x="25716" y="88965"/>
                  <a:pt x="25758" y="88442"/>
                  <a:pt x="25799" y="87877"/>
                </a:cubicBezTo>
                <a:close/>
                <a:moveTo>
                  <a:pt x="37935" y="81935"/>
                </a:moveTo>
                <a:cubicBezTo>
                  <a:pt x="38395" y="82667"/>
                  <a:pt x="38898" y="83378"/>
                  <a:pt x="39400" y="84069"/>
                </a:cubicBezTo>
                <a:cubicBezTo>
                  <a:pt x="39295" y="84906"/>
                  <a:pt x="39191" y="85722"/>
                  <a:pt x="39065" y="86538"/>
                </a:cubicBezTo>
                <a:cubicBezTo>
                  <a:pt x="38605" y="89112"/>
                  <a:pt x="37914" y="90681"/>
                  <a:pt x="36994" y="91141"/>
                </a:cubicBezTo>
                <a:cubicBezTo>
                  <a:pt x="36512" y="90158"/>
                  <a:pt x="36052" y="89112"/>
                  <a:pt x="35592" y="88024"/>
                </a:cubicBezTo>
                <a:cubicBezTo>
                  <a:pt x="36847" y="86559"/>
                  <a:pt x="37559" y="84404"/>
                  <a:pt x="37935" y="81935"/>
                </a:cubicBezTo>
                <a:close/>
                <a:moveTo>
                  <a:pt x="35006" y="88651"/>
                </a:moveTo>
                <a:cubicBezTo>
                  <a:pt x="35403" y="89551"/>
                  <a:pt x="35780" y="90430"/>
                  <a:pt x="36198" y="91309"/>
                </a:cubicBezTo>
                <a:cubicBezTo>
                  <a:pt x="35466" y="91225"/>
                  <a:pt x="34587" y="90681"/>
                  <a:pt x="33562" y="89656"/>
                </a:cubicBezTo>
                <a:cubicBezTo>
                  <a:pt x="34064" y="89425"/>
                  <a:pt x="34546" y="89070"/>
                  <a:pt x="35006" y="88651"/>
                </a:cubicBezTo>
                <a:close/>
                <a:moveTo>
                  <a:pt x="19543" y="86643"/>
                </a:moveTo>
                <a:cubicBezTo>
                  <a:pt x="21008" y="88609"/>
                  <a:pt x="22703" y="89948"/>
                  <a:pt x="24670" y="90200"/>
                </a:cubicBezTo>
                <a:cubicBezTo>
                  <a:pt x="24502" y="90848"/>
                  <a:pt x="24251" y="91350"/>
                  <a:pt x="23874" y="91476"/>
                </a:cubicBezTo>
                <a:cubicBezTo>
                  <a:pt x="23812" y="91504"/>
                  <a:pt x="23733" y="91522"/>
                  <a:pt x="23636" y="91522"/>
                </a:cubicBezTo>
                <a:cubicBezTo>
                  <a:pt x="23152" y="91522"/>
                  <a:pt x="22208" y="91057"/>
                  <a:pt x="20464" y="88965"/>
                </a:cubicBezTo>
                <a:cubicBezTo>
                  <a:pt x="19941" y="88337"/>
                  <a:pt x="19439" y="87689"/>
                  <a:pt x="18978" y="87019"/>
                </a:cubicBezTo>
                <a:cubicBezTo>
                  <a:pt x="19188" y="86915"/>
                  <a:pt x="19355" y="86810"/>
                  <a:pt x="19543" y="86643"/>
                </a:cubicBezTo>
                <a:close/>
                <a:moveTo>
                  <a:pt x="63818" y="76369"/>
                </a:moveTo>
                <a:lnTo>
                  <a:pt x="63818" y="76369"/>
                </a:lnTo>
                <a:cubicBezTo>
                  <a:pt x="66205" y="79850"/>
                  <a:pt x="68667" y="82121"/>
                  <a:pt x="70972" y="82121"/>
                </a:cubicBezTo>
                <a:cubicBezTo>
                  <a:pt x="71091" y="82121"/>
                  <a:pt x="71210" y="82115"/>
                  <a:pt x="71329" y="82102"/>
                </a:cubicBezTo>
                <a:cubicBezTo>
                  <a:pt x="71434" y="82458"/>
                  <a:pt x="71518" y="82834"/>
                  <a:pt x="71622" y="83211"/>
                </a:cubicBezTo>
                <a:cubicBezTo>
                  <a:pt x="72585" y="86935"/>
                  <a:pt x="73610" y="90785"/>
                  <a:pt x="73254" y="94238"/>
                </a:cubicBezTo>
                <a:cubicBezTo>
                  <a:pt x="69634" y="91350"/>
                  <a:pt x="66538" y="87145"/>
                  <a:pt x="63901" y="82437"/>
                </a:cubicBezTo>
                <a:cubicBezTo>
                  <a:pt x="64027" y="80449"/>
                  <a:pt x="63985" y="78399"/>
                  <a:pt x="63818" y="76369"/>
                </a:cubicBezTo>
                <a:close/>
                <a:moveTo>
                  <a:pt x="40090" y="85011"/>
                </a:moveTo>
                <a:cubicBezTo>
                  <a:pt x="40237" y="85199"/>
                  <a:pt x="40383" y="85408"/>
                  <a:pt x="40509" y="85596"/>
                </a:cubicBezTo>
                <a:cubicBezTo>
                  <a:pt x="42171" y="87782"/>
                  <a:pt x="43400" y="88800"/>
                  <a:pt x="44433" y="88800"/>
                </a:cubicBezTo>
                <a:cubicBezTo>
                  <a:pt x="44558" y="88800"/>
                  <a:pt x="44679" y="88785"/>
                  <a:pt x="44798" y="88756"/>
                </a:cubicBezTo>
                <a:cubicBezTo>
                  <a:pt x="45468" y="88609"/>
                  <a:pt x="45991" y="88003"/>
                  <a:pt x="46367" y="86894"/>
                </a:cubicBezTo>
                <a:cubicBezTo>
                  <a:pt x="46577" y="90576"/>
                  <a:pt x="46681" y="94259"/>
                  <a:pt x="46577" y="97920"/>
                </a:cubicBezTo>
                <a:cubicBezTo>
                  <a:pt x="46472" y="101436"/>
                  <a:pt x="45740" y="102189"/>
                  <a:pt x="45321" y="102314"/>
                </a:cubicBezTo>
                <a:cubicBezTo>
                  <a:pt x="45272" y="102329"/>
                  <a:pt x="45211" y="102340"/>
                  <a:pt x="45137" y="102340"/>
                </a:cubicBezTo>
                <a:cubicBezTo>
                  <a:pt x="44582" y="102340"/>
                  <a:pt x="43301" y="101754"/>
                  <a:pt x="40864" y="98025"/>
                </a:cubicBezTo>
                <a:cubicBezTo>
                  <a:pt x="39630" y="96142"/>
                  <a:pt x="38479" y="94070"/>
                  <a:pt x="37349" y="91853"/>
                </a:cubicBezTo>
                <a:cubicBezTo>
                  <a:pt x="38521" y="91246"/>
                  <a:pt x="39337" y="89551"/>
                  <a:pt x="39839" y="86663"/>
                </a:cubicBezTo>
                <a:cubicBezTo>
                  <a:pt x="39944" y="86119"/>
                  <a:pt x="40027" y="85575"/>
                  <a:pt x="40090" y="85011"/>
                </a:cubicBezTo>
                <a:close/>
                <a:moveTo>
                  <a:pt x="46849" y="68313"/>
                </a:moveTo>
                <a:lnTo>
                  <a:pt x="46849" y="68313"/>
                </a:lnTo>
                <a:cubicBezTo>
                  <a:pt x="49966" y="73984"/>
                  <a:pt x="53795" y="79968"/>
                  <a:pt x="58712" y="84466"/>
                </a:cubicBezTo>
                <a:cubicBezTo>
                  <a:pt x="59026" y="84759"/>
                  <a:pt x="59319" y="85031"/>
                  <a:pt x="59612" y="85262"/>
                </a:cubicBezTo>
                <a:cubicBezTo>
                  <a:pt x="59717" y="85827"/>
                  <a:pt x="59821" y="86433"/>
                  <a:pt x="59926" y="87019"/>
                </a:cubicBezTo>
                <a:cubicBezTo>
                  <a:pt x="60093" y="87793"/>
                  <a:pt x="60365" y="88902"/>
                  <a:pt x="60679" y="90158"/>
                </a:cubicBezTo>
                <a:cubicBezTo>
                  <a:pt x="61621" y="93819"/>
                  <a:pt x="63064" y="99322"/>
                  <a:pt x="61935" y="101561"/>
                </a:cubicBezTo>
                <a:cubicBezTo>
                  <a:pt x="61893" y="101624"/>
                  <a:pt x="61893" y="101728"/>
                  <a:pt x="61914" y="101812"/>
                </a:cubicBezTo>
                <a:cubicBezTo>
                  <a:pt x="61997" y="102126"/>
                  <a:pt x="61976" y="102440"/>
                  <a:pt x="61893" y="102754"/>
                </a:cubicBezTo>
                <a:lnTo>
                  <a:pt x="61872" y="102754"/>
                </a:lnTo>
                <a:cubicBezTo>
                  <a:pt x="58231" y="102754"/>
                  <a:pt x="54779" y="96707"/>
                  <a:pt x="52707" y="93087"/>
                </a:cubicBezTo>
                <a:cubicBezTo>
                  <a:pt x="52372" y="92480"/>
                  <a:pt x="52079" y="91957"/>
                  <a:pt x="51807" y="91539"/>
                </a:cubicBezTo>
                <a:cubicBezTo>
                  <a:pt x="50134" y="88798"/>
                  <a:pt x="48564" y="85931"/>
                  <a:pt x="47100" y="83065"/>
                </a:cubicBezTo>
                <a:cubicBezTo>
                  <a:pt x="47665" y="78357"/>
                  <a:pt x="47455" y="73356"/>
                  <a:pt x="46849" y="68313"/>
                </a:cubicBezTo>
                <a:close/>
                <a:moveTo>
                  <a:pt x="39352" y="1"/>
                </a:moveTo>
                <a:cubicBezTo>
                  <a:pt x="39284" y="1"/>
                  <a:pt x="39216" y="7"/>
                  <a:pt x="39149" y="19"/>
                </a:cubicBezTo>
                <a:cubicBezTo>
                  <a:pt x="38730" y="82"/>
                  <a:pt x="38416" y="354"/>
                  <a:pt x="38082" y="835"/>
                </a:cubicBezTo>
                <a:cubicBezTo>
                  <a:pt x="37747" y="898"/>
                  <a:pt x="37412" y="1044"/>
                  <a:pt x="37098" y="1191"/>
                </a:cubicBezTo>
                <a:cubicBezTo>
                  <a:pt x="33876" y="2739"/>
                  <a:pt x="32662" y="6840"/>
                  <a:pt x="32307" y="11150"/>
                </a:cubicBezTo>
                <a:cubicBezTo>
                  <a:pt x="32118" y="11108"/>
                  <a:pt x="31930" y="11046"/>
                  <a:pt x="31721" y="11046"/>
                </a:cubicBezTo>
                <a:cubicBezTo>
                  <a:pt x="31701" y="11045"/>
                  <a:pt x="31682" y="11045"/>
                  <a:pt x="31662" y="11045"/>
                </a:cubicBezTo>
                <a:cubicBezTo>
                  <a:pt x="30363" y="11045"/>
                  <a:pt x="29062" y="12407"/>
                  <a:pt x="27599" y="15293"/>
                </a:cubicBezTo>
                <a:cubicBezTo>
                  <a:pt x="27327" y="15816"/>
                  <a:pt x="27097" y="16339"/>
                  <a:pt x="26867" y="16883"/>
                </a:cubicBezTo>
                <a:cubicBezTo>
                  <a:pt x="26595" y="17260"/>
                  <a:pt x="26364" y="17616"/>
                  <a:pt x="26134" y="17992"/>
                </a:cubicBezTo>
                <a:cubicBezTo>
                  <a:pt x="25507" y="17783"/>
                  <a:pt x="24858" y="17657"/>
                  <a:pt x="24188" y="17574"/>
                </a:cubicBezTo>
                <a:cubicBezTo>
                  <a:pt x="23875" y="17540"/>
                  <a:pt x="23559" y="17524"/>
                  <a:pt x="23243" y="17524"/>
                </a:cubicBezTo>
                <a:cubicBezTo>
                  <a:pt x="20589" y="17524"/>
                  <a:pt x="17880" y="18694"/>
                  <a:pt x="15505" y="20901"/>
                </a:cubicBezTo>
                <a:cubicBezTo>
                  <a:pt x="11927" y="24248"/>
                  <a:pt x="10065" y="28600"/>
                  <a:pt x="9228" y="33371"/>
                </a:cubicBezTo>
                <a:cubicBezTo>
                  <a:pt x="8872" y="34417"/>
                  <a:pt x="8579" y="35380"/>
                  <a:pt x="8349" y="36175"/>
                </a:cubicBezTo>
                <a:cubicBezTo>
                  <a:pt x="7763" y="37995"/>
                  <a:pt x="7240" y="41322"/>
                  <a:pt x="6905" y="45381"/>
                </a:cubicBezTo>
                <a:cubicBezTo>
                  <a:pt x="6329" y="44841"/>
                  <a:pt x="5753" y="44564"/>
                  <a:pt x="5203" y="44564"/>
                </a:cubicBezTo>
                <a:cubicBezTo>
                  <a:pt x="5114" y="44564"/>
                  <a:pt x="5026" y="44571"/>
                  <a:pt x="4939" y="44586"/>
                </a:cubicBezTo>
                <a:cubicBezTo>
                  <a:pt x="1" y="45297"/>
                  <a:pt x="1130" y="64275"/>
                  <a:pt x="1151" y="65070"/>
                </a:cubicBezTo>
                <a:cubicBezTo>
                  <a:pt x="1319" y="67790"/>
                  <a:pt x="1905" y="70552"/>
                  <a:pt x="2491" y="73251"/>
                </a:cubicBezTo>
                <a:cubicBezTo>
                  <a:pt x="3265" y="76913"/>
                  <a:pt x="4081" y="80700"/>
                  <a:pt x="3830" y="84362"/>
                </a:cubicBezTo>
                <a:cubicBezTo>
                  <a:pt x="3788" y="84571"/>
                  <a:pt x="3976" y="84759"/>
                  <a:pt x="4185" y="84780"/>
                </a:cubicBezTo>
                <a:cubicBezTo>
                  <a:pt x="4205" y="84784"/>
                  <a:pt x="4225" y="84786"/>
                  <a:pt x="4244" y="84786"/>
                </a:cubicBezTo>
                <a:cubicBezTo>
                  <a:pt x="4429" y="84786"/>
                  <a:pt x="4585" y="84614"/>
                  <a:pt x="4604" y="84425"/>
                </a:cubicBezTo>
                <a:cubicBezTo>
                  <a:pt x="4897" y="80658"/>
                  <a:pt x="4060" y="76808"/>
                  <a:pt x="3265" y="73105"/>
                </a:cubicBezTo>
                <a:cubicBezTo>
                  <a:pt x="2700" y="70427"/>
                  <a:pt x="2093" y="67686"/>
                  <a:pt x="1947" y="65049"/>
                </a:cubicBezTo>
                <a:cubicBezTo>
                  <a:pt x="1549" y="58814"/>
                  <a:pt x="1800" y="45841"/>
                  <a:pt x="5043" y="45381"/>
                </a:cubicBezTo>
                <a:cubicBezTo>
                  <a:pt x="5093" y="45373"/>
                  <a:pt x="5144" y="45369"/>
                  <a:pt x="5195" y="45369"/>
                </a:cubicBezTo>
                <a:cubicBezTo>
                  <a:pt x="5683" y="45369"/>
                  <a:pt x="6235" y="45727"/>
                  <a:pt x="6822" y="46427"/>
                </a:cubicBezTo>
                <a:cubicBezTo>
                  <a:pt x="6612" y="49419"/>
                  <a:pt x="6550" y="52767"/>
                  <a:pt x="6654" y="56199"/>
                </a:cubicBezTo>
                <a:cubicBezTo>
                  <a:pt x="6717" y="58877"/>
                  <a:pt x="6926" y="61848"/>
                  <a:pt x="7387" y="64798"/>
                </a:cubicBezTo>
                <a:cubicBezTo>
                  <a:pt x="7073" y="73670"/>
                  <a:pt x="8014" y="82228"/>
                  <a:pt x="11655" y="85827"/>
                </a:cubicBezTo>
                <a:cubicBezTo>
                  <a:pt x="12874" y="87061"/>
                  <a:pt x="14342" y="87678"/>
                  <a:pt x="16028" y="87678"/>
                </a:cubicBezTo>
                <a:cubicBezTo>
                  <a:pt x="16686" y="87678"/>
                  <a:pt x="17377" y="87584"/>
                  <a:pt x="18100" y="87396"/>
                </a:cubicBezTo>
                <a:cubicBezTo>
                  <a:pt x="18162" y="87396"/>
                  <a:pt x="18183" y="87375"/>
                  <a:pt x="18246" y="87375"/>
                </a:cubicBezTo>
                <a:cubicBezTo>
                  <a:pt x="18769" y="88128"/>
                  <a:pt x="19313" y="88860"/>
                  <a:pt x="19878" y="89551"/>
                </a:cubicBezTo>
                <a:cubicBezTo>
                  <a:pt x="21448" y="91474"/>
                  <a:pt x="22677" y="92386"/>
                  <a:pt x="23650" y="92386"/>
                </a:cubicBezTo>
                <a:cubicBezTo>
                  <a:pt x="23831" y="92386"/>
                  <a:pt x="24003" y="92354"/>
                  <a:pt x="24167" y="92292"/>
                </a:cubicBezTo>
                <a:cubicBezTo>
                  <a:pt x="24837" y="92062"/>
                  <a:pt x="25255" y="91329"/>
                  <a:pt x="25486" y="90325"/>
                </a:cubicBezTo>
                <a:cubicBezTo>
                  <a:pt x="26511" y="90304"/>
                  <a:pt x="27390" y="89990"/>
                  <a:pt x="28143" y="89384"/>
                </a:cubicBezTo>
                <a:cubicBezTo>
                  <a:pt x="29162" y="89806"/>
                  <a:pt x="30216" y="90123"/>
                  <a:pt x="31241" y="90123"/>
                </a:cubicBezTo>
                <a:cubicBezTo>
                  <a:pt x="31331" y="90123"/>
                  <a:pt x="31422" y="90121"/>
                  <a:pt x="31512" y="90116"/>
                </a:cubicBezTo>
                <a:cubicBezTo>
                  <a:pt x="31930" y="90116"/>
                  <a:pt x="32349" y="90053"/>
                  <a:pt x="32746" y="89948"/>
                </a:cubicBezTo>
                <a:cubicBezTo>
                  <a:pt x="34117" y="91358"/>
                  <a:pt x="35323" y="92072"/>
                  <a:pt x="36363" y="92072"/>
                </a:cubicBezTo>
                <a:cubicBezTo>
                  <a:pt x="36435" y="92072"/>
                  <a:pt x="36505" y="92068"/>
                  <a:pt x="36575" y="92062"/>
                </a:cubicBezTo>
                <a:cubicBezTo>
                  <a:pt x="37684" y="94363"/>
                  <a:pt x="38898" y="96477"/>
                  <a:pt x="40174" y="98443"/>
                </a:cubicBezTo>
                <a:cubicBezTo>
                  <a:pt x="42229" y="101574"/>
                  <a:pt x="43826" y="103123"/>
                  <a:pt x="45101" y="103123"/>
                </a:cubicBezTo>
                <a:cubicBezTo>
                  <a:pt x="45241" y="103123"/>
                  <a:pt x="45377" y="103105"/>
                  <a:pt x="45509" y="103068"/>
                </a:cubicBezTo>
                <a:cubicBezTo>
                  <a:pt x="46660" y="102754"/>
                  <a:pt x="47267" y="101080"/>
                  <a:pt x="47351" y="97941"/>
                </a:cubicBezTo>
                <a:cubicBezTo>
                  <a:pt x="47476" y="93464"/>
                  <a:pt x="47309" y="88944"/>
                  <a:pt x="46953" y="84466"/>
                </a:cubicBezTo>
                <a:lnTo>
                  <a:pt x="46953" y="84466"/>
                </a:lnTo>
                <a:cubicBezTo>
                  <a:pt x="48250" y="87019"/>
                  <a:pt x="49673" y="89530"/>
                  <a:pt x="51138" y="91957"/>
                </a:cubicBezTo>
                <a:cubicBezTo>
                  <a:pt x="51389" y="92376"/>
                  <a:pt x="51682" y="92899"/>
                  <a:pt x="52017" y="93464"/>
                </a:cubicBezTo>
                <a:cubicBezTo>
                  <a:pt x="54172" y="97272"/>
                  <a:pt x="57750" y="103549"/>
                  <a:pt x="61851" y="103549"/>
                </a:cubicBezTo>
                <a:cubicBezTo>
                  <a:pt x="61955" y="103549"/>
                  <a:pt x="62102" y="103549"/>
                  <a:pt x="62207" y="103507"/>
                </a:cubicBezTo>
                <a:cubicBezTo>
                  <a:pt x="62353" y="103507"/>
                  <a:pt x="62458" y="103402"/>
                  <a:pt x="62541" y="103277"/>
                </a:cubicBezTo>
                <a:cubicBezTo>
                  <a:pt x="62751" y="102817"/>
                  <a:pt x="62792" y="102293"/>
                  <a:pt x="62730" y="101791"/>
                </a:cubicBezTo>
                <a:cubicBezTo>
                  <a:pt x="63880" y="99259"/>
                  <a:pt x="62479" y="93882"/>
                  <a:pt x="61474" y="89969"/>
                </a:cubicBezTo>
                <a:cubicBezTo>
                  <a:pt x="61160" y="88714"/>
                  <a:pt x="60867" y="87647"/>
                  <a:pt x="60742" y="86873"/>
                </a:cubicBezTo>
                <a:cubicBezTo>
                  <a:pt x="60679" y="86601"/>
                  <a:pt x="60637" y="86329"/>
                  <a:pt x="60574" y="86036"/>
                </a:cubicBezTo>
                <a:lnTo>
                  <a:pt x="60574" y="86036"/>
                </a:lnTo>
                <a:cubicBezTo>
                  <a:pt x="61261" y="86563"/>
                  <a:pt x="61789" y="86822"/>
                  <a:pt x="62243" y="86822"/>
                </a:cubicBezTo>
                <a:cubicBezTo>
                  <a:pt x="62384" y="86822"/>
                  <a:pt x="62517" y="86797"/>
                  <a:pt x="62646" y="86747"/>
                </a:cubicBezTo>
                <a:cubicBezTo>
                  <a:pt x="63315" y="86496"/>
                  <a:pt x="63608" y="85555"/>
                  <a:pt x="63797" y="83818"/>
                </a:cubicBezTo>
                <a:cubicBezTo>
                  <a:pt x="66517" y="88421"/>
                  <a:pt x="69655" y="92501"/>
                  <a:pt x="73338" y="95284"/>
                </a:cubicBezTo>
                <a:cubicBezTo>
                  <a:pt x="73406" y="95325"/>
                  <a:pt x="73501" y="95357"/>
                  <a:pt x="73593" y="95357"/>
                </a:cubicBezTo>
                <a:cubicBezTo>
                  <a:pt x="73643" y="95357"/>
                  <a:pt x="73692" y="95348"/>
                  <a:pt x="73735" y="95326"/>
                </a:cubicBezTo>
                <a:cubicBezTo>
                  <a:pt x="73861" y="95284"/>
                  <a:pt x="73945" y="95179"/>
                  <a:pt x="73966" y="95012"/>
                </a:cubicBezTo>
                <a:cubicBezTo>
                  <a:pt x="74572" y="91246"/>
                  <a:pt x="73422" y="86873"/>
                  <a:pt x="72396" y="83002"/>
                </a:cubicBezTo>
                <a:cubicBezTo>
                  <a:pt x="72292" y="82583"/>
                  <a:pt x="72166" y="82144"/>
                  <a:pt x="72062" y="81726"/>
                </a:cubicBezTo>
                <a:cubicBezTo>
                  <a:pt x="72062" y="81705"/>
                  <a:pt x="72062" y="81684"/>
                  <a:pt x="72082" y="81642"/>
                </a:cubicBezTo>
                <a:cubicBezTo>
                  <a:pt x="72187" y="80324"/>
                  <a:pt x="71873" y="77729"/>
                  <a:pt x="71246" y="74319"/>
                </a:cubicBezTo>
                <a:lnTo>
                  <a:pt x="71266" y="74298"/>
                </a:lnTo>
                <a:cubicBezTo>
                  <a:pt x="72271" y="72414"/>
                  <a:pt x="72480" y="67811"/>
                  <a:pt x="71957" y="61827"/>
                </a:cubicBezTo>
                <a:cubicBezTo>
                  <a:pt x="71999" y="61764"/>
                  <a:pt x="72062" y="61702"/>
                  <a:pt x="72062" y="61597"/>
                </a:cubicBezTo>
                <a:cubicBezTo>
                  <a:pt x="72208" y="60342"/>
                  <a:pt x="71999" y="57140"/>
                  <a:pt x="71538" y="53039"/>
                </a:cubicBezTo>
                <a:cubicBezTo>
                  <a:pt x="71957" y="52328"/>
                  <a:pt x="72271" y="51365"/>
                  <a:pt x="72480" y="50110"/>
                </a:cubicBezTo>
                <a:cubicBezTo>
                  <a:pt x="72878" y="50968"/>
                  <a:pt x="73338" y="51658"/>
                  <a:pt x="73819" y="52077"/>
                </a:cubicBezTo>
                <a:cubicBezTo>
                  <a:pt x="73885" y="52142"/>
                  <a:pt x="73974" y="52175"/>
                  <a:pt x="74068" y="52175"/>
                </a:cubicBezTo>
                <a:cubicBezTo>
                  <a:pt x="74125" y="52175"/>
                  <a:pt x="74183" y="52163"/>
                  <a:pt x="74238" y="52140"/>
                </a:cubicBezTo>
                <a:cubicBezTo>
                  <a:pt x="76100" y="51344"/>
                  <a:pt x="76853" y="48248"/>
                  <a:pt x="76874" y="44670"/>
                </a:cubicBezTo>
                <a:cubicBezTo>
                  <a:pt x="77146" y="45005"/>
                  <a:pt x="77460" y="45256"/>
                  <a:pt x="77774" y="45486"/>
                </a:cubicBezTo>
                <a:cubicBezTo>
                  <a:pt x="77834" y="45512"/>
                  <a:pt x="77902" y="45527"/>
                  <a:pt x="77970" y="45527"/>
                </a:cubicBezTo>
                <a:cubicBezTo>
                  <a:pt x="78065" y="45527"/>
                  <a:pt x="78160" y="45497"/>
                  <a:pt x="78234" y="45423"/>
                </a:cubicBezTo>
                <a:cubicBezTo>
                  <a:pt x="79301" y="44440"/>
                  <a:pt x="79803" y="41992"/>
                  <a:pt x="79761" y="39376"/>
                </a:cubicBezTo>
                <a:lnTo>
                  <a:pt x="79761" y="39376"/>
                </a:lnTo>
                <a:cubicBezTo>
                  <a:pt x="79908" y="39899"/>
                  <a:pt x="80117" y="40422"/>
                  <a:pt x="80849" y="40799"/>
                </a:cubicBezTo>
                <a:cubicBezTo>
                  <a:pt x="80902" y="40820"/>
                  <a:pt x="80959" y="40830"/>
                  <a:pt x="81017" y="40830"/>
                </a:cubicBezTo>
                <a:cubicBezTo>
                  <a:pt x="81074" y="40830"/>
                  <a:pt x="81132" y="40820"/>
                  <a:pt x="81184" y="40799"/>
                </a:cubicBezTo>
                <a:cubicBezTo>
                  <a:pt x="81289" y="40736"/>
                  <a:pt x="81373" y="40632"/>
                  <a:pt x="81393" y="40527"/>
                </a:cubicBezTo>
                <a:cubicBezTo>
                  <a:pt x="81958" y="38309"/>
                  <a:pt x="81017" y="35694"/>
                  <a:pt x="79406" y="35066"/>
                </a:cubicBezTo>
                <a:cubicBezTo>
                  <a:pt x="79343" y="35045"/>
                  <a:pt x="79238" y="35003"/>
                  <a:pt x="79134" y="34982"/>
                </a:cubicBezTo>
                <a:cubicBezTo>
                  <a:pt x="78841" y="33957"/>
                  <a:pt x="78464" y="33057"/>
                  <a:pt x="78004" y="32283"/>
                </a:cubicBezTo>
                <a:cubicBezTo>
                  <a:pt x="77281" y="31073"/>
                  <a:pt x="76345" y="30441"/>
                  <a:pt x="75313" y="30441"/>
                </a:cubicBezTo>
                <a:cubicBezTo>
                  <a:pt x="74971" y="30441"/>
                  <a:pt x="74618" y="30510"/>
                  <a:pt x="74259" y="30651"/>
                </a:cubicBezTo>
                <a:cubicBezTo>
                  <a:pt x="73966" y="30756"/>
                  <a:pt x="73715" y="30902"/>
                  <a:pt x="73443" y="31090"/>
                </a:cubicBezTo>
                <a:cubicBezTo>
                  <a:pt x="72398" y="29551"/>
                  <a:pt x="71176" y="28717"/>
                  <a:pt x="69905" y="28717"/>
                </a:cubicBezTo>
                <a:cubicBezTo>
                  <a:pt x="69725" y="28717"/>
                  <a:pt x="69544" y="28734"/>
                  <a:pt x="69362" y="28768"/>
                </a:cubicBezTo>
                <a:cubicBezTo>
                  <a:pt x="69321" y="28768"/>
                  <a:pt x="69237" y="28789"/>
                  <a:pt x="69195" y="28789"/>
                </a:cubicBezTo>
                <a:cubicBezTo>
                  <a:pt x="68693" y="27931"/>
                  <a:pt x="68170" y="27240"/>
                  <a:pt x="67584" y="26801"/>
                </a:cubicBezTo>
                <a:cubicBezTo>
                  <a:pt x="66985" y="26322"/>
                  <a:pt x="66366" y="26109"/>
                  <a:pt x="65747" y="26109"/>
                </a:cubicBezTo>
                <a:cubicBezTo>
                  <a:pt x="65718" y="26109"/>
                  <a:pt x="65688" y="26110"/>
                  <a:pt x="65659" y="26111"/>
                </a:cubicBezTo>
                <a:cubicBezTo>
                  <a:pt x="64801" y="23997"/>
                  <a:pt x="63818" y="22323"/>
                  <a:pt x="62813" y="21549"/>
                </a:cubicBezTo>
                <a:cubicBezTo>
                  <a:pt x="62283" y="21142"/>
                  <a:pt x="61796" y="21011"/>
                  <a:pt x="61378" y="21011"/>
                </a:cubicBezTo>
                <a:cubicBezTo>
                  <a:pt x="61088" y="21011"/>
                  <a:pt x="60831" y="21074"/>
                  <a:pt x="60616" y="21152"/>
                </a:cubicBezTo>
                <a:cubicBezTo>
                  <a:pt x="60365" y="21256"/>
                  <a:pt x="60156" y="21382"/>
                  <a:pt x="59947" y="21549"/>
                </a:cubicBezTo>
                <a:cubicBezTo>
                  <a:pt x="59884" y="21445"/>
                  <a:pt x="59800" y="21361"/>
                  <a:pt x="59717" y="21256"/>
                </a:cubicBezTo>
                <a:cubicBezTo>
                  <a:pt x="58297" y="19698"/>
                  <a:pt x="56855" y="18902"/>
                  <a:pt x="55415" y="18902"/>
                </a:cubicBezTo>
                <a:cubicBezTo>
                  <a:pt x="54902" y="18902"/>
                  <a:pt x="54390" y="19003"/>
                  <a:pt x="53879" y="19206"/>
                </a:cubicBezTo>
                <a:cubicBezTo>
                  <a:pt x="53732" y="19269"/>
                  <a:pt x="53586" y="19352"/>
                  <a:pt x="53440" y="19415"/>
                </a:cubicBezTo>
                <a:cubicBezTo>
                  <a:pt x="50196" y="11087"/>
                  <a:pt x="46095" y="3199"/>
                  <a:pt x="41618" y="1170"/>
                </a:cubicBezTo>
                <a:cubicBezTo>
                  <a:pt x="41492" y="1107"/>
                  <a:pt x="41346" y="1065"/>
                  <a:pt x="41199" y="1002"/>
                </a:cubicBezTo>
                <a:cubicBezTo>
                  <a:pt x="40440" y="354"/>
                  <a:pt x="39877" y="1"/>
                  <a:pt x="393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414" name="Google Shape;414;p33"/>
          <p:cNvSpPr txBox="1"/>
          <p:nvPr/>
        </p:nvSpPr>
        <p:spPr>
          <a:xfrm>
            <a:off x="720000" y="1236391"/>
            <a:ext cx="77040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a:solidFill>
                  <a:schemeClr val="dk1"/>
                </a:solidFill>
                <a:latin typeface="Lato"/>
                <a:ea typeface="Lato"/>
                <a:cs typeface="Lato"/>
                <a:sym typeface="Lato"/>
              </a:rPr>
              <a:t>You can delete this slide when you’re done editing the presentation</a:t>
            </a:r>
            <a:endParaRPr sz="1200" b="1">
              <a:solidFill>
                <a:schemeClr val="dk1"/>
              </a:solidFill>
              <a:latin typeface="Lato"/>
              <a:ea typeface="Lato"/>
              <a:cs typeface="Lato"/>
              <a:sym typeface="Lato"/>
            </a:endParaRPr>
          </a:p>
          <a:p>
            <a:pPr marL="0" lvl="0" indent="0" algn="l" rtl="0">
              <a:spcBef>
                <a:spcPts val="0"/>
              </a:spcBef>
              <a:spcAft>
                <a:spcPts val="0"/>
              </a:spcAft>
              <a:buNone/>
            </a:pPr>
            <a:endParaRPr sz="1200">
              <a:solidFill>
                <a:schemeClr val="dk1"/>
              </a:solidFill>
              <a:latin typeface="Lato"/>
              <a:ea typeface="Lato"/>
              <a:cs typeface="Lato"/>
              <a:sym typeface="Lato"/>
            </a:endParaRPr>
          </a:p>
        </p:txBody>
      </p:sp>
      <p:graphicFrame>
        <p:nvGraphicFramePr>
          <p:cNvPr id="415" name="Google Shape;415;p33"/>
          <p:cNvGraphicFramePr/>
          <p:nvPr/>
        </p:nvGraphicFramePr>
        <p:xfrm>
          <a:off x="720000" y="1787491"/>
          <a:ext cx="3000000" cy="3000000"/>
        </p:xfrm>
        <a:graphic>
          <a:graphicData uri="http://schemas.openxmlformats.org/drawingml/2006/table">
            <a:tbl>
              <a:tblPr>
                <a:noFill/>
                <a:tableStyleId>{DE6DD2FE-ABD0-444F-911C-5E3F3B0691EE}</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u="sng">
                          <a:solidFill>
                            <a:schemeClr val="hlink"/>
                          </a:solidFill>
                          <a:latin typeface="Lato"/>
                          <a:ea typeface="Lato"/>
                          <a:cs typeface="Lato"/>
                          <a:sym typeface="Lato"/>
                          <a:hlinkClick r:id="" action="ppaction://noaction"/>
                        </a:rPr>
                        <a:t>Fonts</a:t>
                      </a:r>
                      <a:endParaRPr sz="1100" b="1" u="sng">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To view this template correctly in PowerPoint, download and install the fonts we used</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u="sng">
                          <a:solidFill>
                            <a:schemeClr val="hlink"/>
                          </a:solidFill>
                          <a:latin typeface="Lato"/>
                          <a:ea typeface="Lato"/>
                          <a:cs typeface="Lato"/>
                          <a:sym typeface="Lato"/>
                          <a:hlinkClick r:id="" action="ppaction://noaction"/>
                        </a:rPr>
                        <a:t>Used </a:t>
                      </a:r>
                      <a:r>
                        <a:rPr lang="en" sz="1100" b="1">
                          <a:solidFill>
                            <a:schemeClr val="dk1"/>
                          </a:solidFill>
                          <a:latin typeface="Lato"/>
                          <a:ea typeface="Lato"/>
                          <a:cs typeface="Lato"/>
                          <a:sym typeface="Lato"/>
                        </a:rPr>
                        <a:t>and </a:t>
                      </a:r>
                      <a:r>
                        <a:rPr lang="en" sz="1100" b="1" u="sng">
                          <a:solidFill>
                            <a:schemeClr val="hlink"/>
                          </a:solidFill>
                          <a:latin typeface="Lato"/>
                          <a:ea typeface="Lato"/>
                          <a:cs typeface="Lato"/>
                          <a:sym typeface="Lato"/>
                          <a:hlinkClick r:id="" action="ppaction://noaction"/>
                        </a:rPr>
                        <a:t>alternative</a:t>
                      </a:r>
                      <a:r>
                        <a:rPr lang="en" sz="1100" b="1" u="sng">
                          <a:solidFill>
                            <a:schemeClr val="hlink"/>
                          </a:solidFill>
                          <a:latin typeface="Lato"/>
                          <a:ea typeface="Lato"/>
                          <a:cs typeface="Lato"/>
                          <a:sym typeface="Lato"/>
                          <a:hlinkClick r:id="" action="ppaction://noaction"/>
                        </a:rPr>
                        <a:t> resources</a:t>
                      </a:r>
                      <a:endParaRPr sz="1100" b="1" u="sng">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 sz="1000">
                          <a:solidFill>
                            <a:schemeClr val="dk1"/>
                          </a:solidFill>
                          <a:latin typeface="Lato"/>
                          <a:ea typeface="Lato"/>
                          <a:cs typeface="Lato"/>
                          <a:sym typeface="Lato"/>
                        </a:rPr>
                        <a:t>An assortment of graphic resources that are suitable for use in this presentation</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u="sng">
                          <a:solidFill>
                            <a:schemeClr val="hlink"/>
                          </a:solidFill>
                          <a:latin typeface="Lato"/>
                          <a:ea typeface="Lato"/>
                          <a:cs typeface="Lato"/>
                          <a:sym typeface="Lato"/>
                          <a:hlinkClick r:id="rId3" action="ppaction://hlinksldjump"/>
                        </a:rPr>
                        <a:t>Thanks slide</a:t>
                      </a:r>
                      <a:endParaRPr sz="1100" b="1" u="sng">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You must keep it so that proper credits for our design are given</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u="sng">
                          <a:solidFill>
                            <a:schemeClr val="hlink"/>
                          </a:solidFill>
                          <a:latin typeface="Lato"/>
                          <a:ea typeface="Lato"/>
                          <a:cs typeface="Lato"/>
                          <a:sym typeface="Lato"/>
                          <a:hlinkClick r:id="" action="ppaction://noaction"/>
                        </a:rPr>
                        <a:t>Colors</a:t>
                      </a:r>
                      <a:endParaRPr sz="1100" b="1" u="sng">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All the colors used in this presentation</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u="sng">
                          <a:solidFill>
                            <a:schemeClr val="hlink"/>
                          </a:solidFill>
                          <a:latin typeface="Lato"/>
                          <a:ea typeface="Lato"/>
                          <a:cs typeface="Lato"/>
                          <a:sym typeface="Lato"/>
                          <a:hlinkClick r:id="" action="ppaction://noaction"/>
                        </a:rPr>
                        <a:t>Icons </a:t>
                      </a:r>
                      <a:r>
                        <a:rPr lang="en" sz="1100" b="1">
                          <a:solidFill>
                            <a:schemeClr val="dk1"/>
                          </a:solidFill>
                          <a:latin typeface="Lato"/>
                          <a:ea typeface="Lato"/>
                          <a:cs typeface="Lato"/>
                          <a:sym typeface="Lato"/>
                        </a:rPr>
                        <a:t>and</a:t>
                      </a:r>
                      <a:r>
                        <a:rPr lang="en" sz="1100" b="1" u="sng">
                          <a:solidFill>
                            <a:schemeClr val="hlink"/>
                          </a:solidFill>
                          <a:latin typeface="Lato"/>
                          <a:ea typeface="Lato"/>
                          <a:cs typeface="Lato"/>
                          <a:sym typeface="Lato"/>
                          <a:hlinkClick r:id="" action="ppaction://noaction"/>
                        </a:rPr>
                        <a:t> infographic resources</a:t>
                      </a:r>
                      <a:endParaRPr sz="1100" b="1" u="sng">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Lato"/>
                          <a:ea typeface="Lato"/>
                          <a:cs typeface="Lato"/>
                          <a:sym typeface="Lato"/>
                        </a:rPr>
                        <a:t>These can be used in the template, and their size and color can be edited</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Lato"/>
                          <a:ea typeface="Lato"/>
                          <a:cs typeface="Lato"/>
                          <a:sym typeface="Lato"/>
                        </a:rPr>
                        <a:t>Editable presentation theme </a:t>
                      </a:r>
                      <a:endParaRPr sz="1100" b="1">
                        <a:solidFill>
                          <a:schemeClr val="dk1"/>
                        </a:solidFill>
                        <a:latin typeface="Lato"/>
                        <a:ea typeface="Lato"/>
                        <a:cs typeface="Lato"/>
                        <a:sym typeface="La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Lato"/>
                          <a:ea typeface="Lato"/>
                          <a:cs typeface="Lato"/>
                          <a:sym typeface="Lato"/>
                        </a:rPr>
                        <a:t>You can edit the master slides easily. For more info, click </a:t>
                      </a:r>
                      <a:r>
                        <a:rPr lang="en" sz="1100" b="1" u="sng">
                          <a:solidFill>
                            <a:schemeClr val="dk1"/>
                          </a:solid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Lato"/>
                        <a:ea typeface="Lato"/>
                        <a:cs typeface="Lato"/>
                        <a:sym typeface="Lat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bl>
          </a:graphicData>
        </a:graphic>
      </p:graphicFrame>
      <p:sp>
        <p:nvSpPr>
          <p:cNvPr id="416" name="Google Shape;416;p33"/>
          <p:cNvSpPr txBox="1"/>
          <p:nvPr/>
        </p:nvSpPr>
        <p:spPr>
          <a:xfrm>
            <a:off x="1075573" y="4133675"/>
            <a:ext cx="19239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Lato"/>
                <a:ea typeface="Lato"/>
                <a:cs typeface="Lato"/>
                <a:sym typeface="Lato"/>
              </a:rPr>
              <a:t>For more info:</a:t>
            </a:r>
            <a:br>
              <a:rPr lang="en" sz="800" b="1">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uFill>
                  <a:noFill/>
                </a:u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Lato"/>
                <a:ea typeface="Lato"/>
                <a:cs typeface="Lato"/>
                <a:sym typeface="Lato"/>
              </a:rPr>
              <a:t>| </a:t>
            </a:r>
            <a:r>
              <a:rPr lang="en" sz="1000" b="1" u="sng">
                <a:solidFill>
                  <a:schemeClr val="dk1"/>
                </a:solidFill>
                <a:latin typeface="Lato"/>
                <a:ea typeface="Lato"/>
                <a:cs typeface="Lato"/>
                <a:sym typeface="Lat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Lato"/>
                <a:ea typeface="Lato"/>
                <a:cs typeface="Lato"/>
                <a:sym typeface="Lato"/>
              </a:rPr>
              <a:t>s</a:t>
            </a:r>
            <a:endParaRPr sz="1000" b="1" u="sng">
              <a:solidFill>
                <a:schemeClr val="dk1"/>
              </a:solidFill>
              <a:latin typeface="Lato"/>
              <a:ea typeface="Lato"/>
              <a:cs typeface="Lato"/>
              <a:sym typeface="Lato"/>
            </a:endParaRPr>
          </a:p>
        </p:txBody>
      </p:sp>
      <p:sp>
        <p:nvSpPr>
          <p:cNvPr id="417" name="Google Shape;417;p33"/>
          <p:cNvSpPr txBox="1"/>
          <p:nvPr/>
        </p:nvSpPr>
        <p:spPr>
          <a:xfrm>
            <a:off x="4399152" y="4133675"/>
            <a:ext cx="38328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Lato"/>
                <a:ea typeface="Lato"/>
                <a:cs typeface="Lato"/>
                <a:sym typeface="Lato"/>
              </a:rPr>
              <a:t>You can visit our sister projects:</a:t>
            </a:r>
            <a:br>
              <a:rPr lang="en" sz="800" b="1">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uFill>
                  <a:noFill/>
                </a:uFill>
                <a:latin typeface="Lato"/>
                <a:ea typeface="Lato"/>
                <a:cs typeface="Lato"/>
                <a:sym typeface="La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Lato"/>
                <a:ea typeface="Lato"/>
                <a:cs typeface="Lato"/>
                <a:sym typeface="Lato"/>
              </a:rPr>
              <a:t>| </a:t>
            </a:r>
            <a:r>
              <a:rPr lang="en" sz="1000" b="1" u="sng">
                <a:solidFill>
                  <a:schemeClr val="dk1"/>
                </a:solidFill>
                <a:latin typeface="Lato"/>
                <a:ea typeface="Lato"/>
                <a:cs typeface="Lato"/>
                <a:sym typeface="Lato"/>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423" name="Google Shape;423;p34"/>
          <p:cNvSpPr txBox="1">
            <a:spLocks noGrp="1"/>
          </p:cNvSpPr>
          <p:nvPr>
            <p:ph type="title" idx="2"/>
          </p:nvPr>
        </p:nvSpPr>
        <p:spPr>
          <a:xfrm>
            <a:off x="6098275" y="1669339"/>
            <a:ext cx="24849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The topic</a:t>
            </a:r>
            <a:endParaRPr/>
          </a:p>
        </p:txBody>
      </p:sp>
      <p:sp>
        <p:nvSpPr>
          <p:cNvPr id="424" name="Google Shape;424;p34"/>
          <p:cNvSpPr txBox="1">
            <a:spLocks noGrp="1"/>
          </p:cNvSpPr>
          <p:nvPr>
            <p:ph type="subTitle" idx="1"/>
          </p:nvPr>
        </p:nvSpPr>
        <p:spPr>
          <a:xfrm>
            <a:off x="6098275" y="2202419"/>
            <a:ext cx="2484900" cy="527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You can describe the topic of the section here</a:t>
            </a:r>
            <a:endParaRPr/>
          </a:p>
        </p:txBody>
      </p:sp>
      <p:sp>
        <p:nvSpPr>
          <p:cNvPr id="425" name="Google Shape;425;p34"/>
          <p:cNvSpPr txBox="1">
            <a:spLocks noGrp="1"/>
          </p:cNvSpPr>
          <p:nvPr>
            <p:ph type="title" idx="3"/>
          </p:nvPr>
        </p:nvSpPr>
        <p:spPr>
          <a:xfrm>
            <a:off x="4851350" y="1704997"/>
            <a:ext cx="1246800" cy="811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02</a:t>
            </a:r>
            <a:endParaRPr/>
          </a:p>
        </p:txBody>
      </p:sp>
      <p:sp>
        <p:nvSpPr>
          <p:cNvPr id="426" name="Google Shape;426;p34"/>
          <p:cNvSpPr txBox="1">
            <a:spLocks noGrp="1"/>
          </p:cNvSpPr>
          <p:nvPr>
            <p:ph type="title" idx="4"/>
          </p:nvPr>
        </p:nvSpPr>
        <p:spPr>
          <a:xfrm>
            <a:off x="6098275" y="3207728"/>
            <a:ext cx="24849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Practical exercise</a:t>
            </a:r>
            <a:endParaRPr/>
          </a:p>
        </p:txBody>
      </p:sp>
      <p:sp>
        <p:nvSpPr>
          <p:cNvPr id="427" name="Google Shape;427;p34"/>
          <p:cNvSpPr txBox="1">
            <a:spLocks noGrp="1"/>
          </p:cNvSpPr>
          <p:nvPr>
            <p:ph type="subTitle" idx="5"/>
          </p:nvPr>
        </p:nvSpPr>
        <p:spPr>
          <a:xfrm>
            <a:off x="6098275" y="3740808"/>
            <a:ext cx="2484900" cy="527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You can describe the topic of the section here</a:t>
            </a:r>
            <a:endParaRPr/>
          </a:p>
        </p:txBody>
      </p:sp>
      <p:sp>
        <p:nvSpPr>
          <p:cNvPr id="428" name="Google Shape;428;p34"/>
          <p:cNvSpPr txBox="1">
            <a:spLocks noGrp="1"/>
          </p:cNvSpPr>
          <p:nvPr>
            <p:ph type="title" idx="6"/>
          </p:nvPr>
        </p:nvSpPr>
        <p:spPr>
          <a:xfrm>
            <a:off x="4851350" y="3243386"/>
            <a:ext cx="1246800" cy="811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04</a:t>
            </a:r>
            <a:endParaRPr/>
          </a:p>
        </p:txBody>
      </p:sp>
      <p:sp>
        <p:nvSpPr>
          <p:cNvPr id="429" name="Google Shape;429;p34"/>
          <p:cNvSpPr txBox="1">
            <a:spLocks noGrp="1"/>
          </p:cNvSpPr>
          <p:nvPr>
            <p:ph type="title" idx="7"/>
          </p:nvPr>
        </p:nvSpPr>
        <p:spPr>
          <a:xfrm>
            <a:off x="1966925" y="1669339"/>
            <a:ext cx="24849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Theory lesson</a:t>
            </a:r>
            <a:endParaRPr/>
          </a:p>
        </p:txBody>
      </p:sp>
      <p:sp>
        <p:nvSpPr>
          <p:cNvPr id="430" name="Google Shape;430;p34"/>
          <p:cNvSpPr txBox="1">
            <a:spLocks noGrp="1"/>
          </p:cNvSpPr>
          <p:nvPr>
            <p:ph type="subTitle" idx="8"/>
          </p:nvPr>
        </p:nvSpPr>
        <p:spPr>
          <a:xfrm>
            <a:off x="1966925" y="2202419"/>
            <a:ext cx="2484900" cy="527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You can describe the topic of the section here</a:t>
            </a:r>
            <a:endParaRPr/>
          </a:p>
        </p:txBody>
      </p:sp>
      <p:sp>
        <p:nvSpPr>
          <p:cNvPr id="431" name="Google Shape;431;p34"/>
          <p:cNvSpPr txBox="1">
            <a:spLocks noGrp="1"/>
          </p:cNvSpPr>
          <p:nvPr>
            <p:ph type="title" idx="9"/>
          </p:nvPr>
        </p:nvSpPr>
        <p:spPr>
          <a:xfrm>
            <a:off x="720000" y="1704997"/>
            <a:ext cx="1246800" cy="8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
        <p:nvSpPr>
          <p:cNvPr id="432" name="Google Shape;432;p34"/>
          <p:cNvSpPr txBox="1">
            <a:spLocks noGrp="1"/>
          </p:cNvSpPr>
          <p:nvPr>
            <p:ph type="title" idx="13"/>
          </p:nvPr>
        </p:nvSpPr>
        <p:spPr>
          <a:xfrm>
            <a:off x="1966925" y="3207728"/>
            <a:ext cx="2484900" cy="5277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Tips</a:t>
            </a:r>
            <a:endParaRPr/>
          </a:p>
        </p:txBody>
      </p:sp>
      <p:sp>
        <p:nvSpPr>
          <p:cNvPr id="433" name="Google Shape;433;p34"/>
          <p:cNvSpPr txBox="1">
            <a:spLocks noGrp="1"/>
          </p:cNvSpPr>
          <p:nvPr>
            <p:ph type="subTitle" idx="14"/>
          </p:nvPr>
        </p:nvSpPr>
        <p:spPr>
          <a:xfrm>
            <a:off x="1966925" y="3740808"/>
            <a:ext cx="2484900" cy="527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You can describe the topic of the section here</a:t>
            </a:r>
            <a:endParaRPr/>
          </a:p>
        </p:txBody>
      </p:sp>
      <p:sp>
        <p:nvSpPr>
          <p:cNvPr id="434" name="Google Shape;434;p34"/>
          <p:cNvSpPr txBox="1">
            <a:spLocks noGrp="1"/>
          </p:cNvSpPr>
          <p:nvPr>
            <p:ph type="title" idx="15"/>
          </p:nvPr>
        </p:nvSpPr>
        <p:spPr>
          <a:xfrm>
            <a:off x="720000" y="3243386"/>
            <a:ext cx="1246800" cy="8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5"/>
          <p:cNvSpPr txBox="1">
            <a:spLocks noGrp="1"/>
          </p:cNvSpPr>
          <p:nvPr>
            <p:ph type="title"/>
          </p:nvPr>
        </p:nvSpPr>
        <p:spPr>
          <a:xfrm>
            <a:off x="4485475" y="2437075"/>
            <a:ext cx="3945300" cy="8418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a:t>Theory lesson</a:t>
            </a:r>
            <a:endParaRPr/>
          </a:p>
        </p:txBody>
      </p:sp>
      <p:sp>
        <p:nvSpPr>
          <p:cNvPr id="440" name="Google Shape;440;p35"/>
          <p:cNvSpPr txBox="1">
            <a:spLocks noGrp="1"/>
          </p:cNvSpPr>
          <p:nvPr>
            <p:ph type="subTitle" idx="1"/>
          </p:nvPr>
        </p:nvSpPr>
        <p:spPr>
          <a:xfrm>
            <a:off x="4485475" y="3278875"/>
            <a:ext cx="3945300" cy="4578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You can enter a subtitle here if you need it</a:t>
            </a:r>
            <a:endParaRPr/>
          </a:p>
        </p:txBody>
      </p:sp>
      <p:sp>
        <p:nvSpPr>
          <p:cNvPr id="441" name="Google Shape;441;p35"/>
          <p:cNvSpPr txBox="1">
            <a:spLocks noGrp="1"/>
          </p:cNvSpPr>
          <p:nvPr>
            <p:ph type="title" idx="2"/>
          </p:nvPr>
        </p:nvSpPr>
        <p:spPr>
          <a:xfrm>
            <a:off x="5795425" y="1240375"/>
            <a:ext cx="1325400" cy="11967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a:t>01</a:t>
            </a:r>
            <a:endParaRPr/>
          </a:p>
        </p:txBody>
      </p:sp>
      <p:grpSp>
        <p:nvGrpSpPr>
          <p:cNvPr id="442" name="Google Shape;442;p35"/>
          <p:cNvGrpSpPr/>
          <p:nvPr/>
        </p:nvGrpSpPr>
        <p:grpSpPr>
          <a:xfrm>
            <a:off x="-20266" y="286750"/>
            <a:ext cx="4762542" cy="4321825"/>
            <a:chOff x="4888150" y="821675"/>
            <a:chExt cx="4762542" cy="4321825"/>
          </a:xfrm>
        </p:grpSpPr>
        <p:sp>
          <p:nvSpPr>
            <p:cNvPr id="443" name="Google Shape;443;p35"/>
            <p:cNvSpPr/>
            <p:nvPr/>
          </p:nvSpPr>
          <p:spPr>
            <a:xfrm>
              <a:off x="4888150" y="4615575"/>
              <a:ext cx="4762542" cy="10875"/>
            </a:xfrm>
            <a:custGeom>
              <a:avLst/>
              <a:gdLst/>
              <a:ahLst/>
              <a:cxnLst/>
              <a:rect l="l" t="t" r="r" b="b"/>
              <a:pathLst>
                <a:path w="192038" h="435" extrusionOk="0">
                  <a:moveTo>
                    <a:pt x="0" y="1"/>
                  </a:moveTo>
                  <a:lnTo>
                    <a:pt x="0" y="435"/>
                  </a:lnTo>
                  <a:lnTo>
                    <a:pt x="192038" y="435"/>
                  </a:lnTo>
                  <a:lnTo>
                    <a:pt x="192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5"/>
            <p:cNvSpPr/>
            <p:nvPr/>
          </p:nvSpPr>
          <p:spPr>
            <a:xfrm>
              <a:off x="5223675" y="4000975"/>
              <a:ext cx="297750" cy="397825"/>
            </a:xfrm>
            <a:custGeom>
              <a:avLst/>
              <a:gdLst/>
              <a:ahLst/>
              <a:cxnLst/>
              <a:rect l="l" t="t" r="r" b="b"/>
              <a:pathLst>
                <a:path w="11910" h="15913" extrusionOk="0">
                  <a:moveTo>
                    <a:pt x="7172" y="1"/>
                  </a:moveTo>
                  <a:lnTo>
                    <a:pt x="7172" y="1"/>
                  </a:lnTo>
                  <a:cubicBezTo>
                    <a:pt x="7172" y="1"/>
                    <a:pt x="5438" y="3670"/>
                    <a:pt x="5171" y="5471"/>
                  </a:cubicBezTo>
                  <a:cubicBezTo>
                    <a:pt x="4871" y="7306"/>
                    <a:pt x="5371" y="11275"/>
                    <a:pt x="5371" y="11275"/>
                  </a:cubicBezTo>
                  <a:cubicBezTo>
                    <a:pt x="5371" y="11275"/>
                    <a:pt x="4871" y="8640"/>
                    <a:pt x="4170" y="7473"/>
                  </a:cubicBezTo>
                  <a:cubicBezTo>
                    <a:pt x="3436" y="6305"/>
                    <a:pt x="868" y="5305"/>
                    <a:pt x="868" y="5304"/>
                  </a:cubicBezTo>
                  <a:lnTo>
                    <a:pt x="868" y="5304"/>
                  </a:lnTo>
                  <a:cubicBezTo>
                    <a:pt x="868" y="5305"/>
                    <a:pt x="2536" y="6906"/>
                    <a:pt x="3203" y="8607"/>
                  </a:cubicBezTo>
                  <a:cubicBezTo>
                    <a:pt x="3670" y="9841"/>
                    <a:pt x="3937" y="11175"/>
                    <a:pt x="4037" y="12510"/>
                  </a:cubicBezTo>
                  <a:cubicBezTo>
                    <a:pt x="2936" y="10608"/>
                    <a:pt x="1" y="9474"/>
                    <a:pt x="1" y="9474"/>
                  </a:cubicBezTo>
                  <a:lnTo>
                    <a:pt x="1" y="9474"/>
                  </a:lnTo>
                  <a:cubicBezTo>
                    <a:pt x="568" y="9808"/>
                    <a:pt x="1068" y="10275"/>
                    <a:pt x="1502" y="10808"/>
                  </a:cubicBezTo>
                  <a:cubicBezTo>
                    <a:pt x="2035" y="11542"/>
                    <a:pt x="2536" y="12276"/>
                    <a:pt x="3003" y="13043"/>
                  </a:cubicBezTo>
                  <a:cubicBezTo>
                    <a:pt x="3403" y="13977"/>
                    <a:pt x="3737" y="14945"/>
                    <a:pt x="4037" y="15912"/>
                  </a:cubicBezTo>
                  <a:lnTo>
                    <a:pt x="7906" y="15912"/>
                  </a:lnTo>
                  <a:cubicBezTo>
                    <a:pt x="8340" y="13277"/>
                    <a:pt x="11909" y="12443"/>
                    <a:pt x="11909" y="12443"/>
                  </a:cubicBezTo>
                  <a:cubicBezTo>
                    <a:pt x="11409" y="12143"/>
                    <a:pt x="10842" y="11976"/>
                    <a:pt x="10241" y="11943"/>
                  </a:cubicBezTo>
                  <a:cubicBezTo>
                    <a:pt x="9341" y="12076"/>
                    <a:pt x="8507" y="12410"/>
                    <a:pt x="7739" y="12877"/>
                  </a:cubicBezTo>
                  <a:cubicBezTo>
                    <a:pt x="7726" y="12888"/>
                    <a:pt x="7715" y="12894"/>
                    <a:pt x="7706" y="12894"/>
                  </a:cubicBezTo>
                  <a:cubicBezTo>
                    <a:pt x="7529" y="12894"/>
                    <a:pt x="8078" y="10832"/>
                    <a:pt x="8807" y="9374"/>
                  </a:cubicBezTo>
                  <a:cubicBezTo>
                    <a:pt x="9474" y="8140"/>
                    <a:pt x="11042" y="7473"/>
                    <a:pt x="11042" y="7473"/>
                  </a:cubicBezTo>
                  <a:cubicBezTo>
                    <a:pt x="11042" y="7473"/>
                    <a:pt x="10459" y="7321"/>
                    <a:pt x="9763" y="7321"/>
                  </a:cubicBezTo>
                  <a:cubicBezTo>
                    <a:pt x="9280" y="7321"/>
                    <a:pt x="8743" y="7394"/>
                    <a:pt x="8306" y="7639"/>
                  </a:cubicBezTo>
                  <a:cubicBezTo>
                    <a:pt x="7037" y="8369"/>
                    <a:pt x="6824" y="10396"/>
                    <a:pt x="6807" y="10593"/>
                  </a:cubicBezTo>
                  <a:lnTo>
                    <a:pt x="6807" y="10593"/>
                  </a:lnTo>
                  <a:cubicBezTo>
                    <a:pt x="6906" y="9431"/>
                    <a:pt x="6939" y="8268"/>
                    <a:pt x="6939" y="7139"/>
                  </a:cubicBezTo>
                  <a:cubicBezTo>
                    <a:pt x="6939" y="4804"/>
                    <a:pt x="7172" y="1"/>
                    <a:pt x="7172" y="1"/>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5"/>
            <p:cNvSpPr/>
            <p:nvPr/>
          </p:nvSpPr>
          <p:spPr>
            <a:xfrm>
              <a:off x="5217850" y="3995975"/>
              <a:ext cx="308575" cy="407825"/>
            </a:xfrm>
            <a:custGeom>
              <a:avLst/>
              <a:gdLst/>
              <a:ahLst/>
              <a:cxnLst/>
              <a:rect l="l" t="t" r="r" b="b"/>
              <a:pathLst>
                <a:path w="12343" h="16313" extrusionOk="0">
                  <a:moveTo>
                    <a:pt x="7138" y="1301"/>
                  </a:moveTo>
                  <a:cubicBezTo>
                    <a:pt x="7072" y="2836"/>
                    <a:pt x="6972" y="5705"/>
                    <a:pt x="6972" y="7339"/>
                  </a:cubicBezTo>
                  <a:cubicBezTo>
                    <a:pt x="6972" y="9207"/>
                    <a:pt x="6872" y="10341"/>
                    <a:pt x="6838" y="10675"/>
                  </a:cubicBezTo>
                  <a:lnTo>
                    <a:pt x="6838" y="10775"/>
                  </a:lnTo>
                  <a:cubicBezTo>
                    <a:pt x="6838" y="10908"/>
                    <a:pt x="6905" y="11008"/>
                    <a:pt x="7038" y="11008"/>
                  </a:cubicBezTo>
                  <a:cubicBezTo>
                    <a:pt x="7138" y="11008"/>
                    <a:pt x="7239" y="10942"/>
                    <a:pt x="7272" y="10808"/>
                  </a:cubicBezTo>
                  <a:lnTo>
                    <a:pt x="7272" y="10708"/>
                  </a:lnTo>
                  <a:cubicBezTo>
                    <a:pt x="7305" y="10308"/>
                    <a:pt x="7572" y="8640"/>
                    <a:pt x="8673" y="8006"/>
                  </a:cubicBezTo>
                  <a:cubicBezTo>
                    <a:pt x="9094" y="7819"/>
                    <a:pt x="9565" y="7714"/>
                    <a:pt x="10038" y="7714"/>
                  </a:cubicBezTo>
                  <a:cubicBezTo>
                    <a:pt x="10240" y="7714"/>
                    <a:pt x="10442" y="7733"/>
                    <a:pt x="10641" y="7773"/>
                  </a:cubicBezTo>
                  <a:cubicBezTo>
                    <a:pt x="9907" y="8173"/>
                    <a:pt x="9307" y="8740"/>
                    <a:pt x="8873" y="9474"/>
                  </a:cubicBezTo>
                  <a:cubicBezTo>
                    <a:pt x="8373" y="10441"/>
                    <a:pt x="7439" y="12943"/>
                    <a:pt x="7806" y="13243"/>
                  </a:cubicBezTo>
                  <a:cubicBezTo>
                    <a:pt x="7839" y="13277"/>
                    <a:pt x="7889" y="13293"/>
                    <a:pt x="7943" y="13293"/>
                  </a:cubicBezTo>
                  <a:cubicBezTo>
                    <a:pt x="7997" y="13293"/>
                    <a:pt x="8056" y="13277"/>
                    <a:pt x="8106" y="13243"/>
                  </a:cubicBezTo>
                  <a:cubicBezTo>
                    <a:pt x="8806" y="12776"/>
                    <a:pt x="9640" y="12476"/>
                    <a:pt x="10474" y="12343"/>
                  </a:cubicBezTo>
                  <a:cubicBezTo>
                    <a:pt x="10874" y="12343"/>
                    <a:pt x="11241" y="12409"/>
                    <a:pt x="11575" y="12576"/>
                  </a:cubicBezTo>
                  <a:cubicBezTo>
                    <a:pt x="10541" y="12943"/>
                    <a:pt x="8373" y="13877"/>
                    <a:pt x="7939" y="15912"/>
                  </a:cubicBezTo>
                  <a:lnTo>
                    <a:pt x="4403" y="15912"/>
                  </a:lnTo>
                  <a:cubicBezTo>
                    <a:pt x="4136" y="14978"/>
                    <a:pt x="3803" y="14044"/>
                    <a:pt x="3402" y="13143"/>
                  </a:cubicBezTo>
                  <a:cubicBezTo>
                    <a:pt x="2935" y="12343"/>
                    <a:pt x="2402" y="11575"/>
                    <a:pt x="1868" y="10842"/>
                  </a:cubicBezTo>
                  <a:cubicBezTo>
                    <a:pt x="1768" y="10742"/>
                    <a:pt x="1701" y="10641"/>
                    <a:pt x="1601" y="10575"/>
                  </a:cubicBezTo>
                  <a:lnTo>
                    <a:pt x="1601" y="10575"/>
                  </a:lnTo>
                  <a:cubicBezTo>
                    <a:pt x="2602" y="11075"/>
                    <a:pt x="3436" y="11842"/>
                    <a:pt x="4070" y="12776"/>
                  </a:cubicBezTo>
                  <a:cubicBezTo>
                    <a:pt x="4095" y="12851"/>
                    <a:pt x="4157" y="12889"/>
                    <a:pt x="4229" y="12889"/>
                  </a:cubicBezTo>
                  <a:cubicBezTo>
                    <a:pt x="4253" y="12889"/>
                    <a:pt x="4278" y="12885"/>
                    <a:pt x="4303" y="12876"/>
                  </a:cubicBezTo>
                  <a:cubicBezTo>
                    <a:pt x="4403" y="12843"/>
                    <a:pt x="4470" y="12776"/>
                    <a:pt x="4470" y="12676"/>
                  </a:cubicBezTo>
                  <a:cubicBezTo>
                    <a:pt x="4370" y="11309"/>
                    <a:pt x="4070" y="9974"/>
                    <a:pt x="3636" y="8673"/>
                  </a:cubicBezTo>
                  <a:cubicBezTo>
                    <a:pt x="3202" y="7739"/>
                    <a:pt x="2635" y="6872"/>
                    <a:pt x="1968" y="6105"/>
                  </a:cubicBezTo>
                  <a:lnTo>
                    <a:pt x="1968" y="6105"/>
                  </a:lnTo>
                  <a:cubicBezTo>
                    <a:pt x="2735" y="6505"/>
                    <a:pt x="3803" y="7106"/>
                    <a:pt x="4203" y="7773"/>
                  </a:cubicBezTo>
                  <a:cubicBezTo>
                    <a:pt x="4904" y="8907"/>
                    <a:pt x="5404" y="11509"/>
                    <a:pt x="5404" y="11509"/>
                  </a:cubicBezTo>
                  <a:cubicBezTo>
                    <a:pt x="5419" y="11646"/>
                    <a:pt x="5511" y="11706"/>
                    <a:pt x="5603" y="11706"/>
                  </a:cubicBezTo>
                  <a:cubicBezTo>
                    <a:pt x="5712" y="11706"/>
                    <a:pt x="5822" y="11620"/>
                    <a:pt x="5804" y="11475"/>
                  </a:cubicBezTo>
                  <a:cubicBezTo>
                    <a:pt x="5804" y="11442"/>
                    <a:pt x="5337" y="7506"/>
                    <a:pt x="5604" y="5705"/>
                  </a:cubicBezTo>
                  <a:cubicBezTo>
                    <a:pt x="5804" y="4537"/>
                    <a:pt x="6638" y="2502"/>
                    <a:pt x="7138" y="1301"/>
                  </a:cubicBezTo>
                  <a:close/>
                  <a:moveTo>
                    <a:pt x="7439" y="1"/>
                  </a:moveTo>
                  <a:cubicBezTo>
                    <a:pt x="7372" y="1"/>
                    <a:pt x="7272" y="34"/>
                    <a:pt x="7205" y="134"/>
                  </a:cubicBezTo>
                  <a:cubicBezTo>
                    <a:pt x="7138" y="267"/>
                    <a:pt x="5471" y="3803"/>
                    <a:pt x="5204" y="5638"/>
                  </a:cubicBezTo>
                  <a:cubicBezTo>
                    <a:pt x="5070" y="6739"/>
                    <a:pt x="5070" y="7806"/>
                    <a:pt x="5170" y="8907"/>
                  </a:cubicBezTo>
                  <a:cubicBezTo>
                    <a:pt x="5004" y="8440"/>
                    <a:pt x="4803" y="7973"/>
                    <a:pt x="4570" y="7573"/>
                  </a:cubicBezTo>
                  <a:cubicBezTo>
                    <a:pt x="3836" y="6372"/>
                    <a:pt x="1268" y="5371"/>
                    <a:pt x="1168" y="5338"/>
                  </a:cubicBezTo>
                  <a:cubicBezTo>
                    <a:pt x="1132" y="5314"/>
                    <a:pt x="1097" y="5303"/>
                    <a:pt x="1064" y="5303"/>
                  </a:cubicBezTo>
                  <a:cubicBezTo>
                    <a:pt x="1005" y="5303"/>
                    <a:pt x="956" y="5340"/>
                    <a:pt x="934" y="5404"/>
                  </a:cubicBezTo>
                  <a:cubicBezTo>
                    <a:pt x="867" y="5504"/>
                    <a:pt x="867" y="5605"/>
                    <a:pt x="967" y="5671"/>
                  </a:cubicBezTo>
                  <a:cubicBezTo>
                    <a:pt x="967" y="5671"/>
                    <a:pt x="2602" y="7239"/>
                    <a:pt x="3269" y="8874"/>
                  </a:cubicBezTo>
                  <a:cubicBezTo>
                    <a:pt x="3636" y="9874"/>
                    <a:pt x="3869" y="10908"/>
                    <a:pt x="4003" y="11942"/>
                  </a:cubicBezTo>
                  <a:cubicBezTo>
                    <a:pt x="2702" y="10408"/>
                    <a:pt x="434" y="9507"/>
                    <a:pt x="300" y="9474"/>
                  </a:cubicBezTo>
                  <a:cubicBezTo>
                    <a:pt x="275" y="9466"/>
                    <a:pt x="250" y="9461"/>
                    <a:pt x="226" y="9461"/>
                  </a:cubicBezTo>
                  <a:cubicBezTo>
                    <a:pt x="154" y="9461"/>
                    <a:pt x="92" y="9499"/>
                    <a:pt x="67" y="9574"/>
                  </a:cubicBezTo>
                  <a:cubicBezTo>
                    <a:pt x="0" y="9674"/>
                    <a:pt x="33" y="9774"/>
                    <a:pt x="133" y="9841"/>
                  </a:cubicBezTo>
                  <a:cubicBezTo>
                    <a:pt x="667" y="10174"/>
                    <a:pt x="1168" y="10608"/>
                    <a:pt x="1568" y="11142"/>
                  </a:cubicBezTo>
                  <a:cubicBezTo>
                    <a:pt x="2102" y="11842"/>
                    <a:pt x="2602" y="12576"/>
                    <a:pt x="3036" y="13343"/>
                  </a:cubicBezTo>
                  <a:cubicBezTo>
                    <a:pt x="3436" y="14244"/>
                    <a:pt x="3769" y="15211"/>
                    <a:pt x="4036" y="16179"/>
                  </a:cubicBezTo>
                  <a:cubicBezTo>
                    <a:pt x="4070" y="16245"/>
                    <a:pt x="4170" y="16312"/>
                    <a:pt x="4270" y="16312"/>
                  </a:cubicBezTo>
                  <a:lnTo>
                    <a:pt x="8139" y="16312"/>
                  </a:lnTo>
                  <a:cubicBezTo>
                    <a:pt x="8239" y="16312"/>
                    <a:pt x="8306" y="16245"/>
                    <a:pt x="8339" y="16145"/>
                  </a:cubicBezTo>
                  <a:cubicBezTo>
                    <a:pt x="8740" y="13677"/>
                    <a:pt x="12142" y="12843"/>
                    <a:pt x="12175" y="12843"/>
                  </a:cubicBezTo>
                  <a:cubicBezTo>
                    <a:pt x="12275" y="12810"/>
                    <a:pt x="12342" y="12743"/>
                    <a:pt x="12342" y="12676"/>
                  </a:cubicBezTo>
                  <a:cubicBezTo>
                    <a:pt x="12342" y="12576"/>
                    <a:pt x="12309" y="12476"/>
                    <a:pt x="12242" y="12443"/>
                  </a:cubicBezTo>
                  <a:cubicBezTo>
                    <a:pt x="11708" y="12109"/>
                    <a:pt x="11075" y="11942"/>
                    <a:pt x="10441" y="11942"/>
                  </a:cubicBezTo>
                  <a:cubicBezTo>
                    <a:pt x="9640" y="12042"/>
                    <a:pt x="8873" y="12309"/>
                    <a:pt x="8139" y="12710"/>
                  </a:cubicBezTo>
                  <a:cubicBezTo>
                    <a:pt x="8373" y="11642"/>
                    <a:pt x="8740" y="10641"/>
                    <a:pt x="9240" y="9674"/>
                  </a:cubicBezTo>
                  <a:cubicBezTo>
                    <a:pt x="9840" y="8507"/>
                    <a:pt x="11341" y="7839"/>
                    <a:pt x="11341" y="7839"/>
                  </a:cubicBezTo>
                  <a:cubicBezTo>
                    <a:pt x="11442" y="7806"/>
                    <a:pt x="11508" y="7739"/>
                    <a:pt x="11475" y="7639"/>
                  </a:cubicBezTo>
                  <a:cubicBezTo>
                    <a:pt x="11475" y="7539"/>
                    <a:pt x="11408" y="7473"/>
                    <a:pt x="11341" y="7473"/>
                  </a:cubicBezTo>
                  <a:cubicBezTo>
                    <a:pt x="11283" y="7453"/>
                    <a:pt x="10678" y="7297"/>
                    <a:pt x="9965" y="7297"/>
                  </a:cubicBezTo>
                  <a:cubicBezTo>
                    <a:pt x="9458" y="7297"/>
                    <a:pt x="8897" y="7376"/>
                    <a:pt x="8439" y="7639"/>
                  </a:cubicBezTo>
                  <a:cubicBezTo>
                    <a:pt x="7972" y="7940"/>
                    <a:pt x="7605" y="8373"/>
                    <a:pt x="7372" y="8874"/>
                  </a:cubicBezTo>
                  <a:cubicBezTo>
                    <a:pt x="7372" y="8440"/>
                    <a:pt x="7372" y="7906"/>
                    <a:pt x="7372" y="7306"/>
                  </a:cubicBezTo>
                  <a:cubicBezTo>
                    <a:pt x="7372" y="5037"/>
                    <a:pt x="7605" y="267"/>
                    <a:pt x="7605" y="234"/>
                  </a:cubicBezTo>
                  <a:cubicBezTo>
                    <a:pt x="7605" y="134"/>
                    <a:pt x="7539" y="34"/>
                    <a:pt x="7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5"/>
            <p:cNvSpPr/>
            <p:nvPr/>
          </p:nvSpPr>
          <p:spPr>
            <a:xfrm>
              <a:off x="5324575" y="4272200"/>
              <a:ext cx="86750" cy="99900"/>
            </a:xfrm>
            <a:custGeom>
              <a:avLst/>
              <a:gdLst/>
              <a:ahLst/>
              <a:cxnLst/>
              <a:rect l="l" t="t" r="r" b="b"/>
              <a:pathLst>
                <a:path w="3470" h="3996" extrusionOk="0">
                  <a:moveTo>
                    <a:pt x="1554" y="0"/>
                  </a:moveTo>
                  <a:cubicBezTo>
                    <a:pt x="1076" y="0"/>
                    <a:pt x="657" y="315"/>
                    <a:pt x="401" y="827"/>
                  </a:cubicBezTo>
                  <a:cubicBezTo>
                    <a:pt x="1" y="1661"/>
                    <a:pt x="468" y="3595"/>
                    <a:pt x="468" y="3595"/>
                  </a:cubicBezTo>
                  <a:cubicBezTo>
                    <a:pt x="468" y="3595"/>
                    <a:pt x="1068" y="2628"/>
                    <a:pt x="1335" y="2628"/>
                  </a:cubicBezTo>
                  <a:cubicBezTo>
                    <a:pt x="1602" y="2628"/>
                    <a:pt x="1669" y="3996"/>
                    <a:pt x="1669" y="3996"/>
                  </a:cubicBezTo>
                  <a:lnTo>
                    <a:pt x="3336" y="3996"/>
                  </a:lnTo>
                  <a:cubicBezTo>
                    <a:pt x="3336" y="3996"/>
                    <a:pt x="3470" y="1294"/>
                    <a:pt x="2603" y="493"/>
                  </a:cubicBezTo>
                  <a:cubicBezTo>
                    <a:pt x="2247" y="152"/>
                    <a:pt x="1887" y="0"/>
                    <a:pt x="1554" y="0"/>
                  </a:cubicBezTo>
                  <a:close/>
                </a:path>
              </a:pathLst>
            </a:custGeom>
            <a:solidFill>
              <a:srgbClr val="92E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5"/>
            <p:cNvSpPr/>
            <p:nvPr/>
          </p:nvSpPr>
          <p:spPr>
            <a:xfrm>
              <a:off x="5319575" y="4267525"/>
              <a:ext cx="96775" cy="110425"/>
            </a:xfrm>
            <a:custGeom>
              <a:avLst/>
              <a:gdLst/>
              <a:ahLst/>
              <a:cxnLst/>
              <a:rect l="l" t="t" r="r" b="b"/>
              <a:pathLst>
                <a:path w="3871" h="4417" extrusionOk="0">
                  <a:moveTo>
                    <a:pt x="1706" y="0"/>
                  </a:moveTo>
                  <a:cubicBezTo>
                    <a:pt x="1638" y="0"/>
                    <a:pt x="1570" y="4"/>
                    <a:pt x="1502" y="13"/>
                  </a:cubicBezTo>
                  <a:cubicBezTo>
                    <a:pt x="1035" y="146"/>
                    <a:pt x="634" y="480"/>
                    <a:pt x="434" y="914"/>
                  </a:cubicBezTo>
                  <a:cubicBezTo>
                    <a:pt x="1" y="1814"/>
                    <a:pt x="468" y="3749"/>
                    <a:pt x="468" y="3849"/>
                  </a:cubicBezTo>
                  <a:cubicBezTo>
                    <a:pt x="501" y="3916"/>
                    <a:pt x="568" y="3982"/>
                    <a:pt x="634" y="4016"/>
                  </a:cubicBezTo>
                  <a:cubicBezTo>
                    <a:pt x="734" y="4016"/>
                    <a:pt x="801" y="3982"/>
                    <a:pt x="868" y="3916"/>
                  </a:cubicBezTo>
                  <a:cubicBezTo>
                    <a:pt x="1035" y="3582"/>
                    <a:pt x="1268" y="3315"/>
                    <a:pt x="1502" y="3048"/>
                  </a:cubicBezTo>
                  <a:cubicBezTo>
                    <a:pt x="1602" y="3415"/>
                    <a:pt x="1668" y="3816"/>
                    <a:pt x="1668" y="4216"/>
                  </a:cubicBezTo>
                  <a:cubicBezTo>
                    <a:pt x="1668" y="4316"/>
                    <a:pt x="1769" y="4416"/>
                    <a:pt x="1869" y="4416"/>
                  </a:cubicBezTo>
                  <a:lnTo>
                    <a:pt x="1902" y="4416"/>
                  </a:lnTo>
                  <a:cubicBezTo>
                    <a:pt x="2035" y="4383"/>
                    <a:pt x="2102" y="4316"/>
                    <a:pt x="2102" y="4183"/>
                  </a:cubicBezTo>
                  <a:cubicBezTo>
                    <a:pt x="2035" y="2581"/>
                    <a:pt x="1702" y="2581"/>
                    <a:pt x="1568" y="2581"/>
                  </a:cubicBezTo>
                  <a:cubicBezTo>
                    <a:pt x="1335" y="2581"/>
                    <a:pt x="1068" y="2882"/>
                    <a:pt x="801" y="3249"/>
                  </a:cubicBezTo>
                  <a:cubicBezTo>
                    <a:pt x="668" y="2581"/>
                    <a:pt x="568" y="1581"/>
                    <a:pt x="801" y="1080"/>
                  </a:cubicBezTo>
                  <a:cubicBezTo>
                    <a:pt x="935" y="747"/>
                    <a:pt x="1235" y="513"/>
                    <a:pt x="1602" y="413"/>
                  </a:cubicBezTo>
                  <a:cubicBezTo>
                    <a:pt x="1641" y="410"/>
                    <a:pt x="1681" y="408"/>
                    <a:pt x="1721" y="408"/>
                  </a:cubicBezTo>
                  <a:cubicBezTo>
                    <a:pt x="2080" y="408"/>
                    <a:pt x="2429" y="546"/>
                    <a:pt x="2669" y="847"/>
                  </a:cubicBezTo>
                  <a:cubicBezTo>
                    <a:pt x="3336" y="1447"/>
                    <a:pt x="3370" y="3482"/>
                    <a:pt x="3336" y="4216"/>
                  </a:cubicBezTo>
                  <a:cubicBezTo>
                    <a:pt x="3336" y="4316"/>
                    <a:pt x="3436" y="4416"/>
                    <a:pt x="3536" y="4416"/>
                  </a:cubicBezTo>
                  <a:cubicBezTo>
                    <a:pt x="3637" y="4416"/>
                    <a:pt x="3737" y="4349"/>
                    <a:pt x="3737" y="4216"/>
                  </a:cubicBezTo>
                  <a:cubicBezTo>
                    <a:pt x="3770" y="4116"/>
                    <a:pt x="3870" y="1347"/>
                    <a:pt x="2936" y="513"/>
                  </a:cubicBezTo>
                  <a:cubicBezTo>
                    <a:pt x="2616" y="193"/>
                    <a:pt x="2169" y="0"/>
                    <a:pt x="1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5"/>
            <p:cNvSpPr/>
            <p:nvPr/>
          </p:nvSpPr>
          <p:spPr>
            <a:xfrm>
              <a:off x="5352100" y="4320175"/>
              <a:ext cx="53400" cy="36075"/>
            </a:xfrm>
            <a:custGeom>
              <a:avLst/>
              <a:gdLst/>
              <a:ahLst/>
              <a:cxnLst/>
              <a:rect l="l" t="t" r="r" b="b"/>
              <a:pathLst>
                <a:path w="2136" h="1443" extrusionOk="0">
                  <a:moveTo>
                    <a:pt x="1119" y="0"/>
                  </a:moveTo>
                  <a:cubicBezTo>
                    <a:pt x="557" y="0"/>
                    <a:pt x="101" y="549"/>
                    <a:pt x="101" y="576"/>
                  </a:cubicBezTo>
                  <a:cubicBezTo>
                    <a:pt x="1" y="676"/>
                    <a:pt x="34" y="776"/>
                    <a:pt x="101" y="876"/>
                  </a:cubicBezTo>
                  <a:cubicBezTo>
                    <a:pt x="139" y="901"/>
                    <a:pt x="182" y="912"/>
                    <a:pt x="224" y="912"/>
                  </a:cubicBezTo>
                  <a:cubicBezTo>
                    <a:pt x="293" y="912"/>
                    <a:pt x="360" y="884"/>
                    <a:pt x="401" y="842"/>
                  </a:cubicBezTo>
                  <a:cubicBezTo>
                    <a:pt x="401" y="842"/>
                    <a:pt x="752" y="422"/>
                    <a:pt x="1120" y="422"/>
                  </a:cubicBezTo>
                  <a:cubicBezTo>
                    <a:pt x="1192" y="422"/>
                    <a:pt x="1264" y="437"/>
                    <a:pt x="1335" y="475"/>
                  </a:cubicBezTo>
                  <a:cubicBezTo>
                    <a:pt x="1602" y="609"/>
                    <a:pt x="1702" y="909"/>
                    <a:pt x="1602" y="1143"/>
                  </a:cubicBezTo>
                  <a:cubicBezTo>
                    <a:pt x="1535" y="1276"/>
                    <a:pt x="1602" y="1376"/>
                    <a:pt x="1702" y="1443"/>
                  </a:cubicBezTo>
                  <a:lnTo>
                    <a:pt x="1768" y="1443"/>
                  </a:lnTo>
                  <a:cubicBezTo>
                    <a:pt x="1869" y="1443"/>
                    <a:pt x="1935" y="1376"/>
                    <a:pt x="1969" y="1309"/>
                  </a:cubicBezTo>
                  <a:cubicBezTo>
                    <a:pt x="2135" y="876"/>
                    <a:pt x="1969" y="342"/>
                    <a:pt x="1535" y="109"/>
                  </a:cubicBezTo>
                  <a:cubicBezTo>
                    <a:pt x="1393" y="31"/>
                    <a:pt x="1253" y="0"/>
                    <a:pt x="1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5"/>
            <p:cNvSpPr/>
            <p:nvPr/>
          </p:nvSpPr>
          <p:spPr>
            <a:xfrm>
              <a:off x="5220350" y="4377925"/>
              <a:ext cx="301900" cy="338600"/>
            </a:xfrm>
            <a:custGeom>
              <a:avLst/>
              <a:gdLst/>
              <a:ahLst/>
              <a:cxnLst/>
              <a:rect l="l" t="t" r="r" b="b"/>
              <a:pathLst>
                <a:path w="12076" h="13544" extrusionOk="0">
                  <a:moveTo>
                    <a:pt x="2802" y="0"/>
                  </a:moveTo>
                  <a:lnTo>
                    <a:pt x="0" y="11608"/>
                  </a:lnTo>
                  <a:lnTo>
                    <a:pt x="2802" y="13543"/>
                  </a:lnTo>
                  <a:lnTo>
                    <a:pt x="9373" y="13543"/>
                  </a:lnTo>
                  <a:lnTo>
                    <a:pt x="12075" y="11075"/>
                  </a:lnTo>
                  <a:lnTo>
                    <a:pt x="9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5"/>
            <p:cNvSpPr/>
            <p:nvPr/>
          </p:nvSpPr>
          <p:spPr>
            <a:xfrm>
              <a:off x="5214500" y="4372075"/>
              <a:ext cx="312750" cy="349450"/>
            </a:xfrm>
            <a:custGeom>
              <a:avLst/>
              <a:gdLst/>
              <a:ahLst/>
              <a:cxnLst/>
              <a:rect l="l" t="t" r="r" b="b"/>
              <a:pathLst>
                <a:path w="12510" h="13978" extrusionOk="0">
                  <a:moveTo>
                    <a:pt x="9441" y="434"/>
                  </a:moveTo>
                  <a:lnTo>
                    <a:pt x="12076" y="11242"/>
                  </a:lnTo>
                  <a:lnTo>
                    <a:pt x="9541" y="13544"/>
                  </a:lnTo>
                  <a:lnTo>
                    <a:pt x="3103" y="13544"/>
                  </a:lnTo>
                  <a:lnTo>
                    <a:pt x="468" y="11742"/>
                  </a:lnTo>
                  <a:lnTo>
                    <a:pt x="3203" y="434"/>
                  </a:lnTo>
                  <a:close/>
                  <a:moveTo>
                    <a:pt x="3036" y="1"/>
                  </a:moveTo>
                  <a:cubicBezTo>
                    <a:pt x="2936" y="1"/>
                    <a:pt x="2869" y="67"/>
                    <a:pt x="2836" y="167"/>
                  </a:cubicBezTo>
                  <a:lnTo>
                    <a:pt x="34" y="11776"/>
                  </a:lnTo>
                  <a:cubicBezTo>
                    <a:pt x="1" y="11876"/>
                    <a:pt x="34" y="11942"/>
                    <a:pt x="101" y="12009"/>
                  </a:cubicBezTo>
                  <a:lnTo>
                    <a:pt x="2936" y="13944"/>
                  </a:lnTo>
                  <a:cubicBezTo>
                    <a:pt x="2969" y="13944"/>
                    <a:pt x="3003" y="13977"/>
                    <a:pt x="3036" y="13977"/>
                  </a:cubicBezTo>
                  <a:lnTo>
                    <a:pt x="9607" y="13977"/>
                  </a:lnTo>
                  <a:cubicBezTo>
                    <a:pt x="9674" y="13977"/>
                    <a:pt x="9708" y="13944"/>
                    <a:pt x="9741" y="13911"/>
                  </a:cubicBezTo>
                  <a:lnTo>
                    <a:pt x="12443" y="11442"/>
                  </a:lnTo>
                  <a:cubicBezTo>
                    <a:pt x="12510" y="11409"/>
                    <a:pt x="12510" y="11309"/>
                    <a:pt x="12510" y="11242"/>
                  </a:cubicBezTo>
                  <a:lnTo>
                    <a:pt x="9808" y="167"/>
                  </a:lnTo>
                  <a:cubicBezTo>
                    <a:pt x="9774" y="67"/>
                    <a:pt x="9708" y="1"/>
                    <a:pt x="96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5"/>
            <p:cNvSpPr/>
            <p:nvPr/>
          </p:nvSpPr>
          <p:spPr>
            <a:xfrm>
              <a:off x="5287050" y="4374575"/>
              <a:ext cx="172650" cy="152650"/>
            </a:xfrm>
            <a:custGeom>
              <a:avLst/>
              <a:gdLst/>
              <a:ahLst/>
              <a:cxnLst/>
              <a:rect l="l" t="t" r="r" b="b"/>
              <a:pathLst>
                <a:path w="6906" h="6106" extrusionOk="0">
                  <a:moveTo>
                    <a:pt x="301" y="1"/>
                  </a:moveTo>
                  <a:lnTo>
                    <a:pt x="1" y="268"/>
                  </a:lnTo>
                  <a:lnTo>
                    <a:pt x="5171" y="6105"/>
                  </a:lnTo>
                  <a:lnTo>
                    <a:pt x="6906" y="167"/>
                  </a:lnTo>
                  <a:lnTo>
                    <a:pt x="6505" y="67"/>
                  </a:lnTo>
                  <a:lnTo>
                    <a:pt x="4971" y="527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5220350" y="4515525"/>
              <a:ext cx="218500" cy="157625"/>
            </a:xfrm>
            <a:custGeom>
              <a:avLst/>
              <a:gdLst/>
              <a:ahLst/>
              <a:cxnLst/>
              <a:rect l="l" t="t" r="r" b="b"/>
              <a:pathLst>
                <a:path w="8740" h="6305" extrusionOk="0">
                  <a:moveTo>
                    <a:pt x="7939" y="0"/>
                  </a:moveTo>
                  <a:lnTo>
                    <a:pt x="7539" y="67"/>
                  </a:lnTo>
                  <a:lnTo>
                    <a:pt x="8273" y="5704"/>
                  </a:lnTo>
                  <a:lnTo>
                    <a:pt x="0" y="5871"/>
                  </a:lnTo>
                  <a:lnTo>
                    <a:pt x="0" y="6305"/>
                  </a:lnTo>
                  <a:lnTo>
                    <a:pt x="8740" y="6138"/>
                  </a:lnTo>
                  <a:lnTo>
                    <a:pt x="7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5"/>
            <p:cNvSpPr/>
            <p:nvPr/>
          </p:nvSpPr>
          <p:spPr>
            <a:xfrm>
              <a:off x="5288725" y="4649775"/>
              <a:ext cx="233525" cy="70900"/>
            </a:xfrm>
            <a:custGeom>
              <a:avLst/>
              <a:gdLst/>
              <a:ahLst/>
              <a:cxnLst/>
              <a:rect l="l" t="t" r="r" b="b"/>
              <a:pathLst>
                <a:path w="9341" h="2836" extrusionOk="0">
                  <a:moveTo>
                    <a:pt x="9307" y="1"/>
                  </a:moveTo>
                  <a:lnTo>
                    <a:pt x="5738" y="334"/>
                  </a:lnTo>
                  <a:lnTo>
                    <a:pt x="0" y="2469"/>
                  </a:lnTo>
                  <a:lnTo>
                    <a:pt x="134" y="2836"/>
                  </a:lnTo>
                  <a:lnTo>
                    <a:pt x="5805" y="768"/>
                  </a:lnTo>
                  <a:lnTo>
                    <a:pt x="9340" y="401"/>
                  </a:lnTo>
                  <a:lnTo>
                    <a:pt x="93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5"/>
            <p:cNvSpPr/>
            <p:nvPr/>
          </p:nvSpPr>
          <p:spPr>
            <a:xfrm>
              <a:off x="5428000" y="4661450"/>
              <a:ext cx="31700" cy="56725"/>
            </a:xfrm>
            <a:custGeom>
              <a:avLst/>
              <a:gdLst/>
              <a:ahLst/>
              <a:cxnLst/>
              <a:rect l="l" t="t" r="r" b="b"/>
              <a:pathLst>
                <a:path w="1268" h="2269" extrusionOk="0">
                  <a:moveTo>
                    <a:pt x="400" y="1"/>
                  </a:moveTo>
                  <a:lnTo>
                    <a:pt x="0" y="167"/>
                  </a:lnTo>
                  <a:lnTo>
                    <a:pt x="901" y="2269"/>
                  </a:lnTo>
                  <a:lnTo>
                    <a:pt x="1268" y="2102"/>
                  </a:lnTo>
                  <a:lnTo>
                    <a:pt x="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5"/>
            <p:cNvSpPr/>
            <p:nvPr/>
          </p:nvSpPr>
          <p:spPr>
            <a:xfrm>
              <a:off x="6302775" y="4614750"/>
              <a:ext cx="1296800" cy="177650"/>
            </a:xfrm>
            <a:custGeom>
              <a:avLst/>
              <a:gdLst/>
              <a:ahLst/>
              <a:cxnLst/>
              <a:rect l="l" t="t" r="r" b="b"/>
              <a:pathLst>
                <a:path w="51872" h="7106" extrusionOk="0">
                  <a:moveTo>
                    <a:pt x="31657" y="1"/>
                  </a:moveTo>
                  <a:lnTo>
                    <a:pt x="1" y="2135"/>
                  </a:lnTo>
                  <a:lnTo>
                    <a:pt x="22617" y="7106"/>
                  </a:lnTo>
                  <a:lnTo>
                    <a:pt x="51871" y="3436"/>
                  </a:lnTo>
                  <a:lnTo>
                    <a:pt x="316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5"/>
            <p:cNvSpPr/>
            <p:nvPr/>
          </p:nvSpPr>
          <p:spPr>
            <a:xfrm>
              <a:off x="6295525" y="4608925"/>
              <a:ext cx="1309875" cy="188475"/>
            </a:xfrm>
            <a:custGeom>
              <a:avLst/>
              <a:gdLst/>
              <a:ahLst/>
              <a:cxnLst/>
              <a:rect l="l" t="t" r="r" b="b"/>
              <a:pathLst>
                <a:path w="52395" h="7539" extrusionOk="0">
                  <a:moveTo>
                    <a:pt x="31913" y="434"/>
                  </a:moveTo>
                  <a:lnTo>
                    <a:pt x="50727" y="3636"/>
                  </a:lnTo>
                  <a:lnTo>
                    <a:pt x="22907" y="7105"/>
                  </a:lnTo>
                  <a:lnTo>
                    <a:pt x="1758" y="2468"/>
                  </a:lnTo>
                  <a:lnTo>
                    <a:pt x="31913" y="434"/>
                  </a:lnTo>
                  <a:close/>
                  <a:moveTo>
                    <a:pt x="31913" y="0"/>
                  </a:moveTo>
                  <a:lnTo>
                    <a:pt x="291" y="2168"/>
                  </a:lnTo>
                  <a:cubicBezTo>
                    <a:pt x="281" y="2167"/>
                    <a:pt x="271" y="2166"/>
                    <a:pt x="262" y="2166"/>
                  </a:cubicBezTo>
                  <a:cubicBezTo>
                    <a:pt x="22" y="2166"/>
                    <a:pt x="0" y="2569"/>
                    <a:pt x="257" y="2569"/>
                  </a:cubicBezTo>
                  <a:lnTo>
                    <a:pt x="22873" y="7539"/>
                  </a:lnTo>
                  <a:lnTo>
                    <a:pt x="22940" y="7539"/>
                  </a:lnTo>
                  <a:lnTo>
                    <a:pt x="52194" y="3869"/>
                  </a:lnTo>
                  <a:cubicBezTo>
                    <a:pt x="52294" y="3869"/>
                    <a:pt x="52361" y="3769"/>
                    <a:pt x="52395" y="3669"/>
                  </a:cubicBezTo>
                  <a:cubicBezTo>
                    <a:pt x="52395" y="3569"/>
                    <a:pt x="52294" y="3469"/>
                    <a:pt x="52194" y="3469"/>
                  </a:cubicBezTo>
                  <a:lnTo>
                    <a:pt x="319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5"/>
            <p:cNvSpPr/>
            <p:nvPr/>
          </p:nvSpPr>
          <p:spPr>
            <a:xfrm>
              <a:off x="6030075" y="3509800"/>
              <a:ext cx="1884725" cy="1111650"/>
            </a:xfrm>
            <a:custGeom>
              <a:avLst/>
              <a:gdLst/>
              <a:ahLst/>
              <a:cxnLst/>
              <a:rect l="l" t="t" r="r" b="b"/>
              <a:pathLst>
                <a:path w="75389" h="44466" extrusionOk="0">
                  <a:moveTo>
                    <a:pt x="25819" y="0"/>
                  </a:moveTo>
                  <a:cubicBezTo>
                    <a:pt x="25819" y="0"/>
                    <a:pt x="13877" y="5104"/>
                    <a:pt x="9775" y="6705"/>
                  </a:cubicBezTo>
                  <a:cubicBezTo>
                    <a:pt x="5672" y="8306"/>
                    <a:pt x="3804" y="9774"/>
                    <a:pt x="3070" y="14277"/>
                  </a:cubicBezTo>
                  <a:cubicBezTo>
                    <a:pt x="2336" y="18814"/>
                    <a:pt x="1" y="34091"/>
                    <a:pt x="1" y="34091"/>
                  </a:cubicBezTo>
                  <a:cubicBezTo>
                    <a:pt x="1" y="34091"/>
                    <a:pt x="601" y="37761"/>
                    <a:pt x="3804" y="38928"/>
                  </a:cubicBezTo>
                  <a:cubicBezTo>
                    <a:pt x="5641" y="39598"/>
                    <a:pt x="6907" y="39741"/>
                    <a:pt x="7653" y="39741"/>
                  </a:cubicBezTo>
                  <a:cubicBezTo>
                    <a:pt x="8207" y="39741"/>
                    <a:pt x="8474" y="39662"/>
                    <a:pt x="8474" y="39662"/>
                  </a:cubicBezTo>
                  <a:lnTo>
                    <a:pt x="9041" y="44465"/>
                  </a:lnTo>
                  <a:lnTo>
                    <a:pt x="52805" y="44465"/>
                  </a:lnTo>
                  <a:lnTo>
                    <a:pt x="55707" y="30022"/>
                  </a:lnTo>
                  <a:lnTo>
                    <a:pt x="63880" y="43298"/>
                  </a:lnTo>
                  <a:lnTo>
                    <a:pt x="75388" y="42998"/>
                  </a:lnTo>
                  <a:cubicBezTo>
                    <a:pt x="74954" y="38428"/>
                    <a:pt x="73387" y="34025"/>
                    <a:pt x="70885" y="30155"/>
                  </a:cubicBezTo>
                  <a:cubicBezTo>
                    <a:pt x="66648" y="23617"/>
                    <a:pt x="63146" y="18647"/>
                    <a:pt x="63146" y="18647"/>
                  </a:cubicBezTo>
                  <a:cubicBezTo>
                    <a:pt x="63146" y="18647"/>
                    <a:pt x="60444" y="7772"/>
                    <a:pt x="55841" y="6405"/>
                  </a:cubicBezTo>
                  <a:cubicBezTo>
                    <a:pt x="53172" y="5604"/>
                    <a:pt x="46367" y="3069"/>
                    <a:pt x="44633" y="2335"/>
                  </a:cubicBezTo>
                  <a:cubicBezTo>
                    <a:pt x="42865" y="1568"/>
                    <a:pt x="39496" y="34"/>
                    <a:pt x="39496" y="34"/>
                  </a:cubicBezTo>
                  <a:lnTo>
                    <a:pt x="25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5"/>
            <p:cNvSpPr/>
            <p:nvPr/>
          </p:nvSpPr>
          <p:spPr>
            <a:xfrm>
              <a:off x="6025075" y="3504800"/>
              <a:ext cx="1894725" cy="1121650"/>
            </a:xfrm>
            <a:custGeom>
              <a:avLst/>
              <a:gdLst/>
              <a:ahLst/>
              <a:cxnLst/>
              <a:rect l="l" t="t" r="r" b="b"/>
              <a:pathLst>
                <a:path w="75789" h="44866" extrusionOk="0">
                  <a:moveTo>
                    <a:pt x="26053" y="400"/>
                  </a:moveTo>
                  <a:lnTo>
                    <a:pt x="39629" y="434"/>
                  </a:lnTo>
                  <a:cubicBezTo>
                    <a:pt x="40029" y="634"/>
                    <a:pt x="43098" y="2035"/>
                    <a:pt x="44733" y="2702"/>
                  </a:cubicBezTo>
                  <a:cubicBezTo>
                    <a:pt x="46434" y="3436"/>
                    <a:pt x="53272" y="6004"/>
                    <a:pt x="55974" y="6805"/>
                  </a:cubicBezTo>
                  <a:cubicBezTo>
                    <a:pt x="60411" y="8139"/>
                    <a:pt x="63112" y="18780"/>
                    <a:pt x="63146" y="18880"/>
                  </a:cubicBezTo>
                  <a:cubicBezTo>
                    <a:pt x="63146" y="18914"/>
                    <a:pt x="63146" y="18947"/>
                    <a:pt x="63179" y="18947"/>
                  </a:cubicBezTo>
                  <a:cubicBezTo>
                    <a:pt x="63213" y="19014"/>
                    <a:pt x="66715" y="23984"/>
                    <a:pt x="70885" y="30489"/>
                  </a:cubicBezTo>
                  <a:cubicBezTo>
                    <a:pt x="73320" y="34258"/>
                    <a:pt x="74854" y="38528"/>
                    <a:pt x="75355" y="42998"/>
                  </a:cubicBezTo>
                  <a:lnTo>
                    <a:pt x="64180" y="43264"/>
                  </a:lnTo>
                  <a:lnTo>
                    <a:pt x="56074" y="30122"/>
                  </a:lnTo>
                  <a:cubicBezTo>
                    <a:pt x="56031" y="30050"/>
                    <a:pt x="55963" y="30015"/>
                    <a:pt x="55897" y="30015"/>
                  </a:cubicBezTo>
                  <a:cubicBezTo>
                    <a:pt x="55810" y="30015"/>
                    <a:pt x="55726" y="30075"/>
                    <a:pt x="55707" y="30188"/>
                  </a:cubicBezTo>
                  <a:lnTo>
                    <a:pt x="52805" y="44465"/>
                  </a:lnTo>
                  <a:lnTo>
                    <a:pt x="9441" y="44465"/>
                  </a:lnTo>
                  <a:lnTo>
                    <a:pt x="8874" y="39829"/>
                  </a:lnTo>
                  <a:cubicBezTo>
                    <a:pt x="8840" y="39762"/>
                    <a:pt x="8807" y="39695"/>
                    <a:pt x="8774" y="39662"/>
                  </a:cubicBezTo>
                  <a:cubicBezTo>
                    <a:pt x="8740" y="39645"/>
                    <a:pt x="8707" y="39637"/>
                    <a:pt x="8678" y="39637"/>
                  </a:cubicBezTo>
                  <a:cubicBezTo>
                    <a:pt x="8649" y="39637"/>
                    <a:pt x="8624" y="39645"/>
                    <a:pt x="8607" y="39662"/>
                  </a:cubicBezTo>
                  <a:cubicBezTo>
                    <a:pt x="8594" y="39662"/>
                    <a:pt x="8356" y="39721"/>
                    <a:pt x="7879" y="39721"/>
                  </a:cubicBezTo>
                  <a:cubicBezTo>
                    <a:pt x="7165" y="39721"/>
                    <a:pt x="5912" y="39588"/>
                    <a:pt x="4070" y="38928"/>
                  </a:cubicBezTo>
                  <a:cubicBezTo>
                    <a:pt x="1168" y="37861"/>
                    <a:pt x="468" y="34658"/>
                    <a:pt x="401" y="34291"/>
                  </a:cubicBezTo>
                  <a:cubicBezTo>
                    <a:pt x="534" y="33491"/>
                    <a:pt x="2769" y="18880"/>
                    <a:pt x="3470" y="14510"/>
                  </a:cubicBezTo>
                  <a:cubicBezTo>
                    <a:pt x="4170" y="10074"/>
                    <a:pt x="6005" y="8673"/>
                    <a:pt x="10041" y="7105"/>
                  </a:cubicBezTo>
                  <a:cubicBezTo>
                    <a:pt x="13944" y="5537"/>
                    <a:pt x="25285" y="734"/>
                    <a:pt x="26053" y="400"/>
                  </a:cubicBezTo>
                  <a:close/>
                  <a:moveTo>
                    <a:pt x="25919" y="0"/>
                  </a:moveTo>
                  <a:cubicBezTo>
                    <a:pt x="25819" y="33"/>
                    <a:pt x="13944" y="5137"/>
                    <a:pt x="9908" y="6705"/>
                  </a:cubicBezTo>
                  <a:cubicBezTo>
                    <a:pt x="5772" y="8339"/>
                    <a:pt x="3803" y="9840"/>
                    <a:pt x="3070" y="14444"/>
                  </a:cubicBezTo>
                  <a:cubicBezTo>
                    <a:pt x="2336" y="18914"/>
                    <a:pt x="1" y="34125"/>
                    <a:pt x="1" y="34291"/>
                  </a:cubicBezTo>
                  <a:cubicBezTo>
                    <a:pt x="1" y="34291"/>
                    <a:pt x="1" y="34325"/>
                    <a:pt x="1" y="34358"/>
                  </a:cubicBezTo>
                  <a:cubicBezTo>
                    <a:pt x="34" y="34491"/>
                    <a:pt x="635" y="38127"/>
                    <a:pt x="3937" y="39328"/>
                  </a:cubicBezTo>
                  <a:cubicBezTo>
                    <a:pt x="5806" y="39992"/>
                    <a:pt x="7095" y="40131"/>
                    <a:pt x="7857" y="40131"/>
                  </a:cubicBezTo>
                  <a:cubicBezTo>
                    <a:pt x="8129" y="40131"/>
                    <a:pt x="8333" y="40113"/>
                    <a:pt x="8473" y="40095"/>
                  </a:cubicBezTo>
                  <a:lnTo>
                    <a:pt x="9041" y="44699"/>
                  </a:lnTo>
                  <a:cubicBezTo>
                    <a:pt x="9041" y="44799"/>
                    <a:pt x="9141" y="44866"/>
                    <a:pt x="9241" y="44866"/>
                  </a:cubicBezTo>
                  <a:lnTo>
                    <a:pt x="53005" y="44866"/>
                  </a:lnTo>
                  <a:cubicBezTo>
                    <a:pt x="53072" y="44866"/>
                    <a:pt x="53172" y="44799"/>
                    <a:pt x="53205" y="44699"/>
                  </a:cubicBezTo>
                  <a:lnTo>
                    <a:pt x="56007" y="30789"/>
                  </a:lnTo>
                  <a:lnTo>
                    <a:pt x="63880" y="43598"/>
                  </a:lnTo>
                  <a:cubicBezTo>
                    <a:pt x="63913" y="43665"/>
                    <a:pt x="64013" y="43698"/>
                    <a:pt x="64080" y="43698"/>
                  </a:cubicBezTo>
                  <a:lnTo>
                    <a:pt x="75588" y="43431"/>
                  </a:lnTo>
                  <a:cubicBezTo>
                    <a:pt x="75655" y="43431"/>
                    <a:pt x="75688" y="43398"/>
                    <a:pt x="75755" y="43364"/>
                  </a:cubicBezTo>
                  <a:cubicBezTo>
                    <a:pt x="75788" y="43298"/>
                    <a:pt x="75788" y="43264"/>
                    <a:pt x="75788" y="43198"/>
                  </a:cubicBezTo>
                  <a:cubicBezTo>
                    <a:pt x="75321" y="38594"/>
                    <a:pt x="73753" y="34158"/>
                    <a:pt x="71252" y="30288"/>
                  </a:cubicBezTo>
                  <a:cubicBezTo>
                    <a:pt x="67215" y="24051"/>
                    <a:pt x="63846" y="19214"/>
                    <a:pt x="63546" y="18780"/>
                  </a:cubicBezTo>
                  <a:cubicBezTo>
                    <a:pt x="63313" y="17946"/>
                    <a:pt x="60677" y="7806"/>
                    <a:pt x="56107" y="6438"/>
                  </a:cubicBezTo>
                  <a:cubicBezTo>
                    <a:pt x="53406" y="5604"/>
                    <a:pt x="46634" y="3069"/>
                    <a:pt x="44899" y="2335"/>
                  </a:cubicBezTo>
                  <a:cubicBezTo>
                    <a:pt x="43165" y="1635"/>
                    <a:pt x="39796" y="67"/>
                    <a:pt x="39762" y="67"/>
                  </a:cubicBezTo>
                  <a:cubicBezTo>
                    <a:pt x="39729" y="33"/>
                    <a:pt x="39729" y="33"/>
                    <a:pt x="39696" y="33"/>
                  </a:cubicBezTo>
                  <a:lnTo>
                    <a:pt x="260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5"/>
            <p:cNvSpPr/>
            <p:nvPr/>
          </p:nvSpPr>
          <p:spPr>
            <a:xfrm>
              <a:off x="6079275" y="3509800"/>
              <a:ext cx="1592850" cy="1111650"/>
            </a:xfrm>
            <a:custGeom>
              <a:avLst/>
              <a:gdLst/>
              <a:ahLst/>
              <a:cxnLst/>
              <a:rect l="l" t="t" r="r" b="b"/>
              <a:pathLst>
                <a:path w="63714" h="44466" extrusionOk="0">
                  <a:moveTo>
                    <a:pt x="23851" y="0"/>
                  </a:moveTo>
                  <a:cubicBezTo>
                    <a:pt x="23851" y="0"/>
                    <a:pt x="11909" y="5104"/>
                    <a:pt x="7807" y="6705"/>
                  </a:cubicBezTo>
                  <a:cubicBezTo>
                    <a:pt x="3704" y="8306"/>
                    <a:pt x="1836" y="9774"/>
                    <a:pt x="1102" y="14277"/>
                  </a:cubicBezTo>
                  <a:cubicBezTo>
                    <a:pt x="868" y="15778"/>
                    <a:pt x="435" y="18447"/>
                    <a:pt x="1" y="21382"/>
                  </a:cubicBezTo>
                  <a:cubicBezTo>
                    <a:pt x="1158" y="20945"/>
                    <a:pt x="2402" y="20712"/>
                    <a:pt x="3653" y="20712"/>
                  </a:cubicBezTo>
                  <a:cubicBezTo>
                    <a:pt x="3736" y="20712"/>
                    <a:pt x="3820" y="20713"/>
                    <a:pt x="3904" y="20715"/>
                  </a:cubicBezTo>
                  <a:cubicBezTo>
                    <a:pt x="7406" y="20782"/>
                    <a:pt x="9041" y="21449"/>
                    <a:pt x="9041" y="21449"/>
                  </a:cubicBezTo>
                  <a:lnTo>
                    <a:pt x="6506" y="39662"/>
                  </a:lnTo>
                  <a:lnTo>
                    <a:pt x="7073" y="44465"/>
                  </a:lnTo>
                  <a:lnTo>
                    <a:pt x="50837" y="44465"/>
                  </a:lnTo>
                  <a:lnTo>
                    <a:pt x="53739" y="30022"/>
                  </a:lnTo>
                  <a:lnTo>
                    <a:pt x="54273" y="30889"/>
                  </a:lnTo>
                  <a:cubicBezTo>
                    <a:pt x="54740" y="29388"/>
                    <a:pt x="57075" y="23250"/>
                    <a:pt x="63713" y="22350"/>
                  </a:cubicBezTo>
                  <a:cubicBezTo>
                    <a:pt x="62145" y="20048"/>
                    <a:pt x="61178" y="18647"/>
                    <a:pt x="61178" y="18647"/>
                  </a:cubicBezTo>
                  <a:cubicBezTo>
                    <a:pt x="61178" y="18647"/>
                    <a:pt x="58476" y="7772"/>
                    <a:pt x="53873" y="6405"/>
                  </a:cubicBezTo>
                  <a:cubicBezTo>
                    <a:pt x="51204" y="5604"/>
                    <a:pt x="44399" y="3069"/>
                    <a:pt x="42665" y="2335"/>
                  </a:cubicBezTo>
                  <a:cubicBezTo>
                    <a:pt x="40897" y="1568"/>
                    <a:pt x="37528" y="34"/>
                    <a:pt x="37528" y="34"/>
                  </a:cubicBezTo>
                  <a:lnTo>
                    <a:pt x="238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5"/>
            <p:cNvSpPr/>
            <p:nvPr/>
          </p:nvSpPr>
          <p:spPr>
            <a:xfrm>
              <a:off x="6073450" y="3504800"/>
              <a:ext cx="1602825" cy="1121650"/>
            </a:xfrm>
            <a:custGeom>
              <a:avLst/>
              <a:gdLst/>
              <a:ahLst/>
              <a:cxnLst/>
              <a:rect l="l" t="t" r="r" b="b"/>
              <a:pathLst>
                <a:path w="64113" h="44866" extrusionOk="0">
                  <a:moveTo>
                    <a:pt x="24118" y="400"/>
                  </a:moveTo>
                  <a:lnTo>
                    <a:pt x="37694" y="434"/>
                  </a:lnTo>
                  <a:cubicBezTo>
                    <a:pt x="38094" y="634"/>
                    <a:pt x="41163" y="2035"/>
                    <a:pt x="42798" y="2702"/>
                  </a:cubicBezTo>
                  <a:cubicBezTo>
                    <a:pt x="44499" y="3436"/>
                    <a:pt x="51337" y="5971"/>
                    <a:pt x="54039" y="6805"/>
                  </a:cubicBezTo>
                  <a:cubicBezTo>
                    <a:pt x="58476" y="8139"/>
                    <a:pt x="61177" y="18780"/>
                    <a:pt x="61211" y="18880"/>
                  </a:cubicBezTo>
                  <a:cubicBezTo>
                    <a:pt x="61211" y="18914"/>
                    <a:pt x="61211" y="18947"/>
                    <a:pt x="61244" y="18947"/>
                  </a:cubicBezTo>
                  <a:cubicBezTo>
                    <a:pt x="61244" y="18980"/>
                    <a:pt x="62145" y="20281"/>
                    <a:pt x="63579" y="22383"/>
                  </a:cubicBezTo>
                  <a:cubicBezTo>
                    <a:pt x="57542" y="23384"/>
                    <a:pt x="55140" y="28721"/>
                    <a:pt x="54439" y="30589"/>
                  </a:cubicBezTo>
                  <a:lnTo>
                    <a:pt x="54139" y="30122"/>
                  </a:lnTo>
                  <a:cubicBezTo>
                    <a:pt x="54096" y="30050"/>
                    <a:pt x="54028" y="30015"/>
                    <a:pt x="53962" y="30015"/>
                  </a:cubicBezTo>
                  <a:cubicBezTo>
                    <a:pt x="53875" y="30015"/>
                    <a:pt x="53791" y="30075"/>
                    <a:pt x="53772" y="30188"/>
                  </a:cubicBezTo>
                  <a:lnTo>
                    <a:pt x="50870" y="44465"/>
                  </a:lnTo>
                  <a:lnTo>
                    <a:pt x="7506" y="44465"/>
                  </a:lnTo>
                  <a:lnTo>
                    <a:pt x="6939" y="39862"/>
                  </a:lnTo>
                  <a:lnTo>
                    <a:pt x="9474" y="21682"/>
                  </a:lnTo>
                  <a:cubicBezTo>
                    <a:pt x="9474" y="21616"/>
                    <a:pt x="9441" y="21516"/>
                    <a:pt x="9340" y="21482"/>
                  </a:cubicBezTo>
                  <a:cubicBezTo>
                    <a:pt x="9274" y="21449"/>
                    <a:pt x="7606" y="20782"/>
                    <a:pt x="4137" y="20715"/>
                  </a:cubicBezTo>
                  <a:cubicBezTo>
                    <a:pt x="4048" y="20713"/>
                    <a:pt x="3958" y="20711"/>
                    <a:pt x="3869" y="20711"/>
                  </a:cubicBezTo>
                  <a:cubicBezTo>
                    <a:pt x="2720" y="20711"/>
                    <a:pt x="1551" y="20908"/>
                    <a:pt x="467" y="21249"/>
                  </a:cubicBezTo>
                  <a:cubicBezTo>
                    <a:pt x="901" y="18480"/>
                    <a:pt x="1301" y="15945"/>
                    <a:pt x="1535" y="14510"/>
                  </a:cubicBezTo>
                  <a:cubicBezTo>
                    <a:pt x="2235" y="10074"/>
                    <a:pt x="4070" y="8673"/>
                    <a:pt x="8106" y="7105"/>
                  </a:cubicBezTo>
                  <a:cubicBezTo>
                    <a:pt x="12009" y="5537"/>
                    <a:pt x="23350" y="734"/>
                    <a:pt x="24118" y="400"/>
                  </a:cubicBezTo>
                  <a:close/>
                  <a:moveTo>
                    <a:pt x="23984" y="0"/>
                  </a:moveTo>
                  <a:cubicBezTo>
                    <a:pt x="23851" y="33"/>
                    <a:pt x="11976" y="5137"/>
                    <a:pt x="7939" y="6705"/>
                  </a:cubicBezTo>
                  <a:cubicBezTo>
                    <a:pt x="3837" y="8339"/>
                    <a:pt x="1868" y="9840"/>
                    <a:pt x="1101" y="14444"/>
                  </a:cubicBezTo>
                  <a:cubicBezTo>
                    <a:pt x="868" y="15945"/>
                    <a:pt x="434" y="18613"/>
                    <a:pt x="0" y="21549"/>
                  </a:cubicBezTo>
                  <a:cubicBezTo>
                    <a:pt x="0" y="21616"/>
                    <a:pt x="0" y="21682"/>
                    <a:pt x="67" y="21749"/>
                  </a:cubicBezTo>
                  <a:cubicBezTo>
                    <a:pt x="134" y="21782"/>
                    <a:pt x="201" y="21782"/>
                    <a:pt x="267" y="21782"/>
                  </a:cubicBezTo>
                  <a:cubicBezTo>
                    <a:pt x="1424" y="21345"/>
                    <a:pt x="2639" y="21112"/>
                    <a:pt x="3886" y="21112"/>
                  </a:cubicBezTo>
                  <a:cubicBezTo>
                    <a:pt x="3969" y="21112"/>
                    <a:pt x="4053" y="21113"/>
                    <a:pt x="4137" y="21115"/>
                  </a:cubicBezTo>
                  <a:cubicBezTo>
                    <a:pt x="5771" y="21115"/>
                    <a:pt x="7439" y="21349"/>
                    <a:pt x="9040" y="21816"/>
                  </a:cubicBezTo>
                  <a:lnTo>
                    <a:pt x="6538" y="39829"/>
                  </a:lnTo>
                  <a:cubicBezTo>
                    <a:pt x="6505" y="39829"/>
                    <a:pt x="6505" y="39862"/>
                    <a:pt x="6538" y="39862"/>
                  </a:cubicBezTo>
                  <a:lnTo>
                    <a:pt x="7106" y="44699"/>
                  </a:lnTo>
                  <a:cubicBezTo>
                    <a:pt x="7106" y="44799"/>
                    <a:pt x="7206" y="44866"/>
                    <a:pt x="7306" y="44866"/>
                  </a:cubicBezTo>
                  <a:lnTo>
                    <a:pt x="51070" y="44866"/>
                  </a:lnTo>
                  <a:cubicBezTo>
                    <a:pt x="51137" y="44866"/>
                    <a:pt x="51170" y="44799"/>
                    <a:pt x="51204" y="44732"/>
                  </a:cubicBezTo>
                  <a:lnTo>
                    <a:pt x="54006" y="30822"/>
                  </a:lnTo>
                  <a:lnTo>
                    <a:pt x="54273" y="31222"/>
                  </a:lnTo>
                  <a:cubicBezTo>
                    <a:pt x="54300" y="31277"/>
                    <a:pt x="54372" y="31331"/>
                    <a:pt x="54433" y="31331"/>
                  </a:cubicBezTo>
                  <a:cubicBezTo>
                    <a:pt x="54447" y="31331"/>
                    <a:pt x="54460" y="31329"/>
                    <a:pt x="54473" y="31323"/>
                  </a:cubicBezTo>
                  <a:cubicBezTo>
                    <a:pt x="54573" y="31323"/>
                    <a:pt x="54639" y="31256"/>
                    <a:pt x="54639" y="31189"/>
                  </a:cubicBezTo>
                  <a:cubicBezTo>
                    <a:pt x="55207" y="29455"/>
                    <a:pt x="57475" y="23650"/>
                    <a:pt x="63913" y="22783"/>
                  </a:cubicBezTo>
                  <a:cubicBezTo>
                    <a:pt x="63979" y="22750"/>
                    <a:pt x="64046" y="22716"/>
                    <a:pt x="64080" y="22650"/>
                  </a:cubicBezTo>
                  <a:cubicBezTo>
                    <a:pt x="64113" y="22583"/>
                    <a:pt x="64113" y="22516"/>
                    <a:pt x="64080" y="22450"/>
                  </a:cubicBezTo>
                  <a:cubicBezTo>
                    <a:pt x="62679" y="20381"/>
                    <a:pt x="61745" y="19014"/>
                    <a:pt x="61578" y="18780"/>
                  </a:cubicBezTo>
                  <a:cubicBezTo>
                    <a:pt x="61378" y="17980"/>
                    <a:pt x="58742" y="7806"/>
                    <a:pt x="54172" y="6438"/>
                  </a:cubicBezTo>
                  <a:cubicBezTo>
                    <a:pt x="51471" y="5604"/>
                    <a:pt x="44666" y="3069"/>
                    <a:pt x="42964" y="2368"/>
                  </a:cubicBezTo>
                  <a:cubicBezTo>
                    <a:pt x="41230" y="1635"/>
                    <a:pt x="37861" y="67"/>
                    <a:pt x="37827" y="67"/>
                  </a:cubicBezTo>
                  <a:cubicBezTo>
                    <a:pt x="37794" y="33"/>
                    <a:pt x="37761" y="33"/>
                    <a:pt x="37727" y="33"/>
                  </a:cubicBezTo>
                  <a:lnTo>
                    <a:pt x="240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5"/>
            <p:cNvSpPr/>
            <p:nvPr/>
          </p:nvSpPr>
          <p:spPr>
            <a:xfrm>
              <a:off x="7053325" y="3539825"/>
              <a:ext cx="23375" cy="229350"/>
            </a:xfrm>
            <a:custGeom>
              <a:avLst/>
              <a:gdLst/>
              <a:ahLst/>
              <a:cxnLst/>
              <a:rect l="l" t="t" r="r" b="b"/>
              <a:pathLst>
                <a:path w="935" h="9174" extrusionOk="0">
                  <a:moveTo>
                    <a:pt x="534" y="0"/>
                  </a:moveTo>
                  <a:lnTo>
                    <a:pt x="134" y="67"/>
                  </a:lnTo>
                  <a:cubicBezTo>
                    <a:pt x="500" y="3069"/>
                    <a:pt x="467" y="6104"/>
                    <a:pt x="0" y="9107"/>
                  </a:cubicBezTo>
                  <a:lnTo>
                    <a:pt x="434" y="9173"/>
                  </a:lnTo>
                  <a:cubicBezTo>
                    <a:pt x="901" y="6138"/>
                    <a:pt x="934" y="3036"/>
                    <a:pt x="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5"/>
            <p:cNvSpPr/>
            <p:nvPr/>
          </p:nvSpPr>
          <p:spPr>
            <a:xfrm>
              <a:off x="6964075" y="3715775"/>
              <a:ext cx="65925" cy="150125"/>
            </a:xfrm>
            <a:custGeom>
              <a:avLst/>
              <a:gdLst/>
              <a:ahLst/>
              <a:cxnLst/>
              <a:rect l="l" t="t" r="r" b="b"/>
              <a:pathLst>
                <a:path w="2637" h="6005" extrusionOk="0">
                  <a:moveTo>
                    <a:pt x="2236" y="0"/>
                  </a:moveTo>
                  <a:cubicBezTo>
                    <a:pt x="2236" y="67"/>
                    <a:pt x="1435" y="2502"/>
                    <a:pt x="1" y="5838"/>
                  </a:cubicBezTo>
                  <a:lnTo>
                    <a:pt x="401" y="6005"/>
                  </a:lnTo>
                  <a:cubicBezTo>
                    <a:pt x="1836" y="2669"/>
                    <a:pt x="2636" y="167"/>
                    <a:pt x="2636" y="134"/>
                  </a:cubicBezTo>
                  <a:lnTo>
                    <a:pt x="2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5"/>
            <p:cNvSpPr/>
            <p:nvPr/>
          </p:nvSpPr>
          <p:spPr>
            <a:xfrm>
              <a:off x="7416075" y="3972625"/>
              <a:ext cx="30050" cy="259375"/>
            </a:xfrm>
            <a:custGeom>
              <a:avLst/>
              <a:gdLst/>
              <a:ahLst/>
              <a:cxnLst/>
              <a:rect l="l" t="t" r="r" b="b"/>
              <a:pathLst>
                <a:path w="1202" h="10375" extrusionOk="0">
                  <a:moveTo>
                    <a:pt x="768" y="0"/>
                  </a:moveTo>
                  <a:lnTo>
                    <a:pt x="0" y="10341"/>
                  </a:lnTo>
                  <a:lnTo>
                    <a:pt x="401" y="10375"/>
                  </a:lnTo>
                  <a:lnTo>
                    <a:pt x="1201" y="34"/>
                  </a:lnTo>
                  <a:lnTo>
                    <a:pt x="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5"/>
            <p:cNvSpPr/>
            <p:nvPr/>
          </p:nvSpPr>
          <p:spPr>
            <a:xfrm>
              <a:off x="7399400" y="3940100"/>
              <a:ext cx="10025" cy="157650"/>
            </a:xfrm>
            <a:custGeom>
              <a:avLst/>
              <a:gdLst/>
              <a:ahLst/>
              <a:cxnLst/>
              <a:rect l="l" t="t" r="r" b="b"/>
              <a:pathLst>
                <a:path w="401" h="6306" extrusionOk="0">
                  <a:moveTo>
                    <a:pt x="0" y="1"/>
                  </a:moveTo>
                  <a:lnTo>
                    <a:pt x="0" y="6305"/>
                  </a:lnTo>
                  <a:lnTo>
                    <a:pt x="401" y="6305"/>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5"/>
            <p:cNvSpPr/>
            <p:nvPr/>
          </p:nvSpPr>
          <p:spPr>
            <a:xfrm>
              <a:off x="6633850" y="3359675"/>
              <a:ext cx="383625" cy="472050"/>
            </a:xfrm>
            <a:custGeom>
              <a:avLst/>
              <a:gdLst/>
              <a:ahLst/>
              <a:cxnLst/>
              <a:rect l="l" t="t" r="r" b="b"/>
              <a:pathLst>
                <a:path w="15345" h="18882" extrusionOk="0">
                  <a:moveTo>
                    <a:pt x="0" y="1"/>
                  </a:moveTo>
                  <a:lnTo>
                    <a:pt x="67" y="8374"/>
                  </a:lnTo>
                  <a:cubicBezTo>
                    <a:pt x="67" y="8374"/>
                    <a:pt x="1268" y="18047"/>
                    <a:pt x="8206" y="18848"/>
                  </a:cubicBezTo>
                  <a:cubicBezTo>
                    <a:pt x="8405" y="18871"/>
                    <a:pt x="8597" y="18882"/>
                    <a:pt x="8785" y="18882"/>
                  </a:cubicBezTo>
                  <a:cubicBezTo>
                    <a:pt x="15156" y="18882"/>
                    <a:pt x="15345" y="6039"/>
                    <a:pt x="15345" y="6039"/>
                  </a:cubicBezTo>
                  <a:lnTo>
                    <a:pt x="13877" y="268"/>
                  </a:lnTo>
                  <a:cubicBezTo>
                    <a:pt x="13877" y="268"/>
                    <a:pt x="12915" y="3205"/>
                    <a:pt x="8765" y="3205"/>
                  </a:cubicBezTo>
                  <a:cubicBezTo>
                    <a:pt x="8214" y="3205"/>
                    <a:pt x="7607" y="3154"/>
                    <a:pt x="6939" y="3036"/>
                  </a:cubicBezTo>
                  <a:cubicBezTo>
                    <a:pt x="1235" y="2069"/>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5"/>
            <p:cNvSpPr/>
            <p:nvPr/>
          </p:nvSpPr>
          <p:spPr>
            <a:xfrm>
              <a:off x="6628000" y="3340500"/>
              <a:ext cx="394475" cy="496225"/>
            </a:xfrm>
            <a:custGeom>
              <a:avLst/>
              <a:gdLst/>
              <a:ahLst/>
              <a:cxnLst/>
              <a:rect l="l" t="t" r="r" b="b"/>
              <a:pathLst>
                <a:path w="15779" h="19849" extrusionOk="0">
                  <a:moveTo>
                    <a:pt x="435" y="1302"/>
                  </a:moveTo>
                  <a:lnTo>
                    <a:pt x="435" y="1302"/>
                  </a:lnTo>
                  <a:cubicBezTo>
                    <a:pt x="1135" y="2002"/>
                    <a:pt x="2970" y="3303"/>
                    <a:pt x="7139" y="4004"/>
                  </a:cubicBezTo>
                  <a:cubicBezTo>
                    <a:pt x="7792" y="4116"/>
                    <a:pt x="8389" y="4167"/>
                    <a:pt x="8935" y="4167"/>
                  </a:cubicBezTo>
                  <a:cubicBezTo>
                    <a:pt x="12098" y="4167"/>
                    <a:pt x="13532" y="2484"/>
                    <a:pt x="14044" y="1602"/>
                  </a:cubicBezTo>
                  <a:lnTo>
                    <a:pt x="15345" y="6806"/>
                  </a:lnTo>
                  <a:cubicBezTo>
                    <a:pt x="15345" y="7339"/>
                    <a:pt x="15078" y="15445"/>
                    <a:pt x="11743" y="18381"/>
                  </a:cubicBezTo>
                  <a:cubicBezTo>
                    <a:pt x="10985" y="19054"/>
                    <a:pt x="10015" y="19421"/>
                    <a:pt x="9011" y="19421"/>
                  </a:cubicBezTo>
                  <a:cubicBezTo>
                    <a:pt x="8821" y="19421"/>
                    <a:pt x="8631" y="19408"/>
                    <a:pt x="8440" y="19381"/>
                  </a:cubicBezTo>
                  <a:cubicBezTo>
                    <a:pt x="1769" y="18614"/>
                    <a:pt x="535" y="9207"/>
                    <a:pt x="535" y="9141"/>
                  </a:cubicBezTo>
                  <a:lnTo>
                    <a:pt x="435" y="1302"/>
                  </a:lnTo>
                  <a:close/>
                  <a:moveTo>
                    <a:pt x="1" y="1"/>
                  </a:moveTo>
                  <a:lnTo>
                    <a:pt x="101" y="9174"/>
                  </a:lnTo>
                  <a:cubicBezTo>
                    <a:pt x="134" y="9274"/>
                    <a:pt x="1369" y="18981"/>
                    <a:pt x="8407" y="19815"/>
                  </a:cubicBezTo>
                  <a:cubicBezTo>
                    <a:pt x="8607" y="19848"/>
                    <a:pt x="8807" y="19848"/>
                    <a:pt x="9007" y="19848"/>
                  </a:cubicBezTo>
                  <a:cubicBezTo>
                    <a:pt x="10142" y="19848"/>
                    <a:pt x="11209" y="19448"/>
                    <a:pt x="12010" y="18714"/>
                  </a:cubicBezTo>
                  <a:cubicBezTo>
                    <a:pt x="15612" y="15545"/>
                    <a:pt x="15779" y="7173"/>
                    <a:pt x="15779" y="6806"/>
                  </a:cubicBezTo>
                  <a:lnTo>
                    <a:pt x="15779" y="6772"/>
                  </a:lnTo>
                  <a:lnTo>
                    <a:pt x="14144" y="301"/>
                  </a:lnTo>
                  <a:lnTo>
                    <a:pt x="13911" y="968"/>
                  </a:lnTo>
                  <a:cubicBezTo>
                    <a:pt x="13882" y="1085"/>
                    <a:pt x="12952" y="3773"/>
                    <a:pt x="9024" y="3773"/>
                  </a:cubicBezTo>
                  <a:cubicBezTo>
                    <a:pt x="8478" y="3773"/>
                    <a:pt x="7874" y="3721"/>
                    <a:pt x="7206" y="3603"/>
                  </a:cubicBezTo>
                  <a:cubicBezTo>
                    <a:pt x="1736" y="2669"/>
                    <a:pt x="435" y="668"/>
                    <a:pt x="401" y="635"/>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5"/>
            <p:cNvSpPr/>
            <p:nvPr/>
          </p:nvSpPr>
          <p:spPr>
            <a:xfrm>
              <a:off x="6633850" y="3359675"/>
              <a:ext cx="288575" cy="286900"/>
            </a:xfrm>
            <a:custGeom>
              <a:avLst/>
              <a:gdLst/>
              <a:ahLst/>
              <a:cxnLst/>
              <a:rect l="l" t="t" r="r" b="b"/>
              <a:pathLst>
                <a:path w="11543" h="11476" extrusionOk="0">
                  <a:moveTo>
                    <a:pt x="0" y="1"/>
                  </a:moveTo>
                  <a:lnTo>
                    <a:pt x="101" y="8374"/>
                  </a:lnTo>
                  <a:cubicBezTo>
                    <a:pt x="234" y="9441"/>
                    <a:pt x="501" y="10475"/>
                    <a:pt x="834" y="11476"/>
                  </a:cubicBezTo>
                  <a:cubicBezTo>
                    <a:pt x="2936" y="9341"/>
                    <a:pt x="11509" y="3103"/>
                    <a:pt x="11509" y="3103"/>
                  </a:cubicBezTo>
                  <a:lnTo>
                    <a:pt x="11542" y="2636"/>
                  </a:lnTo>
                  <a:lnTo>
                    <a:pt x="11542" y="2636"/>
                  </a:lnTo>
                  <a:cubicBezTo>
                    <a:pt x="10825" y="2983"/>
                    <a:pt x="9883" y="3218"/>
                    <a:pt x="8694" y="3218"/>
                  </a:cubicBezTo>
                  <a:cubicBezTo>
                    <a:pt x="8169" y="3218"/>
                    <a:pt x="7596" y="3172"/>
                    <a:pt x="6972" y="3070"/>
                  </a:cubicBezTo>
                  <a:cubicBezTo>
                    <a:pt x="1268" y="2069"/>
                    <a:pt x="1" y="1"/>
                    <a:pt x="0"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5"/>
            <p:cNvSpPr/>
            <p:nvPr/>
          </p:nvSpPr>
          <p:spPr>
            <a:xfrm>
              <a:off x="6516275" y="2763600"/>
              <a:ext cx="514550" cy="721575"/>
            </a:xfrm>
            <a:custGeom>
              <a:avLst/>
              <a:gdLst/>
              <a:ahLst/>
              <a:cxnLst/>
              <a:rect l="l" t="t" r="r" b="b"/>
              <a:pathLst>
                <a:path w="20582" h="28863" extrusionOk="0">
                  <a:moveTo>
                    <a:pt x="10744" y="1"/>
                  </a:moveTo>
                  <a:cubicBezTo>
                    <a:pt x="8624" y="1"/>
                    <a:pt x="6974" y="605"/>
                    <a:pt x="6205" y="1094"/>
                  </a:cubicBezTo>
                  <a:cubicBezTo>
                    <a:pt x="5104" y="1828"/>
                    <a:pt x="0" y="10201"/>
                    <a:pt x="0" y="10201"/>
                  </a:cubicBezTo>
                  <a:lnTo>
                    <a:pt x="1101" y="17506"/>
                  </a:lnTo>
                  <a:cubicBezTo>
                    <a:pt x="1101" y="17506"/>
                    <a:pt x="2902" y="24111"/>
                    <a:pt x="4070" y="25078"/>
                  </a:cubicBezTo>
                  <a:cubicBezTo>
                    <a:pt x="5052" y="25920"/>
                    <a:pt x="9102" y="28863"/>
                    <a:pt x="12906" y="28863"/>
                  </a:cubicBezTo>
                  <a:cubicBezTo>
                    <a:pt x="13624" y="28863"/>
                    <a:pt x="14333" y="28758"/>
                    <a:pt x="15011" y="28514"/>
                  </a:cubicBezTo>
                  <a:cubicBezTo>
                    <a:pt x="19247" y="26980"/>
                    <a:pt x="20581" y="20575"/>
                    <a:pt x="20581" y="19041"/>
                  </a:cubicBezTo>
                  <a:cubicBezTo>
                    <a:pt x="20581" y="17506"/>
                    <a:pt x="19481" y="11035"/>
                    <a:pt x="19481" y="11035"/>
                  </a:cubicBezTo>
                  <a:cubicBezTo>
                    <a:pt x="19481" y="11035"/>
                    <a:pt x="19047" y="6165"/>
                    <a:pt x="18580" y="4730"/>
                  </a:cubicBezTo>
                  <a:cubicBezTo>
                    <a:pt x="18146" y="3263"/>
                    <a:pt x="17246" y="1294"/>
                    <a:pt x="13710" y="394"/>
                  </a:cubicBezTo>
                  <a:cubicBezTo>
                    <a:pt x="12656" y="113"/>
                    <a:pt x="11656" y="1"/>
                    <a:pt x="107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5"/>
            <p:cNvSpPr/>
            <p:nvPr/>
          </p:nvSpPr>
          <p:spPr>
            <a:xfrm>
              <a:off x="6511250" y="2757750"/>
              <a:ext cx="524575" cy="732900"/>
            </a:xfrm>
            <a:custGeom>
              <a:avLst/>
              <a:gdLst/>
              <a:ahLst/>
              <a:cxnLst/>
              <a:rect l="l" t="t" r="r" b="b"/>
              <a:pathLst>
                <a:path w="20983" h="29316" extrusionOk="0">
                  <a:moveTo>
                    <a:pt x="10990" y="418"/>
                  </a:moveTo>
                  <a:cubicBezTo>
                    <a:pt x="11892" y="418"/>
                    <a:pt x="12869" y="527"/>
                    <a:pt x="13878" y="795"/>
                  </a:cubicBezTo>
                  <a:cubicBezTo>
                    <a:pt x="17147" y="1662"/>
                    <a:pt x="18114" y="3396"/>
                    <a:pt x="18614" y="4998"/>
                  </a:cubicBezTo>
                  <a:cubicBezTo>
                    <a:pt x="19048" y="6399"/>
                    <a:pt x="19482" y="11202"/>
                    <a:pt x="19482" y="11269"/>
                  </a:cubicBezTo>
                  <a:cubicBezTo>
                    <a:pt x="19515" y="11369"/>
                    <a:pt x="20582" y="17740"/>
                    <a:pt x="20582" y="19275"/>
                  </a:cubicBezTo>
                  <a:cubicBezTo>
                    <a:pt x="20582" y="20809"/>
                    <a:pt x="19215" y="27080"/>
                    <a:pt x="15112" y="28548"/>
                  </a:cubicBezTo>
                  <a:cubicBezTo>
                    <a:pt x="14473" y="28781"/>
                    <a:pt x="13797" y="28882"/>
                    <a:pt x="13106" y="28882"/>
                  </a:cubicBezTo>
                  <a:cubicBezTo>
                    <a:pt x="9642" y="28882"/>
                    <a:pt x="5794" y="26347"/>
                    <a:pt x="4404" y="25179"/>
                  </a:cubicBezTo>
                  <a:cubicBezTo>
                    <a:pt x="3470" y="24378"/>
                    <a:pt x="2002" y="19541"/>
                    <a:pt x="1502" y="17707"/>
                  </a:cubicBezTo>
                  <a:lnTo>
                    <a:pt x="435" y="10468"/>
                  </a:lnTo>
                  <a:cubicBezTo>
                    <a:pt x="1869" y="8100"/>
                    <a:pt x="5705" y="2062"/>
                    <a:pt x="6539" y="1495"/>
                  </a:cubicBezTo>
                  <a:cubicBezTo>
                    <a:pt x="7323" y="965"/>
                    <a:pt x="8969" y="418"/>
                    <a:pt x="10990" y="418"/>
                  </a:cubicBezTo>
                  <a:close/>
                  <a:moveTo>
                    <a:pt x="10953" y="1"/>
                  </a:moveTo>
                  <a:cubicBezTo>
                    <a:pt x="8710" y="1"/>
                    <a:pt x="7039" y="665"/>
                    <a:pt x="6305" y="1162"/>
                  </a:cubicBezTo>
                  <a:cubicBezTo>
                    <a:pt x="5205" y="1895"/>
                    <a:pt x="234" y="9968"/>
                    <a:pt x="34" y="10335"/>
                  </a:cubicBezTo>
                  <a:cubicBezTo>
                    <a:pt x="1" y="10368"/>
                    <a:pt x="1" y="10401"/>
                    <a:pt x="1" y="10468"/>
                  </a:cubicBezTo>
                  <a:lnTo>
                    <a:pt x="1068" y="17773"/>
                  </a:lnTo>
                  <a:cubicBezTo>
                    <a:pt x="1068" y="17773"/>
                    <a:pt x="1068" y="17807"/>
                    <a:pt x="1068" y="17807"/>
                  </a:cubicBezTo>
                  <a:cubicBezTo>
                    <a:pt x="1168" y="18074"/>
                    <a:pt x="2903" y="24478"/>
                    <a:pt x="4137" y="25479"/>
                  </a:cubicBezTo>
                  <a:cubicBezTo>
                    <a:pt x="4171" y="25546"/>
                    <a:pt x="8707" y="29315"/>
                    <a:pt x="13077" y="29315"/>
                  </a:cubicBezTo>
                  <a:cubicBezTo>
                    <a:pt x="13811" y="29315"/>
                    <a:pt x="14545" y="29215"/>
                    <a:pt x="15245" y="28948"/>
                  </a:cubicBezTo>
                  <a:cubicBezTo>
                    <a:pt x="19615" y="27380"/>
                    <a:pt x="20983" y="20942"/>
                    <a:pt x="20983" y="19275"/>
                  </a:cubicBezTo>
                  <a:cubicBezTo>
                    <a:pt x="20983" y="17740"/>
                    <a:pt x="19915" y="11436"/>
                    <a:pt x="19882" y="11235"/>
                  </a:cubicBezTo>
                  <a:cubicBezTo>
                    <a:pt x="19882" y="11035"/>
                    <a:pt x="19448" y="6332"/>
                    <a:pt x="18981" y="4864"/>
                  </a:cubicBezTo>
                  <a:cubicBezTo>
                    <a:pt x="18481" y="3263"/>
                    <a:pt x="17480" y="1295"/>
                    <a:pt x="13978" y="394"/>
                  </a:cubicBezTo>
                  <a:cubicBezTo>
                    <a:pt x="12890" y="113"/>
                    <a:pt x="11873" y="1"/>
                    <a:pt x="10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5"/>
            <p:cNvSpPr/>
            <p:nvPr/>
          </p:nvSpPr>
          <p:spPr>
            <a:xfrm>
              <a:off x="6799800" y="2956075"/>
              <a:ext cx="63400" cy="152625"/>
            </a:xfrm>
            <a:custGeom>
              <a:avLst/>
              <a:gdLst/>
              <a:ahLst/>
              <a:cxnLst/>
              <a:rect l="l" t="t" r="r" b="b"/>
              <a:pathLst>
                <a:path w="2536" h="6105" extrusionOk="0">
                  <a:moveTo>
                    <a:pt x="768" y="0"/>
                  </a:moveTo>
                  <a:lnTo>
                    <a:pt x="367" y="133"/>
                  </a:lnTo>
                  <a:lnTo>
                    <a:pt x="2035" y="4403"/>
                  </a:lnTo>
                  <a:lnTo>
                    <a:pt x="1" y="5771"/>
                  </a:lnTo>
                  <a:lnTo>
                    <a:pt x="234" y="6104"/>
                  </a:lnTo>
                  <a:lnTo>
                    <a:pt x="2536" y="4570"/>
                  </a:lnTo>
                  <a:lnTo>
                    <a:pt x="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5"/>
            <p:cNvSpPr/>
            <p:nvPr/>
          </p:nvSpPr>
          <p:spPr>
            <a:xfrm>
              <a:off x="6678050" y="3137025"/>
              <a:ext cx="127625" cy="70075"/>
            </a:xfrm>
            <a:custGeom>
              <a:avLst/>
              <a:gdLst/>
              <a:ahLst/>
              <a:cxnLst/>
              <a:rect l="l" t="t" r="r" b="b"/>
              <a:pathLst>
                <a:path w="5105" h="2803" extrusionOk="0">
                  <a:moveTo>
                    <a:pt x="2802" y="1"/>
                  </a:moveTo>
                  <a:cubicBezTo>
                    <a:pt x="768" y="1"/>
                    <a:pt x="34" y="2569"/>
                    <a:pt x="0" y="2703"/>
                  </a:cubicBezTo>
                  <a:lnTo>
                    <a:pt x="401" y="2803"/>
                  </a:lnTo>
                  <a:cubicBezTo>
                    <a:pt x="401" y="2769"/>
                    <a:pt x="1135" y="434"/>
                    <a:pt x="2802" y="434"/>
                  </a:cubicBezTo>
                  <a:cubicBezTo>
                    <a:pt x="4470" y="434"/>
                    <a:pt x="4670" y="2236"/>
                    <a:pt x="4670" y="2336"/>
                  </a:cubicBezTo>
                  <a:lnTo>
                    <a:pt x="5104" y="2269"/>
                  </a:lnTo>
                  <a:cubicBezTo>
                    <a:pt x="5104" y="2269"/>
                    <a:pt x="4837" y="1"/>
                    <a:pt x="2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5"/>
            <p:cNvSpPr/>
            <p:nvPr/>
          </p:nvSpPr>
          <p:spPr>
            <a:xfrm>
              <a:off x="6605500" y="2968575"/>
              <a:ext cx="150950" cy="44225"/>
            </a:xfrm>
            <a:custGeom>
              <a:avLst/>
              <a:gdLst/>
              <a:ahLst/>
              <a:cxnLst/>
              <a:rect l="l" t="t" r="r" b="b"/>
              <a:pathLst>
                <a:path w="6038" h="1769" extrusionOk="0">
                  <a:moveTo>
                    <a:pt x="5938" y="0"/>
                  </a:moveTo>
                  <a:lnTo>
                    <a:pt x="0" y="1335"/>
                  </a:lnTo>
                  <a:lnTo>
                    <a:pt x="100" y="1768"/>
                  </a:lnTo>
                  <a:lnTo>
                    <a:pt x="6038" y="401"/>
                  </a:lnTo>
                  <a:lnTo>
                    <a:pt x="5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5"/>
            <p:cNvSpPr/>
            <p:nvPr/>
          </p:nvSpPr>
          <p:spPr>
            <a:xfrm>
              <a:off x="6819825" y="2863100"/>
              <a:ext cx="94250" cy="68800"/>
            </a:xfrm>
            <a:custGeom>
              <a:avLst/>
              <a:gdLst/>
              <a:ahLst/>
              <a:cxnLst/>
              <a:rect l="l" t="t" r="r" b="b"/>
              <a:pathLst>
                <a:path w="3770" h="2752" extrusionOk="0">
                  <a:moveTo>
                    <a:pt x="3185" y="1"/>
                  </a:moveTo>
                  <a:cubicBezTo>
                    <a:pt x="777" y="1"/>
                    <a:pt x="0" y="2621"/>
                    <a:pt x="0" y="2652"/>
                  </a:cubicBezTo>
                  <a:lnTo>
                    <a:pt x="434" y="2752"/>
                  </a:lnTo>
                  <a:cubicBezTo>
                    <a:pt x="465" y="2659"/>
                    <a:pt x="1092" y="435"/>
                    <a:pt x="3157" y="435"/>
                  </a:cubicBezTo>
                  <a:cubicBezTo>
                    <a:pt x="3329" y="435"/>
                    <a:pt x="3511" y="450"/>
                    <a:pt x="3703" y="483"/>
                  </a:cubicBezTo>
                  <a:lnTo>
                    <a:pt x="3769" y="50"/>
                  </a:lnTo>
                  <a:cubicBezTo>
                    <a:pt x="3565" y="16"/>
                    <a:pt x="3370" y="1"/>
                    <a:pt x="3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5"/>
            <p:cNvSpPr/>
            <p:nvPr/>
          </p:nvSpPr>
          <p:spPr>
            <a:xfrm>
              <a:off x="6683050" y="3000250"/>
              <a:ext cx="35875" cy="43400"/>
            </a:xfrm>
            <a:custGeom>
              <a:avLst/>
              <a:gdLst/>
              <a:ahLst/>
              <a:cxnLst/>
              <a:rect l="l" t="t" r="r" b="b"/>
              <a:pathLst>
                <a:path w="1435" h="1736" extrusionOk="0">
                  <a:moveTo>
                    <a:pt x="734" y="1"/>
                  </a:moveTo>
                  <a:cubicBezTo>
                    <a:pt x="334" y="1"/>
                    <a:pt x="1" y="401"/>
                    <a:pt x="1" y="868"/>
                  </a:cubicBezTo>
                  <a:cubicBezTo>
                    <a:pt x="1" y="1335"/>
                    <a:pt x="334" y="1736"/>
                    <a:pt x="734" y="1736"/>
                  </a:cubicBezTo>
                  <a:cubicBezTo>
                    <a:pt x="1135" y="1736"/>
                    <a:pt x="1435" y="1335"/>
                    <a:pt x="1435" y="868"/>
                  </a:cubicBezTo>
                  <a:cubicBezTo>
                    <a:pt x="1435" y="401"/>
                    <a:pt x="1135" y="1"/>
                    <a:pt x="7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5"/>
            <p:cNvSpPr/>
            <p:nvPr/>
          </p:nvSpPr>
          <p:spPr>
            <a:xfrm>
              <a:off x="6865675" y="2946050"/>
              <a:ext cx="36725" cy="43400"/>
            </a:xfrm>
            <a:custGeom>
              <a:avLst/>
              <a:gdLst/>
              <a:ahLst/>
              <a:cxnLst/>
              <a:rect l="l" t="t" r="r" b="b"/>
              <a:pathLst>
                <a:path w="1469" h="1736" extrusionOk="0">
                  <a:moveTo>
                    <a:pt x="735" y="1"/>
                  </a:moveTo>
                  <a:cubicBezTo>
                    <a:pt x="334" y="1"/>
                    <a:pt x="1" y="401"/>
                    <a:pt x="1" y="868"/>
                  </a:cubicBezTo>
                  <a:cubicBezTo>
                    <a:pt x="1" y="1335"/>
                    <a:pt x="334" y="1735"/>
                    <a:pt x="735" y="1735"/>
                  </a:cubicBezTo>
                  <a:cubicBezTo>
                    <a:pt x="1135" y="1735"/>
                    <a:pt x="1468" y="1335"/>
                    <a:pt x="1468" y="868"/>
                  </a:cubicBezTo>
                  <a:cubicBezTo>
                    <a:pt x="1468" y="401"/>
                    <a:pt x="1135" y="1"/>
                    <a:pt x="7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5"/>
            <p:cNvSpPr/>
            <p:nvPr/>
          </p:nvSpPr>
          <p:spPr>
            <a:xfrm>
              <a:off x="6372000" y="2652725"/>
              <a:ext cx="634650" cy="548550"/>
            </a:xfrm>
            <a:custGeom>
              <a:avLst/>
              <a:gdLst/>
              <a:ahLst/>
              <a:cxnLst/>
              <a:rect l="l" t="t" r="r" b="b"/>
              <a:pathLst>
                <a:path w="25386" h="21942" extrusionOk="0">
                  <a:moveTo>
                    <a:pt x="13850" y="0"/>
                  </a:moveTo>
                  <a:cubicBezTo>
                    <a:pt x="12806" y="0"/>
                    <a:pt x="14911" y="2194"/>
                    <a:pt x="14911" y="2194"/>
                  </a:cubicBezTo>
                  <a:cubicBezTo>
                    <a:pt x="14911" y="2194"/>
                    <a:pt x="13318" y="1439"/>
                    <a:pt x="10491" y="1439"/>
                  </a:cubicBezTo>
                  <a:cubicBezTo>
                    <a:pt x="10229" y="1439"/>
                    <a:pt x="9957" y="1446"/>
                    <a:pt x="9674" y="1460"/>
                  </a:cubicBezTo>
                  <a:cubicBezTo>
                    <a:pt x="6305" y="1627"/>
                    <a:pt x="2969" y="12368"/>
                    <a:pt x="2702" y="12568"/>
                  </a:cubicBezTo>
                  <a:cubicBezTo>
                    <a:pt x="2435" y="12734"/>
                    <a:pt x="200" y="12568"/>
                    <a:pt x="100" y="13368"/>
                  </a:cubicBezTo>
                  <a:cubicBezTo>
                    <a:pt x="0" y="14169"/>
                    <a:pt x="2802" y="15003"/>
                    <a:pt x="2802" y="15003"/>
                  </a:cubicBezTo>
                  <a:cubicBezTo>
                    <a:pt x="2802" y="15003"/>
                    <a:pt x="1001" y="16537"/>
                    <a:pt x="634" y="17805"/>
                  </a:cubicBezTo>
                  <a:cubicBezTo>
                    <a:pt x="500" y="18257"/>
                    <a:pt x="826" y="18400"/>
                    <a:pt x="1294" y="18400"/>
                  </a:cubicBezTo>
                  <a:cubicBezTo>
                    <a:pt x="2104" y="18400"/>
                    <a:pt x="3336" y="17972"/>
                    <a:pt x="3336" y="17972"/>
                  </a:cubicBezTo>
                  <a:cubicBezTo>
                    <a:pt x="3336" y="17972"/>
                    <a:pt x="3369" y="19673"/>
                    <a:pt x="4170" y="20407"/>
                  </a:cubicBezTo>
                  <a:cubicBezTo>
                    <a:pt x="5004" y="21141"/>
                    <a:pt x="6872" y="21941"/>
                    <a:pt x="6872" y="21941"/>
                  </a:cubicBezTo>
                  <a:cubicBezTo>
                    <a:pt x="6839" y="21341"/>
                    <a:pt x="6705" y="20707"/>
                    <a:pt x="6538" y="20140"/>
                  </a:cubicBezTo>
                  <a:cubicBezTo>
                    <a:pt x="6238" y="19406"/>
                    <a:pt x="5805" y="14636"/>
                    <a:pt x="5804" y="14636"/>
                  </a:cubicBezTo>
                  <a:lnTo>
                    <a:pt x="5804" y="14636"/>
                  </a:lnTo>
                  <a:cubicBezTo>
                    <a:pt x="5805" y="14636"/>
                    <a:pt x="5870" y="14766"/>
                    <a:pt x="6127" y="14766"/>
                  </a:cubicBezTo>
                  <a:cubicBezTo>
                    <a:pt x="6606" y="14766"/>
                    <a:pt x="7750" y="14315"/>
                    <a:pt x="10374" y="11734"/>
                  </a:cubicBezTo>
                  <a:cubicBezTo>
                    <a:pt x="11956" y="10191"/>
                    <a:pt x="12676" y="9343"/>
                    <a:pt x="12965" y="8884"/>
                  </a:cubicBezTo>
                  <a:lnTo>
                    <a:pt x="12965" y="8884"/>
                  </a:lnTo>
                  <a:cubicBezTo>
                    <a:pt x="13079" y="9175"/>
                    <a:pt x="13248" y="9488"/>
                    <a:pt x="13447" y="9488"/>
                  </a:cubicBezTo>
                  <a:cubicBezTo>
                    <a:pt x="13530" y="9488"/>
                    <a:pt x="13618" y="9433"/>
                    <a:pt x="13710" y="9299"/>
                  </a:cubicBezTo>
                  <a:cubicBezTo>
                    <a:pt x="14244" y="8598"/>
                    <a:pt x="14978" y="5696"/>
                    <a:pt x="14978" y="5696"/>
                  </a:cubicBezTo>
                  <a:lnTo>
                    <a:pt x="17680" y="5896"/>
                  </a:lnTo>
                  <a:cubicBezTo>
                    <a:pt x="17680" y="5896"/>
                    <a:pt x="20748" y="6163"/>
                    <a:pt x="22283" y="7764"/>
                  </a:cubicBezTo>
                  <a:cubicBezTo>
                    <a:pt x="23817" y="9399"/>
                    <a:pt x="25185" y="14536"/>
                    <a:pt x="25185" y="14536"/>
                  </a:cubicBezTo>
                  <a:cubicBezTo>
                    <a:pt x="25385" y="12401"/>
                    <a:pt x="25352" y="10266"/>
                    <a:pt x="25085" y="8131"/>
                  </a:cubicBezTo>
                  <a:cubicBezTo>
                    <a:pt x="24885" y="6330"/>
                    <a:pt x="23917" y="4695"/>
                    <a:pt x="22483" y="3628"/>
                  </a:cubicBezTo>
                  <a:cubicBezTo>
                    <a:pt x="22483" y="3628"/>
                    <a:pt x="24451" y="2894"/>
                    <a:pt x="22216" y="1627"/>
                  </a:cubicBezTo>
                  <a:cubicBezTo>
                    <a:pt x="21869" y="1433"/>
                    <a:pt x="21525" y="1351"/>
                    <a:pt x="21190" y="1351"/>
                  </a:cubicBezTo>
                  <a:cubicBezTo>
                    <a:pt x="19413" y="1351"/>
                    <a:pt x="17901" y="3642"/>
                    <a:pt x="17699" y="3642"/>
                  </a:cubicBezTo>
                  <a:cubicBezTo>
                    <a:pt x="17690" y="3642"/>
                    <a:pt x="17683" y="3638"/>
                    <a:pt x="17680" y="3628"/>
                  </a:cubicBezTo>
                  <a:cubicBezTo>
                    <a:pt x="17613" y="3361"/>
                    <a:pt x="15611" y="292"/>
                    <a:pt x="14077" y="25"/>
                  </a:cubicBezTo>
                  <a:cubicBezTo>
                    <a:pt x="13989" y="8"/>
                    <a:pt x="13914" y="0"/>
                    <a:pt x="138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5"/>
            <p:cNvSpPr/>
            <p:nvPr/>
          </p:nvSpPr>
          <p:spPr>
            <a:xfrm>
              <a:off x="6367000" y="2647725"/>
              <a:ext cx="644650" cy="558550"/>
            </a:xfrm>
            <a:custGeom>
              <a:avLst/>
              <a:gdLst/>
              <a:ahLst/>
              <a:cxnLst/>
              <a:rect l="l" t="t" r="r" b="b"/>
              <a:pathLst>
                <a:path w="25786" h="22342" extrusionOk="0">
                  <a:moveTo>
                    <a:pt x="14062" y="411"/>
                  </a:moveTo>
                  <a:cubicBezTo>
                    <a:pt x="14107" y="411"/>
                    <a:pt x="14166" y="414"/>
                    <a:pt x="14244" y="426"/>
                  </a:cubicBezTo>
                  <a:cubicBezTo>
                    <a:pt x="15645" y="659"/>
                    <a:pt x="17579" y="3628"/>
                    <a:pt x="17679" y="3895"/>
                  </a:cubicBezTo>
                  <a:cubicBezTo>
                    <a:pt x="17713" y="3961"/>
                    <a:pt x="17780" y="4028"/>
                    <a:pt x="17846" y="4028"/>
                  </a:cubicBezTo>
                  <a:cubicBezTo>
                    <a:pt x="17866" y="4032"/>
                    <a:pt x="17885" y="4034"/>
                    <a:pt x="17904" y="4034"/>
                  </a:cubicBezTo>
                  <a:cubicBezTo>
                    <a:pt x="18040" y="4034"/>
                    <a:pt x="18153" y="3921"/>
                    <a:pt x="18447" y="3628"/>
                  </a:cubicBezTo>
                  <a:cubicBezTo>
                    <a:pt x="19034" y="2987"/>
                    <a:pt x="20133" y="1770"/>
                    <a:pt x="21352" y="1770"/>
                  </a:cubicBezTo>
                  <a:cubicBezTo>
                    <a:pt x="21657" y="1770"/>
                    <a:pt x="21969" y="1847"/>
                    <a:pt x="22283" y="2027"/>
                  </a:cubicBezTo>
                  <a:cubicBezTo>
                    <a:pt x="22950" y="2394"/>
                    <a:pt x="23283" y="2694"/>
                    <a:pt x="23250" y="3027"/>
                  </a:cubicBezTo>
                  <a:cubicBezTo>
                    <a:pt x="23250" y="3328"/>
                    <a:pt x="22783" y="3561"/>
                    <a:pt x="22583" y="3628"/>
                  </a:cubicBezTo>
                  <a:cubicBezTo>
                    <a:pt x="22516" y="3661"/>
                    <a:pt x="22483" y="3728"/>
                    <a:pt x="22450" y="3795"/>
                  </a:cubicBezTo>
                  <a:cubicBezTo>
                    <a:pt x="22450" y="3861"/>
                    <a:pt x="22483" y="3961"/>
                    <a:pt x="22550" y="3995"/>
                  </a:cubicBezTo>
                  <a:cubicBezTo>
                    <a:pt x="23951" y="5029"/>
                    <a:pt x="24885" y="6597"/>
                    <a:pt x="25085" y="8331"/>
                  </a:cubicBezTo>
                  <a:cubicBezTo>
                    <a:pt x="25318" y="10066"/>
                    <a:pt x="25385" y="11800"/>
                    <a:pt x="25285" y="13535"/>
                  </a:cubicBezTo>
                  <a:cubicBezTo>
                    <a:pt x="24785" y="11934"/>
                    <a:pt x="23784" y="8998"/>
                    <a:pt x="22650" y="7797"/>
                  </a:cubicBezTo>
                  <a:cubicBezTo>
                    <a:pt x="21082" y="6130"/>
                    <a:pt x="18046" y="5829"/>
                    <a:pt x="17913" y="5829"/>
                  </a:cubicBezTo>
                  <a:lnTo>
                    <a:pt x="15211" y="5663"/>
                  </a:lnTo>
                  <a:cubicBezTo>
                    <a:pt x="15111" y="5663"/>
                    <a:pt x="15011" y="5729"/>
                    <a:pt x="15011" y="5829"/>
                  </a:cubicBezTo>
                  <a:cubicBezTo>
                    <a:pt x="14811" y="6630"/>
                    <a:pt x="14177" y="8798"/>
                    <a:pt x="13777" y="9365"/>
                  </a:cubicBezTo>
                  <a:cubicBezTo>
                    <a:pt x="13710" y="9465"/>
                    <a:pt x="13710" y="9465"/>
                    <a:pt x="13643" y="9465"/>
                  </a:cubicBezTo>
                  <a:cubicBezTo>
                    <a:pt x="13610" y="9465"/>
                    <a:pt x="13510" y="9299"/>
                    <a:pt x="13410" y="9098"/>
                  </a:cubicBezTo>
                  <a:cubicBezTo>
                    <a:pt x="13643" y="8698"/>
                    <a:pt x="13577" y="8565"/>
                    <a:pt x="13510" y="8465"/>
                  </a:cubicBezTo>
                  <a:cubicBezTo>
                    <a:pt x="13429" y="8384"/>
                    <a:pt x="13312" y="8340"/>
                    <a:pt x="13187" y="8340"/>
                  </a:cubicBezTo>
                  <a:cubicBezTo>
                    <a:pt x="13106" y="8340"/>
                    <a:pt x="13022" y="8358"/>
                    <a:pt x="12943" y="8398"/>
                  </a:cubicBezTo>
                  <a:cubicBezTo>
                    <a:pt x="12876" y="8431"/>
                    <a:pt x="12809" y="8531"/>
                    <a:pt x="12843" y="8631"/>
                  </a:cubicBezTo>
                  <a:cubicBezTo>
                    <a:pt x="12843" y="8765"/>
                    <a:pt x="12909" y="8898"/>
                    <a:pt x="12943" y="9032"/>
                  </a:cubicBezTo>
                  <a:cubicBezTo>
                    <a:pt x="12176" y="10032"/>
                    <a:pt x="11342" y="10933"/>
                    <a:pt x="10441" y="11767"/>
                  </a:cubicBezTo>
                  <a:cubicBezTo>
                    <a:pt x="7672" y="14469"/>
                    <a:pt x="6638" y="14736"/>
                    <a:pt x="6305" y="14736"/>
                  </a:cubicBezTo>
                  <a:lnTo>
                    <a:pt x="6171" y="14736"/>
                  </a:lnTo>
                  <a:cubicBezTo>
                    <a:pt x="6146" y="14661"/>
                    <a:pt x="6084" y="14623"/>
                    <a:pt x="6012" y="14623"/>
                  </a:cubicBezTo>
                  <a:cubicBezTo>
                    <a:pt x="5988" y="14623"/>
                    <a:pt x="5963" y="14627"/>
                    <a:pt x="5938" y="14636"/>
                  </a:cubicBezTo>
                  <a:cubicBezTo>
                    <a:pt x="5838" y="14636"/>
                    <a:pt x="5771" y="14736"/>
                    <a:pt x="5771" y="14836"/>
                  </a:cubicBezTo>
                  <a:cubicBezTo>
                    <a:pt x="5804" y="15036"/>
                    <a:pt x="6238" y="19673"/>
                    <a:pt x="6505" y="20407"/>
                  </a:cubicBezTo>
                  <a:cubicBezTo>
                    <a:pt x="6672" y="20840"/>
                    <a:pt x="6772" y="21307"/>
                    <a:pt x="6838" y="21774"/>
                  </a:cubicBezTo>
                  <a:cubicBezTo>
                    <a:pt x="6004" y="21441"/>
                    <a:pt x="5204" y="20974"/>
                    <a:pt x="4503" y="20440"/>
                  </a:cubicBezTo>
                  <a:cubicBezTo>
                    <a:pt x="3770" y="19806"/>
                    <a:pt x="3770" y="18172"/>
                    <a:pt x="3770" y="18172"/>
                  </a:cubicBezTo>
                  <a:cubicBezTo>
                    <a:pt x="3770" y="18105"/>
                    <a:pt x="3736" y="18038"/>
                    <a:pt x="3669" y="18005"/>
                  </a:cubicBezTo>
                  <a:cubicBezTo>
                    <a:pt x="3636" y="17971"/>
                    <a:pt x="3603" y="17971"/>
                    <a:pt x="3569" y="17971"/>
                  </a:cubicBezTo>
                  <a:lnTo>
                    <a:pt x="3469" y="17971"/>
                  </a:lnTo>
                  <a:cubicBezTo>
                    <a:pt x="2887" y="18190"/>
                    <a:pt x="2022" y="18408"/>
                    <a:pt x="1491" y="18408"/>
                  </a:cubicBezTo>
                  <a:cubicBezTo>
                    <a:pt x="1292" y="18408"/>
                    <a:pt x="1140" y="18378"/>
                    <a:pt x="1068" y="18305"/>
                  </a:cubicBezTo>
                  <a:cubicBezTo>
                    <a:pt x="1034" y="18272"/>
                    <a:pt x="968" y="18238"/>
                    <a:pt x="1034" y="18038"/>
                  </a:cubicBezTo>
                  <a:cubicBezTo>
                    <a:pt x="1368" y="16871"/>
                    <a:pt x="3136" y="15336"/>
                    <a:pt x="3136" y="15336"/>
                  </a:cubicBezTo>
                  <a:cubicBezTo>
                    <a:pt x="3169" y="15303"/>
                    <a:pt x="3202" y="15236"/>
                    <a:pt x="3202" y="15136"/>
                  </a:cubicBezTo>
                  <a:cubicBezTo>
                    <a:pt x="3169" y="15069"/>
                    <a:pt x="3102" y="15003"/>
                    <a:pt x="3036" y="15003"/>
                  </a:cubicBezTo>
                  <a:cubicBezTo>
                    <a:pt x="1768" y="14636"/>
                    <a:pt x="434" y="13969"/>
                    <a:pt x="501" y="13602"/>
                  </a:cubicBezTo>
                  <a:cubicBezTo>
                    <a:pt x="534" y="13201"/>
                    <a:pt x="1635" y="13101"/>
                    <a:pt x="2235" y="13068"/>
                  </a:cubicBezTo>
                  <a:cubicBezTo>
                    <a:pt x="2502" y="13068"/>
                    <a:pt x="2769" y="13035"/>
                    <a:pt x="3002" y="12934"/>
                  </a:cubicBezTo>
                  <a:cubicBezTo>
                    <a:pt x="3102" y="12868"/>
                    <a:pt x="3169" y="12768"/>
                    <a:pt x="3603" y="11634"/>
                  </a:cubicBezTo>
                  <a:cubicBezTo>
                    <a:pt x="4603" y="8998"/>
                    <a:pt x="7305" y="1993"/>
                    <a:pt x="9841" y="1860"/>
                  </a:cubicBezTo>
                  <a:cubicBezTo>
                    <a:pt x="10124" y="1845"/>
                    <a:pt x="10398" y="1839"/>
                    <a:pt x="10661" y="1839"/>
                  </a:cubicBezTo>
                  <a:cubicBezTo>
                    <a:pt x="13395" y="1839"/>
                    <a:pt x="14978" y="2560"/>
                    <a:pt x="14978" y="2560"/>
                  </a:cubicBezTo>
                  <a:cubicBezTo>
                    <a:pt x="15014" y="2573"/>
                    <a:pt x="15051" y="2580"/>
                    <a:pt x="15086" y="2580"/>
                  </a:cubicBezTo>
                  <a:cubicBezTo>
                    <a:pt x="15146" y="2580"/>
                    <a:pt x="15202" y="2557"/>
                    <a:pt x="15244" y="2494"/>
                  </a:cubicBezTo>
                  <a:cubicBezTo>
                    <a:pt x="15311" y="2427"/>
                    <a:pt x="15311" y="2294"/>
                    <a:pt x="15244" y="2227"/>
                  </a:cubicBezTo>
                  <a:cubicBezTo>
                    <a:pt x="14511" y="1460"/>
                    <a:pt x="13910" y="592"/>
                    <a:pt x="13943" y="426"/>
                  </a:cubicBezTo>
                  <a:cubicBezTo>
                    <a:pt x="13943" y="426"/>
                    <a:pt x="13973" y="411"/>
                    <a:pt x="14062" y="411"/>
                  </a:cubicBezTo>
                  <a:close/>
                  <a:moveTo>
                    <a:pt x="14060" y="0"/>
                  </a:moveTo>
                  <a:cubicBezTo>
                    <a:pt x="13835" y="0"/>
                    <a:pt x="13685" y="75"/>
                    <a:pt x="13610" y="225"/>
                  </a:cubicBezTo>
                  <a:cubicBezTo>
                    <a:pt x="13410" y="592"/>
                    <a:pt x="13877" y="1326"/>
                    <a:pt x="14377" y="1927"/>
                  </a:cubicBezTo>
                  <a:cubicBezTo>
                    <a:pt x="13215" y="1583"/>
                    <a:pt x="12011" y="1428"/>
                    <a:pt x="10814" y="1428"/>
                  </a:cubicBezTo>
                  <a:cubicBezTo>
                    <a:pt x="10500" y="1428"/>
                    <a:pt x="10186" y="1439"/>
                    <a:pt x="9874" y="1460"/>
                  </a:cubicBezTo>
                  <a:cubicBezTo>
                    <a:pt x="7039" y="1593"/>
                    <a:pt x="4370" y="8531"/>
                    <a:pt x="3236" y="11500"/>
                  </a:cubicBezTo>
                  <a:cubicBezTo>
                    <a:pt x="3036" y="12000"/>
                    <a:pt x="2869" y="12467"/>
                    <a:pt x="2802" y="12601"/>
                  </a:cubicBezTo>
                  <a:cubicBezTo>
                    <a:pt x="2602" y="12634"/>
                    <a:pt x="2402" y="12634"/>
                    <a:pt x="2202" y="12668"/>
                  </a:cubicBezTo>
                  <a:cubicBezTo>
                    <a:pt x="1334" y="12734"/>
                    <a:pt x="200" y="12768"/>
                    <a:pt x="100" y="13568"/>
                  </a:cubicBezTo>
                  <a:cubicBezTo>
                    <a:pt x="0" y="14335"/>
                    <a:pt x="1701" y="15003"/>
                    <a:pt x="2602" y="15303"/>
                  </a:cubicBezTo>
                  <a:cubicBezTo>
                    <a:pt x="2068" y="15803"/>
                    <a:pt x="934" y="16937"/>
                    <a:pt x="634" y="17938"/>
                  </a:cubicBezTo>
                  <a:cubicBezTo>
                    <a:pt x="567" y="18172"/>
                    <a:pt x="601" y="18438"/>
                    <a:pt x="767" y="18605"/>
                  </a:cubicBezTo>
                  <a:cubicBezTo>
                    <a:pt x="938" y="18764"/>
                    <a:pt x="1217" y="18823"/>
                    <a:pt x="1537" y="18823"/>
                  </a:cubicBezTo>
                  <a:cubicBezTo>
                    <a:pt x="2156" y="18823"/>
                    <a:pt x="2929" y="18604"/>
                    <a:pt x="3369" y="18472"/>
                  </a:cubicBezTo>
                  <a:cubicBezTo>
                    <a:pt x="3403" y="19005"/>
                    <a:pt x="3569" y="20173"/>
                    <a:pt x="4237" y="20773"/>
                  </a:cubicBezTo>
                  <a:cubicBezTo>
                    <a:pt x="5070" y="21507"/>
                    <a:pt x="6905" y="22308"/>
                    <a:pt x="7005" y="22341"/>
                  </a:cubicBezTo>
                  <a:lnTo>
                    <a:pt x="7172" y="22341"/>
                  </a:lnTo>
                  <a:cubicBezTo>
                    <a:pt x="7239" y="22275"/>
                    <a:pt x="7272" y="22208"/>
                    <a:pt x="7272" y="22141"/>
                  </a:cubicBezTo>
                  <a:cubicBezTo>
                    <a:pt x="7205" y="21507"/>
                    <a:pt x="7105" y="20874"/>
                    <a:pt x="6905" y="20273"/>
                  </a:cubicBezTo>
                  <a:cubicBezTo>
                    <a:pt x="6705" y="19773"/>
                    <a:pt x="6371" y="16704"/>
                    <a:pt x="6205" y="15169"/>
                  </a:cubicBezTo>
                  <a:lnTo>
                    <a:pt x="6205" y="15169"/>
                  </a:lnTo>
                  <a:cubicBezTo>
                    <a:pt x="6240" y="15174"/>
                    <a:pt x="6278" y="15176"/>
                    <a:pt x="6316" y="15176"/>
                  </a:cubicBezTo>
                  <a:cubicBezTo>
                    <a:pt x="7172" y="15176"/>
                    <a:pt x="8666" y="14112"/>
                    <a:pt x="10741" y="12101"/>
                  </a:cubicBezTo>
                  <a:cubicBezTo>
                    <a:pt x="11575" y="11300"/>
                    <a:pt x="12376" y="10433"/>
                    <a:pt x="13143" y="9532"/>
                  </a:cubicBezTo>
                  <a:cubicBezTo>
                    <a:pt x="13210" y="9699"/>
                    <a:pt x="13376" y="9832"/>
                    <a:pt x="13543" y="9899"/>
                  </a:cubicBezTo>
                  <a:cubicBezTo>
                    <a:pt x="13573" y="9903"/>
                    <a:pt x="13602" y="9905"/>
                    <a:pt x="13630" y="9905"/>
                  </a:cubicBezTo>
                  <a:cubicBezTo>
                    <a:pt x="13826" y="9905"/>
                    <a:pt x="13990" y="9807"/>
                    <a:pt x="14077" y="9632"/>
                  </a:cubicBezTo>
                  <a:cubicBezTo>
                    <a:pt x="14577" y="8998"/>
                    <a:pt x="15178" y="6763"/>
                    <a:pt x="15344" y="6130"/>
                  </a:cubicBezTo>
                  <a:lnTo>
                    <a:pt x="17880" y="6296"/>
                  </a:lnTo>
                  <a:cubicBezTo>
                    <a:pt x="17946" y="6296"/>
                    <a:pt x="20848" y="6563"/>
                    <a:pt x="22349" y="8131"/>
                  </a:cubicBezTo>
                  <a:cubicBezTo>
                    <a:pt x="23817" y="9699"/>
                    <a:pt x="25185" y="14736"/>
                    <a:pt x="25185" y="14802"/>
                  </a:cubicBezTo>
                  <a:cubicBezTo>
                    <a:pt x="25185" y="14903"/>
                    <a:pt x="25285" y="14969"/>
                    <a:pt x="25385" y="14969"/>
                  </a:cubicBezTo>
                  <a:cubicBezTo>
                    <a:pt x="25485" y="14936"/>
                    <a:pt x="25585" y="14869"/>
                    <a:pt x="25585" y="14769"/>
                  </a:cubicBezTo>
                  <a:cubicBezTo>
                    <a:pt x="25785" y="12634"/>
                    <a:pt x="25752" y="10466"/>
                    <a:pt x="25485" y="8298"/>
                  </a:cubicBezTo>
                  <a:cubicBezTo>
                    <a:pt x="25285" y="6563"/>
                    <a:pt x="24418" y="4995"/>
                    <a:pt x="23050" y="3861"/>
                  </a:cubicBezTo>
                  <a:cubicBezTo>
                    <a:pt x="23384" y="3695"/>
                    <a:pt x="23617" y="3394"/>
                    <a:pt x="23684" y="3061"/>
                  </a:cubicBezTo>
                  <a:cubicBezTo>
                    <a:pt x="23717" y="2594"/>
                    <a:pt x="23317" y="2127"/>
                    <a:pt x="22483" y="1660"/>
                  </a:cubicBezTo>
                  <a:cubicBezTo>
                    <a:pt x="22101" y="1448"/>
                    <a:pt x="21724" y="1359"/>
                    <a:pt x="21360" y="1359"/>
                  </a:cubicBezTo>
                  <a:cubicBezTo>
                    <a:pt x="19945" y="1359"/>
                    <a:pt x="18723" y="2698"/>
                    <a:pt x="18113" y="3361"/>
                  </a:cubicBezTo>
                  <a:lnTo>
                    <a:pt x="17946" y="3528"/>
                  </a:lnTo>
                  <a:cubicBezTo>
                    <a:pt x="17479" y="2727"/>
                    <a:pt x="15745" y="259"/>
                    <a:pt x="14310" y="25"/>
                  </a:cubicBezTo>
                  <a:cubicBezTo>
                    <a:pt x="14219" y="9"/>
                    <a:pt x="14135" y="0"/>
                    <a:pt x="140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5"/>
            <p:cNvSpPr/>
            <p:nvPr/>
          </p:nvSpPr>
          <p:spPr>
            <a:xfrm>
              <a:off x="6456225" y="3182200"/>
              <a:ext cx="119275" cy="131400"/>
            </a:xfrm>
            <a:custGeom>
              <a:avLst/>
              <a:gdLst/>
              <a:ahLst/>
              <a:cxnLst/>
              <a:rect l="l" t="t" r="r" b="b"/>
              <a:pathLst>
                <a:path w="4771" h="5256" extrusionOk="0">
                  <a:moveTo>
                    <a:pt x="1524" y="0"/>
                  </a:moveTo>
                  <a:cubicBezTo>
                    <a:pt x="1197" y="0"/>
                    <a:pt x="900" y="106"/>
                    <a:pt x="701" y="395"/>
                  </a:cubicBezTo>
                  <a:cubicBezTo>
                    <a:pt x="0" y="1496"/>
                    <a:pt x="0" y="2563"/>
                    <a:pt x="2069" y="4098"/>
                  </a:cubicBezTo>
                  <a:cubicBezTo>
                    <a:pt x="3390" y="5078"/>
                    <a:pt x="4126" y="5255"/>
                    <a:pt x="4485" y="5255"/>
                  </a:cubicBezTo>
                  <a:cubicBezTo>
                    <a:pt x="4688" y="5255"/>
                    <a:pt x="4770" y="5199"/>
                    <a:pt x="4770" y="5199"/>
                  </a:cubicBezTo>
                  <a:lnTo>
                    <a:pt x="3503" y="762"/>
                  </a:lnTo>
                  <a:cubicBezTo>
                    <a:pt x="3503" y="762"/>
                    <a:pt x="2404" y="0"/>
                    <a:pt x="15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a:off x="6446225" y="3177175"/>
              <a:ext cx="134275" cy="141675"/>
            </a:xfrm>
            <a:custGeom>
              <a:avLst/>
              <a:gdLst/>
              <a:ahLst/>
              <a:cxnLst/>
              <a:rect l="l" t="t" r="r" b="b"/>
              <a:pathLst>
                <a:path w="5371" h="5667" extrusionOk="0">
                  <a:moveTo>
                    <a:pt x="1835" y="404"/>
                  </a:moveTo>
                  <a:cubicBezTo>
                    <a:pt x="1868" y="404"/>
                    <a:pt x="1901" y="413"/>
                    <a:pt x="1935" y="429"/>
                  </a:cubicBezTo>
                  <a:lnTo>
                    <a:pt x="1901" y="429"/>
                  </a:lnTo>
                  <a:cubicBezTo>
                    <a:pt x="2569" y="496"/>
                    <a:pt x="3169" y="730"/>
                    <a:pt x="3703" y="1097"/>
                  </a:cubicBezTo>
                  <a:lnTo>
                    <a:pt x="4904" y="5233"/>
                  </a:lnTo>
                  <a:cubicBezTo>
                    <a:pt x="4637" y="5233"/>
                    <a:pt x="3936" y="5133"/>
                    <a:pt x="2569" y="4132"/>
                  </a:cubicBezTo>
                  <a:cubicBezTo>
                    <a:pt x="601" y="2664"/>
                    <a:pt x="601" y="1697"/>
                    <a:pt x="1268" y="696"/>
                  </a:cubicBezTo>
                  <a:cubicBezTo>
                    <a:pt x="1368" y="563"/>
                    <a:pt x="1535" y="429"/>
                    <a:pt x="1735" y="429"/>
                  </a:cubicBezTo>
                  <a:cubicBezTo>
                    <a:pt x="1768" y="413"/>
                    <a:pt x="1801" y="404"/>
                    <a:pt x="1835" y="404"/>
                  </a:cubicBezTo>
                  <a:close/>
                  <a:moveTo>
                    <a:pt x="1924" y="1"/>
                  </a:moveTo>
                  <a:cubicBezTo>
                    <a:pt x="1825" y="1"/>
                    <a:pt x="1728" y="10"/>
                    <a:pt x="1635" y="29"/>
                  </a:cubicBezTo>
                  <a:cubicBezTo>
                    <a:pt x="1334" y="62"/>
                    <a:pt x="1068" y="229"/>
                    <a:pt x="901" y="496"/>
                  </a:cubicBezTo>
                  <a:cubicBezTo>
                    <a:pt x="0" y="1864"/>
                    <a:pt x="400" y="3065"/>
                    <a:pt x="2302" y="4466"/>
                  </a:cubicBezTo>
                  <a:cubicBezTo>
                    <a:pt x="3636" y="5466"/>
                    <a:pt x="4437" y="5666"/>
                    <a:pt x="4837" y="5666"/>
                  </a:cubicBezTo>
                  <a:cubicBezTo>
                    <a:pt x="5004" y="5666"/>
                    <a:pt x="5137" y="5633"/>
                    <a:pt x="5237" y="5566"/>
                  </a:cubicBezTo>
                  <a:cubicBezTo>
                    <a:pt x="5337" y="5500"/>
                    <a:pt x="5371" y="5433"/>
                    <a:pt x="5337" y="5333"/>
                  </a:cubicBezTo>
                  <a:lnTo>
                    <a:pt x="4070" y="896"/>
                  </a:lnTo>
                  <a:cubicBezTo>
                    <a:pt x="4070" y="863"/>
                    <a:pt x="4036" y="830"/>
                    <a:pt x="4003" y="796"/>
                  </a:cubicBezTo>
                  <a:cubicBezTo>
                    <a:pt x="3943" y="766"/>
                    <a:pt x="2848" y="1"/>
                    <a:pt x="1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a:off x="7010775" y="3043425"/>
              <a:ext cx="76750" cy="164500"/>
            </a:xfrm>
            <a:custGeom>
              <a:avLst/>
              <a:gdLst/>
              <a:ahLst/>
              <a:cxnLst/>
              <a:rect l="l" t="t" r="r" b="b"/>
              <a:pathLst>
                <a:path w="3070" h="6580" extrusionOk="0">
                  <a:moveTo>
                    <a:pt x="1209" y="0"/>
                  </a:moveTo>
                  <a:cubicBezTo>
                    <a:pt x="539" y="0"/>
                    <a:pt x="1" y="1009"/>
                    <a:pt x="1" y="1009"/>
                  </a:cubicBezTo>
                  <a:lnTo>
                    <a:pt x="735" y="6580"/>
                  </a:lnTo>
                  <a:cubicBezTo>
                    <a:pt x="735" y="6580"/>
                    <a:pt x="3070" y="2243"/>
                    <a:pt x="2069" y="642"/>
                  </a:cubicBezTo>
                  <a:cubicBezTo>
                    <a:pt x="1779" y="168"/>
                    <a:pt x="1483" y="0"/>
                    <a:pt x="1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p:nvPr/>
          </p:nvSpPr>
          <p:spPr>
            <a:xfrm>
              <a:off x="7004950" y="3037800"/>
              <a:ext cx="87575" cy="186825"/>
            </a:xfrm>
            <a:custGeom>
              <a:avLst/>
              <a:gdLst/>
              <a:ahLst/>
              <a:cxnLst/>
              <a:rect l="l" t="t" r="r" b="b"/>
              <a:pathLst>
                <a:path w="3503" h="7473" extrusionOk="0">
                  <a:moveTo>
                    <a:pt x="1435" y="434"/>
                  </a:moveTo>
                  <a:cubicBezTo>
                    <a:pt x="1668" y="434"/>
                    <a:pt x="1902" y="600"/>
                    <a:pt x="2102" y="967"/>
                  </a:cubicBezTo>
                  <a:cubicBezTo>
                    <a:pt x="2769" y="2035"/>
                    <a:pt x="1768" y="4670"/>
                    <a:pt x="1068" y="6104"/>
                  </a:cubicBezTo>
                  <a:lnTo>
                    <a:pt x="434" y="1268"/>
                  </a:lnTo>
                  <a:cubicBezTo>
                    <a:pt x="601" y="1001"/>
                    <a:pt x="1001" y="434"/>
                    <a:pt x="1435" y="434"/>
                  </a:cubicBezTo>
                  <a:close/>
                  <a:moveTo>
                    <a:pt x="1401" y="0"/>
                  </a:moveTo>
                  <a:cubicBezTo>
                    <a:pt x="668" y="33"/>
                    <a:pt x="100" y="1001"/>
                    <a:pt x="34" y="1134"/>
                  </a:cubicBezTo>
                  <a:lnTo>
                    <a:pt x="0" y="1168"/>
                  </a:lnTo>
                  <a:lnTo>
                    <a:pt x="801" y="7472"/>
                  </a:lnTo>
                  <a:lnTo>
                    <a:pt x="1135" y="6905"/>
                  </a:lnTo>
                  <a:cubicBezTo>
                    <a:pt x="1235" y="6738"/>
                    <a:pt x="3503" y="2468"/>
                    <a:pt x="2469" y="734"/>
                  </a:cubicBezTo>
                  <a:cubicBezTo>
                    <a:pt x="2169" y="234"/>
                    <a:pt x="1835"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5"/>
            <p:cNvSpPr/>
            <p:nvPr/>
          </p:nvSpPr>
          <p:spPr>
            <a:xfrm>
              <a:off x="6020075" y="3150775"/>
              <a:ext cx="877325" cy="1456500"/>
            </a:xfrm>
            <a:custGeom>
              <a:avLst/>
              <a:gdLst/>
              <a:ahLst/>
              <a:cxnLst/>
              <a:rect l="l" t="t" r="r" b="b"/>
              <a:pathLst>
                <a:path w="35093" h="58260" extrusionOk="0">
                  <a:moveTo>
                    <a:pt x="22187" y="0"/>
                  </a:moveTo>
                  <a:cubicBezTo>
                    <a:pt x="22064" y="0"/>
                    <a:pt x="21922" y="91"/>
                    <a:pt x="21749" y="318"/>
                  </a:cubicBezTo>
                  <a:cubicBezTo>
                    <a:pt x="21749" y="318"/>
                    <a:pt x="21282" y="3754"/>
                    <a:pt x="21749" y="5355"/>
                  </a:cubicBezTo>
                  <a:cubicBezTo>
                    <a:pt x="22183" y="6989"/>
                    <a:pt x="24185" y="11693"/>
                    <a:pt x="24185" y="13127"/>
                  </a:cubicBezTo>
                  <a:cubicBezTo>
                    <a:pt x="24185" y="14561"/>
                    <a:pt x="24084" y="19265"/>
                    <a:pt x="24084" y="19265"/>
                  </a:cubicBezTo>
                  <a:cubicBezTo>
                    <a:pt x="24084" y="19265"/>
                    <a:pt x="6205" y="38112"/>
                    <a:pt x="3136" y="42815"/>
                  </a:cubicBezTo>
                  <a:cubicBezTo>
                    <a:pt x="67" y="47518"/>
                    <a:pt x="1" y="49753"/>
                    <a:pt x="701" y="51488"/>
                  </a:cubicBezTo>
                  <a:cubicBezTo>
                    <a:pt x="1435" y="53189"/>
                    <a:pt x="3136" y="58259"/>
                    <a:pt x="5404" y="58259"/>
                  </a:cubicBezTo>
                  <a:cubicBezTo>
                    <a:pt x="7673" y="58259"/>
                    <a:pt x="13977" y="54090"/>
                    <a:pt x="14978" y="52122"/>
                  </a:cubicBezTo>
                  <a:cubicBezTo>
                    <a:pt x="15979" y="50154"/>
                    <a:pt x="28688" y="21433"/>
                    <a:pt x="28688" y="21433"/>
                  </a:cubicBezTo>
                  <a:cubicBezTo>
                    <a:pt x="28688" y="21433"/>
                    <a:pt x="30222" y="20265"/>
                    <a:pt x="30489" y="18798"/>
                  </a:cubicBezTo>
                  <a:cubicBezTo>
                    <a:pt x="30756" y="17363"/>
                    <a:pt x="30322" y="12593"/>
                    <a:pt x="30322" y="12593"/>
                  </a:cubicBezTo>
                  <a:lnTo>
                    <a:pt x="30322" y="12593"/>
                  </a:lnTo>
                  <a:lnTo>
                    <a:pt x="32390" y="13227"/>
                  </a:lnTo>
                  <a:cubicBezTo>
                    <a:pt x="32390" y="13227"/>
                    <a:pt x="32957" y="15829"/>
                    <a:pt x="33658" y="15929"/>
                  </a:cubicBezTo>
                  <a:cubicBezTo>
                    <a:pt x="33670" y="15930"/>
                    <a:pt x="33681" y="15931"/>
                    <a:pt x="33693" y="15931"/>
                  </a:cubicBezTo>
                  <a:cubicBezTo>
                    <a:pt x="34367" y="15931"/>
                    <a:pt x="34625" y="14028"/>
                    <a:pt x="34625" y="14028"/>
                  </a:cubicBezTo>
                  <a:cubicBezTo>
                    <a:pt x="34625" y="14028"/>
                    <a:pt x="35092" y="11326"/>
                    <a:pt x="34825" y="11059"/>
                  </a:cubicBezTo>
                  <a:cubicBezTo>
                    <a:pt x="34559" y="10792"/>
                    <a:pt x="33191" y="9057"/>
                    <a:pt x="33191" y="9057"/>
                  </a:cubicBezTo>
                  <a:cubicBezTo>
                    <a:pt x="33191" y="9057"/>
                    <a:pt x="32490" y="6889"/>
                    <a:pt x="32023" y="6255"/>
                  </a:cubicBezTo>
                  <a:cubicBezTo>
                    <a:pt x="31737" y="5867"/>
                    <a:pt x="31163" y="5792"/>
                    <a:pt x="30761" y="5792"/>
                  </a:cubicBezTo>
                  <a:cubicBezTo>
                    <a:pt x="30507" y="5792"/>
                    <a:pt x="30322" y="5822"/>
                    <a:pt x="30322" y="5822"/>
                  </a:cubicBezTo>
                  <a:cubicBezTo>
                    <a:pt x="30322" y="5822"/>
                    <a:pt x="29657" y="5157"/>
                    <a:pt x="29064" y="5157"/>
                  </a:cubicBezTo>
                  <a:cubicBezTo>
                    <a:pt x="28993" y="5157"/>
                    <a:pt x="28922" y="5167"/>
                    <a:pt x="28855" y="5188"/>
                  </a:cubicBezTo>
                  <a:cubicBezTo>
                    <a:pt x="28254" y="5355"/>
                    <a:pt x="24285" y="7356"/>
                    <a:pt x="24285" y="7356"/>
                  </a:cubicBezTo>
                  <a:cubicBezTo>
                    <a:pt x="24285" y="7356"/>
                    <a:pt x="23384" y="4387"/>
                    <a:pt x="23451" y="3754"/>
                  </a:cubicBezTo>
                  <a:cubicBezTo>
                    <a:pt x="23517" y="3120"/>
                    <a:pt x="23184" y="1752"/>
                    <a:pt x="22917" y="1118"/>
                  </a:cubicBezTo>
                  <a:cubicBezTo>
                    <a:pt x="22698" y="657"/>
                    <a:pt x="22515" y="0"/>
                    <a:pt x="221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p:nvPr/>
          </p:nvSpPr>
          <p:spPr>
            <a:xfrm>
              <a:off x="6012575" y="3145250"/>
              <a:ext cx="889825" cy="1467025"/>
            </a:xfrm>
            <a:custGeom>
              <a:avLst/>
              <a:gdLst/>
              <a:ahLst/>
              <a:cxnLst/>
              <a:rect l="l" t="t" r="r" b="b"/>
              <a:pathLst>
                <a:path w="35593" h="58681" extrusionOk="0">
                  <a:moveTo>
                    <a:pt x="22483" y="439"/>
                  </a:moveTo>
                  <a:cubicBezTo>
                    <a:pt x="22617" y="472"/>
                    <a:pt x="22817" y="906"/>
                    <a:pt x="22917" y="1206"/>
                  </a:cubicBezTo>
                  <a:lnTo>
                    <a:pt x="23017" y="1440"/>
                  </a:lnTo>
                  <a:cubicBezTo>
                    <a:pt x="23350" y="2207"/>
                    <a:pt x="23517" y="3074"/>
                    <a:pt x="23517" y="3941"/>
                  </a:cubicBezTo>
                  <a:cubicBezTo>
                    <a:pt x="23450" y="4575"/>
                    <a:pt x="24284" y="7310"/>
                    <a:pt x="24351" y="7644"/>
                  </a:cubicBezTo>
                  <a:cubicBezTo>
                    <a:pt x="24384" y="7677"/>
                    <a:pt x="24418" y="7744"/>
                    <a:pt x="24485" y="7744"/>
                  </a:cubicBezTo>
                  <a:cubicBezTo>
                    <a:pt x="24518" y="7761"/>
                    <a:pt x="24543" y="7769"/>
                    <a:pt x="24568" y="7769"/>
                  </a:cubicBezTo>
                  <a:cubicBezTo>
                    <a:pt x="24593" y="7769"/>
                    <a:pt x="24618" y="7761"/>
                    <a:pt x="24651" y="7744"/>
                  </a:cubicBezTo>
                  <a:cubicBezTo>
                    <a:pt x="26052" y="7077"/>
                    <a:pt x="28754" y="5743"/>
                    <a:pt x="29255" y="5609"/>
                  </a:cubicBezTo>
                  <a:cubicBezTo>
                    <a:pt x="29301" y="5594"/>
                    <a:pt x="29350" y="5587"/>
                    <a:pt x="29401" y="5587"/>
                  </a:cubicBezTo>
                  <a:cubicBezTo>
                    <a:pt x="29795" y="5587"/>
                    <a:pt x="30312" y="5999"/>
                    <a:pt x="30489" y="6176"/>
                  </a:cubicBezTo>
                  <a:cubicBezTo>
                    <a:pt x="30522" y="6243"/>
                    <a:pt x="30589" y="6243"/>
                    <a:pt x="30656" y="6243"/>
                  </a:cubicBezTo>
                  <a:cubicBezTo>
                    <a:pt x="30750" y="6224"/>
                    <a:pt x="30889" y="6211"/>
                    <a:pt x="31046" y="6211"/>
                  </a:cubicBezTo>
                  <a:cubicBezTo>
                    <a:pt x="31449" y="6211"/>
                    <a:pt x="31974" y="6298"/>
                    <a:pt x="32190" y="6610"/>
                  </a:cubicBezTo>
                  <a:cubicBezTo>
                    <a:pt x="32624" y="7210"/>
                    <a:pt x="33324" y="9345"/>
                    <a:pt x="33324" y="9345"/>
                  </a:cubicBezTo>
                  <a:cubicBezTo>
                    <a:pt x="33324" y="9379"/>
                    <a:pt x="33358" y="9379"/>
                    <a:pt x="33358" y="9412"/>
                  </a:cubicBezTo>
                  <a:cubicBezTo>
                    <a:pt x="33424" y="9479"/>
                    <a:pt x="34725" y="11146"/>
                    <a:pt x="34992" y="11413"/>
                  </a:cubicBezTo>
                  <a:cubicBezTo>
                    <a:pt x="35092" y="11613"/>
                    <a:pt x="34959" y="13014"/>
                    <a:pt x="34759" y="14215"/>
                  </a:cubicBezTo>
                  <a:cubicBezTo>
                    <a:pt x="34660" y="14970"/>
                    <a:pt x="34368" y="15951"/>
                    <a:pt x="34009" y="15951"/>
                  </a:cubicBezTo>
                  <a:cubicBezTo>
                    <a:pt x="34003" y="15951"/>
                    <a:pt x="33997" y="15950"/>
                    <a:pt x="33991" y="15950"/>
                  </a:cubicBezTo>
                  <a:cubicBezTo>
                    <a:pt x="33658" y="15883"/>
                    <a:pt x="33157" y="14582"/>
                    <a:pt x="32924" y="13381"/>
                  </a:cubicBezTo>
                  <a:cubicBezTo>
                    <a:pt x="32891" y="13315"/>
                    <a:pt x="32857" y="13248"/>
                    <a:pt x="32790" y="13248"/>
                  </a:cubicBezTo>
                  <a:lnTo>
                    <a:pt x="30689" y="12614"/>
                  </a:lnTo>
                  <a:cubicBezTo>
                    <a:pt x="30669" y="12604"/>
                    <a:pt x="30650" y="12600"/>
                    <a:pt x="30630" y="12600"/>
                  </a:cubicBezTo>
                  <a:cubicBezTo>
                    <a:pt x="30583" y="12600"/>
                    <a:pt x="30536" y="12624"/>
                    <a:pt x="30489" y="12648"/>
                  </a:cubicBezTo>
                  <a:cubicBezTo>
                    <a:pt x="30455" y="12681"/>
                    <a:pt x="30422" y="12748"/>
                    <a:pt x="30422" y="12814"/>
                  </a:cubicBezTo>
                  <a:cubicBezTo>
                    <a:pt x="30422" y="12881"/>
                    <a:pt x="30856" y="17618"/>
                    <a:pt x="30589" y="18985"/>
                  </a:cubicBezTo>
                  <a:cubicBezTo>
                    <a:pt x="30355" y="20353"/>
                    <a:pt x="28854" y="21487"/>
                    <a:pt x="28854" y="21487"/>
                  </a:cubicBezTo>
                  <a:cubicBezTo>
                    <a:pt x="28821" y="21521"/>
                    <a:pt x="28821" y="21521"/>
                    <a:pt x="28788" y="21554"/>
                  </a:cubicBezTo>
                  <a:cubicBezTo>
                    <a:pt x="28688" y="21854"/>
                    <a:pt x="16079" y="50274"/>
                    <a:pt x="15078" y="52243"/>
                  </a:cubicBezTo>
                  <a:cubicBezTo>
                    <a:pt x="14110" y="54211"/>
                    <a:pt x="7806" y="58280"/>
                    <a:pt x="5704" y="58280"/>
                  </a:cubicBezTo>
                  <a:cubicBezTo>
                    <a:pt x="3870" y="58280"/>
                    <a:pt x="2269" y="54277"/>
                    <a:pt x="1501" y="52343"/>
                  </a:cubicBezTo>
                  <a:cubicBezTo>
                    <a:pt x="1401" y="52076"/>
                    <a:pt x="1301" y="51809"/>
                    <a:pt x="1201" y="51609"/>
                  </a:cubicBezTo>
                  <a:cubicBezTo>
                    <a:pt x="601" y="50174"/>
                    <a:pt x="401" y="48073"/>
                    <a:pt x="3636" y="43169"/>
                  </a:cubicBezTo>
                  <a:cubicBezTo>
                    <a:pt x="6638" y="38533"/>
                    <a:pt x="24351" y="19819"/>
                    <a:pt x="24551" y="19619"/>
                  </a:cubicBezTo>
                  <a:cubicBezTo>
                    <a:pt x="24585" y="19586"/>
                    <a:pt x="24585" y="19552"/>
                    <a:pt x="24585" y="19486"/>
                  </a:cubicBezTo>
                  <a:cubicBezTo>
                    <a:pt x="24585" y="19452"/>
                    <a:pt x="24685" y="14782"/>
                    <a:pt x="24685" y="13348"/>
                  </a:cubicBezTo>
                  <a:cubicBezTo>
                    <a:pt x="24685" y="12347"/>
                    <a:pt x="23851" y="10046"/>
                    <a:pt x="23084" y="8011"/>
                  </a:cubicBezTo>
                  <a:cubicBezTo>
                    <a:pt x="22717" y="6977"/>
                    <a:pt x="22383" y="6076"/>
                    <a:pt x="22250" y="5542"/>
                  </a:cubicBezTo>
                  <a:cubicBezTo>
                    <a:pt x="21816" y="4075"/>
                    <a:pt x="22183" y="1073"/>
                    <a:pt x="22250" y="606"/>
                  </a:cubicBezTo>
                  <a:cubicBezTo>
                    <a:pt x="22350" y="472"/>
                    <a:pt x="22450" y="439"/>
                    <a:pt x="22483" y="439"/>
                  </a:cubicBezTo>
                  <a:close/>
                  <a:moveTo>
                    <a:pt x="22489" y="0"/>
                  </a:moveTo>
                  <a:cubicBezTo>
                    <a:pt x="22303" y="0"/>
                    <a:pt x="22093" y="135"/>
                    <a:pt x="21883" y="405"/>
                  </a:cubicBezTo>
                  <a:cubicBezTo>
                    <a:pt x="21883" y="439"/>
                    <a:pt x="21849" y="472"/>
                    <a:pt x="21849" y="506"/>
                  </a:cubicBezTo>
                  <a:cubicBezTo>
                    <a:pt x="21816" y="639"/>
                    <a:pt x="21382" y="3975"/>
                    <a:pt x="21849" y="5643"/>
                  </a:cubicBezTo>
                  <a:cubicBezTo>
                    <a:pt x="22016" y="6210"/>
                    <a:pt x="22350" y="7110"/>
                    <a:pt x="22717" y="8144"/>
                  </a:cubicBezTo>
                  <a:cubicBezTo>
                    <a:pt x="23417" y="10046"/>
                    <a:pt x="24284" y="12414"/>
                    <a:pt x="24284" y="13348"/>
                  </a:cubicBezTo>
                  <a:cubicBezTo>
                    <a:pt x="24284" y="14649"/>
                    <a:pt x="24184" y="18752"/>
                    <a:pt x="24184" y="19386"/>
                  </a:cubicBezTo>
                  <a:cubicBezTo>
                    <a:pt x="23084" y="20553"/>
                    <a:pt x="6238" y="38399"/>
                    <a:pt x="3269" y="42936"/>
                  </a:cubicBezTo>
                  <a:cubicBezTo>
                    <a:pt x="0" y="47973"/>
                    <a:pt x="167" y="50174"/>
                    <a:pt x="834" y="51776"/>
                  </a:cubicBezTo>
                  <a:cubicBezTo>
                    <a:pt x="901" y="51976"/>
                    <a:pt x="1001" y="52243"/>
                    <a:pt x="1135" y="52509"/>
                  </a:cubicBezTo>
                  <a:cubicBezTo>
                    <a:pt x="1968" y="54678"/>
                    <a:pt x="3570" y="58680"/>
                    <a:pt x="5704" y="58680"/>
                  </a:cubicBezTo>
                  <a:cubicBezTo>
                    <a:pt x="7939" y="58680"/>
                    <a:pt x="14411" y="54544"/>
                    <a:pt x="15478" y="52409"/>
                  </a:cubicBezTo>
                  <a:cubicBezTo>
                    <a:pt x="16445" y="50508"/>
                    <a:pt x="28587" y="23088"/>
                    <a:pt x="29155" y="21787"/>
                  </a:cubicBezTo>
                  <a:cubicBezTo>
                    <a:pt x="29421" y="21554"/>
                    <a:pt x="30756" y="20453"/>
                    <a:pt x="31023" y="19052"/>
                  </a:cubicBezTo>
                  <a:cubicBezTo>
                    <a:pt x="31256" y="17818"/>
                    <a:pt x="30956" y="14182"/>
                    <a:pt x="30856" y="13081"/>
                  </a:cubicBezTo>
                  <a:lnTo>
                    <a:pt x="30856" y="13081"/>
                  </a:lnTo>
                  <a:lnTo>
                    <a:pt x="32524" y="13582"/>
                  </a:lnTo>
                  <a:cubicBezTo>
                    <a:pt x="32690" y="14349"/>
                    <a:pt x="33191" y="16250"/>
                    <a:pt x="33958" y="16350"/>
                  </a:cubicBezTo>
                  <a:cubicBezTo>
                    <a:pt x="33981" y="16353"/>
                    <a:pt x="34004" y="16354"/>
                    <a:pt x="34026" y="16354"/>
                  </a:cubicBezTo>
                  <a:cubicBezTo>
                    <a:pt x="34841" y="16354"/>
                    <a:pt x="35126" y="14606"/>
                    <a:pt x="35159" y="14249"/>
                  </a:cubicBezTo>
                  <a:cubicBezTo>
                    <a:pt x="35392" y="12981"/>
                    <a:pt x="35592" y="11380"/>
                    <a:pt x="35292" y="11113"/>
                  </a:cubicBezTo>
                  <a:cubicBezTo>
                    <a:pt x="35092" y="10913"/>
                    <a:pt x="34191" y="9779"/>
                    <a:pt x="33691" y="9178"/>
                  </a:cubicBezTo>
                  <a:cubicBezTo>
                    <a:pt x="33624" y="8878"/>
                    <a:pt x="32957" y="6977"/>
                    <a:pt x="32524" y="6343"/>
                  </a:cubicBezTo>
                  <a:cubicBezTo>
                    <a:pt x="32189" y="5880"/>
                    <a:pt x="31499" y="5794"/>
                    <a:pt x="31047" y="5794"/>
                  </a:cubicBezTo>
                  <a:cubicBezTo>
                    <a:pt x="30912" y="5794"/>
                    <a:pt x="30799" y="5802"/>
                    <a:pt x="30722" y="5809"/>
                  </a:cubicBezTo>
                  <a:cubicBezTo>
                    <a:pt x="30489" y="5605"/>
                    <a:pt x="29923" y="5145"/>
                    <a:pt x="29361" y="5145"/>
                  </a:cubicBezTo>
                  <a:cubicBezTo>
                    <a:pt x="29281" y="5145"/>
                    <a:pt x="29200" y="5155"/>
                    <a:pt x="29121" y="5176"/>
                  </a:cubicBezTo>
                  <a:cubicBezTo>
                    <a:pt x="28554" y="5376"/>
                    <a:pt x="25552" y="6843"/>
                    <a:pt x="24718" y="7277"/>
                  </a:cubicBezTo>
                  <a:cubicBezTo>
                    <a:pt x="24384" y="6110"/>
                    <a:pt x="23917" y="4408"/>
                    <a:pt x="23984" y="3975"/>
                  </a:cubicBezTo>
                  <a:cubicBezTo>
                    <a:pt x="24084" y="3274"/>
                    <a:pt x="23684" y="1840"/>
                    <a:pt x="23417" y="1273"/>
                  </a:cubicBezTo>
                  <a:cubicBezTo>
                    <a:pt x="23384" y="1173"/>
                    <a:pt x="23350" y="1106"/>
                    <a:pt x="23317" y="1039"/>
                  </a:cubicBezTo>
                  <a:cubicBezTo>
                    <a:pt x="23150" y="572"/>
                    <a:pt x="22950" y="72"/>
                    <a:pt x="22550" y="5"/>
                  </a:cubicBezTo>
                  <a:cubicBezTo>
                    <a:pt x="22530" y="2"/>
                    <a:pt x="22509" y="0"/>
                    <a:pt x="22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5"/>
            <p:cNvSpPr/>
            <p:nvPr/>
          </p:nvSpPr>
          <p:spPr>
            <a:xfrm>
              <a:off x="6669700" y="3291300"/>
              <a:ext cx="110950" cy="70925"/>
            </a:xfrm>
            <a:custGeom>
              <a:avLst/>
              <a:gdLst/>
              <a:ahLst/>
              <a:cxnLst/>
              <a:rect l="l" t="t" r="r" b="b"/>
              <a:pathLst>
                <a:path w="4438" h="2837" extrusionOk="0">
                  <a:moveTo>
                    <a:pt x="4237" y="1"/>
                  </a:moveTo>
                  <a:lnTo>
                    <a:pt x="1" y="2469"/>
                  </a:lnTo>
                  <a:lnTo>
                    <a:pt x="201" y="2836"/>
                  </a:lnTo>
                  <a:lnTo>
                    <a:pt x="4437" y="368"/>
                  </a:lnTo>
                  <a:lnTo>
                    <a:pt x="42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5"/>
            <p:cNvSpPr/>
            <p:nvPr/>
          </p:nvSpPr>
          <p:spPr>
            <a:xfrm>
              <a:off x="6718075" y="3348650"/>
              <a:ext cx="135950" cy="56925"/>
            </a:xfrm>
            <a:custGeom>
              <a:avLst/>
              <a:gdLst/>
              <a:ahLst/>
              <a:cxnLst/>
              <a:rect l="l" t="t" r="r" b="b"/>
              <a:pathLst>
                <a:path w="5438" h="2277" extrusionOk="0">
                  <a:moveTo>
                    <a:pt x="3428" y="0"/>
                  </a:moveTo>
                  <a:cubicBezTo>
                    <a:pt x="3327" y="0"/>
                    <a:pt x="3229" y="13"/>
                    <a:pt x="3136" y="42"/>
                  </a:cubicBezTo>
                  <a:cubicBezTo>
                    <a:pt x="2336" y="342"/>
                    <a:pt x="101" y="1876"/>
                    <a:pt x="1" y="1943"/>
                  </a:cubicBezTo>
                  <a:lnTo>
                    <a:pt x="234" y="2277"/>
                  </a:lnTo>
                  <a:cubicBezTo>
                    <a:pt x="267" y="2277"/>
                    <a:pt x="2502" y="709"/>
                    <a:pt x="3270" y="442"/>
                  </a:cubicBezTo>
                  <a:cubicBezTo>
                    <a:pt x="3323" y="425"/>
                    <a:pt x="3381" y="418"/>
                    <a:pt x="3443" y="418"/>
                  </a:cubicBezTo>
                  <a:cubicBezTo>
                    <a:pt x="3997" y="418"/>
                    <a:pt x="4837" y="1039"/>
                    <a:pt x="5138" y="1309"/>
                  </a:cubicBezTo>
                  <a:lnTo>
                    <a:pt x="5438" y="1009"/>
                  </a:lnTo>
                  <a:cubicBezTo>
                    <a:pt x="5289" y="890"/>
                    <a:pt x="4263" y="0"/>
                    <a:pt x="3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6750600" y="3413875"/>
              <a:ext cx="139300" cy="75925"/>
            </a:xfrm>
            <a:custGeom>
              <a:avLst/>
              <a:gdLst/>
              <a:ahLst/>
              <a:cxnLst/>
              <a:rect l="l" t="t" r="r" b="b"/>
              <a:pathLst>
                <a:path w="5572" h="3037" extrusionOk="0">
                  <a:moveTo>
                    <a:pt x="1987" y="0"/>
                  </a:moveTo>
                  <a:cubicBezTo>
                    <a:pt x="1111" y="0"/>
                    <a:pt x="151" y="225"/>
                    <a:pt x="0" y="268"/>
                  </a:cubicBezTo>
                  <a:lnTo>
                    <a:pt x="101" y="668"/>
                  </a:lnTo>
                  <a:cubicBezTo>
                    <a:pt x="489" y="582"/>
                    <a:pt x="1339" y="426"/>
                    <a:pt x="2035" y="426"/>
                  </a:cubicBezTo>
                  <a:cubicBezTo>
                    <a:pt x="2414" y="426"/>
                    <a:pt x="2748" y="472"/>
                    <a:pt x="2936" y="602"/>
                  </a:cubicBezTo>
                  <a:lnTo>
                    <a:pt x="3136" y="768"/>
                  </a:lnTo>
                  <a:cubicBezTo>
                    <a:pt x="3903" y="1269"/>
                    <a:pt x="5037" y="2069"/>
                    <a:pt x="5171" y="3037"/>
                  </a:cubicBezTo>
                  <a:lnTo>
                    <a:pt x="5571" y="2937"/>
                  </a:lnTo>
                  <a:cubicBezTo>
                    <a:pt x="5404" y="1802"/>
                    <a:pt x="4203" y="969"/>
                    <a:pt x="3403" y="401"/>
                  </a:cubicBezTo>
                  <a:lnTo>
                    <a:pt x="3203" y="268"/>
                  </a:lnTo>
                  <a:cubicBezTo>
                    <a:pt x="2920" y="68"/>
                    <a:pt x="2466" y="0"/>
                    <a:pt x="19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p:nvPr/>
          </p:nvSpPr>
          <p:spPr>
            <a:xfrm>
              <a:off x="6700650" y="4474600"/>
              <a:ext cx="162550" cy="162550"/>
            </a:xfrm>
            <a:custGeom>
              <a:avLst/>
              <a:gdLst/>
              <a:ahLst/>
              <a:cxnLst/>
              <a:rect l="l" t="t" r="r" b="b"/>
              <a:pathLst>
                <a:path w="6502" h="6502" extrusionOk="0">
                  <a:moveTo>
                    <a:pt x="4933" y="1"/>
                  </a:moveTo>
                  <a:cubicBezTo>
                    <a:pt x="3562" y="1"/>
                    <a:pt x="1756" y="88"/>
                    <a:pt x="1531" y="536"/>
                  </a:cubicBezTo>
                  <a:cubicBezTo>
                    <a:pt x="1165" y="1237"/>
                    <a:pt x="231" y="4973"/>
                    <a:pt x="97" y="5773"/>
                  </a:cubicBezTo>
                  <a:cubicBezTo>
                    <a:pt x="0" y="6239"/>
                    <a:pt x="355" y="6502"/>
                    <a:pt x="800" y="6502"/>
                  </a:cubicBezTo>
                  <a:cubicBezTo>
                    <a:pt x="1120" y="6502"/>
                    <a:pt x="1486" y="6366"/>
                    <a:pt x="1765" y="6074"/>
                  </a:cubicBezTo>
                  <a:cubicBezTo>
                    <a:pt x="2432" y="5340"/>
                    <a:pt x="4267" y="2971"/>
                    <a:pt x="4267" y="2971"/>
                  </a:cubicBezTo>
                  <a:lnTo>
                    <a:pt x="6502" y="36"/>
                  </a:lnTo>
                  <a:cubicBezTo>
                    <a:pt x="6502" y="36"/>
                    <a:pt x="5806" y="1"/>
                    <a:pt x="49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p:cNvSpPr/>
            <p:nvPr/>
          </p:nvSpPr>
          <p:spPr>
            <a:xfrm>
              <a:off x="6696400" y="4469075"/>
              <a:ext cx="174300" cy="173225"/>
            </a:xfrm>
            <a:custGeom>
              <a:avLst/>
              <a:gdLst/>
              <a:ahLst/>
              <a:cxnLst/>
              <a:rect l="l" t="t" r="r" b="b"/>
              <a:pathLst>
                <a:path w="6972" h="6929" extrusionOk="0">
                  <a:moveTo>
                    <a:pt x="6271" y="424"/>
                  </a:moveTo>
                  <a:lnTo>
                    <a:pt x="4303" y="3059"/>
                  </a:lnTo>
                  <a:cubicBezTo>
                    <a:pt x="4303" y="3092"/>
                    <a:pt x="2435" y="5427"/>
                    <a:pt x="1802" y="6161"/>
                  </a:cubicBezTo>
                  <a:cubicBezTo>
                    <a:pt x="1605" y="6382"/>
                    <a:pt x="1299" y="6513"/>
                    <a:pt x="1006" y="6513"/>
                  </a:cubicBezTo>
                  <a:cubicBezTo>
                    <a:pt x="901" y="6513"/>
                    <a:pt x="797" y="6496"/>
                    <a:pt x="701" y="6461"/>
                  </a:cubicBezTo>
                  <a:cubicBezTo>
                    <a:pt x="534" y="6395"/>
                    <a:pt x="434" y="6194"/>
                    <a:pt x="501" y="6028"/>
                  </a:cubicBezTo>
                  <a:cubicBezTo>
                    <a:pt x="667" y="5194"/>
                    <a:pt x="1568" y="1491"/>
                    <a:pt x="1902" y="824"/>
                  </a:cubicBezTo>
                  <a:cubicBezTo>
                    <a:pt x="2035" y="557"/>
                    <a:pt x="3569" y="424"/>
                    <a:pt x="5237" y="424"/>
                  </a:cubicBezTo>
                  <a:close/>
                  <a:moveTo>
                    <a:pt x="5325" y="0"/>
                  </a:moveTo>
                  <a:cubicBezTo>
                    <a:pt x="3811" y="0"/>
                    <a:pt x="1801" y="100"/>
                    <a:pt x="1535" y="657"/>
                  </a:cubicBezTo>
                  <a:cubicBezTo>
                    <a:pt x="1168" y="1424"/>
                    <a:pt x="234" y="5160"/>
                    <a:pt x="67" y="5961"/>
                  </a:cubicBezTo>
                  <a:cubicBezTo>
                    <a:pt x="0" y="6328"/>
                    <a:pt x="167" y="6661"/>
                    <a:pt x="501" y="6828"/>
                  </a:cubicBezTo>
                  <a:cubicBezTo>
                    <a:pt x="634" y="6895"/>
                    <a:pt x="801" y="6928"/>
                    <a:pt x="1001" y="6928"/>
                  </a:cubicBezTo>
                  <a:cubicBezTo>
                    <a:pt x="1401" y="6928"/>
                    <a:pt x="1802" y="6728"/>
                    <a:pt x="2102" y="6428"/>
                  </a:cubicBezTo>
                  <a:cubicBezTo>
                    <a:pt x="2736" y="5694"/>
                    <a:pt x="4537" y="3426"/>
                    <a:pt x="4637" y="3326"/>
                  </a:cubicBezTo>
                  <a:lnTo>
                    <a:pt x="6872" y="357"/>
                  </a:lnTo>
                  <a:cubicBezTo>
                    <a:pt x="6972" y="224"/>
                    <a:pt x="6872" y="23"/>
                    <a:pt x="6705" y="23"/>
                  </a:cubicBezTo>
                  <a:cubicBezTo>
                    <a:pt x="6395" y="14"/>
                    <a:pt x="5895" y="0"/>
                    <a:pt x="5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p:cNvSpPr/>
            <p:nvPr/>
          </p:nvSpPr>
          <p:spPr>
            <a:xfrm>
              <a:off x="6743925" y="4265225"/>
              <a:ext cx="224350" cy="366225"/>
            </a:xfrm>
            <a:custGeom>
              <a:avLst/>
              <a:gdLst/>
              <a:ahLst/>
              <a:cxnLst/>
              <a:rect l="l" t="t" r="r" b="b"/>
              <a:pathLst>
                <a:path w="8974" h="14649" extrusionOk="0">
                  <a:moveTo>
                    <a:pt x="8260" y="0"/>
                  </a:moveTo>
                  <a:cubicBezTo>
                    <a:pt x="8049" y="0"/>
                    <a:pt x="7839" y="106"/>
                    <a:pt x="7739" y="305"/>
                  </a:cubicBezTo>
                  <a:lnTo>
                    <a:pt x="1" y="14449"/>
                  </a:lnTo>
                  <a:lnTo>
                    <a:pt x="1302" y="14649"/>
                  </a:lnTo>
                  <a:lnTo>
                    <a:pt x="8807" y="906"/>
                  </a:lnTo>
                  <a:cubicBezTo>
                    <a:pt x="8974" y="572"/>
                    <a:pt x="8840" y="172"/>
                    <a:pt x="8473" y="38"/>
                  </a:cubicBezTo>
                  <a:cubicBezTo>
                    <a:pt x="8405" y="13"/>
                    <a:pt x="8333" y="0"/>
                    <a:pt x="82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p:cNvSpPr/>
            <p:nvPr/>
          </p:nvSpPr>
          <p:spPr>
            <a:xfrm>
              <a:off x="6738925" y="4259550"/>
              <a:ext cx="232700" cy="376900"/>
            </a:xfrm>
            <a:custGeom>
              <a:avLst/>
              <a:gdLst/>
              <a:ahLst/>
              <a:cxnLst/>
              <a:rect l="l" t="t" r="r" b="b"/>
              <a:pathLst>
                <a:path w="9308" h="15076" extrusionOk="0">
                  <a:moveTo>
                    <a:pt x="8479" y="423"/>
                  </a:moveTo>
                  <a:cubicBezTo>
                    <a:pt x="8625" y="423"/>
                    <a:pt x="8770" y="507"/>
                    <a:pt x="8840" y="666"/>
                  </a:cubicBezTo>
                  <a:cubicBezTo>
                    <a:pt x="8907" y="799"/>
                    <a:pt x="8873" y="899"/>
                    <a:pt x="8840" y="999"/>
                  </a:cubicBezTo>
                  <a:lnTo>
                    <a:pt x="1401" y="14642"/>
                  </a:lnTo>
                  <a:lnTo>
                    <a:pt x="534" y="14509"/>
                  </a:lnTo>
                  <a:lnTo>
                    <a:pt x="8140" y="632"/>
                  </a:lnTo>
                  <a:cubicBezTo>
                    <a:pt x="8218" y="490"/>
                    <a:pt x="8349" y="423"/>
                    <a:pt x="8479" y="423"/>
                  </a:cubicBezTo>
                  <a:close/>
                  <a:moveTo>
                    <a:pt x="8446" y="0"/>
                  </a:moveTo>
                  <a:cubicBezTo>
                    <a:pt x="8173" y="0"/>
                    <a:pt x="7911" y="162"/>
                    <a:pt x="7739" y="432"/>
                  </a:cubicBezTo>
                  <a:lnTo>
                    <a:pt x="34" y="14575"/>
                  </a:lnTo>
                  <a:cubicBezTo>
                    <a:pt x="0" y="14642"/>
                    <a:pt x="0" y="14709"/>
                    <a:pt x="34" y="14742"/>
                  </a:cubicBezTo>
                  <a:cubicBezTo>
                    <a:pt x="34" y="14809"/>
                    <a:pt x="101" y="14842"/>
                    <a:pt x="167" y="14876"/>
                  </a:cubicBezTo>
                  <a:lnTo>
                    <a:pt x="1468" y="15076"/>
                  </a:lnTo>
                  <a:lnTo>
                    <a:pt x="1502" y="15076"/>
                  </a:lnTo>
                  <a:cubicBezTo>
                    <a:pt x="1568" y="15076"/>
                    <a:pt x="1668" y="15042"/>
                    <a:pt x="1668" y="14976"/>
                  </a:cubicBezTo>
                  <a:lnTo>
                    <a:pt x="9174" y="1199"/>
                  </a:lnTo>
                  <a:cubicBezTo>
                    <a:pt x="9307" y="999"/>
                    <a:pt x="9307" y="766"/>
                    <a:pt x="9240" y="532"/>
                  </a:cubicBezTo>
                  <a:cubicBezTo>
                    <a:pt x="9140" y="299"/>
                    <a:pt x="8974" y="132"/>
                    <a:pt x="8740" y="65"/>
                  </a:cubicBezTo>
                  <a:cubicBezTo>
                    <a:pt x="8643" y="21"/>
                    <a:pt x="8544" y="0"/>
                    <a:pt x="84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5"/>
            <p:cNvSpPr/>
            <p:nvPr/>
          </p:nvSpPr>
          <p:spPr>
            <a:xfrm>
              <a:off x="6702225" y="4400425"/>
              <a:ext cx="1270100" cy="317750"/>
            </a:xfrm>
            <a:custGeom>
              <a:avLst/>
              <a:gdLst/>
              <a:ahLst/>
              <a:cxnLst/>
              <a:rect l="l" t="t" r="r" b="b"/>
              <a:pathLst>
                <a:path w="50804" h="12710" extrusionOk="0">
                  <a:moveTo>
                    <a:pt x="46300" y="1"/>
                  </a:moveTo>
                  <a:lnTo>
                    <a:pt x="40763" y="468"/>
                  </a:lnTo>
                  <a:cubicBezTo>
                    <a:pt x="39863" y="468"/>
                    <a:pt x="37061" y="801"/>
                    <a:pt x="33024" y="2269"/>
                  </a:cubicBezTo>
                  <a:cubicBezTo>
                    <a:pt x="28988" y="3703"/>
                    <a:pt x="19415" y="4971"/>
                    <a:pt x="19415" y="4971"/>
                  </a:cubicBezTo>
                  <a:cubicBezTo>
                    <a:pt x="19415" y="4971"/>
                    <a:pt x="10494" y="1331"/>
                    <a:pt x="8454" y="1331"/>
                  </a:cubicBezTo>
                  <a:cubicBezTo>
                    <a:pt x="8336" y="1331"/>
                    <a:pt x="8242" y="1343"/>
                    <a:pt x="8173" y="1368"/>
                  </a:cubicBezTo>
                  <a:cubicBezTo>
                    <a:pt x="6939" y="1802"/>
                    <a:pt x="3003" y="5638"/>
                    <a:pt x="2336" y="6972"/>
                  </a:cubicBezTo>
                  <a:cubicBezTo>
                    <a:pt x="1669" y="8340"/>
                    <a:pt x="1" y="10675"/>
                    <a:pt x="534" y="11376"/>
                  </a:cubicBezTo>
                  <a:cubicBezTo>
                    <a:pt x="701" y="11572"/>
                    <a:pt x="975" y="11641"/>
                    <a:pt x="1278" y="11641"/>
                  </a:cubicBezTo>
                  <a:cubicBezTo>
                    <a:pt x="2005" y="11641"/>
                    <a:pt x="2903" y="11242"/>
                    <a:pt x="2903" y="11242"/>
                  </a:cubicBezTo>
                  <a:cubicBezTo>
                    <a:pt x="3904" y="11442"/>
                    <a:pt x="4871" y="11642"/>
                    <a:pt x="5838" y="11943"/>
                  </a:cubicBezTo>
                  <a:cubicBezTo>
                    <a:pt x="6839" y="12276"/>
                    <a:pt x="10075" y="12276"/>
                    <a:pt x="11776" y="12276"/>
                  </a:cubicBezTo>
                  <a:cubicBezTo>
                    <a:pt x="13477" y="12276"/>
                    <a:pt x="17847" y="11142"/>
                    <a:pt x="17847" y="11142"/>
                  </a:cubicBezTo>
                  <a:cubicBezTo>
                    <a:pt x="17847" y="11142"/>
                    <a:pt x="28221" y="12710"/>
                    <a:pt x="32157" y="12710"/>
                  </a:cubicBezTo>
                  <a:cubicBezTo>
                    <a:pt x="36060" y="12710"/>
                    <a:pt x="50804" y="12376"/>
                    <a:pt x="50804" y="10375"/>
                  </a:cubicBezTo>
                  <a:cubicBezTo>
                    <a:pt x="50804" y="8340"/>
                    <a:pt x="49436" y="3637"/>
                    <a:pt x="48669" y="2369"/>
                  </a:cubicBezTo>
                  <a:cubicBezTo>
                    <a:pt x="48002" y="1468"/>
                    <a:pt x="47201" y="668"/>
                    <a:pt x="463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5"/>
            <p:cNvSpPr/>
            <p:nvPr/>
          </p:nvSpPr>
          <p:spPr>
            <a:xfrm>
              <a:off x="6698900" y="4396250"/>
              <a:ext cx="1279275" cy="327775"/>
            </a:xfrm>
            <a:custGeom>
              <a:avLst/>
              <a:gdLst/>
              <a:ahLst/>
              <a:cxnLst/>
              <a:rect l="l" t="t" r="r" b="b"/>
              <a:pathLst>
                <a:path w="51171" h="13111" extrusionOk="0">
                  <a:moveTo>
                    <a:pt x="46567" y="1"/>
                  </a:moveTo>
                  <a:lnTo>
                    <a:pt x="46333" y="368"/>
                  </a:lnTo>
                  <a:cubicBezTo>
                    <a:pt x="47234" y="1002"/>
                    <a:pt x="48001" y="1802"/>
                    <a:pt x="48635" y="2670"/>
                  </a:cubicBezTo>
                  <a:cubicBezTo>
                    <a:pt x="49402" y="3904"/>
                    <a:pt x="50737" y="8574"/>
                    <a:pt x="50737" y="10542"/>
                  </a:cubicBezTo>
                  <a:cubicBezTo>
                    <a:pt x="50737" y="12010"/>
                    <a:pt x="39695" y="12710"/>
                    <a:pt x="32257" y="12710"/>
                  </a:cubicBezTo>
                  <a:cubicBezTo>
                    <a:pt x="28387" y="12710"/>
                    <a:pt x="18113" y="11142"/>
                    <a:pt x="18013" y="11142"/>
                  </a:cubicBezTo>
                  <a:lnTo>
                    <a:pt x="17946" y="11142"/>
                  </a:lnTo>
                  <a:cubicBezTo>
                    <a:pt x="17913" y="11142"/>
                    <a:pt x="13510" y="12243"/>
                    <a:pt x="11909" y="12243"/>
                  </a:cubicBezTo>
                  <a:cubicBezTo>
                    <a:pt x="10341" y="12243"/>
                    <a:pt x="7005" y="12243"/>
                    <a:pt x="6038" y="11909"/>
                  </a:cubicBezTo>
                  <a:cubicBezTo>
                    <a:pt x="5071" y="11643"/>
                    <a:pt x="4070" y="11409"/>
                    <a:pt x="3069" y="11242"/>
                  </a:cubicBezTo>
                  <a:lnTo>
                    <a:pt x="2969" y="11242"/>
                  </a:lnTo>
                  <a:cubicBezTo>
                    <a:pt x="2671" y="11357"/>
                    <a:pt x="1933" y="11581"/>
                    <a:pt x="1392" y="11581"/>
                  </a:cubicBezTo>
                  <a:cubicBezTo>
                    <a:pt x="1145" y="11581"/>
                    <a:pt x="939" y="11535"/>
                    <a:pt x="834" y="11409"/>
                  </a:cubicBezTo>
                  <a:cubicBezTo>
                    <a:pt x="501" y="11009"/>
                    <a:pt x="1435" y="9474"/>
                    <a:pt x="2002" y="8440"/>
                  </a:cubicBezTo>
                  <a:cubicBezTo>
                    <a:pt x="2269" y="8007"/>
                    <a:pt x="2502" y="7606"/>
                    <a:pt x="2669" y="7273"/>
                  </a:cubicBezTo>
                  <a:cubicBezTo>
                    <a:pt x="3336" y="5905"/>
                    <a:pt x="7239" y="2169"/>
                    <a:pt x="8406" y="1736"/>
                  </a:cubicBezTo>
                  <a:cubicBezTo>
                    <a:pt x="8456" y="1718"/>
                    <a:pt x="8525" y="1709"/>
                    <a:pt x="8611" y="1709"/>
                  </a:cubicBezTo>
                  <a:cubicBezTo>
                    <a:pt x="9990" y="1709"/>
                    <a:pt x="15872" y="3863"/>
                    <a:pt x="19481" y="5338"/>
                  </a:cubicBezTo>
                  <a:lnTo>
                    <a:pt x="19614" y="5338"/>
                  </a:lnTo>
                  <a:cubicBezTo>
                    <a:pt x="19681" y="5338"/>
                    <a:pt x="29221" y="4071"/>
                    <a:pt x="33224" y="2636"/>
                  </a:cubicBezTo>
                  <a:cubicBezTo>
                    <a:pt x="37160" y="1202"/>
                    <a:pt x="39996" y="835"/>
                    <a:pt x="40930" y="835"/>
                  </a:cubicBezTo>
                  <a:lnTo>
                    <a:pt x="40930" y="435"/>
                  </a:lnTo>
                  <a:cubicBezTo>
                    <a:pt x="39895" y="435"/>
                    <a:pt x="37060" y="802"/>
                    <a:pt x="33091" y="2236"/>
                  </a:cubicBezTo>
                  <a:cubicBezTo>
                    <a:pt x="29288" y="3604"/>
                    <a:pt x="20382" y="4804"/>
                    <a:pt x="19614" y="4904"/>
                  </a:cubicBezTo>
                  <a:cubicBezTo>
                    <a:pt x="18420" y="4433"/>
                    <a:pt x="10508" y="1298"/>
                    <a:pt x="8562" y="1298"/>
                  </a:cubicBezTo>
                  <a:cubicBezTo>
                    <a:pt x="8442" y="1298"/>
                    <a:pt x="8345" y="1310"/>
                    <a:pt x="8273" y="1335"/>
                  </a:cubicBezTo>
                  <a:cubicBezTo>
                    <a:pt x="7005" y="1802"/>
                    <a:pt x="3002" y="5638"/>
                    <a:pt x="2302" y="7073"/>
                  </a:cubicBezTo>
                  <a:cubicBezTo>
                    <a:pt x="2135" y="7373"/>
                    <a:pt x="1902" y="7807"/>
                    <a:pt x="1668" y="8207"/>
                  </a:cubicBezTo>
                  <a:cubicBezTo>
                    <a:pt x="834" y="9608"/>
                    <a:pt x="0" y="11042"/>
                    <a:pt x="534" y="11676"/>
                  </a:cubicBezTo>
                  <a:cubicBezTo>
                    <a:pt x="752" y="11930"/>
                    <a:pt x="1097" y="12018"/>
                    <a:pt x="1467" y="12018"/>
                  </a:cubicBezTo>
                  <a:cubicBezTo>
                    <a:pt x="2114" y="12018"/>
                    <a:pt x="2835" y="11749"/>
                    <a:pt x="3069" y="11643"/>
                  </a:cubicBezTo>
                  <a:cubicBezTo>
                    <a:pt x="4037" y="11809"/>
                    <a:pt x="4971" y="12010"/>
                    <a:pt x="5905" y="12310"/>
                  </a:cubicBezTo>
                  <a:cubicBezTo>
                    <a:pt x="6939" y="12643"/>
                    <a:pt x="10174" y="12643"/>
                    <a:pt x="11942" y="12643"/>
                  </a:cubicBezTo>
                  <a:cubicBezTo>
                    <a:pt x="13543" y="12643"/>
                    <a:pt x="17546" y="11643"/>
                    <a:pt x="18013" y="11509"/>
                  </a:cubicBezTo>
                  <a:cubicBezTo>
                    <a:pt x="18714" y="11643"/>
                    <a:pt x="28487" y="13110"/>
                    <a:pt x="32257" y="13110"/>
                  </a:cubicBezTo>
                  <a:cubicBezTo>
                    <a:pt x="33057" y="13110"/>
                    <a:pt x="51137" y="13077"/>
                    <a:pt x="51170" y="10508"/>
                  </a:cubicBezTo>
                  <a:cubicBezTo>
                    <a:pt x="51170" y="8474"/>
                    <a:pt x="49836" y="3737"/>
                    <a:pt x="49002" y="2436"/>
                  </a:cubicBezTo>
                  <a:cubicBezTo>
                    <a:pt x="48335" y="1502"/>
                    <a:pt x="47501" y="668"/>
                    <a:pt x="46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p:cNvSpPr/>
            <p:nvPr/>
          </p:nvSpPr>
          <p:spPr>
            <a:xfrm>
              <a:off x="6769775" y="4508850"/>
              <a:ext cx="186000" cy="174300"/>
            </a:xfrm>
            <a:custGeom>
              <a:avLst/>
              <a:gdLst/>
              <a:ahLst/>
              <a:cxnLst/>
              <a:rect l="l" t="t" r="r" b="b"/>
              <a:pathLst>
                <a:path w="7440" h="6972" extrusionOk="0">
                  <a:moveTo>
                    <a:pt x="7206" y="0"/>
                  </a:moveTo>
                  <a:cubicBezTo>
                    <a:pt x="7006" y="134"/>
                    <a:pt x="2169" y="3436"/>
                    <a:pt x="1502" y="3970"/>
                  </a:cubicBezTo>
                  <a:cubicBezTo>
                    <a:pt x="835" y="4470"/>
                    <a:pt x="101" y="6605"/>
                    <a:pt x="1" y="6838"/>
                  </a:cubicBezTo>
                  <a:lnTo>
                    <a:pt x="401" y="6972"/>
                  </a:lnTo>
                  <a:cubicBezTo>
                    <a:pt x="634" y="6371"/>
                    <a:pt x="1268" y="4670"/>
                    <a:pt x="1769" y="4270"/>
                  </a:cubicBezTo>
                  <a:cubicBezTo>
                    <a:pt x="2402" y="3803"/>
                    <a:pt x="7406" y="367"/>
                    <a:pt x="7439" y="334"/>
                  </a:cubicBezTo>
                  <a:lnTo>
                    <a:pt x="72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p:cNvSpPr/>
            <p:nvPr/>
          </p:nvSpPr>
          <p:spPr>
            <a:xfrm>
              <a:off x="6828150" y="4588900"/>
              <a:ext cx="162650" cy="105100"/>
            </a:xfrm>
            <a:custGeom>
              <a:avLst/>
              <a:gdLst/>
              <a:ahLst/>
              <a:cxnLst/>
              <a:rect l="l" t="t" r="r" b="b"/>
              <a:pathLst>
                <a:path w="6506" h="4204" extrusionOk="0">
                  <a:moveTo>
                    <a:pt x="6339" y="0"/>
                  </a:moveTo>
                  <a:cubicBezTo>
                    <a:pt x="6339" y="0"/>
                    <a:pt x="4070" y="1001"/>
                    <a:pt x="2736" y="1602"/>
                  </a:cubicBezTo>
                  <a:cubicBezTo>
                    <a:pt x="1402" y="2169"/>
                    <a:pt x="67" y="3870"/>
                    <a:pt x="1" y="3970"/>
                  </a:cubicBezTo>
                  <a:lnTo>
                    <a:pt x="334" y="4203"/>
                  </a:lnTo>
                  <a:cubicBezTo>
                    <a:pt x="334" y="4203"/>
                    <a:pt x="1669" y="2536"/>
                    <a:pt x="2903" y="1969"/>
                  </a:cubicBezTo>
                  <a:cubicBezTo>
                    <a:pt x="4204" y="1401"/>
                    <a:pt x="6505" y="401"/>
                    <a:pt x="6505" y="401"/>
                  </a:cubicBezTo>
                  <a:lnTo>
                    <a:pt x="63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p:cNvSpPr/>
            <p:nvPr/>
          </p:nvSpPr>
          <p:spPr>
            <a:xfrm>
              <a:off x="6912375" y="4653100"/>
              <a:ext cx="110100" cy="58400"/>
            </a:xfrm>
            <a:custGeom>
              <a:avLst/>
              <a:gdLst/>
              <a:ahLst/>
              <a:cxnLst/>
              <a:rect l="l" t="t" r="r" b="b"/>
              <a:pathLst>
                <a:path w="4404" h="2336" extrusionOk="0">
                  <a:moveTo>
                    <a:pt x="4304" y="1"/>
                  </a:moveTo>
                  <a:cubicBezTo>
                    <a:pt x="3003" y="301"/>
                    <a:pt x="134" y="1902"/>
                    <a:pt x="1" y="1969"/>
                  </a:cubicBezTo>
                  <a:lnTo>
                    <a:pt x="201" y="2336"/>
                  </a:lnTo>
                  <a:cubicBezTo>
                    <a:pt x="234" y="2336"/>
                    <a:pt x="3136" y="701"/>
                    <a:pt x="4404" y="435"/>
                  </a:cubicBezTo>
                  <a:lnTo>
                    <a:pt x="43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p:cNvSpPr/>
            <p:nvPr/>
          </p:nvSpPr>
          <p:spPr>
            <a:xfrm>
              <a:off x="7228450" y="4743175"/>
              <a:ext cx="1627850" cy="190150"/>
            </a:xfrm>
            <a:custGeom>
              <a:avLst/>
              <a:gdLst/>
              <a:ahLst/>
              <a:cxnLst/>
              <a:rect l="l" t="t" r="r" b="b"/>
              <a:pathLst>
                <a:path w="65114" h="7606" extrusionOk="0">
                  <a:moveTo>
                    <a:pt x="40095" y="1"/>
                  </a:moveTo>
                  <a:lnTo>
                    <a:pt x="0" y="1535"/>
                  </a:lnTo>
                  <a:lnTo>
                    <a:pt x="29354" y="7606"/>
                  </a:lnTo>
                  <a:lnTo>
                    <a:pt x="65113" y="3670"/>
                  </a:lnTo>
                  <a:lnTo>
                    <a:pt x="400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p:cNvSpPr/>
            <p:nvPr/>
          </p:nvSpPr>
          <p:spPr>
            <a:xfrm>
              <a:off x="7220375" y="4739000"/>
              <a:ext cx="1640925" cy="199350"/>
            </a:xfrm>
            <a:custGeom>
              <a:avLst/>
              <a:gdLst/>
              <a:ahLst/>
              <a:cxnLst/>
              <a:rect l="l" t="t" r="r" b="b"/>
              <a:pathLst>
                <a:path w="65637" h="7974" extrusionOk="0">
                  <a:moveTo>
                    <a:pt x="40385" y="401"/>
                  </a:moveTo>
                  <a:lnTo>
                    <a:pt x="63802" y="3803"/>
                  </a:lnTo>
                  <a:lnTo>
                    <a:pt x="29711" y="7540"/>
                  </a:lnTo>
                  <a:lnTo>
                    <a:pt x="2058" y="1835"/>
                  </a:lnTo>
                  <a:lnTo>
                    <a:pt x="40385" y="401"/>
                  </a:lnTo>
                  <a:close/>
                  <a:moveTo>
                    <a:pt x="40418" y="1"/>
                  </a:moveTo>
                  <a:lnTo>
                    <a:pt x="323" y="1502"/>
                  </a:lnTo>
                  <a:cubicBezTo>
                    <a:pt x="312" y="1501"/>
                    <a:pt x="301" y="1500"/>
                    <a:pt x="291" y="1500"/>
                  </a:cubicBezTo>
                  <a:cubicBezTo>
                    <a:pt x="21" y="1500"/>
                    <a:pt x="1" y="1903"/>
                    <a:pt x="290" y="1935"/>
                  </a:cubicBezTo>
                  <a:lnTo>
                    <a:pt x="29644" y="7973"/>
                  </a:lnTo>
                  <a:lnTo>
                    <a:pt x="29711" y="7973"/>
                  </a:lnTo>
                  <a:lnTo>
                    <a:pt x="65470" y="4070"/>
                  </a:lnTo>
                  <a:cubicBezTo>
                    <a:pt x="65570" y="4037"/>
                    <a:pt x="65636" y="3970"/>
                    <a:pt x="65636" y="3870"/>
                  </a:cubicBezTo>
                  <a:cubicBezTo>
                    <a:pt x="65636" y="3737"/>
                    <a:pt x="65570" y="3670"/>
                    <a:pt x="65470" y="3637"/>
                  </a:cubicBezTo>
                  <a:lnTo>
                    <a:pt x="404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5"/>
            <p:cNvSpPr/>
            <p:nvPr/>
          </p:nvSpPr>
          <p:spPr>
            <a:xfrm>
              <a:off x="7581200" y="4769850"/>
              <a:ext cx="1112475" cy="127625"/>
            </a:xfrm>
            <a:custGeom>
              <a:avLst/>
              <a:gdLst/>
              <a:ahLst/>
              <a:cxnLst/>
              <a:rect l="l" t="t" r="r" b="b"/>
              <a:pathLst>
                <a:path w="44499" h="5105" extrusionOk="0">
                  <a:moveTo>
                    <a:pt x="25552" y="1"/>
                  </a:moveTo>
                  <a:lnTo>
                    <a:pt x="0" y="1369"/>
                  </a:lnTo>
                  <a:lnTo>
                    <a:pt x="17880" y="5105"/>
                  </a:lnTo>
                  <a:lnTo>
                    <a:pt x="44499" y="2403"/>
                  </a:lnTo>
                  <a:lnTo>
                    <a:pt x="255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5"/>
            <p:cNvSpPr/>
            <p:nvPr/>
          </p:nvSpPr>
          <p:spPr>
            <a:xfrm>
              <a:off x="7573100" y="4764025"/>
              <a:ext cx="1128075" cy="138450"/>
            </a:xfrm>
            <a:custGeom>
              <a:avLst/>
              <a:gdLst/>
              <a:ahLst/>
              <a:cxnLst/>
              <a:rect l="l" t="t" r="r" b="b"/>
              <a:pathLst>
                <a:path w="45123" h="5538" extrusionOk="0">
                  <a:moveTo>
                    <a:pt x="25842" y="434"/>
                  </a:moveTo>
                  <a:lnTo>
                    <a:pt x="42988" y="2602"/>
                  </a:lnTo>
                  <a:lnTo>
                    <a:pt x="18237" y="5104"/>
                  </a:lnTo>
                  <a:lnTo>
                    <a:pt x="1925" y="1735"/>
                  </a:lnTo>
                  <a:lnTo>
                    <a:pt x="25842" y="434"/>
                  </a:lnTo>
                  <a:close/>
                  <a:moveTo>
                    <a:pt x="25842" y="0"/>
                  </a:moveTo>
                  <a:lnTo>
                    <a:pt x="291" y="1401"/>
                  </a:lnTo>
                  <a:cubicBezTo>
                    <a:pt x="281" y="1400"/>
                    <a:pt x="271" y="1400"/>
                    <a:pt x="262" y="1400"/>
                  </a:cubicBezTo>
                  <a:cubicBezTo>
                    <a:pt x="22" y="1400"/>
                    <a:pt x="1" y="1802"/>
                    <a:pt x="257" y="1802"/>
                  </a:cubicBezTo>
                  <a:lnTo>
                    <a:pt x="18170" y="5538"/>
                  </a:lnTo>
                  <a:lnTo>
                    <a:pt x="18237" y="5538"/>
                  </a:lnTo>
                  <a:lnTo>
                    <a:pt x="44856" y="2836"/>
                  </a:lnTo>
                  <a:cubicBezTo>
                    <a:pt x="45123" y="2836"/>
                    <a:pt x="45123" y="2402"/>
                    <a:pt x="44856" y="2402"/>
                  </a:cubicBezTo>
                  <a:lnTo>
                    <a:pt x="258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p:cNvSpPr/>
            <p:nvPr/>
          </p:nvSpPr>
          <p:spPr>
            <a:xfrm>
              <a:off x="7962300" y="4121075"/>
              <a:ext cx="1120000" cy="812250"/>
            </a:xfrm>
            <a:custGeom>
              <a:avLst/>
              <a:gdLst/>
              <a:ahLst/>
              <a:cxnLst/>
              <a:rect l="l" t="t" r="r" b="b"/>
              <a:pathLst>
                <a:path w="44800" h="32490" extrusionOk="0">
                  <a:moveTo>
                    <a:pt x="44799" y="0"/>
                  </a:moveTo>
                  <a:lnTo>
                    <a:pt x="8206" y="1668"/>
                  </a:lnTo>
                  <a:lnTo>
                    <a:pt x="0" y="32490"/>
                  </a:lnTo>
                  <a:lnTo>
                    <a:pt x="35759" y="28554"/>
                  </a:lnTo>
                  <a:lnTo>
                    <a:pt x="447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p:cNvSpPr/>
            <p:nvPr/>
          </p:nvSpPr>
          <p:spPr>
            <a:xfrm>
              <a:off x="7957300" y="4115725"/>
              <a:ext cx="1130000" cy="822625"/>
            </a:xfrm>
            <a:custGeom>
              <a:avLst/>
              <a:gdLst/>
              <a:ahLst/>
              <a:cxnLst/>
              <a:rect l="l" t="t" r="r" b="b"/>
              <a:pathLst>
                <a:path w="45200" h="32905" extrusionOk="0">
                  <a:moveTo>
                    <a:pt x="44699" y="448"/>
                  </a:moveTo>
                  <a:lnTo>
                    <a:pt x="35793" y="28568"/>
                  </a:lnTo>
                  <a:lnTo>
                    <a:pt x="501" y="32437"/>
                  </a:lnTo>
                  <a:lnTo>
                    <a:pt x="8573" y="2082"/>
                  </a:lnTo>
                  <a:lnTo>
                    <a:pt x="44699" y="448"/>
                  </a:lnTo>
                  <a:close/>
                  <a:moveTo>
                    <a:pt x="45019" y="1"/>
                  </a:moveTo>
                  <a:cubicBezTo>
                    <a:pt x="45001" y="1"/>
                    <a:pt x="44984" y="5"/>
                    <a:pt x="44966" y="14"/>
                  </a:cubicBezTo>
                  <a:lnTo>
                    <a:pt x="8406" y="1682"/>
                  </a:lnTo>
                  <a:cubicBezTo>
                    <a:pt x="8306" y="1682"/>
                    <a:pt x="8239" y="1749"/>
                    <a:pt x="8206" y="1815"/>
                  </a:cubicBezTo>
                  <a:lnTo>
                    <a:pt x="0" y="32637"/>
                  </a:lnTo>
                  <a:cubicBezTo>
                    <a:pt x="0" y="32704"/>
                    <a:pt x="0" y="32771"/>
                    <a:pt x="67" y="32837"/>
                  </a:cubicBezTo>
                  <a:cubicBezTo>
                    <a:pt x="100" y="32871"/>
                    <a:pt x="134" y="32904"/>
                    <a:pt x="200" y="32904"/>
                  </a:cubicBezTo>
                  <a:lnTo>
                    <a:pt x="234" y="32904"/>
                  </a:lnTo>
                  <a:lnTo>
                    <a:pt x="35993" y="28968"/>
                  </a:lnTo>
                  <a:cubicBezTo>
                    <a:pt x="36059" y="28968"/>
                    <a:pt x="36126" y="28901"/>
                    <a:pt x="36159" y="28835"/>
                  </a:cubicBezTo>
                  <a:lnTo>
                    <a:pt x="45199" y="281"/>
                  </a:lnTo>
                  <a:cubicBezTo>
                    <a:pt x="45199" y="214"/>
                    <a:pt x="45199" y="147"/>
                    <a:pt x="45166" y="81"/>
                  </a:cubicBezTo>
                  <a:cubicBezTo>
                    <a:pt x="45117" y="32"/>
                    <a:pt x="45068" y="1"/>
                    <a:pt x="4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5"/>
            <p:cNvSpPr/>
            <p:nvPr/>
          </p:nvSpPr>
          <p:spPr>
            <a:xfrm>
              <a:off x="8486850" y="4429625"/>
              <a:ext cx="152625" cy="117600"/>
            </a:xfrm>
            <a:custGeom>
              <a:avLst/>
              <a:gdLst/>
              <a:ahLst/>
              <a:cxnLst/>
              <a:rect l="l" t="t" r="r" b="b"/>
              <a:pathLst>
                <a:path w="6105" h="4704" extrusionOk="0">
                  <a:moveTo>
                    <a:pt x="3036" y="0"/>
                  </a:moveTo>
                  <a:cubicBezTo>
                    <a:pt x="1368" y="0"/>
                    <a:pt x="0" y="1068"/>
                    <a:pt x="0" y="2369"/>
                  </a:cubicBezTo>
                  <a:cubicBezTo>
                    <a:pt x="0" y="3636"/>
                    <a:pt x="1368" y="4704"/>
                    <a:pt x="3036" y="4704"/>
                  </a:cubicBezTo>
                  <a:cubicBezTo>
                    <a:pt x="4737" y="4704"/>
                    <a:pt x="6104" y="3636"/>
                    <a:pt x="6104" y="2369"/>
                  </a:cubicBezTo>
                  <a:cubicBezTo>
                    <a:pt x="6104" y="1068"/>
                    <a:pt x="4737" y="0"/>
                    <a:pt x="30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5"/>
            <p:cNvSpPr/>
            <p:nvPr/>
          </p:nvSpPr>
          <p:spPr>
            <a:xfrm>
              <a:off x="8481825" y="4425450"/>
              <a:ext cx="162650" cy="127625"/>
            </a:xfrm>
            <a:custGeom>
              <a:avLst/>
              <a:gdLst/>
              <a:ahLst/>
              <a:cxnLst/>
              <a:rect l="l" t="t" r="r" b="b"/>
              <a:pathLst>
                <a:path w="6506" h="5105" extrusionOk="0">
                  <a:moveTo>
                    <a:pt x="3270" y="401"/>
                  </a:moveTo>
                  <a:cubicBezTo>
                    <a:pt x="4838" y="401"/>
                    <a:pt x="6105" y="1368"/>
                    <a:pt x="6105" y="2536"/>
                  </a:cubicBezTo>
                  <a:cubicBezTo>
                    <a:pt x="6105" y="3703"/>
                    <a:pt x="4838" y="4670"/>
                    <a:pt x="3270" y="4670"/>
                  </a:cubicBezTo>
                  <a:cubicBezTo>
                    <a:pt x="1702" y="4670"/>
                    <a:pt x="401" y="3703"/>
                    <a:pt x="401" y="2536"/>
                  </a:cubicBezTo>
                  <a:cubicBezTo>
                    <a:pt x="401" y="1368"/>
                    <a:pt x="1702" y="401"/>
                    <a:pt x="3270" y="401"/>
                  </a:cubicBezTo>
                  <a:close/>
                  <a:moveTo>
                    <a:pt x="3270" y="0"/>
                  </a:moveTo>
                  <a:cubicBezTo>
                    <a:pt x="1469" y="0"/>
                    <a:pt x="1" y="1135"/>
                    <a:pt x="1" y="2536"/>
                  </a:cubicBezTo>
                  <a:cubicBezTo>
                    <a:pt x="1" y="3937"/>
                    <a:pt x="1469" y="5104"/>
                    <a:pt x="3270" y="5104"/>
                  </a:cubicBezTo>
                  <a:cubicBezTo>
                    <a:pt x="5038" y="5104"/>
                    <a:pt x="6506" y="3937"/>
                    <a:pt x="6506" y="2536"/>
                  </a:cubicBezTo>
                  <a:cubicBezTo>
                    <a:pt x="6506" y="1135"/>
                    <a:pt x="5071" y="0"/>
                    <a:pt x="3270"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p:cNvSpPr/>
            <p:nvPr/>
          </p:nvSpPr>
          <p:spPr>
            <a:xfrm>
              <a:off x="7962300" y="4436300"/>
              <a:ext cx="1019925" cy="497025"/>
            </a:xfrm>
            <a:custGeom>
              <a:avLst/>
              <a:gdLst/>
              <a:ahLst/>
              <a:cxnLst/>
              <a:rect l="l" t="t" r="r" b="b"/>
              <a:pathLst>
                <a:path w="40797" h="19881" extrusionOk="0">
                  <a:moveTo>
                    <a:pt x="40796" y="0"/>
                  </a:moveTo>
                  <a:lnTo>
                    <a:pt x="40796" y="0"/>
                  </a:lnTo>
                  <a:cubicBezTo>
                    <a:pt x="33257" y="4170"/>
                    <a:pt x="26219" y="4303"/>
                    <a:pt x="18647" y="7038"/>
                  </a:cubicBezTo>
                  <a:cubicBezTo>
                    <a:pt x="8340" y="10808"/>
                    <a:pt x="0" y="19881"/>
                    <a:pt x="0" y="19881"/>
                  </a:cubicBezTo>
                  <a:lnTo>
                    <a:pt x="35759" y="15945"/>
                  </a:lnTo>
                  <a:lnTo>
                    <a:pt x="40796" y="0"/>
                  </a:ln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p:cNvSpPr/>
            <p:nvPr/>
          </p:nvSpPr>
          <p:spPr>
            <a:xfrm>
              <a:off x="7956450" y="4430850"/>
              <a:ext cx="1032150" cy="507500"/>
            </a:xfrm>
            <a:custGeom>
              <a:avLst/>
              <a:gdLst/>
              <a:ahLst/>
              <a:cxnLst/>
              <a:rect l="l" t="t" r="r" b="b"/>
              <a:pathLst>
                <a:path w="41286" h="20300" extrusionOk="0">
                  <a:moveTo>
                    <a:pt x="40697" y="652"/>
                  </a:moveTo>
                  <a:lnTo>
                    <a:pt x="35860" y="15963"/>
                  </a:lnTo>
                  <a:lnTo>
                    <a:pt x="801" y="19832"/>
                  </a:lnTo>
                  <a:cubicBezTo>
                    <a:pt x="2569" y="17998"/>
                    <a:pt x="10075" y="10692"/>
                    <a:pt x="18981" y="7457"/>
                  </a:cubicBezTo>
                  <a:cubicBezTo>
                    <a:pt x="21783" y="6456"/>
                    <a:pt x="24652" y="5655"/>
                    <a:pt x="27587" y="5055"/>
                  </a:cubicBezTo>
                  <a:cubicBezTo>
                    <a:pt x="31824" y="4054"/>
                    <a:pt x="36193" y="3020"/>
                    <a:pt x="40697" y="652"/>
                  </a:cubicBezTo>
                  <a:close/>
                  <a:moveTo>
                    <a:pt x="41020" y="1"/>
                  </a:moveTo>
                  <a:cubicBezTo>
                    <a:pt x="40990" y="1"/>
                    <a:pt x="40960" y="6"/>
                    <a:pt x="40930" y="18"/>
                  </a:cubicBezTo>
                  <a:cubicBezTo>
                    <a:pt x="36360" y="2553"/>
                    <a:pt x="32024" y="3587"/>
                    <a:pt x="27487" y="4655"/>
                  </a:cubicBezTo>
                  <a:cubicBezTo>
                    <a:pt x="24552" y="5255"/>
                    <a:pt x="21650" y="6056"/>
                    <a:pt x="18814" y="7056"/>
                  </a:cubicBezTo>
                  <a:cubicBezTo>
                    <a:pt x="8540" y="10759"/>
                    <a:pt x="168" y="19866"/>
                    <a:pt x="101" y="19932"/>
                  </a:cubicBezTo>
                  <a:cubicBezTo>
                    <a:pt x="34" y="19999"/>
                    <a:pt x="1" y="20099"/>
                    <a:pt x="68" y="20166"/>
                  </a:cubicBezTo>
                  <a:cubicBezTo>
                    <a:pt x="101" y="20232"/>
                    <a:pt x="168" y="20299"/>
                    <a:pt x="234" y="20299"/>
                  </a:cubicBezTo>
                  <a:lnTo>
                    <a:pt x="268" y="20299"/>
                  </a:lnTo>
                  <a:lnTo>
                    <a:pt x="36027" y="16363"/>
                  </a:lnTo>
                  <a:cubicBezTo>
                    <a:pt x="36093" y="16363"/>
                    <a:pt x="36160" y="16296"/>
                    <a:pt x="36193" y="16230"/>
                  </a:cubicBezTo>
                  <a:lnTo>
                    <a:pt x="41230" y="285"/>
                  </a:lnTo>
                  <a:cubicBezTo>
                    <a:pt x="41285" y="120"/>
                    <a:pt x="41159" y="1"/>
                    <a:pt x="41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5"/>
            <p:cNvSpPr/>
            <p:nvPr/>
          </p:nvSpPr>
          <p:spPr>
            <a:xfrm>
              <a:off x="5072725" y="4735675"/>
              <a:ext cx="341100" cy="312750"/>
            </a:xfrm>
            <a:custGeom>
              <a:avLst/>
              <a:gdLst/>
              <a:ahLst/>
              <a:cxnLst/>
              <a:rect l="l" t="t" r="r" b="b"/>
              <a:pathLst>
                <a:path w="13644" h="12510" extrusionOk="0">
                  <a:moveTo>
                    <a:pt x="8841" y="0"/>
                  </a:moveTo>
                  <a:lnTo>
                    <a:pt x="3136" y="1568"/>
                  </a:lnTo>
                  <a:lnTo>
                    <a:pt x="1" y="9174"/>
                  </a:lnTo>
                  <a:lnTo>
                    <a:pt x="6973" y="12509"/>
                  </a:lnTo>
                  <a:lnTo>
                    <a:pt x="12176" y="11475"/>
                  </a:lnTo>
                  <a:lnTo>
                    <a:pt x="13644" y="6138"/>
                  </a:lnTo>
                  <a:lnTo>
                    <a:pt x="11342" y="2302"/>
                  </a:lnTo>
                  <a:lnTo>
                    <a:pt x="88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5"/>
            <p:cNvSpPr/>
            <p:nvPr/>
          </p:nvSpPr>
          <p:spPr>
            <a:xfrm>
              <a:off x="5066900" y="4730350"/>
              <a:ext cx="351950" cy="323075"/>
            </a:xfrm>
            <a:custGeom>
              <a:avLst/>
              <a:gdLst/>
              <a:ahLst/>
              <a:cxnLst/>
              <a:rect l="l" t="t" r="r" b="b"/>
              <a:pathLst>
                <a:path w="14078" h="12923" extrusionOk="0">
                  <a:moveTo>
                    <a:pt x="9040" y="447"/>
                  </a:moveTo>
                  <a:lnTo>
                    <a:pt x="11409" y="2648"/>
                  </a:lnTo>
                  <a:lnTo>
                    <a:pt x="13643" y="6384"/>
                  </a:lnTo>
                  <a:lnTo>
                    <a:pt x="12242" y="11488"/>
                  </a:lnTo>
                  <a:lnTo>
                    <a:pt x="7239" y="12489"/>
                  </a:lnTo>
                  <a:lnTo>
                    <a:pt x="501" y="9287"/>
                  </a:lnTo>
                  <a:lnTo>
                    <a:pt x="3536" y="1948"/>
                  </a:lnTo>
                  <a:lnTo>
                    <a:pt x="9040" y="447"/>
                  </a:lnTo>
                  <a:close/>
                  <a:moveTo>
                    <a:pt x="9094" y="0"/>
                  </a:moveTo>
                  <a:cubicBezTo>
                    <a:pt x="9076" y="0"/>
                    <a:pt x="9058" y="4"/>
                    <a:pt x="9040" y="13"/>
                  </a:cubicBezTo>
                  <a:lnTo>
                    <a:pt x="3303" y="1581"/>
                  </a:lnTo>
                  <a:cubicBezTo>
                    <a:pt x="3236" y="1581"/>
                    <a:pt x="3169" y="1648"/>
                    <a:pt x="3169" y="1681"/>
                  </a:cubicBezTo>
                  <a:lnTo>
                    <a:pt x="34" y="9287"/>
                  </a:lnTo>
                  <a:cubicBezTo>
                    <a:pt x="0" y="9387"/>
                    <a:pt x="34" y="9520"/>
                    <a:pt x="134" y="9553"/>
                  </a:cubicBezTo>
                  <a:lnTo>
                    <a:pt x="7105" y="12889"/>
                  </a:lnTo>
                  <a:cubicBezTo>
                    <a:pt x="7139" y="12922"/>
                    <a:pt x="7172" y="12922"/>
                    <a:pt x="7206" y="12922"/>
                  </a:cubicBezTo>
                  <a:lnTo>
                    <a:pt x="7239" y="12922"/>
                  </a:lnTo>
                  <a:lnTo>
                    <a:pt x="12443" y="11888"/>
                  </a:lnTo>
                  <a:cubicBezTo>
                    <a:pt x="12543" y="11855"/>
                    <a:pt x="12576" y="11822"/>
                    <a:pt x="12609" y="11722"/>
                  </a:cubicBezTo>
                  <a:lnTo>
                    <a:pt x="14077" y="6418"/>
                  </a:lnTo>
                  <a:cubicBezTo>
                    <a:pt x="14077" y="6351"/>
                    <a:pt x="14077" y="6318"/>
                    <a:pt x="14077" y="6251"/>
                  </a:cubicBezTo>
                  <a:lnTo>
                    <a:pt x="11775" y="2415"/>
                  </a:lnTo>
                  <a:cubicBezTo>
                    <a:pt x="11775" y="2382"/>
                    <a:pt x="11742" y="2348"/>
                    <a:pt x="11742" y="2348"/>
                  </a:cubicBezTo>
                  <a:lnTo>
                    <a:pt x="9240" y="80"/>
                  </a:lnTo>
                  <a:cubicBezTo>
                    <a:pt x="9191" y="31"/>
                    <a:pt x="9143" y="0"/>
                    <a:pt x="90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p:cNvSpPr/>
            <p:nvPr/>
          </p:nvSpPr>
          <p:spPr>
            <a:xfrm>
              <a:off x="5160300" y="4788200"/>
              <a:ext cx="226850" cy="234375"/>
            </a:xfrm>
            <a:custGeom>
              <a:avLst/>
              <a:gdLst/>
              <a:ahLst/>
              <a:cxnLst/>
              <a:rect l="l" t="t" r="r" b="b"/>
              <a:pathLst>
                <a:path w="9074" h="9375" extrusionOk="0">
                  <a:moveTo>
                    <a:pt x="7839" y="1"/>
                  </a:moveTo>
                  <a:lnTo>
                    <a:pt x="3970" y="101"/>
                  </a:lnTo>
                  <a:cubicBezTo>
                    <a:pt x="3937" y="101"/>
                    <a:pt x="3870" y="101"/>
                    <a:pt x="3836" y="134"/>
                  </a:cubicBezTo>
                  <a:lnTo>
                    <a:pt x="100" y="3570"/>
                  </a:lnTo>
                  <a:cubicBezTo>
                    <a:pt x="34" y="3637"/>
                    <a:pt x="0" y="3704"/>
                    <a:pt x="34" y="3770"/>
                  </a:cubicBezTo>
                  <a:lnTo>
                    <a:pt x="768" y="8440"/>
                  </a:lnTo>
                  <a:cubicBezTo>
                    <a:pt x="768" y="8540"/>
                    <a:pt x="834" y="8607"/>
                    <a:pt x="934" y="8640"/>
                  </a:cubicBezTo>
                  <a:lnTo>
                    <a:pt x="6138" y="9374"/>
                  </a:lnTo>
                  <a:lnTo>
                    <a:pt x="6171" y="9374"/>
                  </a:lnTo>
                  <a:cubicBezTo>
                    <a:pt x="6238" y="9374"/>
                    <a:pt x="6305" y="9341"/>
                    <a:pt x="6372" y="9274"/>
                  </a:cubicBezTo>
                  <a:lnTo>
                    <a:pt x="9040" y="4771"/>
                  </a:lnTo>
                  <a:cubicBezTo>
                    <a:pt x="9074" y="4738"/>
                    <a:pt x="9074" y="4671"/>
                    <a:pt x="9074" y="4638"/>
                  </a:cubicBezTo>
                  <a:cubicBezTo>
                    <a:pt x="9074" y="4571"/>
                    <a:pt x="9007" y="4504"/>
                    <a:pt x="8973" y="4504"/>
                  </a:cubicBezTo>
                  <a:lnTo>
                    <a:pt x="4804" y="2202"/>
                  </a:lnTo>
                  <a:cubicBezTo>
                    <a:pt x="4776" y="2189"/>
                    <a:pt x="4743" y="2181"/>
                    <a:pt x="4708" y="2181"/>
                  </a:cubicBezTo>
                  <a:cubicBezTo>
                    <a:pt x="4660" y="2181"/>
                    <a:pt x="4609" y="2197"/>
                    <a:pt x="4570" y="2236"/>
                  </a:cubicBezTo>
                  <a:lnTo>
                    <a:pt x="2902" y="3704"/>
                  </a:lnTo>
                  <a:cubicBezTo>
                    <a:pt x="2836" y="3737"/>
                    <a:pt x="2836" y="3804"/>
                    <a:pt x="2836" y="3870"/>
                  </a:cubicBezTo>
                  <a:cubicBezTo>
                    <a:pt x="2836" y="3937"/>
                    <a:pt x="2902" y="4004"/>
                    <a:pt x="2969" y="4037"/>
                  </a:cubicBezTo>
                  <a:lnTo>
                    <a:pt x="7339" y="5905"/>
                  </a:lnTo>
                  <a:lnTo>
                    <a:pt x="7506" y="5538"/>
                  </a:lnTo>
                  <a:lnTo>
                    <a:pt x="3436" y="3770"/>
                  </a:lnTo>
                  <a:lnTo>
                    <a:pt x="4737" y="2636"/>
                  </a:lnTo>
                  <a:lnTo>
                    <a:pt x="8573" y="4771"/>
                  </a:lnTo>
                  <a:lnTo>
                    <a:pt x="6071" y="8941"/>
                  </a:lnTo>
                  <a:lnTo>
                    <a:pt x="1135" y="8240"/>
                  </a:lnTo>
                  <a:lnTo>
                    <a:pt x="434" y="3804"/>
                  </a:lnTo>
                  <a:lnTo>
                    <a:pt x="4037" y="501"/>
                  </a:lnTo>
                  <a:lnTo>
                    <a:pt x="7839" y="401"/>
                  </a:lnTo>
                  <a:lnTo>
                    <a:pt x="78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p:cNvSpPr/>
            <p:nvPr/>
          </p:nvSpPr>
          <p:spPr>
            <a:xfrm>
              <a:off x="5181150" y="4881600"/>
              <a:ext cx="81750" cy="96775"/>
            </a:xfrm>
            <a:custGeom>
              <a:avLst/>
              <a:gdLst/>
              <a:ahLst/>
              <a:cxnLst/>
              <a:rect l="l" t="t" r="r" b="b"/>
              <a:pathLst>
                <a:path w="3270" h="3871" extrusionOk="0">
                  <a:moveTo>
                    <a:pt x="2002" y="1"/>
                  </a:moveTo>
                  <a:lnTo>
                    <a:pt x="34" y="3136"/>
                  </a:lnTo>
                  <a:cubicBezTo>
                    <a:pt x="0" y="3203"/>
                    <a:pt x="0" y="3270"/>
                    <a:pt x="34" y="3337"/>
                  </a:cubicBezTo>
                  <a:cubicBezTo>
                    <a:pt x="67" y="3403"/>
                    <a:pt x="134" y="3437"/>
                    <a:pt x="200" y="3470"/>
                  </a:cubicBezTo>
                  <a:lnTo>
                    <a:pt x="3236" y="3870"/>
                  </a:lnTo>
                  <a:lnTo>
                    <a:pt x="3269" y="3470"/>
                  </a:lnTo>
                  <a:lnTo>
                    <a:pt x="567" y="3070"/>
                  </a:lnTo>
                  <a:lnTo>
                    <a:pt x="2369" y="234"/>
                  </a:lnTo>
                  <a:lnTo>
                    <a:pt x="2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5"/>
            <p:cNvSpPr/>
            <p:nvPr/>
          </p:nvSpPr>
          <p:spPr>
            <a:xfrm>
              <a:off x="5293725" y="4735675"/>
              <a:ext cx="166800" cy="245200"/>
            </a:xfrm>
            <a:custGeom>
              <a:avLst/>
              <a:gdLst/>
              <a:ahLst/>
              <a:cxnLst/>
              <a:rect l="l" t="t" r="r" b="b"/>
              <a:pathLst>
                <a:path w="6672" h="9808" extrusionOk="0">
                  <a:moveTo>
                    <a:pt x="1" y="0"/>
                  </a:moveTo>
                  <a:lnTo>
                    <a:pt x="2502" y="2302"/>
                  </a:lnTo>
                  <a:lnTo>
                    <a:pt x="4804" y="6138"/>
                  </a:lnTo>
                  <a:lnTo>
                    <a:pt x="3770" y="9807"/>
                  </a:lnTo>
                  <a:lnTo>
                    <a:pt x="5538" y="9174"/>
                  </a:lnTo>
                  <a:cubicBezTo>
                    <a:pt x="5738" y="8440"/>
                    <a:pt x="6038" y="7773"/>
                    <a:pt x="6372" y="7105"/>
                  </a:cubicBezTo>
                  <a:cubicBezTo>
                    <a:pt x="6672" y="6672"/>
                    <a:pt x="5738" y="4170"/>
                    <a:pt x="5738" y="4170"/>
                  </a:cubicBezTo>
                  <a:lnTo>
                    <a:pt x="3970" y="2202"/>
                  </a:lnTo>
                  <a:lnTo>
                    <a:pt x="1902" y="43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5"/>
            <p:cNvSpPr/>
            <p:nvPr/>
          </p:nvSpPr>
          <p:spPr>
            <a:xfrm>
              <a:off x="5286500" y="4730575"/>
              <a:ext cx="179050" cy="255300"/>
            </a:xfrm>
            <a:custGeom>
              <a:avLst/>
              <a:gdLst/>
              <a:ahLst/>
              <a:cxnLst/>
              <a:rect l="l" t="t" r="r" b="b"/>
              <a:pathLst>
                <a:path w="7162" h="10212" extrusionOk="0">
                  <a:moveTo>
                    <a:pt x="1023" y="571"/>
                  </a:moveTo>
                  <a:lnTo>
                    <a:pt x="2057" y="805"/>
                  </a:lnTo>
                  <a:lnTo>
                    <a:pt x="4092" y="2539"/>
                  </a:lnTo>
                  <a:lnTo>
                    <a:pt x="5827" y="4474"/>
                  </a:lnTo>
                  <a:cubicBezTo>
                    <a:pt x="6294" y="5742"/>
                    <a:pt x="6594" y="6976"/>
                    <a:pt x="6461" y="7176"/>
                  </a:cubicBezTo>
                  <a:cubicBezTo>
                    <a:pt x="6127" y="7810"/>
                    <a:pt x="5827" y="8510"/>
                    <a:pt x="5627" y="9211"/>
                  </a:cubicBezTo>
                  <a:lnTo>
                    <a:pt x="4326" y="9678"/>
                  </a:lnTo>
                  <a:lnTo>
                    <a:pt x="5260" y="6409"/>
                  </a:lnTo>
                  <a:cubicBezTo>
                    <a:pt x="5293" y="6342"/>
                    <a:pt x="5293" y="6309"/>
                    <a:pt x="5260" y="6242"/>
                  </a:cubicBezTo>
                  <a:lnTo>
                    <a:pt x="2991" y="2406"/>
                  </a:lnTo>
                  <a:cubicBezTo>
                    <a:pt x="2958" y="2373"/>
                    <a:pt x="2958" y="2339"/>
                    <a:pt x="2925" y="2339"/>
                  </a:cubicBezTo>
                  <a:lnTo>
                    <a:pt x="1023" y="571"/>
                  </a:lnTo>
                  <a:close/>
                  <a:moveTo>
                    <a:pt x="312" y="1"/>
                  </a:moveTo>
                  <a:cubicBezTo>
                    <a:pt x="107" y="1"/>
                    <a:pt x="0" y="215"/>
                    <a:pt x="156" y="371"/>
                  </a:cubicBezTo>
                  <a:lnTo>
                    <a:pt x="2625" y="2639"/>
                  </a:lnTo>
                  <a:lnTo>
                    <a:pt x="4859" y="6375"/>
                  </a:lnTo>
                  <a:lnTo>
                    <a:pt x="3859" y="9945"/>
                  </a:lnTo>
                  <a:cubicBezTo>
                    <a:pt x="3825" y="10078"/>
                    <a:pt x="3925" y="10212"/>
                    <a:pt x="4059" y="10212"/>
                  </a:cubicBezTo>
                  <a:cubicBezTo>
                    <a:pt x="4059" y="10212"/>
                    <a:pt x="4092" y="10212"/>
                    <a:pt x="4126" y="10178"/>
                  </a:cubicBezTo>
                  <a:lnTo>
                    <a:pt x="5894" y="9578"/>
                  </a:lnTo>
                  <a:cubicBezTo>
                    <a:pt x="5960" y="9544"/>
                    <a:pt x="5994" y="9478"/>
                    <a:pt x="6027" y="9444"/>
                  </a:cubicBezTo>
                  <a:cubicBezTo>
                    <a:pt x="6227" y="8744"/>
                    <a:pt x="6494" y="8043"/>
                    <a:pt x="6828" y="7410"/>
                  </a:cubicBezTo>
                  <a:cubicBezTo>
                    <a:pt x="7161" y="6943"/>
                    <a:pt x="6527" y="5075"/>
                    <a:pt x="6227" y="4307"/>
                  </a:cubicBezTo>
                  <a:cubicBezTo>
                    <a:pt x="6227" y="4274"/>
                    <a:pt x="6194" y="4241"/>
                    <a:pt x="6194" y="4241"/>
                  </a:cubicBezTo>
                  <a:lnTo>
                    <a:pt x="4392" y="2239"/>
                  </a:lnTo>
                  <a:lnTo>
                    <a:pt x="2324" y="471"/>
                  </a:lnTo>
                  <a:cubicBezTo>
                    <a:pt x="2291" y="438"/>
                    <a:pt x="2258" y="438"/>
                    <a:pt x="2224" y="404"/>
                  </a:cubicBezTo>
                  <a:lnTo>
                    <a:pt x="356" y="4"/>
                  </a:lnTo>
                  <a:cubicBezTo>
                    <a:pt x="341" y="2"/>
                    <a:pt x="326" y="1"/>
                    <a:pt x="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5"/>
            <p:cNvSpPr/>
            <p:nvPr/>
          </p:nvSpPr>
          <p:spPr>
            <a:xfrm>
              <a:off x="6635525" y="4836575"/>
              <a:ext cx="348600" cy="301900"/>
            </a:xfrm>
            <a:custGeom>
              <a:avLst/>
              <a:gdLst/>
              <a:ahLst/>
              <a:cxnLst/>
              <a:rect l="l" t="t" r="r" b="b"/>
              <a:pathLst>
                <a:path w="13944" h="12076" extrusionOk="0">
                  <a:moveTo>
                    <a:pt x="7539" y="1"/>
                  </a:moveTo>
                  <a:lnTo>
                    <a:pt x="2235" y="267"/>
                  </a:lnTo>
                  <a:lnTo>
                    <a:pt x="0" y="5304"/>
                  </a:lnTo>
                  <a:lnTo>
                    <a:pt x="1701" y="9441"/>
                  </a:lnTo>
                  <a:lnTo>
                    <a:pt x="3836" y="12076"/>
                  </a:lnTo>
                  <a:lnTo>
                    <a:pt x="9740" y="11375"/>
                  </a:lnTo>
                  <a:lnTo>
                    <a:pt x="13943" y="4304"/>
                  </a:lnTo>
                  <a:lnTo>
                    <a:pt x="75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5"/>
            <p:cNvSpPr/>
            <p:nvPr/>
          </p:nvSpPr>
          <p:spPr>
            <a:xfrm>
              <a:off x="6630525" y="4830750"/>
              <a:ext cx="359425" cy="312750"/>
            </a:xfrm>
            <a:custGeom>
              <a:avLst/>
              <a:gdLst/>
              <a:ahLst/>
              <a:cxnLst/>
              <a:rect l="l" t="t" r="r" b="b"/>
              <a:pathLst>
                <a:path w="14377" h="12510" extrusionOk="0">
                  <a:moveTo>
                    <a:pt x="7672" y="400"/>
                  </a:moveTo>
                  <a:lnTo>
                    <a:pt x="13843" y="4570"/>
                  </a:lnTo>
                  <a:lnTo>
                    <a:pt x="9807" y="11375"/>
                  </a:lnTo>
                  <a:lnTo>
                    <a:pt x="4136" y="12075"/>
                  </a:lnTo>
                  <a:lnTo>
                    <a:pt x="2068" y="9574"/>
                  </a:lnTo>
                  <a:lnTo>
                    <a:pt x="434" y="5504"/>
                  </a:lnTo>
                  <a:lnTo>
                    <a:pt x="2569" y="667"/>
                  </a:lnTo>
                  <a:lnTo>
                    <a:pt x="7672" y="400"/>
                  </a:lnTo>
                  <a:close/>
                  <a:moveTo>
                    <a:pt x="7706" y="0"/>
                  </a:moveTo>
                  <a:lnTo>
                    <a:pt x="2402" y="267"/>
                  </a:lnTo>
                  <a:cubicBezTo>
                    <a:pt x="2335" y="267"/>
                    <a:pt x="2268" y="300"/>
                    <a:pt x="2235" y="367"/>
                  </a:cubicBezTo>
                  <a:lnTo>
                    <a:pt x="0" y="5437"/>
                  </a:lnTo>
                  <a:cubicBezTo>
                    <a:pt x="0" y="5471"/>
                    <a:pt x="0" y="5537"/>
                    <a:pt x="0" y="5571"/>
                  </a:cubicBezTo>
                  <a:lnTo>
                    <a:pt x="1701" y="9740"/>
                  </a:lnTo>
                  <a:cubicBezTo>
                    <a:pt x="1701" y="9774"/>
                    <a:pt x="1735" y="9774"/>
                    <a:pt x="1735" y="9807"/>
                  </a:cubicBezTo>
                  <a:lnTo>
                    <a:pt x="3869" y="12442"/>
                  </a:lnTo>
                  <a:cubicBezTo>
                    <a:pt x="3903" y="12476"/>
                    <a:pt x="3970" y="12509"/>
                    <a:pt x="4036" y="12509"/>
                  </a:cubicBezTo>
                  <a:lnTo>
                    <a:pt x="4070" y="12509"/>
                  </a:lnTo>
                  <a:lnTo>
                    <a:pt x="9974" y="11775"/>
                  </a:lnTo>
                  <a:cubicBezTo>
                    <a:pt x="10007" y="11775"/>
                    <a:pt x="10074" y="11742"/>
                    <a:pt x="10107" y="11675"/>
                  </a:cubicBezTo>
                  <a:lnTo>
                    <a:pt x="14310" y="4637"/>
                  </a:lnTo>
                  <a:cubicBezTo>
                    <a:pt x="14377" y="4537"/>
                    <a:pt x="14344" y="4403"/>
                    <a:pt x="14244" y="4337"/>
                  </a:cubicBezTo>
                  <a:lnTo>
                    <a:pt x="7839" y="33"/>
                  </a:lnTo>
                  <a:cubicBezTo>
                    <a:pt x="7806" y="0"/>
                    <a:pt x="7772" y="0"/>
                    <a:pt x="7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5"/>
            <p:cNvSpPr/>
            <p:nvPr/>
          </p:nvSpPr>
          <p:spPr>
            <a:xfrm>
              <a:off x="6663025" y="4852925"/>
              <a:ext cx="221850" cy="236725"/>
            </a:xfrm>
            <a:custGeom>
              <a:avLst/>
              <a:gdLst/>
              <a:ahLst/>
              <a:cxnLst/>
              <a:rect l="l" t="t" r="r" b="b"/>
              <a:pathLst>
                <a:path w="8874" h="9469" extrusionOk="0">
                  <a:moveTo>
                    <a:pt x="3578" y="1"/>
                  </a:moveTo>
                  <a:cubicBezTo>
                    <a:pt x="3521" y="1"/>
                    <a:pt x="3461" y="32"/>
                    <a:pt x="3437" y="80"/>
                  </a:cubicBezTo>
                  <a:lnTo>
                    <a:pt x="101" y="4117"/>
                  </a:lnTo>
                  <a:cubicBezTo>
                    <a:pt x="1" y="4183"/>
                    <a:pt x="34" y="4317"/>
                    <a:pt x="134" y="4384"/>
                  </a:cubicBezTo>
                  <a:lnTo>
                    <a:pt x="3904" y="7286"/>
                  </a:lnTo>
                  <a:cubicBezTo>
                    <a:pt x="3937" y="7302"/>
                    <a:pt x="3979" y="7311"/>
                    <a:pt x="4021" y="7311"/>
                  </a:cubicBezTo>
                  <a:cubicBezTo>
                    <a:pt x="4062" y="7311"/>
                    <a:pt x="4104" y="7302"/>
                    <a:pt x="4137" y="7286"/>
                  </a:cubicBezTo>
                  <a:lnTo>
                    <a:pt x="6005" y="6085"/>
                  </a:lnTo>
                  <a:cubicBezTo>
                    <a:pt x="6072" y="6051"/>
                    <a:pt x="6105" y="5985"/>
                    <a:pt x="6105" y="5918"/>
                  </a:cubicBezTo>
                  <a:cubicBezTo>
                    <a:pt x="6105" y="5818"/>
                    <a:pt x="6072" y="5751"/>
                    <a:pt x="6005" y="5718"/>
                  </a:cubicBezTo>
                  <a:lnTo>
                    <a:pt x="1936" y="3216"/>
                  </a:lnTo>
                  <a:lnTo>
                    <a:pt x="1736" y="3583"/>
                  </a:lnTo>
                  <a:lnTo>
                    <a:pt x="5472" y="5918"/>
                  </a:lnTo>
                  <a:lnTo>
                    <a:pt x="4037" y="6852"/>
                  </a:lnTo>
                  <a:lnTo>
                    <a:pt x="535" y="4183"/>
                  </a:lnTo>
                  <a:lnTo>
                    <a:pt x="3637" y="447"/>
                  </a:lnTo>
                  <a:lnTo>
                    <a:pt x="8407" y="1815"/>
                  </a:lnTo>
                  <a:lnTo>
                    <a:pt x="8440" y="6285"/>
                  </a:lnTo>
                  <a:lnTo>
                    <a:pt x="4371" y="9020"/>
                  </a:lnTo>
                  <a:lnTo>
                    <a:pt x="635" y="8587"/>
                  </a:lnTo>
                  <a:lnTo>
                    <a:pt x="568" y="8987"/>
                  </a:lnTo>
                  <a:lnTo>
                    <a:pt x="4404" y="9454"/>
                  </a:lnTo>
                  <a:lnTo>
                    <a:pt x="4437" y="9454"/>
                  </a:lnTo>
                  <a:cubicBezTo>
                    <a:pt x="4449" y="9465"/>
                    <a:pt x="4463" y="9469"/>
                    <a:pt x="4479" y="9469"/>
                  </a:cubicBezTo>
                  <a:cubicBezTo>
                    <a:pt x="4512" y="9469"/>
                    <a:pt x="4549" y="9454"/>
                    <a:pt x="4571" y="9454"/>
                  </a:cubicBezTo>
                  <a:lnTo>
                    <a:pt x="8774" y="6585"/>
                  </a:lnTo>
                  <a:cubicBezTo>
                    <a:pt x="8841" y="6552"/>
                    <a:pt x="8874" y="6485"/>
                    <a:pt x="8874" y="6418"/>
                  </a:cubicBezTo>
                  <a:lnTo>
                    <a:pt x="8841" y="1682"/>
                  </a:lnTo>
                  <a:cubicBezTo>
                    <a:pt x="8841" y="1582"/>
                    <a:pt x="8774" y="1515"/>
                    <a:pt x="8674" y="1481"/>
                  </a:cubicBezTo>
                  <a:lnTo>
                    <a:pt x="3637" y="14"/>
                  </a:lnTo>
                  <a:cubicBezTo>
                    <a:pt x="3619" y="5"/>
                    <a:pt x="3599" y="1"/>
                    <a:pt x="3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5"/>
            <p:cNvSpPr/>
            <p:nvPr/>
          </p:nvSpPr>
          <p:spPr>
            <a:xfrm>
              <a:off x="6795625" y="4903300"/>
              <a:ext cx="80100" cy="100075"/>
            </a:xfrm>
            <a:custGeom>
              <a:avLst/>
              <a:gdLst/>
              <a:ahLst/>
              <a:cxnLst/>
              <a:rect l="l" t="t" r="r" b="b"/>
              <a:pathLst>
                <a:path w="3204" h="4003" extrusionOk="0">
                  <a:moveTo>
                    <a:pt x="134" y="0"/>
                  </a:moveTo>
                  <a:lnTo>
                    <a:pt x="1" y="400"/>
                  </a:lnTo>
                  <a:lnTo>
                    <a:pt x="2636" y="1168"/>
                  </a:lnTo>
                  <a:lnTo>
                    <a:pt x="434" y="3736"/>
                  </a:lnTo>
                  <a:lnTo>
                    <a:pt x="735" y="4003"/>
                  </a:lnTo>
                  <a:lnTo>
                    <a:pt x="3136" y="1201"/>
                  </a:lnTo>
                  <a:cubicBezTo>
                    <a:pt x="3203" y="1134"/>
                    <a:pt x="3203" y="1068"/>
                    <a:pt x="3170" y="1001"/>
                  </a:cubicBezTo>
                  <a:cubicBezTo>
                    <a:pt x="3170" y="934"/>
                    <a:pt x="3103" y="867"/>
                    <a:pt x="3036" y="867"/>
                  </a:cubicBez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5"/>
            <p:cNvSpPr/>
            <p:nvPr/>
          </p:nvSpPr>
          <p:spPr>
            <a:xfrm>
              <a:off x="6591325" y="4882450"/>
              <a:ext cx="140125" cy="256025"/>
            </a:xfrm>
            <a:custGeom>
              <a:avLst/>
              <a:gdLst/>
              <a:ahLst/>
              <a:cxnLst/>
              <a:rect l="l" t="t" r="r" b="b"/>
              <a:pathLst>
                <a:path w="5605" h="10241" extrusionOk="0">
                  <a:moveTo>
                    <a:pt x="3336" y="0"/>
                  </a:moveTo>
                  <a:lnTo>
                    <a:pt x="1501" y="367"/>
                  </a:lnTo>
                  <a:cubicBezTo>
                    <a:pt x="1168" y="1034"/>
                    <a:pt x="801" y="1701"/>
                    <a:pt x="367" y="2302"/>
                  </a:cubicBezTo>
                  <a:cubicBezTo>
                    <a:pt x="0" y="2669"/>
                    <a:pt x="534" y="5271"/>
                    <a:pt x="534" y="5271"/>
                  </a:cubicBezTo>
                  <a:lnTo>
                    <a:pt x="2002" y="7506"/>
                  </a:lnTo>
                  <a:lnTo>
                    <a:pt x="3803" y="9540"/>
                  </a:lnTo>
                  <a:lnTo>
                    <a:pt x="5604" y="10241"/>
                  </a:lnTo>
                  <a:lnTo>
                    <a:pt x="3469" y="7639"/>
                  </a:lnTo>
                  <a:lnTo>
                    <a:pt x="1768" y="3469"/>
                  </a:lnTo>
                  <a:lnTo>
                    <a:pt x="33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5"/>
            <p:cNvSpPr/>
            <p:nvPr/>
          </p:nvSpPr>
          <p:spPr>
            <a:xfrm>
              <a:off x="6586325" y="4877450"/>
              <a:ext cx="150950" cy="266050"/>
            </a:xfrm>
            <a:custGeom>
              <a:avLst/>
              <a:gdLst/>
              <a:ahLst/>
              <a:cxnLst/>
              <a:rect l="l" t="t" r="r" b="b"/>
              <a:pathLst>
                <a:path w="6038" h="10642" extrusionOk="0">
                  <a:moveTo>
                    <a:pt x="3169" y="467"/>
                  </a:moveTo>
                  <a:lnTo>
                    <a:pt x="1768" y="3536"/>
                  </a:lnTo>
                  <a:cubicBezTo>
                    <a:pt x="1768" y="3603"/>
                    <a:pt x="1768" y="3669"/>
                    <a:pt x="1768" y="3703"/>
                  </a:cubicBezTo>
                  <a:lnTo>
                    <a:pt x="3469" y="7872"/>
                  </a:lnTo>
                  <a:cubicBezTo>
                    <a:pt x="3469" y="7906"/>
                    <a:pt x="3503" y="7906"/>
                    <a:pt x="3503" y="7939"/>
                  </a:cubicBezTo>
                  <a:lnTo>
                    <a:pt x="5170" y="9974"/>
                  </a:lnTo>
                  <a:lnTo>
                    <a:pt x="4136" y="9574"/>
                  </a:lnTo>
                  <a:lnTo>
                    <a:pt x="2368" y="7572"/>
                  </a:lnTo>
                  <a:lnTo>
                    <a:pt x="934" y="5371"/>
                  </a:lnTo>
                  <a:cubicBezTo>
                    <a:pt x="667" y="4070"/>
                    <a:pt x="567" y="2802"/>
                    <a:pt x="701" y="2635"/>
                  </a:cubicBezTo>
                  <a:cubicBezTo>
                    <a:pt x="1134" y="2035"/>
                    <a:pt x="1535" y="1401"/>
                    <a:pt x="1835" y="734"/>
                  </a:cubicBezTo>
                  <a:lnTo>
                    <a:pt x="3169" y="467"/>
                  </a:lnTo>
                  <a:close/>
                  <a:moveTo>
                    <a:pt x="3503" y="0"/>
                  </a:moveTo>
                  <a:lnTo>
                    <a:pt x="1635" y="367"/>
                  </a:lnTo>
                  <a:cubicBezTo>
                    <a:pt x="1568" y="367"/>
                    <a:pt x="1535" y="400"/>
                    <a:pt x="1501" y="467"/>
                  </a:cubicBezTo>
                  <a:cubicBezTo>
                    <a:pt x="1201" y="1134"/>
                    <a:pt x="834" y="1768"/>
                    <a:pt x="400" y="2368"/>
                  </a:cubicBezTo>
                  <a:cubicBezTo>
                    <a:pt x="0" y="2769"/>
                    <a:pt x="367" y="4703"/>
                    <a:pt x="534" y="5537"/>
                  </a:cubicBezTo>
                  <a:cubicBezTo>
                    <a:pt x="534" y="5537"/>
                    <a:pt x="567" y="5571"/>
                    <a:pt x="567" y="5604"/>
                  </a:cubicBezTo>
                  <a:lnTo>
                    <a:pt x="2068" y="7839"/>
                  </a:lnTo>
                  <a:lnTo>
                    <a:pt x="3870" y="9907"/>
                  </a:lnTo>
                  <a:cubicBezTo>
                    <a:pt x="3870" y="9941"/>
                    <a:pt x="3903" y="9941"/>
                    <a:pt x="3936" y="9974"/>
                  </a:cubicBezTo>
                  <a:lnTo>
                    <a:pt x="5738" y="10641"/>
                  </a:lnTo>
                  <a:lnTo>
                    <a:pt x="5804" y="10641"/>
                  </a:lnTo>
                  <a:cubicBezTo>
                    <a:pt x="5871" y="10641"/>
                    <a:pt x="5938" y="10608"/>
                    <a:pt x="5971" y="10541"/>
                  </a:cubicBezTo>
                  <a:cubicBezTo>
                    <a:pt x="6038" y="10474"/>
                    <a:pt x="6038" y="10374"/>
                    <a:pt x="5971" y="10307"/>
                  </a:cubicBezTo>
                  <a:lnTo>
                    <a:pt x="3870" y="7706"/>
                  </a:lnTo>
                  <a:lnTo>
                    <a:pt x="2202" y="3669"/>
                  </a:lnTo>
                  <a:lnTo>
                    <a:pt x="3736" y="300"/>
                  </a:lnTo>
                  <a:cubicBezTo>
                    <a:pt x="3736" y="234"/>
                    <a:pt x="3736" y="134"/>
                    <a:pt x="3703" y="67"/>
                  </a:cubicBezTo>
                  <a:cubicBezTo>
                    <a:pt x="3636" y="0"/>
                    <a:pt x="3569" y="0"/>
                    <a:pt x="3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5"/>
            <p:cNvSpPr/>
            <p:nvPr/>
          </p:nvSpPr>
          <p:spPr>
            <a:xfrm>
              <a:off x="5581425" y="4676450"/>
              <a:ext cx="361125" cy="331950"/>
            </a:xfrm>
            <a:custGeom>
              <a:avLst/>
              <a:gdLst/>
              <a:ahLst/>
              <a:cxnLst/>
              <a:rect l="l" t="t" r="r" b="b"/>
              <a:pathLst>
                <a:path w="14445" h="13278" extrusionOk="0">
                  <a:moveTo>
                    <a:pt x="12943" y="1"/>
                  </a:moveTo>
                  <a:lnTo>
                    <a:pt x="10108" y="234"/>
                  </a:lnTo>
                  <a:lnTo>
                    <a:pt x="8707" y="68"/>
                  </a:lnTo>
                  <a:lnTo>
                    <a:pt x="5071" y="1736"/>
                  </a:lnTo>
                  <a:lnTo>
                    <a:pt x="1" y="4237"/>
                  </a:lnTo>
                  <a:lnTo>
                    <a:pt x="1" y="8374"/>
                  </a:lnTo>
                  <a:cubicBezTo>
                    <a:pt x="1" y="8607"/>
                    <a:pt x="168" y="10442"/>
                    <a:pt x="168" y="10442"/>
                  </a:cubicBezTo>
                  <a:lnTo>
                    <a:pt x="4471" y="13277"/>
                  </a:lnTo>
                  <a:lnTo>
                    <a:pt x="8774" y="12944"/>
                  </a:lnTo>
                  <a:lnTo>
                    <a:pt x="11776" y="11376"/>
                  </a:lnTo>
                  <a:lnTo>
                    <a:pt x="13344" y="9041"/>
                  </a:lnTo>
                  <a:lnTo>
                    <a:pt x="14111" y="7473"/>
                  </a:lnTo>
                  <a:cubicBezTo>
                    <a:pt x="14111" y="7473"/>
                    <a:pt x="14278" y="4804"/>
                    <a:pt x="14344" y="4538"/>
                  </a:cubicBezTo>
                  <a:cubicBezTo>
                    <a:pt x="14444" y="4304"/>
                    <a:pt x="14111" y="2403"/>
                    <a:pt x="14111" y="2136"/>
                  </a:cubicBezTo>
                  <a:cubicBezTo>
                    <a:pt x="14111" y="1902"/>
                    <a:pt x="12943" y="1"/>
                    <a:pt x="129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5"/>
            <p:cNvSpPr/>
            <p:nvPr/>
          </p:nvSpPr>
          <p:spPr>
            <a:xfrm>
              <a:off x="5576425" y="4670625"/>
              <a:ext cx="369450" cy="341925"/>
            </a:xfrm>
            <a:custGeom>
              <a:avLst/>
              <a:gdLst/>
              <a:ahLst/>
              <a:cxnLst/>
              <a:rect l="l" t="t" r="r" b="b"/>
              <a:pathLst>
                <a:path w="14778" h="13677" extrusionOk="0">
                  <a:moveTo>
                    <a:pt x="13043" y="434"/>
                  </a:moveTo>
                  <a:cubicBezTo>
                    <a:pt x="13444" y="1035"/>
                    <a:pt x="13810" y="1702"/>
                    <a:pt x="14111" y="2369"/>
                  </a:cubicBezTo>
                  <a:cubicBezTo>
                    <a:pt x="14111" y="2469"/>
                    <a:pt x="14144" y="2702"/>
                    <a:pt x="14211" y="3136"/>
                  </a:cubicBezTo>
                  <a:cubicBezTo>
                    <a:pt x="14277" y="3636"/>
                    <a:pt x="14344" y="4170"/>
                    <a:pt x="14378" y="4704"/>
                  </a:cubicBezTo>
                  <a:cubicBezTo>
                    <a:pt x="14277" y="4971"/>
                    <a:pt x="14144" y="6939"/>
                    <a:pt x="14111" y="7606"/>
                  </a:cubicBezTo>
                  <a:lnTo>
                    <a:pt x="13410" y="9140"/>
                  </a:lnTo>
                  <a:lnTo>
                    <a:pt x="11842" y="11409"/>
                  </a:lnTo>
                  <a:lnTo>
                    <a:pt x="8940" y="12943"/>
                  </a:lnTo>
                  <a:lnTo>
                    <a:pt x="4737" y="13277"/>
                  </a:lnTo>
                  <a:lnTo>
                    <a:pt x="568" y="10541"/>
                  </a:lnTo>
                  <a:cubicBezTo>
                    <a:pt x="501" y="9974"/>
                    <a:pt x="401" y="8773"/>
                    <a:pt x="401" y="8573"/>
                  </a:cubicBezTo>
                  <a:lnTo>
                    <a:pt x="401" y="4570"/>
                  </a:lnTo>
                  <a:lnTo>
                    <a:pt x="5338" y="2135"/>
                  </a:lnTo>
                  <a:lnTo>
                    <a:pt x="8974" y="501"/>
                  </a:lnTo>
                  <a:lnTo>
                    <a:pt x="10308" y="668"/>
                  </a:lnTo>
                  <a:lnTo>
                    <a:pt x="10341" y="668"/>
                  </a:lnTo>
                  <a:lnTo>
                    <a:pt x="13043" y="434"/>
                  </a:lnTo>
                  <a:close/>
                  <a:moveTo>
                    <a:pt x="13110" y="0"/>
                  </a:moveTo>
                  <a:lnTo>
                    <a:pt x="10308" y="234"/>
                  </a:lnTo>
                  <a:lnTo>
                    <a:pt x="8907" y="101"/>
                  </a:lnTo>
                  <a:cubicBezTo>
                    <a:pt x="8890" y="84"/>
                    <a:pt x="8874" y="76"/>
                    <a:pt x="8857" y="76"/>
                  </a:cubicBezTo>
                  <a:cubicBezTo>
                    <a:pt x="8840" y="76"/>
                    <a:pt x="8824" y="84"/>
                    <a:pt x="8807" y="101"/>
                  </a:cubicBezTo>
                  <a:lnTo>
                    <a:pt x="5171" y="1768"/>
                  </a:lnTo>
                  <a:lnTo>
                    <a:pt x="101" y="4270"/>
                  </a:lnTo>
                  <a:cubicBezTo>
                    <a:pt x="34" y="4304"/>
                    <a:pt x="1" y="4370"/>
                    <a:pt x="1" y="4437"/>
                  </a:cubicBezTo>
                  <a:lnTo>
                    <a:pt x="1" y="8607"/>
                  </a:lnTo>
                  <a:cubicBezTo>
                    <a:pt x="1" y="8840"/>
                    <a:pt x="167" y="10475"/>
                    <a:pt x="167" y="10675"/>
                  </a:cubicBezTo>
                  <a:cubicBezTo>
                    <a:pt x="167" y="10742"/>
                    <a:pt x="201" y="10808"/>
                    <a:pt x="234" y="10842"/>
                  </a:cubicBezTo>
                  <a:lnTo>
                    <a:pt x="4571" y="13644"/>
                  </a:lnTo>
                  <a:cubicBezTo>
                    <a:pt x="4604" y="13677"/>
                    <a:pt x="4637" y="13677"/>
                    <a:pt x="4671" y="13677"/>
                  </a:cubicBezTo>
                  <a:lnTo>
                    <a:pt x="4704" y="13677"/>
                  </a:lnTo>
                  <a:lnTo>
                    <a:pt x="9007" y="13343"/>
                  </a:lnTo>
                  <a:lnTo>
                    <a:pt x="9107" y="13343"/>
                  </a:lnTo>
                  <a:lnTo>
                    <a:pt x="12076" y="11742"/>
                  </a:lnTo>
                  <a:cubicBezTo>
                    <a:pt x="12109" y="11742"/>
                    <a:pt x="12143" y="11709"/>
                    <a:pt x="12176" y="11676"/>
                  </a:cubicBezTo>
                  <a:lnTo>
                    <a:pt x="13744" y="9341"/>
                  </a:lnTo>
                  <a:lnTo>
                    <a:pt x="14511" y="7773"/>
                  </a:lnTo>
                  <a:cubicBezTo>
                    <a:pt x="14511" y="7739"/>
                    <a:pt x="14511" y="7706"/>
                    <a:pt x="14511" y="7673"/>
                  </a:cubicBezTo>
                  <a:cubicBezTo>
                    <a:pt x="14578" y="6438"/>
                    <a:pt x="14678" y="5004"/>
                    <a:pt x="14744" y="4837"/>
                  </a:cubicBezTo>
                  <a:cubicBezTo>
                    <a:pt x="14778" y="4670"/>
                    <a:pt x="14744" y="4170"/>
                    <a:pt x="14578" y="3069"/>
                  </a:cubicBezTo>
                  <a:cubicBezTo>
                    <a:pt x="14544" y="2769"/>
                    <a:pt x="14511" y="2436"/>
                    <a:pt x="14511" y="2369"/>
                  </a:cubicBezTo>
                  <a:cubicBezTo>
                    <a:pt x="14511" y="2102"/>
                    <a:pt x="13844" y="1001"/>
                    <a:pt x="13310" y="101"/>
                  </a:cubicBezTo>
                  <a:cubicBezTo>
                    <a:pt x="13277" y="34"/>
                    <a:pt x="13177" y="0"/>
                    <a:pt x="13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5"/>
            <p:cNvSpPr/>
            <p:nvPr/>
          </p:nvSpPr>
          <p:spPr>
            <a:xfrm>
              <a:off x="5592275" y="4714400"/>
              <a:ext cx="226850" cy="233950"/>
            </a:xfrm>
            <a:custGeom>
              <a:avLst/>
              <a:gdLst/>
              <a:ahLst/>
              <a:cxnLst/>
              <a:rect l="l" t="t" r="r" b="b"/>
              <a:pathLst>
                <a:path w="9074" h="9358" extrusionOk="0">
                  <a:moveTo>
                    <a:pt x="4637" y="484"/>
                  </a:moveTo>
                  <a:lnTo>
                    <a:pt x="7606" y="3220"/>
                  </a:lnTo>
                  <a:lnTo>
                    <a:pt x="8607" y="5955"/>
                  </a:lnTo>
                  <a:cubicBezTo>
                    <a:pt x="7873" y="6856"/>
                    <a:pt x="7072" y="7690"/>
                    <a:pt x="6238" y="8457"/>
                  </a:cubicBezTo>
                  <a:lnTo>
                    <a:pt x="5971" y="8524"/>
                  </a:lnTo>
                  <a:cubicBezTo>
                    <a:pt x="5610" y="8635"/>
                    <a:pt x="4579" y="8930"/>
                    <a:pt x="4051" y="8930"/>
                  </a:cubicBezTo>
                  <a:cubicBezTo>
                    <a:pt x="3945" y="8930"/>
                    <a:pt x="3859" y="8918"/>
                    <a:pt x="3803" y="8890"/>
                  </a:cubicBezTo>
                  <a:cubicBezTo>
                    <a:pt x="3470" y="8724"/>
                    <a:pt x="1668" y="7156"/>
                    <a:pt x="467" y="6122"/>
                  </a:cubicBezTo>
                  <a:cubicBezTo>
                    <a:pt x="768" y="5154"/>
                    <a:pt x="1168" y="4254"/>
                    <a:pt x="1602" y="3353"/>
                  </a:cubicBezTo>
                  <a:cubicBezTo>
                    <a:pt x="1835" y="3186"/>
                    <a:pt x="3937" y="1152"/>
                    <a:pt x="4637" y="484"/>
                  </a:cubicBezTo>
                  <a:close/>
                  <a:moveTo>
                    <a:pt x="4620" y="1"/>
                  </a:moveTo>
                  <a:cubicBezTo>
                    <a:pt x="4570" y="1"/>
                    <a:pt x="4520" y="17"/>
                    <a:pt x="4470" y="51"/>
                  </a:cubicBezTo>
                  <a:cubicBezTo>
                    <a:pt x="3369" y="1152"/>
                    <a:pt x="1535" y="2886"/>
                    <a:pt x="1368" y="3020"/>
                  </a:cubicBezTo>
                  <a:cubicBezTo>
                    <a:pt x="1101" y="3186"/>
                    <a:pt x="501" y="4787"/>
                    <a:pt x="34" y="6122"/>
                  </a:cubicBezTo>
                  <a:cubicBezTo>
                    <a:pt x="0" y="6189"/>
                    <a:pt x="34" y="6289"/>
                    <a:pt x="100" y="6355"/>
                  </a:cubicBezTo>
                  <a:cubicBezTo>
                    <a:pt x="401" y="6589"/>
                    <a:pt x="3103" y="8991"/>
                    <a:pt x="3603" y="9257"/>
                  </a:cubicBezTo>
                  <a:cubicBezTo>
                    <a:pt x="3770" y="9324"/>
                    <a:pt x="3903" y="9357"/>
                    <a:pt x="4070" y="9357"/>
                  </a:cubicBezTo>
                  <a:cubicBezTo>
                    <a:pt x="4770" y="9291"/>
                    <a:pt x="5438" y="9191"/>
                    <a:pt x="6105" y="8991"/>
                  </a:cubicBezTo>
                  <a:lnTo>
                    <a:pt x="6338" y="8924"/>
                  </a:lnTo>
                  <a:cubicBezTo>
                    <a:pt x="6672" y="8824"/>
                    <a:pt x="8173" y="7156"/>
                    <a:pt x="9007" y="6189"/>
                  </a:cubicBezTo>
                  <a:cubicBezTo>
                    <a:pt x="9074" y="6122"/>
                    <a:pt x="9074" y="6055"/>
                    <a:pt x="9040" y="5988"/>
                  </a:cubicBezTo>
                  <a:lnTo>
                    <a:pt x="7973" y="3053"/>
                  </a:lnTo>
                  <a:cubicBezTo>
                    <a:pt x="7973" y="3020"/>
                    <a:pt x="7939" y="3020"/>
                    <a:pt x="7906" y="2986"/>
                  </a:cubicBezTo>
                  <a:lnTo>
                    <a:pt x="4770" y="51"/>
                  </a:lnTo>
                  <a:cubicBezTo>
                    <a:pt x="4720" y="17"/>
                    <a:pt x="4670"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5"/>
            <p:cNvSpPr/>
            <p:nvPr/>
          </p:nvSpPr>
          <p:spPr>
            <a:xfrm>
              <a:off x="5679000" y="4672775"/>
              <a:ext cx="234350" cy="307250"/>
            </a:xfrm>
            <a:custGeom>
              <a:avLst/>
              <a:gdLst/>
              <a:ahLst/>
              <a:cxnLst/>
              <a:rect l="l" t="t" r="r" b="b"/>
              <a:pathLst>
                <a:path w="9374" h="12290" extrusionOk="0">
                  <a:moveTo>
                    <a:pt x="4771" y="448"/>
                  </a:moveTo>
                  <a:lnTo>
                    <a:pt x="7039" y="2650"/>
                  </a:lnTo>
                  <a:lnTo>
                    <a:pt x="8974" y="5885"/>
                  </a:lnTo>
                  <a:lnTo>
                    <a:pt x="8673" y="8354"/>
                  </a:lnTo>
                  <a:lnTo>
                    <a:pt x="7072" y="10822"/>
                  </a:lnTo>
                  <a:lnTo>
                    <a:pt x="3970" y="11856"/>
                  </a:lnTo>
                  <a:lnTo>
                    <a:pt x="1168" y="10856"/>
                  </a:lnTo>
                  <a:lnTo>
                    <a:pt x="3403" y="10622"/>
                  </a:lnTo>
                  <a:cubicBezTo>
                    <a:pt x="3470" y="10622"/>
                    <a:pt x="3536" y="10589"/>
                    <a:pt x="3570" y="10555"/>
                  </a:cubicBezTo>
                  <a:lnTo>
                    <a:pt x="5538" y="7820"/>
                  </a:lnTo>
                  <a:cubicBezTo>
                    <a:pt x="5605" y="7753"/>
                    <a:pt x="5605" y="7687"/>
                    <a:pt x="5571" y="7620"/>
                  </a:cubicBezTo>
                  <a:lnTo>
                    <a:pt x="4504" y="4685"/>
                  </a:lnTo>
                  <a:cubicBezTo>
                    <a:pt x="4504" y="4651"/>
                    <a:pt x="4470" y="4651"/>
                    <a:pt x="4437" y="4618"/>
                  </a:cubicBezTo>
                  <a:lnTo>
                    <a:pt x="1535" y="1916"/>
                  </a:lnTo>
                  <a:lnTo>
                    <a:pt x="4771" y="448"/>
                  </a:lnTo>
                  <a:close/>
                  <a:moveTo>
                    <a:pt x="4769" y="1"/>
                  </a:moveTo>
                  <a:cubicBezTo>
                    <a:pt x="4746" y="1"/>
                    <a:pt x="4723" y="5"/>
                    <a:pt x="4704" y="15"/>
                  </a:cubicBezTo>
                  <a:lnTo>
                    <a:pt x="1035" y="1682"/>
                  </a:lnTo>
                  <a:cubicBezTo>
                    <a:pt x="968" y="1716"/>
                    <a:pt x="935" y="1782"/>
                    <a:pt x="935" y="1849"/>
                  </a:cubicBezTo>
                  <a:cubicBezTo>
                    <a:pt x="901" y="1916"/>
                    <a:pt x="935" y="1983"/>
                    <a:pt x="1001" y="2016"/>
                  </a:cubicBezTo>
                  <a:lnTo>
                    <a:pt x="4103" y="4885"/>
                  </a:lnTo>
                  <a:lnTo>
                    <a:pt x="5138" y="7653"/>
                  </a:lnTo>
                  <a:lnTo>
                    <a:pt x="3270" y="10222"/>
                  </a:lnTo>
                  <a:lnTo>
                    <a:pt x="201" y="10555"/>
                  </a:lnTo>
                  <a:cubicBezTo>
                    <a:pt x="101" y="10555"/>
                    <a:pt x="34" y="10622"/>
                    <a:pt x="1" y="10722"/>
                  </a:cubicBezTo>
                  <a:cubicBezTo>
                    <a:pt x="1" y="10822"/>
                    <a:pt x="67" y="10922"/>
                    <a:pt x="167" y="10956"/>
                  </a:cubicBezTo>
                  <a:lnTo>
                    <a:pt x="3903" y="12290"/>
                  </a:lnTo>
                  <a:lnTo>
                    <a:pt x="3970" y="12290"/>
                  </a:lnTo>
                  <a:cubicBezTo>
                    <a:pt x="3970" y="12257"/>
                    <a:pt x="4003" y="12257"/>
                    <a:pt x="4003" y="12257"/>
                  </a:cubicBezTo>
                  <a:lnTo>
                    <a:pt x="7239" y="11189"/>
                  </a:lnTo>
                  <a:cubicBezTo>
                    <a:pt x="7272" y="11189"/>
                    <a:pt x="7339" y="11156"/>
                    <a:pt x="7339" y="11089"/>
                  </a:cubicBezTo>
                  <a:lnTo>
                    <a:pt x="9007" y="8521"/>
                  </a:lnTo>
                  <a:cubicBezTo>
                    <a:pt x="9040" y="8521"/>
                    <a:pt x="9040" y="8487"/>
                    <a:pt x="9040" y="8454"/>
                  </a:cubicBezTo>
                  <a:lnTo>
                    <a:pt x="9374" y="5885"/>
                  </a:lnTo>
                  <a:cubicBezTo>
                    <a:pt x="9374" y="5819"/>
                    <a:pt x="9374" y="5785"/>
                    <a:pt x="9341" y="5752"/>
                  </a:cubicBezTo>
                  <a:lnTo>
                    <a:pt x="7372" y="2416"/>
                  </a:lnTo>
                  <a:cubicBezTo>
                    <a:pt x="7339" y="2416"/>
                    <a:pt x="7339" y="2383"/>
                    <a:pt x="7339" y="2383"/>
                  </a:cubicBezTo>
                  <a:lnTo>
                    <a:pt x="4937" y="48"/>
                  </a:lnTo>
                  <a:cubicBezTo>
                    <a:pt x="4890" y="24"/>
                    <a:pt x="4826" y="1"/>
                    <a:pt x="47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5"/>
            <p:cNvSpPr/>
            <p:nvPr/>
          </p:nvSpPr>
          <p:spPr>
            <a:xfrm>
              <a:off x="5680675" y="4786550"/>
              <a:ext cx="105925" cy="156800"/>
            </a:xfrm>
            <a:custGeom>
              <a:avLst/>
              <a:gdLst/>
              <a:ahLst/>
              <a:cxnLst/>
              <a:rect l="l" t="t" r="r" b="b"/>
              <a:pathLst>
                <a:path w="4237" h="6272" extrusionOk="0">
                  <a:moveTo>
                    <a:pt x="4237" y="0"/>
                  </a:moveTo>
                  <a:lnTo>
                    <a:pt x="667" y="100"/>
                  </a:lnTo>
                  <a:cubicBezTo>
                    <a:pt x="534" y="100"/>
                    <a:pt x="434" y="234"/>
                    <a:pt x="467" y="367"/>
                  </a:cubicBezTo>
                  <a:lnTo>
                    <a:pt x="1301" y="2802"/>
                  </a:lnTo>
                  <a:lnTo>
                    <a:pt x="1201" y="3636"/>
                  </a:lnTo>
                  <a:lnTo>
                    <a:pt x="0" y="6105"/>
                  </a:lnTo>
                  <a:lnTo>
                    <a:pt x="367" y="6271"/>
                  </a:lnTo>
                  <a:lnTo>
                    <a:pt x="1601" y="3803"/>
                  </a:lnTo>
                  <a:cubicBezTo>
                    <a:pt x="1601" y="3770"/>
                    <a:pt x="1601" y="3736"/>
                    <a:pt x="1601" y="3703"/>
                  </a:cubicBezTo>
                  <a:lnTo>
                    <a:pt x="1701" y="2802"/>
                  </a:lnTo>
                  <a:cubicBezTo>
                    <a:pt x="1701" y="2769"/>
                    <a:pt x="1701" y="2735"/>
                    <a:pt x="1701" y="2702"/>
                  </a:cubicBezTo>
                  <a:lnTo>
                    <a:pt x="968" y="500"/>
                  </a:lnTo>
                  <a:lnTo>
                    <a:pt x="4237" y="434"/>
                  </a:lnTo>
                  <a:lnTo>
                    <a:pt x="4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5"/>
            <p:cNvSpPr/>
            <p:nvPr/>
          </p:nvSpPr>
          <p:spPr>
            <a:xfrm>
              <a:off x="8563550" y="4776525"/>
              <a:ext cx="329425" cy="303575"/>
            </a:xfrm>
            <a:custGeom>
              <a:avLst/>
              <a:gdLst/>
              <a:ahLst/>
              <a:cxnLst/>
              <a:rect l="l" t="t" r="r" b="b"/>
              <a:pathLst>
                <a:path w="13177" h="12143" extrusionOk="0">
                  <a:moveTo>
                    <a:pt x="11809" y="1"/>
                  </a:moveTo>
                  <a:lnTo>
                    <a:pt x="9241" y="234"/>
                  </a:lnTo>
                  <a:lnTo>
                    <a:pt x="7940" y="68"/>
                  </a:lnTo>
                  <a:lnTo>
                    <a:pt x="4604" y="1602"/>
                  </a:lnTo>
                  <a:lnTo>
                    <a:pt x="1" y="3870"/>
                  </a:lnTo>
                  <a:lnTo>
                    <a:pt x="1" y="7673"/>
                  </a:lnTo>
                  <a:cubicBezTo>
                    <a:pt x="1" y="7873"/>
                    <a:pt x="134" y="9541"/>
                    <a:pt x="134" y="9541"/>
                  </a:cubicBezTo>
                  <a:lnTo>
                    <a:pt x="4070" y="12143"/>
                  </a:lnTo>
                  <a:lnTo>
                    <a:pt x="8040" y="11843"/>
                  </a:lnTo>
                  <a:lnTo>
                    <a:pt x="10742" y="10375"/>
                  </a:lnTo>
                  <a:lnTo>
                    <a:pt x="12210" y="8273"/>
                  </a:lnTo>
                  <a:lnTo>
                    <a:pt x="12877" y="6806"/>
                  </a:lnTo>
                  <a:cubicBezTo>
                    <a:pt x="12877" y="6806"/>
                    <a:pt x="13044" y="4404"/>
                    <a:pt x="13110" y="4171"/>
                  </a:cubicBezTo>
                  <a:cubicBezTo>
                    <a:pt x="13177" y="3937"/>
                    <a:pt x="12877" y="2202"/>
                    <a:pt x="12877" y="1969"/>
                  </a:cubicBezTo>
                  <a:cubicBezTo>
                    <a:pt x="12877" y="1735"/>
                    <a:pt x="11809" y="1"/>
                    <a:pt x="118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5"/>
            <p:cNvSpPr/>
            <p:nvPr/>
          </p:nvSpPr>
          <p:spPr>
            <a:xfrm>
              <a:off x="8557725" y="4771525"/>
              <a:ext cx="338600" cy="313600"/>
            </a:xfrm>
            <a:custGeom>
              <a:avLst/>
              <a:gdLst/>
              <a:ahLst/>
              <a:cxnLst/>
              <a:rect l="l" t="t" r="r" b="b"/>
              <a:pathLst>
                <a:path w="13544" h="12544" extrusionOk="0">
                  <a:moveTo>
                    <a:pt x="11942" y="434"/>
                  </a:moveTo>
                  <a:cubicBezTo>
                    <a:pt x="12309" y="1001"/>
                    <a:pt x="12609" y="1568"/>
                    <a:pt x="12910" y="2169"/>
                  </a:cubicBezTo>
                  <a:cubicBezTo>
                    <a:pt x="12910" y="2269"/>
                    <a:pt x="12943" y="2469"/>
                    <a:pt x="12976" y="2869"/>
                  </a:cubicBezTo>
                  <a:cubicBezTo>
                    <a:pt x="13076" y="3336"/>
                    <a:pt x="13110" y="3837"/>
                    <a:pt x="13143" y="4304"/>
                  </a:cubicBezTo>
                  <a:cubicBezTo>
                    <a:pt x="13076" y="4537"/>
                    <a:pt x="12943" y="6372"/>
                    <a:pt x="12910" y="6972"/>
                  </a:cubicBezTo>
                  <a:lnTo>
                    <a:pt x="12243" y="8373"/>
                  </a:lnTo>
                  <a:lnTo>
                    <a:pt x="10841" y="10442"/>
                  </a:lnTo>
                  <a:lnTo>
                    <a:pt x="8206" y="11843"/>
                  </a:lnTo>
                  <a:lnTo>
                    <a:pt x="4370" y="12143"/>
                  </a:lnTo>
                  <a:lnTo>
                    <a:pt x="567" y="9641"/>
                  </a:lnTo>
                  <a:cubicBezTo>
                    <a:pt x="534" y="9107"/>
                    <a:pt x="434" y="8040"/>
                    <a:pt x="401" y="7873"/>
                  </a:cubicBezTo>
                  <a:lnTo>
                    <a:pt x="401" y="4204"/>
                  </a:lnTo>
                  <a:lnTo>
                    <a:pt x="4937" y="2002"/>
                  </a:lnTo>
                  <a:lnTo>
                    <a:pt x="8206" y="501"/>
                  </a:lnTo>
                  <a:lnTo>
                    <a:pt x="9440" y="634"/>
                  </a:lnTo>
                  <a:lnTo>
                    <a:pt x="9474" y="634"/>
                  </a:lnTo>
                  <a:lnTo>
                    <a:pt x="11942" y="434"/>
                  </a:lnTo>
                  <a:close/>
                  <a:moveTo>
                    <a:pt x="12009" y="1"/>
                  </a:moveTo>
                  <a:lnTo>
                    <a:pt x="9440" y="234"/>
                  </a:lnTo>
                  <a:lnTo>
                    <a:pt x="8206" y="101"/>
                  </a:lnTo>
                  <a:cubicBezTo>
                    <a:pt x="8190" y="84"/>
                    <a:pt x="8173" y="76"/>
                    <a:pt x="8156" y="76"/>
                  </a:cubicBezTo>
                  <a:cubicBezTo>
                    <a:pt x="8140" y="76"/>
                    <a:pt x="8123" y="84"/>
                    <a:pt x="8106" y="101"/>
                  </a:cubicBezTo>
                  <a:lnTo>
                    <a:pt x="4770" y="1602"/>
                  </a:lnTo>
                  <a:lnTo>
                    <a:pt x="134" y="3904"/>
                  </a:lnTo>
                  <a:cubicBezTo>
                    <a:pt x="67" y="3937"/>
                    <a:pt x="0" y="4004"/>
                    <a:pt x="0" y="4070"/>
                  </a:cubicBezTo>
                  <a:lnTo>
                    <a:pt x="0" y="7873"/>
                  </a:lnTo>
                  <a:cubicBezTo>
                    <a:pt x="0" y="8107"/>
                    <a:pt x="167" y="9608"/>
                    <a:pt x="167" y="9774"/>
                  </a:cubicBezTo>
                  <a:cubicBezTo>
                    <a:pt x="167" y="9841"/>
                    <a:pt x="201" y="9908"/>
                    <a:pt x="267" y="9941"/>
                  </a:cubicBezTo>
                  <a:lnTo>
                    <a:pt x="4203" y="12510"/>
                  </a:lnTo>
                  <a:cubicBezTo>
                    <a:pt x="4237" y="12543"/>
                    <a:pt x="4270" y="12543"/>
                    <a:pt x="4303" y="12543"/>
                  </a:cubicBezTo>
                  <a:lnTo>
                    <a:pt x="4337" y="12543"/>
                  </a:lnTo>
                  <a:lnTo>
                    <a:pt x="8273" y="12243"/>
                  </a:lnTo>
                  <a:cubicBezTo>
                    <a:pt x="8306" y="12243"/>
                    <a:pt x="8340" y="12243"/>
                    <a:pt x="8373" y="12209"/>
                  </a:cubicBezTo>
                  <a:lnTo>
                    <a:pt x="11108" y="10775"/>
                  </a:lnTo>
                  <a:cubicBezTo>
                    <a:pt x="11142" y="10775"/>
                    <a:pt x="11142" y="10742"/>
                    <a:pt x="11175" y="10708"/>
                  </a:cubicBezTo>
                  <a:lnTo>
                    <a:pt x="12609" y="8574"/>
                  </a:lnTo>
                  <a:lnTo>
                    <a:pt x="13310" y="7139"/>
                  </a:lnTo>
                  <a:cubicBezTo>
                    <a:pt x="13310" y="7106"/>
                    <a:pt x="13310" y="7072"/>
                    <a:pt x="13310" y="7072"/>
                  </a:cubicBezTo>
                  <a:cubicBezTo>
                    <a:pt x="13377" y="6072"/>
                    <a:pt x="13477" y="4604"/>
                    <a:pt x="13510" y="4471"/>
                  </a:cubicBezTo>
                  <a:cubicBezTo>
                    <a:pt x="13543" y="3904"/>
                    <a:pt x="13510" y="3370"/>
                    <a:pt x="13377" y="2836"/>
                  </a:cubicBezTo>
                  <a:cubicBezTo>
                    <a:pt x="13343" y="2569"/>
                    <a:pt x="13310" y="2269"/>
                    <a:pt x="13310" y="2202"/>
                  </a:cubicBezTo>
                  <a:cubicBezTo>
                    <a:pt x="13310" y="1969"/>
                    <a:pt x="12710" y="935"/>
                    <a:pt x="12209" y="101"/>
                  </a:cubicBezTo>
                  <a:cubicBezTo>
                    <a:pt x="12176" y="34"/>
                    <a:pt x="12076" y="1"/>
                    <a:pt x="12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5"/>
            <p:cNvSpPr/>
            <p:nvPr/>
          </p:nvSpPr>
          <p:spPr>
            <a:xfrm>
              <a:off x="8572725" y="4811150"/>
              <a:ext cx="208525" cy="214750"/>
            </a:xfrm>
            <a:custGeom>
              <a:avLst/>
              <a:gdLst/>
              <a:ahLst/>
              <a:cxnLst/>
              <a:rect l="l" t="t" r="r" b="b"/>
              <a:pathLst>
                <a:path w="8341" h="8590" extrusionOk="0">
                  <a:moveTo>
                    <a:pt x="4237" y="484"/>
                  </a:moveTo>
                  <a:lnTo>
                    <a:pt x="6939" y="2986"/>
                  </a:lnTo>
                  <a:lnTo>
                    <a:pt x="7873" y="5487"/>
                  </a:lnTo>
                  <a:cubicBezTo>
                    <a:pt x="7206" y="6288"/>
                    <a:pt x="6472" y="7055"/>
                    <a:pt x="5705" y="7756"/>
                  </a:cubicBezTo>
                  <a:lnTo>
                    <a:pt x="5471" y="7822"/>
                  </a:lnTo>
                  <a:cubicBezTo>
                    <a:pt x="5131" y="7907"/>
                    <a:pt x="4166" y="8185"/>
                    <a:pt x="3699" y="8185"/>
                  </a:cubicBezTo>
                  <a:cubicBezTo>
                    <a:pt x="3616" y="8185"/>
                    <a:pt x="3549" y="8176"/>
                    <a:pt x="3503" y="8156"/>
                  </a:cubicBezTo>
                  <a:cubicBezTo>
                    <a:pt x="3203" y="7989"/>
                    <a:pt x="1569" y="6588"/>
                    <a:pt x="468" y="5621"/>
                  </a:cubicBezTo>
                  <a:cubicBezTo>
                    <a:pt x="735" y="4754"/>
                    <a:pt x="1068" y="3920"/>
                    <a:pt x="1469" y="3086"/>
                  </a:cubicBezTo>
                  <a:cubicBezTo>
                    <a:pt x="1702" y="2952"/>
                    <a:pt x="3603" y="1118"/>
                    <a:pt x="4237" y="484"/>
                  </a:cubicBezTo>
                  <a:close/>
                  <a:moveTo>
                    <a:pt x="4254" y="0"/>
                  </a:moveTo>
                  <a:cubicBezTo>
                    <a:pt x="4204" y="0"/>
                    <a:pt x="4154" y="17"/>
                    <a:pt x="4104" y="50"/>
                  </a:cubicBezTo>
                  <a:cubicBezTo>
                    <a:pt x="3103" y="1051"/>
                    <a:pt x="1435" y="2652"/>
                    <a:pt x="1268" y="2786"/>
                  </a:cubicBezTo>
                  <a:cubicBezTo>
                    <a:pt x="1035" y="2919"/>
                    <a:pt x="468" y="4387"/>
                    <a:pt x="34" y="5621"/>
                  </a:cubicBezTo>
                  <a:cubicBezTo>
                    <a:pt x="1" y="5688"/>
                    <a:pt x="34" y="5788"/>
                    <a:pt x="101" y="5821"/>
                  </a:cubicBezTo>
                  <a:cubicBezTo>
                    <a:pt x="368" y="6088"/>
                    <a:pt x="2870" y="8289"/>
                    <a:pt x="3337" y="8523"/>
                  </a:cubicBezTo>
                  <a:cubicBezTo>
                    <a:pt x="3470" y="8556"/>
                    <a:pt x="3603" y="8590"/>
                    <a:pt x="3737" y="8590"/>
                  </a:cubicBezTo>
                  <a:cubicBezTo>
                    <a:pt x="4371" y="8556"/>
                    <a:pt x="5004" y="8423"/>
                    <a:pt x="5605" y="8223"/>
                  </a:cubicBezTo>
                  <a:lnTo>
                    <a:pt x="5838" y="8156"/>
                  </a:lnTo>
                  <a:cubicBezTo>
                    <a:pt x="6139" y="8089"/>
                    <a:pt x="7506" y="6555"/>
                    <a:pt x="8273" y="5654"/>
                  </a:cubicBezTo>
                  <a:cubicBezTo>
                    <a:pt x="8340" y="5621"/>
                    <a:pt x="8340" y="5521"/>
                    <a:pt x="8340" y="5454"/>
                  </a:cubicBezTo>
                  <a:lnTo>
                    <a:pt x="7339" y="2786"/>
                  </a:lnTo>
                  <a:cubicBezTo>
                    <a:pt x="7339" y="2752"/>
                    <a:pt x="7306" y="2752"/>
                    <a:pt x="7273" y="2719"/>
                  </a:cubicBezTo>
                  <a:lnTo>
                    <a:pt x="4404" y="50"/>
                  </a:lnTo>
                  <a:cubicBezTo>
                    <a:pt x="4354" y="17"/>
                    <a:pt x="4304" y="0"/>
                    <a:pt x="4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5"/>
            <p:cNvSpPr/>
            <p:nvPr/>
          </p:nvSpPr>
          <p:spPr>
            <a:xfrm>
              <a:off x="8651950" y="4773475"/>
              <a:ext cx="216025" cy="281625"/>
            </a:xfrm>
            <a:custGeom>
              <a:avLst/>
              <a:gdLst/>
              <a:ahLst/>
              <a:cxnLst/>
              <a:rect l="l" t="t" r="r" b="b"/>
              <a:pathLst>
                <a:path w="8641" h="11265" extrusionOk="0">
                  <a:moveTo>
                    <a:pt x="4371" y="456"/>
                  </a:moveTo>
                  <a:lnTo>
                    <a:pt x="6439" y="2458"/>
                  </a:lnTo>
                  <a:lnTo>
                    <a:pt x="8207" y="5393"/>
                  </a:lnTo>
                  <a:lnTo>
                    <a:pt x="7940" y="7628"/>
                  </a:lnTo>
                  <a:lnTo>
                    <a:pt x="6472" y="9897"/>
                  </a:lnTo>
                  <a:lnTo>
                    <a:pt x="3670" y="10831"/>
                  </a:lnTo>
                  <a:lnTo>
                    <a:pt x="1168" y="9963"/>
                  </a:lnTo>
                  <a:lnTo>
                    <a:pt x="3136" y="9730"/>
                  </a:lnTo>
                  <a:cubicBezTo>
                    <a:pt x="3203" y="9730"/>
                    <a:pt x="3270" y="9696"/>
                    <a:pt x="3303" y="9663"/>
                  </a:cubicBezTo>
                  <a:lnTo>
                    <a:pt x="5104" y="7161"/>
                  </a:lnTo>
                  <a:cubicBezTo>
                    <a:pt x="5138" y="7095"/>
                    <a:pt x="5171" y="7028"/>
                    <a:pt x="5138" y="6961"/>
                  </a:cubicBezTo>
                  <a:lnTo>
                    <a:pt x="4137" y="4293"/>
                  </a:lnTo>
                  <a:cubicBezTo>
                    <a:pt x="4137" y="4259"/>
                    <a:pt x="4104" y="4226"/>
                    <a:pt x="4104" y="4226"/>
                  </a:cubicBezTo>
                  <a:lnTo>
                    <a:pt x="1435" y="1791"/>
                  </a:lnTo>
                  <a:lnTo>
                    <a:pt x="4371" y="456"/>
                  </a:lnTo>
                  <a:close/>
                  <a:moveTo>
                    <a:pt x="4430" y="1"/>
                  </a:moveTo>
                  <a:cubicBezTo>
                    <a:pt x="4398" y="1"/>
                    <a:pt x="4365" y="9"/>
                    <a:pt x="4337" y="23"/>
                  </a:cubicBezTo>
                  <a:lnTo>
                    <a:pt x="1001" y="1557"/>
                  </a:lnTo>
                  <a:cubicBezTo>
                    <a:pt x="868" y="1591"/>
                    <a:pt x="835" y="1791"/>
                    <a:pt x="935" y="1891"/>
                  </a:cubicBezTo>
                  <a:lnTo>
                    <a:pt x="3770" y="4493"/>
                  </a:lnTo>
                  <a:lnTo>
                    <a:pt x="4704" y="6994"/>
                  </a:lnTo>
                  <a:lnTo>
                    <a:pt x="3003" y="9363"/>
                  </a:lnTo>
                  <a:lnTo>
                    <a:pt x="201" y="9630"/>
                  </a:lnTo>
                  <a:cubicBezTo>
                    <a:pt x="101" y="9663"/>
                    <a:pt x="34" y="9730"/>
                    <a:pt x="34" y="9830"/>
                  </a:cubicBezTo>
                  <a:cubicBezTo>
                    <a:pt x="1" y="9930"/>
                    <a:pt x="67" y="9997"/>
                    <a:pt x="168" y="10030"/>
                  </a:cubicBezTo>
                  <a:lnTo>
                    <a:pt x="3570" y="11264"/>
                  </a:lnTo>
                  <a:lnTo>
                    <a:pt x="3703" y="11264"/>
                  </a:lnTo>
                  <a:lnTo>
                    <a:pt x="6672" y="10263"/>
                  </a:lnTo>
                  <a:cubicBezTo>
                    <a:pt x="6706" y="10263"/>
                    <a:pt x="6772" y="10230"/>
                    <a:pt x="6772" y="10197"/>
                  </a:cubicBezTo>
                  <a:lnTo>
                    <a:pt x="8307" y="7828"/>
                  </a:lnTo>
                  <a:cubicBezTo>
                    <a:pt x="8307" y="7795"/>
                    <a:pt x="8340" y="7795"/>
                    <a:pt x="8340" y="7762"/>
                  </a:cubicBezTo>
                  <a:lnTo>
                    <a:pt x="8640" y="5393"/>
                  </a:lnTo>
                  <a:cubicBezTo>
                    <a:pt x="8640" y="5360"/>
                    <a:pt x="8640" y="5293"/>
                    <a:pt x="8607" y="5260"/>
                  </a:cubicBezTo>
                  <a:lnTo>
                    <a:pt x="6772" y="2224"/>
                  </a:lnTo>
                  <a:lnTo>
                    <a:pt x="6739" y="2191"/>
                  </a:lnTo>
                  <a:lnTo>
                    <a:pt x="4537" y="56"/>
                  </a:lnTo>
                  <a:cubicBezTo>
                    <a:pt x="4518" y="17"/>
                    <a:pt x="4475" y="1"/>
                    <a:pt x="4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5"/>
            <p:cNvSpPr/>
            <p:nvPr/>
          </p:nvSpPr>
          <p:spPr>
            <a:xfrm>
              <a:off x="8653625" y="4877450"/>
              <a:ext cx="97600" cy="144275"/>
            </a:xfrm>
            <a:custGeom>
              <a:avLst/>
              <a:gdLst/>
              <a:ahLst/>
              <a:cxnLst/>
              <a:rect l="l" t="t" r="r" b="b"/>
              <a:pathLst>
                <a:path w="3904" h="5771" extrusionOk="0">
                  <a:moveTo>
                    <a:pt x="3903" y="0"/>
                  </a:moveTo>
                  <a:lnTo>
                    <a:pt x="634" y="100"/>
                  </a:lnTo>
                  <a:cubicBezTo>
                    <a:pt x="568" y="100"/>
                    <a:pt x="501" y="100"/>
                    <a:pt x="467" y="167"/>
                  </a:cubicBezTo>
                  <a:cubicBezTo>
                    <a:pt x="434" y="234"/>
                    <a:pt x="401" y="300"/>
                    <a:pt x="434" y="367"/>
                  </a:cubicBezTo>
                  <a:lnTo>
                    <a:pt x="1168" y="2602"/>
                  </a:lnTo>
                  <a:lnTo>
                    <a:pt x="1101" y="3336"/>
                  </a:lnTo>
                  <a:lnTo>
                    <a:pt x="0" y="5571"/>
                  </a:lnTo>
                  <a:lnTo>
                    <a:pt x="367" y="5771"/>
                  </a:lnTo>
                  <a:lnTo>
                    <a:pt x="1468" y="3503"/>
                  </a:lnTo>
                  <a:cubicBezTo>
                    <a:pt x="1502" y="3469"/>
                    <a:pt x="1502" y="3436"/>
                    <a:pt x="1502" y="3436"/>
                  </a:cubicBezTo>
                  <a:lnTo>
                    <a:pt x="1568" y="2602"/>
                  </a:lnTo>
                  <a:cubicBezTo>
                    <a:pt x="1568" y="2569"/>
                    <a:pt x="1568" y="2535"/>
                    <a:pt x="1568" y="2502"/>
                  </a:cubicBezTo>
                  <a:lnTo>
                    <a:pt x="901" y="500"/>
                  </a:lnTo>
                  <a:lnTo>
                    <a:pt x="3903" y="434"/>
                  </a:lnTo>
                  <a:lnTo>
                    <a:pt x="39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5"/>
            <p:cNvSpPr/>
            <p:nvPr/>
          </p:nvSpPr>
          <p:spPr>
            <a:xfrm>
              <a:off x="6090950" y="4778200"/>
              <a:ext cx="295250" cy="315250"/>
            </a:xfrm>
            <a:custGeom>
              <a:avLst/>
              <a:gdLst/>
              <a:ahLst/>
              <a:cxnLst/>
              <a:rect l="l" t="t" r="r" b="b"/>
              <a:pathLst>
                <a:path w="11810" h="12610" extrusionOk="0">
                  <a:moveTo>
                    <a:pt x="7740" y="1"/>
                  </a:moveTo>
                  <a:lnTo>
                    <a:pt x="6439" y="968"/>
                  </a:lnTo>
                  <a:lnTo>
                    <a:pt x="1" y="7606"/>
                  </a:lnTo>
                  <a:lnTo>
                    <a:pt x="735" y="9407"/>
                  </a:lnTo>
                  <a:lnTo>
                    <a:pt x="3470" y="11175"/>
                  </a:lnTo>
                  <a:lnTo>
                    <a:pt x="8574" y="12610"/>
                  </a:lnTo>
                  <a:lnTo>
                    <a:pt x="11809" y="9874"/>
                  </a:lnTo>
                  <a:lnTo>
                    <a:pt x="11209" y="5238"/>
                  </a:lnTo>
                  <a:lnTo>
                    <a:pt x="11076" y="3470"/>
                  </a:lnTo>
                  <a:lnTo>
                    <a:pt x="11676" y="2502"/>
                  </a:lnTo>
                  <a:lnTo>
                    <a:pt x="77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5"/>
            <p:cNvSpPr/>
            <p:nvPr/>
          </p:nvSpPr>
          <p:spPr>
            <a:xfrm>
              <a:off x="6085125" y="4772775"/>
              <a:ext cx="306075" cy="326525"/>
            </a:xfrm>
            <a:custGeom>
              <a:avLst/>
              <a:gdLst/>
              <a:ahLst/>
              <a:cxnLst/>
              <a:rect l="l" t="t" r="r" b="b"/>
              <a:pathLst>
                <a:path w="12243" h="13061" extrusionOk="0">
                  <a:moveTo>
                    <a:pt x="7973" y="451"/>
                  </a:moveTo>
                  <a:lnTo>
                    <a:pt x="11609" y="2786"/>
                  </a:lnTo>
                  <a:lnTo>
                    <a:pt x="11142" y="3553"/>
                  </a:lnTo>
                  <a:cubicBezTo>
                    <a:pt x="11108" y="3587"/>
                    <a:pt x="11108" y="3653"/>
                    <a:pt x="11108" y="3687"/>
                  </a:cubicBezTo>
                  <a:lnTo>
                    <a:pt x="11208" y="5488"/>
                  </a:lnTo>
                  <a:lnTo>
                    <a:pt x="11809" y="10025"/>
                  </a:lnTo>
                  <a:lnTo>
                    <a:pt x="8773" y="12593"/>
                  </a:lnTo>
                  <a:lnTo>
                    <a:pt x="3803" y="11225"/>
                  </a:lnTo>
                  <a:lnTo>
                    <a:pt x="1135" y="9491"/>
                  </a:lnTo>
                  <a:lnTo>
                    <a:pt x="501" y="7890"/>
                  </a:lnTo>
                  <a:lnTo>
                    <a:pt x="6805" y="1318"/>
                  </a:lnTo>
                  <a:lnTo>
                    <a:pt x="7973" y="451"/>
                  </a:lnTo>
                  <a:close/>
                  <a:moveTo>
                    <a:pt x="7956" y="1"/>
                  </a:moveTo>
                  <a:cubicBezTo>
                    <a:pt x="7914" y="1"/>
                    <a:pt x="7873" y="17"/>
                    <a:pt x="7839" y="51"/>
                  </a:cubicBezTo>
                  <a:lnTo>
                    <a:pt x="6538" y="985"/>
                  </a:lnTo>
                  <a:lnTo>
                    <a:pt x="6505" y="1018"/>
                  </a:lnTo>
                  <a:lnTo>
                    <a:pt x="101" y="7690"/>
                  </a:lnTo>
                  <a:cubicBezTo>
                    <a:pt x="34" y="7756"/>
                    <a:pt x="0" y="7823"/>
                    <a:pt x="34" y="7923"/>
                  </a:cubicBezTo>
                  <a:lnTo>
                    <a:pt x="768" y="9691"/>
                  </a:lnTo>
                  <a:cubicBezTo>
                    <a:pt x="768" y="9724"/>
                    <a:pt x="801" y="9758"/>
                    <a:pt x="834" y="9791"/>
                  </a:cubicBezTo>
                  <a:lnTo>
                    <a:pt x="3603" y="11592"/>
                  </a:lnTo>
                  <a:lnTo>
                    <a:pt x="3636" y="11626"/>
                  </a:lnTo>
                  <a:lnTo>
                    <a:pt x="8773" y="13060"/>
                  </a:lnTo>
                  <a:lnTo>
                    <a:pt x="8807" y="13060"/>
                  </a:lnTo>
                  <a:cubicBezTo>
                    <a:pt x="8873" y="13027"/>
                    <a:pt x="8907" y="13027"/>
                    <a:pt x="8940" y="12993"/>
                  </a:cubicBezTo>
                  <a:lnTo>
                    <a:pt x="12142" y="10258"/>
                  </a:lnTo>
                  <a:cubicBezTo>
                    <a:pt x="12209" y="10225"/>
                    <a:pt x="12243" y="10158"/>
                    <a:pt x="12209" y="10091"/>
                  </a:cubicBezTo>
                  <a:lnTo>
                    <a:pt x="11642" y="5455"/>
                  </a:lnTo>
                  <a:lnTo>
                    <a:pt x="11509" y="3720"/>
                  </a:lnTo>
                  <a:lnTo>
                    <a:pt x="12076" y="2819"/>
                  </a:lnTo>
                  <a:cubicBezTo>
                    <a:pt x="12142" y="2719"/>
                    <a:pt x="12109" y="2619"/>
                    <a:pt x="12009" y="2553"/>
                  </a:cubicBezTo>
                  <a:lnTo>
                    <a:pt x="8073" y="51"/>
                  </a:lnTo>
                  <a:cubicBezTo>
                    <a:pt x="8040" y="17"/>
                    <a:pt x="7998" y="1"/>
                    <a:pt x="7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5"/>
            <p:cNvSpPr/>
            <p:nvPr/>
          </p:nvSpPr>
          <p:spPr>
            <a:xfrm>
              <a:off x="6120150" y="4861600"/>
              <a:ext cx="251875" cy="188500"/>
            </a:xfrm>
            <a:custGeom>
              <a:avLst/>
              <a:gdLst/>
              <a:ahLst/>
              <a:cxnLst/>
              <a:rect l="l" t="t" r="r" b="b"/>
              <a:pathLst>
                <a:path w="10075" h="7540" extrusionOk="0">
                  <a:moveTo>
                    <a:pt x="9741" y="0"/>
                  </a:moveTo>
                  <a:lnTo>
                    <a:pt x="7906" y="2302"/>
                  </a:lnTo>
                  <a:cubicBezTo>
                    <a:pt x="7839" y="2335"/>
                    <a:pt x="7839" y="2402"/>
                    <a:pt x="7873" y="2469"/>
                  </a:cubicBezTo>
                  <a:lnTo>
                    <a:pt x="8440" y="4504"/>
                  </a:lnTo>
                  <a:lnTo>
                    <a:pt x="5271" y="5804"/>
                  </a:lnTo>
                  <a:cubicBezTo>
                    <a:pt x="5238" y="5838"/>
                    <a:pt x="5204" y="5838"/>
                    <a:pt x="5171" y="5871"/>
                  </a:cubicBezTo>
                  <a:lnTo>
                    <a:pt x="4304" y="7105"/>
                  </a:lnTo>
                  <a:cubicBezTo>
                    <a:pt x="3103" y="6505"/>
                    <a:pt x="434" y="5204"/>
                    <a:pt x="201" y="5071"/>
                  </a:cubicBezTo>
                  <a:lnTo>
                    <a:pt x="0" y="5438"/>
                  </a:lnTo>
                  <a:cubicBezTo>
                    <a:pt x="301" y="5638"/>
                    <a:pt x="4103" y="7472"/>
                    <a:pt x="4270" y="7539"/>
                  </a:cubicBezTo>
                  <a:lnTo>
                    <a:pt x="4370" y="7539"/>
                  </a:lnTo>
                  <a:cubicBezTo>
                    <a:pt x="4437" y="7539"/>
                    <a:pt x="4470" y="7539"/>
                    <a:pt x="4537" y="7472"/>
                  </a:cubicBezTo>
                  <a:lnTo>
                    <a:pt x="5471" y="6171"/>
                  </a:lnTo>
                  <a:lnTo>
                    <a:pt x="8773" y="4837"/>
                  </a:lnTo>
                  <a:cubicBezTo>
                    <a:pt x="8840" y="4804"/>
                    <a:pt x="8907" y="4704"/>
                    <a:pt x="8873" y="4570"/>
                  </a:cubicBezTo>
                  <a:lnTo>
                    <a:pt x="8306" y="2469"/>
                  </a:lnTo>
                  <a:lnTo>
                    <a:pt x="10074" y="267"/>
                  </a:lnTo>
                  <a:lnTo>
                    <a:pt x="9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5"/>
            <p:cNvSpPr/>
            <p:nvPr/>
          </p:nvSpPr>
          <p:spPr>
            <a:xfrm>
              <a:off x="6227725" y="4920800"/>
              <a:ext cx="139300" cy="154300"/>
            </a:xfrm>
            <a:custGeom>
              <a:avLst/>
              <a:gdLst/>
              <a:ahLst/>
              <a:cxnLst/>
              <a:rect l="l" t="t" r="r" b="b"/>
              <a:pathLst>
                <a:path w="5572" h="6172" extrusionOk="0">
                  <a:moveTo>
                    <a:pt x="4971" y="1"/>
                  </a:moveTo>
                  <a:lnTo>
                    <a:pt x="4537" y="101"/>
                  </a:lnTo>
                  <a:lnTo>
                    <a:pt x="5138" y="3003"/>
                  </a:lnTo>
                  <a:lnTo>
                    <a:pt x="3003" y="5738"/>
                  </a:lnTo>
                  <a:lnTo>
                    <a:pt x="134" y="4771"/>
                  </a:lnTo>
                  <a:lnTo>
                    <a:pt x="1" y="5171"/>
                  </a:lnTo>
                  <a:lnTo>
                    <a:pt x="3003" y="6172"/>
                  </a:lnTo>
                  <a:lnTo>
                    <a:pt x="3069" y="6172"/>
                  </a:lnTo>
                  <a:cubicBezTo>
                    <a:pt x="3136" y="6172"/>
                    <a:pt x="3203" y="6172"/>
                    <a:pt x="3236" y="6138"/>
                  </a:cubicBezTo>
                  <a:lnTo>
                    <a:pt x="5538" y="3203"/>
                  </a:lnTo>
                  <a:cubicBezTo>
                    <a:pt x="5571" y="3170"/>
                    <a:pt x="5571" y="3103"/>
                    <a:pt x="5571" y="3036"/>
                  </a:cubicBezTo>
                  <a:lnTo>
                    <a:pt x="49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5"/>
            <p:cNvSpPr/>
            <p:nvPr/>
          </p:nvSpPr>
          <p:spPr>
            <a:xfrm>
              <a:off x="6073450" y="4890775"/>
              <a:ext cx="386975" cy="242700"/>
            </a:xfrm>
            <a:custGeom>
              <a:avLst/>
              <a:gdLst/>
              <a:ahLst/>
              <a:cxnLst/>
              <a:rect l="l" t="t" r="r" b="b"/>
              <a:pathLst>
                <a:path w="15479" h="9708" extrusionOk="0">
                  <a:moveTo>
                    <a:pt x="11842" y="1"/>
                  </a:moveTo>
                  <a:lnTo>
                    <a:pt x="12509" y="5371"/>
                  </a:lnTo>
                  <a:lnTo>
                    <a:pt x="9274" y="8107"/>
                  </a:lnTo>
                  <a:lnTo>
                    <a:pt x="4170" y="6672"/>
                  </a:lnTo>
                  <a:lnTo>
                    <a:pt x="1435" y="4904"/>
                  </a:lnTo>
                  <a:lnTo>
                    <a:pt x="0" y="6472"/>
                  </a:lnTo>
                  <a:cubicBezTo>
                    <a:pt x="0" y="6472"/>
                    <a:pt x="4804" y="8507"/>
                    <a:pt x="4871" y="8840"/>
                  </a:cubicBezTo>
                  <a:cubicBezTo>
                    <a:pt x="4937" y="9141"/>
                    <a:pt x="6905" y="9708"/>
                    <a:pt x="6905" y="9708"/>
                  </a:cubicBezTo>
                  <a:lnTo>
                    <a:pt x="11409" y="9007"/>
                  </a:lnTo>
                  <a:cubicBezTo>
                    <a:pt x="11409" y="9007"/>
                    <a:pt x="14544" y="7339"/>
                    <a:pt x="14678" y="7106"/>
                  </a:cubicBezTo>
                  <a:cubicBezTo>
                    <a:pt x="14811" y="6839"/>
                    <a:pt x="15478" y="4938"/>
                    <a:pt x="15478" y="4938"/>
                  </a:cubicBezTo>
                  <a:lnTo>
                    <a:pt x="13744" y="601"/>
                  </a:lnTo>
                  <a:lnTo>
                    <a:pt x="118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5"/>
            <p:cNvSpPr/>
            <p:nvPr/>
          </p:nvSpPr>
          <p:spPr>
            <a:xfrm>
              <a:off x="6066775" y="4885425"/>
              <a:ext cx="398650" cy="253050"/>
            </a:xfrm>
            <a:custGeom>
              <a:avLst/>
              <a:gdLst/>
              <a:ahLst/>
              <a:cxnLst/>
              <a:rect l="l" t="t" r="r" b="b"/>
              <a:pathLst>
                <a:path w="15946" h="10122" extrusionOk="0">
                  <a:moveTo>
                    <a:pt x="12343" y="515"/>
                  </a:moveTo>
                  <a:lnTo>
                    <a:pt x="13877" y="1015"/>
                  </a:lnTo>
                  <a:lnTo>
                    <a:pt x="15545" y="5185"/>
                  </a:lnTo>
                  <a:cubicBezTo>
                    <a:pt x="15245" y="5952"/>
                    <a:pt x="14845" y="7086"/>
                    <a:pt x="14778" y="7220"/>
                  </a:cubicBezTo>
                  <a:cubicBezTo>
                    <a:pt x="13744" y="7887"/>
                    <a:pt x="12710" y="8487"/>
                    <a:pt x="11609" y="9054"/>
                  </a:cubicBezTo>
                  <a:lnTo>
                    <a:pt x="7172" y="9722"/>
                  </a:lnTo>
                  <a:cubicBezTo>
                    <a:pt x="6539" y="9555"/>
                    <a:pt x="5938" y="9321"/>
                    <a:pt x="5338" y="9021"/>
                  </a:cubicBezTo>
                  <a:cubicBezTo>
                    <a:pt x="5304" y="8888"/>
                    <a:pt x="5238" y="8621"/>
                    <a:pt x="601" y="6653"/>
                  </a:cubicBezTo>
                  <a:lnTo>
                    <a:pt x="1735" y="5385"/>
                  </a:lnTo>
                  <a:lnTo>
                    <a:pt x="4304" y="7086"/>
                  </a:lnTo>
                  <a:lnTo>
                    <a:pt x="4370" y="7120"/>
                  </a:lnTo>
                  <a:lnTo>
                    <a:pt x="9474" y="8554"/>
                  </a:lnTo>
                  <a:cubicBezTo>
                    <a:pt x="9574" y="8554"/>
                    <a:pt x="9641" y="8554"/>
                    <a:pt x="9674" y="8487"/>
                  </a:cubicBezTo>
                  <a:lnTo>
                    <a:pt x="12910" y="5752"/>
                  </a:lnTo>
                  <a:cubicBezTo>
                    <a:pt x="12943" y="5719"/>
                    <a:pt x="12977" y="5652"/>
                    <a:pt x="12977" y="5585"/>
                  </a:cubicBezTo>
                  <a:lnTo>
                    <a:pt x="12343" y="515"/>
                  </a:lnTo>
                  <a:close/>
                  <a:moveTo>
                    <a:pt x="12111" y="1"/>
                  </a:moveTo>
                  <a:cubicBezTo>
                    <a:pt x="12056" y="1"/>
                    <a:pt x="11999" y="24"/>
                    <a:pt x="11976" y="48"/>
                  </a:cubicBezTo>
                  <a:cubicBezTo>
                    <a:pt x="11909" y="81"/>
                    <a:pt x="11876" y="181"/>
                    <a:pt x="11909" y="248"/>
                  </a:cubicBezTo>
                  <a:lnTo>
                    <a:pt x="12543" y="5519"/>
                  </a:lnTo>
                  <a:lnTo>
                    <a:pt x="9507" y="8087"/>
                  </a:lnTo>
                  <a:lnTo>
                    <a:pt x="4537" y="6719"/>
                  </a:lnTo>
                  <a:lnTo>
                    <a:pt x="1802" y="4952"/>
                  </a:lnTo>
                  <a:cubicBezTo>
                    <a:pt x="1776" y="4926"/>
                    <a:pt x="1741" y="4915"/>
                    <a:pt x="1704" y="4915"/>
                  </a:cubicBezTo>
                  <a:cubicBezTo>
                    <a:pt x="1643" y="4915"/>
                    <a:pt x="1576" y="4944"/>
                    <a:pt x="1535" y="4985"/>
                  </a:cubicBezTo>
                  <a:lnTo>
                    <a:pt x="101" y="6553"/>
                  </a:lnTo>
                  <a:cubicBezTo>
                    <a:pt x="1" y="6653"/>
                    <a:pt x="34" y="6853"/>
                    <a:pt x="167" y="6886"/>
                  </a:cubicBezTo>
                  <a:cubicBezTo>
                    <a:pt x="2336" y="7787"/>
                    <a:pt x="4671" y="8888"/>
                    <a:pt x="4937" y="9121"/>
                  </a:cubicBezTo>
                  <a:cubicBezTo>
                    <a:pt x="5004" y="9288"/>
                    <a:pt x="5271" y="9588"/>
                    <a:pt x="7106" y="10122"/>
                  </a:cubicBezTo>
                  <a:lnTo>
                    <a:pt x="7172" y="10122"/>
                  </a:lnTo>
                  <a:lnTo>
                    <a:pt x="11676" y="9421"/>
                  </a:lnTo>
                  <a:lnTo>
                    <a:pt x="11742" y="9421"/>
                  </a:lnTo>
                  <a:cubicBezTo>
                    <a:pt x="13844" y="8287"/>
                    <a:pt x="14945" y="7653"/>
                    <a:pt x="15111" y="7420"/>
                  </a:cubicBezTo>
                  <a:cubicBezTo>
                    <a:pt x="15245" y="7153"/>
                    <a:pt x="15879" y="5419"/>
                    <a:pt x="15945" y="5218"/>
                  </a:cubicBezTo>
                  <a:cubicBezTo>
                    <a:pt x="15945" y="5185"/>
                    <a:pt x="15945" y="5118"/>
                    <a:pt x="15945" y="5085"/>
                  </a:cubicBezTo>
                  <a:lnTo>
                    <a:pt x="14211" y="749"/>
                  </a:lnTo>
                  <a:cubicBezTo>
                    <a:pt x="14177" y="682"/>
                    <a:pt x="14144" y="648"/>
                    <a:pt x="14077" y="648"/>
                  </a:cubicBezTo>
                  <a:lnTo>
                    <a:pt x="12176" y="15"/>
                  </a:lnTo>
                  <a:cubicBezTo>
                    <a:pt x="12156" y="5"/>
                    <a:pt x="12134" y="1"/>
                    <a:pt x="12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5"/>
            <p:cNvSpPr/>
            <p:nvPr/>
          </p:nvSpPr>
          <p:spPr>
            <a:xfrm>
              <a:off x="6194375" y="4906625"/>
              <a:ext cx="232675" cy="210175"/>
            </a:xfrm>
            <a:custGeom>
              <a:avLst/>
              <a:gdLst/>
              <a:ahLst/>
              <a:cxnLst/>
              <a:rect l="l" t="t" r="r" b="b"/>
              <a:pathLst>
                <a:path w="9307" h="8407" extrusionOk="0">
                  <a:moveTo>
                    <a:pt x="7239" y="1"/>
                  </a:moveTo>
                  <a:lnTo>
                    <a:pt x="6905" y="234"/>
                  </a:lnTo>
                  <a:lnTo>
                    <a:pt x="8873" y="3170"/>
                  </a:lnTo>
                  <a:lnTo>
                    <a:pt x="8039" y="5571"/>
                  </a:lnTo>
                  <a:lnTo>
                    <a:pt x="7372" y="7206"/>
                  </a:lnTo>
                  <a:lnTo>
                    <a:pt x="0" y="7973"/>
                  </a:lnTo>
                  <a:lnTo>
                    <a:pt x="67" y="8407"/>
                  </a:lnTo>
                  <a:lnTo>
                    <a:pt x="7539" y="7573"/>
                  </a:lnTo>
                  <a:cubicBezTo>
                    <a:pt x="7606" y="7573"/>
                    <a:pt x="7672" y="7539"/>
                    <a:pt x="7706" y="7473"/>
                  </a:cubicBezTo>
                  <a:lnTo>
                    <a:pt x="8440" y="5738"/>
                  </a:lnTo>
                  <a:lnTo>
                    <a:pt x="9307" y="3203"/>
                  </a:lnTo>
                  <a:cubicBezTo>
                    <a:pt x="9307" y="3136"/>
                    <a:pt x="9307" y="3069"/>
                    <a:pt x="9274" y="3003"/>
                  </a:cubicBezTo>
                  <a:lnTo>
                    <a:pt x="7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5"/>
            <p:cNvSpPr/>
            <p:nvPr/>
          </p:nvSpPr>
          <p:spPr>
            <a:xfrm>
              <a:off x="6043425" y="848475"/>
              <a:ext cx="2557675" cy="1695075"/>
            </a:xfrm>
            <a:custGeom>
              <a:avLst/>
              <a:gdLst/>
              <a:ahLst/>
              <a:cxnLst/>
              <a:rect l="l" t="t" r="r" b="b"/>
              <a:pathLst>
                <a:path w="102307" h="67803" extrusionOk="0">
                  <a:moveTo>
                    <a:pt x="54711" y="0"/>
                  </a:moveTo>
                  <a:cubicBezTo>
                    <a:pt x="53813" y="0"/>
                    <a:pt x="52905" y="102"/>
                    <a:pt x="52004" y="311"/>
                  </a:cubicBezTo>
                  <a:cubicBezTo>
                    <a:pt x="48602" y="1044"/>
                    <a:pt x="45633" y="3213"/>
                    <a:pt x="43932" y="6282"/>
                  </a:cubicBezTo>
                  <a:cubicBezTo>
                    <a:pt x="41975" y="4936"/>
                    <a:pt x="39766" y="4303"/>
                    <a:pt x="37586" y="4303"/>
                  </a:cubicBezTo>
                  <a:cubicBezTo>
                    <a:pt x="33338" y="4303"/>
                    <a:pt x="29205" y="6707"/>
                    <a:pt x="27287" y="10918"/>
                  </a:cubicBezTo>
                  <a:cubicBezTo>
                    <a:pt x="26032" y="10458"/>
                    <a:pt x="24771" y="10244"/>
                    <a:pt x="23543" y="10244"/>
                  </a:cubicBezTo>
                  <a:cubicBezTo>
                    <a:pt x="17295" y="10244"/>
                    <a:pt x="11929" y="15780"/>
                    <a:pt x="12876" y="22526"/>
                  </a:cubicBezTo>
                  <a:cubicBezTo>
                    <a:pt x="12409" y="22560"/>
                    <a:pt x="11942" y="22660"/>
                    <a:pt x="11442" y="22760"/>
                  </a:cubicBezTo>
                  <a:cubicBezTo>
                    <a:pt x="4504" y="24261"/>
                    <a:pt x="1" y="30666"/>
                    <a:pt x="1368" y="36970"/>
                  </a:cubicBezTo>
                  <a:cubicBezTo>
                    <a:pt x="2236" y="40840"/>
                    <a:pt x="5071" y="43808"/>
                    <a:pt x="8740" y="45176"/>
                  </a:cubicBezTo>
                  <a:cubicBezTo>
                    <a:pt x="8173" y="47177"/>
                    <a:pt x="8106" y="49312"/>
                    <a:pt x="8540" y="51314"/>
                  </a:cubicBezTo>
                  <a:cubicBezTo>
                    <a:pt x="9833" y="57260"/>
                    <a:pt x="15206" y="61276"/>
                    <a:pt x="21211" y="61276"/>
                  </a:cubicBezTo>
                  <a:cubicBezTo>
                    <a:pt x="22179" y="61276"/>
                    <a:pt x="23164" y="61172"/>
                    <a:pt x="24151" y="60954"/>
                  </a:cubicBezTo>
                  <a:cubicBezTo>
                    <a:pt x="26153" y="60520"/>
                    <a:pt x="28021" y="59620"/>
                    <a:pt x="29622" y="58352"/>
                  </a:cubicBezTo>
                  <a:cubicBezTo>
                    <a:pt x="30660" y="61629"/>
                    <a:pt x="34336" y="63744"/>
                    <a:pt x="38618" y="63744"/>
                  </a:cubicBezTo>
                  <a:cubicBezTo>
                    <a:pt x="39566" y="63744"/>
                    <a:pt x="40545" y="63640"/>
                    <a:pt x="41530" y="63422"/>
                  </a:cubicBezTo>
                  <a:cubicBezTo>
                    <a:pt x="41997" y="63322"/>
                    <a:pt x="42464" y="63189"/>
                    <a:pt x="42931" y="63022"/>
                  </a:cubicBezTo>
                  <a:cubicBezTo>
                    <a:pt x="44433" y="65971"/>
                    <a:pt x="47835" y="67803"/>
                    <a:pt x="51673" y="67803"/>
                  </a:cubicBezTo>
                  <a:cubicBezTo>
                    <a:pt x="52524" y="67803"/>
                    <a:pt x="53395" y="67713"/>
                    <a:pt x="54273" y="67525"/>
                  </a:cubicBezTo>
                  <a:cubicBezTo>
                    <a:pt x="57308" y="66892"/>
                    <a:pt x="59943" y="65057"/>
                    <a:pt x="61578" y="62422"/>
                  </a:cubicBezTo>
                  <a:cubicBezTo>
                    <a:pt x="64168" y="64656"/>
                    <a:pt x="67434" y="65847"/>
                    <a:pt x="70774" y="65847"/>
                  </a:cubicBezTo>
                  <a:cubicBezTo>
                    <a:pt x="71821" y="65847"/>
                    <a:pt x="72876" y="65730"/>
                    <a:pt x="73920" y="65491"/>
                  </a:cubicBezTo>
                  <a:cubicBezTo>
                    <a:pt x="80391" y="64056"/>
                    <a:pt x="84828" y="58652"/>
                    <a:pt x="84861" y="52715"/>
                  </a:cubicBezTo>
                  <a:cubicBezTo>
                    <a:pt x="85730" y="52941"/>
                    <a:pt x="86617" y="53049"/>
                    <a:pt x="87503" y="53049"/>
                  </a:cubicBezTo>
                  <a:cubicBezTo>
                    <a:pt x="88318" y="53049"/>
                    <a:pt x="89132" y="52957"/>
                    <a:pt x="89931" y="52781"/>
                  </a:cubicBezTo>
                  <a:cubicBezTo>
                    <a:pt x="95435" y="51581"/>
                    <a:pt x="99005" y="46477"/>
                    <a:pt x="97904" y="41440"/>
                  </a:cubicBezTo>
                  <a:cubicBezTo>
                    <a:pt x="97670" y="40373"/>
                    <a:pt x="97237" y="39339"/>
                    <a:pt x="96603" y="38438"/>
                  </a:cubicBezTo>
                  <a:cubicBezTo>
                    <a:pt x="100406" y="35002"/>
                    <a:pt x="102307" y="30199"/>
                    <a:pt x="101273" y="25495"/>
                  </a:cubicBezTo>
                  <a:cubicBezTo>
                    <a:pt x="99877" y="19049"/>
                    <a:pt x="93418" y="14821"/>
                    <a:pt x="85983" y="14821"/>
                  </a:cubicBezTo>
                  <a:cubicBezTo>
                    <a:pt x="85954" y="14821"/>
                    <a:pt x="85924" y="14821"/>
                    <a:pt x="85895" y="14821"/>
                  </a:cubicBezTo>
                  <a:cubicBezTo>
                    <a:pt x="86696" y="12953"/>
                    <a:pt x="86863" y="10885"/>
                    <a:pt x="86462" y="8917"/>
                  </a:cubicBezTo>
                  <a:cubicBezTo>
                    <a:pt x="85337" y="3882"/>
                    <a:pt x="80371" y="555"/>
                    <a:pt x="74621" y="555"/>
                  </a:cubicBezTo>
                  <a:cubicBezTo>
                    <a:pt x="73552" y="555"/>
                    <a:pt x="72455" y="670"/>
                    <a:pt x="71352" y="911"/>
                  </a:cubicBezTo>
                  <a:cubicBezTo>
                    <a:pt x="68650" y="1478"/>
                    <a:pt x="66181" y="2812"/>
                    <a:pt x="64213" y="4747"/>
                  </a:cubicBezTo>
                  <a:cubicBezTo>
                    <a:pt x="61933" y="1715"/>
                    <a:pt x="58401" y="0"/>
                    <a:pt x="54711"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5"/>
            <p:cNvSpPr/>
            <p:nvPr/>
          </p:nvSpPr>
          <p:spPr>
            <a:xfrm>
              <a:off x="7182575" y="2630000"/>
              <a:ext cx="273550" cy="167650"/>
            </a:xfrm>
            <a:custGeom>
              <a:avLst/>
              <a:gdLst/>
              <a:ahLst/>
              <a:cxnLst/>
              <a:rect l="l" t="t" r="r" b="b"/>
              <a:pathLst>
                <a:path w="10942" h="6706" extrusionOk="0">
                  <a:moveTo>
                    <a:pt x="5471" y="0"/>
                  </a:moveTo>
                  <a:cubicBezTo>
                    <a:pt x="2436" y="0"/>
                    <a:pt x="0" y="1501"/>
                    <a:pt x="0" y="3336"/>
                  </a:cubicBezTo>
                  <a:cubicBezTo>
                    <a:pt x="0" y="5204"/>
                    <a:pt x="2436" y="6705"/>
                    <a:pt x="5471" y="6705"/>
                  </a:cubicBezTo>
                  <a:cubicBezTo>
                    <a:pt x="8473" y="6705"/>
                    <a:pt x="10942" y="5204"/>
                    <a:pt x="10942" y="3336"/>
                  </a:cubicBezTo>
                  <a:cubicBezTo>
                    <a:pt x="10942" y="1501"/>
                    <a:pt x="8473" y="0"/>
                    <a:pt x="5471"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5"/>
            <p:cNvSpPr/>
            <p:nvPr/>
          </p:nvSpPr>
          <p:spPr>
            <a:xfrm>
              <a:off x="7140875" y="2867675"/>
              <a:ext cx="167650" cy="98425"/>
            </a:xfrm>
            <a:custGeom>
              <a:avLst/>
              <a:gdLst/>
              <a:ahLst/>
              <a:cxnLst/>
              <a:rect l="l" t="t" r="r" b="b"/>
              <a:pathLst>
                <a:path w="6706" h="3937" extrusionOk="0">
                  <a:moveTo>
                    <a:pt x="3336" y="0"/>
                  </a:moveTo>
                  <a:cubicBezTo>
                    <a:pt x="1502" y="0"/>
                    <a:pt x="1" y="901"/>
                    <a:pt x="1" y="1968"/>
                  </a:cubicBezTo>
                  <a:cubicBezTo>
                    <a:pt x="1" y="3036"/>
                    <a:pt x="1502" y="3936"/>
                    <a:pt x="3336" y="3936"/>
                  </a:cubicBezTo>
                  <a:cubicBezTo>
                    <a:pt x="5204" y="3936"/>
                    <a:pt x="6705" y="3036"/>
                    <a:pt x="6705" y="1968"/>
                  </a:cubicBezTo>
                  <a:cubicBezTo>
                    <a:pt x="6705" y="901"/>
                    <a:pt x="5204" y="0"/>
                    <a:pt x="3336"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5"/>
            <p:cNvSpPr/>
            <p:nvPr/>
          </p:nvSpPr>
          <p:spPr>
            <a:xfrm>
              <a:off x="6014250" y="826775"/>
              <a:ext cx="2558500" cy="1695400"/>
            </a:xfrm>
            <a:custGeom>
              <a:avLst/>
              <a:gdLst/>
              <a:ahLst/>
              <a:cxnLst/>
              <a:rect l="l" t="t" r="r" b="b"/>
              <a:pathLst>
                <a:path w="102340" h="67816" extrusionOk="0">
                  <a:moveTo>
                    <a:pt x="54744" y="1"/>
                  </a:moveTo>
                  <a:cubicBezTo>
                    <a:pt x="53846" y="1"/>
                    <a:pt x="52938" y="102"/>
                    <a:pt x="52037" y="311"/>
                  </a:cubicBezTo>
                  <a:cubicBezTo>
                    <a:pt x="48601" y="1045"/>
                    <a:pt x="45666" y="3213"/>
                    <a:pt x="43965" y="6282"/>
                  </a:cubicBezTo>
                  <a:cubicBezTo>
                    <a:pt x="41997" y="4948"/>
                    <a:pt x="39783" y="4319"/>
                    <a:pt x="37602" y="4319"/>
                  </a:cubicBezTo>
                  <a:cubicBezTo>
                    <a:pt x="33352" y="4319"/>
                    <a:pt x="29226" y="6708"/>
                    <a:pt x="27286" y="10919"/>
                  </a:cubicBezTo>
                  <a:cubicBezTo>
                    <a:pt x="26032" y="10459"/>
                    <a:pt x="24771" y="10245"/>
                    <a:pt x="23545" y="10245"/>
                  </a:cubicBezTo>
                  <a:cubicBezTo>
                    <a:pt x="17304" y="10245"/>
                    <a:pt x="11956" y="15780"/>
                    <a:pt x="12876" y="22527"/>
                  </a:cubicBezTo>
                  <a:cubicBezTo>
                    <a:pt x="12409" y="22594"/>
                    <a:pt x="11942" y="22661"/>
                    <a:pt x="11475" y="22761"/>
                  </a:cubicBezTo>
                  <a:cubicBezTo>
                    <a:pt x="4537" y="24295"/>
                    <a:pt x="0" y="30666"/>
                    <a:pt x="1401" y="37004"/>
                  </a:cubicBezTo>
                  <a:cubicBezTo>
                    <a:pt x="2268" y="40874"/>
                    <a:pt x="5104" y="43809"/>
                    <a:pt x="8773" y="45210"/>
                  </a:cubicBezTo>
                  <a:cubicBezTo>
                    <a:pt x="8206" y="47178"/>
                    <a:pt x="8106" y="49313"/>
                    <a:pt x="8573" y="51314"/>
                  </a:cubicBezTo>
                  <a:cubicBezTo>
                    <a:pt x="9865" y="57260"/>
                    <a:pt x="15239" y="61277"/>
                    <a:pt x="21244" y="61277"/>
                  </a:cubicBezTo>
                  <a:cubicBezTo>
                    <a:pt x="22212" y="61277"/>
                    <a:pt x="23197" y="61172"/>
                    <a:pt x="24184" y="60955"/>
                  </a:cubicBezTo>
                  <a:cubicBezTo>
                    <a:pt x="26185" y="60521"/>
                    <a:pt x="28053" y="59620"/>
                    <a:pt x="29655" y="58353"/>
                  </a:cubicBezTo>
                  <a:cubicBezTo>
                    <a:pt x="30693" y="61658"/>
                    <a:pt x="34348" y="63778"/>
                    <a:pt x="38642" y="63778"/>
                  </a:cubicBezTo>
                  <a:cubicBezTo>
                    <a:pt x="39591" y="63778"/>
                    <a:pt x="40572" y="63674"/>
                    <a:pt x="41563" y="63457"/>
                  </a:cubicBezTo>
                  <a:cubicBezTo>
                    <a:pt x="42030" y="63356"/>
                    <a:pt x="42497" y="63223"/>
                    <a:pt x="42964" y="63056"/>
                  </a:cubicBezTo>
                  <a:cubicBezTo>
                    <a:pt x="44462" y="65969"/>
                    <a:pt x="47848" y="67816"/>
                    <a:pt x="51672" y="67816"/>
                  </a:cubicBezTo>
                  <a:cubicBezTo>
                    <a:pt x="52533" y="67816"/>
                    <a:pt x="53417" y="67722"/>
                    <a:pt x="54306" y="67526"/>
                  </a:cubicBezTo>
                  <a:cubicBezTo>
                    <a:pt x="57341" y="66926"/>
                    <a:pt x="59976" y="65091"/>
                    <a:pt x="61611" y="62456"/>
                  </a:cubicBezTo>
                  <a:cubicBezTo>
                    <a:pt x="64175" y="64690"/>
                    <a:pt x="67455" y="65881"/>
                    <a:pt x="70802" y="65881"/>
                  </a:cubicBezTo>
                  <a:cubicBezTo>
                    <a:pt x="71852" y="65881"/>
                    <a:pt x="72909" y="65764"/>
                    <a:pt x="73953" y="65525"/>
                  </a:cubicBezTo>
                  <a:cubicBezTo>
                    <a:pt x="80391" y="64090"/>
                    <a:pt x="84861" y="58653"/>
                    <a:pt x="84894" y="52749"/>
                  </a:cubicBezTo>
                  <a:cubicBezTo>
                    <a:pt x="85782" y="52962"/>
                    <a:pt x="86680" y="53071"/>
                    <a:pt x="87577" y="53071"/>
                  </a:cubicBezTo>
                  <a:cubicBezTo>
                    <a:pt x="88364" y="53071"/>
                    <a:pt x="89151" y="52987"/>
                    <a:pt x="89931" y="52816"/>
                  </a:cubicBezTo>
                  <a:cubicBezTo>
                    <a:pt x="95468" y="51615"/>
                    <a:pt x="99037" y="46511"/>
                    <a:pt x="97903" y="41441"/>
                  </a:cubicBezTo>
                  <a:cubicBezTo>
                    <a:pt x="97670" y="40373"/>
                    <a:pt x="97236" y="39373"/>
                    <a:pt x="96636" y="38472"/>
                  </a:cubicBezTo>
                  <a:cubicBezTo>
                    <a:pt x="100405" y="35003"/>
                    <a:pt x="102340" y="30233"/>
                    <a:pt x="101306" y="25496"/>
                  </a:cubicBezTo>
                  <a:cubicBezTo>
                    <a:pt x="99882" y="19108"/>
                    <a:pt x="93532" y="14854"/>
                    <a:pt x="86101" y="14854"/>
                  </a:cubicBezTo>
                  <a:cubicBezTo>
                    <a:pt x="86044" y="14854"/>
                    <a:pt x="85986" y="14855"/>
                    <a:pt x="85928" y="14855"/>
                  </a:cubicBezTo>
                  <a:cubicBezTo>
                    <a:pt x="86695" y="12987"/>
                    <a:pt x="86895" y="10919"/>
                    <a:pt x="86462" y="8951"/>
                  </a:cubicBezTo>
                  <a:cubicBezTo>
                    <a:pt x="85365" y="3916"/>
                    <a:pt x="80379" y="589"/>
                    <a:pt x="74643" y="589"/>
                  </a:cubicBezTo>
                  <a:cubicBezTo>
                    <a:pt x="73576" y="589"/>
                    <a:pt x="72483" y="704"/>
                    <a:pt x="71384" y="945"/>
                  </a:cubicBezTo>
                  <a:cubicBezTo>
                    <a:pt x="68682" y="1512"/>
                    <a:pt x="66214" y="2846"/>
                    <a:pt x="64246" y="4748"/>
                  </a:cubicBezTo>
                  <a:cubicBezTo>
                    <a:pt x="61966" y="1716"/>
                    <a:pt x="58434" y="1"/>
                    <a:pt x="547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5"/>
            <p:cNvSpPr/>
            <p:nvPr/>
          </p:nvSpPr>
          <p:spPr>
            <a:xfrm>
              <a:off x="7154225" y="2608325"/>
              <a:ext cx="272725" cy="167625"/>
            </a:xfrm>
            <a:custGeom>
              <a:avLst/>
              <a:gdLst/>
              <a:ahLst/>
              <a:cxnLst/>
              <a:rect l="l" t="t" r="r" b="b"/>
              <a:pathLst>
                <a:path w="10909" h="6705" extrusionOk="0">
                  <a:moveTo>
                    <a:pt x="5471" y="0"/>
                  </a:moveTo>
                  <a:cubicBezTo>
                    <a:pt x="2435" y="0"/>
                    <a:pt x="0" y="1501"/>
                    <a:pt x="0" y="3369"/>
                  </a:cubicBezTo>
                  <a:cubicBezTo>
                    <a:pt x="0" y="5204"/>
                    <a:pt x="2435" y="6705"/>
                    <a:pt x="5471" y="6705"/>
                  </a:cubicBezTo>
                  <a:cubicBezTo>
                    <a:pt x="8473" y="6705"/>
                    <a:pt x="10908" y="5204"/>
                    <a:pt x="10908" y="3369"/>
                  </a:cubicBezTo>
                  <a:cubicBezTo>
                    <a:pt x="10908" y="1501"/>
                    <a:pt x="8473"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5"/>
            <p:cNvSpPr/>
            <p:nvPr/>
          </p:nvSpPr>
          <p:spPr>
            <a:xfrm>
              <a:off x="7111700" y="2845975"/>
              <a:ext cx="168475" cy="98450"/>
            </a:xfrm>
            <a:custGeom>
              <a:avLst/>
              <a:gdLst/>
              <a:ahLst/>
              <a:cxnLst/>
              <a:rect l="l" t="t" r="r" b="b"/>
              <a:pathLst>
                <a:path w="6739" h="3938" extrusionOk="0">
                  <a:moveTo>
                    <a:pt x="3369" y="1"/>
                  </a:moveTo>
                  <a:cubicBezTo>
                    <a:pt x="1501" y="1"/>
                    <a:pt x="0" y="902"/>
                    <a:pt x="0" y="1969"/>
                  </a:cubicBezTo>
                  <a:cubicBezTo>
                    <a:pt x="0" y="3070"/>
                    <a:pt x="1501" y="3937"/>
                    <a:pt x="3369" y="3937"/>
                  </a:cubicBezTo>
                  <a:cubicBezTo>
                    <a:pt x="5237" y="3937"/>
                    <a:pt x="6738" y="3070"/>
                    <a:pt x="6738" y="1969"/>
                  </a:cubicBezTo>
                  <a:cubicBezTo>
                    <a:pt x="6738" y="902"/>
                    <a:pt x="5237" y="1"/>
                    <a:pt x="33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5"/>
            <p:cNvSpPr/>
            <p:nvPr/>
          </p:nvSpPr>
          <p:spPr>
            <a:xfrm>
              <a:off x="7029975" y="1184725"/>
              <a:ext cx="541225" cy="588850"/>
            </a:xfrm>
            <a:custGeom>
              <a:avLst/>
              <a:gdLst/>
              <a:ahLst/>
              <a:cxnLst/>
              <a:rect l="l" t="t" r="r" b="b"/>
              <a:pathLst>
                <a:path w="21649" h="23554" extrusionOk="0">
                  <a:moveTo>
                    <a:pt x="11900" y="1"/>
                  </a:moveTo>
                  <a:cubicBezTo>
                    <a:pt x="10794" y="1"/>
                    <a:pt x="9661" y="193"/>
                    <a:pt x="8540" y="604"/>
                  </a:cubicBezTo>
                  <a:cubicBezTo>
                    <a:pt x="2135" y="2905"/>
                    <a:pt x="0" y="10844"/>
                    <a:pt x="4337" y="16048"/>
                  </a:cubicBezTo>
                  <a:cubicBezTo>
                    <a:pt x="5771" y="17783"/>
                    <a:pt x="6571" y="19951"/>
                    <a:pt x="6571" y="22219"/>
                  </a:cubicBezTo>
                  <a:lnTo>
                    <a:pt x="6571" y="23554"/>
                  </a:lnTo>
                  <a:lnTo>
                    <a:pt x="17146" y="23554"/>
                  </a:lnTo>
                  <a:lnTo>
                    <a:pt x="17146" y="22219"/>
                  </a:lnTo>
                  <a:cubicBezTo>
                    <a:pt x="17146" y="19984"/>
                    <a:pt x="17946" y="17783"/>
                    <a:pt x="19381" y="16082"/>
                  </a:cubicBezTo>
                  <a:cubicBezTo>
                    <a:pt x="20848" y="14314"/>
                    <a:pt x="21649" y="12079"/>
                    <a:pt x="21649" y="9810"/>
                  </a:cubicBezTo>
                  <a:cubicBezTo>
                    <a:pt x="21649" y="4204"/>
                    <a:pt x="17075" y="1"/>
                    <a:pt x="11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5"/>
            <p:cNvSpPr/>
            <p:nvPr/>
          </p:nvSpPr>
          <p:spPr>
            <a:xfrm>
              <a:off x="6998275" y="1178950"/>
              <a:ext cx="656325" cy="600475"/>
            </a:xfrm>
            <a:custGeom>
              <a:avLst/>
              <a:gdLst/>
              <a:ahLst/>
              <a:cxnLst/>
              <a:rect l="l" t="t" r="r" b="b"/>
              <a:pathLst>
                <a:path w="26253" h="24019" extrusionOk="0">
                  <a:moveTo>
                    <a:pt x="13110" y="434"/>
                  </a:moveTo>
                  <a:cubicBezTo>
                    <a:pt x="21249" y="434"/>
                    <a:pt x="25686" y="9941"/>
                    <a:pt x="20482" y="16179"/>
                  </a:cubicBezTo>
                  <a:cubicBezTo>
                    <a:pt x="19014" y="17947"/>
                    <a:pt x="18214" y="20149"/>
                    <a:pt x="18214" y="22450"/>
                  </a:cubicBezTo>
                  <a:lnTo>
                    <a:pt x="18214" y="23584"/>
                  </a:lnTo>
                  <a:lnTo>
                    <a:pt x="8040" y="23584"/>
                  </a:lnTo>
                  <a:lnTo>
                    <a:pt x="8040" y="22450"/>
                  </a:lnTo>
                  <a:cubicBezTo>
                    <a:pt x="8040" y="20149"/>
                    <a:pt x="7239" y="17947"/>
                    <a:pt x="5771" y="16179"/>
                  </a:cubicBezTo>
                  <a:cubicBezTo>
                    <a:pt x="534" y="9941"/>
                    <a:pt x="4971" y="434"/>
                    <a:pt x="13110" y="434"/>
                  </a:cubicBezTo>
                  <a:close/>
                  <a:moveTo>
                    <a:pt x="13110" y="1"/>
                  </a:moveTo>
                  <a:cubicBezTo>
                    <a:pt x="4637" y="1"/>
                    <a:pt x="1" y="9908"/>
                    <a:pt x="5438" y="16446"/>
                  </a:cubicBezTo>
                  <a:cubicBezTo>
                    <a:pt x="6839" y="18114"/>
                    <a:pt x="7639" y="20249"/>
                    <a:pt x="7639" y="22450"/>
                  </a:cubicBezTo>
                  <a:lnTo>
                    <a:pt x="7639" y="23785"/>
                  </a:lnTo>
                  <a:cubicBezTo>
                    <a:pt x="7639" y="23918"/>
                    <a:pt x="7706" y="24018"/>
                    <a:pt x="7839" y="24018"/>
                  </a:cubicBezTo>
                  <a:lnTo>
                    <a:pt x="18414" y="24018"/>
                  </a:lnTo>
                  <a:cubicBezTo>
                    <a:pt x="18547" y="24018"/>
                    <a:pt x="18614" y="23918"/>
                    <a:pt x="18614" y="23785"/>
                  </a:cubicBezTo>
                  <a:lnTo>
                    <a:pt x="18614" y="22450"/>
                  </a:lnTo>
                  <a:cubicBezTo>
                    <a:pt x="18614" y="20249"/>
                    <a:pt x="19381" y="18114"/>
                    <a:pt x="20782" y="16446"/>
                  </a:cubicBezTo>
                  <a:cubicBezTo>
                    <a:pt x="26253" y="9908"/>
                    <a:pt x="21616" y="1"/>
                    <a:pt x="131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5"/>
            <p:cNvSpPr/>
            <p:nvPr/>
          </p:nvSpPr>
          <p:spPr>
            <a:xfrm>
              <a:off x="7194250" y="1773550"/>
              <a:ext cx="264375" cy="65900"/>
            </a:xfrm>
            <a:custGeom>
              <a:avLst/>
              <a:gdLst/>
              <a:ahLst/>
              <a:cxnLst/>
              <a:rect l="l" t="t" r="r" b="b"/>
              <a:pathLst>
                <a:path w="10575" h="2636" extrusionOk="0">
                  <a:moveTo>
                    <a:pt x="0" y="1"/>
                  </a:moveTo>
                  <a:lnTo>
                    <a:pt x="0" y="2636"/>
                  </a:lnTo>
                  <a:lnTo>
                    <a:pt x="10575" y="2636"/>
                  </a:lnTo>
                  <a:lnTo>
                    <a:pt x="105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5"/>
            <p:cNvSpPr/>
            <p:nvPr/>
          </p:nvSpPr>
          <p:spPr>
            <a:xfrm>
              <a:off x="7189250" y="1768550"/>
              <a:ext cx="274375" cy="75900"/>
            </a:xfrm>
            <a:custGeom>
              <a:avLst/>
              <a:gdLst/>
              <a:ahLst/>
              <a:cxnLst/>
              <a:rect l="l" t="t" r="r" b="b"/>
              <a:pathLst>
                <a:path w="10975" h="3036" extrusionOk="0">
                  <a:moveTo>
                    <a:pt x="10575" y="434"/>
                  </a:moveTo>
                  <a:lnTo>
                    <a:pt x="10575" y="2636"/>
                  </a:lnTo>
                  <a:lnTo>
                    <a:pt x="401" y="2636"/>
                  </a:lnTo>
                  <a:lnTo>
                    <a:pt x="401" y="434"/>
                  </a:lnTo>
                  <a:close/>
                  <a:moveTo>
                    <a:pt x="200" y="0"/>
                  </a:moveTo>
                  <a:cubicBezTo>
                    <a:pt x="67" y="0"/>
                    <a:pt x="0" y="100"/>
                    <a:pt x="0" y="234"/>
                  </a:cubicBezTo>
                  <a:lnTo>
                    <a:pt x="0" y="2836"/>
                  </a:lnTo>
                  <a:cubicBezTo>
                    <a:pt x="0" y="2936"/>
                    <a:pt x="67" y="3036"/>
                    <a:pt x="200" y="3036"/>
                  </a:cubicBezTo>
                  <a:lnTo>
                    <a:pt x="10775" y="3036"/>
                  </a:lnTo>
                  <a:cubicBezTo>
                    <a:pt x="10875" y="3036"/>
                    <a:pt x="10975" y="2936"/>
                    <a:pt x="10975" y="2836"/>
                  </a:cubicBezTo>
                  <a:lnTo>
                    <a:pt x="10975" y="234"/>
                  </a:lnTo>
                  <a:cubicBezTo>
                    <a:pt x="10975" y="100"/>
                    <a:pt x="10875" y="0"/>
                    <a:pt x="10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5"/>
            <p:cNvSpPr/>
            <p:nvPr/>
          </p:nvSpPr>
          <p:spPr>
            <a:xfrm>
              <a:off x="7194250" y="1839425"/>
              <a:ext cx="264375" cy="65900"/>
            </a:xfrm>
            <a:custGeom>
              <a:avLst/>
              <a:gdLst/>
              <a:ahLst/>
              <a:cxnLst/>
              <a:rect l="l" t="t" r="r" b="b"/>
              <a:pathLst>
                <a:path w="10575" h="2636" extrusionOk="0">
                  <a:moveTo>
                    <a:pt x="0" y="1"/>
                  </a:moveTo>
                  <a:lnTo>
                    <a:pt x="0" y="1569"/>
                  </a:lnTo>
                  <a:cubicBezTo>
                    <a:pt x="0" y="2169"/>
                    <a:pt x="467" y="2636"/>
                    <a:pt x="1035" y="2636"/>
                  </a:cubicBezTo>
                  <a:lnTo>
                    <a:pt x="9541" y="2636"/>
                  </a:lnTo>
                  <a:cubicBezTo>
                    <a:pt x="10108" y="2636"/>
                    <a:pt x="10575" y="2169"/>
                    <a:pt x="10575" y="1569"/>
                  </a:cubicBezTo>
                  <a:lnTo>
                    <a:pt x="105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5"/>
            <p:cNvSpPr/>
            <p:nvPr/>
          </p:nvSpPr>
          <p:spPr>
            <a:xfrm>
              <a:off x="7189250" y="1834425"/>
              <a:ext cx="274375" cy="75925"/>
            </a:xfrm>
            <a:custGeom>
              <a:avLst/>
              <a:gdLst/>
              <a:ahLst/>
              <a:cxnLst/>
              <a:rect l="l" t="t" r="r" b="b"/>
              <a:pathLst>
                <a:path w="10975" h="3037" extrusionOk="0">
                  <a:moveTo>
                    <a:pt x="10575" y="401"/>
                  </a:moveTo>
                  <a:lnTo>
                    <a:pt x="10575" y="1769"/>
                  </a:lnTo>
                  <a:cubicBezTo>
                    <a:pt x="10575" y="2236"/>
                    <a:pt x="10174" y="2602"/>
                    <a:pt x="9741" y="2602"/>
                  </a:cubicBezTo>
                  <a:lnTo>
                    <a:pt x="1235" y="2602"/>
                  </a:lnTo>
                  <a:cubicBezTo>
                    <a:pt x="768" y="2602"/>
                    <a:pt x="401" y="2236"/>
                    <a:pt x="401" y="1769"/>
                  </a:cubicBezTo>
                  <a:lnTo>
                    <a:pt x="401" y="401"/>
                  </a:lnTo>
                  <a:close/>
                  <a:moveTo>
                    <a:pt x="200" y="1"/>
                  </a:moveTo>
                  <a:cubicBezTo>
                    <a:pt x="100" y="1"/>
                    <a:pt x="0" y="101"/>
                    <a:pt x="0" y="201"/>
                  </a:cubicBezTo>
                  <a:lnTo>
                    <a:pt x="0" y="1769"/>
                  </a:lnTo>
                  <a:cubicBezTo>
                    <a:pt x="0" y="2469"/>
                    <a:pt x="567" y="3036"/>
                    <a:pt x="1235" y="3036"/>
                  </a:cubicBezTo>
                  <a:lnTo>
                    <a:pt x="9741" y="3036"/>
                  </a:lnTo>
                  <a:cubicBezTo>
                    <a:pt x="10408" y="3036"/>
                    <a:pt x="10975" y="2469"/>
                    <a:pt x="10975" y="1769"/>
                  </a:cubicBezTo>
                  <a:lnTo>
                    <a:pt x="10975" y="201"/>
                  </a:lnTo>
                  <a:cubicBezTo>
                    <a:pt x="10975" y="101"/>
                    <a:pt x="10908" y="1"/>
                    <a:pt x="10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5"/>
            <p:cNvSpPr/>
            <p:nvPr/>
          </p:nvSpPr>
          <p:spPr>
            <a:xfrm>
              <a:off x="7227600" y="1905300"/>
              <a:ext cx="197675" cy="65075"/>
            </a:xfrm>
            <a:custGeom>
              <a:avLst/>
              <a:gdLst/>
              <a:ahLst/>
              <a:cxnLst/>
              <a:rect l="l" t="t" r="r" b="b"/>
              <a:pathLst>
                <a:path w="7907" h="2603" extrusionOk="0">
                  <a:moveTo>
                    <a:pt x="1" y="1"/>
                  </a:moveTo>
                  <a:lnTo>
                    <a:pt x="1" y="1569"/>
                  </a:lnTo>
                  <a:cubicBezTo>
                    <a:pt x="1" y="2136"/>
                    <a:pt x="468" y="2603"/>
                    <a:pt x="1035" y="2603"/>
                  </a:cubicBezTo>
                  <a:lnTo>
                    <a:pt x="6872" y="2603"/>
                  </a:lnTo>
                  <a:cubicBezTo>
                    <a:pt x="7439" y="2603"/>
                    <a:pt x="7906" y="2136"/>
                    <a:pt x="7906" y="1569"/>
                  </a:cubicBezTo>
                  <a:lnTo>
                    <a:pt x="79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5"/>
            <p:cNvSpPr/>
            <p:nvPr/>
          </p:nvSpPr>
          <p:spPr>
            <a:xfrm>
              <a:off x="7222600" y="1899475"/>
              <a:ext cx="208500" cy="75900"/>
            </a:xfrm>
            <a:custGeom>
              <a:avLst/>
              <a:gdLst/>
              <a:ahLst/>
              <a:cxnLst/>
              <a:rect l="l" t="t" r="r" b="b"/>
              <a:pathLst>
                <a:path w="8340" h="3036" extrusionOk="0">
                  <a:moveTo>
                    <a:pt x="7873" y="434"/>
                  </a:moveTo>
                  <a:lnTo>
                    <a:pt x="7873" y="1802"/>
                  </a:lnTo>
                  <a:cubicBezTo>
                    <a:pt x="7873" y="2235"/>
                    <a:pt x="7506" y="2636"/>
                    <a:pt x="7039" y="2636"/>
                  </a:cubicBezTo>
                  <a:lnTo>
                    <a:pt x="1235" y="2636"/>
                  </a:lnTo>
                  <a:cubicBezTo>
                    <a:pt x="768" y="2636"/>
                    <a:pt x="401" y="2235"/>
                    <a:pt x="401" y="1802"/>
                  </a:cubicBezTo>
                  <a:lnTo>
                    <a:pt x="401" y="434"/>
                  </a:lnTo>
                  <a:close/>
                  <a:moveTo>
                    <a:pt x="201" y="0"/>
                  </a:moveTo>
                  <a:cubicBezTo>
                    <a:pt x="101" y="0"/>
                    <a:pt x="1" y="101"/>
                    <a:pt x="1" y="234"/>
                  </a:cubicBezTo>
                  <a:lnTo>
                    <a:pt x="1" y="1802"/>
                  </a:lnTo>
                  <a:cubicBezTo>
                    <a:pt x="1" y="2469"/>
                    <a:pt x="568" y="3036"/>
                    <a:pt x="1235" y="3036"/>
                  </a:cubicBezTo>
                  <a:lnTo>
                    <a:pt x="7072" y="3036"/>
                  </a:lnTo>
                  <a:cubicBezTo>
                    <a:pt x="7773" y="3036"/>
                    <a:pt x="8340" y="2502"/>
                    <a:pt x="8340" y="1802"/>
                  </a:cubicBezTo>
                  <a:lnTo>
                    <a:pt x="8340" y="234"/>
                  </a:lnTo>
                  <a:cubicBezTo>
                    <a:pt x="8340" y="101"/>
                    <a:pt x="8240" y="0"/>
                    <a:pt x="81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5"/>
            <p:cNvSpPr/>
            <p:nvPr/>
          </p:nvSpPr>
          <p:spPr>
            <a:xfrm>
              <a:off x="7600375" y="1425800"/>
              <a:ext cx="122600" cy="10875"/>
            </a:xfrm>
            <a:custGeom>
              <a:avLst/>
              <a:gdLst/>
              <a:ahLst/>
              <a:cxnLst/>
              <a:rect l="l" t="t" r="r" b="b"/>
              <a:pathLst>
                <a:path w="4904" h="435" extrusionOk="0">
                  <a:moveTo>
                    <a:pt x="201" y="1"/>
                  </a:moveTo>
                  <a:cubicBezTo>
                    <a:pt x="100" y="1"/>
                    <a:pt x="0" y="101"/>
                    <a:pt x="0" y="234"/>
                  </a:cubicBezTo>
                  <a:cubicBezTo>
                    <a:pt x="0" y="334"/>
                    <a:pt x="100" y="434"/>
                    <a:pt x="201" y="434"/>
                  </a:cubicBezTo>
                  <a:lnTo>
                    <a:pt x="4704" y="434"/>
                  </a:lnTo>
                  <a:cubicBezTo>
                    <a:pt x="4804" y="434"/>
                    <a:pt x="4904" y="334"/>
                    <a:pt x="4904" y="234"/>
                  </a:cubicBezTo>
                  <a:cubicBezTo>
                    <a:pt x="4904" y="101"/>
                    <a:pt x="4804" y="1"/>
                    <a:pt x="470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5"/>
            <p:cNvSpPr/>
            <p:nvPr/>
          </p:nvSpPr>
          <p:spPr>
            <a:xfrm>
              <a:off x="6919050" y="1425800"/>
              <a:ext cx="124275" cy="10875"/>
            </a:xfrm>
            <a:custGeom>
              <a:avLst/>
              <a:gdLst/>
              <a:ahLst/>
              <a:cxnLst/>
              <a:rect l="l" t="t" r="r" b="b"/>
              <a:pathLst>
                <a:path w="4971" h="435" extrusionOk="0">
                  <a:moveTo>
                    <a:pt x="234" y="1"/>
                  </a:moveTo>
                  <a:cubicBezTo>
                    <a:pt x="101" y="1"/>
                    <a:pt x="1" y="101"/>
                    <a:pt x="1" y="234"/>
                  </a:cubicBezTo>
                  <a:cubicBezTo>
                    <a:pt x="1" y="334"/>
                    <a:pt x="101" y="434"/>
                    <a:pt x="234" y="434"/>
                  </a:cubicBezTo>
                  <a:lnTo>
                    <a:pt x="4737" y="434"/>
                  </a:lnTo>
                  <a:cubicBezTo>
                    <a:pt x="4871" y="434"/>
                    <a:pt x="4971" y="334"/>
                    <a:pt x="4971" y="234"/>
                  </a:cubicBezTo>
                  <a:cubicBezTo>
                    <a:pt x="4971" y="101"/>
                    <a:pt x="4871" y="1"/>
                    <a:pt x="47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5"/>
            <p:cNvSpPr/>
            <p:nvPr/>
          </p:nvSpPr>
          <p:spPr>
            <a:xfrm>
              <a:off x="7316000" y="1029050"/>
              <a:ext cx="10025" cy="123250"/>
            </a:xfrm>
            <a:custGeom>
              <a:avLst/>
              <a:gdLst/>
              <a:ahLst/>
              <a:cxnLst/>
              <a:rect l="l" t="t" r="r" b="b"/>
              <a:pathLst>
                <a:path w="401" h="4930" extrusionOk="0">
                  <a:moveTo>
                    <a:pt x="201" y="1"/>
                  </a:moveTo>
                  <a:cubicBezTo>
                    <a:pt x="101" y="1"/>
                    <a:pt x="1" y="76"/>
                    <a:pt x="1" y="226"/>
                  </a:cubicBezTo>
                  <a:lnTo>
                    <a:pt x="1" y="4729"/>
                  </a:lnTo>
                  <a:cubicBezTo>
                    <a:pt x="1" y="4829"/>
                    <a:pt x="101" y="4929"/>
                    <a:pt x="201" y="4929"/>
                  </a:cubicBezTo>
                  <a:cubicBezTo>
                    <a:pt x="334" y="4929"/>
                    <a:pt x="401" y="4829"/>
                    <a:pt x="401" y="4729"/>
                  </a:cubicBezTo>
                  <a:lnTo>
                    <a:pt x="401" y="226"/>
                  </a:lnTo>
                  <a:cubicBezTo>
                    <a:pt x="401" y="76"/>
                    <a:pt x="301" y="1"/>
                    <a:pt x="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5"/>
            <p:cNvSpPr/>
            <p:nvPr/>
          </p:nvSpPr>
          <p:spPr>
            <a:xfrm>
              <a:off x="7518650" y="1145400"/>
              <a:ext cx="88425" cy="87800"/>
            </a:xfrm>
            <a:custGeom>
              <a:avLst/>
              <a:gdLst/>
              <a:ahLst/>
              <a:cxnLst/>
              <a:rect l="l" t="t" r="r" b="b"/>
              <a:pathLst>
                <a:path w="3537" h="3512" extrusionOk="0">
                  <a:moveTo>
                    <a:pt x="3307" y="0"/>
                  </a:moveTo>
                  <a:cubicBezTo>
                    <a:pt x="3253" y="0"/>
                    <a:pt x="3203" y="25"/>
                    <a:pt x="3169" y="75"/>
                  </a:cubicBezTo>
                  <a:lnTo>
                    <a:pt x="67" y="3177"/>
                  </a:lnTo>
                  <a:cubicBezTo>
                    <a:pt x="0" y="3244"/>
                    <a:pt x="0" y="3378"/>
                    <a:pt x="67" y="3444"/>
                  </a:cubicBezTo>
                  <a:cubicBezTo>
                    <a:pt x="100" y="3478"/>
                    <a:pt x="167" y="3511"/>
                    <a:pt x="234" y="3511"/>
                  </a:cubicBezTo>
                  <a:cubicBezTo>
                    <a:pt x="267" y="3511"/>
                    <a:pt x="334" y="3478"/>
                    <a:pt x="367" y="3444"/>
                  </a:cubicBezTo>
                  <a:lnTo>
                    <a:pt x="3470" y="375"/>
                  </a:lnTo>
                  <a:cubicBezTo>
                    <a:pt x="3536" y="275"/>
                    <a:pt x="3536" y="142"/>
                    <a:pt x="3470" y="75"/>
                  </a:cubicBezTo>
                  <a:cubicBezTo>
                    <a:pt x="3420" y="25"/>
                    <a:pt x="3361" y="0"/>
                    <a:pt x="3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5"/>
            <p:cNvSpPr/>
            <p:nvPr/>
          </p:nvSpPr>
          <p:spPr>
            <a:xfrm>
              <a:off x="7034975" y="1628025"/>
              <a:ext cx="90075" cy="88850"/>
            </a:xfrm>
            <a:custGeom>
              <a:avLst/>
              <a:gdLst/>
              <a:ahLst/>
              <a:cxnLst/>
              <a:rect l="l" t="t" r="r" b="b"/>
              <a:pathLst>
                <a:path w="3603" h="3554" extrusionOk="0">
                  <a:moveTo>
                    <a:pt x="3365" y="1"/>
                  </a:moveTo>
                  <a:cubicBezTo>
                    <a:pt x="3311" y="1"/>
                    <a:pt x="3253" y="17"/>
                    <a:pt x="3203" y="51"/>
                  </a:cubicBezTo>
                  <a:lnTo>
                    <a:pt x="67" y="3186"/>
                  </a:lnTo>
                  <a:cubicBezTo>
                    <a:pt x="0" y="3286"/>
                    <a:pt x="0" y="3420"/>
                    <a:pt x="67" y="3487"/>
                  </a:cubicBezTo>
                  <a:cubicBezTo>
                    <a:pt x="134" y="3520"/>
                    <a:pt x="167" y="3553"/>
                    <a:pt x="234" y="3553"/>
                  </a:cubicBezTo>
                  <a:cubicBezTo>
                    <a:pt x="267" y="3553"/>
                    <a:pt x="334" y="3553"/>
                    <a:pt x="367" y="3520"/>
                  </a:cubicBezTo>
                  <a:lnTo>
                    <a:pt x="3503" y="351"/>
                  </a:lnTo>
                  <a:cubicBezTo>
                    <a:pt x="3603" y="284"/>
                    <a:pt x="3603" y="151"/>
                    <a:pt x="3503" y="51"/>
                  </a:cubicBezTo>
                  <a:cubicBezTo>
                    <a:pt x="3469" y="17"/>
                    <a:pt x="3419"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5"/>
            <p:cNvSpPr/>
            <p:nvPr/>
          </p:nvSpPr>
          <p:spPr>
            <a:xfrm>
              <a:off x="7034975" y="1145400"/>
              <a:ext cx="86750" cy="86125"/>
            </a:xfrm>
            <a:custGeom>
              <a:avLst/>
              <a:gdLst/>
              <a:ahLst/>
              <a:cxnLst/>
              <a:rect l="l" t="t" r="r" b="b"/>
              <a:pathLst>
                <a:path w="3470" h="3445" extrusionOk="0">
                  <a:moveTo>
                    <a:pt x="230" y="0"/>
                  </a:moveTo>
                  <a:cubicBezTo>
                    <a:pt x="175" y="0"/>
                    <a:pt x="117" y="25"/>
                    <a:pt x="67" y="75"/>
                  </a:cubicBezTo>
                  <a:cubicBezTo>
                    <a:pt x="0" y="142"/>
                    <a:pt x="0" y="275"/>
                    <a:pt x="67" y="375"/>
                  </a:cubicBezTo>
                  <a:lnTo>
                    <a:pt x="3069" y="3378"/>
                  </a:lnTo>
                  <a:cubicBezTo>
                    <a:pt x="3136" y="3411"/>
                    <a:pt x="3169" y="3411"/>
                    <a:pt x="3236" y="3444"/>
                  </a:cubicBezTo>
                  <a:cubicBezTo>
                    <a:pt x="3303" y="3411"/>
                    <a:pt x="3336" y="3411"/>
                    <a:pt x="3369" y="3378"/>
                  </a:cubicBezTo>
                  <a:cubicBezTo>
                    <a:pt x="3469" y="3278"/>
                    <a:pt x="3469" y="3144"/>
                    <a:pt x="3369" y="3077"/>
                  </a:cubicBezTo>
                  <a:lnTo>
                    <a:pt x="367" y="75"/>
                  </a:lnTo>
                  <a:cubicBezTo>
                    <a:pt x="334" y="25"/>
                    <a:pt x="284" y="0"/>
                    <a:pt x="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5"/>
            <p:cNvSpPr/>
            <p:nvPr/>
          </p:nvSpPr>
          <p:spPr>
            <a:xfrm>
              <a:off x="7521150" y="1631575"/>
              <a:ext cx="86750" cy="85300"/>
            </a:xfrm>
            <a:custGeom>
              <a:avLst/>
              <a:gdLst/>
              <a:ahLst/>
              <a:cxnLst/>
              <a:rect l="l" t="t" r="r" b="b"/>
              <a:pathLst>
                <a:path w="3470" h="3412" extrusionOk="0">
                  <a:moveTo>
                    <a:pt x="238" y="0"/>
                  </a:moveTo>
                  <a:cubicBezTo>
                    <a:pt x="184" y="0"/>
                    <a:pt x="134" y="25"/>
                    <a:pt x="101" y="76"/>
                  </a:cubicBezTo>
                  <a:cubicBezTo>
                    <a:pt x="0" y="142"/>
                    <a:pt x="0" y="276"/>
                    <a:pt x="101" y="376"/>
                  </a:cubicBezTo>
                  <a:lnTo>
                    <a:pt x="3069" y="3345"/>
                  </a:lnTo>
                  <a:cubicBezTo>
                    <a:pt x="3103" y="3378"/>
                    <a:pt x="3169" y="3411"/>
                    <a:pt x="3236" y="3411"/>
                  </a:cubicBezTo>
                  <a:cubicBezTo>
                    <a:pt x="3269" y="3411"/>
                    <a:pt x="3336" y="3411"/>
                    <a:pt x="3403" y="3345"/>
                  </a:cubicBezTo>
                  <a:cubicBezTo>
                    <a:pt x="3470" y="3278"/>
                    <a:pt x="3470" y="3144"/>
                    <a:pt x="3403" y="3044"/>
                  </a:cubicBezTo>
                  <a:lnTo>
                    <a:pt x="401" y="76"/>
                  </a:lnTo>
                  <a:cubicBezTo>
                    <a:pt x="351" y="25"/>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5"/>
            <p:cNvSpPr/>
            <p:nvPr/>
          </p:nvSpPr>
          <p:spPr>
            <a:xfrm>
              <a:off x="7352700" y="1183950"/>
              <a:ext cx="1096625" cy="498725"/>
            </a:xfrm>
            <a:custGeom>
              <a:avLst/>
              <a:gdLst/>
              <a:ahLst/>
              <a:cxnLst/>
              <a:rect l="l" t="t" r="r" b="b"/>
              <a:pathLst>
                <a:path w="43865" h="19949" extrusionOk="0">
                  <a:moveTo>
                    <a:pt x="22917" y="1"/>
                  </a:moveTo>
                  <a:cubicBezTo>
                    <a:pt x="19247" y="1"/>
                    <a:pt x="16145" y="2102"/>
                    <a:pt x="15178" y="4938"/>
                  </a:cubicBezTo>
                  <a:cubicBezTo>
                    <a:pt x="13962" y="4181"/>
                    <a:pt x="12604" y="3817"/>
                    <a:pt x="11257" y="3817"/>
                  </a:cubicBezTo>
                  <a:cubicBezTo>
                    <a:pt x="8981" y="3817"/>
                    <a:pt x="6738" y="4857"/>
                    <a:pt x="5271" y="6806"/>
                  </a:cubicBezTo>
                  <a:cubicBezTo>
                    <a:pt x="5004" y="6772"/>
                    <a:pt x="4704" y="6739"/>
                    <a:pt x="4437" y="6739"/>
                  </a:cubicBezTo>
                  <a:cubicBezTo>
                    <a:pt x="2002" y="6739"/>
                    <a:pt x="0" y="8073"/>
                    <a:pt x="0" y="9741"/>
                  </a:cubicBezTo>
                  <a:cubicBezTo>
                    <a:pt x="0" y="11276"/>
                    <a:pt x="1735" y="12543"/>
                    <a:pt x="3970" y="12710"/>
                  </a:cubicBezTo>
                  <a:cubicBezTo>
                    <a:pt x="4775" y="16321"/>
                    <a:pt x="7942" y="18536"/>
                    <a:pt x="11253" y="18536"/>
                  </a:cubicBezTo>
                  <a:cubicBezTo>
                    <a:pt x="12745" y="18536"/>
                    <a:pt x="14265" y="18087"/>
                    <a:pt x="15611" y="17113"/>
                  </a:cubicBezTo>
                  <a:cubicBezTo>
                    <a:pt x="16445" y="18848"/>
                    <a:pt x="18213" y="19949"/>
                    <a:pt x="20148" y="19949"/>
                  </a:cubicBezTo>
                  <a:cubicBezTo>
                    <a:pt x="22383" y="19915"/>
                    <a:pt x="24351" y="18414"/>
                    <a:pt x="24951" y="16246"/>
                  </a:cubicBezTo>
                  <a:cubicBezTo>
                    <a:pt x="26319" y="17147"/>
                    <a:pt x="27920" y="17614"/>
                    <a:pt x="29555" y="17614"/>
                  </a:cubicBezTo>
                  <a:cubicBezTo>
                    <a:pt x="33057" y="17614"/>
                    <a:pt x="36026" y="15545"/>
                    <a:pt x="36893" y="12743"/>
                  </a:cubicBezTo>
                  <a:cubicBezTo>
                    <a:pt x="37427" y="12844"/>
                    <a:pt x="37994" y="12877"/>
                    <a:pt x="38528" y="12877"/>
                  </a:cubicBezTo>
                  <a:cubicBezTo>
                    <a:pt x="41463" y="12877"/>
                    <a:pt x="43865" y="11443"/>
                    <a:pt x="43865" y="9641"/>
                  </a:cubicBezTo>
                  <a:cubicBezTo>
                    <a:pt x="43865" y="7840"/>
                    <a:pt x="41497" y="6372"/>
                    <a:pt x="38528" y="6372"/>
                  </a:cubicBezTo>
                  <a:cubicBezTo>
                    <a:pt x="38453" y="6370"/>
                    <a:pt x="38379" y="6369"/>
                    <a:pt x="38304" y="6369"/>
                  </a:cubicBezTo>
                  <a:cubicBezTo>
                    <a:pt x="37350" y="6369"/>
                    <a:pt x="36426" y="6565"/>
                    <a:pt x="35559" y="6906"/>
                  </a:cubicBezTo>
                  <a:cubicBezTo>
                    <a:pt x="34225" y="5472"/>
                    <a:pt x="32423" y="4571"/>
                    <a:pt x="30455" y="4404"/>
                  </a:cubicBezTo>
                  <a:cubicBezTo>
                    <a:pt x="29321" y="1836"/>
                    <a:pt x="26386" y="1"/>
                    <a:pt x="22917"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5"/>
            <p:cNvSpPr/>
            <p:nvPr/>
          </p:nvSpPr>
          <p:spPr>
            <a:xfrm>
              <a:off x="7347700" y="1178950"/>
              <a:ext cx="1107475" cy="509575"/>
            </a:xfrm>
            <a:custGeom>
              <a:avLst/>
              <a:gdLst/>
              <a:ahLst/>
              <a:cxnLst/>
              <a:rect l="l" t="t" r="r" b="b"/>
              <a:pathLst>
                <a:path w="44299" h="20383" extrusionOk="0">
                  <a:moveTo>
                    <a:pt x="23117" y="434"/>
                  </a:moveTo>
                  <a:cubicBezTo>
                    <a:pt x="26386" y="434"/>
                    <a:pt x="29321" y="2136"/>
                    <a:pt x="30489" y="4704"/>
                  </a:cubicBezTo>
                  <a:cubicBezTo>
                    <a:pt x="30522" y="4771"/>
                    <a:pt x="30589" y="4838"/>
                    <a:pt x="30655" y="4838"/>
                  </a:cubicBezTo>
                  <a:cubicBezTo>
                    <a:pt x="32523" y="5004"/>
                    <a:pt x="34291" y="5872"/>
                    <a:pt x="35592" y="7273"/>
                  </a:cubicBezTo>
                  <a:cubicBezTo>
                    <a:pt x="35639" y="7296"/>
                    <a:pt x="35687" y="7320"/>
                    <a:pt x="35746" y="7320"/>
                  </a:cubicBezTo>
                  <a:cubicBezTo>
                    <a:pt x="35770" y="7320"/>
                    <a:pt x="35796" y="7316"/>
                    <a:pt x="35826" y="7306"/>
                  </a:cubicBezTo>
                  <a:cubicBezTo>
                    <a:pt x="36760" y="6939"/>
                    <a:pt x="37727" y="6772"/>
                    <a:pt x="38728" y="6772"/>
                  </a:cubicBezTo>
                  <a:cubicBezTo>
                    <a:pt x="41563" y="6772"/>
                    <a:pt x="43865" y="8140"/>
                    <a:pt x="43865" y="9841"/>
                  </a:cubicBezTo>
                  <a:cubicBezTo>
                    <a:pt x="43865" y="11509"/>
                    <a:pt x="41563" y="12877"/>
                    <a:pt x="38728" y="12877"/>
                  </a:cubicBezTo>
                  <a:cubicBezTo>
                    <a:pt x="38194" y="12877"/>
                    <a:pt x="37660" y="12843"/>
                    <a:pt x="37127" y="12743"/>
                  </a:cubicBezTo>
                  <a:cubicBezTo>
                    <a:pt x="37109" y="12737"/>
                    <a:pt x="37091" y="12735"/>
                    <a:pt x="37074" y="12735"/>
                  </a:cubicBezTo>
                  <a:cubicBezTo>
                    <a:pt x="36993" y="12735"/>
                    <a:pt x="36921" y="12794"/>
                    <a:pt x="36893" y="12877"/>
                  </a:cubicBezTo>
                  <a:cubicBezTo>
                    <a:pt x="36026" y="15645"/>
                    <a:pt x="33090" y="17580"/>
                    <a:pt x="29755" y="17580"/>
                  </a:cubicBezTo>
                  <a:cubicBezTo>
                    <a:pt x="29702" y="17581"/>
                    <a:pt x="29650" y="17582"/>
                    <a:pt x="29597" y="17582"/>
                  </a:cubicBezTo>
                  <a:cubicBezTo>
                    <a:pt x="28082" y="17582"/>
                    <a:pt x="26575" y="17117"/>
                    <a:pt x="25285" y="16279"/>
                  </a:cubicBezTo>
                  <a:cubicBezTo>
                    <a:pt x="25218" y="16246"/>
                    <a:pt x="25151" y="16246"/>
                    <a:pt x="25085" y="16246"/>
                  </a:cubicBezTo>
                  <a:cubicBezTo>
                    <a:pt x="25051" y="16279"/>
                    <a:pt x="24985" y="16313"/>
                    <a:pt x="24985" y="16379"/>
                  </a:cubicBezTo>
                  <a:cubicBezTo>
                    <a:pt x="24384" y="18481"/>
                    <a:pt x="22483" y="19915"/>
                    <a:pt x="20315" y="19948"/>
                  </a:cubicBezTo>
                  <a:cubicBezTo>
                    <a:pt x="18480" y="19915"/>
                    <a:pt x="16812" y="18848"/>
                    <a:pt x="16012" y="17180"/>
                  </a:cubicBezTo>
                  <a:cubicBezTo>
                    <a:pt x="15978" y="17113"/>
                    <a:pt x="15945" y="17080"/>
                    <a:pt x="15878" y="17080"/>
                  </a:cubicBezTo>
                  <a:lnTo>
                    <a:pt x="15811" y="17080"/>
                  </a:lnTo>
                  <a:cubicBezTo>
                    <a:pt x="15778" y="17080"/>
                    <a:pt x="15745" y="17113"/>
                    <a:pt x="15711" y="17146"/>
                  </a:cubicBezTo>
                  <a:cubicBezTo>
                    <a:pt x="14397" y="18099"/>
                    <a:pt x="12915" y="18537"/>
                    <a:pt x="11462" y="18537"/>
                  </a:cubicBezTo>
                  <a:cubicBezTo>
                    <a:pt x="8234" y="18537"/>
                    <a:pt x="5152" y="16373"/>
                    <a:pt x="4370" y="12877"/>
                  </a:cubicBezTo>
                  <a:cubicBezTo>
                    <a:pt x="4337" y="12777"/>
                    <a:pt x="4270" y="12710"/>
                    <a:pt x="4170" y="12710"/>
                  </a:cubicBezTo>
                  <a:cubicBezTo>
                    <a:pt x="2035" y="12543"/>
                    <a:pt x="400" y="11376"/>
                    <a:pt x="400" y="9941"/>
                  </a:cubicBezTo>
                  <a:cubicBezTo>
                    <a:pt x="400" y="8414"/>
                    <a:pt x="2309" y="7156"/>
                    <a:pt x="4655" y="7156"/>
                  </a:cubicBezTo>
                  <a:cubicBezTo>
                    <a:pt x="4922" y="7156"/>
                    <a:pt x="5195" y="7172"/>
                    <a:pt x="5471" y="7206"/>
                  </a:cubicBezTo>
                  <a:cubicBezTo>
                    <a:pt x="5537" y="7206"/>
                    <a:pt x="5604" y="7173"/>
                    <a:pt x="5638" y="7139"/>
                  </a:cubicBezTo>
                  <a:cubicBezTo>
                    <a:pt x="6984" y="5332"/>
                    <a:pt x="9108" y="4270"/>
                    <a:pt x="11338" y="4270"/>
                  </a:cubicBezTo>
                  <a:cubicBezTo>
                    <a:pt x="11373" y="4270"/>
                    <a:pt x="11407" y="4270"/>
                    <a:pt x="11442" y="4271"/>
                  </a:cubicBezTo>
                  <a:cubicBezTo>
                    <a:pt x="12776" y="4271"/>
                    <a:pt x="14110" y="4637"/>
                    <a:pt x="15278" y="5338"/>
                  </a:cubicBezTo>
                  <a:cubicBezTo>
                    <a:pt x="15294" y="5355"/>
                    <a:pt x="15319" y="5363"/>
                    <a:pt x="15349" y="5363"/>
                  </a:cubicBezTo>
                  <a:cubicBezTo>
                    <a:pt x="15378" y="5363"/>
                    <a:pt x="15411" y="5355"/>
                    <a:pt x="15445" y="5338"/>
                  </a:cubicBezTo>
                  <a:cubicBezTo>
                    <a:pt x="15511" y="5338"/>
                    <a:pt x="15545" y="5271"/>
                    <a:pt x="15578" y="5205"/>
                  </a:cubicBezTo>
                  <a:cubicBezTo>
                    <a:pt x="16512" y="2403"/>
                    <a:pt x="19648" y="434"/>
                    <a:pt x="23117" y="434"/>
                  </a:cubicBezTo>
                  <a:close/>
                  <a:moveTo>
                    <a:pt x="23150" y="1"/>
                  </a:moveTo>
                  <a:cubicBezTo>
                    <a:pt x="19581" y="1"/>
                    <a:pt x="16379" y="1969"/>
                    <a:pt x="15278" y="4838"/>
                  </a:cubicBezTo>
                  <a:cubicBezTo>
                    <a:pt x="14078" y="4147"/>
                    <a:pt x="12760" y="3813"/>
                    <a:pt x="11454" y="3813"/>
                  </a:cubicBezTo>
                  <a:cubicBezTo>
                    <a:pt x="9164" y="3813"/>
                    <a:pt x="6912" y="4840"/>
                    <a:pt x="5404" y="6772"/>
                  </a:cubicBezTo>
                  <a:cubicBezTo>
                    <a:pt x="5135" y="6741"/>
                    <a:pt x="4870" y="6727"/>
                    <a:pt x="4609" y="6727"/>
                  </a:cubicBezTo>
                  <a:cubicBezTo>
                    <a:pt x="2060" y="6727"/>
                    <a:pt x="0" y="8152"/>
                    <a:pt x="0" y="9908"/>
                  </a:cubicBezTo>
                  <a:cubicBezTo>
                    <a:pt x="0" y="11542"/>
                    <a:pt x="1701" y="12877"/>
                    <a:pt x="4003" y="13077"/>
                  </a:cubicBezTo>
                  <a:cubicBezTo>
                    <a:pt x="4887" y="16682"/>
                    <a:pt x="8090" y="18909"/>
                    <a:pt x="11452" y="18909"/>
                  </a:cubicBezTo>
                  <a:cubicBezTo>
                    <a:pt x="12912" y="18909"/>
                    <a:pt x="14402" y="18489"/>
                    <a:pt x="15745" y="17580"/>
                  </a:cubicBezTo>
                  <a:cubicBezTo>
                    <a:pt x="16645" y="19281"/>
                    <a:pt x="18380" y="20349"/>
                    <a:pt x="20315" y="20382"/>
                  </a:cubicBezTo>
                  <a:cubicBezTo>
                    <a:pt x="22583" y="20349"/>
                    <a:pt x="24551" y="18881"/>
                    <a:pt x="25285" y="16780"/>
                  </a:cubicBezTo>
                  <a:cubicBezTo>
                    <a:pt x="26619" y="17580"/>
                    <a:pt x="28187" y="18014"/>
                    <a:pt x="29755" y="18014"/>
                  </a:cubicBezTo>
                  <a:cubicBezTo>
                    <a:pt x="33191" y="18014"/>
                    <a:pt x="36226" y="16046"/>
                    <a:pt x="37227" y="13177"/>
                  </a:cubicBezTo>
                  <a:cubicBezTo>
                    <a:pt x="37727" y="13244"/>
                    <a:pt x="38227" y="13310"/>
                    <a:pt x="38728" y="13310"/>
                  </a:cubicBezTo>
                  <a:cubicBezTo>
                    <a:pt x="41797" y="13310"/>
                    <a:pt x="44298" y="11743"/>
                    <a:pt x="44298" y="9841"/>
                  </a:cubicBezTo>
                  <a:cubicBezTo>
                    <a:pt x="44298" y="7906"/>
                    <a:pt x="41797" y="6372"/>
                    <a:pt x="38728" y="6372"/>
                  </a:cubicBezTo>
                  <a:cubicBezTo>
                    <a:pt x="38655" y="6370"/>
                    <a:pt x="38583" y="6368"/>
                    <a:pt x="38510" y="6368"/>
                  </a:cubicBezTo>
                  <a:cubicBezTo>
                    <a:pt x="37582" y="6368"/>
                    <a:pt x="36661" y="6563"/>
                    <a:pt x="35826" y="6872"/>
                  </a:cubicBezTo>
                  <a:cubicBezTo>
                    <a:pt x="34491" y="5505"/>
                    <a:pt x="32724" y="4637"/>
                    <a:pt x="30822" y="4437"/>
                  </a:cubicBezTo>
                  <a:cubicBezTo>
                    <a:pt x="29588" y="1769"/>
                    <a:pt x="26519" y="1"/>
                    <a:pt x="23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5"/>
            <p:cNvSpPr/>
            <p:nvPr/>
          </p:nvSpPr>
          <p:spPr>
            <a:xfrm>
              <a:off x="6552650" y="1091400"/>
              <a:ext cx="792250" cy="360275"/>
            </a:xfrm>
            <a:custGeom>
              <a:avLst/>
              <a:gdLst/>
              <a:ahLst/>
              <a:cxnLst/>
              <a:rect l="l" t="t" r="r" b="b"/>
              <a:pathLst>
                <a:path w="31690" h="14411" extrusionOk="0">
                  <a:moveTo>
                    <a:pt x="16545" y="0"/>
                  </a:moveTo>
                  <a:cubicBezTo>
                    <a:pt x="13910" y="0"/>
                    <a:pt x="11642" y="1501"/>
                    <a:pt x="10941" y="3570"/>
                  </a:cubicBezTo>
                  <a:cubicBezTo>
                    <a:pt x="10058" y="3022"/>
                    <a:pt x="9076" y="2757"/>
                    <a:pt x="8105" y="2757"/>
                  </a:cubicBezTo>
                  <a:cubicBezTo>
                    <a:pt x="6473" y="2757"/>
                    <a:pt x="4869" y="3503"/>
                    <a:pt x="3803" y="4904"/>
                  </a:cubicBezTo>
                  <a:cubicBezTo>
                    <a:pt x="3603" y="4870"/>
                    <a:pt x="3403" y="4837"/>
                    <a:pt x="3203" y="4837"/>
                  </a:cubicBezTo>
                  <a:cubicBezTo>
                    <a:pt x="1435" y="4837"/>
                    <a:pt x="0" y="5804"/>
                    <a:pt x="0" y="7005"/>
                  </a:cubicBezTo>
                  <a:cubicBezTo>
                    <a:pt x="0" y="8139"/>
                    <a:pt x="1235" y="9040"/>
                    <a:pt x="2869" y="9174"/>
                  </a:cubicBezTo>
                  <a:cubicBezTo>
                    <a:pt x="3444" y="11772"/>
                    <a:pt x="5731" y="13372"/>
                    <a:pt x="8124" y="13372"/>
                  </a:cubicBezTo>
                  <a:cubicBezTo>
                    <a:pt x="9202" y="13372"/>
                    <a:pt x="10301" y="13047"/>
                    <a:pt x="11275" y="12342"/>
                  </a:cubicBezTo>
                  <a:cubicBezTo>
                    <a:pt x="11875" y="13577"/>
                    <a:pt x="13143" y="14411"/>
                    <a:pt x="14544" y="14411"/>
                  </a:cubicBezTo>
                  <a:cubicBezTo>
                    <a:pt x="16145" y="14377"/>
                    <a:pt x="17546" y="13276"/>
                    <a:pt x="17980" y="11742"/>
                  </a:cubicBezTo>
                  <a:cubicBezTo>
                    <a:pt x="18981" y="12376"/>
                    <a:pt x="20148" y="12709"/>
                    <a:pt x="21316" y="12709"/>
                  </a:cubicBezTo>
                  <a:cubicBezTo>
                    <a:pt x="23851" y="12709"/>
                    <a:pt x="25986" y="11208"/>
                    <a:pt x="26619" y="9207"/>
                  </a:cubicBezTo>
                  <a:cubicBezTo>
                    <a:pt x="27020" y="9274"/>
                    <a:pt x="27420" y="9307"/>
                    <a:pt x="27787" y="9307"/>
                  </a:cubicBezTo>
                  <a:cubicBezTo>
                    <a:pt x="29955" y="9307"/>
                    <a:pt x="31690" y="8240"/>
                    <a:pt x="31690" y="6939"/>
                  </a:cubicBezTo>
                  <a:cubicBezTo>
                    <a:pt x="31690" y="5638"/>
                    <a:pt x="29955" y="4570"/>
                    <a:pt x="27820" y="4570"/>
                  </a:cubicBezTo>
                  <a:cubicBezTo>
                    <a:pt x="27086" y="4570"/>
                    <a:pt x="26352" y="4704"/>
                    <a:pt x="25685" y="5004"/>
                  </a:cubicBezTo>
                  <a:cubicBezTo>
                    <a:pt x="24718" y="3970"/>
                    <a:pt x="23417" y="3303"/>
                    <a:pt x="22016" y="3203"/>
                  </a:cubicBezTo>
                  <a:cubicBezTo>
                    <a:pt x="21182" y="1335"/>
                    <a:pt x="19047" y="0"/>
                    <a:pt x="16545"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5"/>
            <p:cNvSpPr/>
            <p:nvPr/>
          </p:nvSpPr>
          <p:spPr>
            <a:xfrm>
              <a:off x="6546800" y="1086400"/>
              <a:ext cx="802275" cy="370275"/>
            </a:xfrm>
            <a:custGeom>
              <a:avLst/>
              <a:gdLst/>
              <a:ahLst/>
              <a:cxnLst/>
              <a:rect l="l" t="t" r="r" b="b"/>
              <a:pathLst>
                <a:path w="32091" h="14811" extrusionOk="0">
                  <a:moveTo>
                    <a:pt x="16779" y="400"/>
                  </a:moveTo>
                  <a:cubicBezTo>
                    <a:pt x="19114" y="400"/>
                    <a:pt x="21216" y="1635"/>
                    <a:pt x="22050" y="3469"/>
                  </a:cubicBezTo>
                  <a:cubicBezTo>
                    <a:pt x="22083" y="3536"/>
                    <a:pt x="22150" y="3569"/>
                    <a:pt x="22217" y="3569"/>
                  </a:cubicBezTo>
                  <a:cubicBezTo>
                    <a:pt x="23551" y="3703"/>
                    <a:pt x="24819" y="4303"/>
                    <a:pt x="25753" y="5304"/>
                  </a:cubicBezTo>
                  <a:cubicBezTo>
                    <a:pt x="25777" y="5353"/>
                    <a:pt x="25837" y="5384"/>
                    <a:pt x="25907" y="5384"/>
                  </a:cubicBezTo>
                  <a:cubicBezTo>
                    <a:pt x="25932" y="5384"/>
                    <a:pt x="25959" y="5380"/>
                    <a:pt x="25986" y="5371"/>
                  </a:cubicBezTo>
                  <a:cubicBezTo>
                    <a:pt x="26620" y="5104"/>
                    <a:pt x="27354" y="4970"/>
                    <a:pt x="28054" y="4970"/>
                  </a:cubicBezTo>
                  <a:cubicBezTo>
                    <a:pt x="30089" y="4970"/>
                    <a:pt x="31723" y="5938"/>
                    <a:pt x="31723" y="7139"/>
                  </a:cubicBezTo>
                  <a:cubicBezTo>
                    <a:pt x="31723" y="8306"/>
                    <a:pt x="30089" y="9273"/>
                    <a:pt x="28054" y="9273"/>
                  </a:cubicBezTo>
                  <a:cubicBezTo>
                    <a:pt x="27687" y="9273"/>
                    <a:pt x="27287" y="9240"/>
                    <a:pt x="26920" y="9173"/>
                  </a:cubicBezTo>
                  <a:cubicBezTo>
                    <a:pt x="26902" y="9168"/>
                    <a:pt x="26885" y="9165"/>
                    <a:pt x="26867" y="9165"/>
                  </a:cubicBezTo>
                  <a:cubicBezTo>
                    <a:pt x="26787" y="9165"/>
                    <a:pt x="26714" y="9225"/>
                    <a:pt x="26687" y="9307"/>
                  </a:cubicBezTo>
                  <a:cubicBezTo>
                    <a:pt x="26053" y="11308"/>
                    <a:pt x="23951" y="12676"/>
                    <a:pt x="21583" y="12676"/>
                  </a:cubicBezTo>
                  <a:cubicBezTo>
                    <a:pt x="21531" y="12677"/>
                    <a:pt x="21479" y="12678"/>
                    <a:pt x="21428" y="12678"/>
                  </a:cubicBezTo>
                  <a:cubicBezTo>
                    <a:pt x="20346" y="12678"/>
                    <a:pt x="19272" y="12347"/>
                    <a:pt x="18381" y="11742"/>
                  </a:cubicBezTo>
                  <a:cubicBezTo>
                    <a:pt x="18314" y="11709"/>
                    <a:pt x="18247" y="11709"/>
                    <a:pt x="18180" y="11709"/>
                  </a:cubicBezTo>
                  <a:cubicBezTo>
                    <a:pt x="18114" y="11742"/>
                    <a:pt x="18080" y="11809"/>
                    <a:pt x="18047" y="11875"/>
                  </a:cubicBezTo>
                  <a:cubicBezTo>
                    <a:pt x="17647" y="13343"/>
                    <a:pt x="16312" y="14377"/>
                    <a:pt x="14778" y="14377"/>
                  </a:cubicBezTo>
                  <a:cubicBezTo>
                    <a:pt x="13444" y="14377"/>
                    <a:pt x="12276" y="13610"/>
                    <a:pt x="11709" y="12442"/>
                  </a:cubicBezTo>
                  <a:cubicBezTo>
                    <a:pt x="11676" y="12376"/>
                    <a:pt x="11609" y="12342"/>
                    <a:pt x="11576" y="12309"/>
                  </a:cubicBezTo>
                  <a:lnTo>
                    <a:pt x="11509" y="12309"/>
                  </a:lnTo>
                  <a:lnTo>
                    <a:pt x="11476" y="12342"/>
                  </a:lnTo>
                  <a:cubicBezTo>
                    <a:pt x="11465" y="12331"/>
                    <a:pt x="11453" y="12328"/>
                    <a:pt x="11442" y="12328"/>
                  </a:cubicBezTo>
                  <a:cubicBezTo>
                    <a:pt x="11420" y="12328"/>
                    <a:pt x="11398" y="12342"/>
                    <a:pt x="11376" y="12342"/>
                  </a:cubicBezTo>
                  <a:cubicBezTo>
                    <a:pt x="10428" y="13030"/>
                    <a:pt x="9361" y="13346"/>
                    <a:pt x="8316" y="13346"/>
                  </a:cubicBezTo>
                  <a:cubicBezTo>
                    <a:pt x="6013" y="13346"/>
                    <a:pt x="3821" y="11808"/>
                    <a:pt x="3270" y="9307"/>
                  </a:cubicBezTo>
                  <a:cubicBezTo>
                    <a:pt x="3236" y="9207"/>
                    <a:pt x="3170" y="9140"/>
                    <a:pt x="3070" y="9140"/>
                  </a:cubicBezTo>
                  <a:cubicBezTo>
                    <a:pt x="1569" y="9040"/>
                    <a:pt x="401" y="8173"/>
                    <a:pt x="401" y="7205"/>
                  </a:cubicBezTo>
                  <a:cubicBezTo>
                    <a:pt x="401" y="6126"/>
                    <a:pt x="1775" y="5236"/>
                    <a:pt x="3409" y="5236"/>
                  </a:cubicBezTo>
                  <a:cubicBezTo>
                    <a:pt x="3593" y="5236"/>
                    <a:pt x="3781" y="5247"/>
                    <a:pt x="3970" y="5271"/>
                  </a:cubicBezTo>
                  <a:cubicBezTo>
                    <a:pt x="3997" y="5280"/>
                    <a:pt x="4022" y="5284"/>
                    <a:pt x="4044" y="5284"/>
                  </a:cubicBezTo>
                  <a:cubicBezTo>
                    <a:pt x="4104" y="5284"/>
                    <a:pt x="4146" y="5253"/>
                    <a:pt x="4170" y="5204"/>
                  </a:cubicBezTo>
                  <a:cubicBezTo>
                    <a:pt x="5193" y="3868"/>
                    <a:pt x="6739" y="3159"/>
                    <a:pt x="8309" y="3159"/>
                  </a:cubicBezTo>
                  <a:cubicBezTo>
                    <a:pt x="9247" y="3159"/>
                    <a:pt x="10193" y="3412"/>
                    <a:pt x="11042" y="3936"/>
                  </a:cubicBezTo>
                  <a:cubicBezTo>
                    <a:pt x="11075" y="3953"/>
                    <a:pt x="11109" y="3961"/>
                    <a:pt x="11142" y="3961"/>
                  </a:cubicBezTo>
                  <a:cubicBezTo>
                    <a:pt x="11175" y="3961"/>
                    <a:pt x="11209" y="3953"/>
                    <a:pt x="11242" y="3936"/>
                  </a:cubicBezTo>
                  <a:cubicBezTo>
                    <a:pt x="11309" y="3936"/>
                    <a:pt x="11342" y="3870"/>
                    <a:pt x="11342" y="3836"/>
                  </a:cubicBezTo>
                  <a:cubicBezTo>
                    <a:pt x="12043" y="1801"/>
                    <a:pt x="14278" y="400"/>
                    <a:pt x="16779" y="400"/>
                  </a:cubicBezTo>
                  <a:close/>
                  <a:moveTo>
                    <a:pt x="16779" y="0"/>
                  </a:moveTo>
                  <a:cubicBezTo>
                    <a:pt x="14211" y="0"/>
                    <a:pt x="11909" y="1401"/>
                    <a:pt x="11075" y="3469"/>
                  </a:cubicBezTo>
                  <a:cubicBezTo>
                    <a:pt x="10208" y="3002"/>
                    <a:pt x="9274" y="2735"/>
                    <a:pt x="8307" y="2735"/>
                  </a:cubicBezTo>
                  <a:cubicBezTo>
                    <a:pt x="6606" y="2735"/>
                    <a:pt x="4971" y="3536"/>
                    <a:pt x="3937" y="4870"/>
                  </a:cubicBezTo>
                  <a:cubicBezTo>
                    <a:pt x="3755" y="4850"/>
                    <a:pt x="3576" y="4840"/>
                    <a:pt x="3399" y="4840"/>
                  </a:cubicBezTo>
                  <a:cubicBezTo>
                    <a:pt x="1532" y="4840"/>
                    <a:pt x="1" y="5925"/>
                    <a:pt x="1" y="7205"/>
                  </a:cubicBezTo>
                  <a:cubicBezTo>
                    <a:pt x="1" y="8406"/>
                    <a:pt x="1235" y="9374"/>
                    <a:pt x="2903" y="9574"/>
                  </a:cubicBezTo>
                  <a:cubicBezTo>
                    <a:pt x="3579" y="12184"/>
                    <a:pt x="5899" y="13784"/>
                    <a:pt x="8339" y="13784"/>
                  </a:cubicBezTo>
                  <a:cubicBezTo>
                    <a:pt x="9392" y="13784"/>
                    <a:pt x="10467" y="13486"/>
                    <a:pt x="11442" y="12843"/>
                  </a:cubicBezTo>
                  <a:cubicBezTo>
                    <a:pt x="12109" y="14044"/>
                    <a:pt x="13377" y="14811"/>
                    <a:pt x="14778" y="14811"/>
                  </a:cubicBezTo>
                  <a:cubicBezTo>
                    <a:pt x="16379" y="14811"/>
                    <a:pt x="17814" y="13777"/>
                    <a:pt x="18347" y="12242"/>
                  </a:cubicBezTo>
                  <a:cubicBezTo>
                    <a:pt x="19266" y="12813"/>
                    <a:pt x="20335" y="13112"/>
                    <a:pt x="21384" y="13112"/>
                  </a:cubicBezTo>
                  <a:cubicBezTo>
                    <a:pt x="21439" y="13112"/>
                    <a:pt x="21494" y="13111"/>
                    <a:pt x="21550" y="13110"/>
                  </a:cubicBezTo>
                  <a:cubicBezTo>
                    <a:pt x="24018" y="13110"/>
                    <a:pt x="26253" y="11709"/>
                    <a:pt x="26987" y="9640"/>
                  </a:cubicBezTo>
                  <a:cubicBezTo>
                    <a:pt x="27320" y="9674"/>
                    <a:pt x="27687" y="9707"/>
                    <a:pt x="28021" y="9707"/>
                  </a:cubicBezTo>
                  <a:cubicBezTo>
                    <a:pt x="30289" y="9707"/>
                    <a:pt x="32090" y="8573"/>
                    <a:pt x="32090" y="7139"/>
                  </a:cubicBezTo>
                  <a:cubicBezTo>
                    <a:pt x="32090" y="5738"/>
                    <a:pt x="30289" y="4570"/>
                    <a:pt x="28021" y="4570"/>
                  </a:cubicBezTo>
                  <a:cubicBezTo>
                    <a:pt x="27320" y="4570"/>
                    <a:pt x="26620" y="4704"/>
                    <a:pt x="25953" y="4937"/>
                  </a:cubicBezTo>
                  <a:cubicBezTo>
                    <a:pt x="24985" y="3970"/>
                    <a:pt x="23718" y="3336"/>
                    <a:pt x="22350" y="3202"/>
                  </a:cubicBezTo>
                  <a:cubicBezTo>
                    <a:pt x="21449" y="1268"/>
                    <a:pt x="19215" y="0"/>
                    <a:pt x="167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5"/>
            <p:cNvSpPr/>
            <p:nvPr/>
          </p:nvSpPr>
          <p:spPr>
            <a:xfrm>
              <a:off x="7053325" y="1934500"/>
              <a:ext cx="793075" cy="360275"/>
            </a:xfrm>
            <a:custGeom>
              <a:avLst/>
              <a:gdLst/>
              <a:ahLst/>
              <a:cxnLst/>
              <a:rect l="l" t="t" r="r" b="b"/>
              <a:pathLst>
                <a:path w="31723" h="14411" extrusionOk="0">
                  <a:moveTo>
                    <a:pt x="16579" y="0"/>
                  </a:moveTo>
                  <a:cubicBezTo>
                    <a:pt x="13910" y="0"/>
                    <a:pt x="11675" y="1502"/>
                    <a:pt x="10975" y="3570"/>
                  </a:cubicBezTo>
                  <a:cubicBezTo>
                    <a:pt x="10088" y="3020"/>
                    <a:pt x="9098" y="2756"/>
                    <a:pt x="8119" y="2756"/>
                  </a:cubicBezTo>
                  <a:cubicBezTo>
                    <a:pt x="6484" y="2756"/>
                    <a:pt x="4880" y="3493"/>
                    <a:pt x="3836" y="4871"/>
                  </a:cubicBezTo>
                  <a:cubicBezTo>
                    <a:pt x="3636" y="4837"/>
                    <a:pt x="3436" y="4837"/>
                    <a:pt x="3236" y="4837"/>
                  </a:cubicBezTo>
                  <a:cubicBezTo>
                    <a:pt x="1434" y="4837"/>
                    <a:pt x="0" y="5805"/>
                    <a:pt x="0" y="7005"/>
                  </a:cubicBezTo>
                  <a:cubicBezTo>
                    <a:pt x="0" y="8106"/>
                    <a:pt x="1268" y="9040"/>
                    <a:pt x="2869" y="9140"/>
                  </a:cubicBezTo>
                  <a:cubicBezTo>
                    <a:pt x="3465" y="11755"/>
                    <a:pt x="5748" y="13360"/>
                    <a:pt x="8136" y="13360"/>
                  </a:cubicBezTo>
                  <a:cubicBezTo>
                    <a:pt x="9222" y="13360"/>
                    <a:pt x="10328" y="13029"/>
                    <a:pt x="11308" y="12309"/>
                  </a:cubicBezTo>
                  <a:cubicBezTo>
                    <a:pt x="11909" y="13577"/>
                    <a:pt x="13176" y="14377"/>
                    <a:pt x="14544" y="14411"/>
                  </a:cubicBezTo>
                  <a:cubicBezTo>
                    <a:pt x="16178" y="14377"/>
                    <a:pt x="17613" y="13310"/>
                    <a:pt x="18046" y="11742"/>
                  </a:cubicBezTo>
                  <a:cubicBezTo>
                    <a:pt x="19047" y="12376"/>
                    <a:pt x="20215" y="12710"/>
                    <a:pt x="21382" y="12710"/>
                  </a:cubicBezTo>
                  <a:cubicBezTo>
                    <a:pt x="23917" y="12710"/>
                    <a:pt x="26052" y="11208"/>
                    <a:pt x="26686" y="9207"/>
                  </a:cubicBezTo>
                  <a:cubicBezTo>
                    <a:pt x="27086" y="9274"/>
                    <a:pt x="27486" y="9307"/>
                    <a:pt x="27853" y="9307"/>
                  </a:cubicBezTo>
                  <a:cubicBezTo>
                    <a:pt x="29988" y="9307"/>
                    <a:pt x="31723" y="8206"/>
                    <a:pt x="31723" y="6905"/>
                  </a:cubicBezTo>
                  <a:cubicBezTo>
                    <a:pt x="31723" y="5604"/>
                    <a:pt x="29988" y="4570"/>
                    <a:pt x="27853" y="4570"/>
                  </a:cubicBezTo>
                  <a:cubicBezTo>
                    <a:pt x="27119" y="4570"/>
                    <a:pt x="26386" y="4704"/>
                    <a:pt x="25718" y="4971"/>
                  </a:cubicBezTo>
                  <a:cubicBezTo>
                    <a:pt x="24751" y="3937"/>
                    <a:pt x="23450" y="3303"/>
                    <a:pt x="22049" y="3169"/>
                  </a:cubicBezTo>
                  <a:cubicBezTo>
                    <a:pt x="21215" y="1301"/>
                    <a:pt x="19080" y="0"/>
                    <a:pt x="16579"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5"/>
            <p:cNvSpPr/>
            <p:nvPr/>
          </p:nvSpPr>
          <p:spPr>
            <a:xfrm>
              <a:off x="7048300" y="1929500"/>
              <a:ext cx="802275" cy="370275"/>
            </a:xfrm>
            <a:custGeom>
              <a:avLst/>
              <a:gdLst/>
              <a:ahLst/>
              <a:cxnLst/>
              <a:rect l="l" t="t" r="r" b="b"/>
              <a:pathLst>
                <a:path w="32091" h="14811" extrusionOk="0">
                  <a:moveTo>
                    <a:pt x="16780" y="401"/>
                  </a:moveTo>
                  <a:cubicBezTo>
                    <a:pt x="19115" y="401"/>
                    <a:pt x="21216" y="1635"/>
                    <a:pt x="22050" y="3436"/>
                  </a:cubicBezTo>
                  <a:cubicBezTo>
                    <a:pt x="22083" y="3536"/>
                    <a:pt x="22150" y="3570"/>
                    <a:pt x="22217" y="3570"/>
                  </a:cubicBezTo>
                  <a:cubicBezTo>
                    <a:pt x="23551" y="3703"/>
                    <a:pt x="24819" y="4303"/>
                    <a:pt x="25753" y="5304"/>
                  </a:cubicBezTo>
                  <a:cubicBezTo>
                    <a:pt x="25802" y="5353"/>
                    <a:pt x="25850" y="5384"/>
                    <a:pt x="25912" y="5384"/>
                  </a:cubicBezTo>
                  <a:cubicBezTo>
                    <a:pt x="25935" y="5384"/>
                    <a:pt x="25959" y="5380"/>
                    <a:pt x="25986" y="5371"/>
                  </a:cubicBezTo>
                  <a:cubicBezTo>
                    <a:pt x="26653" y="5104"/>
                    <a:pt x="27354" y="4971"/>
                    <a:pt x="28054" y="4971"/>
                  </a:cubicBezTo>
                  <a:cubicBezTo>
                    <a:pt x="30089" y="4971"/>
                    <a:pt x="31724" y="5938"/>
                    <a:pt x="31724" y="7139"/>
                  </a:cubicBezTo>
                  <a:cubicBezTo>
                    <a:pt x="31724" y="8306"/>
                    <a:pt x="30089" y="9274"/>
                    <a:pt x="28054" y="9274"/>
                  </a:cubicBezTo>
                  <a:cubicBezTo>
                    <a:pt x="27687" y="9274"/>
                    <a:pt x="27287" y="9240"/>
                    <a:pt x="26920" y="9174"/>
                  </a:cubicBezTo>
                  <a:cubicBezTo>
                    <a:pt x="26902" y="9168"/>
                    <a:pt x="26885" y="9165"/>
                    <a:pt x="26867" y="9165"/>
                  </a:cubicBezTo>
                  <a:cubicBezTo>
                    <a:pt x="26787" y="9165"/>
                    <a:pt x="26714" y="9225"/>
                    <a:pt x="26687" y="9307"/>
                  </a:cubicBezTo>
                  <a:cubicBezTo>
                    <a:pt x="26053" y="11308"/>
                    <a:pt x="23951" y="12676"/>
                    <a:pt x="21583" y="12676"/>
                  </a:cubicBezTo>
                  <a:cubicBezTo>
                    <a:pt x="21531" y="12678"/>
                    <a:pt x="21480" y="12678"/>
                    <a:pt x="21428" y="12678"/>
                  </a:cubicBezTo>
                  <a:cubicBezTo>
                    <a:pt x="20346" y="12678"/>
                    <a:pt x="19272" y="12347"/>
                    <a:pt x="18381" y="11742"/>
                  </a:cubicBezTo>
                  <a:cubicBezTo>
                    <a:pt x="18314" y="11709"/>
                    <a:pt x="18247" y="11709"/>
                    <a:pt x="18181" y="11709"/>
                  </a:cubicBezTo>
                  <a:cubicBezTo>
                    <a:pt x="18114" y="11742"/>
                    <a:pt x="18081" y="11775"/>
                    <a:pt x="18047" y="11842"/>
                  </a:cubicBezTo>
                  <a:cubicBezTo>
                    <a:pt x="17647" y="13343"/>
                    <a:pt x="16313" y="14377"/>
                    <a:pt x="14778" y="14377"/>
                  </a:cubicBezTo>
                  <a:cubicBezTo>
                    <a:pt x="13444" y="14377"/>
                    <a:pt x="12276" y="13610"/>
                    <a:pt x="11709" y="12443"/>
                  </a:cubicBezTo>
                  <a:cubicBezTo>
                    <a:pt x="11676" y="12376"/>
                    <a:pt x="11643" y="12342"/>
                    <a:pt x="11576" y="12309"/>
                  </a:cubicBezTo>
                  <a:lnTo>
                    <a:pt x="11509" y="12309"/>
                  </a:lnTo>
                  <a:lnTo>
                    <a:pt x="11509" y="12342"/>
                  </a:lnTo>
                  <a:cubicBezTo>
                    <a:pt x="11476" y="12342"/>
                    <a:pt x="11442" y="12342"/>
                    <a:pt x="11409" y="12376"/>
                  </a:cubicBezTo>
                  <a:cubicBezTo>
                    <a:pt x="10467" y="13059"/>
                    <a:pt x="9409" y="13373"/>
                    <a:pt x="8373" y="13373"/>
                  </a:cubicBezTo>
                  <a:cubicBezTo>
                    <a:pt x="6071" y="13373"/>
                    <a:pt x="3878" y="11825"/>
                    <a:pt x="3303" y="9340"/>
                  </a:cubicBezTo>
                  <a:cubicBezTo>
                    <a:pt x="3270" y="9240"/>
                    <a:pt x="3203" y="9174"/>
                    <a:pt x="3103" y="9174"/>
                  </a:cubicBezTo>
                  <a:cubicBezTo>
                    <a:pt x="1602" y="9040"/>
                    <a:pt x="435" y="8206"/>
                    <a:pt x="435" y="7205"/>
                  </a:cubicBezTo>
                  <a:cubicBezTo>
                    <a:pt x="435" y="6130"/>
                    <a:pt x="1773" y="5268"/>
                    <a:pt x="3443" y="5268"/>
                  </a:cubicBezTo>
                  <a:cubicBezTo>
                    <a:pt x="3637" y="5268"/>
                    <a:pt x="3836" y="5280"/>
                    <a:pt x="4037" y="5304"/>
                  </a:cubicBezTo>
                  <a:cubicBezTo>
                    <a:pt x="4104" y="5304"/>
                    <a:pt x="4171" y="5271"/>
                    <a:pt x="4237" y="5237"/>
                  </a:cubicBezTo>
                  <a:cubicBezTo>
                    <a:pt x="5205" y="3936"/>
                    <a:pt x="6739" y="3169"/>
                    <a:pt x="8340" y="3169"/>
                  </a:cubicBezTo>
                  <a:cubicBezTo>
                    <a:pt x="9308" y="3169"/>
                    <a:pt x="10275" y="3436"/>
                    <a:pt x="11109" y="3970"/>
                  </a:cubicBezTo>
                  <a:cubicBezTo>
                    <a:pt x="11142" y="3970"/>
                    <a:pt x="11176" y="3970"/>
                    <a:pt x="11242" y="3936"/>
                  </a:cubicBezTo>
                  <a:cubicBezTo>
                    <a:pt x="11309" y="3936"/>
                    <a:pt x="11342" y="3870"/>
                    <a:pt x="11376" y="3803"/>
                  </a:cubicBezTo>
                  <a:cubicBezTo>
                    <a:pt x="12076" y="1802"/>
                    <a:pt x="14278" y="401"/>
                    <a:pt x="16780" y="401"/>
                  </a:cubicBezTo>
                  <a:close/>
                  <a:moveTo>
                    <a:pt x="16780" y="0"/>
                  </a:moveTo>
                  <a:cubicBezTo>
                    <a:pt x="14211" y="0"/>
                    <a:pt x="11909" y="1401"/>
                    <a:pt x="11076" y="3469"/>
                  </a:cubicBezTo>
                  <a:cubicBezTo>
                    <a:pt x="10242" y="3002"/>
                    <a:pt x="9274" y="2736"/>
                    <a:pt x="8340" y="2736"/>
                  </a:cubicBezTo>
                  <a:cubicBezTo>
                    <a:pt x="6606" y="2736"/>
                    <a:pt x="5005" y="3503"/>
                    <a:pt x="3937" y="4870"/>
                  </a:cubicBezTo>
                  <a:cubicBezTo>
                    <a:pt x="3748" y="4850"/>
                    <a:pt x="3562" y="4840"/>
                    <a:pt x="3380" y="4840"/>
                  </a:cubicBezTo>
                  <a:cubicBezTo>
                    <a:pt x="1498" y="4840"/>
                    <a:pt x="1" y="5898"/>
                    <a:pt x="1" y="7205"/>
                  </a:cubicBezTo>
                  <a:cubicBezTo>
                    <a:pt x="1" y="8406"/>
                    <a:pt x="1235" y="9374"/>
                    <a:pt x="2903" y="9540"/>
                  </a:cubicBezTo>
                  <a:cubicBezTo>
                    <a:pt x="3581" y="12158"/>
                    <a:pt x="5913" y="13777"/>
                    <a:pt x="8361" y="13777"/>
                  </a:cubicBezTo>
                  <a:cubicBezTo>
                    <a:pt x="9407" y="13777"/>
                    <a:pt x="10474" y="13482"/>
                    <a:pt x="11442" y="12843"/>
                  </a:cubicBezTo>
                  <a:cubicBezTo>
                    <a:pt x="12110" y="14044"/>
                    <a:pt x="13377" y="14811"/>
                    <a:pt x="14778" y="14811"/>
                  </a:cubicBezTo>
                  <a:cubicBezTo>
                    <a:pt x="16379" y="14778"/>
                    <a:pt x="17814" y="13777"/>
                    <a:pt x="18347" y="12242"/>
                  </a:cubicBezTo>
                  <a:cubicBezTo>
                    <a:pt x="19315" y="12809"/>
                    <a:pt x="20449" y="13110"/>
                    <a:pt x="21583" y="13110"/>
                  </a:cubicBezTo>
                  <a:cubicBezTo>
                    <a:pt x="24051" y="13110"/>
                    <a:pt x="26253" y="11675"/>
                    <a:pt x="26987" y="9641"/>
                  </a:cubicBezTo>
                  <a:cubicBezTo>
                    <a:pt x="27320" y="9674"/>
                    <a:pt x="27687" y="9707"/>
                    <a:pt x="28021" y="9707"/>
                  </a:cubicBezTo>
                  <a:cubicBezTo>
                    <a:pt x="30289" y="9707"/>
                    <a:pt x="32091" y="8573"/>
                    <a:pt x="32091" y="7139"/>
                  </a:cubicBezTo>
                  <a:cubicBezTo>
                    <a:pt x="32091" y="5738"/>
                    <a:pt x="30289" y="4570"/>
                    <a:pt x="28021" y="4570"/>
                  </a:cubicBezTo>
                  <a:cubicBezTo>
                    <a:pt x="27320" y="4570"/>
                    <a:pt x="26620" y="4704"/>
                    <a:pt x="25953" y="4937"/>
                  </a:cubicBezTo>
                  <a:cubicBezTo>
                    <a:pt x="24985" y="3970"/>
                    <a:pt x="23718" y="3336"/>
                    <a:pt x="22384" y="3203"/>
                  </a:cubicBezTo>
                  <a:cubicBezTo>
                    <a:pt x="21450" y="1268"/>
                    <a:pt x="19215" y="0"/>
                    <a:pt x="16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5"/>
            <p:cNvSpPr/>
            <p:nvPr/>
          </p:nvSpPr>
          <p:spPr>
            <a:xfrm>
              <a:off x="6341975" y="1496675"/>
              <a:ext cx="1096650" cy="498725"/>
            </a:xfrm>
            <a:custGeom>
              <a:avLst/>
              <a:gdLst/>
              <a:ahLst/>
              <a:cxnLst/>
              <a:rect l="l" t="t" r="r" b="b"/>
              <a:pathLst>
                <a:path w="43866" h="19949" extrusionOk="0">
                  <a:moveTo>
                    <a:pt x="22917" y="1"/>
                  </a:moveTo>
                  <a:cubicBezTo>
                    <a:pt x="19248" y="1"/>
                    <a:pt x="16145" y="2102"/>
                    <a:pt x="15178" y="4938"/>
                  </a:cubicBezTo>
                  <a:cubicBezTo>
                    <a:pt x="13950" y="4181"/>
                    <a:pt x="12588" y="3817"/>
                    <a:pt x="11242" y="3817"/>
                  </a:cubicBezTo>
                  <a:cubicBezTo>
                    <a:pt x="8968" y="3817"/>
                    <a:pt x="6738" y="4857"/>
                    <a:pt x="5271" y="6806"/>
                  </a:cubicBezTo>
                  <a:cubicBezTo>
                    <a:pt x="5004" y="6772"/>
                    <a:pt x="4704" y="6739"/>
                    <a:pt x="4437" y="6739"/>
                  </a:cubicBezTo>
                  <a:cubicBezTo>
                    <a:pt x="2002" y="6739"/>
                    <a:pt x="0" y="8073"/>
                    <a:pt x="0" y="9741"/>
                  </a:cubicBezTo>
                  <a:cubicBezTo>
                    <a:pt x="0" y="11276"/>
                    <a:pt x="1735" y="12543"/>
                    <a:pt x="3970" y="12710"/>
                  </a:cubicBezTo>
                  <a:cubicBezTo>
                    <a:pt x="4775" y="16321"/>
                    <a:pt x="7943" y="18536"/>
                    <a:pt x="11254" y="18536"/>
                  </a:cubicBezTo>
                  <a:cubicBezTo>
                    <a:pt x="12745" y="18536"/>
                    <a:pt x="14265" y="18087"/>
                    <a:pt x="15612" y="17113"/>
                  </a:cubicBezTo>
                  <a:cubicBezTo>
                    <a:pt x="16446" y="18814"/>
                    <a:pt x="18180" y="19949"/>
                    <a:pt x="20115" y="19949"/>
                  </a:cubicBezTo>
                  <a:cubicBezTo>
                    <a:pt x="22383" y="19915"/>
                    <a:pt x="24318" y="18414"/>
                    <a:pt x="24952" y="16246"/>
                  </a:cubicBezTo>
                  <a:cubicBezTo>
                    <a:pt x="26319" y="17147"/>
                    <a:pt x="27920" y="17614"/>
                    <a:pt x="29522" y="17614"/>
                  </a:cubicBezTo>
                  <a:cubicBezTo>
                    <a:pt x="33057" y="17614"/>
                    <a:pt x="35993" y="15545"/>
                    <a:pt x="36893" y="12743"/>
                  </a:cubicBezTo>
                  <a:cubicBezTo>
                    <a:pt x="37427" y="12843"/>
                    <a:pt x="37961" y="12877"/>
                    <a:pt x="38528" y="12877"/>
                  </a:cubicBezTo>
                  <a:cubicBezTo>
                    <a:pt x="41463" y="12877"/>
                    <a:pt x="43865" y="11409"/>
                    <a:pt x="43865" y="9608"/>
                  </a:cubicBezTo>
                  <a:cubicBezTo>
                    <a:pt x="43865" y="7807"/>
                    <a:pt x="41463" y="6372"/>
                    <a:pt x="38528" y="6372"/>
                  </a:cubicBezTo>
                  <a:cubicBezTo>
                    <a:pt x="38453" y="6370"/>
                    <a:pt x="38379" y="6369"/>
                    <a:pt x="38305" y="6369"/>
                  </a:cubicBezTo>
                  <a:cubicBezTo>
                    <a:pt x="37350" y="6369"/>
                    <a:pt x="36426" y="6565"/>
                    <a:pt x="35559" y="6906"/>
                  </a:cubicBezTo>
                  <a:cubicBezTo>
                    <a:pt x="34225" y="5472"/>
                    <a:pt x="32424" y="4571"/>
                    <a:pt x="30456" y="4404"/>
                  </a:cubicBezTo>
                  <a:cubicBezTo>
                    <a:pt x="29321" y="1836"/>
                    <a:pt x="26386" y="1"/>
                    <a:pt x="22917" y="1"/>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5"/>
            <p:cNvSpPr/>
            <p:nvPr/>
          </p:nvSpPr>
          <p:spPr>
            <a:xfrm>
              <a:off x="6336125" y="1491675"/>
              <a:ext cx="1107500" cy="509575"/>
            </a:xfrm>
            <a:custGeom>
              <a:avLst/>
              <a:gdLst/>
              <a:ahLst/>
              <a:cxnLst/>
              <a:rect l="l" t="t" r="r" b="b"/>
              <a:pathLst>
                <a:path w="44300" h="20383" extrusionOk="0">
                  <a:moveTo>
                    <a:pt x="23151" y="434"/>
                  </a:moveTo>
                  <a:cubicBezTo>
                    <a:pt x="26420" y="434"/>
                    <a:pt x="29389" y="2136"/>
                    <a:pt x="30523" y="4704"/>
                  </a:cubicBezTo>
                  <a:cubicBezTo>
                    <a:pt x="30556" y="4771"/>
                    <a:pt x="30623" y="4838"/>
                    <a:pt x="30690" y="4838"/>
                  </a:cubicBezTo>
                  <a:cubicBezTo>
                    <a:pt x="32591" y="5004"/>
                    <a:pt x="34325" y="5872"/>
                    <a:pt x="35626" y="7273"/>
                  </a:cubicBezTo>
                  <a:cubicBezTo>
                    <a:pt x="35674" y="7296"/>
                    <a:pt x="35721" y="7320"/>
                    <a:pt x="35780" y="7320"/>
                  </a:cubicBezTo>
                  <a:cubicBezTo>
                    <a:pt x="35804" y="7320"/>
                    <a:pt x="35831" y="7316"/>
                    <a:pt x="35860" y="7306"/>
                  </a:cubicBezTo>
                  <a:cubicBezTo>
                    <a:pt x="36794" y="6939"/>
                    <a:pt x="37761" y="6772"/>
                    <a:pt x="38762" y="6772"/>
                  </a:cubicBezTo>
                  <a:cubicBezTo>
                    <a:pt x="41597" y="6772"/>
                    <a:pt x="43899" y="8140"/>
                    <a:pt x="43899" y="9841"/>
                  </a:cubicBezTo>
                  <a:cubicBezTo>
                    <a:pt x="43899" y="11509"/>
                    <a:pt x="41597" y="12877"/>
                    <a:pt x="38762" y="12877"/>
                  </a:cubicBezTo>
                  <a:cubicBezTo>
                    <a:pt x="38228" y="12877"/>
                    <a:pt x="37695" y="12843"/>
                    <a:pt x="37161" y="12743"/>
                  </a:cubicBezTo>
                  <a:cubicBezTo>
                    <a:pt x="37143" y="12737"/>
                    <a:pt x="37125" y="12735"/>
                    <a:pt x="37108" y="12735"/>
                  </a:cubicBezTo>
                  <a:cubicBezTo>
                    <a:pt x="37027" y="12735"/>
                    <a:pt x="36955" y="12794"/>
                    <a:pt x="36927" y="12877"/>
                  </a:cubicBezTo>
                  <a:cubicBezTo>
                    <a:pt x="36027" y="15645"/>
                    <a:pt x="33125" y="17613"/>
                    <a:pt x="29789" y="17613"/>
                  </a:cubicBezTo>
                  <a:cubicBezTo>
                    <a:pt x="28188" y="17613"/>
                    <a:pt x="26620" y="17146"/>
                    <a:pt x="25286" y="16279"/>
                  </a:cubicBezTo>
                  <a:cubicBezTo>
                    <a:pt x="25252" y="16246"/>
                    <a:pt x="25186" y="16246"/>
                    <a:pt x="25119" y="16246"/>
                  </a:cubicBezTo>
                  <a:cubicBezTo>
                    <a:pt x="25052" y="16279"/>
                    <a:pt x="25019" y="16312"/>
                    <a:pt x="24985" y="16379"/>
                  </a:cubicBezTo>
                  <a:cubicBezTo>
                    <a:pt x="24385" y="18481"/>
                    <a:pt x="22517" y="19915"/>
                    <a:pt x="20349" y="19948"/>
                  </a:cubicBezTo>
                  <a:cubicBezTo>
                    <a:pt x="18514" y="19915"/>
                    <a:pt x="16846" y="18848"/>
                    <a:pt x="16046" y="17180"/>
                  </a:cubicBezTo>
                  <a:cubicBezTo>
                    <a:pt x="16012" y="17113"/>
                    <a:pt x="15979" y="17080"/>
                    <a:pt x="15912" y="17080"/>
                  </a:cubicBezTo>
                  <a:lnTo>
                    <a:pt x="15846" y="17080"/>
                  </a:lnTo>
                  <a:cubicBezTo>
                    <a:pt x="15812" y="17080"/>
                    <a:pt x="15779" y="17113"/>
                    <a:pt x="15746" y="17146"/>
                  </a:cubicBezTo>
                  <a:cubicBezTo>
                    <a:pt x="14431" y="18099"/>
                    <a:pt x="12949" y="18537"/>
                    <a:pt x="11496" y="18537"/>
                  </a:cubicBezTo>
                  <a:cubicBezTo>
                    <a:pt x="8269" y="18537"/>
                    <a:pt x="5186" y="16373"/>
                    <a:pt x="4404" y="12877"/>
                  </a:cubicBezTo>
                  <a:cubicBezTo>
                    <a:pt x="4371" y="12777"/>
                    <a:pt x="4304" y="12710"/>
                    <a:pt x="4204" y="12710"/>
                  </a:cubicBezTo>
                  <a:cubicBezTo>
                    <a:pt x="2069" y="12543"/>
                    <a:pt x="435" y="11376"/>
                    <a:pt x="435" y="9941"/>
                  </a:cubicBezTo>
                  <a:cubicBezTo>
                    <a:pt x="435" y="8414"/>
                    <a:pt x="2343" y="7156"/>
                    <a:pt x="4689" y="7156"/>
                  </a:cubicBezTo>
                  <a:cubicBezTo>
                    <a:pt x="4956" y="7156"/>
                    <a:pt x="5229" y="7172"/>
                    <a:pt x="5505" y="7206"/>
                  </a:cubicBezTo>
                  <a:cubicBezTo>
                    <a:pt x="5572" y="7206"/>
                    <a:pt x="5638" y="7173"/>
                    <a:pt x="5672" y="7139"/>
                  </a:cubicBezTo>
                  <a:cubicBezTo>
                    <a:pt x="7039" y="5305"/>
                    <a:pt x="9208" y="4237"/>
                    <a:pt x="11476" y="4237"/>
                  </a:cubicBezTo>
                  <a:cubicBezTo>
                    <a:pt x="12810" y="4271"/>
                    <a:pt x="14144" y="4637"/>
                    <a:pt x="15312" y="5338"/>
                  </a:cubicBezTo>
                  <a:cubicBezTo>
                    <a:pt x="15329" y="5355"/>
                    <a:pt x="15354" y="5363"/>
                    <a:pt x="15383" y="5363"/>
                  </a:cubicBezTo>
                  <a:cubicBezTo>
                    <a:pt x="15412" y="5363"/>
                    <a:pt x="15445" y="5355"/>
                    <a:pt x="15479" y="5338"/>
                  </a:cubicBezTo>
                  <a:cubicBezTo>
                    <a:pt x="15545" y="5338"/>
                    <a:pt x="15579" y="5271"/>
                    <a:pt x="15612" y="5205"/>
                  </a:cubicBezTo>
                  <a:cubicBezTo>
                    <a:pt x="16579" y="2403"/>
                    <a:pt x="19682" y="434"/>
                    <a:pt x="23151" y="434"/>
                  </a:cubicBezTo>
                  <a:close/>
                  <a:moveTo>
                    <a:pt x="23184" y="1"/>
                  </a:moveTo>
                  <a:cubicBezTo>
                    <a:pt x="19582" y="1"/>
                    <a:pt x="16413" y="2002"/>
                    <a:pt x="15312" y="4838"/>
                  </a:cubicBezTo>
                  <a:cubicBezTo>
                    <a:pt x="14144" y="4170"/>
                    <a:pt x="12810" y="3804"/>
                    <a:pt x="11476" y="3804"/>
                  </a:cubicBezTo>
                  <a:cubicBezTo>
                    <a:pt x="9107" y="3804"/>
                    <a:pt x="6873" y="4904"/>
                    <a:pt x="5438" y="6772"/>
                  </a:cubicBezTo>
                  <a:cubicBezTo>
                    <a:pt x="5166" y="6741"/>
                    <a:pt x="4898" y="6727"/>
                    <a:pt x="4635" y="6727"/>
                  </a:cubicBezTo>
                  <a:cubicBezTo>
                    <a:pt x="2061" y="6727"/>
                    <a:pt x="1" y="8152"/>
                    <a:pt x="1" y="9908"/>
                  </a:cubicBezTo>
                  <a:cubicBezTo>
                    <a:pt x="1" y="11542"/>
                    <a:pt x="1736" y="12877"/>
                    <a:pt x="4004" y="13077"/>
                  </a:cubicBezTo>
                  <a:cubicBezTo>
                    <a:pt x="4909" y="16699"/>
                    <a:pt x="8110" y="18915"/>
                    <a:pt x="11468" y="18915"/>
                  </a:cubicBezTo>
                  <a:cubicBezTo>
                    <a:pt x="12934" y="18915"/>
                    <a:pt x="14430" y="18492"/>
                    <a:pt x="15779" y="17580"/>
                  </a:cubicBezTo>
                  <a:cubicBezTo>
                    <a:pt x="16680" y="19281"/>
                    <a:pt x="18414" y="20349"/>
                    <a:pt x="20349" y="20382"/>
                  </a:cubicBezTo>
                  <a:cubicBezTo>
                    <a:pt x="22584" y="20349"/>
                    <a:pt x="24585" y="18881"/>
                    <a:pt x="25286" y="16779"/>
                  </a:cubicBezTo>
                  <a:cubicBezTo>
                    <a:pt x="26653" y="17580"/>
                    <a:pt x="28188" y="18014"/>
                    <a:pt x="29789" y="18014"/>
                  </a:cubicBezTo>
                  <a:cubicBezTo>
                    <a:pt x="33225" y="18014"/>
                    <a:pt x="36260" y="16046"/>
                    <a:pt x="37261" y="13177"/>
                  </a:cubicBezTo>
                  <a:cubicBezTo>
                    <a:pt x="37761" y="13244"/>
                    <a:pt x="38228" y="13310"/>
                    <a:pt x="38762" y="13310"/>
                  </a:cubicBezTo>
                  <a:cubicBezTo>
                    <a:pt x="41797" y="13310"/>
                    <a:pt x="44299" y="11743"/>
                    <a:pt x="44299" y="9841"/>
                  </a:cubicBezTo>
                  <a:cubicBezTo>
                    <a:pt x="44299" y="7906"/>
                    <a:pt x="41797" y="6372"/>
                    <a:pt x="38762" y="6372"/>
                  </a:cubicBezTo>
                  <a:cubicBezTo>
                    <a:pt x="38689" y="6370"/>
                    <a:pt x="38617" y="6368"/>
                    <a:pt x="38544" y="6368"/>
                  </a:cubicBezTo>
                  <a:cubicBezTo>
                    <a:pt x="37616" y="6368"/>
                    <a:pt x="36693" y="6563"/>
                    <a:pt x="35827" y="6872"/>
                  </a:cubicBezTo>
                  <a:cubicBezTo>
                    <a:pt x="34492" y="5505"/>
                    <a:pt x="32758" y="4637"/>
                    <a:pt x="30856" y="4437"/>
                  </a:cubicBezTo>
                  <a:cubicBezTo>
                    <a:pt x="29622" y="1769"/>
                    <a:pt x="26520" y="1"/>
                    <a:pt x="23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5"/>
            <p:cNvSpPr/>
            <p:nvPr/>
          </p:nvSpPr>
          <p:spPr>
            <a:xfrm>
              <a:off x="6027575" y="821675"/>
              <a:ext cx="2549350" cy="1705775"/>
            </a:xfrm>
            <a:custGeom>
              <a:avLst/>
              <a:gdLst/>
              <a:ahLst/>
              <a:cxnLst/>
              <a:rect l="l" t="t" r="r" b="b"/>
              <a:pathLst>
                <a:path w="101974" h="68231" extrusionOk="0">
                  <a:moveTo>
                    <a:pt x="54223" y="434"/>
                  </a:moveTo>
                  <a:cubicBezTo>
                    <a:pt x="57831" y="434"/>
                    <a:pt x="61300" y="2117"/>
                    <a:pt x="63546" y="5085"/>
                  </a:cubicBezTo>
                  <a:lnTo>
                    <a:pt x="63680" y="5252"/>
                  </a:lnTo>
                  <a:lnTo>
                    <a:pt x="63846" y="5085"/>
                  </a:lnTo>
                  <a:cubicBezTo>
                    <a:pt x="65781" y="3217"/>
                    <a:pt x="68216" y="1916"/>
                    <a:pt x="70885" y="1349"/>
                  </a:cubicBezTo>
                  <a:cubicBezTo>
                    <a:pt x="71977" y="1107"/>
                    <a:pt x="73063" y="991"/>
                    <a:pt x="74123" y="991"/>
                  </a:cubicBezTo>
                  <a:cubicBezTo>
                    <a:pt x="79765" y="991"/>
                    <a:pt x="84662" y="4274"/>
                    <a:pt x="85729" y="9188"/>
                  </a:cubicBezTo>
                  <a:cubicBezTo>
                    <a:pt x="86162" y="11090"/>
                    <a:pt x="85962" y="13124"/>
                    <a:pt x="85195" y="14926"/>
                  </a:cubicBezTo>
                  <a:lnTo>
                    <a:pt x="85062" y="15226"/>
                  </a:lnTo>
                  <a:lnTo>
                    <a:pt x="85495" y="15226"/>
                  </a:lnTo>
                  <a:cubicBezTo>
                    <a:pt x="93001" y="15226"/>
                    <a:pt x="99205" y="19529"/>
                    <a:pt x="100539" y="25733"/>
                  </a:cubicBezTo>
                  <a:cubicBezTo>
                    <a:pt x="101540" y="30170"/>
                    <a:pt x="99839" y="34940"/>
                    <a:pt x="95969" y="38476"/>
                  </a:cubicBezTo>
                  <a:lnTo>
                    <a:pt x="95836" y="38609"/>
                  </a:lnTo>
                  <a:lnTo>
                    <a:pt x="95936" y="38743"/>
                  </a:lnTo>
                  <a:cubicBezTo>
                    <a:pt x="96536" y="39643"/>
                    <a:pt x="96937" y="40611"/>
                    <a:pt x="97170" y="41678"/>
                  </a:cubicBezTo>
                  <a:cubicBezTo>
                    <a:pt x="98271" y="46615"/>
                    <a:pt x="94768" y="51585"/>
                    <a:pt x="89365" y="52786"/>
                  </a:cubicBezTo>
                  <a:cubicBezTo>
                    <a:pt x="88601" y="52958"/>
                    <a:pt x="87822" y="53042"/>
                    <a:pt x="87042" y="53042"/>
                  </a:cubicBezTo>
                  <a:cubicBezTo>
                    <a:pt x="86154" y="53042"/>
                    <a:pt x="85265" y="52933"/>
                    <a:pt x="84394" y="52719"/>
                  </a:cubicBezTo>
                  <a:lnTo>
                    <a:pt x="84161" y="52653"/>
                  </a:lnTo>
                  <a:lnTo>
                    <a:pt x="84161" y="52919"/>
                  </a:lnTo>
                  <a:cubicBezTo>
                    <a:pt x="84128" y="58824"/>
                    <a:pt x="79591" y="64128"/>
                    <a:pt x="73353" y="65495"/>
                  </a:cubicBezTo>
                  <a:cubicBezTo>
                    <a:pt x="72331" y="65725"/>
                    <a:pt x="71298" y="65838"/>
                    <a:pt x="70272" y="65838"/>
                  </a:cubicBezTo>
                  <a:cubicBezTo>
                    <a:pt x="66977" y="65838"/>
                    <a:pt x="63755" y="64672"/>
                    <a:pt x="61211" y="62460"/>
                  </a:cubicBezTo>
                  <a:lnTo>
                    <a:pt x="61011" y="62293"/>
                  </a:lnTo>
                  <a:lnTo>
                    <a:pt x="60878" y="62526"/>
                  </a:lnTo>
                  <a:cubicBezTo>
                    <a:pt x="59310" y="65128"/>
                    <a:pt x="56708" y="66930"/>
                    <a:pt x="53739" y="67530"/>
                  </a:cubicBezTo>
                  <a:cubicBezTo>
                    <a:pt x="52890" y="67713"/>
                    <a:pt x="52039" y="67801"/>
                    <a:pt x="51205" y="67801"/>
                  </a:cubicBezTo>
                  <a:cubicBezTo>
                    <a:pt x="47487" y="67801"/>
                    <a:pt x="44096" y="66048"/>
                    <a:pt x="42598" y="63160"/>
                  </a:cubicBezTo>
                  <a:lnTo>
                    <a:pt x="42531" y="62993"/>
                  </a:lnTo>
                  <a:lnTo>
                    <a:pt x="42364" y="63060"/>
                  </a:lnTo>
                  <a:cubicBezTo>
                    <a:pt x="41931" y="63194"/>
                    <a:pt x="41464" y="63327"/>
                    <a:pt x="40997" y="63427"/>
                  </a:cubicBezTo>
                  <a:cubicBezTo>
                    <a:pt x="40027" y="63640"/>
                    <a:pt x="39063" y="63742"/>
                    <a:pt x="38127" y="63742"/>
                  </a:cubicBezTo>
                  <a:cubicBezTo>
                    <a:pt x="33945" y="63742"/>
                    <a:pt x="30330" y="61707"/>
                    <a:pt x="29322" y="58490"/>
                  </a:cubicBezTo>
                  <a:lnTo>
                    <a:pt x="29222" y="58190"/>
                  </a:lnTo>
                  <a:lnTo>
                    <a:pt x="28988" y="58390"/>
                  </a:lnTo>
                  <a:cubicBezTo>
                    <a:pt x="27420" y="59658"/>
                    <a:pt x="25552" y="60525"/>
                    <a:pt x="23584" y="60959"/>
                  </a:cubicBezTo>
                  <a:cubicBezTo>
                    <a:pt x="22620" y="61171"/>
                    <a:pt x="21658" y="61273"/>
                    <a:pt x="20711" y="61273"/>
                  </a:cubicBezTo>
                  <a:cubicBezTo>
                    <a:pt x="14815" y="61273"/>
                    <a:pt x="9533" y="57320"/>
                    <a:pt x="8240" y="51485"/>
                  </a:cubicBezTo>
                  <a:cubicBezTo>
                    <a:pt x="7806" y="49484"/>
                    <a:pt x="7873" y="47416"/>
                    <a:pt x="8440" y="45447"/>
                  </a:cubicBezTo>
                  <a:lnTo>
                    <a:pt x="8507" y="45281"/>
                  </a:lnTo>
                  <a:lnTo>
                    <a:pt x="8307" y="45214"/>
                  </a:lnTo>
                  <a:cubicBezTo>
                    <a:pt x="4571" y="43813"/>
                    <a:pt x="1869" y="40811"/>
                    <a:pt x="1068" y="37175"/>
                  </a:cubicBezTo>
                  <a:cubicBezTo>
                    <a:pt x="434" y="34106"/>
                    <a:pt x="1102" y="30937"/>
                    <a:pt x="2936" y="28402"/>
                  </a:cubicBezTo>
                  <a:cubicBezTo>
                    <a:pt x="5205" y="25366"/>
                    <a:pt x="8607" y="23365"/>
                    <a:pt x="12376" y="22931"/>
                  </a:cubicBezTo>
                  <a:lnTo>
                    <a:pt x="12610" y="22931"/>
                  </a:lnTo>
                  <a:lnTo>
                    <a:pt x="12576" y="22698"/>
                  </a:lnTo>
                  <a:cubicBezTo>
                    <a:pt x="11656" y="16088"/>
                    <a:pt x="16916" y="10667"/>
                    <a:pt x="23032" y="10667"/>
                  </a:cubicBezTo>
                  <a:cubicBezTo>
                    <a:pt x="24231" y="10667"/>
                    <a:pt x="25462" y="10875"/>
                    <a:pt x="26687" y="11323"/>
                  </a:cubicBezTo>
                  <a:lnTo>
                    <a:pt x="26887" y="11390"/>
                  </a:lnTo>
                  <a:lnTo>
                    <a:pt x="26953" y="11223"/>
                  </a:lnTo>
                  <a:cubicBezTo>
                    <a:pt x="28853" y="7092"/>
                    <a:pt x="32903" y="4732"/>
                    <a:pt x="37079" y="4732"/>
                  </a:cubicBezTo>
                  <a:cubicBezTo>
                    <a:pt x="39209" y="4732"/>
                    <a:pt x="41372" y="5346"/>
                    <a:pt x="43298" y="6653"/>
                  </a:cubicBezTo>
                  <a:lnTo>
                    <a:pt x="43499" y="6753"/>
                  </a:lnTo>
                  <a:lnTo>
                    <a:pt x="43599" y="6586"/>
                  </a:lnTo>
                  <a:cubicBezTo>
                    <a:pt x="45266" y="3584"/>
                    <a:pt x="48169" y="1449"/>
                    <a:pt x="51538" y="749"/>
                  </a:cubicBezTo>
                  <a:cubicBezTo>
                    <a:pt x="52430" y="537"/>
                    <a:pt x="53331" y="434"/>
                    <a:pt x="54223" y="434"/>
                  </a:cubicBezTo>
                  <a:close/>
                  <a:moveTo>
                    <a:pt x="54179" y="1"/>
                  </a:moveTo>
                  <a:cubicBezTo>
                    <a:pt x="53269" y="1"/>
                    <a:pt x="52350" y="104"/>
                    <a:pt x="51438" y="315"/>
                  </a:cubicBezTo>
                  <a:cubicBezTo>
                    <a:pt x="48035" y="1049"/>
                    <a:pt x="45100" y="3151"/>
                    <a:pt x="43365" y="6153"/>
                  </a:cubicBezTo>
                  <a:cubicBezTo>
                    <a:pt x="41408" y="4896"/>
                    <a:pt x="39236" y="4303"/>
                    <a:pt x="37099" y="4303"/>
                  </a:cubicBezTo>
                  <a:cubicBezTo>
                    <a:pt x="32824" y="4303"/>
                    <a:pt x="28688" y="6675"/>
                    <a:pt x="26687" y="10856"/>
                  </a:cubicBezTo>
                  <a:cubicBezTo>
                    <a:pt x="25464" y="10431"/>
                    <a:pt x="24236" y="10232"/>
                    <a:pt x="23041" y="10232"/>
                  </a:cubicBezTo>
                  <a:cubicBezTo>
                    <a:pt x="16739" y="10232"/>
                    <a:pt x="11330" y="15745"/>
                    <a:pt x="12143" y="22531"/>
                  </a:cubicBezTo>
                  <a:cubicBezTo>
                    <a:pt x="11743" y="22564"/>
                    <a:pt x="11309" y="22664"/>
                    <a:pt x="10909" y="22731"/>
                  </a:cubicBezTo>
                  <a:cubicBezTo>
                    <a:pt x="7573" y="23432"/>
                    <a:pt x="4604" y="25366"/>
                    <a:pt x="2636" y="28168"/>
                  </a:cubicBezTo>
                  <a:cubicBezTo>
                    <a:pt x="701" y="30770"/>
                    <a:pt x="1" y="34073"/>
                    <a:pt x="701" y="37242"/>
                  </a:cubicBezTo>
                  <a:cubicBezTo>
                    <a:pt x="1502" y="40978"/>
                    <a:pt x="4271" y="44046"/>
                    <a:pt x="8007" y="45514"/>
                  </a:cubicBezTo>
                  <a:cubicBezTo>
                    <a:pt x="7473" y="47482"/>
                    <a:pt x="7406" y="49584"/>
                    <a:pt x="7840" y="51552"/>
                  </a:cubicBezTo>
                  <a:cubicBezTo>
                    <a:pt x="9164" y="57595"/>
                    <a:pt x="14634" y="61677"/>
                    <a:pt x="20737" y="61677"/>
                  </a:cubicBezTo>
                  <a:cubicBezTo>
                    <a:pt x="21708" y="61677"/>
                    <a:pt x="22695" y="61574"/>
                    <a:pt x="23684" y="61359"/>
                  </a:cubicBezTo>
                  <a:cubicBezTo>
                    <a:pt x="25619" y="60925"/>
                    <a:pt x="27454" y="60091"/>
                    <a:pt x="29022" y="58890"/>
                  </a:cubicBezTo>
                  <a:cubicBezTo>
                    <a:pt x="30221" y="62135"/>
                    <a:pt x="33916" y="64176"/>
                    <a:pt x="38159" y="64176"/>
                  </a:cubicBezTo>
                  <a:cubicBezTo>
                    <a:pt x="39107" y="64176"/>
                    <a:pt x="40082" y="64074"/>
                    <a:pt x="41063" y="63861"/>
                  </a:cubicBezTo>
                  <a:cubicBezTo>
                    <a:pt x="41497" y="63761"/>
                    <a:pt x="41897" y="63627"/>
                    <a:pt x="42331" y="63494"/>
                  </a:cubicBezTo>
                  <a:cubicBezTo>
                    <a:pt x="43932" y="66429"/>
                    <a:pt x="47401" y="68230"/>
                    <a:pt x="51171" y="68230"/>
                  </a:cubicBezTo>
                  <a:cubicBezTo>
                    <a:pt x="52071" y="68230"/>
                    <a:pt x="52972" y="68130"/>
                    <a:pt x="53839" y="67964"/>
                  </a:cubicBezTo>
                  <a:cubicBezTo>
                    <a:pt x="56841" y="67363"/>
                    <a:pt x="59477" y="65562"/>
                    <a:pt x="61144" y="62993"/>
                  </a:cubicBezTo>
                  <a:cubicBezTo>
                    <a:pt x="63727" y="65171"/>
                    <a:pt x="66982" y="66310"/>
                    <a:pt x="70296" y="66310"/>
                  </a:cubicBezTo>
                  <a:cubicBezTo>
                    <a:pt x="71349" y="66310"/>
                    <a:pt x="72408" y="66195"/>
                    <a:pt x="73453" y="65962"/>
                  </a:cubicBezTo>
                  <a:cubicBezTo>
                    <a:pt x="79791" y="64561"/>
                    <a:pt x="84428" y="59224"/>
                    <a:pt x="84595" y="53253"/>
                  </a:cubicBezTo>
                  <a:cubicBezTo>
                    <a:pt x="85395" y="53420"/>
                    <a:pt x="86212" y="53503"/>
                    <a:pt x="87030" y="53503"/>
                  </a:cubicBezTo>
                  <a:cubicBezTo>
                    <a:pt x="87847" y="53503"/>
                    <a:pt x="88664" y="53420"/>
                    <a:pt x="89465" y="53253"/>
                  </a:cubicBezTo>
                  <a:cubicBezTo>
                    <a:pt x="95102" y="52019"/>
                    <a:pt x="98738" y="46782"/>
                    <a:pt x="97604" y="41611"/>
                  </a:cubicBezTo>
                  <a:cubicBezTo>
                    <a:pt x="97370" y="40577"/>
                    <a:pt x="96970" y="39610"/>
                    <a:pt x="96403" y="38709"/>
                  </a:cubicBezTo>
                  <a:cubicBezTo>
                    <a:pt x="100272" y="35107"/>
                    <a:pt x="101974" y="30237"/>
                    <a:pt x="100973" y="25667"/>
                  </a:cubicBezTo>
                  <a:cubicBezTo>
                    <a:pt x="99572" y="19329"/>
                    <a:pt x="93334" y="14892"/>
                    <a:pt x="85695" y="14826"/>
                  </a:cubicBezTo>
                  <a:cubicBezTo>
                    <a:pt x="86396" y="13024"/>
                    <a:pt x="86563" y="11023"/>
                    <a:pt x="86162" y="9121"/>
                  </a:cubicBezTo>
                  <a:cubicBezTo>
                    <a:pt x="85038" y="3976"/>
                    <a:pt x="79956" y="585"/>
                    <a:pt x="74112" y="585"/>
                  </a:cubicBezTo>
                  <a:cubicBezTo>
                    <a:pt x="73022" y="585"/>
                    <a:pt x="71906" y="703"/>
                    <a:pt x="70785" y="949"/>
                  </a:cubicBezTo>
                  <a:cubicBezTo>
                    <a:pt x="68149" y="1516"/>
                    <a:pt x="65714" y="2784"/>
                    <a:pt x="63746" y="4652"/>
                  </a:cubicBezTo>
                  <a:cubicBezTo>
                    <a:pt x="61393" y="1683"/>
                    <a:pt x="57860" y="1"/>
                    <a:pt x="54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5"/>
            <p:cNvSpPr/>
            <p:nvPr/>
          </p:nvSpPr>
          <p:spPr>
            <a:xfrm>
              <a:off x="7148375" y="2603300"/>
              <a:ext cx="284400" cy="178500"/>
            </a:xfrm>
            <a:custGeom>
              <a:avLst/>
              <a:gdLst/>
              <a:ahLst/>
              <a:cxnLst/>
              <a:rect l="l" t="t" r="r" b="b"/>
              <a:pathLst>
                <a:path w="11376" h="7140" extrusionOk="0">
                  <a:moveTo>
                    <a:pt x="5705" y="401"/>
                  </a:moveTo>
                  <a:cubicBezTo>
                    <a:pt x="8607" y="401"/>
                    <a:pt x="10942" y="1802"/>
                    <a:pt x="10942" y="3570"/>
                  </a:cubicBezTo>
                  <a:cubicBezTo>
                    <a:pt x="10942" y="5305"/>
                    <a:pt x="8574" y="6706"/>
                    <a:pt x="5705" y="6706"/>
                  </a:cubicBezTo>
                  <a:cubicBezTo>
                    <a:pt x="2803" y="6706"/>
                    <a:pt x="434" y="5305"/>
                    <a:pt x="434" y="3570"/>
                  </a:cubicBezTo>
                  <a:cubicBezTo>
                    <a:pt x="434" y="1836"/>
                    <a:pt x="2803" y="401"/>
                    <a:pt x="5705" y="401"/>
                  </a:cubicBezTo>
                  <a:close/>
                  <a:moveTo>
                    <a:pt x="5705" y="1"/>
                  </a:moveTo>
                  <a:cubicBezTo>
                    <a:pt x="2569" y="1"/>
                    <a:pt x="1" y="1602"/>
                    <a:pt x="1" y="3570"/>
                  </a:cubicBezTo>
                  <a:cubicBezTo>
                    <a:pt x="1" y="5538"/>
                    <a:pt x="2569" y="7139"/>
                    <a:pt x="5705" y="7139"/>
                  </a:cubicBezTo>
                  <a:cubicBezTo>
                    <a:pt x="8807" y="7139"/>
                    <a:pt x="11376" y="5538"/>
                    <a:pt x="11376" y="3570"/>
                  </a:cubicBezTo>
                  <a:cubicBezTo>
                    <a:pt x="11376" y="1602"/>
                    <a:pt x="8807" y="1"/>
                    <a:pt x="5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5"/>
            <p:cNvSpPr/>
            <p:nvPr/>
          </p:nvSpPr>
          <p:spPr>
            <a:xfrm>
              <a:off x="7106675" y="2840975"/>
              <a:ext cx="178500" cy="108450"/>
            </a:xfrm>
            <a:custGeom>
              <a:avLst/>
              <a:gdLst/>
              <a:ahLst/>
              <a:cxnLst/>
              <a:rect l="l" t="t" r="r" b="b"/>
              <a:pathLst>
                <a:path w="7140" h="4338" extrusionOk="0">
                  <a:moveTo>
                    <a:pt x="3570" y="434"/>
                  </a:moveTo>
                  <a:cubicBezTo>
                    <a:pt x="5271" y="434"/>
                    <a:pt x="6739" y="1235"/>
                    <a:pt x="6739" y="2169"/>
                  </a:cubicBezTo>
                  <a:cubicBezTo>
                    <a:pt x="6739" y="3136"/>
                    <a:pt x="5271" y="3937"/>
                    <a:pt x="3570" y="3937"/>
                  </a:cubicBezTo>
                  <a:cubicBezTo>
                    <a:pt x="1869" y="3937"/>
                    <a:pt x="435" y="3136"/>
                    <a:pt x="435" y="2169"/>
                  </a:cubicBezTo>
                  <a:cubicBezTo>
                    <a:pt x="435" y="1235"/>
                    <a:pt x="1869" y="434"/>
                    <a:pt x="3570" y="434"/>
                  </a:cubicBezTo>
                  <a:close/>
                  <a:moveTo>
                    <a:pt x="3570" y="1"/>
                  </a:moveTo>
                  <a:cubicBezTo>
                    <a:pt x="1569" y="1"/>
                    <a:pt x="1" y="968"/>
                    <a:pt x="1" y="2169"/>
                  </a:cubicBezTo>
                  <a:cubicBezTo>
                    <a:pt x="1" y="3403"/>
                    <a:pt x="1569" y="4337"/>
                    <a:pt x="3570" y="4337"/>
                  </a:cubicBezTo>
                  <a:cubicBezTo>
                    <a:pt x="5572" y="4337"/>
                    <a:pt x="7139" y="3403"/>
                    <a:pt x="7139" y="2169"/>
                  </a:cubicBezTo>
                  <a:cubicBezTo>
                    <a:pt x="7139" y="968"/>
                    <a:pt x="5572" y="1"/>
                    <a:pt x="3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Introduction</a:t>
            </a:r>
            <a:endParaRPr/>
          </a:p>
        </p:txBody>
      </p:sp>
      <p:sp>
        <p:nvSpPr>
          <p:cNvPr id="572" name="Google Shape;572;p36"/>
          <p:cNvSpPr txBox="1">
            <a:spLocks noGrp="1"/>
          </p:cNvSpPr>
          <p:nvPr>
            <p:ph type="subTitle" idx="1"/>
          </p:nvPr>
        </p:nvSpPr>
        <p:spPr>
          <a:xfrm>
            <a:off x="713225" y="2825075"/>
            <a:ext cx="4539600" cy="1399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Mercury takes a little more than 58 days to complete its rotation, so try to imagine how long days must be there! Since the temperatures are so extreme, albeit not as extreme as in Venus, Mercury has been deemed to be non-habitable for humans</a:t>
            </a:r>
            <a:endParaRPr/>
          </a:p>
        </p:txBody>
      </p:sp>
      <p:sp>
        <p:nvSpPr>
          <p:cNvPr id="573" name="Google Shape;573;p36"/>
          <p:cNvSpPr txBox="1">
            <a:spLocks noGrp="1"/>
          </p:cNvSpPr>
          <p:nvPr>
            <p:ph type="subTitle" idx="2"/>
          </p:nvPr>
        </p:nvSpPr>
        <p:spPr>
          <a:xfrm>
            <a:off x="713225" y="1222525"/>
            <a:ext cx="4539600" cy="1399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Mercury’s surface is filled with craters</a:t>
            </a:r>
            <a:endParaRPr/>
          </a:p>
        </p:txBody>
      </p:sp>
      <p:grpSp>
        <p:nvGrpSpPr>
          <p:cNvPr id="574" name="Google Shape;574;p36"/>
          <p:cNvGrpSpPr/>
          <p:nvPr/>
        </p:nvGrpSpPr>
        <p:grpSpPr>
          <a:xfrm>
            <a:off x="6306378" y="946988"/>
            <a:ext cx="1813785" cy="4522995"/>
            <a:chOff x="4199825" y="2234775"/>
            <a:chExt cx="1168375" cy="2913550"/>
          </a:xfrm>
        </p:grpSpPr>
        <p:sp>
          <p:nvSpPr>
            <p:cNvPr id="575" name="Google Shape;575;p36"/>
            <p:cNvSpPr/>
            <p:nvPr/>
          </p:nvSpPr>
          <p:spPr>
            <a:xfrm>
              <a:off x="4231525" y="2791500"/>
              <a:ext cx="979900" cy="2351825"/>
            </a:xfrm>
            <a:custGeom>
              <a:avLst/>
              <a:gdLst/>
              <a:ahLst/>
              <a:cxnLst/>
              <a:rect l="l" t="t" r="r" b="b"/>
              <a:pathLst>
                <a:path w="39196" h="94073" extrusionOk="0">
                  <a:moveTo>
                    <a:pt x="20422" y="0"/>
                  </a:moveTo>
                  <a:cubicBezTo>
                    <a:pt x="18707" y="0"/>
                    <a:pt x="17369" y="708"/>
                    <a:pt x="18013" y="3140"/>
                  </a:cubicBezTo>
                  <a:cubicBezTo>
                    <a:pt x="18747" y="5909"/>
                    <a:pt x="21816" y="8411"/>
                    <a:pt x="21816" y="8411"/>
                  </a:cubicBezTo>
                  <a:cubicBezTo>
                    <a:pt x="21816" y="8411"/>
                    <a:pt x="23851" y="12214"/>
                    <a:pt x="24685" y="13581"/>
                  </a:cubicBezTo>
                  <a:cubicBezTo>
                    <a:pt x="25252" y="14549"/>
                    <a:pt x="25752" y="15583"/>
                    <a:pt x="26219" y="16617"/>
                  </a:cubicBezTo>
                  <a:lnTo>
                    <a:pt x="26386" y="20820"/>
                  </a:lnTo>
                  <a:lnTo>
                    <a:pt x="25085" y="23388"/>
                  </a:lnTo>
                  <a:cubicBezTo>
                    <a:pt x="23884" y="22154"/>
                    <a:pt x="22950" y="20720"/>
                    <a:pt x="22283" y="19152"/>
                  </a:cubicBezTo>
                  <a:cubicBezTo>
                    <a:pt x="22018" y="18474"/>
                    <a:pt x="21542" y="18170"/>
                    <a:pt x="20975" y="18170"/>
                  </a:cubicBezTo>
                  <a:cubicBezTo>
                    <a:pt x="19616" y="18170"/>
                    <a:pt x="17733" y="19922"/>
                    <a:pt x="16979" y="22488"/>
                  </a:cubicBezTo>
                  <a:cubicBezTo>
                    <a:pt x="15879" y="26090"/>
                    <a:pt x="1" y="36865"/>
                    <a:pt x="701" y="42302"/>
                  </a:cubicBezTo>
                  <a:cubicBezTo>
                    <a:pt x="1402" y="47706"/>
                    <a:pt x="1802" y="60882"/>
                    <a:pt x="4404" y="66986"/>
                  </a:cubicBezTo>
                  <a:cubicBezTo>
                    <a:pt x="6972" y="73124"/>
                    <a:pt x="7639" y="74158"/>
                    <a:pt x="7639" y="74158"/>
                  </a:cubicBezTo>
                  <a:lnTo>
                    <a:pt x="7239" y="94072"/>
                  </a:lnTo>
                  <a:lnTo>
                    <a:pt x="33725" y="91704"/>
                  </a:lnTo>
                  <a:cubicBezTo>
                    <a:pt x="33725" y="91704"/>
                    <a:pt x="31290" y="70655"/>
                    <a:pt x="31523" y="68954"/>
                  </a:cubicBezTo>
                  <a:cubicBezTo>
                    <a:pt x="31757" y="67220"/>
                    <a:pt x="34125" y="57179"/>
                    <a:pt x="35126" y="54944"/>
                  </a:cubicBezTo>
                  <a:cubicBezTo>
                    <a:pt x="36627" y="51408"/>
                    <a:pt x="37727" y="47739"/>
                    <a:pt x="38395" y="43936"/>
                  </a:cubicBezTo>
                  <a:cubicBezTo>
                    <a:pt x="38995" y="40033"/>
                    <a:pt x="38795" y="38933"/>
                    <a:pt x="38928" y="38466"/>
                  </a:cubicBezTo>
                  <a:cubicBezTo>
                    <a:pt x="39062" y="37999"/>
                    <a:pt x="39195" y="29926"/>
                    <a:pt x="38628" y="27458"/>
                  </a:cubicBezTo>
                  <a:cubicBezTo>
                    <a:pt x="38061" y="24989"/>
                    <a:pt x="36627" y="20553"/>
                    <a:pt x="36627" y="20553"/>
                  </a:cubicBezTo>
                  <a:cubicBezTo>
                    <a:pt x="36627" y="20553"/>
                    <a:pt x="36460" y="16183"/>
                    <a:pt x="32924" y="10279"/>
                  </a:cubicBezTo>
                  <a:cubicBezTo>
                    <a:pt x="29422" y="4375"/>
                    <a:pt x="29422" y="4208"/>
                    <a:pt x="27320" y="2740"/>
                  </a:cubicBezTo>
                  <a:cubicBezTo>
                    <a:pt x="25252" y="1272"/>
                    <a:pt x="23184" y="272"/>
                    <a:pt x="21149" y="38"/>
                  </a:cubicBezTo>
                  <a:cubicBezTo>
                    <a:pt x="20902" y="14"/>
                    <a:pt x="20658" y="0"/>
                    <a:pt x="20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6"/>
            <p:cNvSpPr/>
            <p:nvPr/>
          </p:nvSpPr>
          <p:spPr>
            <a:xfrm>
              <a:off x="4234025" y="2786225"/>
              <a:ext cx="982400" cy="2362100"/>
            </a:xfrm>
            <a:custGeom>
              <a:avLst/>
              <a:gdLst/>
              <a:ahLst/>
              <a:cxnLst/>
              <a:rect l="l" t="t" r="r" b="b"/>
              <a:pathLst>
                <a:path w="39296" h="94484" extrusionOk="0">
                  <a:moveTo>
                    <a:pt x="20285" y="0"/>
                  </a:moveTo>
                  <a:cubicBezTo>
                    <a:pt x="19250" y="0"/>
                    <a:pt x="18470" y="273"/>
                    <a:pt x="18013" y="783"/>
                  </a:cubicBezTo>
                  <a:cubicBezTo>
                    <a:pt x="17513" y="1383"/>
                    <a:pt x="17413" y="2251"/>
                    <a:pt x="17713" y="3385"/>
                  </a:cubicBezTo>
                  <a:cubicBezTo>
                    <a:pt x="18447" y="6053"/>
                    <a:pt x="21216" y="8455"/>
                    <a:pt x="21549" y="8755"/>
                  </a:cubicBezTo>
                  <a:cubicBezTo>
                    <a:pt x="21749" y="9156"/>
                    <a:pt x="23617" y="12625"/>
                    <a:pt x="24418" y="13892"/>
                  </a:cubicBezTo>
                  <a:cubicBezTo>
                    <a:pt x="24952" y="14860"/>
                    <a:pt x="25452" y="15827"/>
                    <a:pt x="25886" y="16861"/>
                  </a:cubicBezTo>
                  <a:lnTo>
                    <a:pt x="26086" y="20964"/>
                  </a:lnTo>
                  <a:lnTo>
                    <a:pt x="24952" y="23199"/>
                  </a:lnTo>
                  <a:cubicBezTo>
                    <a:pt x="23851" y="22031"/>
                    <a:pt x="22984" y="20697"/>
                    <a:pt x="22383" y="19263"/>
                  </a:cubicBezTo>
                  <a:cubicBezTo>
                    <a:pt x="22150" y="18562"/>
                    <a:pt x="21516" y="18129"/>
                    <a:pt x="20815" y="18129"/>
                  </a:cubicBezTo>
                  <a:cubicBezTo>
                    <a:pt x="19448" y="18195"/>
                    <a:pt x="17480" y="19897"/>
                    <a:pt x="16679" y="22598"/>
                  </a:cubicBezTo>
                  <a:cubicBezTo>
                    <a:pt x="16246" y="23966"/>
                    <a:pt x="13410" y="26601"/>
                    <a:pt x="10408" y="29403"/>
                  </a:cubicBezTo>
                  <a:cubicBezTo>
                    <a:pt x="5538" y="33940"/>
                    <a:pt x="1" y="39110"/>
                    <a:pt x="401" y="42479"/>
                  </a:cubicBezTo>
                  <a:cubicBezTo>
                    <a:pt x="601" y="43847"/>
                    <a:pt x="734" y="45715"/>
                    <a:pt x="935" y="47850"/>
                  </a:cubicBezTo>
                  <a:cubicBezTo>
                    <a:pt x="1435" y="54121"/>
                    <a:pt x="2169" y="62660"/>
                    <a:pt x="4104" y="67264"/>
                  </a:cubicBezTo>
                  <a:cubicBezTo>
                    <a:pt x="6405" y="72668"/>
                    <a:pt x="7206" y="74135"/>
                    <a:pt x="7339" y="74402"/>
                  </a:cubicBezTo>
                  <a:lnTo>
                    <a:pt x="6939" y="94250"/>
                  </a:lnTo>
                  <a:cubicBezTo>
                    <a:pt x="6939" y="94383"/>
                    <a:pt x="7039" y="94450"/>
                    <a:pt x="7139" y="94483"/>
                  </a:cubicBezTo>
                  <a:cubicBezTo>
                    <a:pt x="7239" y="94483"/>
                    <a:pt x="7339" y="94383"/>
                    <a:pt x="7339" y="94283"/>
                  </a:cubicBezTo>
                  <a:lnTo>
                    <a:pt x="7773" y="74369"/>
                  </a:lnTo>
                  <a:cubicBezTo>
                    <a:pt x="7773" y="74336"/>
                    <a:pt x="7739" y="74302"/>
                    <a:pt x="7739" y="74269"/>
                  </a:cubicBezTo>
                  <a:cubicBezTo>
                    <a:pt x="7739" y="74269"/>
                    <a:pt x="7039" y="73101"/>
                    <a:pt x="4504" y="67130"/>
                  </a:cubicBezTo>
                  <a:cubicBezTo>
                    <a:pt x="2602" y="62594"/>
                    <a:pt x="1869" y="54088"/>
                    <a:pt x="1335" y="47850"/>
                  </a:cubicBezTo>
                  <a:cubicBezTo>
                    <a:pt x="1168" y="45715"/>
                    <a:pt x="1001" y="43847"/>
                    <a:pt x="835" y="42479"/>
                  </a:cubicBezTo>
                  <a:cubicBezTo>
                    <a:pt x="401" y="39310"/>
                    <a:pt x="6138" y="34007"/>
                    <a:pt x="10708" y="29737"/>
                  </a:cubicBezTo>
                  <a:cubicBezTo>
                    <a:pt x="13877" y="26801"/>
                    <a:pt x="16612" y="24233"/>
                    <a:pt x="17079" y="22765"/>
                  </a:cubicBezTo>
                  <a:cubicBezTo>
                    <a:pt x="17813" y="20230"/>
                    <a:pt x="19615" y="18629"/>
                    <a:pt x="20815" y="18596"/>
                  </a:cubicBezTo>
                  <a:cubicBezTo>
                    <a:pt x="20840" y="18594"/>
                    <a:pt x="20864" y="18593"/>
                    <a:pt x="20889" y="18593"/>
                  </a:cubicBezTo>
                  <a:cubicBezTo>
                    <a:pt x="21394" y="18593"/>
                    <a:pt x="21856" y="18920"/>
                    <a:pt x="21983" y="19430"/>
                  </a:cubicBezTo>
                  <a:cubicBezTo>
                    <a:pt x="22650" y="20997"/>
                    <a:pt x="23651" y="22465"/>
                    <a:pt x="24852" y="23699"/>
                  </a:cubicBezTo>
                  <a:cubicBezTo>
                    <a:pt x="24918" y="23766"/>
                    <a:pt x="24985" y="23766"/>
                    <a:pt x="25052" y="23766"/>
                  </a:cubicBezTo>
                  <a:cubicBezTo>
                    <a:pt x="25119" y="23766"/>
                    <a:pt x="25152" y="23699"/>
                    <a:pt x="25185" y="23666"/>
                  </a:cubicBezTo>
                  <a:lnTo>
                    <a:pt x="26486" y="21131"/>
                  </a:lnTo>
                  <a:cubicBezTo>
                    <a:pt x="26486" y="21097"/>
                    <a:pt x="26486" y="21064"/>
                    <a:pt x="26486" y="21031"/>
                  </a:cubicBezTo>
                  <a:lnTo>
                    <a:pt x="26319" y="16828"/>
                  </a:lnTo>
                  <a:cubicBezTo>
                    <a:pt x="26319" y="16794"/>
                    <a:pt x="26319" y="16761"/>
                    <a:pt x="26319" y="16761"/>
                  </a:cubicBezTo>
                  <a:cubicBezTo>
                    <a:pt x="25852" y="15694"/>
                    <a:pt x="25352" y="14659"/>
                    <a:pt x="24752" y="13692"/>
                  </a:cubicBezTo>
                  <a:cubicBezTo>
                    <a:pt x="23951" y="12324"/>
                    <a:pt x="21916" y="8555"/>
                    <a:pt x="21916" y="8522"/>
                  </a:cubicBezTo>
                  <a:cubicBezTo>
                    <a:pt x="21883" y="8488"/>
                    <a:pt x="21883" y="8488"/>
                    <a:pt x="21850" y="8455"/>
                  </a:cubicBezTo>
                  <a:cubicBezTo>
                    <a:pt x="21816" y="8455"/>
                    <a:pt x="18847" y="5953"/>
                    <a:pt x="18147" y="3285"/>
                  </a:cubicBezTo>
                  <a:cubicBezTo>
                    <a:pt x="17880" y="2284"/>
                    <a:pt x="17913" y="1550"/>
                    <a:pt x="18347" y="1083"/>
                  </a:cubicBezTo>
                  <a:cubicBezTo>
                    <a:pt x="18759" y="575"/>
                    <a:pt x="19521" y="435"/>
                    <a:pt x="20253" y="435"/>
                  </a:cubicBezTo>
                  <a:cubicBezTo>
                    <a:pt x="20530" y="435"/>
                    <a:pt x="20802" y="455"/>
                    <a:pt x="21049" y="483"/>
                  </a:cubicBezTo>
                  <a:cubicBezTo>
                    <a:pt x="22884" y="683"/>
                    <a:pt x="24885" y="1550"/>
                    <a:pt x="27120" y="3118"/>
                  </a:cubicBezTo>
                  <a:cubicBezTo>
                    <a:pt x="29021" y="4452"/>
                    <a:pt x="29155" y="4652"/>
                    <a:pt x="32023" y="9489"/>
                  </a:cubicBezTo>
                  <a:lnTo>
                    <a:pt x="32657" y="10590"/>
                  </a:lnTo>
                  <a:cubicBezTo>
                    <a:pt x="36093" y="16394"/>
                    <a:pt x="36327" y="20697"/>
                    <a:pt x="36327" y="20764"/>
                  </a:cubicBezTo>
                  <a:cubicBezTo>
                    <a:pt x="36327" y="20764"/>
                    <a:pt x="36327" y="20797"/>
                    <a:pt x="36327" y="20797"/>
                  </a:cubicBezTo>
                  <a:cubicBezTo>
                    <a:pt x="36360" y="20864"/>
                    <a:pt x="37761" y="25300"/>
                    <a:pt x="38328" y="27702"/>
                  </a:cubicBezTo>
                  <a:cubicBezTo>
                    <a:pt x="38895" y="30104"/>
                    <a:pt x="38762" y="38210"/>
                    <a:pt x="38628" y="38610"/>
                  </a:cubicBezTo>
                  <a:cubicBezTo>
                    <a:pt x="38595" y="38877"/>
                    <a:pt x="38561" y="39144"/>
                    <a:pt x="38561" y="39444"/>
                  </a:cubicBezTo>
                  <a:cubicBezTo>
                    <a:pt x="38495" y="41012"/>
                    <a:pt x="38361" y="42579"/>
                    <a:pt x="38094" y="44147"/>
                  </a:cubicBezTo>
                  <a:cubicBezTo>
                    <a:pt x="37394" y="47883"/>
                    <a:pt x="36327" y="51586"/>
                    <a:pt x="34825" y="55088"/>
                  </a:cubicBezTo>
                  <a:cubicBezTo>
                    <a:pt x="33825" y="57357"/>
                    <a:pt x="31456" y="67431"/>
                    <a:pt x="31223" y="69132"/>
                  </a:cubicBezTo>
                  <a:cubicBezTo>
                    <a:pt x="30989" y="70866"/>
                    <a:pt x="33324" y="91081"/>
                    <a:pt x="33424" y="91948"/>
                  </a:cubicBezTo>
                  <a:cubicBezTo>
                    <a:pt x="33440" y="92073"/>
                    <a:pt x="33536" y="92132"/>
                    <a:pt x="33631" y="92132"/>
                  </a:cubicBezTo>
                  <a:cubicBezTo>
                    <a:pt x="33738" y="92132"/>
                    <a:pt x="33842" y="92056"/>
                    <a:pt x="33825" y="91915"/>
                  </a:cubicBezTo>
                  <a:cubicBezTo>
                    <a:pt x="33825" y="91681"/>
                    <a:pt x="31356" y="70900"/>
                    <a:pt x="31623" y="69199"/>
                  </a:cubicBezTo>
                  <a:cubicBezTo>
                    <a:pt x="31890" y="67497"/>
                    <a:pt x="34258" y="57423"/>
                    <a:pt x="35226" y="55289"/>
                  </a:cubicBezTo>
                  <a:cubicBezTo>
                    <a:pt x="36727" y="51719"/>
                    <a:pt x="37828" y="47983"/>
                    <a:pt x="38495" y="44181"/>
                  </a:cubicBezTo>
                  <a:cubicBezTo>
                    <a:pt x="38728" y="42613"/>
                    <a:pt x="38895" y="41012"/>
                    <a:pt x="38962" y="39444"/>
                  </a:cubicBezTo>
                  <a:cubicBezTo>
                    <a:pt x="38962" y="39210"/>
                    <a:pt x="38962" y="38977"/>
                    <a:pt x="39028" y="38743"/>
                  </a:cubicBezTo>
                  <a:cubicBezTo>
                    <a:pt x="39162" y="38176"/>
                    <a:pt x="39295" y="30104"/>
                    <a:pt x="38728" y="27602"/>
                  </a:cubicBezTo>
                  <a:cubicBezTo>
                    <a:pt x="38161" y="25267"/>
                    <a:pt x="36827" y="21064"/>
                    <a:pt x="36727" y="20697"/>
                  </a:cubicBezTo>
                  <a:cubicBezTo>
                    <a:pt x="36693" y="20297"/>
                    <a:pt x="36327" y="16027"/>
                    <a:pt x="32991" y="10390"/>
                  </a:cubicBezTo>
                  <a:lnTo>
                    <a:pt x="32324" y="9289"/>
                  </a:lnTo>
                  <a:cubicBezTo>
                    <a:pt x="29488" y="4452"/>
                    <a:pt x="29322" y="4185"/>
                    <a:pt x="27320" y="2784"/>
                  </a:cubicBezTo>
                  <a:cubicBezTo>
                    <a:pt x="25052" y="1150"/>
                    <a:pt x="22984" y="249"/>
                    <a:pt x="21082" y="49"/>
                  </a:cubicBezTo>
                  <a:cubicBezTo>
                    <a:pt x="20802" y="16"/>
                    <a:pt x="20536" y="0"/>
                    <a:pt x="202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6"/>
            <p:cNvSpPr/>
            <p:nvPr/>
          </p:nvSpPr>
          <p:spPr>
            <a:xfrm>
              <a:off x="4249875" y="3232750"/>
              <a:ext cx="696350" cy="909025"/>
            </a:xfrm>
            <a:custGeom>
              <a:avLst/>
              <a:gdLst/>
              <a:ahLst/>
              <a:cxnLst/>
              <a:rect l="l" t="t" r="r" b="b"/>
              <a:pathLst>
                <a:path w="27854" h="36361" extrusionOk="0">
                  <a:moveTo>
                    <a:pt x="20782" y="1"/>
                  </a:moveTo>
                  <a:cubicBezTo>
                    <a:pt x="19681" y="3403"/>
                    <a:pt x="17813" y="6505"/>
                    <a:pt x="15345" y="9074"/>
                  </a:cubicBezTo>
                  <a:cubicBezTo>
                    <a:pt x="11375" y="13010"/>
                    <a:pt x="3570" y="18848"/>
                    <a:pt x="2002" y="22083"/>
                  </a:cubicBezTo>
                  <a:cubicBezTo>
                    <a:pt x="434" y="25319"/>
                    <a:pt x="0" y="24652"/>
                    <a:pt x="501" y="26953"/>
                  </a:cubicBezTo>
                  <a:cubicBezTo>
                    <a:pt x="501" y="26953"/>
                    <a:pt x="1902" y="32124"/>
                    <a:pt x="4604" y="33792"/>
                  </a:cubicBezTo>
                  <a:cubicBezTo>
                    <a:pt x="5855" y="34564"/>
                    <a:pt x="7220" y="34771"/>
                    <a:pt x="8326" y="34771"/>
                  </a:cubicBezTo>
                  <a:cubicBezTo>
                    <a:pt x="9608" y="34771"/>
                    <a:pt x="10541" y="34492"/>
                    <a:pt x="10541" y="34492"/>
                  </a:cubicBezTo>
                  <a:lnTo>
                    <a:pt x="13577" y="36360"/>
                  </a:lnTo>
                  <a:lnTo>
                    <a:pt x="25352" y="20616"/>
                  </a:lnTo>
                  <a:cubicBezTo>
                    <a:pt x="25352" y="20616"/>
                    <a:pt x="27854" y="13010"/>
                    <a:pt x="27653" y="10308"/>
                  </a:cubicBezTo>
                  <a:cubicBezTo>
                    <a:pt x="27420" y="7606"/>
                    <a:pt x="27220" y="5938"/>
                    <a:pt x="26820" y="5605"/>
                  </a:cubicBezTo>
                  <a:cubicBezTo>
                    <a:pt x="26386" y="5305"/>
                    <a:pt x="23384" y="4037"/>
                    <a:pt x="23384" y="4037"/>
                  </a:cubicBezTo>
                  <a:lnTo>
                    <a:pt x="22216" y="2703"/>
                  </a:lnTo>
                  <a:lnTo>
                    <a:pt x="20782" y="1"/>
                  </a:ln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6"/>
            <p:cNvSpPr/>
            <p:nvPr/>
          </p:nvSpPr>
          <p:spPr>
            <a:xfrm>
              <a:off x="4785200" y="2970875"/>
              <a:ext cx="138500" cy="39250"/>
            </a:xfrm>
            <a:custGeom>
              <a:avLst/>
              <a:gdLst/>
              <a:ahLst/>
              <a:cxnLst/>
              <a:rect l="l" t="t" r="r" b="b"/>
              <a:pathLst>
                <a:path w="5540" h="1570" extrusionOk="0">
                  <a:moveTo>
                    <a:pt x="5288" y="0"/>
                  </a:moveTo>
                  <a:cubicBezTo>
                    <a:pt x="5248" y="0"/>
                    <a:pt x="5209" y="11"/>
                    <a:pt x="5173" y="35"/>
                  </a:cubicBezTo>
                  <a:cubicBezTo>
                    <a:pt x="4011" y="899"/>
                    <a:pt x="2907" y="1134"/>
                    <a:pt x="2055" y="1134"/>
                  </a:cubicBezTo>
                  <a:cubicBezTo>
                    <a:pt x="1097" y="1134"/>
                    <a:pt x="456" y="837"/>
                    <a:pt x="403" y="802"/>
                  </a:cubicBezTo>
                  <a:cubicBezTo>
                    <a:pt x="376" y="790"/>
                    <a:pt x="349" y="785"/>
                    <a:pt x="323" y="785"/>
                  </a:cubicBezTo>
                  <a:cubicBezTo>
                    <a:pt x="129" y="785"/>
                    <a:pt x="1" y="1085"/>
                    <a:pt x="236" y="1202"/>
                  </a:cubicBezTo>
                  <a:cubicBezTo>
                    <a:pt x="803" y="1436"/>
                    <a:pt x="1437" y="1569"/>
                    <a:pt x="2071" y="1569"/>
                  </a:cubicBezTo>
                  <a:cubicBezTo>
                    <a:pt x="3305" y="1536"/>
                    <a:pt x="4473" y="1136"/>
                    <a:pt x="5440" y="369"/>
                  </a:cubicBezTo>
                  <a:cubicBezTo>
                    <a:pt x="5540" y="302"/>
                    <a:pt x="5540" y="168"/>
                    <a:pt x="5473" y="102"/>
                  </a:cubicBezTo>
                  <a:cubicBezTo>
                    <a:pt x="5430" y="37"/>
                    <a:pt x="5359" y="0"/>
                    <a:pt x="5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6"/>
            <p:cNvSpPr/>
            <p:nvPr/>
          </p:nvSpPr>
          <p:spPr>
            <a:xfrm>
              <a:off x="4665425" y="2239750"/>
              <a:ext cx="696100" cy="1561500"/>
            </a:xfrm>
            <a:custGeom>
              <a:avLst/>
              <a:gdLst/>
              <a:ahLst/>
              <a:cxnLst/>
              <a:rect l="l" t="t" r="r" b="b"/>
              <a:pathLst>
                <a:path w="27844" h="62460" extrusionOk="0">
                  <a:moveTo>
                    <a:pt x="24084" y="0"/>
                  </a:moveTo>
                  <a:cubicBezTo>
                    <a:pt x="23781" y="0"/>
                    <a:pt x="23500" y="189"/>
                    <a:pt x="23374" y="493"/>
                  </a:cubicBezTo>
                  <a:lnTo>
                    <a:pt x="657" y="55365"/>
                  </a:lnTo>
                  <a:lnTo>
                    <a:pt x="24" y="62037"/>
                  </a:lnTo>
                  <a:cubicBezTo>
                    <a:pt x="1" y="62287"/>
                    <a:pt x="195" y="62460"/>
                    <a:pt x="406" y="62460"/>
                  </a:cubicBezTo>
                  <a:cubicBezTo>
                    <a:pt x="504" y="62460"/>
                    <a:pt x="606" y="62422"/>
                    <a:pt x="691" y="62337"/>
                  </a:cubicBezTo>
                  <a:lnTo>
                    <a:pt x="4960" y="57167"/>
                  </a:lnTo>
                  <a:lnTo>
                    <a:pt x="27677" y="2261"/>
                  </a:lnTo>
                  <a:cubicBezTo>
                    <a:pt x="27843" y="1894"/>
                    <a:pt x="27643" y="1427"/>
                    <a:pt x="27243" y="1260"/>
                  </a:cubicBezTo>
                  <a:lnTo>
                    <a:pt x="24374" y="59"/>
                  </a:lnTo>
                  <a:cubicBezTo>
                    <a:pt x="24278" y="19"/>
                    <a:pt x="24180" y="0"/>
                    <a:pt x="240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6"/>
            <p:cNvSpPr/>
            <p:nvPr/>
          </p:nvSpPr>
          <p:spPr>
            <a:xfrm>
              <a:off x="4660175" y="2234900"/>
              <a:ext cx="708025" cy="1571625"/>
            </a:xfrm>
            <a:custGeom>
              <a:avLst/>
              <a:gdLst/>
              <a:ahLst/>
              <a:cxnLst/>
              <a:rect l="l" t="t" r="r" b="b"/>
              <a:pathLst>
                <a:path w="28321" h="62865" extrusionOk="0">
                  <a:moveTo>
                    <a:pt x="24312" y="401"/>
                  </a:moveTo>
                  <a:cubicBezTo>
                    <a:pt x="24391" y="401"/>
                    <a:pt x="24472" y="418"/>
                    <a:pt x="24551" y="453"/>
                  </a:cubicBezTo>
                  <a:lnTo>
                    <a:pt x="27420" y="1654"/>
                  </a:lnTo>
                  <a:cubicBezTo>
                    <a:pt x="27720" y="1754"/>
                    <a:pt x="27853" y="2088"/>
                    <a:pt x="27720" y="2388"/>
                  </a:cubicBezTo>
                  <a:lnTo>
                    <a:pt x="5037" y="57227"/>
                  </a:lnTo>
                  <a:lnTo>
                    <a:pt x="767" y="62398"/>
                  </a:lnTo>
                  <a:cubicBezTo>
                    <a:pt x="720" y="62421"/>
                    <a:pt x="673" y="62445"/>
                    <a:pt x="626" y="62445"/>
                  </a:cubicBezTo>
                  <a:cubicBezTo>
                    <a:pt x="606" y="62445"/>
                    <a:pt x="587" y="62441"/>
                    <a:pt x="567" y="62431"/>
                  </a:cubicBezTo>
                  <a:cubicBezTo>
                    <a:pt x="500" y="62398"/>
                    <a:pt x="467" y="62331"/>
                    <a:pt x="467" y="62264"/>
                  </a:cubicBezTo>
                  <a:lnTo>
                    <a:pt x="1068" y="55626"/>
                  </a:lnTo>
                  <a:lnTo>
                    <a:pt x="23817" y="753"/>
                  </a:lnTo>
                  <a:cubicBezTo>
                    <a:pt x="23891" y="532"/>
                    <a:pt x="24091" y="401"/>
                    <a:pt x="24312" y="401"/>
                  </a:cubicBezTo>
                  <a:close/>
                  <a:moveTo>
                    <a:pt x="24303" y="1"/>
                  </a:moveTo>
                  <a:cubicBezTo>
                    <a:pt x="23923" y="1"/>
                    <a:pt x="23567" y="245"/>
                    <a:pt x="23417" y="620"/>
                  </a:cubicBezTo>
                  <a:lnTo>
                    <a:pt x="667" y="55493"/>
                  </a:lnTo>
                  <a:cubicBezTo>
                    <a:pt x="667" y="55493"/>
                    <a:pt x="667" y="55526"/>
                    <a:pt x="667" y="55559"/>
                  </a:cubicBezTo>
                  <a:lnTo>
                    <a:pt x="33" y="62231"/>
                  </a:lnTo>
                  <a:cubicBezTo>
                    <a:pt x="0" y="62564"/>
                    <a:pt x="267" y="62865"/>
                    <a:pt x="601" y="62865"/>
                  </a:cubicBezTo>
                  <a:cubicBezTo>
                    <a:pt x="801" y="62865"/>
                    <a:pt x="934" y="62798"/>
                    <a:pt x="1068" y="62664"/>
                  </a:cubicBezTo>
                  <a:lnTo>
                    <a:pt x="5337" y="57494"/>
                  </a:lnTo>
                  <a:cubicBezTo>
                    <a:pt x="5371" y="57461"/>
                    <a:pt x="5371" y="57461"/>
                    <a:pt x="5371" y="57427"/>
                  </a:cubicBezTo>
                  <a:lnTo>
                    <a:pt x="28087" y="2555"/>
                  </a:lnTo>
                  <a:cubicBezTo>
                    <a:pt x="28320" y="2054"/>
                    <a:pt x="28053" y="1487"/>
                    <a:pt x="27553" y="1254"/>
                  </a:cubicBezTo>
                  <a:lnTo>
                    <a:pt x="24684" y="86"/>
                  </a:lnTo>
                  <a:cubicBezTo>
                    <a:pt x="24559" y="28"/>
                    <a:pt x="24430" y="1"/>
                    <a:pt x="24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6"/>
            <p:cNvSpPr/>
            <p:nvPr/>
          </p:nvSpPr>
          <p:spPr>
            <a:xfrm>
              <a:off x="5184700" y="2239750"/>
              <a:ext cx="176825" cy="214150"/>
            </a:xfrm>
            <a:custGeom>
              <a:avLst/>
              <a:gdLst/>
              <a:ahLst/>
              <a:cxnLst/>
              <a:rect l="l" t="t" r="r" b="b"/>
              <a:pathLst>
                <a:path w="7073" h="8566" extrusionOk="0">
                  <a:moveTo>
                    <a:pt x="3313" y="0"/>
                  </a:moveTo>
                  <a:cubicBezTo>
                    <a:pt x="3010" y="0"/>
                    <a:pt x="2729" y="189"/>
                    <a:pt x="2603" y="493"/>
                  </a:cubicBezTo>
                  <a:lnTo>
                    <a:pt x="1" y="6764"/>
                  </a:lnTo>
                  <a:lnTo>
                    <a:pt x="4304" y="8565"/>
                  </a:lnTo>
                  <a:lnTo>
                    <a:pt x="6906" y="2261"/>
                  </a:lnTo>
                  <a:cubicBezTo>
                    <a:pt x="7072" y="1860"/>
                    <a:pt x="6906" y="1427"/>
                    <a:pt x="6505" y="1260"/>
                  </a:cubicBezTo>
                  <a:lnTo>
                    <a:pt x="3603" y="59"/>
                  </a:lnTo>
                  <a:cubicBezTo>
                    <a:pt x="3507" y="19"/>
                    <a:pt x="3409" y="0"/>
                    <a:pt x="3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6"/>
            <p:cNvSpPr/>
            <p:nvPr/>
          </p:nvSpPr>
          <p:spPr>
            <a:xfrm>
              <a:off x="5178875" y="2234775"/>
              <a:ext cx="189325" cy="224125"/>
            </a:xfrm>
            <a:custGeom>
              <a:avLst/>
              <a:gdLst/>
              <a:ahLst/>
              <a:cxnLst/>
              <a:rect l="l" t="t" r="r" b="b"/>
              <a:pathLst>
                <a:path w="7573" h="8965" extrusionOk="0">
                  <a:moveTo>
                    <a:pt x="3553" y="408"/>
                  </a:moveTo>
                  <a:cubicBezTo>
                    <a:pt x="3628" y="408"/>
                    <a:pt x="3703" y="425"/>
                    <a:pt x="3770" y="458"/>
                  </a:cubicBezTo>
                  <a:lnTo>
                    <a:pt x="6638" y="1659"/>
                  </a:lnTo>
                  <a:cubicBezTo>
                    <a:pt x="6939" y="1759"/>
                    <a:pt x="7072" y="2093"/>
                    <a:pt x="6972" y="2393"/>
                  </a:cubicBezTo>
                  <a:lnTo>
                    <a:pt x="4437" y="8497"/>
                  </a:lnTo>
                  <a:lnTo>
                    <a:pt x="501" y="6863"/>
                  </a:lnTo>
                  <a:lnTo>
                    <a:pt x="3036" y="758"/>
                  </a:lnTo>
                  <a:cubicBezTo>
                    <a:pt x="3102" y="625"/>
                    <a:pt x="3203" y="492"/>
                    <a:pt x="3336" y="458"/>
                  </a:cubicBezTo>
                  <a:cubicBezTo>
                    <a:pt x="3403" y="425"/>
                    <a:pt x="3478" y="408"/>
                    <a:pt x="3553" y="408"/>
                  </a:cubicBezTo>
                  <a:close/>
                  <a:moveTo>
                    <a:pt x="3537" y="1"/>
                  </a:moveTo>
                  <a:cubicBezTo>
                    <a:pt x="3164" y="1"/>
                    <a:pt x="2816" y="231"/>
                    <a:pt x="2669" y="625"/>
                  </a:cubicBezTo>
                  <a:lnTo>
                    <a:pt x="34" y="6896"/>
                  </a:lnTo>
                  <a:cubicBezTo>
                    <a:pt x="0" y="6996"/>
                    <a:pt x="34" y="7130"/>
                    <a:pt x="167" y="7163"/>
                  </a:cubicBezTo>
                  <a:lnTo>
                    <a:pt x="4470" y="8964"/>
                  </a:lnTo>
                  <a:lnTo>
                    <a:pt x="4637" y="8964"/>
                  </a:lnTo>
                  <a:cubicBezTo>
                    <a:pt x="4670" y="8931"/>
                    <a:pt x="4704" y="8898"/>
                    <a:pt x="4737" y="8831"/>
                  </a:cubicBezTo>
                  <a:lnTo>
                    <a:pt x="7339" y="2560"/>
                  </a:lnTo>
                  <a:cubicBezTo>
                    <a:pt x="7572" y="2059"/>
                    <a:pt x="7305" y="1492"/>
                    <a:pt x="6805" y="1259"/>
                  </a:cubicBezTo>
                  <a:lnTo>
                    <a:pt x="3936" y="91"/>
                  </a:lnTo>
                  <a:cubicBezTo>
                    <a:pt x="3805" y="30"/>
                    <a:pt x="3669" y="1"/>
                    <a:pt x="35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6"/>
            <p:cNvSpPr/>
            <p:nvPr/>
          </p:nvSpPr>
          <p:spPr>
            <a:xfrm>
              <a:off x="5184700" y="2339625"/>
              <a:ext cx="136800" cy="114275"/>
            </a:xfrm>
            <a:custGeom>
              <a:avLst/>
              <a:gdLst/>
              <a:ahLst/>
              <a:cxnLst/>
              <a:rect l="l" t="t" r="r" b="b"/>
              <a:pathLst>
                <a:path w="5472" h="4571" extrusionOk="0">
                  <a:moveTo>
                    <a:pt x="1168" y="0"/>
                  </a:moveTo>
                  <a:lnTo>
                    <a:pt x="1" y="2802"/>
                  </a:lnTo>
                  <a:lnTo>
                    <a:pt x="4304" y="4570"/>
                  </a:lnTo>
                  <a:lnTo>
                    <a:pt x="5471" y="1801"/>
                  </a:lnTo>
                  <a:lnTo>
                    <a:pt x="1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6"/>
            <p:cNvSpPr/>
            <p:nvPr/>
          </p:nvSpPr>
          <p:spPr>
            <a:xfrm>
              <a:off x="5179700" y="2334325"/>
              <a:ext cx="146800" cy="124575"/>
            </a:xfrm>
            <a:custGeom>
              <a:avLst/>
              <a:gdLst/>
              <a:ahLst/>
              <a:cxnLst/>
              <a:rect l="l" t="t" r="r" b="b"/>
              <a:pathLst>
                <a:path w="5872" h="4983" extrusionOk="0">
                  <a:moveTo>
                    <a:pt x="1468" y="479"/>
                  </a:moveTo>
                  <a:lnTo>
                    <a:pt x="5404" y="2114"/>
                  </a:lnTo>
                  <a:lnTo>
                    <a:pt x="4404" y="4515"/>
                  </a:lnTo>
                  <a:lnTo>
                    <a:pt x="468" y="2881"/>
                  </a:lnTo>
                  <a:lnTo>
                    <a:pt x="1468" y="479"/>
                  </a:lnTo>
                  <a:close/>
                  <a:moveTo>
                    <a:pt x="1360" y="0"/>
                  </a:moveTo>
                  <a:cubicBezTo>
                    <a:pt x="1278" y="0"/>
                    <a:pt x="1194" y="44"/>
                    <a:pt x="1168" y="145"/>
                  </a:cubicBezTo>
                  <a:lnTo>
                    <a:pt x="1" y="2914"/>
                  </a:lnTo>
                  <a:cubicBezTo>
                    <a:pt x="1" y="2981"/>
                    <a:pt x="1" y="3014"/>
                    <a:pt x="1" y="3081"/>
                  </a:cubicBezTo>
                  <a:cubicBezTo>
                    <a:pt x="34" y="3148"/>
                    <a:pt x="67" y="3181"/>
                    <a:pt x="134" y="3181"/>
                  </a:cubicBezTo>
                  <a:lnTo>
                    <a:pt x="4437" y="4982"/>
                  </a:lnTo>
                  <a:lnTo>
                    <a:pt x="4504" y="4982"/>
                  </a:lnTo>
                  <a:cubicBezTo>
                    <a:pt x="4604" y="4982"/>
                    <a:pt x="4671" y="4949"/>
                    <a:pt x="4704" y="4849"/>
                  </a:cubicBezTo>
                  <a:lnTo>
                    <a:pt x="5871" y="2080"/>
                  </a:lnTo>
                  <a:cubicBezTo>
                    <a:pt x="5871" y="2013"/>
                    <a:pt x="5871" y="1980"/>
                    <a:pt x="5871" y="1913"/>
                  </a:cubicBezTo>
                  <a:cubicBezTo>
                    <a:pt x="5838" y="1880"/>
                    <a:pt x="5805" y="1813"/>
                    <a:pt x="5738" y="1813"/>
                  </a:cubicBezTo>
                  <a:lnTo>
                    <a:pt x="1435" y="12"/>
                  </a:lnTo>
                  <a:cubicBezTo>
                    <a:pt x="1411" y="4"/>
                    <a:pt x="1386" y="0"/>
                    <a:pt x="1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6"/>
            <p:cNvSpPr/>
            <p:nvPr/>
          </p:nvSpPr>
          <p:spPr>
            <a:xfrm>
              <a:off x="4665725" y="3624700"/>
              <a:ext cx="124550" cy="176750"/>
            </a:xfrm>
            <a:custGeom>
              <a:avLst/>
              <a:gdLst/>
              <a:ahLst/>
              <a:cxnLst/>
              <a:rect l="l" t="t" r="r" b="b"/>
              <a:pathLst>
                <a:path w="4982" h="7070" extrusionOk="0">
                  <a:moveTo>
                    <a:pt x="679" y="1"/>
                  </a:moveTo>
                  <a:lnTo>
                    <a:pt x="45" y="6672"/>
                  </a:lnTo>
                  <a:cubicBezTo>
                    <a:pt x="1" y="6915"/>
                    <a:pt x="190" y="7070"/>
                    <a:pt x="391" y="7070"/>
                  </a:cubicBezTo>
                  <a:cubicBezTo>
                    <a:pt x="494" y="7070"/>
                    <a:pt x="600" y="7029"/>
                    <a:pt x="679" y="6939"/>
                  </a:cubicBezTo>
                  <a:lnTo>
                    <a:pt x="4982" y="1769"/>
                  </a:lnTo>
                  <a:lnTo>
                    <a:pt x="6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6"/>
            <p:cNvSpPr/>
            <p:nvPr/>
          </p:nvSpPr>
          <p:spPr>
            <a:xfrm>
              <a:off x="4660175" y="3619075"/>
              <a:ext cx="135100" cy="187450"/>
            </a:xfrm>
            <a:custGeom>
              <a:avLst/>
              <a:gdLst/>
              <a:ahLst/>
              <a:cxnLst/>
              <a:rect l="l" t="t" r="r" b="b"/>
              <a:pathLst>
                <a:path w="5404" h="7498" extrusionOk="0">
                  <a:moveTo>
                    <a:pt x="1034" y="526"/>
                  </a:moveTo>
                  <a:lnTo>
                    <a:pt x="4870" y="2094"/>
                  </a:lnTo>
                  <a:lnTo>
                    <a:pt x="767" y="7031"/>
                  </a:lnTo>
                  <a:cubicBezTo>
                    <a:pt x="720" y="7054"/>
                    <a:pt x="673" y="7078"/>
                    <a:pt x="626" y="7078"/>
                  </a:cubicBezTo>
                  <a:cubicBezTo>
                    <a:pt x="606" y="7078"/>
                    <a:pt x="587" y="7074"/>
                    <a:pt x="567" y="7064"/>
                  </a:cubicBezTo>
                  <a:cubicBezTo>
                    <a:pt x="500" y="7031"/>
                    <a:pt x="467" y="6964"/>
                    <a:pt x="467" y="6897"/>
                  </a:cubicBezTo>
                  <a:lnTo>
                    <a:pt x="1034" y="526"/>
                  </a:lnTo>
                  <a:close/>
                  <a:moveTo>
                    <a:pt x="867" y="0"/>
                  </a:moveTo>
                  <a:cubicBezTo>
                    <a:pt x="834" y="0"/>
                    <a:pt x="801" y="9"/>
                    <a:pt x="767" y="25"/>
                  </a:cubicBezTo>
                  <a:cubicBezTo>
                    <a:pt x="701" y="59"/>
                    <a:pt x="667" y="126"/>
                    <a:pt x="667" y="192"/>
                  </a:cubicBezTo>
                  <a:lnTo>
                    <a:pt x="33" y="6864"/>
                  </a:lnTo>
                  <a:cubicBezTo>
                    <a:pt x="0" y="7197"/>
                    <a:pt x="267" y="7498"/>
                    <a:pt x="601" y="7498"/>
                  </a:cubicBezTo>
                  <a:cubicBezTo>
                    <a:pt x="801" y="7498"/>
                    <a:pt x="934" y="7431"/>
                    <a:pt x="1068" y="7297"/>
                  </a:cubicBezTo>
                  <a:lnTo>
                    <a:pt x="5337" y="2127"/>
                  </a:lnTo>
                  <a:cubicBezTo>
                    <a:pt x="5371" y="2094"/>
                    <a:pt x="5404" y="2027"/>
                    <a:pt x="5371" y="1960"/>
                  </a:cubicBezTo>
                  <a:cubicBezTo>
                    <a:pt x="5371" y="1894"/>
                    <a:pt x="5304" y="1827"/>
                    <a:pt x="5271" y="1793"/>
                  </a:cubicBezTo>
                  <a:lnTo>
                    <a:pt x="967" y="25"/>
                  </a:lnTo>
                  <a:cubicBezTo>
                    <a:pt x="934" y="9"/>
                    <a:pt x="901" y="0"/>
                    <a:pt x="8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6"/>
            <p:cNvSpPr/>
            <p:nvPr/>
          </p:nvSpPr>
          <p:spPr>
            <a:xfrm>
              <a:off x="4665450" y="3717275"/>
              <a:ext cx="63950" cy="83350"/>
            </a:xfrm>
            <a:custGeom>
              <a:avLst/>
              <a:gdLst/>
              <a:ahLst/>
              <a:cxnLst/>
              <a:rect l="l" t="t" r="r" b="b"/>
              <a:pathLst>
                <a:path w="2558" h="3334" extrusionOk="0">
                  <a:moveTo>
                    <a:pt x="323" y="0"/>
                  </a:moveTo>
                  <a:lnTo>
                    <a:pt x="23" y="2936"/>
                  </a:lnTo>
                  <a:cubicBezTo>
                    <a:pt x="1" y="3178"/>
                    <a:pt x="197" y="3334"/>
                    <a:pt x="401" y="3334"/>
                  </a:cubicBezTo>
                  <a:cubicBezTo>
                    <a:pt x="505" y="3334"/>
                    <a:pt x="611" y="3293"/>
                    <a:pt x="690" y="3203"/>
                  </a:cubicBezTo>
                  <a:lnTo>
                    <a:pt x="2558" y="934"/>
                  </a:lnTo>
                  <a:lnTo>
                    <a:pt x="32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6"/>
            <p:cNvSpPr/>
            <p:nvPr/>
          </p:nvSpPr>
          <p:spPr>
            <a:xfrm>
              <a:off x="4660175" y="3712475"/>
              <a:ext cx="75075" cy="94050"/>
            </a:xfrm>
            <a:custGeom>
              <a:avLst/>
              <a:gdLst/>
              <a:ahLst/>
              <a:cxnLst/>
              <a:rect l="l" t="t" r="r" b="b"/>
              <a:pathLst>
                <a:path w="3003" h="3762" extrusionOk="0">
                  <a:moveTo>
                    <a:pt x="701" y="493"/>
                  </a:moveTo>
                  <a:lnTo>
                    <a:pt x="2435" y="1226"/>
                  </a:lnTo>
                  <a:lnTo>
                    <a:pt x="734" y="3295"/>
                  </a:lnTo>
                  <a:cubicBezTo>
                    <a:pt x="710" y="3318"/>
                    <a:pt x="653" y="3342"/>
                    <a:pt x="599" y="3342"/>
                  </a:cubicBezTo>
                  <a:cubicBezTo>
                    <a:pt x="576" y="3342"/>
                    <a:pt x="553" y="3338"/>
                    <a:pt x="534" y="3328"/>
                  </a:cubicBezTo>
                  <a:cubicBezTo>
                    <a:pt x="467" y="3295"/>
                    <a:pt x="434" y="3228"/>
                    <a:pt x="434" y="3161"/>
                  </a:cubicBezTo>
                  <a:lnTo>
                    <a:pt x="701" y="493"/>
                  </a:lnTo>
                  <a:close/>
                  <a:moveTo>
                    <a:pt x="500" y="0"/>
                  </a:moveTo>
                  <a:cubicBezTo>
                    <a:pt x="467" y="0"/>
                    <a:pt x="434" y="9"/>
                    <a:pt x="400" y="26"/>
                  </a:cubicBezTo>
                  <a:cubicBezTo>
                    <a:pt x="367" y="59"/>
                    <a:pt x="334" y="126"/>
                    <a:pt x="300" y="192"/>
                  </a:cubicBezTo>
                  <a:lnTo>
                    <a:pt x="33" y="3128"/>
                  </a:lnTo>
                  <a:cubicBezTo>
                    <a:pt x="0" y="3461"/>
                    <a:pt x="267" y="3762"/>
                    <a:pt x="601" y="3762"/>
                  </a:cubicBezTo>
                  <a:cubicBezTo>
                    <a:pt x="767" y="3762"/>
                    <a:pt x="934" y="3695"/>
                    <a:pt x="1068" y="3561"/>
                  </a:cubicBezTo>
                  <a:lnTo>
                    <a:pt x="2936" y="1293"/>
                  </a:lnTo>
                  <a:cubicBezTo>
                    <a:pt x="3002" y="1260"/>
                    <a:pt x="3002" y="1193"/>
                    <a:pt x="3002" y="1126"/>
                  </a:cubicBezTo>
                  <a:cubicBezTo>
                    <a:pt x="2969" y="1060"/>
                    <a:pt x="2936" y="993"/>
                    <a:pt x="2869" y="960"/>
                  </a:cubicBezTo>
                  <a:lnTo>
                    <a:pt x="601" y="26"/>
                  </a:lnTo>
                  <a:cubicBezTo>
                    <a:pt x="567" y="9"/>
                    <a:pt x="534" y="0"/>
                    <a:pt x="50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6"/>
            <p:cNvSpPr/>
            <p:nvPr/>
          </p:nvSpPr>
          <p:spPr>
            <a:xfrm>
              <a:off x="4205675" y="3608125"/>
              <a:ext cx="323600" cy="461975"/>
            </a:xfrm>
            <a:custGeom>
              <a:avLst/>
              <a:gdLst/>
              <a:ahLst/>
              <a:cxnLst/>
              <a:rect l="l" t="t" r="r" b="b"/>
              <a:pathLst>
                <a:path w="12944" h="18479" extrusionOk="0">
                  <a:moveTo>
                    <a:pt x="4715" y="0"/>
                  </a:moveTo>
                  <a:cubicBezTo>
                    <a:pt x="3681" y="0"/>
                    <a:pt x="2270" y="317"/>
                    <a:pt x="1435" y="1831"/>
                  </a:cubicBezTo>
                  <a:cubicBezTo>
                    <a:pt x="0" y="4400"/>
                    <a:pt x="101" y="6301"/>
                    <a:pt x="834" y="8302"/>
                  </a:cubicBezTo>
                  <a:cubicBezTo>
                    <a:pt x="1602" y="10304"/>
                    <a:pt x="2135" y="13173"/>
                    <a:pt x="3837" y="15141"/>
                  </a:cubicBezTo>
                  <a:cubicBezTo>
                    <a:pt x="5532" y="17065"/>
                    <a:pt x="7929" y="18479"/>
                    <a:pt x="9470" y="18479"/>
                  </a:cubicBezTo>
                  <a:cubicBezTo>
                    <a:pt x="9505" y="18479"/>
                    <a:pt x="9540" y="18478"/>
                    <a:pt x="9574" y="18476"/>
                  </a:cubicBezTo>
                  <a:cubicBezTo>
                    <a:pt x="10808" y="18410"/>
                    <a:pt x="11942" y="17743"/>
                    <a:pt x="12609" y="16708"/>
                  </a:cubicBezTo>
                  <a:cubicBezTo>
                    <a:pt x="12810" y="16308"/>
                    <a:pt x="12910" y="15875"/>
                    <a:pt x="12943" y="15441"/>
                  </a:cubicBezTo>
                  <a:cubicBezTo>
                    <a:pt x="12943" y="15441"/>
                    <a:pt x="10141" y="11305"/>
                    <a:pt x="9207" y="9403"/>
                  </a:cubicBezTo>
                  <a:cubicBezTo>
                    <a:pt x="8240" y="7502"/>
                    <a:pt x="6005" y="163"/>
                    <a:pt x="6005" y="163"/>
                  </a:cubicBezTo>
                  <a:cubicBezTo>
                    <a:pt x="6005" y="163"/>
                    <a:pt x="5457" y="0"/>
                    <a:pt x="4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6"/>
            <p:cNvSpPr/>
            <p:nvPr/>
          </p:nvSpPr>
          <p:spPr>
            <a:xfrm>
              <a:off x="4199825" y="3603825"/>
              <a:ext cx="334450" cy="472050"/>
            </a:xfrm>
            <a:custGeom>
              <a:avLst/>
              <a:gdLst/>
              <a:ahLst/>
              <a:cxnLst/>
              <a:rect l="l" t="t" r="r" b="b"/>
              <a:pathLst>
                <a:path w="13378" h="18882" extrusionOk="0">
                  <a:moveTo>
                    <a:pt x="4764" y="397"/>
                  </a:moveTo>
                  <a:cubicBezTo>
                    <a:pt x="4822" y="397"/>
                    <a:pt x="4880" y="399"/>
                    <a:pt x="4938" y="402"/>
                  </a:cubicBezTo>
                  <a:cubicBezTo>
                    <a:pt x="5305" y="402"/>
                    <a:pt x="5705" y="435"/>
                    <a:pt x="6072" y="535"/>
                  </a:cubicBezTo>
                  <a:cubicBezTo>
                    <a:pt x="6372" y="1503"/>
                    <a:pt x="8340" y="7907"/>
                    <a:pt x="9241" y="9675"/>
                  </a:cubicBezTo>
                  <a:cubicBezTo>
                    <a:pt x="10142" y="11477"/>
                    <a:pt x="12610" y="15146"/>
                    <a:pt x="12944" y="15680"/>
                  </a:cubicBezTo>
                  <a:cubicBezTo>
                    <a:pt x="12910" y="16047"/>
                    <a:pt x="12810" y="16447"/>
                    <a:pt x="12643" y="16780"/>
                  </a:cubicBezTo>
                  <a:cubicBezTo>
                    <a:pt x="12010" y="17781"/>
                    <a:pt x="10975" y="18415"/>
                    <a:pt x="9808" y="18448"/>
                  </a:cubicBezTo>
                  <a:lnTo>
                    <a:pt x="9708" y="18448"/>
                  </a:lnTo>
                  <a:cubicBezTo>
                    <a:pt x="8207" y="18448"/>
                    <a:pt x="5872" y="17081"/>
                    <a:pt x="4204" y="15179"/>
                  </a:cubicBezTo>
                  <a:cubicBezTo>
                    <a:pt x="2970" y="13778"/>
                    <a:pt x="2369" y="11844"/>
                    <a:pt x="1836" y="10142"/>
                  </a:cubicBezTo>
                  <a:cubicBezTo>
                    <a:pt x="1635" y="9542"/>
                    <a:pt x="1469" y="8941"/>
                    <a:pt x="1269" y="8441"/>
                  </a:cubicBezTo>
                  <a:cubicBezTo>
                    <a:pt x="401" y="6206"/>
                    <a:pt x="601" y="4372"/>
                    <a:pt x="1836" y="2103"/>
                  </a:cubicBezTo>
                  <a:cubicBezTo>
                    <a:pt x="2440" y="1053"/>
                    <a:pt x="3561" y="397"/>
                    <a:pt x="4764" y="397"/>
                  </a:cubicBezTo>
                  <a:close/>
                  <a:moveTo>
                    <a:pt x="4935" y="0"/>
                  </a:moveTo>
                  <a:cubicBezTo>
                    <a:pt x="3846" y="0"/>
                    <a:pt x="2363" y="329"/>
                    <a:pt x="1469" y="1903"/>
                  </a:cubicBezTo>
                  <a:cubicBezTo>
                    <a:pt x="168" y="4238"/>
                    <a:pt x="1" y="6240"/>
                    <a:pt x="868" y="8575"/>
                  </a:cubicBezTo>
                  <a:cubicBezTo>
                    <a:pt x="1068" y="9075"/>
                    <a:pt x="1235" y="9675"/>
                    <a:pt x="1435" y="10276"/>
                  </a:cubicBezTo>
                  <a:cubicBezTo>
                    <a:pt x="1969" y="12010"/>
                    <a:pt x="2603" y="13978"/>
                    <a:pt x="3904" y="15479"/>
                  </a:cubicBezTo>
                  <a:cubicBezTo>
                    <a:pt x="5638" y="17414"/>
                    <a:pt x="8107" y="18882"/>
                    <a:pt x="9708" y="18882"/>
                  </a:cubicBezTo>
                  <a:lnTo>
                    <a:pt x="9808" y="18849"/>
                  </a:lnTo>
                  <a:cubicBezTo>
                    <a:pt x="11142" y="18815"/>
                    <a:pt x="12310" y="18115"/>
                    <a:pt x="13010" y="16981"/>
                  </a:cubicBezTo>
                  <a:cubicBezTo>
                    <a:pt x="13244" y="16547"/>
                    <a:pt x="13344" y="16080"/>
                    <a:pt x="13377" y="15613"/>
                  </a:cubicBezTo>
                  <a:cubicBezTo>
                    <a:pt x="13377" y="15580"/>
                    <a:pt x="13344" y="15546"/>
                    <a:pt x="13310" y="15513"/>
                  </a:cubicBezTo>
                  <a:cubicBezTo>
                    <a:pt x="13310" y="15446"/>
                    <a:pt x="10542" y="11343"/>
                    <a:pt x="9608" y="9509"/>
                  </a:cubicBezTo>
                  <a:cubicBezTo>
                    <a:pt x="8674" y="7641"/>
                    <a:pt x="6439" y="369"/>
                    <a:pt x="6439" y="302"/>
                  </a:cubicBezTo>
                  <a:cubicBezTo>
                    <a:pt x="6406" y="235"/>
                    <a:pt x="6372" y="202"/>
                    <a:pt x="6305" y="168"/>
                  </a:cubicBezTo>
                  <a:cubicBezTo>
                    <a:pt x="6292" y="168"/>
                    <a:pt x="5714" y="0"/>
                    <a:pt x="4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6"/>
            <p:cNvSpPr/>
            <p:nvPr/>
          </p:nvSpPr>
          <p:spPr>
            <a:xfrm>
              <a:off x="4381625" y="3986675"/>
              <a:ext cx="145125" cy="73375"/>
            </a:xfrm>
            <a:custGeom>
              <a:avLst/>
              <a:gdLst/>
              <a:ahLst/>
              <a:cxnLst/>
              <a:rect l="l" t="t" r="r" b="b"/>
              <a:pathLst>
                <a:path w="5805" h="2935" extrusionOk="0">
                  <a:moveTo>
                    <a:pt x="3845" y="0"/>
                  </a:moveTo>
                  <a:cubicBezTo>
                    <a:pt x="3637" y="0"/>
                    <a:pt x="3432" y="142"/>
                    <a:pt x="3070" y="432"/>
                  </a:cubicBezTo>
                  <a:cubicBezTo>
                    <a:pt x="2563" y="854"/>
                    <a:pt x="1416" y="1015"/>
                    <a:pt x="829" y="1015"/>
                  </a:cubicBezTo>
                  <a:cubicBezTo>
                    <a:pt x="720" y="1015"/>
                    <a:pt x="631" y="1010"/>
                    <a:pt x="568" y="999"/>
                  </a:cubicBezTo>
                  <a:cubicBezTo>
                    <a:pt x="544" y="993"/>
                    <a:pt x="521" y="991"/>
                    <a:pt x="497" y="991"/>
                  </a:cubicBezTo>
                  <a:cubicBezTo>
                    <a:pt x="389" y="991"/>
                    <a:pt x="289" y="1050"/>
                    <a:pt x="234" y="1133"/>
                  </a:cubicBezTo>
                  <a:cubicBezTo>
                    <a:pt x="168" y="1233"/>
                    <a:pt x="1" y="1466"/>
                    <a:pt x="901" y="2834"/>
                  </a:cubicBezTo>
                  <a:cubicBezTo>
                    <a:pt x="935" y="2901"/>
                    <a:pt x="1002" y="2934"/>
                    <a:pt x="1068" y="2934"/>
                  </a:cubicBezTo>
                  <a:cubicBezTo>
                    <a:pt x="1102" y="2934"/>
                    <a:pt x="1168" y="2934"/>
                    <a:pt x="1202" y="2901"/>
                  </a:cubicBezTo>
                  <a:cubicBezTo>
                    <a:pt x="1302" y="2867"/>
                    <a:pt x="1302" y="2734"/>
                    <a:pt x="1268" y="2634"/>
                  </a:cubicBezTo>
                  <a:cubicBezTo>
                    <a:pt x="1002" y="2267"/>
                    <a:pt x="801" y="1867"/>
                    <a:pt x="635" y="1433"/>
                  </a:cubicBezTo>
                  <a:lnTo>
                    <a:pt x="635" y="1433"/>
                  </a:lnTo>
                  <a:cubicBezTo>
                    <a:pt x="686" y="1436"/>
                    <a:pt x="743" y="1437"/>
                    <a:pt x="803" y="1437"/>
                  </a:cubicBezTo>
                  <a:cubicBezTo>
                    <a:pt x="1491" y="1437"/>
                    <a:pt x="2724" y="1259"/>
                    <a:pt x="3337" y="799"/>
                  </a:cubicBezTo>
                  <a:cubicBezTo>
                    <a:pt x="3636" y="556"/>
                    <a:pt x="3767" y="449"/>
                    <a:pt x="3889" y="449"/>
                  </a:cubicBezTo>
                  <a:cubicBezTo>
                    <a:pt x="3985" y="449"/>
                    <a:pt x="4076" y="515"/>
                    <a:pt x="4237" y="632"/>
                  </a:cubicBezTo>
                  <a:cubicBezTo>
                    <a:pt x="4637" y="966"/>
                    <a:pt x="5038" y="1333"/>
                    <a:pt x="5405" y="1733"/>
                  </a:cubicBezTo>
                  <a:cubicBezTo>
                    <a:pt x="5455" y="1767"/>
                    <a:pt x="5513" y="1783"/>
                    <a:pt x="5567" y="1783"/>
                  </a:cubicBezTo>
                  <a:cubicBezTo>
                    <a:pt x="5622" y="1783"/>
                    <a:pt x="5672" y="1767"/>
                    <a:pt x="5705" y="1733"/>
                  </a:cubicBezTo>
                  <a:cubicBezTo>
                    <a:pt x="5805" y="1633"/>
                    <a:pt x="5805" y="1500"/>
                    <a:pt x="5705" y="1433"/>
                  </a:cubicBezTo>
                  <a:cubicBezTo>
                    <a:pt x="5305" y="1033"/>
                    <a:pt x="4904" y="632"/>
                    <a:pt x="4471" y="299"/>
                  </a:cubicBezTo>
                  <a:cubicBezTo>
                    <a:pt x="4196" y="101"/>
                    <a:pt x="4020" y="0"/>
                    <a:pt x="3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6"/>
            <p:cNvSpPr/>
            <p:nvPr/>
          </p:nvSpPr>
          <p:spPr>
            <a:xfrm>
              <a:off x="4326600" y="3910750"/>
              <a:ext cx="80900" cy="43375"/>
            </a:xfrm>
            <a:custGeom>
              <a:avLst/>
              <a:gdLst/>
              <a:ahLst/>
              <a:cxnLst/>
              <a:rect l="l" t="t" r="r" b="b"/>
              <a:pathLst>
                <a:path w="3236" h="1735" extrusionOk="0">
                  <a:moveTo>
                    <a:pt x="1531" y="1"/>
                  </a:moveTo>
                  <a:cubicBezTo>
                    <a:pt x="1486" y="1"/>
                    <a:pt x="1440" y="20"/>
                    <a:pt x="1401" y="67"/>
                  </a:cubicBezTo>
                  <a:lnTo>
                    <a:pt x="67" y="1368"/>
                  </a:lnTo>
                  <a:cubicBezTo>
                    <a:pt x="0" y="1435"/>
                    <a:pt x="0" y="1535"/>
                    <a:pt x="67" y="1635"/>
                  </a:cubicBezTo>
                  <a:cubicBezTo>
                    <a:pt x="100" y="1701"/>
                    <a:pt x="167" y="1735"/>
                    <a:pt x="234" y="1735"/>
                  </a:cubicBezTo>
                  <a:lnTo>
                    <a:pt x="300" y="1735"/>
                  </a:lnTo>
                  <a:cubicBezTo>
                    <a:pt x="1268" y="1368"/>
                    <a:pt x="2202" y="934"/>
                    <a:pt x="3102" y="434"/>
                  </a:cubicBezTo>
                  <a:cubicBezTo>
                    <a:pt x="3203" y="367"/>
                    <a:pt x="3236" y="267"/>
                    <a:pt x="3169" y="167"/>
                  </a:cubicBezTo>
                  <a:cubicBezTo>
                    <a:pt x="3126" y="102"/>
                    <a:pt x="3055" y="66"/>
                    <a:pt x="2983" y="66"/>
                  </a:cubicBezTo>
                  <a:cubicBezTo>
                    <a:pt x="2944" y="66"/>
                    <a:pt x="2904" y="77"/>
                    <a:pt x="2869" y="100"/>
                  </a:cubicBezTo>
                  <a:cubicBezTo>
                    <a:pt x="2302" y="400"/>
                    <a:pt x="1701" y="667"/>
                    <a:pt x="1101" y="934"/>
                  </a:cubicBezTo>
                  <a:lnTo>
                    <a:pt x="1668" y="367"/>
                  </a:lnTo>
                  <a:cubicBezTo>
                    <a:pt x="1822" y="213"/>
                    <a:pt x="1681" y="1"/>
                    <a:pt x="1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6"/>
            <p:cNvSpPr/>
            <p:nvPr/>
          </p:nvSpPr>
          <p:spPr>
            <a:xfrm>
              <a:off x="4331600" y="3385800"/>
              <a:ext cx="361950" cy="618425"/>
            </a:xfrm>
            <a:custGeom>
              <a:avLst/>
              <a:gdLst/>
              <a:ahLst/>
              <a:cxnLst/>
              <a:rect l="l" t="t" r="r" b="b"/>
              <a:pathLst>
                <a:path w="14478" h="24737" extrusionOk="0">
                  <a:moveTo>
                    <a:pt x="5365" y="1"/>
                  </a:moveTo>
                  <a:cubicBezTo>
                    <a:pt x="4470" y="1"/>
                    <a:pt x="3358" y="324"/>
                    <a:pt x="2302" y="1518"/>
                  </a:cubicBezTo>
                  <a:cubicBezTo>
                    <a:pt x="0" y="4119"/>
                    <a:pt x="301" y="6521"/>
                    <a:pt x="1535" y="10924"/>
                  </a:cubicBezTo>
                  <a:cubicBezTo>
                    <a:pt x="2769" y="15294"/>
                    <a:pt x="4203" y="19097"/>
                    <a:pt x="5104" y="20231"/>
                  </a:cubicBezTo>
                  <a:cubicBezTo>
                    <a:pt x="6025" y="21316"/>
                    <a:pt x="7756" y="24736"/>
                    <a:pt x="9787" y="24736"/>
                  </a:cubicBezTo>
                  <a:cubicBezTo>
                    <a:pt x="9816" y="24736"/>
                    <a:pt x="9845" y="24736"/>
                    <a:pt x="9874" y="24734"/>
                  </a:cubicBezTo>
                  <a:cubicBezTo>
                    <a:pt x="9874" y="24734"/>
                    <a:pt x="13277" y="23633"/>
                    <a:pt x="13877" y="21665"/>
                  </a:cubicBezTo>
                  <a:cubicBezTo>
                    <a:pt x="14477" y="19731"/>
                    <a:pt x="13377" y="18997"/>
                    <a:pt x="13377" y="18997"/>
                  </a:cubicBezTo>
                  <a:lnTo>
                    <a:pt x="11909" y="16362"/>
                  </a:lnTo>
                  <a:lnTo>
                    <a:pt x="11342" y="14260"/>
                  </a:lnTo>
                  <a:cubicBezTo>
                    <a:pt x="11342" y="14260"/>
                    <a:pt x="9407" y="9723"/>
                    <a:pt x="8840" y="7322"/>
                  </a:cubicBezTo>
                  <a:cubicBezTo>
                    <a:pt x="8273" y="4920"/>
                    <a:pt x="7172" y="450"/>
                    <a:pt x="7172" y="450"/>
                  </a:cubicBezTo>
                  <a:cubicBezTo>
                    <a:pt x="7172" y="450"/>
                    <a:pt x="6420" y="1"/>
                    <a:pt x="53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6"/>
            <p:cNvSpPr/>
            <p:nvPr/>
          </p:nvSpPr>
          <p:spPr>
            <a:xfrm>
              <a:off x="4327425" y="3379975"/>
              <a:ext cx="370300" cy="630025"/>
            </a:xfrm>
            <a:custGeom>
              <a:avLst/>
              <a:gdLst/>
              <a:ahLst/>
              <a:cxnLst/>
              <a:rect l="l" t="t" r="r" b="b"/>
              <a:pathLst>
                <a:path w="14812" h="25201" extrusionOk="0">
                  <a:moveTo>
                    <a:pt x="5538" y="416"/>
                  </a:moveTo>
                  <a:cubicBezTo>
                    <a:pt x="6105" y="416"/>
                    <a:pt x="6672" y="550"/>
                    <a:pt x="7206" y="817"/>
                  </a:cubicBezTo>
                  <a:cubicBezTo>
                    <a:pt x="7339" y="1450"/>
                    <a:pt x="8273" y="5420"/>
                    <a:pt x="8807" y="7588"/>
                  </a:cubicBezTo>
                  <a:cubicBezTo>
                    <a:pt x="9374" y="9956"/>
                    <a:pt x="11309" y="14560"/>
                    <a:pt x="11309" y="14560"/>
                  </a:cubicBezTo>
                  <a:lnTo>
                    <a:pt x="11876" y="16628"/>
                  </a:lnTo>
                  <a:cubicBezTo>
                    <a:pt x="11876" y="16661"/>
                    <a:pt x="11876" y="16661"/>
                    <a:pt x="11876" y="16695"/>
                  </a:cubicBezTo>
                  <a:lnTo>
                    <a:pt x="13343" y="19330"/>
                  </a:lnTo>
                  <a:cubicBezTo>
                    <a:pt x="13377" y="19363"/>
                    <a:pt x="13377" y="19397"/>
                    <a:pt x="13410" y="19397"/>
                  </a:cubicBezTo>
                  <a:cubicBezTo>
                    <a:pt x="13444" y="19430"/>
                    <a:pt x="14344" y="20097"/>
                    <a:pt x="13844" y="21832"/>
                  </a:cubicBezTo>
                  <a:cubicBezTo>
                    <a:pt x="13310" y="23600"/>
                    <a:pt x="10275" y="24667"/>
                    <a:pt x="9974" y="24767"/>
                  </a:cubicBezTo>
                  <a:cubicBezTo>
                    <a:pt x="9963" y="24767"/>
                    <a:pt x="9951" y="24767"/>
                    <a:pt x="9940" y="24767"/>
                  </a:cubicBezTo>
                  <a:cubicBezTo>
                    <a:pt x="8485" y="24767"/>
                    <a:pt x="7098" y="22688"/>
                    <a:pt x="6172" y="21331"/>
                  </a:cubicBezTo>
                  <a:cubicBezTo>
                    <a:pt x="5871" y="20898"/>
                    <a:pt x="5638" y="20564"/>
                    <a:pt x="5438" y="20297"/>
                  </a:cubicBezTo>
                  <a:cubicBezTo>
                    <a:pt x="4604" y="19263"/>
                    <a:pt x="3203" y="15661"/>
                    <a:pt x="1902" y="11091"/>
                  </a:cubicBezTo>
                  <a:cubicBezTo>
                    <a:pt x="634" y="6587"/>
                    <a:pt x="434" y="4319"/>
                    <a:pt x="2602" y="1884"/>
                  </a:cubicBezTo>
                  <a:cubicBezTo>
                    <a:pt x="3336" y="983"/>
                    <a:pt x="4404" y="450"/>
                    <a:pt x="5538" y="416"/>
                  </a:cubicBezTo>
                  <a:close/>
                  <a:moveTo>
                    <a:pt x="5522" y="1"/>
                  </a:moveTo>
                  <a:cubicBezTo>
                    <a:pt x="4578" y="1"/>
                    <a:pt x="3409" y="339"/>
                    <a:pt x="2302" y="1584"/>
                  </a:cubicBezTo>
                  <a:cubicBezTo>
                    <a:pt x="1" y="4186"/>
                    <a:pt x="167" y="6487"/>
                    <a:pt x="1502" y="11191"/>
                  </a:cubicBezTo>
                  <a:cubicBezTo>
                    <a:pt x="2836" y="15894"/>
                    <a:pt x="4204" y="19463"/>
                    <a:pt x="5104" y="20564"/>
                  </a:cubicBezTo>
                  <a:cubicBezTo>
                    <a:pt x="5304" y="20798"/>
                    <a:pt x="5538" y="21131"/>
                    <a:pt x="5805" y="21565"/>
                  </a:cubicBezTo>
                  <a:cubicBezTo>
                    <a:pt x="6839" y="23099"/>
                    <a:pt x="8273" y="25201"/>
                    <a:pt x="9941" y="25201"/>
                  </a:cubicBezTo>
                  <a:lnTo>
                    <a:pt x="10008" y="25167"/>
                  </a:lnTo>
                  <a:lnTo>
                    <a:pt x="10041" y="25167"/>
                  </a:lnTo>
                  <a:cubicBezTo>
                    <a:pt x="10208" y="25101"/>
                    <a:pt x="13610" y="24000"/>
                    <a:pt x="14211" y="21965"/>
                  </a:cubicBezTo>
                  <a:cubicBezTo>
                    <a:pt x="14811" y="20064"/>
                    <a:pt x="13911" y="19230"/>
                    <a:pt x="13677" y="19063"/>
                  </a:cubicBezTo>
                  <a:lnTo>
                    <a:pt x="12243" y="16494"/>
                  </a:lnTo>
                  <a:lnTo>
                    <a:pt x="11676" y="14393"/>
                  </a:lnTo>
                  <a:cubicBezTo>
                    <a:pt x="11676" y="14360"/>
                    <a:pt x="9741" y="9856"/>
                    <a:pt x="9174" y="7488"/>
                  </a:cubicBezTo>
                  <a:cubicBezTo>
                    <a:pt x="8607" y="5120"/>
                    <a:pt x="7539" y="650"/>
                    <a:pt x="7539" y="616"/>
                  </a:cubicBezTo>
                  <a:cubicBezTo>
                    <a:pt x="7539" y="550"/>
                    <a:pt x="7506" y="516"/>
                    <a:pt x="7439" y="483"/>
                  </a:cubicBezTo>
                  <a:cubicBezTo>
                    <a:pt x="7421" y="465"/>
                    <a:pt x="6627" y="1"/>
                    <a:pt x="5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6"/>
            <p:cNvSpPr/>
            <p:nvPr/>
          </p:nvSpPr>
          <p:spPr>
            <a:xfrm>
              <a:off x="4502550" y="3810625"/>
              <a:ext cx="67575" cy="36775"/>
            </a:xfrm>
            <a:custGeom>
              <a:avLst/>
              <a:gdLst/>
              <a:ahLst/>
              <a:cxnLst/>
              <a:rect l="l" t="t" r="r" b="b"/>
              <a:pathLst>
                <a:path w="2703" h="1471" extrusionOk="0">
                  <a:moveTo>
                    <a:pt x="2483" y="1"/>
                  </a:moveTo>
                  <a:cubicBezTo>
                    <a:pt x="2444" y="1"/>
                    <a:pt x="2404" y="12"/>
                    <a:pt x="2369" y="36"/>
                  </a:cubicBezTo>
                  <a:cubicBezTo>
                    <a:pt x="1668" y="436"/>
                    <a:pt x="935" y="770"/>
                    <a:pt x="201" y="1036"/>
                  </a:cubicBezTo>
                  <a:cubicBezTo>
                    <a:pt x="67" y="1070"/>
                    <a:pt x="1" y="1170"/>
                    <a:pt x="34" y="1303"/>
                  </a:cubicBezTo>
                  <a:cubicBezTo>
                    <a:pt x="34" y="1403"/>
                    <a:pt x="134" y="1470"/>
                    <a:pt x="234" y="1470"/>
                  </a:cubicBezTo>
                  <a:lnTo>
                    <a:pt x="267" y="1437"/>
                  </a:lnTo>
                  <a:cubicBezTo>
                    <a:pt x="1068" y="1170"/>
                    <a:pt x="1835" y="803"/>
                    <a:pt x="2569" y="403"/>
                  </a:cubicBezTo>
                  <a:cubicBezTo>
                    <a:pt x="2669" y="336"/>
                    <a:pt x="2703" y="202"/>
                    <a:pt x="2669" y="102"/>
                  </a:cubicBezTo>
                  <a:cubicBezTo>
                    <a:pt x="2626" y="38"/>
                    <a:pt x="2555" y="1"/>
                    <a:pt x="24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6"/>
            <p:cNvSpPr/>
            <p:nvPr/>
          </p:nvSpPr>
          <p:spPr>
            <a:xfrm>
              <a:off x="4473375" y="3798825"/>
              <a:ext cx="62550" cy="36900"/>
            </a:xfrm>
            <a:custGeom>
              <a:avLst/>
              <a:gdLst/>
              <a:ahLst/>
              <a:cxnLst/>
              <a:rect l="l" t="t" r="r" b="b"/>
              <a:pathLst>
                <a:path w="2502" h="1476" extrusionOk="0">
                  <a:moveTo>
                    <a:pt x="2275" y="1"/>
                  </a:moveTo>
                  <a:cubicBezTo>
                    <a:pt x="2262" y="1"/>
                    <a:pt x="2248" y="3"/>
                    <a:pt x="2235" y="7"/>
                  </a:cubicBezTo>
                  <a:cubicBezTo>
                    <a:pt x="2035" y="74"/>
                    <a:pt x="467" y="441"/>
                    <a:pt x="33" y="1141"/>
                  </a:cubicBezTo>
                  <a:cubicBezTo>
                    <a:pt x="0" y="1242"/>
                    <a:pt x="33" y="1375"/>
                    <a:pt x="100" y="1442"/>
                  </a:cubicBezTo>
                  <a:cubicBezTo>
                    <a:pt x="134" y="1442"/>
                    <a:pt x="167" y="1442"/>
                    <a:pt x="234" y="1475"/>
                  </a:cubicBezTo>
                  <a:cubicBezTo>
                    <a:pt x="300" y="1442"/>
                    <a:pt x="367" y="1408"/>
                    <a:pt x="400" y="1375"/>
                  </a:cubicBezTo>
                  <a:cubicBezTo>
                    <a:pt x="701" y="908"/>
                    <a:pt x="1901" y="541"/>
                    <a:pt x="2335" y="441"/>
                  </a:cubicBezTo>
                  <a:cubicBezTo>
                    <a:pt x="2435" y="408"/>
                    <a:pt x="2502" y="274"/>
                    <a:pt x="2469" y="174"/>
                  </a:cubicBezTo>
                  <a:cubicBezTo>
                    <a:pt x="2440" y="87"/>
                    <a:pt x="2361" y="1"/>
                    <a:pt x="2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6"/>
            <p:cNvSpPr/>
            <p:nvPr/>
          </p:nvSpPr>
          <p:spPr>
            <a:xfrm>
              <a:off x="4550075" y="3919750"/>
              <a:ext cx="80100" cy="63575"/>
            </a:xfrm>
            <a:custGeom>
              <a:avLst/>
              <a:gdLst/>
              <a:ahLst/>
              <a:cxnLst/>
              <a:rect l="l" t="t" r="r" b="b"/>
              <a:pathLst>
                <a:path w="3204" h="2543" extrusionOk="0">
                  <a:moveTo>
                    <a:pt x="3009" y="1"/>
                  </a:moveTo>
                  <a:cubicBezTo>
                    <a:pt x="2996" y="1"/>
                    <a:pt x="2983" y="3"/>
                    <a:pt x="2970" y="7"/>
                  </a:cubicBezTo>
                  <a:cubicBezTo>
                    <a:pt x="2703" y="7"/>
                    <a:pt x="101" y="274"/>
                    <a:pt x="34" y="1475"/>
                  </a:cubicBezTo>
                  <a:cubicBezTo>
                    <a:pt x="1" y="1775"/>
                    <a:pt x="101" y="2109"/>
                    <a:pt x="335" y="2309"/>
                  </a:cubicBezTo>
                  <a:cubicBezTo>
                    <a:pt x="568" y="2476"/>
                    <a:pt x="802" y="2542"/>
                    <a:pt x="1102" y="2542"/>
                  </a:cubicBezTo>
                  <a:cubicBezTo>
                    <a:pt x="1168" y="2542"/>
                    <a:pt x="1269" y="2542"/>
                    <a:pt x="1369" y="2509"/>
                  </a:cubicBezTo>
                  <a:cubicBezTo>
                    <a:pt x="1469" y="2476"/>
                    <a:pt x="1569" y="2375"/>
                    <a:pt x="1535" y="2275"/>
                  </a:cubicBezTo>
                  <a:cubicBezTo>
                    <a:pt x="1508" y="2165"/>
                    <a:pt x="1434" y="2100"/>
                    <a:pt x="1334" y="2100"/>
                  </a:cubicBezTo>
                  <a:cubicBezTo>
                    <a:pt x="1313" y="2100"/>
                    <a:pt x="1291" y="2103"/>
                    <a:pt x="1269" y="2109"/>
                  </a:cubicBezTo>
                  <a:cubicBezTo>
                    <a:pt x="1213" y="2116"/>
                    <a:pt x="1158" y="2121"/>
                    <a:pt x="1104" y="2121"/>
                  </a:cubicBezTo>
                  <a:cubicBezTo>
                    <a:pt x="927" y="2121"/>
                    <a:pt x="754" y="2077"/>
                    <a:pt x="601" y="1975"/>
                  </a:cubicBezTo>
                  <a:cubicBezTo>
                    <a:pt x="468" y="1842"/>
                    <a:pt x="401" y="1675"/>
                    <a:pt x="435" y="1508"/>
                  </a:cubicBezTo>
                  <a:cubicBezTo>
                    <a:pt x="501" y="774"/>
                    <a:pt x="2336" y="474"/>
                    <a:pt x="3003" y="407"/>
                  </a:cubicBezTo>
                  <a:cubicBezTo>
                    <a:pt x="3103" y="407"/>
                    <a:pt x="3203" y="307"/>
                    <a:pt x="3170" y="207"/>
                  </a:cubicBezTo>
                  <a:cubicBezTo>
                    <a:pt x="3170" y="91"/>
                    <a:pt x="3094" y="1"/>
                    <a:pt x="3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6"/>
            <p:cNvSpPr/>
            <p:nvPr/>
          </p:nvSpPr>
          <p:spPr>
            <a:xfrm>
              <a:off x="4509225" y="3143450"/>
              <a:ext cx="298575" cy="666275"/>
            </a:xfrm>
            <a:custGeom>
              <a:avLst/>
              <a:gdLst/>
              <a:ahLst/>
              <a:cxnLst/>
              <a:rect l="l" t="t" r="r" b="b"/>
              <a:pathLst>
                <a:path w="11943" h="26651" extrusionOk="0">
                  <a:moveTo>
                    <a:pt x="6837" y="1"/>
                  </a:moveTo>
                  <a:cubicBezTo>
                    <a:pt x="6793" y="1"/>
                    <a:pt x="6749" y="2"/>
                    <a:pt x="6705" y="4"/>
                  </a:cubicBezTo>
                  <a:cubicBezTo>
                    <a:pt x="5071" y="70"/>
                    <a:pt x="2436" y="4"/>
                    <a:pt x="1335" y="3106"/>
                  </a:cubicBezTo>
                  <a:cubicBezTo>
                    <a:pt x="201" y="6241"/>
                    <a:pt x="167" y="9744"/>
                    <a:pt x="67" y="12446"/>
                  </a:cubicBezTo>
                  <a:cubicBezTo>
                    <a:pt x="0" y="15148"/>
                    <a:pt x="568" y="17716"/>
                    <a:pt x="1201" y="18650"/>
                  </a:cubicBezTo>
                  <a:cubicBezTo>
                    <a:pt x="1835" y="19618"/>
                    <a:pt x="5438" y="25455"/>
                    <a:pt x="5871" y="26089"/>
                  </a:cubicBezTo>
                  <a:cubicBezTo>
                    <a:pt x="6086" y="26446"/>
                    <a:pt x="6606" y="26650"/>
                    <a:pt x="7289" y="26650"/>
                  </a:cubicBezTo>
                  <a:cubicBezTo>
                    <a:pt x="7882" y="26650"/>
                    <a:pt x="8597" y="26497"/>
                    <a:pt x="9340" y="26156"/>
                  </a:cubicBezTo>
                  <a:cubicBezTo>
                    <a:pt x="10942" y="25388"/>
                    <a:pt x="11942" y="23721"/>
                    <a:pt x="11876" y="22453"/>
                  </a:cubicBezTo>
                  <a:cubicBezTo>
                    <a:pt x="11842" y="21219"/>
                    <a:pt x="9841" y="15148"/>
                    <a:pt x="9841" y="15148"/>
                  </a:cubicBezTo>
                  <a:cubicBezTo>
                    <a:pt x="10108" y="14380"/>
                    <a:pt x="10274" y="13580"/>
                    <a:pt x="10308" y="12779"/>
                  </a:cubicBezTo>
                  <a:cubicBezTo>
                    <a:pt x="10441" y="11278"/>
                    <a:pt x="10475" y="9744"/>
                    <a:pt x="10408" y="8243"/>
                  </a:cubicBezTo>
                  <a:cubicBezTo>
                    <a:pt x="10808" y="6708"/>
                    <a:pt x="10808" y="5107"/>
                    <a:pt x="10408" y="3606"/>
                  </a:cubicBezTo>
                  <a:cubicBezTo>
                    <a:pt x="9759" y="1172"/>
                    <a:pt x="8415" y="1"/>
                    <a:pt x="6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6"/>
            <p:cNvSpPr/>
            <p:nvPr/>
          </p:nvSpPr>
          <p:spPr>
            <a:xfrm>
              <a:off x="4503375" y="3138400"/>
              <a:ext cx="309425" cy="676475"/>
            </a:xfrm>
            <a:custGeom>
              <a:avLst/>
              <a:gdLst/>
              <a:ahLst/>
              <a:cxnLst/>
              <a:rect l="l" t="t" r="r" b="b"/>
              <a:pathLst>
                <a:path w="12377" h="27059" extrusionOk="0">
                  <a:moveTo>
                    <a:pt x="7039" y="406"/>
                  </a:moveTo>
                  <a:cubicBezTo>
                    <a:pt x="8607" y="406"/>
                    <a:pt x="9841" y="1640"/>
                    <a:pt x="10442" y="3841"/>
                  </a:cubicBezTo>
                  <a:cubicBezTo>
                    <a:pt x="10842" y="5309"/>
                    <a:pt x="10842" y="6877"/>
                    <a:pt x="10442" y="8345"/>
                  </a:cubicBezTo>
                  <a:cubicBezTo>
                    <a:pt x="10442" y="8378"/>
                    <a:pt x="10442" y="8411"/>
                    <a:pt x="10442" y="8445"/>
                  </a:cubicBezTo>
                  <a:cubicBezTo>
                    <a:pt x="10508" y="9946"/>
                    <a:pt x="10475" y="11447"/>
                    <a:pt x="10342" y="12948"/>
                  </a:cubicBezTo>
                  <a:cubicBezTo>
                    <a:pt x="10275" y="13715"/>
                    <a:pt x="10142" y="14482"/>
                    <a:pt x="9875" y="15216"/>
                  </a:cubicBezTo>
                  <a:cubicBezTo>
                    <a:pt x="9875" y="15250"/>
                    <a:pt x="9875" y="15316"/>
                    <a:pt x="9875" y="15350"/>
                  </a:cubicBezTo>
                  <a:cubicBezTo>
                    <a:pt x="9908" y="15416"/>
                    <a:pt x="11876" y="21454"/>
                    <a:pt x="11909" y="22655"/>
                  </a:cubicBezTo>
                  <a:cubicBezTo>
                    <a:pt x="11976" y="23789"/>
                    <a:pt x="11042" y="25424"/>
                    <a:pt x="9508" y="26124"/>
                  </a:cubicBezTo>
                  <a:cubicBezTo>
                    <a:pt x="8754" y="26477"/>
                    <a:pt x="8062" y="26629"/>
                    <a:pt x="7505" y="26629"/>
                  </a:cubicBezTo>
                  <a:cubicBezTo>
                    <a:pt x="6905" y="26629"/>
                    <a:pt x="6463" y="26452"/>
                    <a:pt x="6272" y="26157"/>
                  </a:cubicBezTo>
                  <a:lnTo>
                    <a:pt x="5538" y="24957"/>
                  </a:lnTo>
                  <a:cubicBezTo>
                    <a:pt x="4337" y="23055"/>
                    <a:pt x="2102" y="19453"/>
                    <a:pt x="1602" y="18752"/>
                  </a:cubicBezTo>
                  <a:cubicBezTo>
                    <a:pt x="1002" y="17818"/>
                    <a:pt x="435" y="15283"/>
                    <a:pt x="535" y="12648"/>
                  </a:cubicBezTo>
                  <a:lnTo>
                    <a:pt x="535" y="12247"/>
                  </a:lnTo>
                  <a:cubicBezTo>
                    <a:pt x="601" y="9612"/>
                    <a:pt x="701" y="6310"/>
                    <a:pt x="1736" y="3374"/>
                  </a:cubicBezTo>
                  <a:cubicBezTo>
                    <a:pt x="2770" y="539"/>
                    <a:pt x="5005" y="472"/>
                    <a:pt x="6639" y="406"/>
                  </a:cubicBezTo>
                  <a:close/>
                  <a:moveTo>
                    <a:pt x="7090" y="0"/>
                  </a:moveTo>
                  <a:cubicBezTo>
                    <a:pt x="7029" y="0"/>
                    <a:pt x="6968" y="2"/>
                    <a:pt x="6906" y="5"/>
                  </a:cubicBezTo>
                  <a:lnTo>
                    <a:pt x="6639" y="5"/>
                  </a:lnTo>
                  <a:cubicBezTo>
                    <a:pt x="4971" y="72"/>
                    <a:pt x="2469" y="139"/>
                    <a:pt x="1335" y="3241"/>
                  </a:cubicBezTo>
                  <a:cubicBezTo>
                    <a:pt x="268" y="6277"/>
                    <a:pt x="168" y="9579"/>
                    <a:pt x="101" y="12247"/>
                  </a:cubicBezTo>
                  <a:lnTo>
                    <a:pt x="101" y="12648"/>
                  </a:lnTo>
                  <a:cubicBezTo>
                    <a:pt x="1" y="15383"/>
                    <a:pt x="635" y="18018"/>
                    <a:pt x="1269" y="18986"/>
                  </a:cubicBezTo>
                  <a:cubicBezTo>
                    <a:pt x="1736" y="19686"/>
                    <a:pt x="3970" y="23289"/>
                    <a:pt x="5171" y="25190"/>
                  </a:cubicBezTo>
                  <a:cubicBezTo>
                    <a:pt x="5538" y="25824"/>
                    <a:pt x="5805" y="26258"/>
                    <a:pt x="5905" y="26424"/>
                  </a:cubicBezTo>
                  <a:cubicBezTo>
                    <a:pt x="6205" y="26858"/>
                    <a:pt x="6772" y="27058"/>
                    <a:pt x="7506" y="27058"/>
                  </a:cubicBezTo>
                  <a:cubicBezTo>
                    <a:pt x="8240" y="27025"/>
                    <a:pt x="8974" y="26858"/>
                    <a:pt x="9641" y="26524"/>
                  </a:cubicBezTo>
                  <a:cubicBezTo>
                    <a:pt x="11376" y="25724"/>
                    <a:pt x="12376" y="23923"/>
                    <a:pt x="12310" y="22655"/>
                  </a:cubicBezTo>
                  <a:cubicBezTo>
                    <a:pt x="12243" y="21454"/>
                    <a:pt x="10508" y="16050"/>
                    <a:pt x="10275" y="15316"/>
                  </a:cubicBezTo>
                  <a:cubicBezTo>
                    <a:pt x="10508" y="14582"/>
                    <a:pt x="10675" y="13782"/>
                    <a:pt x="10742" y="13015"/>
                  </a:cubicBezTo>
                  <a:cubicBezTo>
                    <a:pt x="10875" y="11480"/>
                    <a:pt x="10909" y="9979"/>
                    <a:pt x="10842" y="8478"/>
                  </a:cubicBezTo>
                  <a:cubicBezTo>
                    <a:pt x="11242" y="6910"/>
                    <a:pt x="11242" y="5276"/>
                    <a:pt x="10842" y="3741"/>
                  </a:cubicBezTo>
                  <a:cubicBezTo>
                    <a:pt x="10198" y="1357"/>
                    <a:pt x="8807" y="0"/>
                    <a:pt x="7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6"/>
            <p:cNvSpPr/>
            <p:nvPr/>
          </p:nvSpPr>
          <p:spPr>
            <a:xfrm>
              <a:off x="4620125" y="3660750"/>
              <a:ext cx="160150" cy="99075"/>
            </a:xfrm>
            <a:custGeom>
              <a:avLst/>
              <a:gdLst/>
              <a:ahLst/>
              <a:cxnLst/>
              <a:rect l="l" t="t" r="r" b="b"/>
              <a:pathLst>
                <a:path w="6406" h="3963" extrusionOk="0">
                  <a:moveTo>
                    <a:pt x="2437" y="1"/>
                  </a:moveTo>
                  <a:cubicBezTo>
                    <a:pt x="2212" y="1"/>
                    <a:pt x="1989" y="50"/>
                    <a:pt x="1769" y="160"/>
                  </a:cubicBezTo>
                  <a:cubicBezTo>
                    <a:pt x="635" y="627"/>
                    <a:pt x="1" y="1861"/>
                    <a:pt x="234" y="3095"/>
                  </a:cubicBezTo>
                  <a:cubicBezTo>
                    <a:pt x="261" y="3202"/>
                    <a:pt x="347" y="3250"/>
                    <a:pt x="435" y="3250"/>
                  </a:cubicBezTo>
                  <a:cubicBezTo>
                    <a:pt x="568" y="3250"/>
                    <a:pt x="708" y="3142"/>
                    <a:pt x="668" y="2962"/>
                  </a:cubicBezTo>
                  <a:cubicBezTo>
                    <a:pt x="635" y="2928"/>
                    <a:pt x="268" y="1394"/>
                    <a:pt x="1969" y="560"/>
                  </a:cubicBezTo>
                  <a:cubicBezTo>
                    <a:pt x="2123" y="485"/>
                    <a:pt x="2284" y="450"/>
                    <a:pt x="2448" y="450"/>
                  </a:cubicBezTo>
                  <a:cubicBezTo>
                    <a:pt x="3811" y="450"/>
                    <a:pt x="5440" y="2821"/>
                    <a:pt x="6005" y="3862"/>
                  </a:cubicBezTo>
                  <a:cubicBezTo>
                    <a:pt x="6039" y="3929"/>
                    <a:pt x="6105" y="3963"/>
                    <a:pt x="6172" y="3963"/>
                  </a:cubicBezTo>
                  <a:cubicBezTo>
                    <a:pt x="6205" y="3963"/>
                    <a:pt x="6239" y="3963"/>
                    <a:pt x="6272" y="3929"/>
                  </a:cubicBezTo>
                  <a:cubicBezTo>
                    <a:pt x="6372" y="3862"/>
                    <a:pt x="6406" y="3729"/>
                    <a:pt x="6372" y="3629"/>
                  </a:cubicBezTo>
                  <a:cubicBezTo>
                    <a:pt x="6253" y="3480"/>
                    <a:pt x="4322" y="1"/>
                    <a:pt x="2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6"/>
            <p:cNvSpPr/>
            <p:nvPr/>
          </p:nvSpPr>
          <p:spPr>
            <a:xfrm>
              <a:off x="4557600" y="3505875"/>
              <a:ext cx="63500" cy="47975"/>
            </a:xfrm>
            <a:custGeom>
              <a:avLst/>
              <a:gdLst/>
              <a:ahLst/>
              <a:cxnLst/>
              <a:rect l="l" t="t" r="r" b="b"/>
              <a:pathLst>
                <a:path w="2540" h="1919" extrusionOk="0">
                  <a:moveTo>
                    <a:pt x="2251" y="1"/>
                  </a:moveTo>
                  <a:cubicBezTo>
                    <a:pt x="2225" y="1"/>
                    <a:pt x="2198" y="6"/>
                    <a:pt x="2168" y="17"/>
                  </a:cubicBezTo>
                  <a:cubicBezTo>
                    <a:pt x="1301" y="284"/>
                    <a:pt x="534" y="851"/>
                    <a:pt x="34" y="1618"/>
                  </a:cubicBezTo>
                  <a:cubicBezTo>
                    <a:pt x="0" y="1718"/>
                    <a:pt x="34" y="1818"/>
                    <a:pt x="134" y="1885"/>
                  </a:cubicBezTo>
                  <a:cubicBezTo>
                    <a:pt x="134" y="1918"/>
                    <a:pt x="200" y="1918"/>
                    <a:pt x="234" y="1918"/>
                  </a:cubicBezTo>
                  <a:cubicBezTo>
                    <a:pt x="300" y="1918"/>
                    <a:pt x="367" y="1885"/>
                    <a:pt x="400" y="1818"/>
                  </a:cubicBezTo>
                  <a:cubicBezTo>
                    <a:pt x="867" y="1151"/>
                    <a:pt x="1535" y="651"/>
                    <a:pt x="2302" y="417"/>
                  </a:cubicBezTo>
                  <a:cubicBezTo>
                    <a:pt x="2539" y="328"/>
                    <a:pt x="2460" y="1"/>
                    <a:pt x="2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6"/>
            <p:cNvSpPr/>
            <p:nvPr/>
          </p:nvSpPr>
          <p:spPr>
            <a:xfrm>
              <a:off x="4632900" y="3492950"/>
              <a:ext cx="37300" cy="15075"/>
            </a:xfrm>
            <a:custGeom>
              <a:avLst/>
              <a:gdLst/>
              <a:ahLst/>
              <a:cxnLst/>
              <a:rect l="l" t="t" r="r" b="b"/>
              <a:pathLst>
                <a:path w="1492" h="603" extrusionOk="0">
                  <a:moveTo>
                    <a:pt x="1158" y="0"/>
                  </a:moveTo>
                  <a:cubicBezTo>
                    <a:pt x="858" y="34"/>
                    <a:pt x="557" y="100"/>
                    <a:pt x="257" y="167"/>
                  </a:cubicBezTo>
                  <a:cubicBezTo>
                    <a:pt x="0" y="199"/>
                    <a:pt x="22" y="602"/>
                    <a:pt x="292" y="602"/>
                  </a:cubicBezTo>
                  <a:cubicBezTo>
                    <a:pt x="302" y="602"/>
                    <a:pt x="313" y="602"/>
                    <a:pt x="324" y="601"/>
                  </a:cubicBezTo>
                  <a:lnTo>
                    <a:pt x="391" y="601"/>
                  </a:lnTo>
                  <a:cubicBezTo>
                    <a:pt x="657" y="534"/>
                    <a:pt x="924" y="467"/>
                    <a:pt x="1225" y="434"/>
                  </a:cubicBezTo>
                  <a:cubicBezTo>
                    <a:pt x="1491" y="400"/>
                    <a:pt x="1458" y="0"/>
                    <a:pt x="11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6"/>
            <p:cNvSpPr/>
            <p:nvPr/>
          </p:nvSpPr>
          <p:spPr>
            <a:xfrm>
              <a:off x="4586425" y="3517650"/>
              <a:ext cx="75150" cy="37200"/>
            </a:xfrm>
            <a:custGeom>
              <a:avLst/>
              <a:gdLst/>
              <a:ahLst/>
              <a:cxnLst/>
              <a:rect l="l" t="t" r="r" b="b"/>
              <a:pathLst>
                <a:path w="3006" h="1488" extrusionOk="0">
                  <a:moveTo>
                    <a:pt x="2714" y="1"/>
                  </a:moveTo>
                  <a:cubicBezTo>
                    <a:pt x="2672" y="1"/>
                    <a:pt x="2628" y="14"/>
                    <a:pt x="2583" y="46"/>
                  </a:cubicBezTo>
                  <a:cubicBezTo>
                    <a:pt x="1849" y="447"/>
                    <a:pt x="1049" y="813"/>
                    <a:pt x="248" y="1080"/>
                  </a:cubicBezTo>
                  <a:cubicBezTo>
                    <a:pt x="0" y="1111"/>
                    <a:pt x="40" y="1488"/>
                    <a:pt x="261" y="1488"/>
                  </a:cubicBezTo>
                  <a:cubicBezTo>
                    <a:pt x="278" y="1488"/>
                    <a:pt x="296" y="1485"/>
                    <a:pt x="315" y="1481"/>
                  </a:cubicBezTo>
                  <a:lnTo>
                    <a:pt x="382" y="1481"/>
                  </a:lnTo>
                  <a:cubicBezTo>
                    <a:pt x="1249" y="1180"/>
                    <a:pt x="2049" y="813"/>
                    <a:pt x="2817" y="380"/>
                  </a:cubicBezTo>
                  <a:cubicBezTo>
                    <a:pt x="3006" y="245"/>
                    <a:pt x="2889" y="1"/>
                    <a:pt x="2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6"/>
            <p:cNvSpPr/>
            <p:nvPr/>
          </p:nvSpPr>
          <p:spPr>
            <a:xfrm>
              <a:off x="4528400" y="2982800"/>
              <a:ext cx="693850" cy="1342425"/>
            </a:xfrm>
            <a:custGeom>
              <a:avLst/>
              <a:gdLst/>
              <a:ahLst/>
              <a:cxnLst/>
              <a:rect l="l" t="t" r="r" b="b"/>
              <a:pathLst>
                <a:path w="27754" h="53697" extrusionOk="0">
                  <a:moveTo>
                    <a:pt x="23554" y="0"/>
                  </a:moveTo>
                  <a:cubicBezTo>
                    <a:pt x="23250" y="0"/>
                    <a:pt x="22975" y="39"/>
                    <a:pt x="22750" y="125"/>
                  </a:cubicBezTo>
                  <a:cubicBezTo>
                    <a:pt x="21616" y="525"/>
                    <a:pt x="19781" y="892"/>
                    <a:pt x="17280" y="5462"/>
                  </a:cubicBezTo>
                  <a:cubicBezTo>
                    <a:pt x="14778" y="9999"/>
                    <a:pt x="14344" y="13902"/>
                    <a:pt x="14411" y="15703"/>
                  </a:cubicBezTo>
                  <a:cubicBezTo>
                    <a:pt x="14511" y="17537"/>
                    <a:pt x="14278" y="23642"/>
                    <a:pt x="14278" y="23642"/>
                  </a:cubicBezTo>
                  <a:lnTo>
                    <a:pt x="12410" y="27278"/>
                  </a:lnTo>
                  <a:cubicBezTo>
                    <a:pt x="11642" y="28212"/>
                    <a:pt x="10842" y="29079"/>
                    <a:pt x="10008" y="29913"/>
                  </a:cubicBezTo>
                  <a:cubicBezTo>
                    <a:pt x="8874" y="30914"/>
                    <a:pt x="5638" y="33549"/>
                    <a:pt x="3270" y="39453"/>
                  </a:cubicBezTo>
                  <a:cubicBezTo>
                    <a:pt x="901" y="45357"/>
                    <a:pt x="1" y="53697"/>
                    <a:pt x="1" y="53697"/>
                  </a:cubicBezTo>
                  <a:lnTo>
                    <a:pt x="21750" y="46925"/>
                  </a:lnTo>
                  <a:cubicBezTo>
                    <a:pt x="21750" y="46925"/>
                    <a:pt x="22483" y="41321"/>
                    <a:pt x="23217" y="34883"/>
                  </a:cubicBezTo>
                  <a:cubicBezTo>
                    <a:pt x="23918" y="28412"/>
                    <a:pt x="23651" y="26310"/>
                    <a:pt x="23884" y="22174"/>
                  </a:cubicBezTo>
                  <a:cubicBezTo>
                    <a:pt x="24085" y="18004"/>
                    <a:pt x="24785" y="13334"/>
                    <a:pt x="24652" y="11100"/>
                  </a:cubicBezTo>
                  <a:cubicBezTo>
                    <a:pt x="24552" y="8898"/>
                    <a:pt x="27754" y="2293"/>
                    <a:pt x="27053" y="1359"/>
                  </a:cubicBezTo>
                  <a:cubicBezTo>
                    <a:pt x="26465" y="637"/>
                    <a:pt x="24782" y="0"/>
                    <a:pt x="235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6"/>
            <p:cNvSpPr/>
            <p:nvPr/>
          </p:nvSpPr>
          <p:spPr>
            <a:xfrm>
              <a:off x="4522575" y="2977325"/>
              <a:ext cx="696350" cy="1352900"/>
            </a:xfrm>
            <a:custGeom>
              <a:avLst/>
              <a:gdLst/>
              <a:ahLst/>
              <a:cxnLst/>
              <a:rect l="l" t="t" r="r" b="b"/>
              <a:pathLst>
                <a:path w="27854" h="54116" extrusionOk="0">
                  <a:moveTo>
                    <a:pt x="23823" y="1"/>
                  </a:moveTo>
                  <a:cubicBezTo>
                    <a:pt x="23481" y="1"/>
                    <a:pt x="23169" y="46"/>
                    <a:pt x="22917" y="144"/>
                  </a:cubicBezTo>
                  <a:lnTo>
                    <a:pt x="22650" y="211"/>
                  </a:lnTo>
                  <a:cubicBezTo>
                    <a:pt x="21482" y="644"/>
                    <a:pt x="19681" y="1278"/>
                    <a:pt x="17313" y="5581"/>
                  </a:cubicBezTo>
                  <a:cubicBezTo>
                    <a:pt x="14477" y="10751"/>
                    <a:pt x="14410" y="14821"/>
                    <a:pt x="14444" y="15955"/>
                  </a:cubicBezTo>
                  <a:cubicBezTo>
                    <a:pt x="14511" y="17656"/>
                    <a:pt x="14310" y="23227"/>
                    <a:pt x="14310" y="23794"/>
                  </a:cubicBezTo>
                  <a:lnTo>
                    <a:pt x="12476" y="27397"/>
                  </a:lnTo>
                  <a:cubicBezTo>
                    <a:pt x="11742" y="28297"/>
                    <a:pt x="10941" y="29165"/>
                    <a:pt x="10107" y="29965"/>
                  </a:cubicBezTo>
                  <a:lnTo>
                    <a:pt x="9841" y="30199"/>
                  </a:lnTo>
                  <a:cubicBezTo>
                    <a:pt x="8573" y="31333"/>
                    <a:pt x="5537" y="34035"/>
                    <a:pt x="3303" y="39605"/>
                  </a:cubicBezTo>
                  <a:cubicBezTo>
                    <a:pt x="968" y="45443"/>
                    <a:pt x="34" y="53816"/>
                    <a:pt x="34" y="53882"/>
                  </a:cubicBezTo>
                  <a:cubicBezTo>
                    <a:pt x="0" y="54016"/>
                    <a:pt x="100" y="54116"/>
                    <a:pt x="200" y="54116"/>
                  </a:cubicBezTo>
                  <a:lnTo>
                    <a:pt x="234" y="54116"/>
                  </a:lnTo>
                  <a:cubicBezTo>
                    <a:pt x="334" y="54116"/>
                    <a:pt x="434" y="54049"/>
                    <a:pt x="434" y="53949"/>
                  </a:cubicBezTo>
                  <a:cubicBezTo>
                    <a:pt x="467" y="53849"/>
                    <a:pt x="1368" y="45576"/>
                    <a:pt x="3703" y="39772"/>
                  </a:cubicBezTo>
                  <a:cubicBezTo>
                    <a:pt x="5871" y="34302"/>
                    <a:pt x="8873" y="31633"/>
                    <a:pt x="10141" y="30499"/>
                  </a:cubicBezTo>
                  <a:lnTo>
                    <a:pt x="10374" y="30299"/>
                  </a:lnTo>
                  <a:cubicBezTo>
                    <a:pt x="11242" y="29465"/>
                    <a:pt x="12042" y="28598"/>
                    <a:pt x="12809" y="27664"/>
                  </a:cubicBezTo>
                  <a:lnTo>
                    <a:pt x="12809" y="27630"/>
                  </a:lnTo>
                  <a:lnTo>
                    <a:pt x="14677" y="23928"/>
                  </a:lnTo>
                  <a:cubicBezTo>
                    <a:pt x="14711" y="23894"/>
                    <a:pt x="14711" y="23861"/>
                    <a:pt x="14711" y="23827"/>
                  </a:cubicBezTo>
                  <a:cubicBezTo>
                    <a:pt x="14711" y="23794"/>
                    <a:pt x="14944" y="17723"/>
                    <a:pt x="14877" y="15922"/>
                  </a:cubicBezTo>
                  <a:cubicBezTo>
                    <a:pt x="14811" y="14821"/>
                    <a:pt x="14877" y="10852"/>
                    <a:pt x="17679" y="5781"/>
                  </a:cubicBezTo>
                  <a:cubicBezTo>
                    <a:pt x="19981" y="1612"/>
                    <a:pt x="21649" y="1045"/>
                    <a:pt x="22783" y="611"/>
                  </a:cubicBezTo>
                  <a:lnTo>
                    <a:pt x="23050" y="511"/>
                  </a:lnTo>
                  <a:cubicBezTo>
                    <a:pt x="23248" y="440"/>
                    <a:pt x="23494" y="408"/>
                    <a:pt x="23767" y="408"/>
                  </a:cubicBezTo>
                  <a:cubicBezTo>
                    <a:pt x="24919" y="408"/>
                    <a:pt x="26553" y="984"/>
                    <a:pt x="27120" y="1712"/>
                  </a:cubicBezTo>
                  <a:cubicBezTo>
                    <a:pt x="27420" y="2112"/>
                    <a:pt x="26653" y="4380"/>
                    <a:pt x="26019" y="6215"/>
                  </a:cubicBezTo>
                  <a:cubicBezTo>
                    <a:pt x="25352" y="8216"/>
                    <a:pt x="24651" y="10251"/>
                    <a:pt x="24684" y="11352"/>
                  </a:cubicBezTo>
                  <a:cubicBezTo>
                    <a:pt x="24651" y="13187"/>
                    <a:pt x="24551" y="15055"/>
                    <a:pt x="24351" y="16889"/>
                  </a:cubicBezTo>
                  <a:cubicBezTo>
                    <a:pt x="24184" y="18590"/>
                    <a:pt x="23984" y="20558"/>
                    <a:pt x="23884" y="22360"/>
                  </a:cubicBezTo>
                  <a:cubicBezTo>
                    <a:pt x="23817" y="23727"/>
                    <a:pt x="23784" y="24895"/>
                    <a:pt x="23784" y="26029"/>
                  </a:cubicBezTo>
                  <a:cubicBezTo>
                    <a:pt x="23750" y="29031"/>
                    <a:pt x="23584" y="32067"/>
                    <a:pt x="23217" y="35069"/>
                  </a:cubicBezTo>
                  <a:cubicBezTo>
                    <a:pt x="22516" y="41440"/>
                    <a:pt x="21749" y="47077"/>
                    <a:pt x="21749" y="47111"/>
                  </a:cubicBezTo>
                  <a:cubicBezTo>
                    <a:pt x="21749" y="47244"/>
                    <a:pt x="21816" y="47344"/>
                    <a:pt x="21949" y="47344"/>
                  </a:cubicBezTo>
                  <a:cubicBezTo>
                    <a:pt x="21963" y="47349"/>
                    <a:pt x="21976" y="47351"/>
                    <a:pt x="21989" y="47351"/>
                  </a:cubicBezTo>
                  <a:cubicBezTo>
                    <a:pt x="22075" y="47351"/>
                    <a:pt x="22154" y="47264"/>
                    <a:pt x="22183" y="47178"/>
                  </a:cubicBezTo>
                  <a:cubicBezTo>
                    <a:pt x="22183" y="47111"/>
                    <a:pt x="22950" y="41507"/>
                    <a:pt x="23650" y="35136"/>
                  </a:cubicBezTo>
                  <a:cubicBezTo>
                    <a:pt x="24017" y="32100"/>
                    <a:pt x="24184" y="29065"/>
                    <a:pt x="24217" y="26029"/>
                  </a:cubicBezTo>
                  <a:cubicBezTo>
                    <a:pt x="24251" y="24928"/>
                    <a:pt x="24251" y="23761"/>
                    <a:pt x="24318" y="22426"/>
                  </a:cubicBezTo>
                  <a:cubicBezTo>
                    <a:pt x="24418" y="20625"/>
                    <a:pt x="24584" y="18657"/>
                    <a:pt x="24751" y="16923"/>
                  </a:cubicBezTo>
                  <a:cubicBezTo>
                    <a:pt x="24951" y="15088"/>
                    <a:pt x="25085" y="13220"/>
                    <a:pt x="25118" y="11352"/>
                  </a:cubicBezTo>
                  <a:cubicBezTo>
                    <a:pt x="25051" y="10318"/>
                    <a:pt x="25752" y="8316"/>
                    <a:pt x="26419" y="6348"/>
                  </a:cubicBezTo>
                  <a:cubicBezTo>
                    <a:pt x="27320" y="3680"/>
                    <a:pt x="27853" y="2012"/>
                    <a:pt x="27453" y="1478"/>
                  </a:cubicBezTo>
                  <a:cubicBezTo>
                    <a:pt x="26821" y="635"/>
                    <a:pt x="25108" y="1"/>
                    <a:pt x="238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6"/>
            <p:cNvSpPr/>
            <p:nvPr/>
          </p:nvSpPr>
          <p:spPr>
            <a:xfrm>
              <a:off x="5046275" y="2997050"/>
              <a:ext cx="137625" cy="194875"/>
            </a:xfrm>
            <a:custGeom>
              <a:avLst/>
              <a:gdLst/>
              <a:ahLst/>
              <a:cxnLst/>
              <a:rect l="l" t="t" r="r" b="b"/>
              <a:pathLst>
                <a:path w="5505" h="7795" extrusionOk="0">
                  <a:moveTo>
                    <a:pt x="4601" y="1"/>
                  </a:moveTo>
                  <a:cubicBezTo>
                    <a:pt x="3862" y="1"/>
                    <a:pt x="2764" y="92"/>
                    <a:pt x="2335" y="656"/>
                  </a:cubicBezTo>
                  <a:cubicBezTo>
                    <a:pt x="1802" y="1356"/>
                    <a:pt x="0" y="5559"/>
                    <a:pt x="801" y="6627"/>
                  </a:cubicBezTo>
                  <a:cubicBezTo>
                    <a:pt x="1335" y="7394"/>
                    <a:pt x="2569" y="7794"/>
                    <a:pt x="3403" y="7794"/>
                  </a:cubicBezTo>
                  <a:cubicBezTo>
                    <a:pt x="3570" y="7794"/>
                    <a:pt x="3736" y="7761"/>
                    <a:pt x="3903" y="7694"/>
                  </a:cubicBezTo>
                  <a:cubicBezTo>
                    <a:pt x="4003" y="7661"/>
                    <a:pt x="4070" y="7527"/>
                    <a:pt x="4003" y="7427"/>
                  </a:cubicBezTo>
                  <a:cubicBezTo>
                    <a:pt x="3978" y="7352"/>
                    <a:pt x="3897" y="7315"/>
                    <a:pt x="3816" y="7315"/>
                  </a:cubicBezTo>
                  <a:cubicBezTo>
                    <a:pt x="3789" y="7315"/>
                    <a:pt x="3762" y="7319"/>
                    <a:pt x="3736" y="7327"/>
                  </a:cubicBezTo>
                  <a:cubicBezTo>
                    <a:pt x="3666" y="7357"/>
                    <a:pt x="3558" y="7372"/>
                    <a:pt x="3425" y="7372"/>
                  </a:cubicBezTo>
                  <a:cubicBezTo>
                    <a:pt x="2803" y="7372"/>
                    <a:pt x="1629" y="7047"/>
                    <a:pt x="1135" y="6360"/>
                  </a:cubicBezTo>
                  <a:cubicBezTo>
                    <a:pt x="568" y="5593"/>
                    <a:pt x="2069" y="1657"/>
                    <a:pt x="2669" y="923"/>
                  </a:cubicBezTo>
                  <a:cubicBezTo>
                    <a:pt x="2977" y="520"/>
                    <a:pt x="3875" y="420"/>
                    <a:pt x="4573" y="420"/>
                  </a:cubicBezTo>
                  <a:cubicBezTo>
                    <a:pt x="4856" y="420"/>
                    <a:pt x="5107" y="436"/>
                    <a:pt x="5271" y="456"/>
                  </a:cubicBezTo>
                  <a:cubicBezTo>
                    <a:pt x="5404" y="456"/>
                    <a:pt x="5504" y="389"/>
                    <a:pt x="5504" y="256"/>
                  </a:cubicBezTo>
                  <a:cubicBezTo>
                    <a:pt x="5504" y="155"/>
                    <a:pt x="5438" y="55"/>
                    <a:pt x="5304" y="22"/>
                  </a:cubicBezTo>
                  <a:cubicBezTo>
                    <a:pt x="5229" y="22"/>
                    <a:pt x="4956" y="1"/>
                    <a:pt x="4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6"/>
            <p:cNvSpPr/>
            <p:nvPr/>
          </p:nvSpPr>
          <p:spPr>
            <a:xfrm>
              <a:off x="5052950" y="3338225"/>
              <a:ext cx="75075" cy="14650"/>
            </a:xfrm>
            <a:custGeom>
              <a:avLst/>
              <a:gdLst/>
              <a:ahLst/>
              <a:cxnLst/>
              <a:rect l="l" t="t" r="r" b="b"/>
              <a:pathLst>
                <a:path w="3003" h="586" extrusionOk="0">
                  <a:moveTo>
                    <a:pt x="1635" y="0"/>
                  </a:moveTo>
                  <a:cubicBezTo>
                    <a:pt x="1121" y="0"/>
                    <a:pt x="554" y="49"/>
                    <a:pt x="200" y="218"/>
                  </a:cubicBezTo>
                  <a:cubicBezTo>
                    <a:pt x="0" y="285"/>
                    <a:pt x="67" y="585"/>
                    <a:pt x="267" y="585"/>
                  </a:cubicBezTo>
                  <a:lnTo>
                    <a:pt x="367" y="585"/>
                  </a:lnTo>
                  <a:cubicBezTo>
                    <a:pt x="634" y="452"/>
                    <a:pt x="1109" y="410"/>
                    <a:pt x="1581" y="410"/>
                  </a:cubicBezTo>
                  <a:cubicBezTo>
                    <a:pt x="2052" y="410"/>
                    <a:pt x="2519" y="452"/>
                    <a:pt x="2769" y="485"/>
                  </a:cubicBezTo>
                  <a:cubicBezTo>
                    <a:pt x="2782" y="490"/>
                    <a:pt x="2796" y="492"/>
                    <a:pt x="2809" y="492"/>
                  </a:cubicBezTo>
                  <a:cubicBezTo>
                    <a:pt x="2895" y="492"/>
                    <a:pt x="2974" y="405"/>
                    <a:pt x="3002" y="318"/>
                  </a:cubicBezTo>
                  <a:cubicBezTo>
                    <a:pt x="3002" y="185"/>
                    <a:pt x="2936" y="85"/>
                    <a:pt x="2802" y="85"/>
                  </a:cubicBezTo>
                  <a:cubicBezTo>
                    <a:pt x="2766" y="67"/>
                    <a:pt x="2236" y="0"/>
                    <a:pt x="163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6"/>
            <p:cNvSpPr/>
            <p:nvPr/>
          </p:nvSpPr>
          <p:spPr>
            <a:xfrm>
              <a:off x="5028975" y="3359400"/>
              <a:ext cx="89400" cy="20975"/>
            </a:xfrm>
            <a:custGeom>
              <a:avLst/>
              <a:gdLst/>
              <a:ahLst/>
              <a:cxnLst/>
              <a:rect l="l" t="t" r="r" b="b"/>
              <a:pathLst>
                <a:path w="3576" h="839" extrusionOk="0">
                  <a:moveTo>
                    <a:pt x="274" y="1"/>
                  </a:moveTo>
                  <a:cubicBezTo>
                    <a:pt x="83" y="1"/>
                    <a:pt x="1" y="321"/>
                    <a:pt x="225" y="405"/>
                  </a:cubicBezTo>
                  <a:cubicBezTo>
                    <a:pt x="893" y="672"/>
                    <a:pt x="1593" y="839"/>
                    <a:pt x="2327" y="839"/>
                  </a:cubicBezTo>
                  <a:cubicBezTo>
                    <a:pt x="2661" y="839"/>
                    <a:pt x="2994" y="806"/>
                    <a:pt x="3328" y="739"/>
                  </a:cubicBezTo>
                  <a:cubicBezTo>
                    <a:pt x="3576" y="677"/>
                    <a:pt x="3507" y="298"/>
                    <a:pt x="3282" y="298"/>
                  </a:cubicBezTo>
                  <a:cubicBezTo>
                    <a:pt x="3265" y="298"/>
                    <a:pt x="3247" y="301"/>
                    <a:pt x="3228" y="305"/>
                  </a:cubicBezTo>
                  <a:cubicBezTo>
                    <a:pt x="2899" y="373"/>
                    <a:pt x="2570" y="407"/>
                    <a:pt x="2244" y="407"/>
                  </a:cubicBezTo>
                  <a:cubicBezTo>
                    <a:pt x="1611" y="407"/>
                    <a:pt x="987" y="281"/>
                    <a:pt x="392" y="38"/>
                  </a:cubicBezTo>
                  <a:cubicBezTo>
                    <a:pt x="350" y="12"/>
                    <a:pt x="310" y="1"/>
                    <a:pt x="2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6"/>
            <p:cNvSpPr/>
            <p:nvPr/>
          </p:nvSpPr>
          <p:spPr>
            <a:xfrm>
              <a:off x="5017925" y="3414725"/>
              <a:ext cx="77575" cy="30700"/>
            </a:xfrm>
            <a:custGeom>
              <a:avLst/>
              <a:gdLst/>
              <a:ahLst/>
              <a:cxnLst/>
              <a:rect l="l" t="t" r="r" b="b"/>
              <a:pathLst>
                <a:path w="3103" h="1228" extrusionOk="0">
                  <a:moveTo>
                    <a:pt x="223" y="0"/>
                  </a:moveTo>
                  <a:cubicBezTo>
                    <a:pt x="192" y="0"/>
                    <a:pt x="162" y="8"/>
                    <a:pt x="134" y="27"/>
                  </a:cubicBezTo>
                  <a:cubicBezTo>
                    <a:pt x="34" y="94"/>
                    <a:pt x="0" y="194"/>
                    <a:pt x="34" y="294"/>
                  </a:cubicBezTo>
                  <a:cubicBezTo>
                    <a:pt x="67" y="361"/>
                    <a:pt x="534" y="1228"/>
                    <a:pt x="2035" y="1228"/>
                  </a:cubicBezTo>
                  <a:cubicBezTo>
                    <a:pt x="2335" y="1228"/>
                    <a:pt x="2636" y="1194"/>
                    <a:pt x="2936" y="1128"/>
                  </a:cubicBezTo>
                  <a:cubicBezTo>
                    <a:pt x="3036" y="1128"/>
                    <a:pt x="3103" y="1028"/>
                    <a:pt x="3069" y="894"/>
                  </a:cubicBezTo>
                  <a:cubicBezTo>
                    <a:pt x="3069" y="808"/>
                    <a:pt x="2969" y="721"/>
                    <a:pt x="2877" y="721"/>
                  </a:cubicBezTo>
                  <a:cubicBezTo>
                    <a:pt x="2863" y="721"/>
                    <a:pt x="2849" y="723"/>
                    <a:pt x="2836" y="727"/>
                  </a:cubicBezTo>
                  <a:cubicBezTo>
                    <a:pt x="2530" y="788"/>
                    <a:pt x="2260" y="813"/>
                    <a:pt x="2022" y="813"/>
                  </a:cubicBezTo>
                  <a:cubicBezTo>
                    <a:pt x="807" y="813"/>
                    <a:pt x="434" y="155"/>
                    <a:pt x="434" y="127"/>
                  </a:cubicBezTo>
                  <a:cubicBezTo>
                    <a:pt x="386" y="55"/>
                    <a:pt x="303" y="0"/>
                    <a:pt x="2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0" name="Google Shape;610;p36"/>
          <p:cNvSpPr/>
          <p:nvPr/>
        </p:nvSpPr>
        <p:spPr>
          <a:xfrm rot="5400000">
            <a:off x="5926207" y="1216347"/>
            <a:ext cx="686339" cy="698696"/>
          </a:xfrm>
          <a:custGeom>
            <a:avLst/>
            <a:gdLst/>
            <a:ahLst/>
            <a:cxnLst/>
            <a:rect l="l" t="t" r="r" b="b"/>
            <a:pathLst>
              <a:path w="56934" h="57959" extrusionOk="0">
                <a:moveTo>
                  <a:pt x="26050" y="4038"/>
                </a:moveTo>
                <a:cubicBezTo>
                  <a:pt x="25946" y="4205"/>
                  <a:pt x="25862" y="4331"/>
                  <a:pt x="25757" y="4498"/>
                </a:cubicBezTo>
                <a:cubicBezTo>
                  <a:pt x="25653" y="4645"/>
                  <a:pt x="25569" y="4812"/>
                  <a:pt x="25506" y="4959"/>
                </a:cubicBezTo>
                <a:cubicBezTo>
                  <a:pt x="25360" y="4749"/>
                  <a:pt x="25213" y="4540"/>
                  <a:pt x="25088" y="4331"/>
                </a:cubicBezTo>
                <a:cubicBezTo>
                  <a:pt x="25402" y="4205"/>
                  <a:pt x="25716" y="4122"/>
                  <a:pt x="26050" y="4038"/>
                </a:cubicBezTo>
                <a:close/>
                <a:moveTo>
                  <a:pt x="31894" y="798"/>
                </a:moveTo>
                <a:cubicBezTo>
                  <a:pt x="33548" y="798"/>
                  <a:pt x="35220" y="1804"/>
                  <a:pt x="36910" y="3766"/>
                </a:cubicBezTo>
                <a:cubicBezTo>
                  <a:pt x="37077" y="3975"/>
                  <a:pt x="37265" y="4205"/>
                  <a:pt x="37433" y="4415"/>
                </a:cubicBezTo>
                <a:cubicBezTo>
                  <a:pt x="36282" y="6319"/>
                  <a:pt x="35592" y="9227"/>
                  <a:pt x="35382" y="13035"/>
                </a:cubicBezTo>
                <a:cubicBezTo>
                  <a:pt x="33667" y="8704"/>
                  <a:pt x="31114" y="3912"/>
                  <a:pt x="27536" y="3264"/>
                </a:cubicBezTo>
                <a:cubicBezTo>
                  <a:pt x="28791" y="1778"/>
                  <a:pt x="30131" y="941"/>
                  <a:pt x="31511" y="816"/>
                </a:cubicBezTo>
                <a:cubicBezTo>
                  <a:pt x="31639" y="804"/>
                  <a:pt x="31766" y="798"/>
                  <a:pt x="31894" y="798"/>
                </a:cubicBezTo>
                <a:close/>
                <a:moveTo>
                  <a:pt x="41558" y="2448"/>
                </a:moveTo>
                <a:cubicBezTo>
                  <a:pt x="42294" y="2448"/>
                  <a:pt x="43009" y="2797"/>
                  <a:pt x="43710" y="3515"/>
                </a:cubicBezTo>
                <a:cubicBezTo>
                  <a:pt x="44568" y="4415"/>
                  <a:pt x="45405" y="5858"/>
                  <a:pt x="46158" y="7783"/>
                </a:cubicBezTo>
                <a:cubicBezTo>
                  <a:pt x="44233" y="8788"/>
                  <a:pt x="43354" y="11361"/>
                  <a:pt x="43082" y="14395"/>
                </a:cubicBezTo>
                <a:cubicBezTo>
                  <a:pt x="41952" y="10733"/>
                  <a:pt x="40467" y="7239"/>
                  <a:pt x="38395" y="4415"/>
                </a:cubicBezTo>
                <a:cubicBezTo>
                  <a:pt x="39044" y="3473"/>
                  <a:pt x="39881" y="2824"/>
                  <a:pt x="40927" y="2531"/>
                </a:cubicBezTo>
                <a:cubicBezTo>
                  <a:pt x="41139" y="2476"/>
                  <a:pt x="41349" y="2448"/>
                  <a:pt x="41558" y="2448"/>
                </a:cubicBezTo>
                <a:close/>
                <a:moveTo>
                  <a:pt x="47490" y="8255"/>
                </a:moveTo>
                <a:cubicBezTo>
                  <a:pt x="47911" y="8255"/>
                  <a:pt x="48332" y="8426"/>
                  <a:pt x="48753" y="8746"/>
                </a:cubicBezTo>
                <a:cubicBezTo>
                  <a:pt x="50029" y="9750"/>
                  <a:pt x="51159" y="11884"/>
                  <a:pt x="52079" y="14583"/>
                </a:cubicBezTo>
                <a:cubicBezTo>
                  <a:pt x="51807" y="14458"/>
                  <a:pt x="51556" y="14374"/>
                  <a:pt x="51263" y="14374"/>
                </a:cubicBezTo>
                <a:cubicBezTo>
                  <a:pt x="51205" y="14370"/>
                  <a:pt x="51144" y="14368"/>
                  <a:pt x="51082" y="14368"/>
                </a:cubicBezTo>
                <a:cubicBezTo>
                  <a:pt x="50500" y="14368"/>
                  <a:pt x="49776" y="14568"/>
                  <a:pt x="49171" y="15399"/>
                </a:cubicBezTo>
                <a:cubicBezTo>
                  <a:pt x="48648" y="12910"/>
                  <a:pt x="47999" y="10420"/>
                  <a:pt x="47183" y="8285"/>
                </a:cubicBezTo>
                <a:cubicBezTo>
                  <a:pt x="47285" y="8265"/>
                  <a:pt x="47388" y="8255"/>
                  <a:pt x="47490" y="8255"/>
                </a:cubicBezTo>
                <a:close/>
                <a:moveTo>
                  <a:pt x="19934" y="1948"/>
                </a:moveTo>
                <a:cubicBezTo>
                  <a:pt x="20756" y="1948"/>
                  <a:pt x="21573" y="2213"/>
                  <a:pt x="22389" y="2762"/>
                </a:cubicBezTo>
                <a:cubicBezTo>
                  <a:pt x="22933" y="3138"/>
                  <a:pt x="23456" y="3598"/>
                  <a:pt x="23937" y="4143"/>
                </a:cubicBezTo>
                <a:cubicBezTo>
                  <a:pt x="23665" y="4331"/>
                  <a:pt x="23414" y="4561"/>
                  <a:pt x="23142" y="4833"/>
                </a:cubicBezTo>
                <a:cubicBezTo>
                  <a:pt x="20443" y="7616"/>
                  <a:pt x="19501" y="13412"/>
                  <a:pt x="19187" y="17575"/>
                </a:cubicBezTo>
                <a:cubicBezTo>
                  <a:pt x="17723" y="13621"/>
                  <a:pt x="15986" y="10294"/>
                  <a:pt x="14040" y="8160"/>
                </a:cubicBezTo>
                <a:cubicBezTo>
                  <a:pt x="13915" y="8034"/>
                  <a:pt x="13789" y="7867"/>
                  <a:pt x="13664" y="7762"/>
                </a:cubicBezTo>
                <a:cubicBezTo>
                  <a:pt x="14668" y="5356"/>
                  <a:pt x="16530" y="2845"/>
                  <a:pt x="18727" y="2134"/>
                </a:cubicBezTo>
                <a:cubicBezTo>
                  <a:pt x="19131" y="2011"/>
                  <a:pt x="19533" y="1948"/>
                  <a:pt x="19934" y="1948"/>
                </a:cubicBezTo>
                <a:close/>
                <a:moveTo>
                  <a:pt x="51079" y="15124"/>
                </a:moveTo>
                <a:cubicBezTo>
                  <a:pt x="51112" y="15124"/>
                  <a:pt x="51146" y="15125"/>
                  <a:pt x="51180" y="15127"/>
                </a:cubicBezTo>
                <a:cubicBezTo>
                  <a:pt x="51619" y="15169"/>
                  <a:pt x="52038" y="15420"/>
                  <a:pt x="52456" y="15818"/>
                </a:cubicBezTo>
                <a:cubicBezTo>
                  <a:pt x="52623" y="16341"/>
                  <a:pt x="52770" y="16864"/>
                  <a:pt x="52916" y="17408"/>
                </a:cubicBezTo>
                <a:cubicBezTo>
                  <a:pt x="52773" y="17370"/>
                  <a:pt x="52640" y="17354"/>
                  <a:pt x="52516" y="17354"/>
                </a:cubicBezTo>
                <a:cubicBezTo>
                  <a:pt x="52297" y="17354"/>
                  <a:pt x="52107" y="17404"/>
                  <a:pt x="51933" y="17471"/>
                </a:cubicBezTo>
                <a:cubicBezTo>
                  <a:pt x="50824" y="17889"/>
                  <a:pt x="50259" y="19124"/>
                  <a:pt x="50134" y="20588"/>
                </a:cubicBezTo>
                <a:cubicBezTo>
                  <a:pt x="49924" y="19270"/>
                  <a:pt x="49694" y="17910"/>
                  <a:pt x="49401" y="16529"/>
                </a:cubicBezTo>
                <a:lnTo>
                  <a:pt x="49485" y="16362"/>
                </a:lnTo>
                <a:cubicBezTo>
                  <a:pt x="49903" y="15525"/>
                  <a:pt x="50417" y="15124"/>
                  <a:pt x="51079" y="15124"/>
                </a:cubicBezTo>
                <a:close/>
                <a:moveTo>
                  <a:pt x="54130" y="19187"/>
                </a:moveTo>
                <a:cubicBezTo>
                  <a:pt x="54214" y="19270"/>
                  <a:pt x="54276" y="19354"/>
                  <a:pt x="54339" y="19417"/>
                </a:cubicBezTo>
                <a:cubicBezTo>
                  <a:pt x="54632" y="20421"/>
                  <a:pt x="54820" y="21488"/>
                  <a:pt x="54841" y="22513"/>
                </a:cubicBezTo>
                <a:cubicBezTo>
                  <a:pt x="54841" y="22827"/>
                  <a:pt x="54862" y="23120"/>
                  <a:pt x="54841" y="23413"/>
                </a:cubicBezTo>
                <a:cubicBezTo>
                  <a:pt x="54653" y="22011"/>
                  <a:pt x="54423" y="20609"/>
                  <a:pt x="54130" y="19187"/>
                </a:cubicBezTo>
                <a:close/>
                <a:moveTo>
                  <a:pt x="55553" y="21676"/>
                </a:moveTo>
                <a:lnTo>
                  <a:pt x="55553" y="21676"/>
                </a:lnTo>
                <a:cubicBezTo>
                  <a:pt x="55888" y="22597"/>
                  <a:pt x="56076" y="23476"/>
                  <a:pt x="55950" y="24104"/>
                </a:cubicBezTo>
                <a:cubicBezTo>
                  <a:pt x="55846" y="24585"/>
                  <a:pt x="55595" y="24731"/>
                  <a:pt x="55469" y="24794"/>
                </a:cubicBezTo>
                <a:cubicBezTo>
                  <a:pt x="55636" y="24145"/>
                  <a:pt x="55657" y="23371"/>
                  <a:pt x="55636" y="22513"/>
                </a:cubicBezTo>
                <a:cubicBezTo>
                  <a:pt x="55595" y="22221"/>
                  <a:pt x="55595" y="21969"/>
                  <a:pt x="55553" y="21676"/>
                </a:cubicBezTo>
                <a:close/>
                <a:moveTo>
                  <a:pt x="52498" y="18140"/>
                </a:moveTo>
                <a:cubicBezTo>
                  <a:pt x="52707" y="18140"/>
                  <a:pt x="52937" y="18224"/>
                  <a:pt x="53126" y="18329"/>
                </a:cubicBezTo>
                <a:cubicBezTo>
                  <a:pt x="53481" y="19898"/>
                  <a:pt x="53795" y="21551"/>
                  <a:pt x="54004" y="23141"/>
                </a:cubicBezTo>
                <a:cubicBezTo>
                  <a:pt x="53963" y="23246"/>
                  <a:pt x="53963" y="23371"/>
                  <a:pt x="54004" y="23476"/>
                </a:cubicBezTo>
                <a:cubicBezTo>
                  <a:pt x="54025" y="23539"/>
                  <a:pt x="54067" y="23560"/>
                  <a:pt x="54067" y="23601"/>
                </a:cubicBezTo>
                <a:cubicBezTo>
                  <a:pt x="54172" y="24313"/>
                  <a:pt x="54214" y="25045"/>
                  <a:pt x="54297" y="25736"/>
                </a:cubicBezTo>
                <a:cubicBezTo>
                  <a:pt x="54109" y="26029"/>
                  <a:pt x="53858" y="26217"/>
                  <a:pt x="53544" y="26280"/>
                </a:cubicBezTo>
                <a:cubicBezTo>
                  <a:pt x="53474" y="26293"/>
                  <a:pt x="53406" y="26299"/>
                  <a:pt x="53338" y="26299"/>
                </a:cubicBezTo>
                <a:cubicBezTo>
                  <a:pt x="52310" y="26299"/>
                  <a:pt x="51533" y="24856"/>
                  <a:pt x="51180" y="23560"/>
                </a:cubicBezTo>
                <a:cubicBezTo>
                  <a:pt x="50594" y="21363"/>
                  <a:pt x="50866" y="18705"/>
                  <a:pt x="52205" y="18203"/>
                </a:cubicBezTo>
                <a:cubicBezTo>
                  <a:pt x="52289" y="18182"/>
                  <a:pt x="52393" y="18140"/>
                  <a:pt x="52498" y="18140"/>
                </a:cubicBezTo>
                <a:close/>
                <a:moveTo>
                  <a:pt x="48899" y="18119"/>
                </a:moveTo>
                <a:lnTo>
                  <a:pt x="48899" y="18119"/>
                </a:lnTo>
                <a:cubicBezTo>
                  <a:pt x="49297" y="20316"/>
                  <a:pt x="49673" y="22702"/>
                  <a:pt x="49987" y="25254"/>
                </a:cubicBezTo>
                <a:cubicBezTo>
                  <a:pt x="50301" y="27828"/>
                  <a:pt x="50531" y="30339"/>
                  <a:pt x="50678" y="32640"/>
                </a:cubicBezTo>
                <a:cubicBezTo>
                  <a:pt x="48941" y="29063"/>
                  <a:pt x="48104" y="22116"/>
                  <a:pt x="48899" y="18119"/>
                </a:cubicBezTo>
                <a:close/>
                <a:moveTo>
                  <a:pt x="50678" y="24606"/>
                </a:moveTo>
                <a:lnTo>
                  <a:pt x="50678" y="24606"/>
                </a:lnTo>
                <a:cubicBezTo>
                  <a:pt x="51303" y="26199"/>
                  <a:pt x="52256" y="27104"/>
                  <a:pt x="53332" y="27104"/>
                </a:cubicBezTo>
                <a:cubicBezTo>
                  <a:pt x="53443" y="27104"/>
                  <a:pt x="53556" y="27094"/>
                  <a:pt x="53670" y="27075"/>
                </a:cubicBezTo>
                <a:cubicBezTo>
                  <a:pt x="53921" y="27012"/>
                  <a:pt x="54172" y="26928"/>
                  <a:pt x="54381" y="26782"/>
                </a:cubicBezTo>
                <a:lnTo>
                  <a:pt x="54381" y="26782"/>
                </a:lnTo>
                <a:cubicBezTo>
                  <a:pt x="54507" y="28895"/>
                  <a:pt x="54486" y="30799"/>
                  <a:pt x="54235" y="32243"/>
                </a:cubicBezTo>
                <a:cubicBezTo>
                  <a:pt x="54004" y="33666"/>
                  <a:pt x="53607" y="34545"/>
                  <a:pt x="53084" y="34733"/>
                </a:cubicBezTo>
                <a:cubicBezTo>
                  <a:pt x="53023" y="34748"/>
                  <a:pt x="52909" y="34786"/>
                  <a:pt x="52755" y="34786"/>
                </a:cubicBezTo>
                <a:cubicBezTo>
                  <a:pt x="52485" y="34786"/>
                  <a:pt x="52092" y="34671"/>
                  <a:pt x="51640" y="34126"/>
                </a:cubicBezTo>
                <a:lnTo>
                  <a:pt x="51556" y="34042"/>
                </a:lnTo>
                <a:cubicBezTo>
                  <a:pt x="51389" y="31218"/>
                  <a:pt x="51138" y="28163"/>
                  <a:pt x="50761" y="25192"/>
                </a:cubicBezTo>
                <a:cubicBezTo>
                  <a:pt x="50740" y="25003"/>
                  <a:pt x="50719" y="24815"/>
                  <a:pt x="50678" y="24606"/>
                </a:cubicBezTo>
                <a:close/>
                <a:moveTo>
                  <a:pt x="43836" y="20316"/>
                </a:moveTo>
                <a:cubicBezTo>
                  <a:pt x="44254" y="22158"/>
                  <a:pt x="44652" y="23978"/>
                  <a:pt x="45007" y="25757"/>
                </a:cubicBezTo>
                <a:cubicBezTo>
                  <a:pt x="45300" y="27138"/>
                  <a:pt x="45551" y="28435"/>
                  <a:pt x="45844" y="29690"/>
                </a:cubicBezTo>
                <a:cubicBezTo>
                  <a:pt x="46012" y="30339"/>
                  <a:pt x="46137" y="30988"/>
                  <a:pt x="46284" y="31678"/>
                </a:cubicBezTo>
                <a:cubicBezTo>
                  <a:pt x="47121" y="35340"/>
                  <a:pt x="47957" y="39043"/>
                  <a:pt x="48481" y="42767"/>
                </a:cubicBezTo>
                <a:cubicBezTo>
                  <a:pt x="45656" y="38102"/>
                  <a:pt x="44798" y="31008"/>
                  <a:pt x="44547" y="27702"/>
                </a:cubicBezTo>
                <a:cubicBezTo>
                  <a:pt x="44484" y="27138"/>
                  <a:pt x="44400" y="26447"/>
                  <a:pt x="44338" y="25568"/>
                </a:cubicBezTo>
                <a:cubicBezTo>
                  <a:pt x="44170" y="24166"/>
                  <a:pt x="43961" y="22283"/>
                  <a:pt x="43836" y="20316"/>
                </a:cubicBezTo>
                <a:close/>
                <a:moveTo>
                  <a:pt x="46451" y="8495"/>
                </a:moveTo>
                <a:cubicBezTo>
                  <a:pt x="47246" y="10650"/>
                  <a:pt x="47978" y="13307"/>
                  <a:pt x="48606" y="16425"/>
                </a:cubicBezTo>
                <a:cubicBezTo>
                  <a:pt x="46932" y="20630"/>
                  <a:pt x="48188" y="30799"/>
                  <a:pt x="50803" y="34314"/>
                </a:cubicBezTo>
                <a:cubicBezTo>
                  <a:pt x="51075" y="39441"/>
                  <a:pt x="50991" y="43458"/>
                  <a:pt x="50636" y="45383"/>
                </a:cubicBezTo>
                <a:cubicBezTo>
                  <a:pt x="50217" y="45006"/>
                  <a:pt x="49820" y="44588"/>
                  <a:pt x="49464" y="44128"/>
                </a:cubicBezTo>
                <a:cubicBezTo>
                  <a:pt x="48962" y="39796"/>
                  <a:pt x="47978" y="35486"/>
                  <a:pt x="47079" y="31490"/>
                </a:cubicBezTo>
                <a:cubicBezTo>
                  <a:pt x="46932" y="30841"/>
                  <a:pt x="46765" y="30151"/>
                  <a:pt x="46639" y="29502"/>
                </a:cubicBezTo>
                <a:cubicBezTo>
                  <a:pt x="46346" y="28267"/>
                  <a:pt x="46095" y="26970"/>
                  <a:pt x="45802" y="25568"/>
                </a:cubicBezTo>
                <a:cubicBezTo>
                  <a:pt x="45216" y="22785"/>
                  <a:pt x="44589" y="19710"/>
                  <a:pt x="43752" y="16676"/>
                </a:cubicBezTo>
                <a:cubicBezTo>
                  <a:pt x="43815" y="12993"/>
                  <a:pt x="44442" y="9604"/>
                  <a:pt x="46451" y="8495"/>
                </a:cubicBezTo>
                <a:close/>
                <a:moveTo>
                  <a:pt x="36136" y="17471"/>
                </a:moveTo>
                <a:lnTo>
                  <a:pt x="36136" y="17471"/>
                </a:lnTo>
                <a:cubicBezTo>
                  <a:pt x="36219" y="17680"/>
                  <a:pt x="36282" y="17889"/>
                  <a:pt x="36345" y="18099"/>
                </a:cubicBezTo>
                <a:cubicBezTo>
                  <a:pt x="36512" y="18538"/>
                  <a:pt x="36617" y="18936"/>
                  <a:pt x="36742" y="19249"/>
                </a:cubicBezTo>
                <a:cubicBezTo>
                  <a:pt x="39693" y="27849"/>
                  <a:pt x="41659" y="37390"/>
                  <a:pt x="42371" y="46345"/>
                </a:cubicBezTo>
                <a:cubicBezTo>
                  <a:pt x="39944" y="41303"/>
                  <a:pt x="38270" y="34649"/>
                  <a:pt x="37454" y="29920"/>
                </a:cubicBezTo>
                <a:cubicBezTo>
                  <a:pt x="37161" y="28267"/>
                  <a:pt x="36303" y="22953"/>
                  <a:pt x="36136" y="17471"/>
                </a:cubicBezTo>
                <a:close/>
                <a:moveTo>
                  <a:pt x="19815" y="21802"/>
                </a:moveTo>
                <a:cubicBezTo>
                  <a:pt x="20799" y="24982"/>
                  <a:pt x="21656" y="28539"/>
                  <a:pt x="22389" y="32410"/>
                </a:cubicBezTo>
                <a:cubicBezTo>
                  <a:pt x="23456" y="38060"/>
                  <a:pt x="24042" y="43563"/>
                  <a:pt x="24105" y="47747"/>
                </a:cubicBezTo>
                <a:cubicBezTo>
                  <a:pt x="20610" y="39671"/>
                  <a:pt x="19962" y="30025"/>
                  <a:pt x="19815" y="22179"/>
                </a:cubicBezTo>
                <a:lnTo>
                  <a:pt x="19815" y="21802"/>
                </a:lnTo>
                <a:close/>
                <a:moveTo>
                  <a:pt x="25548" y="6611"/>
                </a:moveTo>
                <a:cubicBezTo>
                  <a:pt x="28038" y="11298"/>
                  <a:pt x="29294" y="18454"/>
                  <a:pt x="30214" y="23643"/>
                </a:cubicBezTo>
                <a:cubicBezTo>
                  <a:pt x="30465" y="25213"/>
                  <a:pt x="30695" y="26573"/>
                  <a:pt x="30947" y="27661"/>
                </a:cubicBezTo>
                <a:lnTo>
                  <a:pt x="31177" y="28791"/>
                </a:lnTo>
                <a:cubicBezTo>
                  <a:pt x="32641" y="35612"/>
                  <a:pt x="34420" y="43939"/>
                  <a:pt x="33792" y="51179"/>
                </a:cubicBezTo>
                <a:cubicBezTo>
                  <a:pt x="29001" y="45320"/>
                  <a:pt x="26092" y="36407"/>
                  <a:pt x="25004" y="30967"/>
                </a:cubicBezTo>
                <a:cubicBezTo>
                  <a:pt x="23456" y="23371"/>
                  <a:pt x="22200" y="13914"/>
                  <a:pt x="25548" y="6611"/>
                </a:cubicBezTo>
                <a:close/>
                <a:moveTo>
                  <a:pt x="37956" y="5126"/>
                </a:moveTo>
                <a:cubicBezTo>
                  <a:pt x="40258" y="8369"/>
                  <a:pt x="41785" y="12470"/>
                  <a:pt x="42957" y="16739"/>
                </a:cubicBezTo>
                <a:cubicBezTo>
                  <a:pt x="42894" y="19898"/>
                  <a:pt x="43291" y="23225"/>
                  <a:pt x="43543" y="25652"/>
                </a:cubicBezTo>
                <a:cubicBezTo>
                  <a:pt x="43647" y="26489"/>
                  <a:pt x="43731" y="27221"/>
                  <a:pt x="43752" y="27744"/>
                </a:cubicBezTo>
                <a:cubicBezTo>
                  <a:pt x="44045" y="31469"/>
                  <a:pt x="45070" y="39734"/>
                  <a:pt x="48711" y="44441"/>
                </a:cubicBezTo>
                <a:cubicBezTo>
                  <a:pt x="49066" y="47475"/>
                  <a:pt x="49150" y="50467"/>
                  <a:pt x="48794" y="53439"/>
                </a:cubicBezTo>
                <a:cubicBezTo>
                  <a:pt x="46702" y="52936"/>
                  <a:pt x="44861" y="50886"/>
                  <a:pt x="43291" y="48103"/>
                </a:cubicBezTo>
                <a:cubicBezTo>
                  <a:pt x="42706" y="38583"/>
                  <a:pt x="40676" y="28247"/>
                  <a:pt x="37475" y="18977"/>
                </a:cubicBezTo>
                <a:cubicBezTo>
                  <a:pt x="37370" y="18643"/>
                  <a:pt x="37245" y="18245"/>
                  <a:pt x="37077" y="17827"/>
                </a:cubicBezTo>
                <a:cubicBezTo>
                  <a:pt x="36826" y="16990"/>
                  <a:pt x="36491" y="16027"/>
                  <a:pt x="36115" y="14981"/>
                </a:cubicBezTo>
                <a:cubicBezTo>
                  <a:pt x="36177" y="11591"/>
                  <a:pt x="36554" y="7679"/>
                  <a:pt x="37956" y="5126"/>
                </a:cubicBezTo>
                <a:close/>
                <a:moveTo>
                  <a:pt x="13350" y="8516"/>
                </a:moveTo>
                <a:lnTo>
                  <a:pt x="13475" y="8662"/>
                </a:lnTo>
                <a:cubicBezTo>
                  <a:pt x="15505" y="10880"/>
                  <a:pt x="17430" y="14604"/>
                  <a:pt x="19104" y="19500"/>
                </a:cubicBezTo>
                <a:cubicBezTo>
                  <a:pt x="19041" y="20860"/>
                  <a:pt x="19041" y="21844"/>
                  <a:pt x="19062" y="22179"/>
                </a:cubicBezTo>
                <a:cubicBezTo>
                  <a:pt x="19229" y="30590"/>
                  <a:pt x="19962" y="41094"/>
                  <a:pt x="24125" y="49610"/>
                </a:cubicBezTo>
                <a:cubicBezTo>
                  <a:pt x="24042" y="51367"/>
                  <a:pt x="23874" y="52748"/>
                  <a:pt x="23581" y="53711"/>
                </a:cubicBezTo>
                <a:cubicBezTo>
                  <a:pt x="19941" y="51618"/>
                  <a:pt x="17242" y="43332"/>
                  <a:pt x="15777" y="38792"/>
                </a:cubicBezTo>
                <a:cubicBezTo>
                  <a:pt x="15589" y="38227"/>
                  <a:pt x="15421" y="37746"/>
                  <a:pt x="15275" y="37286"/>
                </a:cubicBezTo>
                <a:cubicBezTo>
                  <a:pt x="12325" y="28498"/>
                  <a:pt x="10588" y="16236"/>
                  <a:pt x="13350" y="8516"/>
                </a:cubicBezTo>
                <a:close/>
                <a:moveTo>
                  <a:pt x="27034" y="4017"/>
                </a:moveTo>
                <a:cubicBezTo>
                  <a:pt x="30947" y="4310"/>
                  <a:pt x="33667" y="10441"/>
                  <a:pt x="35361" y="15148"/>
                </a:cubicBezTo>
                <a:cubicBezTo>
                  <a:pt x="35278" y="21279"/>
                  <a:pt x="36282" y="27640"/>
                  <a:pt x="36701" y="30067"/>
                </a:cubicBezTo>
                <a:cubicBezTo>
                  <a:pt x="36973" y="31678"/>
                  <a:pt x="38814" y="41679"/>
                  <a:pt x="42517" y="48333"/>
                </a:cubicBezTo>
                <a:lnTo>
                  <a:pt x="42517" y="48480"/>
                </a:lnTo>
                <a:cubicBezTo>
                  <a:pt x="42559" y="49045"/>
                  <a:pt x="42601" y="49630"/>
                  <a:pt x="42664" y="50237"/>
                </a:cubicBezTo>
                <a:cubicBezTo>
                  <a:pt x="42873" y="52727"/>
                  <a:pt x="43103" y="55531"/>
                  <a:pt x="41994" y="56263"/>
                </a:cubicBezTo>
                <a:cubicBezTo>
                  <a:pt x="41804" y="56387"/>
                  <a:pt x="41563" y="56450"/>
                  <a:pt x="41274" y="56450"/>
                </a:cubicBezTo>
                <a:cubicBezTo>
                  <a:pt x="40735" y="56450"/>
                  <a:pt x="40028" y="56231"/>
                  <a:pt x="39170" y="55782"/>
                </a:cubicBezTo>
                <a:cubicBezTo>
                  <a:pt x="37475" y="54903"/>
                  <a:pt x="35926" y="53606"/>
                  <a:pt x="34524" y="52037"/>
                </a:cubicBezTo>
                <a:cubicBezTo>
                  <a:pt x="35361" y="44504"/>
                  <a:pt x="33478" y="35779"/>
                  <a:pt x="31951" y="28665"/>
                </a:cubicBezTo>
                <a:lnTo>
                  <a:pt x="31721" y="27535"/>
                </a:lnTo>
                <a:cubicBezTo>
                  <a:pt x="31491" y="26447"/>
                  <a:pt x="31260" y="25108"/>
                  <a:pt x="30988" y="23539"/>
                </a:cubicBezTo>
                <a:cubicBezTo>
                  <a:pt x="30047" y="18119"/>
                  <a:pt x="28750" y="10587"/>
                  <a:pt x="25988" y="5775"/>
                </a:cubicBezTo>
                <a:lnTo>
                  <a:pt x="26469" y="4917"/>
                </a:lnTo>
                <a:cubicBezTo>
                  <a:pt x="26657" y="4603"/>
                  <a:pt x="26866" y="4289"/>
                  <a:pt x="27034" y="4017"/>
                </a:cubicBezTo>
                <a:close/>
                <a:moveTo>
                  <a:pt x="24418" y="4791"/>
                </a:moveTo>
                <a:cubicBezTo>
                  <a:pt x="24669" y="5105"/>
                  <a:pt x="24900" y="5440"/>
                  <a:pt x="25109" y="5795"/>
                </a:cubicBezTo>
                <a:cubicBezTo>
                  <a:pt x="21364" y="13391"/>
                  <a:pt x="22682" y="23267"/>
                  <a:pt x="24272" y="31155"/>
                </a:cubicBezTo>
                <a:cubicBezTo>
                  <a:pt x="25423" y="36846"/>
                  <a:pt x="28540" y="46283"/>
                  <a:pt x="33708" y="52288"/>
                </a:cubicBezTo>
                <a:cubicBezTo>
                  <a:pt x="33625" y="52706"/>
                  <a:pt x="33583" y="53146"/>
                  <a:pt x="33499" y="53585"/>
                </a:cubicBezTo>
                <a:cubicBezTo>
                  <a:pt x="33144" y="55698"/>
                  <a:pt x="32516" y="56933"/>
                  <a:pt x="31637" y="57100"/>
                </a:cubicBezTo>
                <a:cubicBezTo>
                  <a:pt x="31572" y="57112"/>
                  <a:pt x="31504" y="57117"/>
                  <a:pt x="31435" y="57117"/>
                </a:cubicBezTo>
                <a:cubicBezTo>
                  <a:pt x="30103" y="57117"/>
                  <a:pt x="28035" y="55034"/>
                  <a:pt x="25967" y="51514"/>
                </a:cubicBezTo>
                <a:cubicBezTo>
                  <a:pt x="25569" y="50844"/>
                  <a:pt x="25213" y="50154"/>
                  <a:pt x="24879" y="49463"/>
                </a:cubicBezTo>
                <a:cubicBezTo>
                  <a:pt x="25025" y="42035"/>
                  <a:pt x="23205" y="29293"/>
                  <a:pt x="19878" y="19459"/>
                </a:cubicBezTo>
                <a:cubicBezTo>
                  <a:pt x="20087" y="14646"/>
                  <a:pt x="21029" y="8139"/>
                  <a:pt x="23728" y="5377"/>
                </a:cubicBezTo>
                <a:cubicBezTo>
                  <a:pt x="23958" y="5147"/>
                  <a:pt x="24188" y="4938"/>
                  <a:pt x="24418" y="4791"/>
                </a:cubicBezTo>
                <a:close/>
                <a:moveTo>
                  <a:pt x="31875" y="0"/>
                </a:moveTo>
                <a:cubicBezTo>
                  <a:pt x="31726" y="0"/>
                  <a:pt x="31577" y="7"/>
                  <a:pt x="31428" y="21"/>
                </a:cubicBezTo>
                <a:cubicBezTo>
                  <a:pt x="29712" y="188"/>
                  <a:pt x="28059" y="1255"/>
                  <a:pt x="26594" y="3222"/>
                </a:cubicBezTo>
                <a:cubicBezTo>
                  <a:pt x="25862" y="3243"/>
                  <a:pt x="25193" y="3389"/>
                  <a:pt x="24565" y="3745"/>
                </a:cubicBezTo>
                <a:cubicBezTo>
                  <a:pt x="24000" y="3075"/>
                  <a:pt x="23435" y="2531"/>
                  <a:pt x="22786" y="2113"/>
                </a:cubicBezTo>
                <a:cubicBezTo>
                  <a:pt x="21835" y="1484"/>
                  <a:pt x="20866" y="1172"/>
                  <a:pt x="19890" y="1172"/>
                </a:cubicBezTo>
                <a:cubicBezTo>
                  <a:pt x="19406" y="1172"/>
                  <a:pt x="18920" y="1249"/>
                  <a:pt x="18434" y="1402"/>
                </a:cubicBezTo>
                <a:cubicBezTo>
                  <a:pt x="15944" y="2218"/>
                  <a:pt x="14040" y="4854"/>
                  <a:pt x="12994" y="7218"/>
                </a:cubicBezTo>
                <a:cubicBezTo>
                  <a:pt x="11720" y="6130"/>
                  <a:pt x="10410" y="5573"/>
                  <a:pt x="9066" y="5573"/>
                </a:cubicBezTo>
                <a:cubicBezTo>
                  <a:pt x="8601" y="5573"/>
                  <a:pt x="8132" y="5640"/>
                  <a:pt x="7659" y="5775"/>
                </a:cubicBezTo>
                <a:cubicBezTo>
                  <a:pt x="1" y="7930"/>
                  <a:pt x="2867" y="23643"/>
                  <a:pt x="3809" y="28811"/>
                </a:cubicBezTo>
                <a:cubicBezTo>
                  <a:pt x="4939" y="34984"/>
                  <a:pt x="7449" y="41889"/>
                  <a:pt x="10860" y="48249"/>
                </a:cubicBezTo>
                <a:cubicBezTo>
                  <a:pt x="10933" y="48382"/>
                  <a:pt x="11069" y="48462"/>
                  <a:pt x="11208" y="48462"/>
                </a:cubicBezTo>
                <a:cubicBezTo>
                  <a:pt x="11267" y="48462"/>
                  <a:pt x="11327" y="48448"/>
                  <a:pt x="11383" y="48417"/>
                </a:cubicBezTo>
                <a:cubicBezTo>
                  <a:pt x="11550" y="48312"/>
                  <a:pt x="11634" y="48061"/>
                  <a:pt x="11529" y="47894"/>
                </a:cubicBezTo>
                <a:cubicBezTo>
                  <a:pt x="8161" y="41617"/>
                  <a:pt x="5692" y="34775"/>
                  <a:pt x="4583" y="28686"/>
                </a:cubicBezTo>
                <a:cubicBezTo>
                  <a:pt x="4122" y="26238"/>
                  <a:pt x="3181" y="21112"/>
                  <a:pt x="3286" y="16320"/>
                </a:cubicBezTo>
                <a:cubicBezTo>
                  <a:pt x="3432" y="10650"/>
                  <a:pt x="4939" y="7365"/>
                  <a:pt x="7868" y="6528"/>
                </a:cubicBezTo>
                <a:cubicBezTo>
                  <a:pt x="8256" y="6423"/>
                  <a:pt x="8643" y="6371"/>
                  <a:pt x="9029" y="6371"/>
                </a:cubicBezTo>
                <a:cubicBezTo>
                  <a:pt x="10264" y="6371"/>
                  <a:pt x="11484" y="6908"/>
                  <a:pt x="12680" y="7992"/>
                </a:cubicBezTo>
                <a:cubicBezTo>
                  <a:pt x="12659" y="8055"/>
                  <a:pt x="12659" y="8097"/>
                  <a:pt x="12638" y="8139"/>
                </a:cubicBezTo>
                <a:cubicBezTo>
                  <a:pt x="9730" y="16006"/>
                  <a:pt x="11488" y="28602"/>
                  <a:pt x="14480" y="37599"/>
                </a:cubicBezTo>
                <a:cubicBezTo>
                  <a:pt x="14647" y="38018"/>
                  <a:pt x="14794" y="38541"/>
                  <a:pt x="14982" y="39106"/>
                </a:cubicBezTo>
                <a:cubicBezTo>
                  <a:pt x="16656" y="44253"/>
                  <a:pt x="19459" y="52853"/>
                  <a:pt x="23623" y="54694"/>
                </a:cubicBezTo>
                <a:cubicBezTo>
                  <a:pt x="23676" y="54715"/>
                  <a:pt x="23728" y="54725"/>
                  <a:pt x="23780" y="54725"/>
                </a:cubicBezTo>
                <a:cubicBezTo>
                  <a:pt x="23833" y="54725"/>
                  <a:pt x="23885" y="54715"/>
                  <a:pt x="23937" y="54694"/>
                </a:cubicBezTo>
                <a:cubicBezTo>
                  <a:pt x="24042" y="54631"/>
                  <a:pt x="24105" y="54547"/>
                  <a:pt x="24146" y="54485"/>
                </a:cubicBezTo>
                <a:cubicBezTo>
                  <a:pt x="24460" y="53690"/>
                  <a:pt x="24628" y="52518"/>
                  <a:pt x="24732" y="51074"/>
                </a:cubicBezTo>
                <a:cubicBezTo>
                  <a:pt x="24900" y="51367"/>
                  <a:pt x="25088" y="51681"/>
                  <a:pt x="25234" y="51974"/>
                </a:cubicBezTo>
                <a:cubicBezTo>
                  <a:pt x="26343" y="53815"/>
                  <a:pt x="29022" y="57958"/>
                  <a:pt x="31386" y="57958"/>
                </a:cubicBezTo>
                <a:cubicBezTo>
                  <a:pt x="31491" y="57958"/>
                  <a:pt x="31616" y="57958"/>
                  <a:pt x="31721" y="57937"/>
                </a:cubicBezTo>
                <a:cubicBezTo>
                  <a:pt x="32955" y="57686"/>
                  <a:pt x="33771" y="56368"/>
                  <a:pt x="34211" y="53794"/>
                </a:cubicBezTo>
                <a:cubicBezTo>
                  <a:pt x="34232" y="53564"/>
                  <a:pt x="34294" y="53334"/>
                  <a:pt x="34315" y="53125"/>
                </a:cubicBezTo>
                <a:cubicBezTo>
                  <a:pt x="35654" y="54527"/>
                  <a:pt x="37140" y="55698"/>
                  <a:pt x="38730" y="56535"/>
                </a:cubicBezTo>
                <a:cubicBezTo>
                  <a:pt x="39731" y="57048"/>
                  <a:pt x="40559" y="57310"/>
                  <a:pt x="41242" y="57310"/>
                </a:cubicBezTo>
                <a:cubicBezTo>
                  <a:pt x="41673" y="57310"/>
                  <a:pt x="42047" y="57206"/>
                  <a:pt x="42371" y="56996"/>
                </a:cubicBezTo>
                <a:cubicBezTo>
                  <a:pt x="43856" y="55991"/>
                  <a:pt x="43605" y="53083"/>
                  <a:pt x="43375" y="50258"/>
                </a:cubicBezTo>
                <a:cubicBezTo>
                  <a:pt x="43375" y="50133"/>
                  <a:pt x="43333" y="50028"/>
                  <a:pt x="43333" y="49902"/>
                </a:cubicBezTo>
                <a:lnTo>
                  <a:pt x="43333" y="49902"/>
                </a:lnTo>
                <a:cubicBezTo>
                  <a:pt x="44944" y="52330"/>
                  <a:pt x="46828" y="54066"/>
                  <a:pt x="49025" y="54380"/>
                </a:cubicBezTo>
                <a:cubicBezTo>
                  <a:pt x="49049" y="54385"/>
                  <a:pt x="49074" y="54388"/>
                  <a:pt x="49098" y="54388"/>
                </a:cubicBezTo>
                <a:cubicBezTo>
                  <a:pt x="49176" y="54388"/>
                  <a:pt x="49249" y="54360"/>
                  <a:pt x="49297" y="54296"/>
                </a:cubicBezTo>
                <a:cubicBezTo>
                  <a:pt x="49380" y="54234"/>
                  <a:pt x="49443" y="54129"/>
                  <a:pt x="49464" y="54024"/>
                </a:cubicBezTo>
                <a:cubicBezTo>
                  <a:pt x="49820" y="51262"/>
                  <a:pt x="49799" y="48417"/>
                  <a:pt x="49548" y="45529"/>
                </a:cubicBezTo>
                <a:lnTo>
                  <a:pt x="49548" y="45529"/>
                </a:lnTo>
                <a:cubicBezTo>
                  <a:pt x="49882" y="45864"/>
                  <a:pt x="50217" y="46178"/>
                  <a:pt x="50594" y="46450"/>
                </a:cubicBezTo>
                <a:cubicBezTo>
                  <a:pt x="50657" y="46501"/>
                  <a:pt x="50728" y="46528"/>
                  <a:pt x="50802" y="46528"/>
                </a:cubicBezTo>
                <a:cubicBezTo>
                  <a:pt x="50850" y="46528"/>
                  <a:pt x="50900" y="46517"/>
                  <a:pt x="50950" y="46492"/>
                </a:cubicBezTo>
                <a:cubicBezTo>
                  <a:pt x="51075" y="46450"/>
                  <a:pt x="51159" y="46366"/>
                  <a:pt x="51222" y="46241"/>
                </a:cubicBezTo>
                <a:cubicBezTo>
                  <a:pt x="51703" y="44567"/>
                  <a:pt x="51807" y="40319"/>
                  <a:pt x="51577" y="35235"/>
                </a:cubicBezTo>
                <a:lnTo>
                  <a:pt x="51577" y="35235"/>
                </a:lnTo>
                <a:cubicBezTo>
                  <a:pt x="51987" y="35521"/>
                  <a:pt x="52376" y="35622"/>
                  <a:pt x="52715" y="35622"/>
                </a:cubicBezTo>
                <a:cubicBezTo>
                  <a:pt x="52947" y="35622"/>
                  <a:pt x="53156" y="35575"/>
                  <a:pt x="53335" y="35507"/>
                </a:cubicBezTo>
                <a:cubicBezTo>
                  <a:pt x="54151" y="35235"/>
                  <a:pt x="54716" y="34189"/>
                  <a:pt x="54988" y="32431"/>
                </a:cubicBezTo>
                <a:cubicBezTo>
                  <a:pt x="55239" y="30757"/>
                  <a:pt x="55260" y="28456"/>
                  <a:pt x="55051" y="25966"/>
                </a:cubicBezTo>
                <a:cubicBezTo>
                  <a:pt x="55113" y="25861"/>
                  <a:pt x="55155" y="25757"/>
                  <a:pt x="55218" y="25631"/>
                </a:cubicBezTo>
                <a:cubicBezTo>
                  <a:pt x="55270" y="25640"/>
                  <a:pt x="55329" y="25645"/>
                  <a:pt x="55391" y="25645"/>
                </a:cubicBezTo>
                <a:cubicBezTo>
                  <a:pt x="55479" y="25645"/>
                  <a:pt x="55572" y="25635"/>
                  <a:pt x="55657" y="25610"/>
                </a:cubicBezTo>
                <a:cubicBezTo>
                  <a:pt x="56055" y="25464"/>
                  <a:pt x="56515" y="25129"/>
                  <a:pt x="56683" y="24292"/>
                </a:cubicBezTo>
                <a:cubicBezTo>
                  <a:pt x="56934" y="22932"/>
                  <a:pt x="56160" y="20693"/>
                  <a:pt x="54988" y="19145"/>
                </a:cubicBezTo>
                <a:cubicBezTo>
                  <a:pt x="54611" y="17659"/>
                  <a:pt x="53983" y="16299"/>
                  <a:pt x="53147" y="15399"/>
                </a:cubicBezTo>
                <a:cubicBezTo>
                  <a:pt x="52121" y="12114"/>
                  <a:pt x="50782" y="9332"/>
                  <a:pt x="49213" y="8139"/>
                </a:cubicBezTo>
                <a:cubicBezTo>
                  <a:pt x="48627" y="7683"/>
                  <a:pt x="48028" y="7455"/>
                  <a:pt x="47417" y="7455"/>
                </a:cubicBezTo>
                <a:cubicBezTo>
                  <a:pt x="47243" y="7455"/>
                  <a:pt x="47067" y="7474"/>
                  <a:pt x="46890" y="7511"/>
                </a:cubicBezTo>
                <a:cubicBezTo>
                  <a:pt x="46137" y="5586"/>
                  <a:pt x="45279" y="4017"/>
                  <a:pt x="44254" y="2971"/>
                </a:cubicBezTo>
                <a:cubicBezTo>
                  <a:pt x="43394" y="2111"/>
                  <a:pt x="42483" y="1666"/>
                  <a:pt x="41532" y="1666"/>
                </a:cubicBezTo>
                <a:cubicBezTo>
                  <a:pt x="41257" y="1666"/>
                  <a:pt x="40979" y="1703"/>
                  <a:pt x="40697" y="1778"/>
                </a:cubicBezTo>
                <a:cubicBezTo>
                  <a:pt x="39588" y="2071"/>
                  <a:pt x="38646" y="2741"/>
                  <a:pt x="37872" y="3745"/>
                </a:cubicBezTo>
                <a:lnTo>
                  <a:pt x="37475" y="3264"/>
                </a:lnTo>
                <a:cubicBezTo>
                  <a:pt x="35651" y="1110"/>
                  <a:pt x="33773" y="0"/>
                  <a:pt x="318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37"/>
          <p:cNvSpPr txBox="1">
            <a:spLocks noGrp="1"/>
          </p:cNvSpPr>
          <p:nvPr>
            <p:ph type="title"/>
          </p:nvPr>
        </p:nvSpPr>
        <p:spPr>
          <a:xfrm>
            <a:off x="3145275" y="3521563"/>
            <a:ext cx="5285400" cy="53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—Someone Famous</a:t>
            </a:r>
            <a:endParaRPr/>
          </a:p>
        </p:txBody>
      </p:sp>
      <p:sp>
        <p:nvSpPr>
          <p:cNvPr id="616" name="Google Shape;616;p37"/>
          <p:cNvSpPr txBox="1">
            <a:spLocks noGrp="1"/>
          </p:cNvSpPr>
          <p:nvPr>
            <p:ph type="subTitle" idx="1"/>
          </p:nvPr>
        </p:nvSpPr>
        <p:spPr>
          <a:xfrm>
            <a:off x="3145275" y="1090037"/>
            <a:ext cx="5285400" cy="2320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“This is a quote, words full of wisdom that someone important said and can make the reader get inspired”</a:t>
            </a:r>
            <a:endParaRPr/>
          </a:p>
        </p:txBody>
      </p:sp>
      <p:grpSp>
        <p:nvGrpSpPr>
          <p:cNvPr id="617" name="Google Shape;617;p37"/>
          <p:cNvGrpSpPr/>
          <p:nvPr/>
        </p:nvGrpSpPr>
        <p:grpSpPr>
          <a:xfrm>
            <a:off x="409375" y="2156323"/>
            <a:ext cx="3323573" cy="2198855"/>
            <a:chOff x="-38" y="2026600"/>
            <a:chExt cx="3929038" cy="2599427"/>
          </a:xfrm>
        </p:grpSpPr>
        <p:sp>
          <p:nvSpPr>
            <p:cNvPr id="618" name="Google Shape;618;p37"/>
            <p:cNvSpPr/>
            <p:nvPr/>
          </p:nvSpPr>
          <p:spPr>
            <a:xfrm flipH="1">
              <a:off x="3349315" y="4006917"/>
              <a:ext cx="42577" cy="138111"/>
            </a:xfrm>
            <a:custGeom>
              <a:avLst/>
              <a:gdLst/>
              <a:ahLst/>
              <a:cxnLst/>
              <a:rect l="l" t="t" r="r" b="b"/>
              <a:pathLst>
                <a:path w="1612" h="5229" extrusionOk="0">
                  <a:moveTo>
                    <a:pt x="31" y="0"/>
                  </a:moveTo>
                  <a:lnTo>
                    <a:pt x="31" y="4438"/>
                  </a:lnTo>
                  <a:cubicBezTo>
                    <a:pt x="0" y="4894"/>
                    <a:pt x="365" y="5228"/>
                    <a:pt x="821" y="5228"/>
                  </a:cubicBezTo>
                  <a:cubicBezTo>
                    <a:pt x="1247" y="5228"/>
                    <a:pt x="1611" y="4894"/>
                    <a:pt x="1611" y="4438"/>
                  </a:cubicBezTo>
                  <a:lnTo>
                    <a:pt x="16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flipH="1">
              <a:off x="3344508" y="4002083"/>
              <a:ext cx="52191" cy="148570"/>
            </a:xfrm>
            <a:custGeom>
              <a:avLst/>
              <a:gdLst/>
              <a:ahLst/>
              <a:cxnLst/>
              <a:rect l="l" t="t" r="r" b="b"/>
              <a:pathLst>
                <a:path w="1976" h="5625" extrusionOk="0">
                  <a:moveTo>
                    <a:pt x="1611" y="396"/>
                  </a:moveTo>
                  <a:lnTo>
                    <a:pt x="1611" y="4621"/>
                  </a:lnTo>
                  <a:cubicBezTo>
                    <a:pt x="1581" y="5001"/>
                    <a:pt x="1292" y="5191"/>
                    <a:pt x="1003" y="5191"/>
                  </a:cubicBezTo>
                  <a:cubicBezTo>
                    <a:pt x="714" y="5191"/>
                    <a:pt x="426" y="5001"/>
                    <a:pt x="395" y="4621"/>
                  </a:cubicBezTo>
                  <a:lnTo>
                    <a:pt x="395" y="396"/>
                  </a:lnTo>
                  <a:close/>
                  <a:moveTo>
                    <a:pt x="213" y="1"/>
                  </a:moveTo>
                  <a:cubicBezTo>
                    <a:pt x="91" y="1"/>
                    <a:pt x="0" y="92"/>
                    <a:pt x="0" y="183"/>
                  </a:cubicBezTo>
                  <a:lnTo>
                    <a:pt x="0" y="4621"/>
                  </a:lnTo>
                  <a:cubicBezTo>
                    <a:pt x="0" y="5168"/>
                    <a:pt x="456" y="5624"/>
                    <a:pt x="1003" y="5624"/>
                  </a:cubicBezTo>
                  <a:cubicBezTo>
                    <a:pt x="1550" y="5624"/>
                    <a:pt x="1976" y="5168"/>
                    <a:pt x="1976" y="4621"/>
                  </a:cubicBezTo>
                  <a:lnTo>
                    <a:pt x="1976" y="183"/>
                  </a:lnTo>
                  <a:cubicBezTo>
                    <a:pt x="1976" y="92"/>
                    <a:pt x="1885" y="1"/>
                    <a:pt x="17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flipH="1">
              <a:off x="3370182" y="4126514"/>
              <a:ext cx="68276" cy="47410"/>
            </a:xfrm>
            <a:custGeom>
              <a:avLst/>
              <a:gdLst/>
              <a:ahLst/>
              <a:cxnLst/>
              <a:rect l="l" t="t" r="r" b="b"/>
              <a:pathLst>
                <a:path w="2585" h="1795" extrusionOk="0">
                  <a:moveTo>
                    <a:pt x="209" y="0"/>
                  </a:moveTo>
                  <a:cubicBezTo>
                    <a:pt x="152" y="0"/>
                    <a:pt x="100" y="34"/>
                    <a:pt x="61" y="92"/>
                  </a:cubicBezTo>
                  <a:cubicBezTo>
                    <a:pt x="0" y="153"/>
                    <a:pt x="31" y="275"/>
                    <a:pt x="122" y="336"/>
                  </a:cubicBezTo>
                  <a:lnTo>
                    <a:pt x="2250" y="1764"/>
                  </a:lnTo>
                  <a:cubicBezTo>
                    <a:pt x="2280" y="1764"/>
                    <a:pt x="2341" y="1795"/>
                    <a:pt x="2371" y="1795"/>
                  </a:cubicBezTo>
                  <a:cubicBezTo>
                    <a:pt x="2432" y="1764"/>
                    <a:pt x="2493" y="1734"/>
                    <a:pt x="2523" y="1703"/>
                  </a:cubicBezTo>
                  <a:cubicBezTo>
                    <a:pt x="2584" y="1612"/>
                    <a:pt x="2554" y="1491"/>
                    <a:pt x="2462" y="1430"/>
                  </a:cubicBezTo>
                  <a:lnTo>
                    <a:pt x="304" y="32"/>
                  </a:lnTo>
                  <a:cubicBezTo>
                    <a:pt x="272" y="10"/>
                    <a:pt x="240"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flipH="1">
              <a:off x="3595806" y="4417161"/>
              <a:ext cx="326775" cy="159901"/>
            </a:xfrm>
            <a:custGeom>
              <a:avLst/>
              <a:gdLst/>
              <a:ahLst/>
              <a:cxnLst/>
              <a:rect l="l" t="t" r="r" b="b"/>
              <a:pathLst>
                <a:path w="12372" h="6054" extrusionOk="0">
                  <a:moveTo>
                    <a:pt x="8937" y="0"/>
                  </a:moveTo>
                  <a:cubicBezTo>
                    <a:pt x="7539" y="639"/>
                    <a:pt x="5047" y="1459"/>
                    <a:pt x="4469" y="1642"/>
                  </a:cubicBezTo>
                  <a:cubicBezTo>
                    <a:pt x="4281" y="1700"/>
                    <a:pt x="3955" y="1715"/>
                    <a:pt x="3566" y="1715"/>
                  </a:cubicBezTo>
                  <a:cubicBezTo>
                    <a:pt x="3162" y="1715"/>
                    <a:pt x="2689" y="1699"/>
                    <a:pt x="2229" y="1699"/>
                  </a:cubicBezTo>
                  <a:cubicBezTo>
                    <a:pt x="1272" y="1699"/>
                    <a:pt x="369" y="1767"/>
                    <a:pt x="244" y="2189"/>
                  </a:cubicBezTo>
                  <a:cubicBezTo>
                    <a:pt x="1" y="2979"/>
                    <a:pt x="548" y="3405"/>
                    <a:pt x="2372" y="4134"/>
                  </a:cubicBezTo>
                  <a:cubicBezTo>
                    <a:pt x="3922" y="4773"/>
                    <a:pt x="5533" y="5198"/>
                    <a:pt x="7174" y="5411"/>
                  </a:cubicBezTo>
                  <a:cubicBezTo>
                    <a:pt x="8572" y="5624"/>
                    <a:pt x="10366" y="5988"/>
                    <a:pt x="11095" y="6049"/>
                  </a:cubicBezTo>
                  <a:cubicBezTo>
                    <a:pt x="11130" y="6052"/>
                    <a:pt x="11165" y="6054"/>
                    <a:pt x="11198" y="6054"/>
                  </a:cubicBezTo>
                  <a:cubicBezTo>
                    <a:pt x="11854" y="6054"/>
                    <a:pt x="12132" y="5491"/>
                    <a:pt x="12190" y="4681"/>
                  </a:cubicBezTo>
                  <a:cubicBezTo>
                    <a:pt x="12250" y="4013"/>
                    <a:pt x="12281" y="2858"/>
                    <a:pt x="12372" y="2280"/>
                  </a:cubicBezTo>
                  <a:lnTo>
                    <a:pt x="12372" y="2280"/>
                  </a:lnTo>
                  <a:cubicBezTo>
                    <a:pt x="11969" y="2356"/>
                    <a:pt x="11534" y="2385"/>
                    <a:pt x="11108" y="2385"/>
                  </a:cubicBezTo>
                  <a:cubicBezTo>
                    <a:pt x="9830" y="2385"/>
                    <a:pt x="8633" y="2128"/>
                    <a:pt x="8633" y="2128"/>
                  </a:cubicBezTo>
                  <a:cubicBezTo>
                    <a:pt x="8907" y="1703"/>
                    <a:pt x="9120" y="1247"/>
                    <a:pt x="9302" y="760"/>
                  </a:cubicBezTo>
                  <a:cubicBezTo>
                    <a:pt x="9424" y="487"/>
                    <a:pt x="9302" y="152"/>
                    <a:pt x="8998" y="31"/>
                  </a:cubicBezTo>
                  <a:lnTo>
                    <a:pt x="89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flipH="1">
              <a:off x="3590973" y="4412539"/>
              <a:ext cx="338027" cy="169225"/>
            </a:xfrm>
            <a:custGeom>
              <a:avLst/>
              <a:gdLst/>
              <a:ahLst/>
              <a:cxnLst/>
              <a:rect l="l" t="t" r="r" b="b"/>
              <a:pathLst>
                <a:path w="12798" h="6407" extrusionOk="0">
                  <a:moveTo>
                    <a:pt x="9180" y="388"/>
                  </a:moveTo>
                  <a:cubicBezTo>
                    <a:pt x="9363" y="479"/>
                    <a:pt x="9454" y="692"/>
                    <a:pt x="9393" y="905"/>
                  </a:cubicBezTo>
                  <a:cubicBezTo>
                    <a:pt x="9211" y="1330"/>
                    <a:pt x="8967" y="1786"/>
                    <a:pt x="8724" y="2212"/>
                  </a:cubicBezTo>
                  <a:cubicBezTo>
                    <a:pt x="8694" y="2242"/>
                    <a:pt x="8694" y="2303"/>
                    <a:pt x="8724" y="2364"/>
                  </a:cubicBezTo>
                  <a:cubicBezTo>
                    <a:pt x="8755" y="2425"/>
                    <a:pt x="8785" y="2455"/>
                    <a:pt x="8846" y="2486"/>
                  </a:cubicBezTo>
                  <a:cubicBezTo>
                    <a:pt x="9686" y="2658"/>
                    <a:pt x="10526" y="2739"/>
                    <a:pt x="11365" y="2739"/>
                  </a:cubicBezTo>
                  <a:cubicBezTo>
                    <a:pt x="11711" y="2739"/>
                    <a:pt x="12057" y="2725"/>
                    <a:pt x="12402" y="2698"/>
                  </a:cubicBezTo>
                  <a:lnTo>
                    <a:pt x="12402" y="2698"/>
                  </a:lnTo>
                  <a:cubicBezTo>
                    <a:pt x="12372" y="3093"/>
                    <a:pt x="12341" y="3641"/>
                    <a:pt x="12311" y="4127"/>
                  </a:cubicBezTo>
                  <a:cubicBezTo>
                    <a:pt x="12281" y="4400"/>
                    <a:pt x="12250" y="4644"/>
                    <a:pt x="12250" y="4856"/>
                  </a:cubicBezTo>
                  <a:cubicBezTo>
                    <a:pt x="12281" y="5221"/>
                    <a:pt x="12129" y="5616"/>
                    <a:pt x="11885" y="5890"/>
                  </a:cubicBezTo>
                  <a:cubicBezTo>
                    <a:pt x="11733" y="6011"/>
                    <a:pt x="11521" y="6042"/>
                    <a:pt x="11338" y="6042"/>
                  </a:cubicBezTo>
                  <a:cubicBezTo>
                    <a:pt x="10974" y="6011"/>
                    <a:pt x="10274" y="5890"/>
                    <a:pt x="9606" y="5768"/>
                  </a:cubicBezTo>
                  <a:cubicBezTo>
                    <a:pt x="8907" y="5647"/>
                    <a:pt x="8116" y="5495"/>
                    <a:pt x="7448" y="5434"/>
                  </a:cubicBezTo>
                  <a:cubicBezTo>
                    <a:pt x="5806" y="5191"/>
                    <a:pt x="4226" y="4765"/>
                    <a:pt x="2706" y="4157"/>
                  </a:cubicBezTo>
                  <a:cubicBezTo>
                    <a:pt x="730" y="3367"/>
                    <a:pt x="487" y="3002"/>
                    <a:pt x="669" y="2425"/>
                  </a:cubicBezTo>
                  <a:cubicBezTo>
                    <a:pt x="775" y="2082"/>
                    <a:pt x="1907" y="2059"/>
                    <a:pt x="2781" y="2059"/>
                  </a:cubicBezTo>
                  <a:cubicBezTo>
                    <a:pt x="2916" y="2059"/>
                    <a:pt x="3044" y="2060"/>
                    <a:pt x="3162" y="2060"/>
                  </a:cubicBezTo>
                  <a:cubicBezTo>
                    <a:pt x="3356" y="2082"/>
                    <a:pt x="3549" y="2092"/>
                    <a:pt x="3742" y="2092"/>
                  </a:cubicBezTo>
                  <a:cubicBezTo>
                    <a:pt x="4093" y="2092"/>
                    <a:pt x="4439" y="2058"/>
                    <a:pt x="4773" y="1999"/>
                  </a:cubicBezTo>
                  <a:cubicBezTo>
                    <a:pt x="5502" y="1756"/>
                    <a:pt x="7843" y="996"/>
                    <a:pt x="9180" y="388"/>
                  </a:cubicBezTo>
                  <a:close/>
                  <a:moveTo>
                    <a:pt x="9165" y="1"/>
                  </a:moveTo>
                  <a:cubicBezTo>
                    <a:pt x="9142" y="1"/>
                    <a:pt x="9119" y="8"/>
                    <a:pt x="9089" y="23"/>
                  </a:cubicBezTo>
                  <a:cubicBezTo>
                    <a:pt x="7752" y="631"/>
                    <a:pt x="5381" y="1422"/>
                    <a:pt x="4651" y="1634"/>
                  </a:cubicBezTo>
                  <a:cubicBezTo>
                    <a:pt x="4295" y="1679"/>
                    <a:pt x="3939" y="1707"/>
                    <a:pt x="3571" y="1707"/>
                  </a:cubicBezTo>
                  <a:cubicBezTo>
                    <a:pt x="3437" y="1707"/>
                    <a:pt x="3300" y="1703"/>
                    <a:pt x="3162" y="1695"/>
                  </a:cubicBezTo>
                  <a:cubicBezTo>
                    <a:pt x="2928" y="1690"/>
                    <a:pt x="2693" y="1685"/>
                    <a:pt x="2463" y="1685"/>
                  </a:cubicBezTo>
                  <a:cubicBezTo>
                    <a:pt x="1412" y="1685"/>
                    <a:pt x="479" y="1779"/>
                    <a:pt x="305" y="2303"/>
                  </a:cubicBezTo>
                  <a:cubicBezTo>
                    <a:pt x="1" y="3306"/>
                    <a:pt x="761" y="3793"/>
                    <a:pt x="2554" y="4492"/>
                  </a:cubicBezTo>
                  <a:cubicBezTo>
                    <a:pt x="4104" y="5130"/>
                    <a:pt x="5715" y="5586"/>
                    <a:pt x="7387" y="5799"/>
                  </a:cubicBezTo>
                  <a:cubicBezTo>
                    <a:pt x="8056" y="5890"/>
                    <a:pt x="8846" y="6011"/>
                    <a:pt x="9545" y="6133"/>
                  </a:cubicBezTo>
                  <a:cubicBezTo>
                    <a:pt x="10274" y="6255"/>
                    <a:pt x="10943" y="6376"/>
                    <a:pt x="11308" y="6407"/>
                  </a:cubicBezTo>
                  <a:lnTo>
                    <a:pt x="11429" y="6407"/>
                  </a:lnTo>
                  <a:cubicBezTo>
                    <a:pt x="11673" y="6407"/>
                    <a:pt x="11946" y="6346"/>
                    <a:pt x="12129" y="6163"/>
                  </a:cubicBezTo>
                  <a:cubicBezTo>
                    <a:pt x="12463" y="5829"/>
                    <a:pt x="12645" y="5373"/>
                    <a:pt x="12615" y="4887"/>
                  </a:cubicBezTo>
                  <a:cubicBezTo>
                    <a:pt x="12645" y="4674"/>
                    <a:pt x="12676" y="4431"/>
                    <a:pt x="12676" y="4157"/>
                  </a:cubicBezTo>
                  <a:cubicBezTo>
                    <a:pt x="12706" y="3549"/>
                    <a:pt x="12736" y="2881"/>
                    <a:pt x="12797" y="2486"/>
                  </a:cubicBezTo>
                  <a:cubicBezTo>
                    <a:pt x="12797" y="2425"/>
                    <a:pt x="12767" y="2364"/>
                    <a:pt x="12736" y="2334"/>
                  </a:cubicBezTo>
                  <a:cubicBezTo>
                    <a:pt x="12706" y="2273"/>
                    <a:pt x="12615" y="2273"/>
                    <a:pt x="12584" y="2273"/>
                  </a:cubicBezTo>
                  <a:cubicBezTo>
                    <a:pt x="12119" y="2334"/>
                    <a:pt x="11658" y="2366"/>
                    <a:pt x="11200" y="2366"/>
                  </a:cubicBezTo>
                  <a:cubicBezTo>
                    <a:pt x="10523" y="2366"/>
                    <a:pt x="9851" y="2296"/>
                    <a:pt x="9180" y="2151"/>
                  </a:cubicBezTo>
                  <a:cubicBezTo>
                    <a:pt x="9393" y="1786"/>
                    <a:pt x="9575" y="1422"/>
                    <a:pt x="9727" y="1027"/>
                  </a:cubicBezTo>
                  <a:cubicBezTo>
                    <a:pt x="9879" y="631"/>
                    <a:pt x="9697" y="206"/>
                    <a:pt x="9302" y="54"/>
                  </a:cubicBezTo>
                  <a:lnTo>
                    <a:pt x="9241" y="23"/>
                  </a:lnTo>
                  <a:cubicBezTo>
                    <a:pt x="9211" y="8"/>
                    <a:pt x="9188" y="1"/>
                    <a:pt x="9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flipH="1">
              <a:off x="3602224" y="4474953"/>
              <a:ext cx="320357" cy="102031"/>
            </a:xfrm>
            <a:custGeom>
              <a:avLst/>
              <a:gdLst/>
              <a:ahLst/>
              <a:cxnLst/>
              <a:rect l="l" t="t" r="r" b="b"/>
              <a:pathLst>
                <a:path w="12129" h="3863" extrusionOk="0">
                  <a:moveTo>
                    <a:pt x="244" y="1"/>
                  </a:moveTo>
                  <a:lnTo>
                    <a:pt x="244" y="1"/>
                  </a:lnTo>
                  <a:cubicBezTo>
                    <a:pt x="1" y="791"/>
                    <a:pt x="548" y="1217"/>
                    <a:pt x="2402" y="1946"/>
                  </a:cubicBezTo>
                  <a:cubicBezTo>
                    <a:pt x="3922" y="2585"/>
                    <a:pt x="5533" y="3010"/>
                    <a:pt x="7174" y="3253"/>
                  </a:cubicBezTo>
                  <a:cubicBezTo>
                    <a:pt x="8572" y="3436"/>
                    <a:pt x="10366" y="3800"/>
                    <a:pt x="11095" y="3861"/>
                  </a:cubicBezTo>
                  <a:cubicBezTo>
                    <a:pt x="11119" y="3862"/>
                    <a:pt x="11142" y="3863"/>
                    <a:pt x="11164" y="3863"/>
                  </a:cubicBezTo>
                  <a:cubicBezTo>
                    <a:pt x="11726" y="3863"/>
                    <a:pt x="12012" y="3502"/>
                    <a:pt x="12129" y="2889"/>
                  </a:cubicBezTo>
                  <a:cubicBezTo>
                    <a:pt x="10791" y="2767"/>
                    <a:pt x="7478" y="2372"/>
                    <a:pt x="5016" y="1885"/>
                  </a:cubicBezTo>
                  <a:cubicBezTo>
                    <a:pt x="3314" y="1582"/>
                    <a:pt x="1703" y="943"/>
                    <a:pt x="2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flipH="1">
              <a:off x="3596599" y="4469802"/>
              <a:ext cx="332401" cy="111963"/>
            </a:xfrm>
            <a:custGeom>
              <a:avLst/>
              <a:gdLst/>
              <a:ahLst/>
              <a:cxnLst/>
              <a:rect l="l" t="t" r="r" b="b"/>
              <a:pathLst>
                <a:path w="12585" h="4239" extrusionOk="0">
                  <a:moveTo>
                    <a:pt x="609" y="500"/>
                  </a:moveTo>
                  <a:lnTo>
                    <a:pt x="609" y="500"/>
                  </a:lnTo>
                  <a:cubicBezTo>
                    <a:pt x="2037" y="1381"/>
                    <a:pt x="3587" y="1959"/>
                    <a:pt x="5229" y="2263"/>
                  </a:cubicBezTo>
                  <a:cubicBezTo>
                    <a:pt x="7478" y="2719"/>
                    <a:pt x="10548" y="3084"/>
                    <a:pt x="12159" y="3236"/>
                  </a:cubicBezTo>
                  <a:cubicBezTo>
                    <a:pt x="11977" y="3843"/>
                    <a:pt x="11642" y="3874"/>
                    <a:pt x="11338" y="3874"/>
                  </a:cubicBezTo>
                  <a:cubicBezTo>
                    <a:pt x="10974" y="3843"/>
                    <a:pt x="10274" y="3722"/>
                    <a:pt x="9606" y="3600"/>
                  </a:cubicBezTo>
                  <a:cubicBezTo>
                    <a:pt x="8907" y="3479"/>
                    <a:pt x="8116" y="3327"/>
                    <a:pt x="7448" y="3236"/>
                  </a:cubicBezTo>
                  <a:cubicBezTo>
                    <a:pt x="5806" y="3023"/>
                    <a:pt x="4226" y="2597"/>
                    <a:pt x="2706" y="1959"/>
                  </a:cubicBezTo>
                  <a:cubicBezTo>
                    <a:pt x="1065" y="1321"/>
                    <a:pt x="609" y="956"/>
                    <a:pt x="609" y="500"/>
                  </a:cubicBezTo>
                  <a:close/>
                  <a:moveTo>
                    <a:pt x="482" y="0"/>
                  </a:moveTo>
                  <a:cubicBezTo>
                    <a:pt x="399" y="0"/>
                    <a:pt x="325" y="54"/>
                    <a:pt x="305" y="135"/>
                  </a:cubicBezTo>
                  <a:cubicBezTo>
                    <a:pt x="1" y="1138"/>
                    <a:pt x="761" y="1625"/>
                    <a:pt x="2554" y="2324"/>
                  </a:cubicBezTo>
                  <a:cubicBezTo>
                    <a:pt x="4104" y="2962"/>
                    <a:pt x="5715" y="3418"/>
                    <a:pt x="7387" y="3631"/>
                  </a:cubicBezTo>
                  <a:cubicBezTo>
                    <a:pt x="8056" y="3722"/>
                    <a:pt x="8846" y="3843"/>
                    <a:pt x="9545" y="3965"/>
                  </a:cubicBezTo>
                  <a:cubicBezTo>
                    <a:pt x="10274" y="4087"/>
                    <a:pt x="10943" y="4208"/>
                    <a:pt x="11308" y="4239"/>
                  </a:cubicBezTo>
                  <a:lnTo>
                    <a:pt x="11429" y="4239"/>
                  </a:lnTo>
                  <a:cubicBezTo>
                    <a:pt x="11885" y="4239"/>
                    <a:pt x="12402" y="4026"/>
                    <a:pt x="12584" y="3114"/>
                  </a:cubicBezTo>
                  <a:cubicBezTo>
                    <a:pt x="12584" y="3084"/>
                    <a:pt x="12554" y="3023"/>
                    <a:pt x="12524" y="2962"/>
                  </a:cubicBezTo>
                  <a:cubicBezTo>
                    <a:pt x="12493" y="2932"/>
                    <a:pt x="12463" y="2901"/>
                    <a:pt x="12402" y="2901"/>
                  </a:cubicBezTo>
                  <a:cubicBezTo>
                    <a:pt x="10852" y="2749"/>
                    <a:pt x="7630" y="2384"/>
                    <a:pt x="5290" y="1898"/>
                  </a:cubicBezTo>
                  <a:cubicBezTo>
                    <a:pt x="3618" y="1594"/>
                    <a:pt x="2037" y="986"/>
                    <a:pt x="609" y="44"/>
                  </a:cubicBezTo>
                  <a:cubicBezTo>
                    <a:pt x="568" y="14"/>
                    <a:pt x="524" y="0"/>
                    <a:pt x="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37"/>
            <p:cNvGrpSpPr/>
            <p:nvPr/>
          </p:nvGrpSpPr>
          <p:grpSpPr>
            <a:xfrm>
              <a:off x="-38" y="2026600"/>
              <a:ext cx="3929038" cy="2599427"/>
              <a:chOff x="-38" y="2026600"/>
              <a:chExt cx="3929038" cy="2599427"/>
            </a:xfrm>
          </p:grpSpPr>
          <p:sp>
            <p:nvSpPr>
              <p:cNvPr id="626" name="Google Shape;626;p37"/>
              <p:cNvSpPr/>
              <p:nvPr/>
            </p:nvSpPr>
            <p:spPr>
              <a:xfrm flipH="1">
                <a:off x="2651643" y="4006917"/>
                <a:ext cx="42577" cy="138111"/>
              </a:xfrm>
              <a:custGeom>
                <a:avLst/>
                <a:gdLst/>
                <a:ahLst/>
                <a:cxnLst/>
                <a:rect l="l" t="t" r="r" b="b"/>
                <a:pathLst>
                  <a:path w="1612" h="5229" extrusionOk="0">
                    <a:moveTo>
                      <a:pt x="0" y="0"/>
                    </a:moveTo>
                    <a:lnTo>
                      <a:pt x="0" y="4438"/>
                    </a:lnTo>
                    <a:cubicBezTo>
                      <a:pt x="0" y="4894"/>
                      <a:pt x="365" y="5228"/>
                      <a:pt x="821" y="5228"/>
                    </a:cubicBezTo>
                    <a:cubicBezTo>
                      <a:pt x="1246" y="5228"/>
                      <a:pt x="1611" y="4894"/>
                      <a:pt x="1611" y="4438"/>
                    </a:cubicBezTo>
                    <a:lnTo>
                      <a:pt x="16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flipH="1">
                <a:off x="2646836" y="4002083"/>
                <a:ext cx="52218" cy="148570"/>
              </a:xfrm>
              <a:custGeom>
                <a:avLst/>
                <a:gdLst/>
                <a:ahLst/>
                <a:cxnLst/>
                <a:rect l="l" t="t" r="r" b="b"/>
                <a:pathLst>
                  <a:path w="1977" h="5625" extrusionOk="0">
                    <a:moveTo>
                      <a:pt x="1612" y="396"/>
                    </a:moveTo>
                    <a:lnTo>
                      <a:pt x="1612" y="4621"/>
                    </a:lnTo>
                    <a:cubicBezTo>
                      <a:pt x="1581" y="5001"/>
                      <a:pt x="1293" y="5191"/>
                      <a:pt x="1004" y="5191"/>
                    </a:cubicBezTo>
                    <a:cubicBezTo>
                      <a:pt x="715" y="5191"/>
                      <a:pt x="426" y="5001"/>
                      <a:pt x="396" y="4621"/>
                    </a:cubicBezTo>
                    <a:lnTo>
                      <a:pt x="396" y="396"/>
                    </a:lnTo>
                    <a:close/>
                    <a:moveTo>
                      <a:pt x="183" y="1"/>
                    </a:moveTo>
                    <a:cubicBezTo>
                      <a:pt x="92" y="1"/>
                      <a:pt x="1" y="92"/>
                      <a:pt x="1" y="183"/>
                    </a:cubicBezTo>
                    <a:lnTo>
                      <a:pt x="1" y="4621"/>
                    </a:lnTo>
                    <a:cubicBezTo>
                      <a:pt x="1" y="5168"/>
                      <a:pt x="457" y="5624"/>
                      <a:pt x="1004" y="5624"/>
                    </a:cubicBezTo>
                    <a:cubicBezTo>
                      <a:pt x="1521" y="5624"/>
                      <a:pt x="1977" y="5168"/>
                      <a:pt x="1977" y="4621"/>
                    </a:cubicBezTo>
                    <a:lnTo>
                      <a:pt x="1977" y="183"/>
                    </a:lnTo>
                    <a:cubicBezTo>
                      <a:pt x="1977" y="92"/>
                      <a:pt x="1885" y="1"/>
                      <a:pt x="17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flipH="1">
                <a:off x="2580198" y="3933859"/>
                <a:ext cx="189483" cy="125274"/>
              </a:xfrm>
              <a:custGeom>
                <a:avLst/>
                <a:gdLst/>
                <a:ahLst/>
                <a:cxnLst/>
                <a:rect l="l" t="t" r="r" b="b"/>
                <a:pathLst>
                  <a:path w="7174" h="4743" extrusionOk="0">
                    <a:moveTo>
                      <a:pt x="3587" y="0"/>
                    </a:moveTo>
                    <a:cubicBezTo>
                      <a:pt x="1611" y="0"/>
                      <a:pt x="0" y="1064"/>
                      <a:pt x="0" y="2371"/>
                    </a:cubicBezTo>
                    <a:cubicBezTo>
                      <a:pt x="0" y="3678"/>
                      <a:pt x="1611" y="4742"/>
                      <a:pt x="3587" y="4742"/>
                    </a:cubicBezTo>
                    <a:cubicBezTo>
                      <a:pt x="5562" y="4742"/>
                      <a:pt x="7173" y="3678"/>
                      <a:pt x="7173" y="2371"/>
                    </a:cubicBezTo>
                    <a:cubicBezTo>
                      <a:pt x="7173" y="1064"/>
                      <a:pt x="5562" y="0"/>
                      <a:pt x="35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flipH="1">
                <a:off x="2575391" y="3928761"/>
                <a:ext cx="199124" cy="135179"/>
              </a:xfrm>
              <a:custGeom>
                <a:avLst/>
                <a:gdLst/>
                <a:ahLst/>
                <a:cxnLst/>
                <a:rect l="l" t="t" r="r" b="b"/>
                <a:pathLst>
                  <a:path w="7539" h="5118" extrusionOk="0">
                    <a:moveTo>
                      <a:pt x="4766" y="375"/>
                    </a:moveTo>
                    <a:cubicBezTo>
                      <a:pt x="5569" y="375"/>
                      <a:pt x="6255" y="399"/>
                      <a:pt x="6657" y="801"/>
                    </a:cubicBezTo>
                    <a:cubicBezTo>
                      <a:pt x="6992" y="1136"/>
                      <a:pt x="7174" y="1713"/>
                      <a:pt x="7174" y="2564"/>
                    </a:cubicBezTo>
                    <a:cubicBezTo>
                      <a:pt x="7174" y="3750"/>
                      <a:pt x="5654" y="4722"/>
                      <a:pt x="3770" y="4722"/>
                    </a:cubicBezTo>
                    <a:cubicBezTo>
                      <a:pt x="1885" y="4722"/>
                      <a:pt x="365" y="3750"/>
                      <a:pt x="365" y="2564"/>
                    </a:cubicBezTo>
                    <a:cubicBezTo>
                      <a:pt x="365" y="1744"/>
                      <a:pt x="548" y="1196"/>
                      <a:pt x="852" y="862"/>
                    </a:cubicBezTo>
                    <a:cubicBezTo>
                      <a:pt x="1277" y="436"/>
                      <a:pt x="2007" y="376"/>
                      <a:pt x="2827" y="376"/>
                    </a:cubicBezTo>
                    <a:lnTo>
                      <a:pt x="4438" y="376"/>
                    </a:lnTo>
                    <a:cubicBezTo>
                      <a:pt x="4549" y="376"/>
                      <a:pt x="4658" y="375"/>
                      <a:pt x="4766" y="375"/>
                    </a:cubicBezTo>
                    <a:close/>
                    <a:moveTo>
                      <a:pt x="5012" y="0"/>
                    </a:moveTo>
                    <a:cubicBezTo>
                      <a:pt x="4827" y="0"/>
                      <a:pt x="4636" y="5"/>
                      <a:pt x="4438" y="11"/>
                    </a:cubicBezTo>
                    <a:lnTo>
                      <a:pt x="3283" y="11"/>
                    </a:lnTo>
                    <a:cubicBezTo>
                      <a:pt x="3078" y="5"/>
                      <a:pt x="2878" y="1"/>
                      <a:pt x="2686" y="1"/>
                    </a:cubicBezTo>
                    <a:cubicBezTo>
                      <a:pt x="1826" y="1"/>
                      <a:pt x="1105" y="92"/>
                      <a:pt x="609" y="588"/>
                    </a:cubicBezTo>
                    <a:cubicBezTo>
                      <a:pt x="183" y="984"/>
                      <a:pt x="1" y="1652"/>
                      <a:pt x="1" y="2564"/>
                    </a:cubicBezTo>
                    <a:cubicBezTo>
                      <a:pt x="1" y="3962"/>
                      <a:pt x="1672" y="5117"/>
                      <a:pt x="3770" y="5117"/>
                    </a:cubicBezTo>
                    <a:cubicBezTo>
                      <a:pt x="5837" y="5117"/>
                      <a:pt x="7539" y="3962"/>
                      <a:pt x="7539" y="2564"/>
                    </a:cubicBezTo>
                    <a:cubicBezTo>
                      <a:pt x="7539" y="1592"/>
                      <a:pt x="7356" y="953"/>
                      <a:pt x="6931" y="528"/>
                    </a:cubicBezTo>
                    <a:cubicBezTo>
                      <a:pt x="6464" y="85"/>
                      <a:pt x="5797" y="0"/>
                      <a:pt x="50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p:nvPr/>
            </p:nvSpPr>
            <p:spPr>
              <a:xfrm flipH="1">
                <a:off x="2580198" y="3908978"/>
                <a:ext cx="189483" cy="125248"/>
              </a:xfrm>
              <a:custGeom>
                <a:avLst/>
                <a:gdLst/>
                <a:ahLst/>
                <a:cxnLst/>
                <a:rect l="l" t="t" r="r" b="b"/>
                <a:pathLst>
                  <a:path w="7174" h="4742" extrusionOk="0">
                    <a:moveTo>
                      <a:pt x="3587" y="0"/>
                    </a:moveTo>
                    <a:cubicBezTo>
                      <a:pt x="1611" y="0"/>
                      <a:pt x="0" y="1064"/>
                      <a:pt x="0" y="2371"/>
                    </a:cubicBezTo>
                    <a:cubicBezTo>
                      <a:pt x="0" y="3678"/>
                      <a:pt x="1611" y="4742"/>
                      <a:pt x="3587" y="4742"/>
                    </a:cubicBezTo>
                    <a:cubicBezTo>
                      <a:pt x="5562" y="4742"/>
                      <a:pt x="7173" y="3678"/>
                      <a:pt x="7173" y="2371"/>
                    </a:cubicBezTo>
                    <a:cubicBezTo>
                      <a:pt x="7173" y="1064"/>
                      <a:pt x="5562" y="0"/>
                      <a:pt x="35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flipH="1">
                <a:off x="2575391" y="3904144"/>
                <a:ext cx="199124" cy="134915"/>
              </a:xfrm>
              <a:custGeom>
                <a:avLst/>
                <a:gdLst/>
                <a:ahLst/>
                <a:cxnLst/>
                <a:rect l="l" t="t" r="r" b="b"/>
                <a:pathLst>
                  <a:path w="7539" h="5108" extrusionOk="0">
                    <a:moveTo>
                      <a:pt x="3770" y="396"/>
                    </a:moveTo>
                    <a:cubicBezTo>
                      <a:pt x="5624" y="396"/>
                      <a:pt x="7174" y="1368"/>
                      <a:pt x="7174" y="2554"/>
                    </a:cubicBezTo>
                    <a:cubicBezTo>
                      <a:pt x="7174" y="3739"/>
                      <a:pt x="5654" y="4712"/>
                      <a:pt x="3770" y="4712"/>
                    </a:cubicBezTo>
                    <a:cubicBezTo>
                      <a:pt x="1885" y="4712"/>
                      <a:pt x="365" y="3739"/>
                      <a:pt x="365" y="2554"/>
                    </a:cubicBezTo>
                    <a:cubicBezTo>
                      <a:pt x="365" y="1368"/>
                      <a:pt x="1885" y="396"/>
                      <a:pt x="3770" y="396"/>
                    </a:cubicBezTo>
                    <a:close/>
                    <a:moveTo>
                      <a:pt x="3770" y="1"/>
                    </a:moveTo>
                    <a:cubicBezTo>
                      <a:pt x="1672" y="1"/>
                      <a:pt x="1" y="1156"/>
                      <a:pt x="1" y="2554"/>
                    </a:cubicBezTo>
                    <a:cubicBezTo>
                      <a:pt x="1" y="3983"/>
                      <a:pt x="1672" y="5107"/>
                      <a:pt x="3770" y="5107"/>
                    </a:cubicBezTo>
                    <a:cubicBezTo>
                      <a:pt x="5837" y="5107"/>
                      <a:pt x="7539" y="3983"/>
                      <a:pt x="7539" y="2554"/>
                    </a:cubicBezTo>
                    <a:cubicBezTo>
                      <a:pt x="7539" y="1156"/>
                      <a:pt x="5837" y="1"/>
                      <a:pt x="3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p:nvPr/>
            </p:nvSpPr>
            <p:spPr>
              <a:xfrm flipH="1">
                <a:off x="2536856" y="3326891"/>
                <a:ext cx="289032" cy="295503"/>
              </a:xfrm>
              <a:custGeom>
                <a:avLst/>
                <a:gdLst/>
                <a:ahLst/>
                <a:cxnLst/>
                <a:rect l="l" t="t" r="r" b="b"/>
                <a:pathLst>
                  <a:path w="10943" h="11188" extrusionOk="0">
                    <a:moveTo>
                      <a:pt x="3888" y="1"/>
                    </a:moveTo>
                    <a:cubicBezTo>
                      <a:pt x="2975" y="1"/>
                      <a:pt x="361" y="1196"/>
                      <a:pt x="0" y="1977"/>
                    </a:cubicBezTo>
                    <a:cubicBezTo>
                      <a:pt x="122" y="2828"/>
                      <a:pt x="274" y="3710"/>
                      <a:pt x="517" y="4561"/>
                    </a:cubicBezTo>
                    <a:cubicBezTo>
                      <a:pt x="730" y="5169"/>
                      <a:pt x="1277" y="5260"/>
                      <a:pt x="1277" y="6050"/>
                    </a:cubicBezTo>
                    <a:cubicBezTo>
                      <a:pt x="1247" y="6840"/>
                      <a:pt x="608" y="7691"/>
                      <a:pt x="730" y="7995"/>
                    </a:cubicBezTo>
                    <a:cubicBezTo>
                      <a:pt x="882" y="8299"/>
                      <a:pt x="2037" y="8603"/>
                      <a:pt x="2037" y="8603"/>
                    </a:cubicBezTo>
                    <a:cubicBezTo>
                      <a:pt x="2037" y="8603"/>
                      <a:pt x="3648" y="10852"/>
                      <a:pt x="3921" y="11096"/>
                    </a:cubicBezTo>
                    <a:cubicBezTo>
                      <a:pt x="3998" y="11162"/>
                      <a:pt x="4133" y="11187"/>
                      <a:pt x="4288" y="11187"/>
                    </a:cubicBezTo>
                    <a:cubicBezTo>
                      <a:pt x="4629" y="11187"/>
                      <a:pt x="5063" y="11067"/>
                      <a:pt x="5168" y="11004"/>
                    </a:cubicBezTo>
                    <a:cubicBezTo>
                      <a:pt x="5350" y="10913"/>
                      <a:pt x="7660" y="10336"/>
                      <a:pt x="7660" y="10336"/>
                    </a:cubicBezTo>
                    <a:cubicBezTo>
                      <a:pt x="7660" y="10336"/>
                      <a:pt x="8694" y="9394"/>
                      <a:pt x="9818" y="6962"/>
                    </a:cubicBezTo>
                    <a:cubicBezTo>
                      <a:pt x="10943" y="4530"/>
                      <a:pt x="10122" y="2281"/>
                      <a:pt x="9636" y="1916"/>
                    </a:cubicBezTo>
                    <a:cubicBezTo>
                      <a:pt x="9188" y="1610"/>
                      <a:pt x="8668" y="1450"/>
                      <a:pt x="8131" y="1450"/>
                    </a:cubicBezTo>
                    <a:cubicBezTo>
                      <a:pt x="7975" y="1450"/>
                      <a:pt x="7817" y="1463"/>
                      <a:pt x="7660" y="1491"/>
                    </a:cubicBezTo>
                    <a:cubicBezTo>
                      <a:pt x="7370" y="1578"/>
                      <a:pt x="6970" y="1651"/>
                      <a:pt x="6561" y="1651"/>
                    </a:cubicBezTo>
                    <a:cubicBezTo>
                      <a:pt x="6112" y="1651"/>
                      <a:pt x="5654" y="1563"/>
                      <a:pt x="5320" y="1308"/>
                    </a:cubicBezTo>
                    <a:cubicBezTo>
                      <a:pt x="4651" y="822"/>
                      <a:pt x="4772" y="62"/>
                      <a:pt x="3921" y="1"/>
                    </a:cubicBezTo>
                    <a:cubicBezTo>
                      <a:pt x="3911" y="1"/>
                      <a:pt x="3899" y="1"/>
                      <a:pt x="38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flipH="1">
                <a:off x="2532842" y="3322031"/>
                <a:ext cx="298673" cy="305170"/>
              </a:xfrm>
              <a:custGeom>
                <a:avLst/>
                <a:gdLst/>
                <a:ahLst/>
                <a:cxnLst/>
                <a:rect l="l" t="t" r="r" b="b"/>
                <a:pathLst>
                  <a:path w="11308" h="11554" extrusionOk="0">
                    <a:moveTo>
                      <a:pt x="4104" y="368"/>
                    </a:moveTo>
                    <a:cubicBezTo>
                      <a:pt x="4499" y="398"/>
                      <a:pt x="4621" y="611"/>
                      <a:pt x="4803" y="945"/>
                    </a:cubicBezTo>
                    <a:cubicBezTo>
                      <a:pt x="4925" y="1219"/>
                      <a:pt x="5137" y="1462"/>
                      <a:pt x="5381" y="1644"/>
                    </a:cubicBezTo>
                    <a:cubicBezTo>
                      <a:pt x="5764" y="1932"/>
                      <a:pt x="6258" y="2016"/>
                      <a:pt x="6710" y="2016"/>
                    </a:cubicBezTo>
                    <a:cubicBezTo>
                      <a:pt x="7263" y="2016"/>
                      <a:pt x="7753" y="1890"/>
                      <a:pt x="7903" y="1857"/>
                    </a:cubicBezTo>
                    <a:cubicBezTo>
                      <a:pt x="8049" y="1829"/>
                      <a:pt x="8195" y="1816"/>
                      <a:pt x="8339" y="1816"/>
                    </a:cubicBezTo>
                    <a:cubicBezTo>
                      <a:pt x="8828" y="1816"/>
                      <a:pt x="9305" y="1971"/>
                      <a:pt x="9727" y="2252"/>
                    </a:cubicBezTo>
                    <a:cubicBezTo>
                      <a:pt x="10062" y="2495"/>
                      <a:pt x="10943" y="4653"/>
                      <a:pt x="9849" y="7055"/>
                    </a:cubicBezTo>
                    <a:cubicBezTo>
                      <a:pt x="9332" y="8270"/>
                      <a:pt x="8603" y="9365"/>
                      <a:pt x="7752" y="10368"/>
                    </a:cubicBezTo>
                    <a:cubicBezTo>
                      <a:pt x="7144" y="10489"/>
                      <a:pt x="5472" y="10915"/>
                      <a:pt x="5289" y="11006"/>
                    </a:cubicBezTo>
                    <a:cubicBezTo>
                      <a:pt x="5140" y="11091"/>
                      <a:pt x="4767" y="11191"/>
                      <a:pt x="4495" y="11191"/>
                    </a:cubicBezTo>
                    <a:cubicBezTo>
                      <a:pt x="4378" y="11191"/>
                      <a:pt x="4280" y="11173"/>
                      <a:pt x="4226" y="11128"/>
                    </a:cubicBezTo>
                    <a:cubicBezTo>
                      <a:pt x="4043" y="10976"/>
                      <a:pt x="3010" y="9547"/>
                      <a:pt x="2402" y="8696"/>
                    </a:cubicBezTo>
                    <a:cubicBezTo>
                      <a:pt x="2371" y="8635"/>
                      <a:pt x="2311" y="8605"/>
                      <a:pt x="2280" y="8605"/>
                    </a:cubicBezTo>
                    <a:cubicBezTo>
                      <a:pt x="1855" y="8514"/>
                      <a:pt x="1460" y="8362"/>
                      <a:pt x="1095" y="8119"/>
                    </a:cubicBezTo>
                    <a:cubicBezTo>
                      <a:pt x="1125" y="7875"/>
                      <a:pt x="1186" y="7663"/>
                      <a:pt x="1308" y="7480"/>
                    </a:cubicBezTo>
                    <a:cubicBezTo>
                      <a:pt x="1460" y="7085"/>
                      <a:pt x="1581" y="6660"/>
                      <a:pt x="1642" y="6234"/>
                    </a:cubicBezTo>
                    <a:cubicBezTo>
                      <a:pt x="1672" y="5839"/>
                      <a:pt x="1520" y="5444"/>
                      <a:pt x="1216" y="5170"/>
                    </a:cubicBezTo>
                    <a:cubicBezTo>
                      <a:pt x="1064" y="5049"/>
                      <a:pt x="973" y="4866"/>
                      <a:pt x="882" y="4684"/>
                    </a:cubicBezTo>
                    <a:cubicBezTo>
                      <a:pt x="669" y="3863"/>
                      <a:pt x="517" y="3012"/>
                      <a:pt x="396" y="2191"/>
                    </a:cubicBezTo>
                    <a:cubicBezTo>
                      <a:pt x="852" y="1462"/>
                      <a:pt x="3314" y="368"/>
                      <a:pt x="4104" y="368"/>
                    </a:cubicBezTo>
                    <a:close/>
                    <a:moveTo>
                      <a:pt x="4037" y="1"/>
                    </a:moveTo>
                    <a:cubicBezTo>
                      <a:pt x="3090" y="1"/>
                      <a:pt x="446" y="1180"/>
                      <a:pt x="1" y="2070"/>
                    </a:cubicBezTo>
                    <a:cubicBezTo>
                      <a:pt x="1" y="2100"/>
                      <a:pt x="1" y="2131"/>
                      <a:pt x="1" y="2161"/>
                    </a:cubicBezTo>
                    <a:cubicBezTo>
                      <a:pt x="122" y="3073"/>
                      <a:pt x="305" y="3954"/>
                      <a:pt x="548" y="4805"/>
                    </a:cubicBezTo>
                    <a:cubicBezTo>
                      <a:pt x="609" y="5049"/>
                      <a:pt x="760" y="5261"/>
                      <a:pt x="943" y="5444"/>
                    </a:cubicBezTo>
                    <a:cubicBezTo>
                      <a:pt x="1156" y="5626"/>
                      <a:pt x="1277" y="5930"/>
                      <a:pt x="1277" y="6204"/>
                    </a:cubicBezTo>
                    <a:cubicBezTo>
                      <a:pt x="1216" y="6599"/>
                      <a:pt x="1095" y="6963"/>
                      <a:pt x="943" y="7328"/>
                    </a:cubicBezTo>
                    <a:cubicBezTo>
                      <a:pt x="791" y="7723"/>
                      <a:pt x="669" y="8027"/>
                      <a:pt x="760" y="8240"/>
                    </a:cubicBezTo>
                    <a:cubicBezTo>
                      <a:pt x="912" y="8574"/>
                      <a:pt x="1703" y="8848"/>
                      <a:pt x="2128" y="8939"/>
                    </a:cubicBezTo>
                    <a:cubicBezTo>
                      <a:pt x="2463" y="9426"/>
                      <a:pt x="3739" y="11188"/>
                      <a:pt x="3982" y="11401"/>
                    </a:cubicBezTo>
                    <a:cubicBezTo>
                      <a:pt x="4134" y="11523"/>
                      <a:pt x="4317" y="11553"/>
                      <a:pt x="4499" y="11553"/>
                    </a:cubicBezTo>
                    <a:cubicBezTo>
                      <a:pt x="4803" y="11553"/>
                      <a:pt x="5137" y="11492"/>
                      <a:pt x="5441" y="11371"/>
                    </a:cubicBezTo>
                    <a:cubicBezTo>
                      <a:pt x="5563" y="11310"/>
                      <a:pt x="6779" y="11006"/>
                      <a:pt x="7873" y="10733"/>
                    </a:cubicBezTo>
                    <a:cubicBezTo>
                      <a:pt x="7903" y="10702"/>
                      <a:pt x="7934" y="10702"/>
                      <a:pt x="7964" y="10672"/>
                    </a:cubicBezTo>
                    <a:cubicBezTo>
                      <a:pt x="7995" y="10641"/>
                      <a:pt x="9028" y="9699"/>
                      <a:pt x="10153" y="7237"/>
                    </a:cubicBezTo>
                    <a:cubicBezTo>
                      <a:pt x="11308" y="4745"/>
                      <a:pt x="10518" y="2374"/>
                      <a:pt x="9940" y="1948"/>
                    </a:cubicBezTo>
                    <a:cubicBezTo>
                      <a:pt x="9444" y="1617"/>
                      <a:pt x="8855" y="1452"/>
                      <a:pt x="8275" y="1452"/>
                    </a:cubicBezTo>
                    <a:cubicBezTo>
                      <a:pt x="8109" y="1452"/>
                      <a:pt x="7944" y="1465"/>
                      <a:pt x="7782" y="1492"/>
                    </a:cubicBezTo>
                    <a:cubicBezTo>
                      <a:pt x="7465" y="1579"/>
                      <a:pt x="7079" y="1645"/>
                      <a:pt x="6703" y="1645"/>
                    </a:cubicBezTo>
                    <a:cubicBezTo>
                      <a:pt x="6286" y="1645"/>
                      <a:pt x="5881" y="1564"/>
                      <a:pt x="5593" y="1340"/>
                    </a:cubicBezTo>
                    <a:cubicBezTo>
                      <a:pt x="5381" y="1188"/>
                      <a:pt x="5229" y="976"/>
                      <a:pt x="5107" y="763"/>
                    </a:cubicBezTo>
                    <a:cubicBezTo>
                      <a:pt x="4955" y="307"/>
                      <a:pt x="4560" y="33"/>
                      <a:pt x="4104" y="3"/>
                    </a:cubicBezTo>
                    <a:cubicBezTo>
                      <a:pt x="4083" y="1"/>
                      <a:pt x="4060" y="1"/>
                      <a:pt x="40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p:nvPr/>
            </p:nvSpPr>
            <p:spPr>
              <a:xfrm flipH="1">
                <a:off x="2718098" y="3457502"/>
                <a:ext cx="57051" cy="26782"/>
              </a:xfrm>
              <a:custGeom>
                <a:avLst/>
                <a:gdLst/>
                <a:ahLst/>
                <a:cxnLst/>
                <a:rect l="l" t="t" r="r" b="b"/>
                <a:pathLst>
                  <a:path w="2160" h="1014" extrusionOk="0">
                    <a:moveTo>
                      <a:pt x="1879" y="0"/>
                    </a:moveTo>
                    <a:cubicBezTo>
                      <a:pt x="1820" y="0"/>
                      <a:pt x="1763" y="30"/>
                      <a:pt x="1727" y="102"/>
                    </a:cubicBezTo>
                    <a:cubicBezTo>
                      <a:pt x="1540" y="435"/>
                      <a:pt x="1196" y="611"/>
                      <a:pt x="841" y="611"/>
                    </a:cubicBezTo>
                    <a:cubicBezTo>
                      <a:pt x="678" y="611"/>
                      <a:pt x="512" y="574"/>
                      <a:pt x="359" y="497"/>
                    </a:cubicBezTo>
                    <a:cubicBezTo>
                      <a:pt x="327" y="479"/>
                      <a:pt x="296" y="471"/>
                      <a:pt x="267" y="471"/>
                    </a:cubicBezTo>
                    <a:cubicBezTo>
                      <a:pt x="101" y="471"/>
                      <a:pt x="0" y="728"/>
                      <a:pt x="207" y="831"/>
                    </a:cubicBezTo>
                    <a:cubicBezTo>
                      <a:pt x="420" y="953"/>
                      <a:pt x="633" y="983"/>
                      <a:pt x="876" y="1014"/>
                    </a:cubicBezTo>
                    <a:cubicBezTo>
                      <a:pt x="1362" y="1014"/>
                      <a:pt x="1818" y="740"/>
                      <a:pt x="2031" y="315"/>
                    </a:cubicBezTo>
                    <a:cubicBezTo>
                      <a:pt x="2159" y="165"/>
                      <a:pt x="2017" y="0"/>
                      <a:pt x="18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flipH="1">
                <a:off x="2738357" y="3428660"/>
                <a:ext cx="45799" cy="26729"/>
              </a:xfrm>
              <a:custGeom>
                <a:avLst/>
                <a:gdLst/>
                <a:ahLst/>
                <a:cxnLst/>
                <a:rect l="l" t="t" r="r" b="b"/>
                <a:pathLst>
                  <a:path w="1734" h="1012" extrusionOk="0">
                    <a:moveTo>
                      <a:pt x="1391" y="0"/>
                    </a:moveTo>
                    <a:cubicBezTo>
                      <a:pt x="869" y="0"/>
                      <a:pt x="365" y="266"/>
                      <a:pt x="62" y="708"/>
                    </a:cubicBezTo>
                    <a:cubicBezTo>
                      <a:pt x="1" y="799"/>
                      <a:pt x="31" y="920"/>
                      <a:pt x="123" y="981"/>
                    </a:cubicBezTo>
                    <a:cubicBezTo>
                      <a:pt x="153" y="981"/>
                      <a:pt x="183" y="1012"/>
                      <a:pt x="244" y="1012"/>
                    </a:cubicBezTo>
                    <a:cubicBezTo>
                      <a:pt x="305" y="981"/>
                      <a:pt x="366" y="951"/>
                      <a:pt x="396" y="920"/>
                    </a:cubicBezTo>
                    <a:cubicBezTo>
                      <a:pt x="612" y="597"/>
                      <a:pt x="994" y="393"/>
                      <a:pt x="1374" y="393"/>
                    </a:cubicBezTo>
                    <a:cubicBezTo>
                      <a:pt x="1423" y="393"/>
                      <a:pt x="1472" y="397"/>
                      <a:pt x="1521" y="404"/>
                    </a:cubicBezTo>
                    <a:cubicBezTo>
                      <a:pt x="1642" y="404"/>
                      <a:pt x="1733" y="312"/>
                      <a:pt x="1733" y="221"/>
                    </a:cubicBezTo>
                    <a:cubicBezTo>
                      <a:pt x="1733" y="100"/>
                      <a:pt x="1642" y="9"/>
                      <a:pt x="1551" y="9"/>
                    </a:cubicBezTo>
                    <a:cubicBezTo>
                      <a:pt x="1498" y="3"/>
                      <a:pt x="1444" y="0"/>
                      <a:pt x="1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flipH="1">
                <a:off x="2706238" y="3533202"/>
                <a:ext cx="44188" cy="26545"/>
              </a:xfrm>
              <a:custGeom>
                <a:avLst/>
                <a:gdLst/>
                <a:ahLst/>
                <a:cxnLst/>
                <a:rect l="l" t="t" r="r" b="b"/>
                <a:pathLst>
                  <a:path w="1673" h="1005" extrusionOk="0">
                    <a:moveTo>
                      <a:pt x="1477" y="1"/>
                    </a:moveTo>
                    <a:cubicBezTo>
                      <a:pt x="1411" y="1"/>
                      <a:pt x="1347" y="34"/>
                      <a:pt x="1308" y="93"/>
                    </a:cubicBezTo>
                    <a:cubicBezTo>
                      <a:pt x="1080" y="406"/>
                      <a:pt x="719" y="613"/>
                      <a:pt x="324" y="613"/>
                    </a:cubicBezTo>
                    <a:cubicBezTo>
                      <a:pt x="298" y="613"/>
                      <a:pt x="271" y="612"/>
                      <a:pt x="244" y="610"/>
                    </a:cubicBezTo>
                    <a:cubicBezTo>
                      <a:pt x="122" y="610"/>
                      <a:pt x="31" y="671"/>
                      <a:pt x="31" y="792"/>
                    </a:cubicBezTo>
                    <a:cubicBezTo>
                      <a:pt x="1" y="883"/>
                      <a:pt x="92" y="975"/>
                      <a:pt x="183" y="1005"/>
                    </a:cubicBezTo>
                    <a:lnTo>
                      <a:pt x="305" y="1005"/>
                    </a:lnTo>
                    <a:cubicBezTo>
                      <a:pt x="821" y="1005"/>
                      <a:pt x="1338" y="731"/>
                      <a:pt x="1642" y="306"/>
                    </a:cubicBezTo>
                    <a:cubicBezTo>
                      <a:pt x="1672" y="215"/>
                      <a:pt x="1672" y="93"/>
                      <a:pt x="1581" y="32"/>
                    </a:cubicBezTo>
                    <a:cubicBezTo>
                      <a:pt x="1549" y="11"/>
                      <a:pt x="1513" y="1"/>
                      <a:pt x="1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p:nvPr/>
            </p:nvSpPr>
            <p:spPr>
              <a:xfrm flipH="1">
                <a:off x="2303239" y="3151139"/>
                <a:ext cx="605348" cy="609310"/>
              </a:xfrm>
              <a:custGeom>
                <a:avLst/>
                <a:gdLst/>
                <a:ahLst/>
                <a:cxnLst/>
                <a:rect l="l" t="t" r="r" b="b"/>
                <a:pathLst>
                  <a:path w="22919" h="23069" extrusionOk="0">
                    <a:moveTo>
                      <a:pt x="11423" y="0"/>
                    </a:moveTo>
                    <a:cubicBezTo>
                      <a:pt x="11293" y="0"/>
                      <a:pt x="11163" y="10"/>
                      <a:pt x="11034" y="29"/>
                    </a:cubicBezTo>
                    <a:cubicBezTo>
                      <a:pt x="8815" y="394"/>
                      <a:pt x="6110" y="1275"/>
                      <a:pt x="5472" y="2521"/>
                    </a:cubicBezTo>
                    <a:cubicBezTo>
                      <a:pt x="5472" y="2521"/>
                      <a:pt x="1824" y="2673"/>
                      <a:pt x="912" y="5835"/>
                    </a:cubicBezTo>
                    <a:cubicBezTo>
                      <a:pt x="1" y="8996"/>
                      <a:pt x="1277" y="9968"/>
                      <a:pt x="1277" y="9968"/>
                    </a:cubicBezTo>
                    <a:lnTo>
                      <a:pt x="3496" y="9543"/>
                    </a:lnTo>
                    <a:lnTo>
                      <a:pt x="3982" y="8449"/>
                    </a:lnTo>
                    <a:lnTo>
                      <a:pt x="4134" y="9087"/>
                    </a:lnTo>
                    <a:lnTo>
                      <a:pt x="6049" y="8631"/>
                    </a:lnTo>
                    <a:lnTo>
                      <a:pt x="6840" y="7476"/>
                    </a:lnTo>
                    <a:lnTo>
                      <a:pt x="6840" y="7476"/>
                    </a:lnTo>
                    <a:cubicBezTo>
                      <a:pt x="6779" y="8266"/>
                      <a:pt x="7052" y="9026"/>
                      <a:pt x="7600" y="9573"/>
                    </a:cubicBezTo>
                    <a:cubicBezTo>
                      <a:pt x="8238" y="10060"/>
                      <a:pt x="9028" y="10333"/>
                      <a:pt x="9818" y="10394"/>
                    </a:cubicBezTo>
                    <a:cubicBezTo>
                      <a:pt x="9818" y="10394"/>
                      <a:pt x="10546" y="8939"/>
                      <a:pt x="11372" y="8939"/>
                    </a:cubicBezTo>
                    <a:cubicBezTo>
                      <a:pt x="11501" y="8939"/>
                      <a:pt x="11632" y="8974"/>
                      <a:pt x="11764" y="9057"/>
                    </a:cubicBezTo>
                    <a:cubicBezTo>
                      <a:pt x="12767" y="9634"/>
                      <a:pt x="12554" y="11549"/>
                      <a:pt x="12311" y="12734"/>
                    </a:cubicBezTo>
                    <a:cubicBezTo>
                      <a:pt x="12037" y="13920"/>
                      <a:pt x="10031" y="16199"/>
                      <a:pt x="9514" y="18206"/>
                    </a:cubicBezTo>
                    <a:cubicBezTo>
                      <a:pt x="9211" y="19361"/>
                      <a:pt x="9332" y="20576"/>
                      <a:pt x="9910" y="21640"/>
                    </a:cubicBezTo>
                    <a:lnTo>
                      <a:pt x="11034" y="21032"/>
                    </a:lnTo>
                    <a:cubicBezTo>
                      <a:pt x="11034" y="21032"/>
                      <a:pt x="10670" y="20181"/>
                      <a:pt x="10852" y="19573"/>
                    </a:cubicBezTo>
                    <a:cubicBezTo>
                      <a:pt x="11034" y="19117"/>
                      <a:pt x="11277" y="18662"/>
                      <a:pt x="11521" y="18236"/>
                    </a:cubicBezTo>
                    <a:lnTo>
                      <a:pt x="11521" y="18236"/>
                    </a:lnTo>
                    <a:cubicBezTo>
                      <a:pt x="11460" y="18783"/>
                      <a:pt x="11551" y="19361"/>
                      <a:pt x="11825" y="19847"/>
                    </a:cubicBezTo>
                    <a:cubicBezTo>
                      <a:pt x="12007" y="20181"/>
                      <a:pt x="12220" y="20485"/>
                      <a:pt x="12463" y="20759"/>
                    </a:cubicBezTo>
                    <a:cubicBezTo>
                      <a:pt x="12463" y="20759"/>
                      <a:pt x="13630" y="20679"/>
                      <a:pt x="14927" y="20679"/>
                    </a:cubicBezTo>
                    <a:cubicBezTo>
                      <a:pt x="16159" y="20679"/>
                      <a:pt x="17509" y="20751"/>
                      <a:pt x="18086" y="21032"/>
                    </a:cubicBezTo>
                    <a:cubicBezTo>
                      <a:pt x="19241" y="21580"/>
                      <a:pt x="20062" y="23069"/>
                      <a:pt x="20062" y="23069"/>
                    </a:cubicBezTo>
                    <a:cubicBezTo>
                      <a:pt x="20062" y="23069"/>
                      <a:pt x="21034" y="22795"/>
                      <a:pt x="21977" y="21032"/>
                    </a:cubicBezTo>
                    <a:cubicBezTo>
                      <a:pt x="22919" y="19239"/>
                      <a:pt x="21855" y="15774"/>
                      <a:pt x="20943" y="13707"/>
                    </a:cubicBezTo>
                    <a:cubicBezTo>
                      <a:pt x="20031" y="11671"/>
                      <a:pt x="18633" y="11063"/>
                      <a:pt x="17812" y="9695"/>
                    </a:cubicBezTo>
                    <a:cubicBezTo>
                      <a:pt x="16992" y="8297"/>
                      <a:pt x="17083" y="6655"/>
                      <a:pt x="16384" y="4497"/>
                    </a:cubicBezTo>
                    <a:cubicBezTo>
                      <a:pt x="15725" y="2464"/>
                      <a:pt x="13530" y="0"/>
                      <a:pt x="11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p:nvPr/>
            </p:nvSpPr>
            <p:spPr>
              <a:xfrm flipH="1">
                <a:off x="2291195" y="3147045"/>
                <a:ext cx="623018" cy="619030"/>
              </a:xfrm>
              <a:custGeom>
                <a:avLst/>
                <a:gdLst/>
                <a:ahLst/>
                <a:cxnLst/>
                <a:rect l="l" t="t" r="r" b="b"/>
                <a:pathLst>
                  <a:path w="23588" h="23437" extrusionOk="0">
                    <a:moveTo>
                      <a:pt x="11717" y="368"/>
                    </a:moveTo>
                    <a:cubicBezTo>
                      <a:pt x="13763" y="368"/>
                      <a:pt x="15874" y="2824"/>
                      <a:pt x="16475" y="4713"/>
                    </a:cubicBezTo>
                    <a:cubicBezTo>
                      <a:pt x="16718" y="5503"/>
                      <a:pt x="16901" y="6324"/>
                      <a:pt x="17053" y="7145"/>
                    </a:cubicBezTo>
                    <a:cubicBezTo>
                      <a:pt x="17144" y="8117"/>
                      <a:pt x="17448" y="9060"/>
                      <a:pt x="17904" y="9941"/>
                    </a:cubicBezTo>
                    <a:cubicBezTo>
                      <a:pt x="18269" y="10488"/>
                      <a:pt x="18694" y="11005"/>
                      <a:pt x="19181" y="11461"/>
                    </a:cubicBezTo>
                    <a:cubicBezTo>
                      <a:pt x="19940" y="12160"/>
                      <a:pt x="20579" y="13011"/>
                      <a:pt x="21035" y="13953"/>
                    </a:cubicBezTo>
                    <a:cubicBezTo>
                      <a:pt x="22038" y="16263"/>
                      <a:pt x="22950" y="19485"/>
                      <a:pt x="22068" y="21096"/>
                    </a:cubicBezTo>
                    <a:cubicBezTo>
                      <a:pt x="21369" y="22403"/>
                      <a:pt x="20700" y="22859"/>
                      <a:pt x="20396" y="22981"/>
                    </a:cubicBezTo>
                    <a:cubicBezTo>
                      <a:pt x="20153" y="22586"/>
                      <a:pt x="19424" y="21491"/>
                      <a:pt x="18421" y="21035"/>
                    </a:cubicBezTo>
                    <a:cubicBezTo>
                      <a:pt x="17813" y="20731"/>
                      <a:pt x="16445" y="20671"/>
                      <a:pt x="15229" y="20671"/>
                    </a:cubicBezTo>
                    <a:cubicBezTo>
                      <a:pt x="14104" y="20671"/>
                      <a:pt x="13101" y="20731"/>
                      <a:pt x="12767" y="20731"/>
                    </a:cubicBezTo>
                    <a:cubicBezTo>
                      <a:pt x="12585" y="20458"/>
                      <a:pt x="12372" y="20184"/>
                      <a:pt x="12220" y="19911"/>
                    </a:cubicBezTo>
                    <a:cubicBezTo>
                      <a:pt x="11977" y="19455"/>
                      <a:pt x="11886" y="18938"/>
                      <a:pt x="11946" y="18421"/>
                    </a:cubicBezTo>
                    <a:cubicBezTo>
                      <a:pt x="11946" y="18330"/>
                      <a:pt x="11886" y="18239"/>
                      <a:pt x="11794" y="18239"/>
                    </a:cubicBezTo>
                    <a:cubicBezTo>
                      <a:pt x="11778" y="18231"/>
                      <a:pt x="11760" y="18227"/>
                      <a:pt x="11740" y="18227"/>
                    </a:cubicBezTo>
                    <a:cubicBezTo>
                      <a:pt x="11687" y="18227"/>
                      <a:pt x="11626" y="18255"/>
                      <a:pt x="11582" y="18300"/>
                    </a:cubicBezTo>
                    <a:cubicBezTo>
                      <a:pt x="11338" y="18756"/>
                      <a:pt x="11095" y="19212"/>
                      <a:pt x="10913" y="19698"/>
                    </a:cubicBezTo>
                    <a:cubicBezTo>
                      <a:pt x="10791" y="20154"/>
                      <a:pt x="10852" y="20640"/>
                      <a:pt x="11034" y="21096"/>
                    </a:cubicBezTo>
                    <a:lnTo>
                      <a:pt x="10214" y="21522"/>
                    </a:lnTo>
                    <a:cubicBezTo>
                      <a:pt x="9758" y="20549"/>
                      <a:pt x="9636" y="19455"/>
                      <a:pt x="9940" y="18421"/>
                    </a:cubicBezTo>
                    <a:cubicBezTo>
                      <a:pt x="10214" y="17327"/>
                      <a:pt x="10943" y="16142"/>
                      <a:pt x="11582" y="15108"/>
                    </a:cubicBezTo>
                    <a:cubicBezTo>
                      <a:pt x="12129" y="14227"/>
                      <a:pt x="12615" y="13467"/>
                      <a:pt x="12737" y="12920"/>
                    </a:cubicBezTo>
                    <a:cubicBezTo>
                      <a:pt x="12980" y="11765"/>
                      <a:pt x="13253" y="9728"/>
                      <a:pt x="12129" y="9029"/>
                    </a:cubicBezTo>
                    <a:cubicBezTo>
                      <a:pt x="11977" y="8934"/>
                      <a:pt x="11813" y="8887"/>
                      <a:pt x="11652" y="8887"/>
                    </a:cubicBezTo>
                    <a:cubicBezTo>
                      <a:pt x="11555" y="8887"/>
                      <a:pt x="11460" y="8904"/>
                      <a:pt x="11369" y="8938"/>
                    </a:cubicBezTo>
                    <a:cubicBezTo>
                      <a:pt x="10670" y="9120"/>
                      <a:pt x="10153" y="10032"/>
                      <a:pt x="9971" y="10336"/>
                    </a:cubicBezTo>
                    <a:cubicBezTo>
                      <a:pt x="9241" y="10275"/>
                      <a:pt x="8572" y="10032"/>
                      <a:pt x="7995" y="9576"/>
                    </a:cubicBezTo>
                    <a:cubicBezTo>
                      <a:pt x="7174" y="8877"/>
                      <a:pt x="7265" y="7661"/>
                      <a:pt x="7265" y="7661"/>
                    </a:cubicBezTo>
                    <a:cubicBezTo>
                      <a:pt x="7296" y="7570"/>
                      <a:pt x="7235" y="7509"/>
                      <a:pt x="7144" y="7479"/>
                    </a:cubicBezTo>
                    <a:cubicBezTo>
                      <a:pt x="7110" y="7468"/>
                      <a:pt x="7077" y="7461"/>
                      <a:pt x="7047" y="7461"/>
                    </a:cubicBezTo>
                    <a:cubicBezTo>
                      <a:pt x="6994" y="7461"/>
                      <a:pt x="6950" y="7482"/>
                      <a:pt x="6931" y="7540"/>
                    </a:cubicBezTo>
                    <a:lnTo>
                      <a:pt x="6171" y="8604"/>
                    </a:lnTo>
                    <a:lnTo>
                      <a:pt x="4530" y="9029"/>
                    </a:lnTo>
                    <a:lnTo>
                      <a:pt x="4408" y="8543"/>
                    </a:lnTo>
                    <a:cubicBezTo>
                      <a:pt x="4378" y="8482"/>
                      <a:pt x="4317" y="8421"/>
                      <a:pt x="4226" y="8421"/>
                    </a:cubicBezTo>
                    <a:cubicBezTo>
                      <a:pt x="4215" y="8416"/>
                      <a:pt x="4203" y="8413"/>
                      <a:pt x="4190" y="8413"/>
                    </a:cubicBezTo>
                    <a:cubicBezTo>
                      <a:pt x="4134" y="8413"/>
                      <a:pt x="4068" y="8463"/>
                      <a:pt x="4043" y="8512"/>
                    </a:cubicBezTo>
                    <a:lnTo>
                      <a:pt x="3618" y="9515"/>
                    </a:lnTo>
                    <a:lnTo>
                      <a:pt x="1581" y="9911"/>
                    </a:lnTo>
                    <a:cubicBezTo>
                      <a:pt x="1369" y="9667"/>
                      <a:pt x="548" y="8634"/>
                      <a:pt x="1308" y="6020"/>
                    </a:cubicBezTo>
                    <a:cubicBezTo>
                      <a:pt x="2189" y="3041"/>
                      <a:pt x="5654" y="2859"/>
                      <a:pt x="5715" y="2859"/>
                    </a:cubicBezTo>
                    <a:cubicBezTo>
                      <a:pt x="5776" y="2859"/>
                      <a:pt x="5837" y="2828"/>
                      <a:pt x="5867" y="2768"/>
                    </a:cubicBezTo>
                    <a:cubicBezTo>
                      <a:pt x="6445" y="1613"/>
                      <a:pt x="9059" y="762"/>
                      <a:pt x="11338" y="397"/>
                    </a:cubicBezTo>
                    <a:cubicBezTo>
                      <a:pt x="11464" y="377"/>
                      <a:pt x="11590" y="368"/>
                      <a:pt x="11717" y="368"/>
                    </a:cubicBezTo>
                    <a:close/>
                    <a:moveTo>
                      <a:pt x="11675" y="0"/>
                    </a:moveTo>
                    <a:cubicBezTo>
                      <a:pt x="11532" y="0"/>
                      <a:pt x="11390" y="10"/>
                      <a:pt x="11247" y="32"/>
                    </a:cubicBezTo>
                    <a:cubicBezTo>
                      <a:pt x="9089" y="366"/>
                      <a:pt x="6323" y="1217"/>
                      <a:pt x="5563" y="2525"/>
                    </a:cubicBezTo>
                    <a:cubicBezTo>
                      <a:pt x="4925" y="2555"/>
                      <a:pt x="1764" y="2980"/>
                      <a:pt x="913" y="5929"/>
                    </a:cubicBezTo>
                    <a:cubicBezTo>
                      <a:pt x="1" y="9212"/>
                      <a:pt x="1338" y="10215"/>
                      <a:pt x="1399" y="10275"/>
                    </a:cubicBezTo>
                    <a:cubicBezTo>
                      <a:pt x="1429" y="10306"/>
                      <a:pt x="1490" y="10306"/>
                      <a:pt x="1551" y="10306"/>
                    </a:cubicBezTo>
                    <a:lnTo>
                      <a:pt x="3770" y="9880"/>
                    </a:lnTo>
                    <a:cubicBezTo>
                      <a:pt x="3831" y="9880"/>
                      <a:pt x="3891" y="9819"/>
                      <a:pt x="3922" y="9789"/>
                    </a:cubicBezTo>
                    <a:lnTo>
                      <a:pt x="4165" y="9181"/>
                    </a:lnTo>
                    <a:lnTo>
                      <a:pt x="4195" y="9303"/>
                    </a:lnTo>
                    <a:cubicBezTo>
                      <a:pt x="4221" y="9403"/>
                      <a:pt x="4288" y="9462"/>
                      <a:pt x="4379" y="9462"/>
                    </a:cubicBezTo>
                    <a:cubicBezTo>
                      <a:pt x="4398" y="9462"/>
                      <a:pt x="4418" y="9460"/>
                      <a:pt x="4439" y="9455"/>
                    </a:cubicBezTo>
                    <a:lnTo>
                      <a:pt x="6323" y="8968"/>
                    </a:lnTo>
                    <a:cubicBezTo>
                      <a:pt x="6384" y="8968"/>
                      <a:pt x="6414" y="8938"/>
                      <a:pt x="6445" y="8908"/>
                    </a:cubicBezTo>
                    <a:lnTo>
                      <a:pt x="6901" y="8239"/>
                    </a:lnTo>
                    <a:cubicBezTo>
                      <a:pt x="6961" y="8877"/>
                      <a:pt x="7265" y="9455"/>
                      <a:pt x="7721" y="9880"/>
                    </a:cubicBezTo>
                    <a:cubicBezTo>
                      <a:pt x="8390" y="10397"/>
                      <a:pt x="9211" y="10701"/>
                      <a:pt x="10062" y="10731"/>
                    </a:cubicBezTo>
                    <a:cubicBezTo>
                      <a:pt x="10123" y="10731"/>
                      <a:pt x="10214" y="10701"/>
                      <a:pt x="10244" y="10640"/>
                    </a:cubicBezTo>
                    <a:cubicBezTo>
                      <a:pt x="10396" y="10306"/>
                      <a:pt x="10913" y="9455"/>
                      <a:pt x="11460" y="9303"/>
                    </a:cubicBezTo>
                    <a:cubicBezTo>
                      <a:pt x="11514" y="9281"/>
                      <a:pt x="11572" y="9271"/>
                      <a:pt x="11629" y="9271"/>
                    </a:cubicBezTo>
                    <a:cubicBezTo>
                      <a:pt x="11734" y="9271"/>
                      <a:pt x="11837" y="9305"/>
                      <a:pt x="11916" y="9364"/>
                    </a:cubicBezTo>
                    <a:cubicBezTo>
                      <a:pt x="12889" y="9941"/>
                      <a:pt x="12554" y="12008"/>
                      <a:pt x="12372" y="12859"/>
                    </a:cubicBezTo>
                    <a:cubicBezTo>
                      <a:pt x="12098" y="13588"/>
                      <a:pt x="11734" y="14288"/>
                      <a:pt x="11278" y="14926"/>
                    </a:cubicBezTo>
                    <a:cubicBezTo>
                      <a:pt x="10609" y="15990"/>
                      <a:pt x="9879" y="17206"/>
                      <a:pt x="9575" y="18330"/>
                    </a:cubicBezTo>
                    <a:cubicBezTo>
                      <a:pt x="9241" y="19546"/>
                      <a:pt x="9393" y="20823"/>
                      <a:pt x="10001" y="21917"/>
                    </a:cubicBezTo>
                    <a:cubicBezTo>
                      <a:pt x="10040" y="21976"/>
                      <a:pt x="10092" y="22009"/>
                      <a:pt x="10149" y="22009"/>
                    </a:cubicBezTo>
                    <a:cubicBezTo>
                      <a:pt x="10180" y="22009"/>
                      <a:pt x="10212" y="21999"/>
                      <a:pt x="10244" y="21978"/>
                    </a:cubicBezTo>
                    <a:lnTo>
                      <a:pt x="11399" y="21370"/>
                    </a:lnTo>
                    <a:cubicBezTo>
                      <a:pt x="11460" y="21339"/>
                      <a:pt x="11521" y="21218"/>
                      <a:pt x="11460" y="21127"/>
                    </a:cubicBezTo>
                    <a:cubicBezTo>
                      <a:pt x="11278" y="20731"/>
                      <a:pt x="11217" y="20276"/>
                      <a:pt x="11308" y="19850"/>
                    </a:cubicBezTo>
                    <a:cubicBezTo>
                      <a:pt x="11369" y="19607"/>
                      <a:pt x="11490" y="19394"/>
                      <a:pt x="11582" y="19181"/>
                    </a:cubicBezTo>
                    <a:cubicBezTo>
                      <a:pt x="11612" y="19516"/>
                      <a:pt x="11734" y="19850"/>
                      <a:pt x="11916" y="20124"/>
                    </a:cubicBezTo>
                    <a:cubicBezTo>
                      <a:pt x="12098" y="20458"/>
                      <a:pt x="12341" y="20792"/>
                      <a:pt x="12585" y="21096"/>
                    </a:cubicBezTo>
                    <a:cubicBezTo>
                      <a:pt x="12645" y="21127"/>
                      <a:pt x="12676" y="21127"/>
                      <a:pt x="12737" y="21127"/>
                    </a:cubicBezTo>
                    <a:cubicBezTo>
                      <a:pt x="12768" y="21127"/>
                      <a:pt x="13941" y="21054"/>
                      <a:pt x="15217" y="21054"/>
                    </a:cubicBezTo>
                    <a:cubicBezTo>
                      <a:pt x="16423" y="21054"/>
                      <a:pt x="17722" y="21119"/>
                      <a:pt x="18238" y="21370"/>
                    </a:cubicBezTo>
                    <a:cubicBezTo>
                      <a:pt x="19333" y="21917"/>
                      <a:pt x="20153" y="23345"/>
                      <a:pt x="20153" y="23345"/>
                    </a:cubicBezTo>
                    <a:cubicBezTo>
                      <a:pt x="20184" y="23406"/>
                      <a:pt x="20244" y="23437"/>
                      <a:pt x="20305" y="23437"/>
                    </a:cubicBezTo>
                    <a:cubicBezTo>
                      <a:pt x="20336" y="23437"/>
                      <a:pt x="20336" y="23437"/>
                      <a:pt x="20366" y="23406"/>
                    </a:cubicBezTo>
                    <a:cubicBezTo>
                      <a:pt x="20396" y="23406"/>
                      <a:pt x="21399" y="23102"/>
                      <a:pt x="22402" y="21279"/>
                    </a:cubicBezTo>
                    <a:cubicBezTo>
                      <a:pt x="23588" y="19060"/>
                      <a:pt x="21734" y="14683"/>
                      <a:pt x="21369" y="13832"/>
                    </a:cubicBezTo>
                    <a:cubicBezTo>
                      <a:pt x="20883" y="12829"/>
                      <a:pt x="20244" y="11947"/>
                      <a:pt x="19424" y="11218"/>
                    </a:cubicBezTo>
                    <a:cubicBezTo>
                      <a:pt x="18968" y="10762"/>
                      <a:pt x="18573" y="10275"/>
                      <a:pt x="18208" y="9759"/>
                    </a:cubicBezTo>
                    <a:cubicBezTo>
                      <a:pt x="17782" y="8908"/>
                      <a:pt x="17509" y="7996"/>
                      <a:pt x="17387" y="7084"/>
                    </a:cubicBezTo>
                    <a:cubicBezTo>
                      <a:pt x="17266" y="6233"/>
                      <a:pt x="17053" y="5412"/>
                      <a:pt x="16810" y="4591"/>
                    </a:cubicBezTo>
                    <a:cubicBezTo>
                      <a:pt x="16181" y="2618"/>
                      <a:pt x="13938" y="0"/>
                      <a:pt x="11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flipH="1">
                <a:off x="3033009" y="3971391"/>
                <a:ext cx="889573" cy="605665"/>
              </a:xfrm>
              <a:custGeom>
                <a:avLst/>
                <a:gdLst/>
                <a:ahLst/>
                <a:cxnLst/>
                <a:rect l="l" t="t" r="r" b="b"/>
                <a:pathLst>
                  <a:path w="33680" h="22931" extrusionOk="0">
                    <a:moveTo>
                      <a:pt x="19521" y="1"/>
                    </a:moveTo>
                    <a:cubicBezTo>
                      <a:pt x="17827" y="1"/>
                      <a:pt x="16951" y="773"/>
                      <a:pt x="16354" y="2014"/>
                    </a:cubicBezTo>
                    <a:cubicBezTo>
                      <a:pt x="15563" y="3655"/>
                      <a:pt x="10123" y="15753"/>
                      <a:pt x="9849" y="16300"/>
                    </a:cubicBezTo>
                    <a:cubicBezTo>
                      <a:pt x="9606" y="16847"/>
                      <a:pt x="5259" y="18276"/>
                      <a:pt x="4469" y="18519"/>
                    </a:cubicBezTo>
                    <a:cubicBezTo>
                      <a:pt x="4265" y="18582"/>
                      <a:pt x="3900" y="18596"/>
                      <a:pt x="3466" y="18596"/>
                    </a:cubicBezTo>
                    <a:cubicBezTo>
                      <a:pt x="3115" y="18596"/>
                      <a:pt x="2718" y="18587"/>
                      <a:pt x="2327" y="18587"/>
                    </a:cubicBezTo>
                    <a:cubicBezTo>
                      <a:pt x="1335" y="18587"/>
                      <a:pt x="373" y="18646"/>
                      <a:pt x="244" y="19066"/>
                    </a:cubicBezTo>
                    <a:cubicBezTo>
                      <a:pt x="1" y="19856"/>
                      <a:pt x="548" y="20282"/>
                      <a:pt x="2402" y="21011"/>
                    </a:cubicBezTo>
                    <a:cubicBezTo>
                      <a:pt x="3922" y="21650"/>
                      <a:pt x="5533" y="22075"/>
                      <a:pt x="7174" y="22318"/>
                    </a:cubicBezTo>
                    <a:cubicBezTo>
                      <a:pt x="8572" y="22501"/>
                      <a:pt x="10366" y="22865"/>
                      <a:pt x="11095" y="22926"/>
                    </a:cubicBezTo>
                    <a:cubicBezTo>
                      <a:pt x="11132" y="22929"/>
                      <a:pt x="11168" y="22931"/>
                      <a:pt x="11203" y="22931"/>
                    </a:cubicBezTo>
                    <a:cubicBezTo>
                      <a:pt x="11855" y="22931"/>
                      <a:pt x="12132" y="22395"/>
                      <a:pt x="12190" y="21558"/>
                    </a:cubicBezTo>
                    <a:cubicBezTo>
                      <a:pt x="12250" y="20707"/>
                      <a:pt x="12311" y="19066"/>
                      <a:pt x="12433" y="18823"/>
                    </a:cubicBezTo>
                    <a:cubicBezTo>
                      <a:pt x="12554" y="18580"/>
                      <a:pt x="13831" y="15722"/>
                      <a:pt x="15837" y="14203"/>
                    </a:cubicBezTo>
                    <a:cubicBezTo>
                      <a:pt x="17874" y="12683"/>
                      <a:pt x="19333" y="11497"/>
                      <a:pt x="20123" y="9978"/>
                    </a:cubicBezTo>
                    <a:cubicBezTo>
                      <a:pt x="20943" y="8458"/>
                      <a:pt x="21308" y="7698"/>
                      <a:pt x="21308" y="7698"/>
                    </a:cubicBezTo>
                    <a:cubicBezTo>
                      <a:pt x="21308" y="7698"/>
                      <a:pt x="30184" y="13686"/>
                      <a:pt x="31400" y="14507"/>
                    </a:cubicBezTo>
                    <a:cubicBezTo>
                      <a:pt x="31445" y="14535"/>
                      <a:pt x="31490" y="14549"/>
                      <a:pt x="31535" y="14549"/>
                    </a:cubicBezTo>
                    <a:cubicBezTo>
                      <a:pt x="32720" y="14549"/>
                      <a:pt x="33679" y="4871"/>
                      <a:pt x="33679" y="4871"/>
                    </a:cubicBezTo>
                    <a:lnTo>
                      <a:pt x="32707" y="4354"/>
                    </a:lnTo>
                    <a:cubicBezTo>
                      <a:pt x="32707" y="4354"/>
                      <a:pt x="24439" y="920"/>
                      <a:pt x="21430" y="251"/>
                    </a:cubicBezTo>
                    <a:cubicBezTo>
                      <a:pt x="20697" y="81"/>
                      <a:pt x="20066" y="1"/>
                      <a:pt x="195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p:nvPr/>
            </p:nvSpPr>
            <p:spPr>
              <a:xfrm flipH="1">
                <a:off x="3028202" y="3966611"/>
                <a:ext cx="900798" cy="615147"/>
              </a:xfrm>
              <a:custGeom>
                <a:avLst/>
                <a:gdLst/>
                <a:ahLst/>
                <a:cxnLst/>
                <a:rect l="l" t="t" r="r" b="b"/>
                <a:pathLst>
                  <a:path w="34105" h="23290" extrusionOk="0">
                    <a:moveTo>
                      <a:pt x="19844" y="335"/>
                    </a:moveTo>
                    <a:cubicBezTo>
                      <a:pt x="20354" y="335"/>
                      <a:pt x="20947" y="403"/>
                      <a:pt x="21642" y="554"/>
                    </a:cubicBezTo>
                    <a:cubicBezTo>
                      <a:pt x="24530" y="1222"/>
                      <a:pt x="32524" y="4505"/>
                      <a:pt x="32858" y="4657"/>
                    </a:cubicBezTo>
                    <a:lnTo>
                      <a:pt x="33740" y="5143"/>
                    </a:lnTo>
                    <a:cubicBezTo>
                      <a:pt x="33375" y="8639"/>
                      <a:pt x="32554" y="14140"/>
                      <a:pt x="31825" y="14505"/>
                    </a:cubicBezTo>
                    <a:lnTo>
                      <a:pt x="31764" y="14505"/>
                    </a:lnTo>
                    <a:cubicBezTo>
                      <a:pt x="30579" y="13715"/>
                      <a:pt x="21764" y="7757"/>
                      <a:pt x="21673" y="7697"/>
                    </a:cubicBezTo>
                    <a:cubicBezTo>
                      <a:pt x="21612" y="7666"/>
                      <a:pt x="21582" y="7666"/>
                      <a:pt x="21521" y="7666"/>
                    </a:cubicBezTo>
                    <a:cubicBezTo>
                      <a:pt x="21460" y="7697"/>
                      <a:pt x="21430" y="7727"/>
                      <a:pt x="21399" y="7788"/>
                    </a:cubicBezTo>
                    <a:cubicBezTo>
                      <a:pt x="21399" y="7788"/>
                      <a:pt x="21034" y="8548"/>
                      <a:pt x="20244" y="10067"/>
                    </a:cubicBezTo>
                    <a:cubicBezTo>
                      <a:pt x="19454" y="11526"/>
                      <a:pt x="18056" y="12682"/>
                      <a:pt x="15989" y="14232"/>
                    </a:cubicBezTo>
                    <a:cubicBezTo>
                      <a:pt x="14743" y="15174"/>
                      <a:pt x="13527" y="16815"/>
                      <a:pt x="12554" y="18852"/>
                    </a:cubicBezTo>
                    <a:lnTo>
                      <a:pt x="12524" y="18913"/>
                    </a:lnTo>
                    <a:cubicBezTo>
                      <a:pt x="12372" y="19581"/>
                      <a:pt x="12311" y="20311"/>
                      <a:pt x="12311" y="21010"/>
                    </a:cubicBezTo>
                    <a:cubicBezTo>
                      <a:pt x="12281" y="21283"/>
                      <a:pt x="12250" y="21527"/>
                      <a:pt x="12250" y="21739"/>
                    </a:cubicBezTo>
                    <a:cubicBezTo>
                      <a:pt x="12281" y="22104"/>
                      <a:pt x="12129" y="22469"/>
                      <a:pt x="11885" y="22773"/>
                    </a:cubicBezTo>
                    <a:cubicBezTo>
                      <a:pt x="11733" y="22894"/>
                      <a:pt x="11521" y="22925"/>
                      <a:pt x="11338" y="22925"/>
                    </a:cubicBezTo>
                    <a:cubicBezTo>
                      <a:pt x="10974" y="22894"/>
                      <a:pt x="10274" y="22773"/>
                      <a:pt x="9606" y="22651"/>
                    </a:cubicBezTo>
                    <a:cubicBezTo>
                      <a:pt x="8907" y="22530"/>
                      <a:pt x="8116" y="22378"/>
                      <a:pt x="7448" y="22287"/>
                    </a:cubicBezTo>
                    <a:cubicBezTo>
                      <a:pt x="5806" y="22074"/>
                      <a:pt x="4226" y="21648"/>
                      <a:pt x="2706" y="21010"/>
                    </a:cubicBezTo>
                    <a:cubicBezTo>
                      <a:pt x="730" y="20250"/>
                      <a:pt x="487" y="19885"/>
                      <a:pt x="669" y="19308"/>
                    </a:cubicBezTo>
                    <a:cubicBezTo>
                      <a:pt x="761" y="19004"/>
                      <a:pt x="1764" y="18943"/>
                      <a:pt x="2615" y="18943"/>
                    </a:cubicBezTo>
                    <a:lnTo>
                      <a:pt x="3162" y="18913"/>
                    </a:lnTo>
                    <a:cubicBezTo>
                      <a:pt x="3299" y="18920"/>
                      <a:pt x="3435" y="18924"/>
                      <a:pt x="3572" y="18924"/>
                    </a:cubicBezTo>
                    <a:cubicBezTo>
                      <a:pt x="3981" y="18924"/>
                      <a:pt x="4385" y="18890"/>
                      <a:pt x="4773" y="18821"/>
                    </a:cubicBezTo>
                    <a:cubicBezTo>
                      <a:pt x="4986" y="18761"/>
                      <a:pt x="9970" y="17241"/>
                      <a:pt x="10274" y="16511"/>
                    </a:cubicBezTo>
                    <a:cubicBezTo>
                      <a:pt x="10518" y="15995"/>
                      <a:pt x="15958" y="3897"/>
                      <a:pt x="16749" y="2225"/>
                    </a:cubicBezTo>
                    <a:cubicBezTo>
                      <a:pt x="17249" y="1224"/>
                      <a:pt x="17993" y="335"/>
                      <a:pt x="19844" y="335"/>
                    </a:cubicBezTo>
                    <a:close/>
                    <a:moveTo>
                      <a:pt x="19782" y="1"/>
                    </a:moveTo>
                    <a:cubicBezTo>
                      <a:pt x="18161" y="1"/>
                      <a:pt x="17112" y="685"/>
                      <a:pt x="16414" y="2104"/>
                    </a:cubicBezTo>
                    <a:cubicBezTo>
                      <a:pt x="15624" y="3806"/>
                      <a:pt x="10183" y="15873"/>
                      <a:pt x="9940" y="16420"/>
                    </a:cubicBezTo>
                    <a:cubicBezTo>
                      <a:pt x="9727" y="16785"/>
                      <a:pt x="6688" y="17879"/>
                      <a:pt x="4651" y="18517"/>
                    </a:cubicBezTo>
                    <a:cubicBezTo>
                      <a:pt x="4295" y="18562"/>
                      <a:pt x="3939" y="18590"/>
                      <a:pt x="3571" y="18590"/>
                    </a:cubicBezTo>
                    <a:cubicBezTo>
                      <a:pt x="3437" y="18590"/>
                      <a:pt x="3300" y="18586"/>
                      <a:pt x="3162" y="18578"/>
                    </a:cubicBezTo>
                    <a:cubicBezTo>
                      <a:pt x="2928" y="18573"/>
                      <a:pt x="2693" y="18568"/>
                      <a:pt x="2463" y="18568"/>
                    </a:cubicBezTo>
                    <a:cubicBezTo>
                      <a:pt x="1412" y="18568"/>
                      <a:pt x="479" y="18662"/>
                      <a:pt x="305" y="19186"/>
                    </a:cubicBezTo>
                    <a:cubicBezTo>
                      <a:pt x="1" y="20189"/>
                      <a:pt x="761" y="20676"/>
                      <a:pt x="2554" y="21375"/>
                    </a:cubicBezTo>
                    <a:cubicBezTo>
                      <a:pt x="4104" y="22013"/>
                      <a:pt x="5715" y="22469"/>
                      <a:pt x="7387" y="22682"/>
                    </a:cubicBezTo>
                    <a:cubicBezTo>
                      <a:pt x="8056" y="22773"/>
                      <a:pt x="8846" y="22894"/>
                      <a:pt x="9545" y="23016"/>
                    </a:cubicBezTo>
                    <a:cubicBezTo>
                      <a:pt x="10274" y="23138"/>
                      <a:pt x="10943" y="23259"/>
                      <a:pt x="11308" y="23290"/>
                    </a:cubicBezTo>
                    <a:lnTo>
                      <a:pt x="11429" y="23290"/>
                    </a:lnTo>
                    <a:cubicBezTo>
                      <a:pt x="11673" y="23290"/>
                      <a:pt x="11916" y="23198"/>
                      <a:pt x="12098" y="23046"/>
                    </a:cubicBezTo>
                    <a:cubicBezTo>
                      <a:pt x="12433" y="22712"/>
                      <a:pt x="12615" y="22256"/>
                      <a:pt x="12615" y="21770"/>
                    </a:cubicBezTo>
                    <a:cubicBezTo>
                      <a:pt x="12615" y="21557"/>
                      <a:pt x="12645" y="21283"/>
                      <a:pt x="12645" y="21010"/>
                    </a:cubicBezTo>
                    <a:cubicBezTo>
                      <a:pt x="12676" y="20372"/>
                      <a:pt x="12736" y="19733"/>
                      <a:pt x="12828" y="19095"/>
                    </a:cubicBezTo>
                    <a:lnTo>
                      <a:pt x="12858" y="19004"/>
                    </a:lnTo>
                    <a:cubicBezTo>
                      <a:pt x="13800" y="17028"/>
                      <a:pt x="14986" y="15448"/>
                      <a:pt x="16202" y="14536"/>
                    </a:cubicBezTo>
                    <a:cubicBezTo>
                      <a:pt x="18299" y="12955"/>
                      <a:pt x="19727" y="11770"/>
                      <a:pt x="20548" y="10250"/>
                    </a:cubicBezTo>
                    <a:cubicBezTo>
                      <a:pt x="21095" y="9156"/>
                      <a:pt x="21460" y="8487"/>
                      <a:pt x="21612" y="8183"/>
                    </a:cubicBezTo>
                    <a:cubicBezTo>
                      <a:pt x="22858" y="9034"/>
                      <a:pt x="30427" y="14110"/>
                      <a:pt x="31521" y="14840"/>
                    </a:cubicBezTo>
                    <a:cubicBezTo>
                      <a:pt x="31592" y="14893"/>
                      <a:pt x="31683" y="14925"/>
                      <a:pt x="31771" y="14925"/>
                    </a:cubicBezTo>
                    <a:cubicBezTo>
                      <a:pt x="31834" y="14925"/>
                      <a:pt x="31896" y="14908"/>
                      <a:pt x="31947" y="14870"/>
                    </a:cubicBezTo>
                    <a:cubicBezTo>
                      <a:pt x="33102" y="14323"/>
                      <a:pt x="33953" y="6602"/>
                      <a:pt x="34105" y="5083"/>
                    </a:cubicBezTo>
                    <a:cubicBezTo>
                      <a:pt x="34105" y="5022"/>
                      <a:pt x="34074" y="4931"/>
                      <a:pt x="33983" y="4900"/>
                    </a:cubicBezTo>
                    <a:lnTo>
                      <a:pt x="33010" y="4353"/>
                    </a:lnTo>
                    <a:cubicBezTo>
                      <a:pt x="32676" y="4201"/>
                      <a:pt x="24682" y="918"/>
                      <a:pt x="21703" y="250"/>
                    </a:cubicBezTo>
                    <a:cubicBezTo>
                      <a:pt x="20986" y="84"/>
                      <a:pt x="20349" y="1"/>
                      <a:pt x="197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flipH="1">
                <a:off x="3036224" y="4248198"/>
                <a:ext cx="511425" cy="326326"/>
              </a:xfrm>
              <a:custGeom>
                <a:avLst/>
                <a:gdLst/>
                <a:ahLst/>
                <a:cxnLst/>
                <a:rect l="l" t="t" r="r" b="b"/>
                <a:pathLst>
                  <a:path w="19363" h="12355" extrusionOk="0">
                    <a:moveTo>
                      <a:pt x="4469" y="0"/>
                    </a:moveTo>
                    <a:cubicBezTo>
                      <a:pt x="3459" y="0"/>
                      <a:pt x="2661" y="307"/>
                      <a:pt x="1916" y="957"/>
                    </a:cubicBezTo>
                    <a:cubicBezTo>
                      <a:pt x="1" y="2628"/>
                      <a:pt x="791" y="5486"/>
                      <a:pt x="3739" y="7036"/>
                    </a:cubicBezTo>
                    <a:cubicBezTo>
                      <a:pt x="6688" y="8586"/>
                      <a:pt x="12736" y="11656"/>
                      <a:pt x="19363" y="12355"/>
                    </a:cubicBezTo>
                    <a:lnTo>
                      <a:pt x="18329" y="4087"/>
                    </a:lnTo>
                    <a:cubicBezTo>
                      <a:pt x="18329" y="4087"/>
                      <a:pt x="18323" y="4088"/>
                      <a:pt x="18311" y="4088"/>
                    </a:cubicBezTo>
                    <a:cubicBezTo>
                      <a:pt x="18100" y="4088"/>
                      <a:pt x="16015" y="4033"/>
                      <a:pt x="11156" y="2021"/>
                    </a:cubicBezTo>
                    <a:cubicBezTo>
                      <a:pt x="8051" y="716"/>
                      <a:pt x="6013" y="0"/>
                      <a:pt x="44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flipH="1">
                <a:off x="3031390" y="4242784"/>
                <a:ext cx="500992" cy="336574"/>
              </a:xfrm>
              <a:custGeom>
                <a:avLst/>
                <a:gdLst/>
                <a:ahLst/>
                <a:cxnLst/>
                <a:rect l="l" t="t" r="r" b="b"/>
                <a:pathLst>
                  <a:path w="18968" h="12743" extrusionOk="0">
                    <a:moveTo>
                      <a:pt x="3777" y="400"/>
                    </a:moveTo>
                    <a:cubicBezTo>
                      <a:pt x="3815" y="400"/>
                      <a:pt x="3853" y="400"/>
                      <a:pt x="3891" y="402"/>
                    </a:cubicBezTo>
                    <a:cubicBezTo>
                      <a:pt x="5380" y="402"/>
                      <a:pt x="7356" y="1070"/>
                      <a:pt x="10517" y="2377"/>
                    </a:cubicBezTo>
                    <a:cubicBezTo>
                      <a:pt x="14864" y="4201"/>
                      <a:pt x="16991" y="4444"/>
                      <a:pt x="17569" y="4475"/>
                    </a:cubicBezTo>
                    <a:lnTo>
                      <a:pt x="18572" y="12347"/>
                    </a:lnTo>
                    <a:cubicBezTo>
                      <a:pt x="11854" y="11527"/>
                      <a:pt x="5623" y="8305"/>
                      <a:pt x="3252" y="7058"/>
                    </a:cubicBezTo>
                    <a:cubicBezTo>
                      <a:pt x="1702" y="6268"/>
                      <a:pt x="669" y="4992"/>
                      <a:pt x="517" y="3684"/>
                    </a:cubicBezTo>
                    <a:cubicBezTo>
                      <a:pt x="395" y="2773"/>
                      <a:pt x="760" y="1891"/>
                      <a:pt x="1459" y="1314"/>
                    </a:cubicBezTo>
                    <a:cubicBezTo>
                      <a:pt x="2100" y="731"/>
                      <a:pt x="2908" y="400"/>
                      <a:pt x="3777" y="400"/>
                    </a:cubicBezTo>
                    <a:close/>
                    <a:moveTo>
                      <a:pt x="3914" y="1"/>
                    </a:moveTo>
                    <a:cubicBezTo>
                      <a:pt x="2862" y="1"/>
                      <a:pt x="1998" y="323"/>
                      <a:pt x="1186" y="1040"/>
                    </a:cubicBezTo>
                    <a:cubicBezTo>
                      <a:pt x="395" y="1678"/>
                      <a:pt x="0" y="2712"/>
                      <a:pt x="122" y="3745"/>
                    </a:cubicBezTo>
                    <a:cubicBezTo>
                      <a:pt x="304" y="5174"/>
                      <a:pt x="1398" y="6542"/>
                      <a:pt x="3070" y="7393"/>
                    </a:cubicBezTo>
                    <a:cubicBezTo>
                      <a:pt x="5471" y="8669"/>
                      <a:pt x="11885" y="11982"/>
                      <a:pt x="18754" y="12742"/>
                    </a:cubicBezTo>
                    <a:lnTo>
                      <a:pt x="18785" y="12742"/>
                    </a:lnTo>
                    <a:cubicBezTo>
                      <a:pt x="18815" y="12742"/>
                      <a:pt x="18876" y="12742"/>
                      <a:pt x="18906" y="12712"/>
                    </a:cubicBezTo>
                    <a:cubicBezTo>
                      <a:pt x="18937" y="12651"/>
                      <a:pt x="18967" y="12590"/>
                      <a:pt x="18967" y="12530"/>
                    </a:cubicBezTo>
                    <a:lnTo>
                      <a:pt x="17903" y="4262"/>
                    </a:lnTo>
                    <a:cubicBezTo>
                      <a:pt x="17903" y="4171"/>
                      <a:pt x="17812" y="4110"/>
                      <a:pt x="17721" y="4110"/>
                    </a:cubicBezTo>
                    <a:cubicBezTo>
                      <a:pt x="17721" y="4110"/>
                      <a:pt x="15624" y="4110"/>
                      <a:pt x="10639" y="2043"/>
                    </a:cubicBezTo>
                    <a:cubicBezTo>
                      <a:pt x="7613" y="770"/>
                      <a:pt x="5539" y="1"/>
                      <a:pt x="39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flipH="1">
                <a:off x="2463805" y="4075141"/>
                <a:ext cx="667180" cy="545207"/>
              </a:xfrm>
              <a:custGeom>
                <a:avLst/>
                <a:gdLst/>
                <a:ahLst/>
                <a:cxnLst/>
                <a:rect l="l" t="t" r="r" b="b"/>
                <a:pathLst>
                  <a:path w="25260" h="20642" extrusionOk="0">
                    <a:moveTo>
                      <a:pt x="2585" y="1"/>
                    </a:moveTo>
                    <a:cubicBezTo>
                      <a:pt x="2585" y="1"/>
                      <a:pt x="791" y="2189"/>
                      <a:pt x="305" y="8360"/>
                    </a:cubicBezTo>
                    <a:cubicBezTo>
                      <a:pt x="1" y="12007"/>
                      <a:pt x="183" y="15685"/>
                      <a:pt x="791" y="19333"/>
                    </a:cubicBezTo>
                    <a:cubicBezTo>
                      <a:pt x="791" y="19333"/>
                      <a:pt x="7231" y="20642"/>
                      <a:pt x="12673" y="20642"/>
                    </a:cubicBezTo>
                    <a:cubicBezTo>
                      <a:pt x="14364" y="20642"/>
                      <a:pt x="15960" y="20515"/>
                      <a:pt x="17235" y="20184"/>
                    </a:cubicBezTo>
                    <a:cubicBezTo>
                      <a:pt x="22615" y="18785"/>
                      <a:pt x="24652" y="16050"/>
                      <a:pt x="25047" y="12646"/>
                    </a:cubicBezTo>
                    <a:cubicBezTo>
                      <a:pt x="25260" y="10609"/>
                      <a:pt x="25260" y="8542"/>
                      <a:pt x="25047" y="6506"/>
                    </a:cubicBezTo>
                    <a:lnTo>
                      <a:pt x="12798" y="3466"/>
                    </a:lnTo>
                    <a:cubicBezTo>
                      <a:pt x="11247" y="2615"/>
                      <a:pt x="9636" y="1946"/>
                      <a:pt x="7965" y="1430"/>
                    </a:cubicBezTo>
                    <a:cubicBezTo>
                      <a:pt x="6202" y="852"/>
                      <a:pt x="4408" y="366"/>
                      <a:pt x="2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flipH="1">
                <a:off x="2458179" y="4070017"/>
                <a:ext cx="676794" cy="556010"/>
              </a:xfrm>
              <a:custGeom>
                <a:avLst/>
                <a:gdLst/>
                <a:ahLst/>
                <a:cxnLst/>
                <a:rect l="l" t="t" r="r" b="b"/>
                <a:pathLst>
                  <a:path w="25624" h="21051" extrusionOk="0">
                    <a:moveTo>
                      <a:pt x="2827" y="377"/>
                    </a:moveTo>
                    <a:cubicBezTo>
                      <a:pt x="4590" y="742"/>
                      <a:pt x="6353" y="1228"/>
                      <a:pt x="8055" y="1806"/>
                    </a:cubicBezTo>
                    <a:cubicBezTo>
                      <a:pt x="9727" y="2292"/>
                      <a:pt x="11307" y="2991"/>
                      <a:pt x="12827" y="3812"/>
                    </a:cubicBezTo>
                    <a:lnTo>
                      <a:pt x="12888" y="3842"/>
                    </a:lnTo>
                    <a:lnTo>
                      <a:pt x="25046" y="6882"/>
                    </a:lnTo>
                    <a:cubicBezTo>
                      <a:pt x="25259" y="8858"/>
                      <a:pt x="25228" y="10833"/>
                      <a:pt x="25016" y="12809"/>
                    </a:cubicBezTo>
                    <a:cubicBezTo>
                      <a:pt x="24590" y="16609"/>
                      <a:pt x="22158" y="18979"/>
                      <a:pt x="17356" y="20226"/>
                    </a:cubicBezTo>
                    <a:cubicBezTo>
                      <a:pt x="16122" y="20544"/>
                      <a:pt x="14574" y="20665"/>
                      <a:pt x="12924" y="20665"/>
                    </a:cubicBezTo>
                    <a:cubicBezTo>
                      <a:pt x="7950" y="20665"/>
                      <a:pt x="2061" y="19557"/>
                      <a:pt x="1125" y="19375"/>
                    </a:cubicBezTo>
                    <a:cubicBezTo>
                      <a:pt x="547" y="15788"/>
                      <a:pt x="395" y="12171"/>
                      <a:pt x="669" y="8554"/>
                    </a:cubicBezTo>
                    <a:cubicBezTo>
                      <a:pt x="1094" y="3204"/>
                      <a:pt x="2492" y="864"/>
                      <a:pt x="2827" y="377"/>
                    </a:cubicBezTo>
                    <a:close/>
                    <a:moveTo>
                      <a:pt x="2717" y="1"/>
                    </a:moveTo>
                    <a:cubicBezTo>
                      <a:pt x="2673" y="1"/>
                      <a:pt x="2628" y="29"/>
                      <a:pt x="2584" y="73"/>
                    </a:cubicBezTo>
                    <a:cubicBezTo>
                      <a:pt x="2523" y="165"/>
                      <a:pt x="760" y="2414"/>
                      <a:pt x="274" y="8554"/>
                    </a:cubicBezTo>
                    <a:cubicBezTo>
                      <a:pt x="0" y="12232"/>
                      <a:pt x="152" y="15940"/>
                      <a:pt x="760" y="19557"/>
                    </a:cubicBezTo>
                    <a:cubicBezTo>
                      <a:pt x="790" y="19648"/>
                      <a:pt x="851" y="19709"/>
                      <a:pt x="912" y="19709"/>
                    </a:cubicBezTo>
                    <a:cubicBezTo>
                      <a:pt x="1277" y="19800"/>
                      <a:pt x="7508" y="21046"/>
                      <a:pt x="12857" y="21046"/>
                    </a:cubicBezTo>
                    <a:cubicBezTo>
                      <a:pt x="12987" y="21049"/>
                      <a:pt x="13116" y="21050"/>
                      <a:pt x="13245" y="21050"/>
                    </a:cubicBezTo>
                    <a:cubicBezTo>
                      <a:pt x="14666" y="21050"/>
                      <a:pt x="16084" y="20897"/>
                      <a:pt x="17478" y="20590"/>
                    </a:cubicBezTo>
                    <a:cubicBezTo>
                      <a:pt x="22371" y="19314"/>
                      <a:pt x="24955" y="16791"/>
                      <a:pt x="25411" y="12870"/>
                    </a:cubicBezTo>
                    <a:cubicBezTo>
                      <a:pt x="25624" y="10803"/>
                      <a:pt x="25624" y="8736"/>
                      <a:pt x="25411" y="6700"/>
                    </a:cubicBezTo>
                    <a:cubicBezTo>
                      <a:pt x="25380" y="6639"/>
                      <a:pt x="25320" y="6578"/>
                      <a:pt x="25259" y="6548"/>
                    </a:cubicBezTo>
                    <a:lnTo>
                      <a:pt x="13009" y="3478"/>
                    </a:lnTo>
                    <a:cubicBezTo>
                      <a:pt x="11490" y="2627"/>
                      <a:pt x="9848" y="1958"/>
                      <a:pt x="8176" y="1441"/>
                    </a:cubicBezTo>
                    <a:cubicBezTo>
                      <a:pt x="6414" y="864"/>
                      <a:pt x="4590" y="377"/>
                      <a:pt x="2766" y="13"/>
                    </a:cubicBezTo>
                    <a:cubicBezTo>
                      <a:pt x="2750" y="4"/>
                      <a:pt x="2733" y="1"/>
                      <a:pt x="27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flipH="1">
                <a:off x="2788145" y="4305409"/>
                <a:ext cx="29714" cy="110167"/>
              </a:xfrm>
              <a:custGeom>
                <a:avLst/>
                <a:gdLst/>
                <a:ahLst/>
                <a:cxnLst/>
                <a:rect l="l" t="t" r="r" b="b"/>
                <a:pathLst>
                  <a:path w="1125" h="4171" extrusionOk="0">
                    <a:moveTo>
                      <a:pt x="219" y="1"/>
                    </a:moveTo>
                    <a:cubicBezTo>
                      <a:pt x="207" y="1"/>
                      <a:pt x="195" y="2"/>
                      <a:pt x="183" y="6"/>
                    </a:cubicBezTo>
                    <a:cubicBezTo>
                      <a:pt x="92" y="6"/>
                      <a:pt x="0" y="98"/>
                      <a:pt x="0" y="189"/>
                    </a:cubicBezTo>
                    <a:cubicBezTo>
                      <a:pt x="92" y="1496"/>
                      <a:pt x="335" y="2803"/>
                      <a:pt x="760" y="4049"/>
                    </a:cubicBezTo>
                    <a:cubicBezTo>
                      <a:pt x="760" y="4110"/>
                      <a:pt x="851" y="4171"/>
                      <a:pt x="943" y="4171"/>
                    </a:cubicBezTo>
                    <a:lnTo>
                      <a:pt x="973" y="4171"/>
                    </a:lnTo>
                    <a:cubicBezTo>
                      <a:pt x="1095" y="4110"/>
                      <a:pt x="1125" y="4019"/>
                      <a:pt x="1095" y="3928"/>
                    </a:cubicBezTo>
                    <a:cubicBezTo>
                      <a:pt x="699" y="2712"/>
                      <a:pt x="487" y="1435"/>
                      <a:pt x="395" y="158"/>
                    </a:cubicBezTo>
                    <a:cubicBezTo>
                      <a:pt x="369" y="79"/>
                      <a:pt x="297" y="1"/>
                      <a:pt x="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flipH="1">
                <a:off x="2798446" y="4175087"/>
                <a:ext cx="21024" cy="112042"/>
              </a:xfrm>
              <a:custGeom>
                <a:avLst/>
                <a:gdLst/>
                <a:ahLst/>
                <a:cxnLst/>
                <a:rect l="l" t="t" r="r" b="b"/>
                <a:pathLst>
                  <a:path w="796" h="4242" extrusionOk="0">
                    <a:moveTo>
                      <a:pt x="571" y="1"/>
                    </a:moveTo>
                    <a:cubicBezTo>
                      <a:pt x="489" y="1"/>
                      <a:pt x="409" y="51"/>
                      <a:pt x="396" y="168"/>
                    </a:cubicBezTo>
                    <a:cubicBezTo>
                      <a:pt x="122" y="1445"/>
                      <a:pt x="1" y="2752"/>
                      <a:pt x="31" y="4059"/>
                    </a:cubicBezTo>
                    <a:cubicBezTo>
                      <a:pt x="31" y="4150"/>
                      <a:pt x="122" y="4241"/>
                      <a:pt x="244" y="4241"/>
                    </a:cubicBezTo>
                    <a:cubicBezTo>
                      <a:pt x="335" y="4241"/>
                      <a:pt x="426" y="4150"/>
                      <a:pt x="426" y="4029"/>
                    </a:cubicBezTo>
                    <a:cubicBezTo>
                      <a:pt x="396" y="2752"/>
                      <a:pt x="517" y="1506"/>
                      <a:pt x="760" y="229"/>
                    </a:cubicBezTo>
                    <a:cubicBezTo>
                      <a:pt x="795" y="90"/>
                      <a:pt x="681"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flipH="1">
                <a:off x="2886084" y="4363358"/>
                <a:ext cx="11252" cy="40992"/>
              </a:xfrm>
              <a:custGeom>
                <a:avLst/>
                <a:gdLst/>
                <a:ahLst/>
                <a:cxnLst/>
                <a:rect l="l" t="t" r="r" b="b"/>
                <a:pathLst>
                  <a:path w="426" h="1552" extrusionOk="0">
                    <a:moveTo>
                      <a:pt x="274" y="1"/>
                    </a:moveTo>
                    <a:cubicBezTo>
                      <a:pt x="152" y="1"/>
                      <a:pt x="61" y="62"/>
                      <a:pt x="61" y="183"/>
                    </a:cubicBezTo>
                    <a:cubicBezTo>
                      <a:pt x="0" y="578"/>
                      <a:pt x="0" y="974"/>
                      <a:pt x="0" y="1338"/>
                    </a:cubicBezTo>
                    <a:cubicBezTo>
                      <a:pt x="0" y="1460"/>
                      <a:pt x="91" y="1551"/>
                      <a:pt x="183" y="1551"/>
                    </a:cubicBezTo>
                    <a:cubicBezTo>
                      <a:pt x="304" y="1551"/>
                      <a:pt x="365" y="1460"/>
                      <a:pt x="395" y="1369"/>
                    </a:cubicBezTo>
                    <a:cubicBezTo>
                      <a:pt x="395" y="974"/>
                      <a:pt x="395" y="609"/>
                      <a:pt x="426" y="214"/>
                    </a:cubicBezTo>
                    <a:cubicBezTo>
                      <a:pt x="426" y="123"/>
                      <a:pt x="365" y="31"/>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7"/>
              <p:cNvSpPr/>
              <p:nvPr/>
            </p:nvSpPr>
            <p:spPr>
              <a:xfrm flipH="1">
                <a:off x="2838700" y="4172816"/>
                <a:ext cx="55440" cy="177730"/>
              </a:xfrm>
              <a:custGeom>
                <a:avLst/>
                <a:gdLst/>
                <a:ahLst/>
                <a:cxnLst/>
                <a:rect l="l" t="t" r="r" b="b"/>
                <a:pathLst>
                  <a:path w="2099" h="6729" extrusionOk="0">
                    <a:moveTo>
                      <a:pt x="1895" y="0"/>
                    </a:moveTo>
                    <a:cubicBezTo>
                      <a:pt x="1814" y="0"/>
                      <a:pt x="1749" y="40"/>
                      <a:pt x="1703" y="133"/>
                    </a:cubicBezTo>
                    <a:cubicBezTo>
                      <a:pt x="943" y="2200"/>
                      <a:pt x="365" y="4327"/>
                      <a:pt x="31" y="6516"/>
                    </a:cubicBezTo>
                    <a:cubicBezTo>
                      <a:pt x="1" y="6637"/>
                      <a:pt x="92" y="6729"/>
                      <a:pt x="183" y="6729"/>
                    </a:cubicBezTo>
                    <a:lnTo>
                      <a:pt x="214" y="6729"/>
                    </a:lnTo>
                    <a:cubicBezTo>
                      <a:pt x="305" y="6729"/>
                      <a:pt x="396" y="6668"/>
                      <a:pt x="396" y="6577"/>
                    </a:cubicBezTo>
                    <a:cubicBezTo>
                      <a:pt x="730" y="4419"/>
                      <a:pt x="1308" y="2291"/>
                      <a:pt x="2068" y="254"/>
                    </a:cubicBezTo>
                    <a:cubicBezTo>
                      <a:pt x="2098" y="163"/>
                      <a:pt x="2068" y="42"/>
                      <a:pt x="1976" y="11"/>
                    </a:cubicBezTo>
                    <a:cubicBezTo>
                      <a:pt x="1948" y="4"/>
                      <a:pt x="1921" y="0"/>
                      <a:pt x="1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7"/>
              <p:cNvSpPr/>
              <p:nvPr/>
            </p:nvSpPr>
            <p:spPr>
              <a:xfrm flipH="1">
                <a:off x="2858773" y="4158817"/>
                <a:ext cx="44188" cy="114657"/>
              </a:xfrm>
              <a:custGeom>
                <a:avLst/>
                <a:gdLst/>
                <a:ahLst/>
                <a:cxnLst/>
                <a:rect l="l" t="t" r="r" b="b"/>
                <a:pathLst>
                  <a:path w="1673" h="4341" extrusionOk="0">
                    <a:moveTo>
                      <a:pt x="1456" y="0"/>
                    </a:moveTo>
                    <a:cubicBezTo>
                      <a:pt x="1380" y="0"/>
                      <a:pt x="1321" y="50"/>
                      <a:pt x="1277" y="116"/>
                    </a:cubicBezTo>
                    <a:cubicBezTo>
                      <a:pt x="1247" y="207"/>
                      <a:pt x="183" y="2669"/>
                      <a:pt x="31" y="4128"/>
                    </a:cubicBezTo>
                    <a:cubicBezTo>
                      <a:pt x="0" y="4219"/>
                      <a:pt x="92" y="4310"/>
                      <a:pt x="183" y="4341"/>
                    </a:cubicBezTo>
                    <a:lnTo>
                      <a:pt x="213" y="4341"/>
                    </a:lnTo>
                    <a:cubicBezTo>
                      <a:pt x="304" y="4310"/>
                      <a:pt x="396" y="4249"/>
                      <a:pt x="396" y="4158"/>
                    </a:cubicBezTo>
                    <a:cubicBezTo>
                      <a:pt x="548" y="2760"/>
                      <a:pt x="1642" y="298"/>
                      <a:pt x="1642" y="268"/>
                    </a:cubicBezTo>
                    <a:cubicBezTo>
                      <a:pt x="1672" y="176"/>
                      <a:pt x="1642" y="55"/>
                      <a:pt x="1551" y="24"/>
                    </a:cubicBezTo>
                    <a:cubicBezTo>
                      <a:pt x="1517" y="8"/>
                      <a:pt x="1485" y="0"/>
                      <a:pt x="1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7"/>
              <p:cNvSpPr/>
              <p:nvPr/>
            </p:nvSpPr>
            <p:spPr>
              <a:xfrm flipH="1">
                <a:off x="2360235" y="3677759"/>
                <a:ext cx="436757" cy="629516"/>
              </a:xfrm>
              <a:custGeom>
                <a:avLst/>
                <a:gdLst/>
                <a:ahLst/>
                <a:cxnLst/>
                <a:rect l="l" t="t" r="r" b="b"/>
                <a:pathLst>
                  <a:path w="16536" h="23834" extrusionOk="0">
                    <a:moveTo>
                      <a:pt x="11251" y="1"/>
                    </a:moveTo>
                    <a:cubicBezTo>
                      <a:pt x="8987" y="1"/>
                      <a:pt x="6487" y="956"/>
                      <a:pt x="5715" y="1702"/>
                    </a:cubicBezTo>
                    <a:cubicBezTo>
                      <a:pt x="5715" y="1702"/>
                      <a:pt x="2098" y="5471"/>
                      <a:pt x="1672" y="7234"/>
                    </a:cubicBezTo>
                    <a:cubicBezTo>
                      <a:pt x="1247" y="8967"/>
                      <a:pt x="1794" y="11186"/>
                      <a:pt x="1855" y="11459"/>
                    </a:cubicBezTo>
                    <a:cubicBezTo>
                      <a:pt x="1916" y="11763"/>
                      <a:pt x="1" y="19149"/>
                      <a:pt x="1" y="19149"/>
                    </a:cubicBezTo>
                    <a:cubicBezTo>
                      <a:pt x="1" y="19149"/>
                      <a:pt x="2615" y="23222"/>
                      <a:pt x="6992" y="23678"/>
                    </a:cubicBezTo>
                    <a:cubicBezTo>
                      <a:pt x="7994" y="23789"/>
                      <a:pt x="8806" y="23833"/>
                      <a:pt x="9464" y="23833"/>
                    </a:cubicBezTo>
                    <a:cubicBezTo>
                      <a:pt x="11699" y="23833"/>
                      <a:pt x="12156" y="23319"/>
                      <a:pt x="12250" y="23131"/>
                    </a:cubicBezTo>
                    <a:cubicBezTo>
                      <a:pt x="12341" y="22888"/>
                      <a:pt x="14256" y="15380"/>
                      <a:pt x="14834" y="13222"/>
                    </a:cubicBezTo>
                    <a:cubicBezTo>
                      <a:pt x="15502" y="10456"/>
                      <a:pt x="15989" y="7660"/>
                      <a:pt x="16293" y="4803"/>
                    </a:cubicBezTo>
                    <a:cubicBezTo>
                      <a:pt x="16536" y="2219"/>
                      <a:pt x="14651" y="395"/>
                      <a:pt x="12189" y="61"/>
                    </a:cubicBezTo>
                    <a:cubicBezTo>
                      <a:pt x="11885" y="20"/>
                      <a:pt x="11570" y="1"/>
                      <a:pt x="11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flipH="1">
                <a:off x="2355402" y="3672133"/>
                <a:ext cx="446398" cy="639869"/>
              </a:xfrm>
              <a:custGeom>
                <a:avLst/>
                <a:gdLst/>
                <a:ahLst/>
                <a:cxnLst/>
                <a:rect l="l" t="t" r="r" b="b"/>
                <a:pathLst>
                  <a:path w="16901" h="24226" extrusionOk="0">
                    <a:moveTo>
                      <a:pt x="11485" y="403"/>
                    </a:moveTo>
                    <a:cubicBezTo>
                      <a:pt x="11778" y="403"/>
                      <a:pt x="12065" y="420"/>
                      <a:pt x="12341" y="456"/>
                    </a:cubicBezTo>
                    <a:cubicBezTo>
                      <a:pt x="14864" y="791"/>
                      <a:pt x="16505" y="2675"/>
                      <a:pt x="16292" y="5016"/>
                    </a:cubicBezTo>
                    <a:cubicBezTo>
                      <a:pt x="15988" y="7842"/>
                      <a:pt x="15502" y="10639"/>
                      <a:pt x="14833" y="13374"/>
                    </a:cubicBezTo>
                    <a:lnTo>
                      <a:pt x="14225" y="15715"/>
                    </a:lnTo>
                    <a:cubicBezTo>
                      <a:pt x="13496" y="18481"/>
                      <a:pt x="12310" y="23040"/>
                      <a:pt x="12250" y="23283"/>
                    </a:cubicBezTo>
                    <a:cubicBezTo>
                      <a:pt x="12226" y="23283"/>
                      <a:pt x="11959" y="23864"/>
                      <a:pt x="9626" y="23864"/>
                    </a:cubicBezTo>
                    <a:cubicBezTo>
                      <a:pt x="8987" y="23864"/>
                      <a:pt x="8192" y="23820"/>
                      <a:pt x="7204" y="23709"/>
                    </a:cubicBezTo>
                    <a:cubicBezTo>
                      <a:pt x="3253" y="23283"/>
                      <a:pt x="791" y="19879"/>
                      <a:pt x="395" y="19332"/>
                    </a:cubicBezTo>
                    <a:cubicBezTo>
                      <a:pt x="973" y="17052"/>
                      <a:pt x="2280" y="11946"/>
                      <a:pt x="2219" y="11672"/>
                    </a:cubicBezTo>
                    <a:cubicBezTo>
                      <a:pt x="2219" y="11642"/>
                      <a:pt x="2189" y="11581"/>
                      <a:pt x="2189" y="11490"/>
                    </a:cubicBezTo>
                    <a:cubicBezTo>
                      <a:pt x="2067" y="10882"/>
                      <a:pt x="1642" y="9028"/>
                      <a:pt x="2037" y="7508"/>
                    </a:cubicBezTo>
                    <a:cubicBezTo>
                      <a:pt x="2432" y="5836"/>
                      <a:pt x="5897" y="2189"/>
                      <a:pt x="6019" y="2067"/>
                    </a:cubicBezTo>
                    <a:cubicBezTo>
                      <a:pt x="6822" y="1318"/>
                      <a:pt x="9322" y="403"/>
                      <a:pt x="11485" y="403"/>
                    </a:cubicBezTo>
                    <a:close/>
                    <a:moveTo>
                      <a:pt x="11462" y="1"/>
                    </a:moveTo>
                    <a:cubicBezTo>
                      <a:pt x="9179" y="1"/>
                      <a:pt x="6598" y="964"/>
                      <a:pt x="5745" y="1763"/>
                    </a:cubicBezTo>
                    <a:cubicBezTo>
                      <a:pt x="5593" y="1946"/>
                      <a:pt x="2098" y="5593"/>
                      <a:pt x="1672" y="7386"/>
                    </a:cubicBezTo>
                    <a:cubicBezTo>
                      <a:pt x="1277" y="8997"/>
                      <a:pt x="1672" y="10912"/>
                      <a:pt x="1824" y="11551"/>
                    </a:cubicBezTo>
                    <a:cubicBezTo>
                      <a:pt x="1854" y="11642"/>
                      <a:pt x="1854" y="11703"/>
                      <a:pt x="1854" y="11703"/>
                    </a:cubicBezTo>
                    <a:cubicBezTo>
                      <a:pt x="1854" y="12037"/>
                      <a:pt x="760" y="16444"/>
                      <a:pt x="0" y="19332"/>
                    </a:cubicBezTo>
                    <a:cubicBezTo>
                      <a:pt x="0" y="19393"/>
                      <a:pt x="0" y="19423"/>
                      <a:pt x="31" y="19484"/>
                    </a:cubicBezTo>
                    <a:cubicBezTo>
                      <a:pt x="61" y="19545"/>
                      <a:pt x="2736" y="23618"/>
                      <a:pt x="7174" y="24104"/>
                    </a:cubicBezTo>
                    <a:cubicBezTo>
                      <a:pt x="7964" y="24195"/>
                      <a:pt x="8754" y="24226"/>
                      <a:pt x="9575" y="24226"/>
                    </a:cubicBezTo>
                    <a:cubicBezTo>
                      <a:pt x="12037" y="24226"/>
                      <a:pt x="12523" y="23587"/>
                      <a:pt x="12584" y="23405"/>
                    </a:cubicBezTo>
                    <a:cubicBezTo>
                      <a:pt x="12645" y="23223"/>
                      <a:pt x="13526" y="19849"/>
                      <a:pt x="14590" y="15806"/>
                    </a:cubicBezTo>
                    <a:lnTo>
                      <a:pt x="15198" y="13466"/>
                    </a:lnTo>
                    <a:cubicBezTo>
                      <a:pt x="15867" y="10700"/>
                      <a:pt x="16384" y="7873"/>
                      <a:pt x="16657" y="5046"/>
                    </a:cubicBezTo>
                    <a:cubicBezTo>
                      <a:pt x="16900" y="2493"/>
                      <a:pt x="15137" y="456"/>
                      <a:pt x="12402" y="61"/>
                    </a:cubicBezTo>
                    <a:cubicBezTo>
                      <a:pt x="12098" y="20"/>
                      <a:pt x="11783" y="1"/>
                      <a:pt x="11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7"/>
              <p:cNvSpPr/>
              <p:nvPr/>
            </p:nvSpPr>
            <p:spPr>
              <a:xfrm flipH="1">
                <a:off x="2930251" y="3821445"/>
                <a:ext cx="280210" cy="241701"/>
              </a:xfrm>
              <a:custGeom>
                <a:avLst/>
                <a:gdLst/>
                <a:ahLst/>
                <a:cxnLst/>
                <a:rect l="l" t="t" r="r" b="b"/>
                <a:pathLst>
                  <a:path w="10609" h="9151" extrusionOk="0">
                    <a:moveTo>
                      <a:pt x="1521" y="1"/>
                    </a:moveTo>
                    <a:lnTo>
                      <a:pt x="1" y="2858"/>
                    </a:lnTo>
                    <a:lnTo>
                      <a:pt x="8694" y="9150"/>
                    </a:lnTo>
                    <a:lnTo>
                      <a:pt x="10609" y="6323"/>
                    </a:lnTo>
                    <a:lnTo>
                      <a:pt x="152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7"/>
              <p:cNvSpPr/>
              <p:nvPr/>
            </p:nvSpPr>
            <p:spPr>
              <a:xfrm flipH="1">
                <a:off x="2923807" y="3816295"/>
                <a:ext cx="292254" cy="251658"/>
              </a:xfrm>
              <a:custGeom>
                <a:avLst/>
                <a:gdLst/>
                <a:ahLst/>
                <a:cxnLst/>
                <a:rect l="l" t="t" r="r" b="b"/>
                <a:pathLst>
                  <a:path w="11065" h="9528" extrusionOk="0">
                    <a:moveTo>
                      <a:pt x="1793" y="500"/>
                    </a:moveTo>
                    <a:lnTo>
                      <a:pt x="10578" y="6579"/>
                    </a:lnTo>
                    <a:lnTo>
                      <a:pt x="8845" y="9071"/>
                    </a:lnTo>
                    <a:lnTo>
                      <a:pt x="456" y="2992"/>
                    </a:lnTo>
                    <a:lnTo>
                      <a:pt x="1793" y="500"/>
                    </a:lnTo>
                    <a:close/>
                    <a:moveTo>
                      <a:pt x="1725" y="1"/>
                    </a:moveTo>
                    <a:cubicBezTo>
                      <a:pt x="1707" y="1"/>
                      <a:pt x="1690" y="5"/>
                      <a:pt x="1672" y="14"/>
                    </a:cubicBezTo>
                    <a:cubicBezTo>
                      <a:pt x="1641" y="14"/>
                      <a:pt x="1581" y="44"/>
                      <a:pt x="1550" y="105"/>
                    </a:cubicBezTo>
                    <a:lnTo>
                      <a:pt x="30" y="2992"/>
                    </a:lnTo>
                    <a:cubicBezTo>
                      <a:pt x="0" y="3053"/>
                      <a:pt x="30" y="3175"/>
                      <a:pt x="91" y="3236"/>
                    </a:cubicBezTo>
                    <a:lnTo>
                      <a:pt x="8784" y="9497"/>
                    </a:lnTo>
                    <a:cubicBezTo>
                      <a:pt x="8815" y="9527"/>
                      <a:pt x="8845" y="9527"/>
                      <a:pt x="8906" y="9527"/>
                    </a:cubicBezTo>
                    <a:lnTo>
                      <a:pt x="8936" y="9527"/>
                    </a:lnTo>
                    <a:cubicBezTo>
                      <a:pt x="8997" y="9527"/>
                      <a:pt x="9058" y="9497"/>
                      <a:pt x="9058" y="9436"/>
                    </a:cubicBezTo>
                    <a:lnTo>
                      <a:pt x="11003" y="6609"/>
                    </a:lnTo>
                    <a:cubicBezTo>
                      <a:pt x="11064" y="6518"/>
                      <a:pt x="11034" y="6427"/>
                      <a:pt x="10973" y="6366"/>
                    </a:cubicBezTo>
                    <a:lnTo>
                      <a:pt x="1854" y="44"/>
                    </a:lnTo>
                    <a:cubicBezTo>
                      <a:pt x="1811" y="22"/>
                      <a:pt x="1768" y="1"/>
                      <a:pt x="17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7"/>
              <p:cNvSpPr/>
              <p:nvPr/>
            </p:nvSpPr>
            <p:spPr>
              <a:xfrm flipH="1">
                <a:off x="2914984" y="3810220"/>
                <a:ext cx="233645" cy="178258"/>
              </a:xfrm>
              <a:custGeom>
                <a:avLst/>
                <a:gdLst/>
                <a:ahLst/>
                <a:cxnLst/>
                <a:rect l="l" t="t" r="r" b="b"/>
                <a:pathLst>
                  <a:path w="8846" h="6749" extrusionOk="0">
                    <a:moveTo>
                      <a:pt x="487" y="0"/>
                    </a:moveTo>
                    <a:lnTo>
                      <a:pt x="0" y="912"/>
                    </a:lnTo>
                    <a:lnTo>
                      <a:pt x="8268" y="6748"/>
                    </a:lnTo>
                    <a:lnTo>
                      <a:pt x="8845" y="6505"/>
                    </a:lnTo>
                    <a:lnTo>
                      <a:pt x="4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7"/>
              <p:cNvSpPr/>
              <p:nvPr/>
            </p:nvSpPr>
            <p:spPr>
              <a:xfrm flipH="1">
                <a:off x="2909358" y="3805069"/>
                <a:ext cx="244897" cy="188215"/>
              </a:xfrm>
              <a:custGeom>
                <a:avLst/>
                <a:gdLst/>
                <a:ahLst/>
                <a:cxnLst/>
                <a:rect l="l" t="t" r="r" b="b"/>
                <a:pathLst>
                  <a:path w="9272" h="7126" extrusionOk="0">
                    <a:moveTo>
                      <a:pt x="760" y="469"/>
                    </a:moveTo>
                    <a:lnTo>
                      <a:pt x="8694" y="6639"/>
                    </a:lnTo>
                    <a:lnTo>
                      <a:pt x="8511" y="6700"/>
                    </a:lnTo>
                    <a:lnTo>
                      <a:pt x="456" y="1046"/>
                    </a:lnTo>
                    <a:lnTo>
                      <a:pt x="760" y="469"/>
                    </a:lnTo>
                    <a:close/>
                    <a:moveTo>
                      <a:pt x="722" y="0"/>
                    </a:moveTo>
                    <a:cubicBezTo>
                      <a:pt x="705" y="0"/>
                      <a:pt x="687" y="4"/>
                      <a:pt x="669" y="13"/>
                    </a:cubicBezTo>
                    <a:cubicBezTo>
                      <a:pt x="608" y="13"/>
                      <a:pt x="548" y="43"/>
                      <a:pt x="548" y="104"/>
                    </a:cubicBezTo>
                    <a:lnTo>
                      <a:pt x="31" y="1016"/>
                    </a:lnTo>
                    <a:cubicBezTo>
                      <a:pt x="1" y="1107"/>
                      <a:pt x="1" y="1198"/>
                      <a:pt x="92" y="1259"/>
                    </a:cubicBezTo>
                    <a:lnTo>
                      <a:pt x="8390" y="7095"/>
                    </a:lnTo>
                    <a:cubicBezTo>
                      <a:pt x="8420" y="7095"/>
                      <a:pt x="8451" y="7126"/>
                      <a:pt x="8481" y="7126"/>
                    </a:cubicBezTo>
                    <a:cubicBezTo>
                      <a:pt x="8511" y="7126"/>
                      <a:pt x="8542" y="7126"/>
                      <a:pt x="8572" y="7095"/>
                    </a:cubicBezTo>
                    <a:lnTo>
                      <a:pt x="9150" y="6882"/>
                    </a:lnTo>
                    <a:cubicBezTo>
                      <a:pt x="9210" y="6852"/>
                      <a:pt x="9241" y="6791"/>
                      <a:pt x="9241" y="6730"/>
                    </a:cubicBezTo>
                    <a:cubicBezTo>
                      <a:pt x="9271" y="6670"/>
                      <a:pt x="9241" y="6578"/>
                      <a:pt x="9180" y="6548"/>
                    </a:cubicBezTo>
                    <a:lnTo>
                      <a:pt x="821" y="43"/>
                    </a:lnTo>
                    <a:cubicBezTo>
                      <a:pt x="800" y="22"/>
                      <a:pt x="763" y="0"/>
                      <a:pt x="72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7"/>
              <p:cNvSpPr/>
              <p:nvPr/>
            </p:nvSpPr>
            <p:spPr>
              <a:xfrm flipH="1">
                <a:off x="2369062" y="3714685"/>
                <a:ext cx="685642" cy="584614"/>
              </a:xfrm>
              <a:custGeom>
                <a:avLst/>
                <a:gdLst/>
                <a:ahLst/>
                <a:cxnLst/>
                <a:rect l="l" t="t" r="r" b="b"/>
                <a:pathLst>
                  <a:path w="25959" h="22134" extrusionOk="0">
                    <a:moveTo>
                      <a:pt x="24044" y="0"/>
                    </a:moveTo>
                    <a:lnTo>
                      <a:pt x="17691" y="3648"/>
                    </a:lnTo>
                    <a:lnTo>
                      <a:pt x="17174" y="15593"/>
                    </a:lnTo>
                    <a:cubicBezTo>
                      <a:pt x="17174" y="15593"/>
                      <a:pt x="11247" y="13283"/>
                      <a:pt x="9575" y="12159"/>
                    </a:cubicBezTo>
                    <a:cubicBezTo>
                      <a:pt x="7934" y="11004"/>
                      <a:pt x="6110" y="9545"/>
                      <a:pt x="5654" y="9332"/>
                    </a:cubicBezTo>
                    <a:cubicBezTo>
                      <a:pt x="5279" y="9117"/>
                      <a:pt x="3080" y="8571"/>
                      <a:pt x="1880" y="8571"/>
                    </a:cubicBezTo>
                    <a:cubicBezTo>
                      <a:pt x="1720" y="8571"/>
                      <a:pt x="1577" y="8581"/>
                      <a:pt x="1460" y="8602"/>
                    </a:cubicBezTo>
                    <a:cubicBezTo>
                      <a:pt x="487" y="8815"/>
                      <a:pt x="1" y="9119"/>
                      <a:pt x="183" y="9697"/>
                    </a:cubicBezTo>
                    <a:cubicBezTo>
                      <a:pt x="396" y="10274"/>
                      <a:pt x="852" y="10274"/>
                      <a:pt x="1095" y="10365"/>
                    </a:cubicBezTo>
                    <a:cubicBezTo>
                      <a:pt x="1338" y="10456"/>
                      <a:pt x="2189" y="12584"/>
                      <a:pt x="2797" y="13192"/>
                    </a:cubicBezTo>
                    <a:cubicBezTo>
                      <a:pt x="3405" y="13800"/>
                      <a:pt x="5077" y="13557"/>
                      <a:pt x="5958" y="13800"/>
                    </a:cubicBezTo>
                    <a:cubicBezTo>
                      <a:pt x="6657" y="14013"/>
                      <a:pt x="7356" y="14256"/>
                      <a:pt x="8025" y="14560"/>
                    </a:cubicBezTo>
                    <a:cubicBezTo>
                      <a:pt x="8025" y="14560"/>
                      <a:pt x="11794" y="18906"/>
                      <a:pt x="14287" y="20031"/>
                    </a:cubicBezTo>
                    <a:cubicBezTo>
                      <a:pt x="16708" y="21110"/>
                      <a:pt x="19661" y="22134"/>
                      <a:pt x="20271" y="22134"/>
                    </a:cubicBezTo>
                    <a:cubicBezTo>
                      <a:pt x="20297" y="22134"/>
                      <a:pt x="20318" y="22132"/>
                      <a:pt x="20335" y="22128"/>
                    </a:cubicBezTo>
                    <a:cubicBezTo>
                      <a:pt x="20761" y="22037"/>
                      <a:pt x="21278" y="21916"/>
                      <a:pt x="21521" y="21551"/>
                    </a:cubicBezTo>
                    <a:cubicBezTo>
                      <a:pt x="21764" y="21186"/>
                      <a:pt x="24500" y="10973"/>
                      <a:pt x="25107" y="9180"/>
                    </a:cubicBezTo>
                    <a:cubicBezTo>
                      <a:pt x="25685" y="7356"/>
                      <a:pt x="25959" y="3161"/>
                      <a:pt x="25624" y="1733"/>
                    </a:cubicBezTo>
                    <a:cubicBezTo>
                      <a:pt x="25290" y="304"/>
                      <a:pt x="24196" y="0"/>
                      <a:pt x="24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7"/>
              <p:cNvSpPr/>
              <p:nvPr/>
            </p:nvSpPr>
            <p:spPr>
              <a:xfrm flipH="1">
                <a:off x="2364255" y="3710670"/>
                <a:ext cx="692853" cy="593304"/>
              </a:xfrm>
              <a:custGeom>
                <a:avLst/>
                <a:gdLst/>
                <a:ahLst/>
                <a:cxnLst/>
                <a:rect l="l" t="t" r="r" b="b"/>
                <a:pathLst>
                  <a:path w="26232" h="22463" extrusionOk="0">
                    <a:moveTo>
                      <a:pt x="24165" y="0"/>
                    </a:moveTo>
                    <a:cubicBezTo>
                      <a:pt x="24043" y="0"/>
                      <a:pt x="23983" y="61"/>
                      <a:pt x="23983" y="183"/>
                    </a:cubicBezTo>
                    <a:cubicBezTo>
                      <a:pt x="23983" y="274"/>
                      <a:pt x="24043" y="365"/>
                      <a:pt x="24165" y="365"/>
                    </a:cubicBezTo>
                    <a:cubicBezTo>
                      <a:pt x="24165" y="365"/>
                      <a:pt x="25229" y="578"/>
                      <a:pt x="25533" y="1946"/>
                    </a:cubicBezTo>
                    <a:cubicBezTo>
                      <a:pt x="25867" y="3313"/>
                      <a:pt x="25624" y="7478"/>
                      <a:pt x="25016" y="9271"/>
                    </a:cubicBezTo>
                    <a:cubicBezTo>
                      <a:pt x="24712" y="10152"/>
                      <a:pt x="23922" y="12979"/>
                      <a:pt x="23192" y="15654"/>
                    </a:cubicBezTo>
                    <a:cubicBezTo>
                      <a:pt x="22432" y="18329"/>
                      <a:pt x="21612" y="21308"/>
                      <a:pt x="21460" y="21612"/>
                    </a:cubicBezTo>
                    <a:cubicBezTo>
                      <a:pt x="21277" y="21885"/>
                      <a:pt x="20852" y="21976"/>
                      <a:pt x="20457" y="22068"/>
                    </a:cubicBezTo>
                    <a:lnTo>
                      <a:pt x="20396" y="22068"/>
                    </a:lnTo>
                    <a:cubicBezTo>
                      <a:pt x="20385" y="22069"/>
                      <a:pt x="20372" y="22070"/>
                      <a:pt x="20356" y="22070"/>
                    </a:cubicBezTo>
                    <a:cubicBezTo>
                      <a:pt x="19852" y="22070"/>
                      <a:pt x="16946" y="21121"/>
                      <a:pt x="14469" y="20001"/>
                    </a:cubicBezTo>
                    <a:cubicBezTo>
                      <a:pt x="12037" y="18906"/>
                      <a:pt x="8298" y="14621"/>
                      <a:pt x="8268" y="14590"/>
                    </a:cubicBezTo>
                    <a:cubicBezTo>
                      <a:pt x="8238" y="14560"/>
                      <a:pt x="8207" y="14529"/>
                      <a:pt x="8207" y="14529"/>
                    </a:cubicBezTo>
                    <a:cubicBezTo>
                      <a:pt x="7508" y="14225"/>
                      <a:pt x="6809" y="13982"/>
                      <a:pt x="6080" y="13770"/>
                    </a:cubicBezTo>
                    <a:cubicBezTo>
                      <a:pt x="5684" y="13678"/>
                      <a:pt x="5289" y="13648"/>
                      <a:pt x="4864" y="13618"/>
                    </a:cubicBezTo>
                    <a:cubicBezTo>
                      <a:pt x="4134" y="13587"/>
                      <a:pt x="3344" y="13557"/>
                      <a:pt x="3010" y="13192"/>
                    </a:cubicBezTo>
                    <a:cubicBezTo>
                      <a:pt x="2584" y="12645"/>
                      <a:pt x="2219" y="12067"/>
                      <a:pt x="1946" y="11429"/>
                    </a:cubicBezTo>
                    <a:cubicBezTo>
                      <a:pt x="1520" y="10608"/>
                      <a:pt x="1399" y="10396"/>
                      <a:pt x="1247" y="10335"/>
                    </a:cubicBezTo>
                    <a:cubicBezTo>
                      <a:pt x="1186" y="10304"/>
                      <a:pt x="1125" y="10274"/>
                      <a:pt x="1064" y="10274"/>
                    </a:cubicBezTo>
                    <a:cubicBezTo>
                      <a:pt x="791" y="10244"/>
                      <a:pt x="548" y="10061"/>
                      <a:pt x="456" y="9788"/>
                    </a:cubicBezTo>
                    <a:cubicBezTo>
                      <a:pt x="396" y="9666"/>
                      <a:pt x="396" y="9545"/>
                      <a:pt x="456" y="9453"/>
                    </a:cubicBezTo>
                    <a:cubicBezTo>
                      <a:pt x="578" y="9241"/>
                      <a:pt x="973" y="9058"/>
                      <a:pt x="1581" y="8937"/>
                    </a:cubicBezTo>
                    <a:cubicBezTo>
                      <a:pt x="1692" y="8915"/>
                      <a:pt x="1828" y="8906"/>
                      <a:pt x="1982" y="8906"/>
                    </a:cubicBezTo>
                    <a:cubicBezTo>
                      <a:pt x="3135" y="8906"/>
                      <a:pt x="5305" y="9448"/>
                      <a:pt x="5654" y="9636"/>
                    </a:cubicBezTo>
                    <a:cubicBezTo>
                      <a:pt x="5836" y="9727"/>
                      <a:pt x="6384" y="10152"/>
                      <a:pt x="7022" y="10608"/>
                    </a:cubicBezTo>
                    <a:cubicBezTo>
                      <a:pt x="7751" y="11186"/>
                      <a:pt x="8663" y="11855"/>
                      <a:pt x="9545" y="12463"/>
                    </a:cubicBezTo>
                    <a:cubicBezTo>
                      <a:pt x="11216" y="13587"/>
                      <a:pt x="16931" y="15836"/>
                      <a:pt x="17174" y="15928"/>
                    </a:cubicBezTo>
                    <a:cubicBezTo>
                      <a:pt x="17194" y="15933"/>
                      <a:pt x="17215" y="15935"/>
                      <a:pt x="17236" y="15935"/>
                    </a:cubicBezTo>
                    <a:cubicBezTo>
                      <a:pt x="17342" y="15935"/>
                      <a:pt x="17448" y="15872"/>
                      <a:pt x="17448" y="15745"/>
                    </a:cubicBezTo>
                    <a:lnTo>
                      <a:pt x="17964" y="3830"/>
                    </a:lnTo>
                    <a:cubicBezTo>
                      <a:pt x="17964" y="3709"/>
                      <a:pt x="17873" y="3617"/>
                      <a:pt x="17782" y="3617"/>
                    </a:cubicBezTo>
                    <a:cubicBezTo>
                      <a:pt x="17691" y="3617"/>
                      <a:pt x="17600" y="3678"/>
                      <a:pt x="17600" y="3800"/>
                    </a:cubicBezTo>
                    <a:lnTo>
                      <a:pt x="17083" y="15472"/>
                    </a:lnTo>
                    <a:cubicBezTo>
                      <a:pt x="15958" y="15016"/>
                      <a:pt x="11216" y="13131"/>
                      <a:pt x="9788" y="12159"/>
                    </a:cubicBezTo>
                    <a:cubicBezTo>
                      <a:pt x="8906" y="11551"/>
                      <a:pt x="7934" y="10821"/>
                      <a:pt x="7265" y="10304"/>
                    </a:cubicBezTo>
                    <a:cubicBezTo>
                      <a:pt x="6566" y="9788"/>
                      <a:pt x="6049" y="9423"/>
                      <a:pt x="5836" y="9301"/>
                    </a:cubicBezTo>
                    <a:cubicBezTo>
                      <a:pt x="5409" y="9061"/>
                      <a:pt x="3201" y="8540"/>
                      <a:pt x="1969" y="8540"/>
                    </a:cubicBezTo>
                    <a:cubicBezTo>
                      <a:pt x="1798" y="8540"/>
                      <a:pt x="1646" y="8550"/>
                      <a:pt x="1520" y="8572"/>
                    </a:cubicBezTo>
                    <a:cubicBezTo>
                      <a:pt x="760" y="8724"/>
                      <a:pt x="335" y="8937"/>
                      <a:pt x="152" y="9241"/>
                    </a:cubicBezTo>
                    <a:cubicBezTo>
                      <a:pt x="31" y="9453"/>
                      <a:pt x="0" y="9697"/>
                      <a:pt x="92" y="9909"/>
                    </a:cubicBezTo>
                    <a:cubicBezTo>
                      <a:pt x="213" y="10304"/>
                      <a:pt x="548" y="10578"/>
                      <a:pt x="973" y="10639"/>
                    </a:cubicBezTo>
                    <a:lnTo>
                      <a:pt x="1095" y="10669"/>
                    </a:lnTo>
                    <a:cubicBezTo>
                      <a:pt x="1277" y="10973"/>
                      <a:pt x="1459" y="11277"/>
                      <a:pt x="1611" y="11611"/>
                    </a:cubicBezTo>
                    <a:cubicBezTo>
                      <a:pt x="1915" y="12280"/>
                      <a:pt x="2280" y="12888"/>
                      <a:pt x="2736" y="13466"/>
                    </a:cubicBezTo>
                    <a:cubicBezTo>
                      <a:pt x="3192" y="13922"/>
                      <a:pt x="4043" y="13952"/>
                      <a:pt x="4833" y="14013"/>
                    </a:cubicBezTo>
                    <a:cubicBezTo>
                      <a:pt x="5228" y="14013"/>
                      <a:pt x="5624" y="14043"/>
                      <a:pt x="5988" y="14134"/>
                    </a:cubicBezTo>
                    <a:cubicBezTo>
                      <a:pt x="6687" y="14347"/>
                      <a:pt x="7356" y="14590"/>
                      <a:pt x="7994" y="14864"/>
                    </a:cubicBezTo>
                    <a:cubicBezTo>
                      <a:pt x="8390" y="15289"/>
                      <a:pt x="11885" y="19271"/>
                      <a:pt x="14317" y="20365"/>
                    </a:cubicBezTo>
                    <a:cubicBezTo>
                      <a:pt x="16475" y="21308"/>
                      <a:pt x="19606" y="22463"/>
                      <a:pt x="20366" y="22463"/>
                    </a:cubicBezTo>
                    <a:cubicBezTo>
                      <a:pt x="20396" y="22463"/>
                      <a:pt x="20426" y="22432"/>
                      <a:pt x="20487" y="22432"/>
                    </a:cubicBezTo>
                    <a:lnTo>
                      <a:pt x="20548" y="22432"/>
                    </a:lnTo>
                    <a:cubicBezTo>
                      <a:pt x="20973" y="22341"/>
                      <a:pt x="21521" y="22220"/>
                      <a:pt x="21764" y="21794"/>
                    </a:cubicBezTo>
                    <a:cubicBezTo>
                      <a:pt x="21885" y="21612"/>
                      <a:pt x="22432" y="19727"/>
                      <a:pt x="23557" y="15745"/>
                    </a:cubicBezTo>
                    <a:cubicBezTo>
                      <a:pt x="24317" y="13040"/>
                      <a:pt x="25077" y="10244"/>
                      <a:pt x="25381" y="9393"/>
                    </a:cubicBezTo>
                    <a:cubicBezTo>
                      <a:pt x="26019" y="7508"/>
                      <a:pt x="26232" y="3313"/>
                      <a:pt x="25898" y="1854"/>
                    </a:cubicBezTo>
                    <a:cubicBezTo>
                      <a:pt x="25563" y="304"/>
                      <a:pt x="24378" y="0"/>
                      <a:pt x="24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7"/>
              <p:cNvSpPr/>
              <p:nvPr/>
            </p:nvSpPr>
            <p:spPr>
              <a:xfrm flipH="1">
                <a:off x="2416420" y="3941069"/>
                <a:ext cx="638284" cy="357440"/>
              </a:xfrm>
              <a:custGeom>
                <a:avLst/>
                <a:gdLst/>
                <a:ahLst/>
                <a:cxnLst/>
                <a:rect l="l" t="t" r="r" b="b"/>
                <a:pathLst>
                  <a:path w="24166" h="13533" extrusionOk="0">
                    <a:moveTo>
                      <a:pt x="1880" y="0"/>
                    </a:moveTo>
                    <a:cubicBezTo>
                      <a:pt x="1720" y="0"/>
                      <a:pt x="1577" y="10"/>
                      <a:pt x="1460" y="31"/>
                    </a:cubicBezTo>
                    <a:cubicBezTo>
                      <a:pt x="487" y="244"/>
                      <a:pt x="1" y="548"/>
                      <a:pt x="183" y="1126"/>
                    </a:cubicBezTo>
                    <a:cubicBezTo>
                      <a:pt x="396" y="1703"/>
                      <a:pt x="852" y="1703"/>
                      <a:pt x="1095" y="1794"/>
                    </a:cubicBezTo>
                    <a:cubicBezTo>
                      <a:pt x="1338" y="1885"/>
                      <a:pt x="2189" y="4013"/>
                      <a:pt x="2797" y="4621"/>
                    </a:cubicBezTo>
                    <a:cubicBezTo>
                      <a:pt x="3405" y="5229"/>
                      <a:pt x="5077" y="4986"/>
                      <a:pt x="5958" y="5229"/>
                    </a:cubicBezTo>
                    <a:cubicBezTo>
                      <a:pt x="6657" y="5442"/>
                      <a:pt x="7356" y="5685"/>
                      <a:pt x="8025" y="5989"/>
                    </a:cubicBezTo>
                    <a:cubicBezTo>
                      <a:pt x="8025" y="5989"/>
                      <a:pt x="11794" y="10335"/>
                      <a:pt x="14287" y="11460"/>
                    </a:cubicBezTo>
                    <a:cubicBezTo>
                      <a:pt x="16705" y="12538"/>
                      <a:pt x="19655" y="13533"/>
                      <a:pt x="20269" y="13533"/>
                    </a:cubicBezTo>
                    <a:cubicBezTo>
                      <a:pt x="20296" y="13533"/>
                      <a:pt x="20318" y="13531"/>
                      <a:pt x="20335" y="13527"/>
                    </a:cubicBezTo>
                    <a:cubicBezTo>
                      <a:pt x="20761" y="13436"/>
                      <a:pt x="21278" y="13345"/>
                      <a:pt x="21521" y="12980"/>
                    </a:cubicBezTo>
                    <a:cubicBezTo>
                      <a:pt x="21703" y="12706"/>
                      <a:pt x="23132" y="7448"/>
                      <a:pt x="24165" y="3800"/>
                    </a:cubicBezTo>
                    <a:cubicBezTo>
                      <a:pt x="23770" y="3223"/>
                      <a:pt x="22554" y="1642"/>
                      <a:pt x="21703" y="1521"/>
                    </a:cubicBezTo>
                    <a:cubicBezTo>
                      <a:pt x="21651" y="1511"/>
                      <a:pt x="21593" y="1506"/>
                      <a:pt x="21530" y="1506"/>
                    </a:cubicBezTo>
                    <a:cubicBezTo>
                      <a:pt x="20410" y="1506"/>
                      <a:pt x="17644" y="2957"/>
                      <a:pt x="17357" y="3101"/>
                    </a:cubicBezTo>
                    <a:lnTo>
                      <a:pt x="17174" y="7053"/>
                    </a:lnTo>
                    <a:cubicBezTo>
                      <a:pt x="17174" y="7053"/>
                      <a:pt x="11247" y="4712"/>
                      <a:pt x="9575" y="3588"/>
                    </a:cubicBezTo>
                    <a:cubicBezTo>
                      <a:pt x="7934" y="2463"/>
                      <a:pt x="6110" y="974"/>
                      <a:pt x="5654" y="761"/>
                    </a:cubicBezTo>
                    <a:cubicBezTo>
                      <a:pt x="5279" y="546"/>
                      <a:pt x="3080" y="0"/>
                      <a:pt x="18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7"/>
              <p:cNvSpPr/>
              <p:nvPr/>
            </p:nvSpPr>
            <p:spPr>
              <a:xfrm flipH="1">
                <a:off x="2411612" y="3936209"/>
                <a:ext cx="645495" cy="367768"/>
              </a:xfrm>
              <a:custGeom>
                <a:avLst/>
                <a:gdLst/>
                <a:ahLst/>
                <a:cxnLst/>
                <a:rect l="l" t="t" r="r" b="b"/>
                <a:pathLst>
                  <a:path w="24439" h="13924" extrusionOk="0">
                    <a:moveTo>
                      <a:pt x="2007" y="367"/>
                    </a:moveTo>
                    <a:cubicBezTo>
                      <a:pt x="3253" y="428"/>
                      <a:pt x="4499" y="671"/>
                      <a:pt x="5684" y="1097"/>
                    </a:cubicBezTo>
                    <a:cubicBezTo>
                      <a:pt x="5867" y="1218"/>
                      <a:pt x="6414" y="1613"/>
                      <a:pt x="7052" y="2100"/>
                    </a:cubicBezTo>
                    <a:cubicBezTo>
                      <a:pt x="7782" y="2647"/>
                      <a:pt x="8724" y="3316"/>
                      <a:pt x="9575" y="3924"/>
                    </a:cubicBezTo>
                    <a:cubicBezTo>
                      <a:pt x="11247" y="5048"/>
                      <a:pt x="16992" y="7297"/>
                      <a:pt x="17235" y="7389"/>
                    </a:cubicBezTo>
                    <a:cubicBezTo>
                      <a:pt x="17255" y="7402"/>
                      <a:pt x="17278" y="7408"/>
                      <a:pt x="17301" y="7408"/>
                    </a:cubicBezTo>
                    <a:cubicBezTo>
                      <a:pt x="17385" y="7408"/>
                      <a:pt x="17478" y="7332"/>
                      <a:pt x="17478" y="7237"/>
                    </a:cubicBezTo>
                    <a:lnTo>
                      <a:pt x="17660" y="3407"/>
                    </a:lnTo>
                    <a:cubicBezTo>
                      <a:pt x="18740" y="2839"/>
                      <a:pt x="20775" y="1872"/>
                      <a:pt x="21632" y="1872"/>
                    </a:cubicBezTo>
                    <a:cubicBezTo>
                      <a:pt x="21692" y="1872"/>
                      <a:pt x="21746" y="1877"/>
                      <a:pt x="21794" y="1887"/>
                    </a:cubicBezTo>
                    <a:cubicBezTo>
                      <a:pt x="22402" y="1978"/>
                      <a:pt x="23344" y="3042"/>
                      <a:pt x="24074" y="4015"/>
                    </a:cubicBezTo>
                    <a:cubicBezTo>
                      <a:pt x="23800" y="4987"/>
                      <a:pt x="23496" y="6051"/>
                      <a:pt x="23192" y="7115"/>
                    </a:cubicBezTo>
                    <a:cubicBezTo>
                      <a:pt x="22432" y="9790"/>
                      <a:pt x="21581" y="12829"/>
                      <a:pt x="21460" y="13042"/>
                    </a:cubicBezTo>
                    <a:cubicBezTo>
                      <a:pt x="21277" y="13346"/>
                      <a:pt x="20852" y="13437"/>
                      <a:pt x="20487" y="13529"/>
                    </a:cubicBezTo>
                    <a:lnTo>
                      <a:pt x="20396" y="13529"/>
                    </a:lnTo>
                    <a:cubicBezTo>
                      <a:pt x="20386" y="13530"/>
                      <a:pt x="20374" y="13531"/>
                      <a:pt x="20359" y="13531"/>
                    </a:cubicBezTo>
                    <a:cubicBezTo>
                      <a:pt x="19883" y="13531"/>
                      <a:pt x="16976" y="12582"/>
                      <a:pt x="14499" y="11462"/>
                    </a:cubicBezTo>
                    <a:cubicBezTo>
                      <a:pt x="12067" y="10367"/>
                      <a:pt x="8329" y="6082"/>
                      <a:pt x="8268" y="6051"/>
                    </a:cubicBezTo>
                    <a:cubicBezTo>
                      <a:pt x="8268" y="6021"/>
                      <a:pt x="8238" y="5990"/>
                      <a:pt x="8207" y="5990"/>
                    </a:cubicBezTo>
                    <a:cubicBezTo>
                      <a:pt x="7539" y="5686"/>
                      <a:pt x="6809" y="5443"/>
                      <a:pt x="6110" y="5231"/>
                    </a:cubicBezTo>
                    <a:cubicBezTo>
                      <a:pt x="5715" y="5139"/>
                      <a:pt x="5289" y="5109"/>
                      <a:pt x="4894" y="5079"/>
                    </a:cubicBezTo>
                    <a:cubicBezTo>
                      <a:pt x="4165" y="5048"/>
                      <a:pt x="3374" y="4987"/>
                      <a:pt x="3040" y="4653"/>
                    </a:cubicBezTo>
                    <a:cubicBezTo>
                      <a:pt x="2614" y="4106"/>
                      <a:pt x="2250" y="3528"/>
                      <a:pt x="1976" y="2890"/>
                    </a:cubicBezTo>
                    <a:cubicBezTo>
                      <a:pt x="1551" y="2069"/>
                      <a:pt x="1429" y="1857"/>
                      <a:pt x="1277" y="1796"/>
                    </a:cubicBezTo>
                    <a:cubicBezTo>
                      <a:pt x="1216" y="1765"/>
                      <a:pt x="1155" y="1735"/>
                      <a:pt x="1095" y="1735"/>
                    </a:cubicBezTo>
                    <a:cubicBezTo>
                      <a:pt x="791" y="1705"/>
                      <a:pt x="578" y="1522"/>
                      <a:pt x="487" y="1249"/>
                    </a:cubicBezTo>
                    <a:cubicBezTo>
                      <a:pt x="426" y="1127"/>
                      <a:pt x="426" y="1006"/>
                      <a:pt x="487" y="914"/>
                    </a:cubicBezTo>
                    <a:cubicBezTo>
                      <a:pt x="608" y="702"/>
                      <a:pt x="973" y="519"/>
                      <a:pt x="1611" y="398"/>
                    </a:cubicBezTo>
                    <a:cubicBezTo>
                      <a:pt x="1733" y="398"/>
                      <a:pt x="1855" y="367"/>
                      <a:pt x="2007" y="367"/>
                    </a:cubicBezTo>
                    <a:close/>
                    <a:moveTo>
                      <a:pt x="1969" y="1"/>
                    </a:moveTo>
                    <a:cubicBezTo>
                      <a:pt x="1798" y="1"/>
                      <a:pt x="1646" y="11"/>
                      <a:pt x="1520" y="33"/>
                    </a:cubicBezTo>
                    <a:cubicBezTo>
                      <a:pt x="760" y="185"/>
                      <a:pt x="335" y="398"/>
                      <a:pt x="152" y="702"/>
                    </a:cubicBezTo>
                    <a:cubicBezTo>
                      <a:pt x="31" y="914"/>
                      <a:pt x="0" y="1158"/>
                      <a:pt x="92" y="1370"/>
                    </a:cubicBezTo>
                    <a:cubicBezTo>
                      <a:pt x="213" y="1765"/>
                      <a:pt x="548" y="2039"/>
                      <a:pt x="973" y="2100"/>
                    </a:cubicBezTo>
                    <a:lnTo>
                      <a:pt x="1095" y="2130"/>
                    </a:lnTo>
                    <a:cubicBezTo>
                      <a:pt x="1277" y="2434"/>
                      <a:pt x="1459" y="2738"/>
                      <a:pt x="1611" y="3072"/>
                    </a:cubicBezTo>
                    <a:cubicBezTo>
                      <a:pt x="1915" y="3741"/>
                      <a:pt x="2280" y="4349"/>
                      <a:pt x="2736" y="4927"/>
                    </a:cubicBezTo>
                    <a:cubicBezTo>
                      <a:pt x="3192" y="5383"/>
                      <a:pt x="4043" y="5413"/>
                      <a:pt x="4833" y="5474"/>
                    </a:cubicBezTo>
                    <a:cubicBezTo>
                      <a:pt x="5228" y="5474"/>
                      <a:pt x="5624" y="5504"/>
                      <a:pt x="5988" y="5595"/>
                    </a:cubicBezTo>
                    <a:cubicBezTo>
                      <a:pt x="6687" y="5808"/>
                      <a:pt x="7356" y="6051"/>
                      <a:pt x="7994" y="6325"/>
                    </a:cubicBezTo>
                    <a:cubicBezTo>
                      <a:pt x="8390" y="6750"/>
                      <a:pt x="11885" y="10732"/>
                      <a:pt x="14317" y="11826"/>
                    </a:cubicBezTo>
                    <a:cubicBezTo>
                      <a:pt x="16475" y="12769"/>
                      <a:pt x="19606" y="13924"/>
                      <a:pt x="20366" y="13924"/>
                    </a:cubicBezTo>
                    <a:cubicBezTo>
                      <a:pt x="20396" y="13893"/>
                      <a:pt x="20426" y="13893"/>
                      <a:pt x="20457" y="13893"/>
                    </a:cubicBezTo>
                    <a:lnTo>
                      <a:pt x="20548" y="13893"/>
                    </a:lnTo>
                    <a:cubicBezTo>
                      <a:pt x="20973" y="13802"/>
                      <a:pt x="21490" y="13681"/>
                      <a:pt x="21764" y="13255"/>
                    </a:cubicBezTo>
                    <a:cubicBezTo>
                      <a:pt x="21885" y="13042"/>
                      <a:pt x="22432" y="11158"/>
                      <a:pt x="23527" y="7206"/>
                    </a:cubicBezTo>
                    <a:cubicBezTo>
                      <a:pt x="23831" y="6112"/>
                      <a:pt x="24165" y="5018"/>
                      <a:pt x="24439" y="4045"/>
                    </a:cubicBezTo>
                    <a:cubicBezTo>
                      <a:pt x="24439" y="3984"/>
                      <a:pt x="24439" y="3924"/>
                      <a:pt x="24408" y="3863"/>
                    </a:cubicBezTo>
                    <a:cubicBezTo>
                      <a:pt x="23831" y="3042"/>
                      <a:pt x="22706" y="1644"/>
                      <a:pt x="21825" y="1492"/>
                    </a:cubicBezTo>
                    <a:cubicBezTo>
                      <a:pt x="21765" y="1481"/>
                      <a:pt x="21700" y="1476"/>
                      <a:pt x="21629" y="1476"/>
                    </a:cubicBezTo>
                    <a:cubicBezTo>
                      <a:pt x="20471" y="1476"/>
                      <a:pt x="17901" y="2816"/>
                      <a:pt x="17356" y="3103"/>
                    </a:cubicBezTo>
                    <a:cubicBezTo>
                      <a:pt x="17296" y="3133"/>
                      <a:pt x="17265" y="3194"/>
                      <a:pt x="17265" y="3255"/>
                    </a:cubicBezTo>
                    <a:lnTo>
                      <a:pt x="17083" y="6933"/>
                    </a:lnTo>
                    <a:cubicBezTo>
                      <a:pt x="15958" y="6477"/>
                      <a:pt x="11216" y="4592"/>
                      <a:pt x="9788" y="3620"/>
                    </a:cubicBezTo>
                    <a:cubicBezTo>
                      <a:pt x="8906" y="3012"/>
                      <a:pt x="7964" y="2282"/>
                      <a:pt x="7265" y="1765"/>
                    </a:cubicBezTo>
                    <a:cubicBezTo>
                      <a:pt x="6566" y="1249"/>
                      <a:pt x="6049" y="884"/>
                      <a:pt x="5836" y="762"/>
                    </a:cubicBezTo>
                    <a:cubicBezTo>
                      <a:pt x="5409" y="522"/>
                      <a:pt x="3201" y="1"/>
                      <a:pt x="1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7"/>
              <p:cNvSpPr/>
              <p:nvPr/>
            </p:nvSpPr>
            <p:spPr>
              <a:xfrm flipH="1">
                <a:off x="1461332" y="2030186"/>
                <a:ext cx="442389" cy="2554519"/>
              </a:xfrm>
              <a:custGeom>
                <a:avLst/>
                <a:gdLst/>
                <a:ahLst/>
                <a:cxnLst/>
                <a:rect l="l" t="t" r="r" b="b"/>
                <a:pathLst>
                  <a:path w="19120" h="110406" extrusionOk="0">
                    <a:moveTo>
                      <a:pt x="10178" y="1"/>
                    </a:moveTo>
                    <a:cubicBezTo>
                      <a:pt x="10139" y="1"/>
                      <a:pt x="10101" y="1"/>
                      <a:pt x="10062" y="3"/>
                    </a:cubicBezTo>
                    <a:lnTo>
                      <a:pt x="2250" y="490"/>
                    </a:lnTo>
                    <a:cubicBezTo>
                      <a:pt x="974" y="581"/>
                      <a:pt x="1" y="1675"/>
                      <a:pt x="62" y="2952"/>
                    </a:cubicBezTo>
                    <a:lnTo>
                      <a:pt x="6597" y="108242"/>
                    </a:lnTo>
                    <a:cubicBezTo>
                      <a:pt x="6655" y="109463"/>
                      <a:pt x="7659" y="110406"/>
                      <a:pt x="8889" y="110406"/>
                    </a:cubicBezTo>
                    <a:cubicBezTo>
                      <a:pt x="8945" y="110406"/>
                      <a:pt x="9002" y="110404"/>
                      <a:pt x="9059" y="110400"/>
                    </a:cubicBezTo>
                    <a:lnTo>
                      <a:pt x="16871" y="109914"/>
                    </a:lnTo>
                    <a:cubicBezTo>
                      <a:pt x="18147" y="109853"/>
                      <a:pt x="19120" y="108759"/>
                      <a:pt x="19059" y="107452"/>
                    </a:cubicBezTo>
                    <a:lnTo>
                      <a:pt x="12524" y="2192"/>
                    </a:lnTo>
                    <a:cubicBezTo>
                      <a:pt x="12465" y="953"/>
                      <a:pt x="11433" y="1"/>
                      <a:pt x="101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7"/>
              <p:cNvSpPr/>
              <p:nvPr/>
            </p:nvSpPr>
            <p:spPr>
              <a:xfrm flipH="1">
                <a:off x="1457098" y="2026600"/>
                <a:ext cx="451528" cy="2562895"/>
              </a:xfrm>
              <a:custGeom>
                <a:avLst/>
                <a:gdLst/>
                <a:ahLst/>
                <a:cxnLst/>
                <a:rect l="l" t="t" r="r" b="b"/>
                <a:pathLst>
                  <a:path w="19515" h="110768" extrusionOk="0">
                    <a:moveTo>
                      <a:pt x="10426" y="371"/>
                    </a:moveTo>
                    <a:cubicBezTo>
                      <a:pt x="11551" y="371"/>
                      <a:pt x="12493" y="1252"/>
                      <a:pt x="12554" y="2377"/>
                    </a:cubicBezTo>
                    <a:lnTo>
                      <a:pt x="19058" y="107637"/>
                    </a:lnTo>
                    <a:cubicBezTo>
                      <a:pt x="19149" y="108822"/>
                      <a:pt x="18238" y="109856"/>
                      <a:pt x="17052" y="109917"/>
                    </a:cubicBezTo>
                    <a:lnTo>
                      <a:pt x="9240" y="110403"/>
                    </a:lnTo>
                    <a:cubicBezTo>
                      <a:pt x="9199" y="110405"/>
                      <a:pt x="9158" y="110406"/>
                      <a:pt x="9117" y="110406"/>
                    </a:cubicBezTo>
                    <a:cubicBezTo>
                      <a:pt x="8585" y="110406"/>
                      <a:pt x="8085" y="110225"/>
                      <a:pt x="7690" y="109886"/>
                    </a:cubicBezTo>
                    <a:cubicBezTo>
                      <a:pt x="7265" y="109491"/>
                      <a:pt x="7022" y="108974"/>
                      <a:pt x="6961" y="108397"/>
                    </a:cubicBezTo>
                    <a:lnTo>
                      <a:pt x="456" y="3137"/>
                    </a:lnTo>
                    <a:cubicBezTo>
                      <a:pt x="365" y="1952"/>
                      <a:pt x="1277" y="918"/>
                      <a:pt x="2462" y="857"/>
                    </a:cubicBezTo>
                    <a:lnTo>
                      <a:pt x="10304" y="371"/>
                    </a:lnTo>
                    <a:close/>
                    <a:moveTo>
                      <a:pt x="10442" y="1"/>
                    </a:moveTo>
                    <a:cubicBezTo>
                      <a:pt x="10386" y="1"/>
                      <a:pt x="10330" y="3"/>
                      <a:pt x="10274" y="6"/>
                    </a:cubicBezTo>
                    <a:lnTo>
                      <a:pt x="2432" y="493"/>
                    </a:lnTo>
                    <a:cubicBezTo>
                      <a:pt x="1064" y="553"/>
                      <a:pt x="0" y="1769"/>
                      <a:pt x="91" y="3137"/>
                    </a:cubicBezTo>
                    <a:lnTo>
                      <a:pt x="6596" y="108427"/>
                    </a:lnTo>
                    <a:cubicBezTo>
                      <a:pt x="6687" y="109734"/>
                      <a:pt x="7781" y="110768"/>
                      <a:pt x="9119" y="110768"/>
                    </a:cubicBezTo>
                    <a:lnTo>
                      <a:pt x="9271" y="110768"/>
                    </a:lnTo>
                    <a:lnTo>
                      <a:pt x="17083" y="110281"/>
                    </a:lnTo>
                    <a:cubicBezTo>
                      <a:pt x="18481" y="110190"/>
                      <a:pt x="19514" y="109005"/>
                      <a:pt x="19453" y="107637"/>
                    </a:cubicBezTo>
                    <a:lnTo>
                      <a:pt x="12918" y="2347"/>
                    </a:lnTo>
                    <a:cubicBezTo>
                      <a:pt x="12860" y="1006"/>
                      <a:pt x="11740" y="1"/>
                      <a:pt x="104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7"/>
              <p:cNvSpPr/>
              <p:nvPr/>
            </p:nvSpPr>
            <p:spPr>
              <a:xfrm flipH="1">
                <a:off x="1905061" y="2033772"/>
                <a:ext cx="461385" cy="2547994"/>
              </a:xfrm>
              <a:custGeom>
                <a:avLst/>
                <a:gdLst/>
                <a:ahLst/>
                <a:cxnLst/>
                <a:rect l="l" t="t" r="r" b="b"/>
                <a:pathLst>
                  <a:path w="19941" h="110124" extrusionOk="0">
                    <a:moveTo>
                      <a:pt x="2311" y="0"/>
                    </a:moveTo>
                    <a:cubicBezTo>
                      <a:pt x="1034" y="0"/>
                      <a:pt x="1" y="1034"/>
                      <a:pt x="1" y="2341"/>
                    </a:cubicBezTo>
                    <a:lnTo>
                      <a:pt x="1" y="107813"/>
                    </a:lnTo>
                    <a:cubicBezTo>
                      <a:pt x="1" y="109090"/>
                      <a:pt x="1034" y="110123"/>
                      <a:pt x="2311" y="110123"/>
                    </a:cubicBezTo>
                    <a:lnTo>
                      <a:pt x="17600" y="110123"/>
                    </a:lnTo>
                    <a:cubicBezTo>
                      <a:pt x="18907" y="110123"/>
                      <a:pt x="19940" y="109090"/>
                      <a:pt x="19940" y="107813"/>
                    </a:cubicBezTo>
                    <a:lnTo>
                      <a:pt x="19940" y="2341"/>
                    </a:lnTo>
                    <a:cubicBezTo>
                      <a:pt x="19940" y="1034"/>
                      <a:pt x="18907" y="0"/>
                      <a:pt x="176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7"/>
              <p:cNvSpPr/>
              <p:nvPr/>
            </p:nvSpPr>
            <p:spPr>
              <a:xfrm flipH="1">
                <a:off x="1900850" y="2029538"/>
                <a:ext cx="469807" cy="2557157"/>
              </a:xfrm>
              <a:custGeom>
                <a:avLst/>
                <a:gdLst/>
                <a:ahLst/>
                <a:cxnLst/>
                <a:rect l="l" t="t" r="r" b="b"/>
                <a:pathLst>
                  <a:path w="20305" h="110520" extrusionOk="0">
                    <a:moveTo>
                      <a:pt x="17782" y="366"/>
                    </a:moveTo>
                    <a:cubicBezTo>
                      <a:pt x="18967" y="366"/>
                      <a:pt x="19940" y="1338"/>
                      <a:pt x="19940" y="2524"/>
                    </a:cubicBezTo>
                    <a:lnTo>
                      <a:pt x="19940" y="107996"/>
                    </a:lnTo>
                    <a:cubicBezTo>
                      <a:pt x="19940" y="109182"/>
                      <a:pt x="18967" y="110124"/>
                      <a:pt x="17812" y="110124"/>
                    </a:cubicBezTo>
                    <a:lnTo>
                      <a:pt x="2493" y="110124"/>
                    </a:lnTo>
                    <a:cubicBezTo>
                      <a:pt x="1307" y="110124"/>
                      <a:pt x="365" y="109182"/>
                      <a:pt x="365" y="107996"/>
                    </a:cubicBezTo>
                    <a:lnTo>
                      <a:pt x="365" y="2524"/>
                    </a:lnTo>
                    <a:cubicBezTo>
                      <a:pt x="365" y="1338"/>
                      <a:pt x="1307" y="366"/>
                      <a:pt x="2493" y="366"/>
                    </a:cubicBezTo>
                    <a:close/>
                    <a:moveTo>
                      <a:pt x="2493" y="1"/>
                    </a:moveTo>
                    <a:cubicBezTo>
                      <a:pt x="1125" y="1"/>
                      <a:pt x="0" y="1125"/>
                      <a:pt x="0" y="2524"/>
                    </a:cubicBezTo>
                    <a:lnTo>
                      <a:pt x="0" y="107996"/>
                    </a:lnTo>
                    <a:cubicBezTo>
                      <a:pt x="0" y="109364"/>
                      <a:pt x="1125" y="110489"/>
                      <a:pt x="2493" y="110519"/>
                    </a:cubicBezTo>
                    <a:lnTo>
                      <a:pt x="17812" y="110519"/>
                    </a:lnTo>
                    <a:cubicBezTo>
                      <a:pt x="19180" y="110489"/>
                      <a:pt x="20305" y="109364"/>
                      <a:pt x="20305" y="107996"/>
                    </a:cubicBezTo>
                    <a:lnTo>
                      <a:pt x="20305" y="2524"/>
                    </a:lnTo>
                    <a:cubicBezTo>
                      <a:pt x="20305" y="1125"/>
                      <a:pt x="19180" y="1"/>
                      <a:pt x="17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7"/>
              <p:cNvSpPr/>
              <p:nvPr/>
            </p:nvSpPr>
            <p:spPr>
              <a:xfrm flipH="1">
                <a:off x="1905061" y="4127308"/>
                <a:ext cx="461385" cy="40120"/>
              </a:xfrm>
              <a:custGeom>
                <a:avLst/>
                <a:gdLst/>
                <a:ahLst/>
                <a:cxnLst/>
                <a:rect l="l" t="t" r="r" b="b"/>
                <a:pathLst>
                  <a:path w="19941" h="1734" extrusionOk="0">
                    <a:moveTo>
                      <a:pt x="1" y="1"/>
                    </a:moveTo>
                    <a:lnTo>
                      <a:pt x="1" y="1733"/>
                    </a:lnTo>
                    <a:lnTo>
                      <a:pt x="19940" y="1733"/>
                    </a:lnTo>
                    <a:lnTo>
                      <a:pt x="199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7"/>
              <p:cNvSpPr/>
              <p:nvPr/>
            </p:nvSpPr>
            <p:spPr>
              <a:xfrm flipH="1">
                <a:off x="1905061" y="4293288"/>
                <a:ext cx="461385" cy="102684"/>
              </a:xfrm>
              <a:custGeom>
                <a:avLst/>
                <a:gdLst/>
                <a:ahLst/>
                <a:cxnLst/>
                <a:rect l="l" t="t" r="r" b="b"/>
                <a:pathLst>
                  <a:path w="19941" h="4438" extrusionOk="0">
                    <a:moveTo>
                      <a:pt x="1" y="0"/>
                    </a:moveTo>
                    <a:lnTo>
                      <a:pt x="1" y="4438"/>
                    </a:lnTo>
                    <a:lnTo>
                      <a:pt x="19940" y="4438"/>
                    </a:lnTo>
                    <a:lnTo>
                      <a:pt x="199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7"/>
              <p:cNvSpPr/>
              <p:nvPr/>
            </p:nvSpPr>
            <p:spPr>
              <a:xfrm flipH="1">
                <a:off x="1905061" y="2240518"/>
                <a:ext cx="461385" cy="40815"/>
              </a:xfrm>
              <a:custGeom>
                <a:avLst/>
                <a:gdLst/>
                <a:ahLst/>
                <a:cxnLst/>
                <a:rect l="l" t="t" r="r" b="b"/>
                <a:pathLst>
                  <a:path w="19941" h="1764" extrusionOk="0">
                    <a:moveTo>
                      <a:pt x="1" y="1"/>
                    </a:moveTo>
                    <a:lnTo>
                      <a:pt x="1" y="1763"/>
                    </a:lnTo>
                    <a:lnTo>
                      <a:pt x="19940" y="1763"/>
                    </a:lnTo>
                    <a:lnTo>
                      <a:pt x="199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7"/>
              <p:cNvSpPr/>
              <p:nvPr/>
            </p:nvSpPr>
            <p:spPr>
              <a:xfrm flipH="1">
                <a:off x="4891" y="2035831"/>
                <a:ext cx="692760" cy="2544408"/>
              </a:xfrm>
              <a:custGeom>
                <a:avLst/>
                <a:gdLst/>
                <a:ahLst/>
                <a:cxnLst/>
                <a:rect l="l" t="t" r="r" b="b"/>
                <a:pathLst>
                  <a:path w="29941" h="109969" extrusionOk="0">
                    <a:moveTo>
                      <a:pt x="10210" y="0"/>
                    </a:moveTo>
                    <a:cubicBezTo>
                      <a:pt x="10081" y="0"/>
                      <a:pt x="9950" y="11"/>
                      <a:pt x="9818" y="33"/>
                    </a:cubicBezTo>
                    <a:lnTo>
                      <a:pt x="2098" y="1309"/>
                    </a:lnTo>
                    <a:cubicBezTo>
                      <a:pt x="852" y="1522"/>
                      <a:pt x="1" y="2708"/>
                      <a:pt x="183" y="3984"/>
                    </a:cubicBezTo>
                    <a:lnTo>
                      <a:pt x="17448" y="108028"/>
                    </a:lnTo>
                    <a:cubicBezTo>
                      <a:pt x="17641" y="109186"/>
                      <a:pt x="18633" y="109969"/>
                      <a:pt x="19746" y="109969"/>
                    </a:cubicBezTo>
                    <a:cubicBezTo>
                      <a:pt x="19860" y="109969"/>
                      <a:pt x="19976" y="109960"/>
                      <a:pt x="20092" y="109943"/>
                    </a:cubicBezTo>
                    <a:lnTo>
                      <a:pt x="27843" y="108667"/>
                    </a:lnTo>
                    <a:cubicBezTo>
                      <a:pt x="29089" y="108454"/>
                      <a:pt x="29940" y="107268"/>
                      <a:pt x="29758" y="105992"/>
                    </a:cubicBezTo>
                    <a:lnTo>
                      <a:pt x="12493" y="1917"/>
                    </a:lnTo>
                    <a:cubicBezTo>
                      <a:pt x="12302" y="800"/>
                      <a:pt x="11330" y="0"/>
                      <a:pt x="102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7"/>
              <p:cNvSpPr/>
              <p:nvPr/>
            </p:nvSpPr>
            <p:spPr>
              <a:xfrm flipH="1">
                <a:off x="-38" y="2030950"/>
                <a:ext cx="702616" cy="2554334"/>
              </a:xfrm>
              <a:custGeom>
                <a:avLst/>
                <a:gdLst/>
                <a:ahLst/>
                <a:cxnLst/>
                <a:rect l="l" t="t" r="r" b="b"/>
                <a:pathLst>
                  <a:path w="30367" h="110398" extrusionOk="0">
                    <a:moveTo>
                      <a:pt x="10457" y="396"/>
                    </a:moveTo>
                    <a:cubicBezTo>
                      <a:pt x="11490" y="396"/>
                      <a:pt x="12372" y="1156"/>
                      <a:pt x="12554" y="2159"/>
                    </a:cubicBezTo>
                    <a:lnTo>
                      <a:pt x="29758" y="106233"/>
                    </a:lnTo>
                    <a:cubicBezTo>
                      <a:pt x="29941" y="107388"/>
                      <a:pt x="29181" y="108513"/>
                      <a:pt x="27995" y="108695"/>
                    </a:cubicBezTo>
                    <a:lnTo>
                      <a:pt x="20275" y="109972"/>
                    </a:lnTo>
                    <a:cubicBezTo>
                      <a:pt x="20163" y="109989"/>
                      <a:pt x="20052" y="109998"/>
                      <a:pt x="19942" y="109998"/>
                    </a:cubicBezTo>
                    <a:cubicBezTo>
                      <a:pt x="18916" y="109998"/>
                      <a:pt x="18005" y="109252"/>
                      <a:pt x="17813" y="108209"/>
                    </a:cubicBezTo>
                    <a:lnTo>
                      <a:pt x="578" y="4165"/>
                    </a:lnTo>
                    <a:cubicBezTo>
                      <a:pt x="396" y="3010"/>
                      <a:pt x="1186" y="1885"/>
                      <a:pt x="2341" y="1703"/>
                    </a:cubicBezTo>
                    <a:lnTo>
                      <a:pt x="10092" y="426"/>
                    </a:lnTo>
                    <a:cubicBezTo>
                      <a:pt x="10183" y="396"/>
                      <a:pt x="10305" y="396"/>
                      <a:pt x="10427" y="396"/>
                    </a:cubicBezTo>
                    <a:close/>
                    <a:moveTo>
                      <a:pt x="10428" y="0"/>
                    </a:moveTo>
                    <a:cubicBezTo>
                      <a:pt x="10297" y="0"/>
                      <a:pt x="10165" y="10"/>
                      <a:pt x="10031" y="31"/>
                    </a:cubicBezTo>
                    <a:lnTo>
                      <a:pt x="2280" y="1308"/>
                    </a:lnTo>
                    <a:cubicBezTo>
                      <a:pt x="913" y="1551"/>
                      <a:pt x="1" y="2827"/>
                      <a:pt x="214" y="4226"/>
                    </a:cubicBezTo>
                    <a:lnTo>
                      <a:pt x="17448" y="108270"/>
                    </a:lnTo>
                    <a:cubicBezTo>
                      <a:pt x="17661" y="109486"/>
                      <a:pt x="18694" y="110367"/>
                      <a:pt x="19940" y="110397"/>
                    </a:cubicBezTo>
                    <a:cubicBezTo>
                      <a:pt x="20062" y="110367"/>
                      <a:pt x="20214" y="110367"/>
                      <a:pt x="20336" y="110337"/>
                    </a:cubicBezTo>
                    <a:lnTo>
                      <a:pt x="28086" y="109060"/>
                    </a:lnTo>
                    <a:cubicBezTo>
                      <a:pt x="29454" y="108817"/>
                      <a:pt x="30366" y="107540"/>
                      <a:pt x="30153" y="106172"/>
                    </a:cubicBezTo>
                    <a:lnTo>
                      <a:pt x="12919" y="2098"/>
                    </a:lnTo>
                    <a:cubicBezTo>
                      <a:pt x="12700" y="863"/>
                      <a:pt x="11638" y="0"/>
                      <a:pt x="10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7"/>
              <p:cNvSpPr/>
              <p:nvPr/>
            </p:nvSpPr>
            <p:spPr>
              <a:xfrm flipH="1">
                <a:off x="692684" y="2054109"/>
                <a:ext cx="284846" cy="2527702"/>
              </a:xfrm>
              <a:custGeom>
                <a:avLst/>
                <a:gdLst/>
                <a:ahLst/>
                <a:cxnLst/>
                <a:rect l="l" t="t" r="r" b="b"/>
                <a:pathLst>
                  <a:path w="12311" h="109247" extrusionOk="0">
                    <a:moveTo>
                      <a:pt x="9958" y="0"/>
                    </a:moveTo>
                    <a:cubicBezTo>
                      <a:pt x="9921" y="0"/>
                      <a:pt x="9885" y="1"/>
                      <a:pt x="9848" y="3"/>
                    </a:cubicBezTo>
                    <a:lnTo>
                      <a:pt x="2401" y="94"/>
                    </a:lnTo>
                    <a:cubicBezTo>
                      <a:pt x="1064" y="124"/>
                      <a:pt x="0" y="1188"/>
                      <a:pt x="0" y="2526"/>
                    </a:cubicBezTo>
                    <a:lnTo>
                      <a:pt x="61" y="106965"/>
                    </a:lnTo>
                    <a:cubicBezTo>
                      <a:pt x="61" y="108235"/>
                      <a:pt x="1095" y="109247"/>
                      <a:pt x="2353" y="109247"/>
                    </a:cubicBezTo>
                    <a:cubicBezTo>
                      <a:pt x="2389" y="109247"/>
                      <a:pt x="2425" y="109246"/>
                      <a:pt x="2462" y="109244"/>
                    </a:cubicBezTo>
                    <a:lnTo>
                      <a:pt x="9909" y="109153"/>
                    </a:lnTo>
                    <a:cubicBezTo>
                      <a:pt x="11246" y="109123"/>
                      <a:pt x="12280" y="108059"/>
                      <a:pt x="12310" y="106722"/>
                    </a:cubicBezTo>
                    <a:lnTo>
                      <a:pt x="12250" y="2282"/>
                    </a:lnTo>
                    <a:cubicBezTo>
                      <a:pt x="12220" y="1012"/>
                      <a:pt x="11214" y="0"/>
                      <a:pt x="99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7"/>
              <p:cNvSpPr/>
              <p:nvPr/>
            </p:nvSpPr>
            <p:spPr>
              <a:xfrm flipH="1">
                <a:off x="688473" y="2049181"/>
                <a:ext cx="293291" cy="2537513"/>
              </a:xfrm>
              <a:custGeom>
                <a:avLst/>
                <a:gdLst/>
                <a:ahLst/>
                <a:cxnLst/>
                <a:rect l="l" t="t" r="r" b="b"/>
                <a:pathLst>
                  <a:path w="12676" h="109671" extrusionOk="0">
                    <a:moveTo>
                      <a:pt x="10189" y="396"/>
                    </a:moveTo>
                    <a:cubicBezTo>
                      <a:pt x="10731" y="396"/>
                      <a:pt x="11239" y="633"/>
                      <a:pt x="11612" y="1006"/>
                    </a:cubicBezTo>
                    <a:cubicBezTo>
                      <a:pt x="12007" y="1371"/>
                      <a:pt x="12250" y="1918"/>
                      <a:pt x="12250" y="2495"/>
                    </a:cubicBezTo>
                    <a:lnTo>
                      <a:pt x="12311" y="106935"/>
                    </a:lnTo>
                    <a:cubicBezTo>
                      <a:pt x="12281" y="108150"/>
                      <a:pt x="11308" y="109123"/>
                      <a:pt x="10092" y="109184"/>
                    </a:cubicBezTo>
                    <a:lnTo>
                      <a:pt x="2645" y="109275"/>
                    </a:lnTo>
                    <a:cubicBezTo>
                      <a:pt x="2611" y="109277"/>
                      <a:pt x="2577" y="109278"/>
                      <a:pt x="2543" y="109278"/>
                    </a:cubicBezTo>
                    <a:cubicBezTo>
                      <a:pt x="1976" y="109278"/>
                      <a:pt x="1466" y="109040"/>
                      <a:pt x="1065" y="108667"/>
                    </a:cubicBezTo>
                    <a:cubicBezTo>
                      <a:pt x="669" y="108272"/>
                      <a:pt x="426" y="107725"/>
                      <a:pt x="426" y="107178"/>
                    </a:cubicBezTo>
                    <a:lnTo>
                      <a:pt x="365" y="2708"/>
                    </a:lnTo>
                    <a:cubicBezTo>
                      <a:pt x="396" y="1492"/>
                      <a:pt x="1369" y="520"/>
                      <a:pt x="2584" y="489"/>
                    </a:cubicBezTo>
                    <a:lnTo>
                      <a:pt x="10031" y="398"/>
                    </a:lnTo>
                    <a:lnTo>
                      <a:pt x="10092" y="398"/>
                    </a:lnTo>
                    <a:cubicBezTo>
                      <a:pt x="10125" y="396"/>
                      <a:pt x="10157" y="396"/>
                      <a:pt x="10189" y="396"/>
                    </a:cubicBezTo>
                    <a:close/>
                    <a:moveTo>
                      <a:pt x="10137" y="1"/>
                    </a:moveTo>
                    <a:cubicBezTo>
                      <a:pt x="10102" y="1"/>
                      <a:pt x="10067" y="1"/>
                      <a:pt x="10031" y="3"/>
                    </a:cubicBezTo>
                    <a:lnTo>
                      <a:pt x="2584" y="125"/>
                    </a:lnTo>
                    <a:cubicBezTo>
                      <a:pt x="1156" y="155"/>
                      <a:pt x="31" y="1310"/>
                      <a:pt x="1" y="2708"/>
                    </a:cubicBezTo>
                    <a:lnTo>
                      <a:pt x="31" y="107178"/>
                    </a:lnTo>
                    <a:cubicBezTo>
                      <a:pt x="31" y="107846"/>
                      <a:pt x="305" y="108485"/>
                      <a:pt x="791" y="108941"/>
                    </a:cubicBezTo>
                    <a:cubicBezTo>
                      <a:pt x="1277" y="109397"/>
                      <a:pt x="1916" y="109670"/>
                      <a:pt x="2584" y="109670"/>
                    </a:cubicBezTo>
                    <a:lnTo>
                      <a:pt x="2645" y="109640"/>
                    </a:lnTo>
                    <a:lnTo>
                      <a:pt x="10092" y="109549"/>
                    </a:lnTo>
                    <a:cubicBezTo>
                      <a:pt x="11521" y="109488"/>
                      <a:pt x="12645" y="108363"/>
                      <a:pt x="12676" y="106935"/>
                    </a:cubicBezTo>
                    <a:lnTo>
                      <a:pt x="12645" y="2495"/>
                    </a:lnTo>
                    <a:cubicBezTo>
                      <a:pt x="12645" y="1827"/>
                      <a:pt x="12372" y="1188"/>
                      <a:pt x="11885" y="732"/>
                    </a:cubicBezTo>
                    <a:cubicBezTo>
                      <a:pt x="11424" y="271"/>
                      <a:pt x="10797" y="1"/>
                      <a:pt x="10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7"/>
              <p:cNvSpPr/>
              <p:nvPr/>
            </p:nvSpPr>
            <p:spPr>
              <a:xfrm flipH="1">
                <a:off x="694096" y="2312241"/>
                <a:ext cx="283434" cy="422005"/>
              </a:xfrm>
              <a:custGeom>
                <a:avLst/>
                <a:gdLst/>
                <a:ahLst/>
                <a:cxnLst/>
                <a:rect l="l" t="t" r="r" b="b"/>
                <a:pathLst>
                  <a:path w="12250" h="18239" extrusionOk="0">
                    <a:moveTo>
                      <a:pt x="0" y="1"/>
                    </a:moveTo>
                    <a:lnTo>
                      <a:pt x="0" y="18238"/>
                    </a:lnTo>
                    <a:lnTo>
                      <a:pt x="12250" y="18238"/>
                    </a:lnTo>
                    <a:lnTo>
                      <a:pt x="122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7"/>
              <p:cNvSpPr/>
              <p:nvPr/>
            </p:nvSpPr>
            <p:spPr>
              <a:xfrm flipH="1">
                <a:off x="981716" y="2054109"/>
                <a:ext cx="470524" cy="2527702"/>
              </a:xfrm>
              <a:custGeom>
                <a:avLst/>
                <a:gdLst/>
                <a:ahLst/>
                <a:cxnLst/>
                <a:rect l="l" t="t" r="r" b="b"/>
                <a:pathLst>
                  <a:path w="20336" h="109247" extrusionOk="0">
                    <a:moveTo>
                      <a:pt x="17983" y="0"/>
                    </a:moveTo>
                    <a:cubicBezTo>
                      <a:pt x="17947" y="0"/>
                      <a:pt x="17910" y="1"/>
                      <a:pt x="17874" y="3"/>
                    </a:cubicBezTo>
                    <a:lnTo>
                      <a:pt x="2402" y="94"/>
                    </a:lnTo>
                    <a:cubicBezTo>
                      <a:pt x="1065" y="124"/>
                      <a:pt x="31" y="1188"/>
                      <a:pt x="1" y="2526"/>
                    </a:cubicBezTo>
                    <a:lnTo>
                      <a:pt x="62" y="106965"/>
                    </a:lnTo>
                    <a:cubicBezTo>
                      <a:pt x="91" y="108235"/>
                      <a:pt x="1097" y="109247"/>
                      <a:pt x="2354" y="109247"/>
                    </a:cubicBezTo>
                    <a:cubicBezTo>
                      <a:pt x="2390" y="109247"/>
                      <a:pt x="2426" y="109246"/>
                      <a:pt x="2463" y="109244"/>
                    </a:cubicBezTo>
                    <a:lnTo>
                      <a:pt x="17965" y="109153"/>
                    </a:lnTo>
                    <a:cubicBezTo>
                      <a:pt x="19272" y="109123"/>
                      <a:pt x="20336" y="108029"/>
                      <a:pt x="20336" y="106722"/>
                    </a:cubicBezTo>
                    <a:lnTo>
                      <a:pt x="20275" y="2282"/>
                    </a:lnTo>
                    <a:cubicBezTo>
                      <a:pt x="20275" y="1012"/>
                      <a:pt x="19241" y="0"/>
                      <a:pt x="17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7"/>
              <p:cNvSpPr/>
              <p:nvPr/>
            </p:nvSpPr>
            <p:spPr>
              <a:xfrm flipH="1">
                <a:off x="976787" y="2049181"/>
                <a:ext cx="479664" cy="2537513"/>
              </a:xfrm>
              <a:custGeom>
                <a:avLst/>
                <a:gdLst/>
                <a:ahLst/>
                <a:cxnLst/>
                <a:rect l="l" t="t" r="r" b="b"/>
                <a:pathLst>
                  <a:path w="20731" h="109671" extrusionOk="0">
                    <a:moveTo>
                      <a:pt x="18239" y="396"/>
                    </a:moveTo>
                    <a:cubicBezTo>
                      <a:pt x="18755" y="396"/>
                      <a:pt x="19263" y="633"/>
                      <a:pt x="19636" y="1006"/>
                    </a:cubicBezTo>
                    <a:cubicBezTo>
                      <a:pt x="20031" y="1371"/>
                      <a:pt x="20275" y="1918"/>
                      <a:pt x="20275" y="2495"/>
                    </a:cubicBezTo>
                    <a:lnTo>
                      <a:pt x="20335" y="106935"/>
                    </a:lnTo>
                    <a:cubicBezTo>
                      <a:pt x="20305" y="108150"/>
                      <a:pt x="19332" y="109123"/>
                      <a:pt x="18116" y="109184"/>
                    </a:cubicBezTo>
                    <a:lnTo>
                      <a:pt x="2645" y="109275"/>
                    </a:lnTo>
                    <a:cubicBezTo>
                      <a:pt x="2613" y="109277"/>
                      <a:pt x="2580" y="109278"/>
                      <a:pt x="2548" y="109278"/>
                    </a:cubicBezTo>
                    <a:cubicBezTo>
                      <a:pt x="2003" y="109278"/>
                      <a:pt x="1466" y="109040"/>
                      <a:pt x="1064" y="108667"/>
                    </a:cubicBezTo>
                    <a:cubicBezTo>
                      <a:pt x="669" y="108272"/>
                      <a:pt x="426" y="107725"/>
                      <a:pt x="457" y="107178"/>
                    </a:cubicBezTo>
                    <a:lnTo>
                      <a:pt x="365" y="2708"/>
                    </a:lnTo>
                    <a:cubicBezTo>
                      <a:pt x="396" y="1523"/>
                      <a:pt x="1368" y="520"/>
                      <a:pt x="2584" y="489"/>
                    </a:cubicBezTo>
                    <a:lnTo>
                      <a:pt x="18056" y="398"/>
                    </a:lnTo>
                    <a:lnTo>
                      <a:pt x="18147" y="398"/>
                    </a:lnTo>
                    <a:cubicBezTo>
                      <a:pt x="18178" y="396"/>
                      <a:pt x="18208" y="396"/>
                      <a:pt x="18239" y="396"/>
                    </a:cubicBezTo>
                    <a:close/>
                    <a:moveTo>
                      <a:pt x="18161" y="1"/>
                    </a:moveTo>
                    <a:cubicBezTo>
                      <a:pt x="18126" y="1"/>
                      <a:pt x="18091" y="1"/>
                      <a:pt x="18056" y="3"/>
                    </a:cubicBezTo>
                    <a:lnTo>
                      <a:pt x="2584" y="125"/>
                    </a:lnTo>
                    <a:cubicBezTo>
                      <a:pt x="1156" y="155"/>
                      <a:pt x="31" y="1310"/>
                      <a:pt x="1" y="2708"/>
                    </a:cubicBezTo>
                    <a:lnTo>
                      <a:pt x="61" y="107178"/>
                    </a:lnTo>
                    <a:cubicBezTo>
                      <a:pt x="61" y="107846"/>
                      <a:pt x="335" y="108485"/>
                      <a:pt x="821" y="108941"/>
                    </a:cubicBezTo>
                    <a:cubicBezTo>
                      <a:pt x="1277" y="109397"/>
                      <a:pt x="1916" y="109670"/>
                      <a:pt x="2584" y="109670"/>
                    </a:cubicBezTo>
                    <a:lnTo>
                      <a:pt x="2645" y="109640"/>
                    </a:lnTo>
                    <a:lnTo>
                      <a:pt x="18147" y="109549"/>
                    </a:lnTo>
                    <a:cubicBezTo>
                      <a:pt x="19545" y="109488"/>
                      <a:pt x="20700" y="108363"/>
                      <a:pt x="20730" y="106935"/>
                    </a:cubicBezTo>
                    <a:lnTo>
                      <a:pt x="20670" y="2495"/>
                    </a:lnTo>
                    <a:cubicBezTo>
                      <a:pt x="20670" y="1827"/>
                      <a:pt x="20396" y="1188"/>
                      <a:pt x="19910" y="732"/>
                    </a:cubicBezTo>
                    <a:cubicBezTo>
                      <a:pt x="19448" y="271"/>
                      <a:pt x="18822" y="1"/>
                      <a:pt x="181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7"/>
              <p:cNvSpPr/>
              <p:nvPr/>
            </p:nvSpPr>
            <p:spPr>
              <a:xfrm flipH="1">
                <a:off x="1053447" y="3971207"/>
                <a:ext cx="313698" cy="431815"/>
              </a:xfrm>
              <a:custGeom>
                <a:avLst/>
                <a:gdLst/>
                <a:ahLst/>
                <a:cxnLst/>
                <a:rect l="l" t="t" r="r" b="b"/>
                <a:pathLst>
                  <a:path w="13558" h="18663" extrusionOk="0">
                    <a:moveTo>
                      <a:pt x="13193" y="395"/>
                    </a:moveTo>
                    <a:lnTo>
                      <a:pt x="13193" y="18268"/>
                    </a:lnTo>
                    <a:lnTo>
                      <a:pt x="366" y="18268"/>
                    </a:lnTo>
                    <a:lnTo>
                      <a:pt x="366" y="395"/>
                    </a:lnTo>
                    <a:close/>
                    <a:moveTo>
                      <a:pt x="183" y="0"/>
                    </a:moveTo>
                    <a:cubicBezTo>
                      <a:pt x="62" y="0"/>
                      <a:pt x="1" y="91"/>
                      <a:pt x="1" y="213"/>
                    </a:cubicBezTo>
                    <a:lnTo>
                      <a:pt x="1" y="18450"/>
                    </a:lnTo>
                    <a:cubicBezTo>
                      <a:pt x="1" y="18572"/>
                      <a:pt x="62" y="18663"/>
                      <a:pt x="183" y="18663"/>
                    </a:cubicBezTo>
                    <a:lnTo>
                      <a:pt x="13375" y="18663"/>
                    </a:lnTo>
                    <a:cubicBezTo>
                      <a:pt x="13497" y="18663"/>
                      <a:pt x="13557" y="18572"/>
                      <a:pt x="13557" y="18450"/>
                    </a:cubicBezTo>
                    <a:lnTo>
                      <a:pt x="13557" y="213"/>
                    </a:lnTo>
                    <a:cubicBezTo>
                      <a:pt x="13557" y="91"/>
                      <a:pt x="13497" y="0"/>
                      <a:pt x="13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7"/>
              <p:cNvSpPr/>
              <p:nvPr/>
            </p:nvSpPr>
            <p:spPr>
              <a:xfrm flipH="1">
                <a:off x="1053447" y="3334056"/>
                <a:ext cx="313698" cy="35192"/>
              </a:xfrm>
              <a:custGeom>
                <a:avLst/>
                <a:gdLst/>
                <a:ahLst/>
                <a:cxnLst/>
                <a:rect l="l" t="t" r="r" b="b"/>
                <a:pathLst>
                  <a:path w="13558" h="1521" extrusionOk="0">
                    <a:moveTo>
                      <a:pt x="13193" y="396"/>
                    </a:moveTo>
                    <a:lnTo>
                      <a:pt x="13193" y="1156"/>
                    </a:lnTo>
                    <a:lnTo>
                      <a:pt x="366" y="1156"/>
                    </a:lnTo>
                    <a:lnTo>
                      <a:pt x="366" y="396"/>
                    </a:lnTo>
                    <a:close/>
                    <a:moveTo>
                      <a:pt x="183" y="1"/>
                    </a:moveTo>
                    <a:cubicBezTo>
                      <a:pt x="62" y="1"/>
                      <a:pt x="1" y="92"/>
                      <a:pt x="1" y="183"/>
                    </a:cubicBezTo>
                    <a:lnTo>
                      <a:pt x="1" y="1338"/>
                    </a:lnTo>
                    <a:cubicBezTo>
                      <a:pt x="1" y="1429"/>
                      <a:pt x="62" y="1520"/>
                      <a:pt x="183" y="1520"/>
                    </a:cubicBezTo>
                    <a:lnTo>
                      <a:pt x="13375" y="1520"/>
                    </a:lnTo>
                    <a:cubicBezTo>
                      <a:pt x="13497" y="1520"/>
                      <a:pt x="13557" y="1429"/>
                      <a:pt x="13557" y="1338"/>
                    </a:cubicBezTo>
                    <a:lnTo>
                      <a:pt x="13557" y="183"/>
                    </a:lnTo>
                    <a:cubicBezTo>
                      <a:pt x="13557" y="92"/>
                      <a:pt x="13497" y="1"/>
                      <a:pt x="1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7"/>
              <p:cNvSpPr/>
              <p:nvPr/>
            </p:nvSpPr>
            <p:spPr>
              <a:xfrm flipH="1">
                <a:off x="1053447" y="2508460"/>
                <a:ext cx="313698" cy="35192"/>
              </a:xfrm>
              <a:custGeom>
                <a:avLst/>
                <a:gdLst/>
                <a:ahLst/>
                <a:cxnLst/>
                <a:rect l="l" t="t" r="r" b="b"/>
                <a:pathLst>
                  <a:path w="13558" h="1521" extrusionOk="0">
                    <a:moveTo>
                      <a:pt x="13193" y="395"/>
                    </a:moveTo>
                    <a:lnTo>
                      <a:pt x="13193" y="1155"/>
                    </a:lnTo>
                    <a:lnTo>
                      <a:pt x="366" y="1155"/>
                    </a:lnTo>
                    <a:lnTo>
                      <a:pt x="366" y="395"/>
                    </a:lnTo>
                    <a:close/>
                    <a:moveTo>
                      <a:pt x="183" y="0"/>
                    </a:moveTo>
                    <a:cubicBezTo>
                      <a:pt x="62" y="0"/>
                      <a:pt x="1" y="91"/>
                      <a:pt x="1" y="213"/>
                    </a:cubicBezTo>
                    <a:lnTo>
                      <a:pt x="1" y="1338"/>
                    </a:lnTo>
                    <a:cubicBezTo>
                      <a:pt x="1" y="1429"/>
                      <a:pt x="62" y="1520"/>
                      <a:pt x="183" y="1520"/>
                    </a:cubicBezTo>
                    <a:lnTo>
                      <a:pt x="13375" y="1520"/>
                    </a:lnTo>
                    <a:cubicBezTo>
                      <a:pt x="13497" y="1520"/>
                      <a:pt x="13557" y="1429"/>
                      <a:pt x="13557" y="1338"/>
                    </a:cubicBezTo>
                    <a:lnTo>
                      <a:pt x="13557" y="213"/>
                    </a:lnTo>
                    <a:cubicBezTo>
                      <a:pt x="13557" y="91"/>
                      <a:pt x="13497" y="0"/>
                      <a:pt x="13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7"/>
              <p:cNvSpPr/>
              <p:nvPr/>
            </p:nvSpPr>
            <p:spPr>
              <a:xfrm flipH="1">
                <a:off x="1900156" y="4123097"/>
                <a:ext cx="470501" cy="49260"/>
              </a:xfrm>
              <a:custGeom>
                <a:avLst/>
                <a:gdLst/>
                <a:ahLst/>
                <a:cxnLst/>
                <a:rect l="l" t="t" r="r" b="b"/>
                <a:pathLst>
                  <a:path w="20335" h="2129" extrusionOk="0">
                    <a:moveTo>
                      <a:pt x="19940" y="396"/>
                    </a:moveTo>
                    <a:lnTo>
                      <a:pt x="19940" y="1733"/>
                    </a:lnTo>
                    <a:lnTo>
                      <a:pt x="395" y="1733"/>
                    </a:lnTo>
                    <a:lnTo>
                      <a:pt x="395" y="396"/>
                    </a:lnTo>
                    <a:close/>
                    <a:moveTo>
                      <a:pt x="183" y="0"/>
                    </a:moveTo>
                    <a:cubicBezTo>
                      <a:pt x="91" y="0"/>
                      <a:pt x="0" y="92"/>
                      <a:pt x="0" y="213"/>
                    </a:cubicBezTo>
                    <a:lnTo>
                      <a:pt x="0" y="1946"/>
                    </a:lnTo>
                    <a:cubicBezTo>
                      <a:pt x="0" y="2037"/>
                      <a:pt x="91" y="2128"/>
                      <a:pt x="183" y="2128"/>
                    </a:cubicBezTo>
                    <a:lnTo>
                      <a:pt x="20153" y="2128"/>
                    </a:lnTo>
                    <a:cubicBezTo>
                      <a:pt x="20244" y="2128"/>
                      <a:pt x="20335" y="2037"/>
                      <a:pt x="20335" y="1946"/>
                    </a:cubicBezTo>
                    <a:lnTo>
                      <a:pt x="20335" y="213"/>
                    </a:lnTo>
                    <a:cubicBezTo>
                      <a:pt x="20335" y="92"/>
                      <a:pt x="20244" y="0"/>
                      <a:pt x="20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7"/>
              <p:cNvSpPr/>
              <p:nvPr/>
            </p:nvSpPr>
            <p:spPr>
              <a:xfrm flipH="1">
                <a:off x="1900156" y="4288360"/>
                <a:ext cx="470501" cy="112541"/>
              </a:xfrm>
              <a:custGeom>
                <a:avLst/>
                <a:gdLst/>
                <a:ahLst/>
                <a:cxnLst/>
                <a:rect l="l" t="t" r="r" b="b"/>
                <a:pathLst>
                  <a:path w="20335" h="4864" extrusionOk="0">
                    <a:moveTo>
                      <a:pt x="19940" y="396"/>
                    </a:moveTo>
                    <a:lnTo>
                      <a:pt x="19940" y="4469"/>
                    </a:lnTo>
                    <a:lnTo>
                      <a:pt x="395" y="4469"/>
                    </a:lnTo>
                    <a:lnTo>
                      <a:pt x="395" y="396"/>
                    </a:lnTo>
                    <a:close/>
                    <a:moveTo>
                      <a:pt x="183" y="0"/>
                    </a:moveTo>
                    <a:cubicBezTo>
                      <a:pt x="91" y="0"/>
                      <a:pt x="0" y="92"/>
                      <a:pt x="0" y="213"/>
                    </a:cubicBezTo>
                    <a:lnTo>
                      <a:pt x="0" y="4651"/>
                    </a:lnTo>
                    <a:cubicBezTo>
                      <a:pt x="0" y="4773"/>
                      <a:pt x="91" y="4864"/>
                      <a:pt x="183" y="4864"/>
                    </a:cubicBezTo>
                    <a:lnTo>
                      <a:pt x="20153" y="4864"/>
                    </a:lnTo>
                    <a:cubicBezTo>
                      <a:pt x="20244" y="4864"/>
                      <a:pt x="20335" y="4773"/>
                      <a:pt x="20335" y="4651"/>
                    </a:cubicBezTo>
                    <a:lnTo>
                      <a:pt x="20335" y="213"/>
                    </a:lnTo>
                    <a:cubicBezTo>
                      <a:pt x="20335" y="92"/>
                      <a:pt x="20244" y="0"/>
                      <a:pt x="20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7"/>
              <p:cNvSpPr/>
              <p:nvPr/>
            </p:nvSpPr>
            <p:spPr>
              <a:xfrm flipH="1">
                <a:off x="1900156" y="2236307"/>
                <a:ext cx="470501" cy="49237"/>
              </a:xfrm>
              <a:custGeom>
                <a:avLst/>
                <a:gdLst/>
                <a:ahLst/>
                <a:cxnLst/>
                <a:rect l="l" t="t" r="r" b="b"/>
                <a:pathLst>
                  <a:path w="20335" h="2128" extrusionOk="0">
                    <a:moveTo>
                      <a:pt x="19940" y="395"/>
                    </a:moveTo>
                    <a:lnTo>
                      <a:pt x="19940" y="1733"/>
                    </a:lnTo>
                    <a:lnTo>
                      <a:pt x="395" y="1733"/>
                    </a:lnTo>
                    <a:lnTo>
                      <a:pt x="395" y="395"/>
                    </a:lnTo>
                    <a:close/>
                    <a:moveTo>
                      <a:pt x="183" y="0"/>
                    </a:moveTo>
                    <a:cubicBezTo>
                      <a:pt x="91" y="0"/>
                      <a:pt x="0" y="91"/>
                      <a:pt x="0" y="183"/>
                    </a:cubicBezTo>
                    <a:lnTo>
                      <a:pt x="0" y="1945"/>
                    </a:lnTo>
                    <a:cubicBezTo>
                      <a:pt x="0" y="2037"/>
                      <a:pt x="91" y="2128"/>
                      <a:pt x="183" y="2128"/>
                    </a:cubicBezTo>
                    <a:lnTo>
                      <a:pt x="20153" y="2128"/>
                    </a:lnTo>
                    <a:cubicBezTo>
                      <a:pt x="20244" y="2128"/>
                      <a:pt x="20335" y="2037"/>
                      <a:pt x="20335" y="1945"/>
                    </a:cubicBezTo>
                    <a:lnTo>
                      <a:pt x="20335" y="183"/>
                    </a:lnTo>
                    <a:cubicBezTo>
                      <a:pt x="20335" y="91"/>
                      <a:pt x="20244" y="0"/>
                      <a:pt x="20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80" name="Google Shape;680;p37"/>
          <p:cNvSpPr/>
          <p:nvPr/>
        </p:nvSpPr>
        <p:spPr>
          <a:xfrm rot="2366544">
            <a:off x="2072241" y="957836"/>
            <a:ext cx="875310" cy="936223"/>
          </a:xfrm>
          <a:custGeom>
            <a:avLst/>
            <a:gdLst/>
            <a:ahLst/>
            <a:cxnLst/>
            <a:rect l="l" t="t" r="r" b="b"/>
            <a:pathLst>
              <a:path w="96292" h="102993" extrusionOk="0">
                <a:moveTo>
                  <a:pt x="52540" y="12100"/>
                </a:moveTo>
                <a:lnTo>
                  <a:pt x="52540" y="12100"/>
                </a:lnTo>
                <a:cubicBezTo>
                  <a:pt x="51996" y="13000"/>
                  <a:pt x="51410" y="13983"/>
                  <a:pt x="50845" y="14946"/>
                </a:cubicBezTo>
                <a:cubicBezTo>
                  <a:pt x="50887" y="14527"/>
                  <a:pt x="50929" y="14151"/>
                  <a:pt x="50929" y="13774"/>
                </a:cubicBezTo>
                <a:cubicBezTo>
                  <a:pt x="51473" y="13188"/>
                  <a:pt x="51996" y="12644"/>
                  <a:pt x="52540" y="12100"/>
                </a:cubicBezTo>
                <a:close/>
                <a:moveTo>
                  <a:pt x="32783" y="2753"/>
                </a:moveTo>
                <a:cubicBezTo>
                  <a:pt x="32978" y="2753"/>
                  <a:pt x="33175" y="2772"/>
                  <a:pt x="33374" y="2810"/>
                </a:cubicBezTo>
                <a:cubicBezTo>
                  <a:pt x="34880" y="3103"/>
                  <a:pt x="35759" y="4421"/>
                  <a:pt x="36240" y="5928"/>
                </a:cubicBezTo>
                <a:cubicBezTo>
                  <a:pt x="33144" y="9547"/>
                  <a:pt x="30340" y="13439"/>
                  <a:pt x="27850" y="17603"/>
                </a:cubicBezTo>
                <a:cubicBezTo>
                  <a:pt x="26888" y="14883"/>
                  <a:pt x="25360" y="12749"/>
                  <a:pt x="23477" y="11472"/>
                </a:cubicBezTo>
                <a:cubicBezTo>
                  <a:pt x="24942" y="9422"/>
                  <a:pt x="26553" y="7455"/>
                  <a:pt x="28227" y="5572"/>
                </a:cubicBezTo>
                <a:cubicBezTo>
                  <a:pt x="29323" y="4325"/>
                  <a:pt x="30965" y="2753"/>
                  <a:pt x="32783" y="2753"/>
                </a:cubicBezTo>
                <a:close/>
                <a:moveTo>
                  <a:pt x="69990" y="8208"/>
                </a:moveTo>
                <a:cubicBezTo>
                  <a:pt x="70848" y="8208"/>
                  <a:pt x="71455" y="8459"/>
                  <a:pt x="71873" y="8941"/>
                </a:cubicBezTo>
                <a:cubicBezTo>
                  <a:pt x="72417" y="9631"/>
                  <a:pt x="72543" y="10698"/>
                  <a:pt x="72522" y="11870"/>
                </a:cubicBezTo>
                <a:cubicBezTo>
                  <a:pt x="69195" y="15720"/>
                  <a:pt x="66203" y="19863"/>
                  <a:pt x="63483" y="24236"/>
                </a:cubicBezTo>
                <a:cubicBezTo>
                  <a:pt x="63776" y="20470"/>
                  <a:pt x="63964" y="17143"/>
                  <a:pt x="63755" y="13900"/>
                </a:cubicBezTo>
                <a:cubicBezTo>
                  <a:pt x="63922" y="13690"/>
                  <a:pt x="64069" y="13439"/>
                  <a:pt x="64236" y="13209"/>
                </a:cubicBezTo>
                <a:cubicBezTo>
                  <a:pt x="65680" y="11096"/>
                  <a:pt x="67647" y="8208"/>
                  <a:pt x="69969" y="8208"/>
                </a:cubicBezTo>
                <a:close/>
                <a:moveTo>
                  <a:pt x="59310" y="6341"/>
                </a:moveTo>
                <a:cubicBezTo>
                  <a:pt x="59575" y="6341"/>
                  <a:pt x="59844" y="6382"/>
                  <a:pt x="60114" y="6472"/>
                </a:cubicBezTo>
                <a:cubicBezTo>
                  <a:pt x="61851" y="7037"/>
                  <a:pt x="62500" y="9275"/>
                  <a:pt x="62730" y="11054"/>
                </a:cubicBezTo>
                <a:cubicBezTo>
                  <a:pt x="62855" y="11912"/>
                  <a:pt x="62939" y="12791"/>
                  <a:pt x="63002" y="13669"/>
                </a:cubicBezTo>
                <a:cubicBezTo>
                  <a:pt x="62981" y="13690"/>
                  <a:pt x="62939" y="13732"/>
                  <a:pt x="62918" y="13774"/>
                </a:cubicBezTo>
                <a:cubicBezTo>
                  <a:pt x="59989" y="17770"/>
                  <a:pt x="57708" y="22248"/>
                  <a:pt x="55490" y="26517"/>
                </a:cubicBezTo>
                <a:cubicBezTo>
                  <a:pt x="55072" y="27333"/>
                  <a:pt x="54653" y="28169"/>
                  <a:pt x="54214" y="28986"/>
                </a:cubicBezTo>
                <a:cubicBezTo>
                  <a:pt x="54151" y="29069"/>
                  <a:pt x="54130" y="29132"/>
                  <a:pt x="54088" y="29216"/>
                </a:cubicBezTo>
                <a:cubicBezTo>
                  <a:pt x="55406" y="22102"/>
                  <a:pt x="56411" y="14883"/>
                  <a:pt x="57080" y="7643"/>
                </a:cubicBezTo>
                <a:cubicBezTo>
                  <a:pt x="57080" y="7518"/>
                  <a:pt x="57059" y="7413"/>
                  <a:pt x="56955" y="7330"/>
                </a:cubicBezTo>
                <a:cubicBezTo>
                  <a:pt x="57655" y="6756"/>
                  <a:pt x="58465" y="6341"/>
                  <a:pt x="59310" y="6341"/>
                </a:cubicBezTo>
                <a:close/>
                <a:moveTo>
                  <a:pt x="72396" y="13272"/>
                </a:moveTo>
                <a:cubicBezTo>
                  <a:pt x="72334" y="13732"/>
                  <a:pt x="72271" y="14213"/>
                  <a:pt x="72187" y="14653"/>
                </a:cubicBezTo>
                <a:cubicBezTo>
                  <a:pt x="71580" y="15511"/>
                  <a:pt x="71057" y="16431"/>
                  <a:pt x="70513" y="17331"/>
                </a:cubicBezTo>
                <a:cubicBezTo>
                  <a:pt x="70179" y="17896"/>
                  <a:pt x="69823" y="18482"/>
                  <a:pt x="69488" y="19026"/>
                </a:cubicBezTo>
                <a:cubicBezTo>
                  <a:pt x="67103" y="22792"/>
                  <a:pt x="64864" y="26893"/>
                  <a:pt x="62793" y="31203"/>
                </a:cubicBezTo>
                <a:cubicBezTo>
                  <a:pt x="63002" y="29488"/>
                  <a:pt x="63169" y="27793"/>
                  <a:pt x="63316" y="26056"/>
                </a:cubicBezTo>
                <a:cubicBezTo>
                  <a:pt x="65994" y="21558"/>
                  <a:pt x="69007" y="17268"/>
                  <a:pt x="72396" y="13272"/>
                </a:cubicBezTo>
                <a:close/>
                <a:moveTo>
                  <a:pt x="44959" y="786"/>
                </a:moveTo>
                <a:cubicBezTo>
                  <a:pt x="45434" y="786"/>
                  <a:pt x="45897" y="861"/>
                  <a:pt x="46347" y="1011"/>
                </a:cubicBezTo>
                <a:cubicBezTo>
                  <a:pt x="49820" y="2161"/>
                  <a:pt x="50322" y="7078"/>
                  <a:pt x="50259" y="9903"/>
                </a:cubicBezTo>
                <a:cubicBezTo>
                  <a:pt x="50259" y="11075"/>
                  <a:pt x="50217" y="12268"/>
                  <a:pt x="50155" y="13460"/>
                </a:cubicBezTo>
                <a:cubicBezTo>
                  <a:pt x="45007" y="18963"/>
                  <a:pt x="40467" y="25198"/>
                  <a:pt x="36722" y="31894"/>
                </a:cubicBezTo>
                <a:cubicBezTo>
                  <a:pt x="37642" y="24361"/>
                  <a:pt x="38019" y="16808"/>
                  <a:pt x="37580" y="9234"/>
                </a:cubicBezTo>
                <a:cubicBezTo>
                  <a:pt x="37538" y="8355"/>
                  <a:pt x="37391" y="7225"/>
                  <a:pt x="37077" y="6095"/>
                </a:cubicBezTo>
                <a:cubicBezTo>
                  <a:pt x="37454" y="5718"/>
                  <a:pt x="37810" y="5300"/>
                  <a:pt x="38186" y="4902"/>
                </a:cubicBezTo>
                <a:cubicBezTo>
                  <a:pt x="40648" y="2169"/>
                  <a:pt x="42917" y="786"/>
                  <a:pt x="44959" y="786"/>
                </a:cubicBezTo>
                <a:close/>
                <a:moveTo>
                  <a:pt x="83701" y="20077"/>
                </a:moveTo>
                <a:cubicBezTo>
                  <a:pt x="83856" y="20077"/>
                  <a:pt x="83998" y="20112"/>
                  <a:pt x="84114" y="20198"/>
                </a:cubicBezTo>
                <a:cubicBezTo>
                  <a:pt x="84448" y="20428"/>
                  <a:pt x="85160" y="21474"/>
                  <a:pt x="84260" y="26035"/>
                </a:cubicBezTo>
                <a:cubicBezTo>
                  <a:pt x="84072" y="26914"/>
                  <a:pt x="83863" y="27772"/>
                  <a:pt x="83612" y="28672"/>
                </a:cubicBezTo>
                <a:cubicBezTo>
                  <a:pt x="83528" y="28797"/>
                  <a:pt x="83423" y="28965"/>
                  <a:pt x="83339" y="29090"/>
                </a:cubicBezTo>
                <a:cubicBezTo>
                  <a:pt x="81749" y="31852"/>
                  <a:pt x="80138" y="34677"/>
                  <a:pt x="78569" y="37606"/>
                </a:cubicBezTo>
                <a:cubicBezTo>
                  <a:pt x="79197" y="32584"/>
                  <a:pt x="79720" y="27542"/>
                  <a:pt x="80138" y="22520"/>
                </a:cubicBezTo>
                <a:cubicBezTo>
                  <a:pt x="80850" y="21725"/>
                  <a:pt x="81624" y="21035"/>
                  <a:pt x="82523" y="20511"/>
                </a:cubicBezTo>
                <a:cubicBezTo>
                  <a:pt x="82865" y="20289"/>
                  <a:pt x="83322" y="20077"/>
                  <a:pt x="83701" y="20077"/>
                </a:cubicBezTo>
                <a:close/>
                <a:moveTo>
                  <a:pt x="77144" y="11483"/>
                </a:moveTo>
                <a:cubicBezTo>
                  <a:pt x="77315" y="11483"/>
                  <a:pt x="77477" y="11514"/>
                  <a:pt x="77627" y="11577"/>
                </a:cubicBezTo>
                <a:cubicBezTo>
                  <a:pt x="79469" y="12351"/>
                  <a:pt x="79741" y="17812"/>
                  <a:pt x="79448" y="21327"/>
                </a:cubicBezTo>
                <a:lnTo>
                  <a:pt x="79385" y="22185"/>
                </a:lnTo>
                <a:cubicBezTo>
                  <a:pt x="77041" y="24926"/>
                  <a:pt x="75556" y="28797"/>
                  <a:pt x="74217" y="32333"/>
                </a:cubicBezTo>
                <a:cubicBezTo>
                  <a:pt x="73694" y="33714"/>
                  <a:pt x="73171" y="35053"/>
                  <a:pt x="72648" y="36204"/>
                </a:cubicBezTo>
                <a:cubicBezTo>
                  <a:pt x="72062" y="37543"/>
                  <a:pt x="71476" y="38903"/>
                  <a:pt x="70911" y="40263"/>
                </a:cubicBezTo>
                <a:cubicBezTo>
                  <a:pt x="72083" y="31727"/>
                  <a:pt x="72878" y="23127"/>
                  <a:pt x="73275" y="14465"/>
                </a:cubicBezTo>
                <a:cubicBezTo>
                  <a:pt x="73464" y="14234"/>
                  <a:pt x="73652" y="14004"/>
                  <a:pt x="73861" y="13774"/>
                </a:cubicBezTo>
                <a:cubicBezTo>
                  <a:pt x="75185" y="12259"/>
                  <a:pt x="76291" y="11483"/>
                  <a:pt x="77144" y="11483"/>
                </a:cubicBezTo>
                <a:close/>
                <a:moveTo>
                  <a:pt x="91362" y="33718"/>
                </a:moveTo>
                <a:cubicBezTo>
                  <a:pt x="91932" y="33718"/>
                  <a:pt x="92514" y="33844"/>
                  <a:pt x="93111" y="34091"/>
                </a:cubicBezTo>
                <a:cubicBezTo>
                  <a:pt x="94052" y="35660"/>
                  <a:pt x="92881" y="41121"/>
                  <a:pt x="90621" y="47733"/>
                </a:cubicBezTo>
                <a:cubicBezTo>
                  <a:pt x="89596" y="49093"/>
                  <a:pt x="88445" y="50767"/>
                  <a:pt x="87294" y="52587"/>
                </a:cubicBezTo>
                <a:cubicBezTo>
                  <a:pt x="88863" y="46373"/>
                  <a:pt x="89889" y="40096"/>
                  <a:pt x="90328" y="33861"/>
                </a:cubicBezTo>
                <a:cubicBezTo>
                  <a:pt x="90669" y="33765"/>
                  <a:pt x="91014" y="33718"/>
                  <a:pt x="91362" y="33718"/>
                </a:cubicBezTo>
                <a:close/>
                <a:moveTo>
                  <a:pt x="27599" y="19549"/>
                </a:moveTo>
                <a:cubicBezTo>
                  <a:pt x="27913" y="20804"/>
                  <a:pt x="28080" y="22185"/>
                  <a:pt x="28164" y="23671"/>
                </a:cubicBezTo>
                <a:cubicBezTo>
                  <a:pt x="28478" y="30764"/>
                  <a:pt x="26490" y="38276"/>
                  <a:pt x="22473" y="45390"/>
                </a:cubicBezTo>
                <a:cubicBezTo>
                  <a:pt x="21050" y="47880"/>
                  <a:pt x="19146" y="50704"/>
                  <a:pt x="17053" y="53382"/>
                </a:cubicBezTo>
                <a:cubicBezTo>
                  <a:pt x="16823" y="53675"/>
                  <a:pt x="16551" y="53968"/>
                  <a:pt x="16300" y="54261"/>
                </a:cubicBezTo>
                <a:cubicBezTo>
                  <a:pt x="17618" y="42063"/>
                  <a:pt x="21468" y="30178"/>
                  <a:pt x="27599" y="19549"/>
                </a:cubicBezTo>
                <a:close/>
                <a:moveTo>
                  <a:pt x="22975" y="12100"/>
                </a:moveTo>
                <a:cubicBezTo>
                  <a:pt x="24921" y="13376"/>
                  <a:pt x="26406" y="15615"/>
                  <a:pt x="27306" y="18503"/>
                </a:cubicBezTo>
                <a:cubicBezTo>
                  <a:pt x="23707" y="24654"/>
                  <a:pt x="20841" y="31266"/>
                  <a:pt x="18769" y="38171"/>
                </a:cubicBezTo>
                <a:cubicBezTo>
                  <a:pt x="17137" y="43653"/>
                  <a:pt x="16028" y="49281"/>
                  <a:pt x="15442" y="54910"/>
                </a:cubicBezTo>
                <a:cubicBezTo>
                  <a:pt x="14426" y="55659"/>
                  <a:pt x="13246" y="56143"/>
                  <a:pt x="12134" y="56143"/>
                </a:cubicBezTo>
                <a:cubicBezTo>
                  <a:pt x="11507" y="56143"/>
                  <a:pt x="10901" y="55989"/>
                  <a:pt x="10358" y="55642"/>
                </a:cubicBezTo>
                <a:cubicBezTo>
                  <a:pt x="8768" y="54617"/>
                  <a:pt x="8203" y="52441"/>
                  <a:pt x="8600" y="48988"/>
                </a:cubicBezTo>
                <a:cubicBezTo>
                  <a:pt x="10170" y="35765"/>
                  <a:pt x="15191" y="22918"/>
                  <a:pt x="22975" y="12100"/>
                </a:cubicBezTo>
                <a:close/>
                <a:moveTo>
                  <a:pt x="87586" y="26458"/>
                </a:moveTo>
                <a:cubicBezTo>
                  <a:pt x="87842" y="26458"/>
                  <a:pt x="88102" y="26514"/>
                  <a:pt x="88361" y="26642"/>
                </a:cubicBezTo>
                <a:cubicBezTo>
                  <a:pt x="89365" y="27102"/>
                  <a:pt x="89784" y="28379"/>
                  <a:pt x="89700" y="30534"/>
                </a:cubicBezTo>
                <a:cubicBezTo>
                  <a:pt x="89679" y="31455"/>
                  <a:pt x="89617" y="32396"/>
                  <a:pt x="89575" y="33296"/>
                </a:cubicBezTo>
                <a:cubicBezTo>
                  <a:pt x="89491" y="33338"/>
                  <a:pt x="89407" y="33379"/>
                  <a:pt x="89303" y="33400"/>
                </a:cubicBezTo>
                <a:cubicBezTo>
                  <a:pt x="85181" y="35367"/>
                  <a:pt x="82879" y="42983"/>
                  <a:pt x="80871" y="49700"/>
                </a:cubicBezTo>
                <a:cubicBezTo>
                  <a:pt x="80264" y="51688"/>
                  <a:pt x="79678" y="53550"/>
                  <a:pt x="79134" y="55098"/>
                </a:cubicBezTo>
                <a:cubicBezTo>
                  <a:pt x="78109" y="57881"/>
                  <a:pt x="77251" y="60496"/>
                  <a:pt x="76539" y="62986"/>
                </a:cubicBezTo>
                <a:cubicBezTo>
                  <a:pt x="77146" y="60496"/>
                  <a:pt x="77753" y="58027"/>
                  <a:pt x="78297" y="55538"/>
                </a:cubicBezTo>
                <a:cubicBezTo>
                  <a:pt x="79741" y="49240"/>
                  <a:pt x="81017" y="42816"/>
                  <a:pt x="82147" y="36476"/>
                </a:cubicBezTo>
                <a:cubicBezTo>
                  <a:pt x="82461" y="34698"/>
                  <a:pt x="83047" y="32919"/>
                  <a:pt x="83591" y="31203"/>
                </a:cubicBezTo>
                <a:cubicBezTo>
                  <a:pt x="83821" y="30471"/>
                  <a:pt x="84051" y="29739"/>
                  <a:pt x="84302" y="28986"/>
                </a:cubicBezTo>
                <a:cubicBezTo>
                  <a:pt x="84937" y="28086"/>
                  <a:pt x="86212" y="26458"/>
                  <a:pt x="87586" y="26458"/>
                </a:cubicBezTo>
                <a:close/>
                <a:moveTo>
                  <a:pt x="89679" y="50369"/>
                </a:moveTo>
                <a:lnTo>
                  <a:pt x="89679" y="50369"/>
                </a:lnTo>
                <a:cubicBezTo>
                  <a:pt x="88131" y="54722"/>
                  <a:pt x="86206" y="59388"/>
                  <a:pt x="84156" y="63677"/>
                </a:cubicBezTo>
                <a:cubicBezTo>
                  <a:pt x="84616" y="62212"/>
                  <a:pt x="85034" y="60727"/>
                  <a:pt x="85411" y="59325"/>
                </a:cubicBezTo>
                <a:cubicBezTo>
                  <a:pt x="85704" y="58279"/>
                  <a:pt x="85997" y="57295"/>
                  <a:pt x="86269" y="56291"/>
                </a:cubicBezTo>
                <a:cubicBezTo>
                  <a:pt x="86352" y="55977"/>
                  <a:pt x="86457" y="55663"/>
                  <a:pt x="86541" y="55370"/>
                </a:cubicBezTo>
                <a:cubicBezTo>
                  <a:pt x="87587" y="53571"/>
                  <a:pt x="88654" y="51876"/>
                  <a:pt x="89679" y="50369"/>
                </a:cubicBezTo>
                <a:close/>
                <a:moveTo>
                  <a:pt x="94534" y="44657"/>
                </a:moveTo>
                <a:cubicBezTo>
                  <a:pt x="94534" y="44657"/>
                  <a:pt x="94617" y="44762"/>
                  <a:pt x="94638" y="45118"/>
                </a:cubicBezTo>
                <a:cubicBezTo>
                  <a:pt x="94701" y="48110"/>
                  <a:pt x="90495" y="57714"/>
                  <a:pt x="86457" y="62735"/>
                </a:cubicBezTo>
                <a:cubicBezTo>
                  <a:pt x="85871" y="62798"/>
                  <a:pt x="85285" y="63279"/>
                  <a:pt x="84909" y="63886"/>
                </a:cubicBezTo>
                <a:cubicBezTo>
                  <a:pt x="87210" y="58990"/>
                  <a:pt x="89575" y="53278"/>
                  <a:pt x="91332" y="48131"/>
                </a:cubicBezTo>
                <a:cubicBezTo>
                  <a:pt x="92755" y="46227"/>
                  <a:pt x="93864" y="44992"/>
                  <a:pt x="94157" y="44804"/>
                </a:cubicBezTo>
                <a:cubicBezTo>
                  <a:pt x="94408" y="44657"/>
                  <a:pt x="94513" y="44657"/>
                  <a:pt x="94534" y="44657"/>
                </a:cubicBezTo>
                <a:close/>
                <a:moveTo>
                  <a:pt x="84783" y="58781"/>
                </a:moveTo>
                <a:cubicBezTo>
                  <a:pt x="84762" y="58885"/>
                  <a:pt x="84741" y="59011"/>
                  <a:pt x="84679" y="59116"/>
                </a:cubicBezTo>
                <a:cubicBezTo>
                  <a:pt x="83821" y="62129"/>
                  <a:pt x="82942" y="65288"/>
                  <a:pt x="81812" y="68385"/>
                </a:cubicBezTo>
                <a:cubicBezTo>
                  <a:pt x="82063" y="65309"/>
                  <a:pt x="83256" y="61961"/>
                  <a:pt x="84783" y="58781"/>
                </a:cubicBezTo>
                <a:close/>
                <a:moveTo>
                  <a:pt x="49778" y="18335"/>
                </a:moveTo>
                <a:lnTo>
                  <a:pt x="49778" y="18335"/>
                </a:lnTo>
                <a:cubicBezTo>
                  <a:pt x="47811" y="37418"/>
                  <a:pt x="40300" y="55893"/>
                  <a:pt x="33458" y="72528"/>
                </a:cubicBezTo>
                <a:cubicBezTo>
                  <a:pt x="33248" y="63740"/>
                  <a:pt x="34671" y="54387"/>
                  <a:pt x="37705" y="44908"/>
                </a:cubicBezTo>
                <a:cubicBezTo>
                  <a:pt x="40844" y="35137"/>
                  <a:pt x="45384" y="26056"/>
                  <a:pt x="49778" y="18335"/>
                </a:cubicBezTo>
                <a:close/>
                <a:moveTo>
                  <a:pt x="35341" y="35995"/>
                </a:moveTo>
                <a:cubicBezTo>
                  <a:pt x="33353" y="49553"/>
                  <a:pt x="29712" y="62945"/>
                  <a:pt x="25967" y="75833"/>
                </a:cubicBezTo>
                <a:lnTo>
                  <a:pt x="25883" y="76064"/>
                </a:lnTo>
                <a:cubicBezTo>
                  <a:pt x="25611" y="75185"/>
                  <a:pt x="25507" y="74055"/>
                  <a:pt x="25548" y="72632"/>
                </a:cubicBezTo>
                <a:cubicBezTo>
                  <a:pt x="26260" y="59827"/>
                  <a:pt x="29650" y="47336"/>
                  <a:pt x="35341" y="35995"/>
                </a:cubicBezTo>
                <a:close/>
                <a:moveTo>
                  <a:pt x="50113" y="14653"/>
                </a:moveTo>
                <a:lnTo>
                  <a:pt x="50113" y="14653"/>
                </a:lnTo>
                <a:cubicBezTo>
                  <a:pt x="50092" y="15260"/>
                  <a:pt x="50029" y="15845"/>
                  <a:pt x="49987" y="16452"/>
                </a:cubicBezTo>
                <a:cubicBezTo>
                  <a:pt x="45300" y="24529"/>
                  <a:pt x="40362" y="34195"/>
                  <a:pt x="36973" y="44678"/>
                </a:cubicBezTo>
                <a:cubicBezTo>
                  <a:pt x="33709" y="54826"/>
                  <a:pt x="32307" y="64890"/>
                  <a:pt x="32746" y="74264"/>
                </a:cubicBezTo>
                <a:cubicBezTo>
                  <a:pt x="32328" y="75248"/>
                  <a:pt x="31805" y="76252"/>
                  <a:pt x="31051" y="76984"/>
                </a:cubicBezTo>
                <a:cubicBezTo>
                  <a:pt x="30397" y="77607"/>
                  <a:pt x="29407" y="78126"/>
                  <a:pt x="28434" y="78126"/>
                </a:cubicBezTo>
                <a:cubicBezTo>
                  <a:pt x="28100" y="78126"/>
                  <a:pt x="27768" y="78065"/>
                  <a:pt x="27453" y="77926"/>
                </a:cubicBezTo>
                <a:cubicBezTo>
                  <a:pt x="27034" y="77738"/>
                  <a:pt x="26699" y="77445"/>
                  <a:pt x="26448" y="77089"/>
                </a:cubicBezTo>
                <a:cubicBezTo>
                  <a:pt x="26553" y="76754"/>
                  <a:pt x="26637" y="76378"/>
                  <a:pt x="26762" y="76043"/>
                </a:cubicBezTo>
                <a:cubicBezTo>
                  <a:pt x="30696" y="62401"/>
                  <a:pt x="34546" y="48214"/>
                  <a:pt x="36492" y="33882"/>
                </a:cubicBezTo>
                <a:cubicBezTo>
                  <a:pt x="40195" y="26935"/>
                  <a:pt x="44777" y="20449"/>
                  <a:pt x="50113" y="14653"/>
                </a:cubicBezTo>
                <a:close/>
                <a:moveTo>
                  <a:pt x="52205" y="34614"/>
                </a:moveTo>
                <a:cubicBezTo>
                  <a:pt x="49004" y="49679"/>
                  <a:pt x="44338" y="64409"/>
                  <a:pt x="38186" y="78595"/>
                </a:cubicBezTo>
                <a:cubicBezTo>
                  <a:pt x="38647" y="63802"/>
                  <a:pt x="44798" y="49260"/>
                  <a:pt x="52205" y="34614"/>
                </a:cubicBezTo>
                <a:close/>
                <a:moveTo>
                  <a:pt x="89554" y="34195"/>
                </a:moveTo>
                <a:lnTo>
                  <a:pt x="89554" y="34195"/>
                </a:lnTo>
                <a:cubicBezTo>
                  <a:pt x="89052" y="41184"/>
                  <a:pt x="87796" y="48193"/>
                  <a:pt x="85871" y="55056"/>
                </a:cubicBezTo>
                <a:cubicBezTo>
                  <a:pt x="83381" y="59450"/>
                  <a:pt x="80850" y="65204"/>
                  <a:pt x="80996" y="70100"/>
                </a:cubicBezTo>
                <a:cubicBezTo>
                  <a:pt x="80996" y="70184"/>
                  <a:pt x="81017" y="70268"/>
                  <a:pt x="81080" y="70331"/>
                </a:cubicBezTo>
                <a:cubicBezTo>
                  <a:pt x="79657" y="73720"/>
                  <a:pt x="77941" y="76901"/>
                  <a:pt x="75661" y="79537"/>
                </a:cubicBezTo>
                <a:cubicBezTo>
                  <a:pt x="74991" y="78365"/>
                  <a:pt x="74405" y="76189"/>
                  <a:pt x="74531" y="74976"/>
                </a:cubicBezTo>
                <a:cubicBezTo>
                  <a:pt x="74677" y="73511"/>
                  <a:pt x="75096" y="72046"/>
                  <a:pt x="75472" y="70624"/>
                </a:cubicBezTo>
                <a:cubicBezTo>
                  <a:pt x="75723" y="69766"/>
                  <a:pt x="75974" y="68908"/>
                  <a:pt x="76163" y="68008"/>
                </a:cubicBezTo>
                <a:cubicBezTo>
                  <a:pt x="76958" y="64158"/>
                  <a:pt x="78192" y="60036"/>
                  <a:pt x="79887" y="55370"/>
                </a:cubicBezTo>
                <a:cubicBezTo>
                  <a:pt x="80473" y="53801"/>
                  <a:pt x="81038" y="51918"/>
                  <a:pt x="81645" y="49930"/>
                </a:cubicBezTo>
                <a:cubicBezTo>
                  <a:pt x="83507" y="43758"/>
                  <a:pt x="85829" y="36120"/>
                  <a:pt x="89554" y="34195"/>
                </a:cubicBezTo>
                <a:close/>
                <a:moveTo>
                  <a:pt x="36450" y="6806"/>
                </a:moveTo>
                <a:cubicBezTo>
                  <a:pt x="36638" y="7664"/>
                  <a:pt x="36743" y="8543"/>
                  <a:pt x="36764" y="9234"/>
                </a:cubicBezTo>
                <a:cubicBezTo>
                  <a:pt x="37245" y="17394"/>
                  <a:pt x="36743" y="25575"/>
                  <a:pt x="35655" y="33756"/>
                </a:cubicBezTo>
                <a:cubicBezTo>
                  <a:pt x="35131" y="34760"/>
                  <a:pt x="34608" y="35786"/>
                  <a:pt x="34106" y="36811"/>
                </a:cubicBezTo>
                <a:cubicBezTo>
                  <a:pt x="28666" y="48047"/>
                  <a:pt x="25423" y="60392"/>
                  <a:pt x="24774" y="72569"/>
                </a:cubicBezTo>
                <a:cubicBezTo>
                  <a:pt x="24670" y="74578"/>
                  <a:pt x="24921" y="76126"/>
                  <a:pt x="25528" y="77173"/>
                </a:cubicBezTo>
                <a:cubicBezTo>
                  <a:pt x="25193" y="78344"/>
                  <a:pt x="24712" y="79495"/>
                  <a:pt x="23979" y="80416"/>
                </a:cubicBezTo>
                <a:cubicBezTo>
                  <a:pt x="23226" y="81306"/>
                  <a:pt x="21968" y="82112"/>
                  <a:pt x="20676" y="82112"/>
                </a:cubicBezTo>
                <a:cubicBezTo>
                  <a:pt x="20389" y="82112"/>
                  <a:pt x="20101" y="82072"/>
                  <a:pt x="19815" y="81985"/>
                </a:cubicBezTo>
                <a:cubicBezTo>
                  <a:pt x="18225" y="81483"/>
                  <a:pt x="17242" y="79704"/>
                  <a:pt x="16740" y="76608"/>
                </a:cubicBezTo>
                <a:cubicBezTo>
                  <a:pt x="15673" y="69556"/>
                  <a:pt x="15484" y="62421"/>
                  <a:pt x="16154" y="55370"/>
                </a:cubicBezTo>
                <a:cubicBezTo>
                  <a:pt x="16719" y="54931"/>
                  <a:pt x="17242" y="54408"/>
                  <a:pt x="17660" y="53864"/>
                </a:cubicBezTo>
                <a:cubicBezTo>
                  <a:pt x="19753" y="51144"/>
                  <a:pt x="21699" y="48256"/>
                  <a:pt x="23121" y="45745"/>
                </a:cubicBezTo>
                <a:cubicBezTo>
                  <a:pt x="27222" y="38506"/>
                  <a:pt x="29231" y="30848"/>
                  <a:pt x="28917" y="23629"/>
                </a:cubicBezTo>
                <a:cubicBezTo>
                  <a:pt x="28854" y="21809"/>
                  <a:pt x="28561" y="20114"/>
                  <a:pt x="28122" y="18545"/>
                </a:cubicBezTo>
                <a:cubicBezTo>
                  <a:pt x="30549" y="14423"/>
                  <a:pt x="33353" y="10489"/>
                  <a:pt x="36450" y="6806"/>
                </a:cubicBezTo>
                <a:close/>
                <a:moveTo>
                  <a:pt x="61349" y="36288"/>
                </a:moveTo>
                <a:cubicBezTo>
                  <a:pt x="59215" y="51918"/>
                  <a:pt x="55448" y="67276"/>
                  <a:pt x="50113" y="82131"/>
                </a:cubicBezTo>
                <a:cubicBezTo>
                  <a:pt x="50092" y="81378"/>
                  <a:pt x="50092" y="80625"/>
                  <a:pt x="50092" y="79830"/>
                </a:cubicBezTo>
                <a:cubicBezTo>
                  <a:pt x="50155" y="72256"/>
                  <a:pt x="51933" y="64786"/>
                  <a:pt x="53691" y="58488"/>
                </a:cubicBezTo>
                <a:cubicBezTo>
                  <a:pt x="55930" y="50307"/>
                  <a:pt x="58482" y="42983"/>
                  <a:pt x="61349" y="36288"/>
                </a:cubicBezTo>
                <a:close/>
                <a:moveTo>
                  <a:pt x="56160" y="8585"/>
                </a:moveTo>
                <a:lnTo>
                  <a:pt x="56160" y="8585"/>
                </a:lnTo>
                <a:cubicBezTo>
                  <a:pt x="55386" y="16348"/>
                  <a:pt x="54277" y="24068"/>
                  <a:pt x="52749" y="31706"/>
                </a:cubicBezTo>
                <a:cubicBezTo>
                  <a:pt x="48230" y="40494"/>
                  <a:pt x="43438" y="50432"/>
                  <a:pt x="40488" y="60538"/>
                </a:cubicBezTo>
                <a:cubicBezTo>
                  <a:pt x="38479" y="67569"/>
                  <a:pt x="37433" y="74139"/>
                  <a:pt x="37391" y="80416"/>
                </a:cubicBezTo>
                <a:cubicBezTo>
                  <a:pt x="36952" y="81399"/>
                  <a:pt x="36533" y="82362"/>
                  <a:pt x="36073" y="83345"/>
                </a:cubicBezTo>
                <a:cubicBezTo>
                  <a:pt x="35801" y="83910"/>
                  <a:pt x="35550" y="84203"/>
                  <a:pt x="35278" y="84203"/>
                </a:cubicBezTo>
                <a:cubicBezTo>
                  <a:pt x="34922" y="84203"/>
                  <a:pt x="34671" y="83596"/>
                  <a:pt x="34546" y="83052"/>
                </a:cubicBezTo>
                <a:cubicBezTo>
                  <a:pt x="34002" y="80248"/>
                  <a:pt x="33667" y="77382"/>
                  <a:pt x="33499" y="74390"/>
                </a:cubicBezTo>
                <a:cubicBezTo>
                  <a:pt x="33604" y="74139"/>
                  <a:pt x="33730" y="73867"/>
                  <a:pt x="33834" y="73616"/>
                </a:cubicBezTo>
                <a:cubicBezTo>
                  <a:pt x="40990" y="56249"/>
                  <a:pt x="48983" y="36790"/>
                  <a:pt x="50678" y="16682"/>
                </a:cubicBezTo>
                <a:cubicBezTo>
                  <a:pt x="52017" y="14360"/>
                  <a:pt x="53356" y="12184"/>
                  <a:pt x="54611" y="10154"/>
                </a:cubicBezTo>
                <a:cubicBezTo>
                  <a:pt x="54653" y="10050"/>
                  <a:pt x="54737" y="9945"/>
                  <a:pt x="54800" y="9840"/>
                </a:cubicBezTo>
                <a:cubicBezTo>
                  <a:pt x="55239" y="9422"/>
                  <a:pt x="55699" y="9003"/>
                  <a:pt x="56160" y="8585"/>
                </a:cubicBezTo>
                <a:close/>
                <a:moveTo>
                  <a:pt x="62374" y="27709"/>
                </a:moveTo>
                <a:cubicBezTo>
                  <a:pt x="62186" y="29634"/>
                  <a:pt x="61956" y="31580"/>
                  <a:pt x="61725" y="33505"/>
                </a:cubicBezTo>
                <a:cubicBezTo>
                  <a:pt x="58378" y="40912"/>
                  <a:pt x="55490" y="49051"/>
                  <a:pt x="52937" y="58299"/>
                </a:cubicBezTo>
                <a:cubicBezTo>
                  <a:pt x="51180" y="64660"/>
                  <a:pt x="49380" y="72172"/>
                  <a:pt x="49297" y="79851"/>
                </a:cubicBezTo>
                <a:cubicBezTo>
                  <a:pt x="49276" y="81274"/>
                  <a:pt x="49318" y="82655"/>
                  <a:pt x="49422" y="84036"/>
                </a:cubicBezTo>
                <a:cubicBezTo>
                  <a:pt x="49401" y="84077"/>
                  <a:pt x="49380" y="84140"/>
                  <a:pt x="49360" y="84224"/>
                </a:cubicBezTo>
                <a:cubicBezTo>
                  <a:pt x="48062" y="64744"/>
                  <a:pt x="52728" y="44741"/>
                  <a:pt x="62374" y="27709"/>
                </a:cubicBezTo>
                <a:close/>
                <a:moveTo>
                  <a:pt x="69049" y="47356"/>
                </a:moveTo>
                <a:lnTo>
                  <a:pt x="69049" y="47356"/>
                </a:lnTo>
                <a:cubicBezTo>
                  <a:pt x="66747" y="61187"/>
                  <a:pt x="63420" y="74808"/>
                  <a:pt x="59089" y="88178"/>
                </a:cubicBezTo>
                <a:cubicBezTo>
                  <a:pt x="60282" y="77173"/>
                  <a:pt x="62688" y="66250"/>
                  <a:pt x="66224" y="55642"/>
                </a:cubicBezTo>
                <a:cubicBezTo>
                  <a:pt x="67103" y="52859"/>
                  <a:pt x="68044" y="50097"/>
                  <a:pt x="69049" y="47356"/>
                </a:cubicBezTo>
                <a:close/>
                <a:moveTo>
                  <a:pt x="77209" y="41937"/>
                </a:moveTo>
                <a:lnTo>
                  <a:pt x="77209" y="41937"/>
                </a:lnTo>
                <a:cubicBezTo>
                  <a:pt x="76937" y="43758"/>
                  <a:pt x="76686" y="45599"/>
                  <a:pt x="76393" y="47398"/>
                </a:cubicBezTo>
                <a:cubicBezTo>
                  <a:pt x="74217" y="61229"/>
                  <a:pt x="71162" y="74997"/>
                  <a:pt x="67291" y="88471"/>
                </a:cubicBezTo>
                <a:cubicBezTo>
                  <a:pt x="66098" y="78742"/>
                  <a:pt x="66956" y="69326"/>
                  <a:pt x="69823" y="59848"/>
                </a:cubicBezTo>
                <a:cubicBezTo>
                  <a:pt x="71748" y="53571"/>
                  <a:pt x="74321" y="47608"/>
                  <a:pt x="77209" y="41937"/>
                </a:cubicBezTo>
                <a:close/>
                <a:moveTo>
                  <a:pt x="82544" y="32103"/>
                </a:moveTo>
                <a:cubicBezTo>
                  <a:pt x="82084" y="33484"/>
                  <a:pt x="81707" y="34907"/>
                  <a:pt x="81435" y="36330"/>
                </a:cubicBezTo>
                <a:cubicBezTo>
                  <a:pt x="80326" y="42690"/>
                  <a:pt x="79029" y="49072"/>
                  <a:pt x="77586" y="55370"/>
                </a:cubicBezTo>
                <a:cubicBezTo>
                  <a:pt x="74824" y="67464"/>
                  <a:pt x="71497" y="79516"/>
                  <a:pt x="67689" y="91296"/>
                </a:cubicBezTo>
                <a:cubicBezTo>
                  <a:pt x="67626" y="90982"/>
                  <a:pt x="67584" y="90689"/>
                  <a:pt x="67563" y="90375"/>
                </a:cubicBezTo>
                <a:cubicBezTo>
                  <a:pt x="71685" y="76357"/>
                  <a:pt x="74907" y="61961"/>
                  <a:pt x="77188" y="47503"/>
                </a:cubicBezTo>
                <a:cubicBezTo>
                  <a:pt x="77565" y="44950"/>
                  <a:pt x="77962" y="42377"/>
                  <a:pt x="78297" y="39824"/>
                </a:cubicBezTo>
                <a:cubicBezTo>
                  <a:pt x="79657" y="37167"/>
                  <a:pt x="81101" y="34614"/>
                  <a:pt x="82544" y="32103"/>
                </a:cubicBezTo>
                <a:close/>
                <a:moveTo>
                  <a:pt x="71852" y="16620"/>
                </a:moveTo>
                <a:lnTo>
                  <a:pt x="71852" y="16620"/>
                </a:lnTo>
                <a:cubicBezTo>
                  <a:pt x="70534" y="25512"/>
                  <a:pt x="68860" y="34426"/>
                  <a:pt x="66831" y="43193"/>
                </a:cubicBezTo>
                <a:cubicBezTo>
                  <a:pt x="63002" y="59722"/>
                  <a:pt x="57875" y="76064"/>
                  <a:pt x="51577" y="91777"/>
                </a:cubicBezTo>
                <a:cubicBezTo>
                  <a:pt x="50887" y="89350"/>
                  <a:pt x="50448" y="86797"/>
                  <a:pt x="50238" y="84119"/>
                </a:cubicBezTo>
                <a:cubicBezTo>
                  <a:pt x="56222" y="67820"/>
                  <a:pt x="60324" y="50955"/>
                  <a:pt x="62479" y="33714"/>
                </a:cubicBezTo>
                <a:cubicBezTo>
                  <a:pt x="62772" y="33087"/>
                  <a:pt x="63065" y="32459"/>
                  <a:pt x="63378" y="31831"/>
                </a:cubicBezTo>
                <a:cubicBezTo>
                  <a:pt x="65471" y="27437"/>
                  <a:pt x="67730" y="23252"/>
                  <a:pt x="70137" y="19465"/>
                </a:cubicBezTo>
                <a:cubicBezTo>
                  <a:pt x="70513" y="18879"/>
                  <a:pt x="70848" y="18314"/>
                  <a:pt x="71183" y="17729"/>
                </a:cubicBezTo>
                <a:cubicBezTo>
                  <a:pt x="71392" y="17373"/>
                  <a:pt x="71643" y="16975"/>
                  <a:pt x="71852" y="16620"/>
                </a:cubicBezTo>
                <a:close/>
                <a:moveTo>
                  <a:pt x="49590" y="85793"/>
                </a:moveTo>
                <a:cubicBezTo>
                  <a:pt x="49883" y="88304"/>
                  <a:pt x="50406" y="90689"/>
                  <a:pt x="51075" y="92970"/>
                </a:cubicBezTo>
                <a:cubicBezTo>
                  <a:pt x="50929" y="93388"/>
                  <a:pt x="50741" y="93828"/>
                  <a:pt x="50552" y="94267"/>
                </a:cubicBezTo>
                <a:cubicBezTo>
                  <a:pt x="50092" y="91547"/>
                  <a:pt x="49715" y="88827"/>
                  <a:pt x="49485" y="86086"/>
                </a:cubicBezTo>
                <a:cubicBezTo>
                  <a:pt x="49506" y="85981"/>
                  <a:pt x="49569" y="85898"/>
                  <a:pt x="49590" y="85793"/>
                </a:cubicBezTo>
                <a:close/>
                <a:moveTo>
                  <a:pt x="63023" y="14967"/>
                </a:moveTo>
                <a:cubicBezTo>
                  <a:pt x="63127" y="17875"/>
                  <a:pt x="62939" y="20888"/>
                  <a:pt x="62688" y="24278"/>
                </a:cubicBezTo>
                <a:cubicBezTo>
                  <a:pt x="62625" y="24780"/>
                  <a:pt x="62604" y="25303"/>
                  <a:pt x="62562" y="25805"/>
                </a:cubicBezTo>
                <a:cubicBezTo>
                  <a:pt x="57896" y="33651"/>
                  <a:pt x="54298" y="42230"/>
                  <a:pt x="51849" y="51165"/>
                </a:cubicBezTo>
                <a:cubicBezTo>
                  <a:pt x="48774" y="62589"/>
                  <a:pt x="47707" y="74473"/>
                  <a:pt x="48690" y="85981"/>
                </a:cubicBezTo>
                <a:cubicBezTo>
                  <a:pt x="47790" y="88430"/>
                  <a:pt x="46807" y="90878"/>
                  <a:pt x="45803" y="93284"/>
                </a:cubicBezTo>
                <a:cubicBezTo>
                  <a:pt x="45405" y="94225"/>
                  <a:pt x="44924" y="95376"/>
                  <a:pt x="44087" y="96129"/>
                </a:cubicBezTo>
                <a:cubicBezTo>
                  <a:pt x="43604" y="96569"/>
                  <a:pt x="42910" y="96894"/>
                  <a:pt x="42239" y="96894"/>
                </a:cubicBezTo>
                <a:cubicBezTo>
                  <a:pt x="41921" y="96894"/>
                  <a:pt x="41608" y="96821"/>
                  <a:pt x="41325" y="96652"/>
                </a:cubicBezTo>
                <a:cubicBezTo>
                  <a:pt x="40530" y="96171"/>
                  <a:pt x="40195" y="95188"/>
                  <a:pt x="39965" y="94267"/>
                </a:cubicBezTo>
                <a:cubicBezTo>
                  <a:pt x="38730" y="89685"/>
                  <a:pt x="38186" y="85144"/>
                  <a:pt x="38144" y="80646"/>
                </a:cubicBezTo>
                <a:cubicBezTo>
                  <a:pt x="45049" y="64974"/>
                  <a:pt x="50217" y="48696"/>
                  <a:pt x="53523" y="31999"/>
                </a:cubicBezTo>
                <a:lnTo>
                  <a:pt x="54862" y="29404"/>
                </a:lnTo>
                <a:cubicBezTo>
                  <a:pt x="55281" y="28588"/>
                  <a:pt x="55720" y="27751"/>
                  <a:pt x="56139" y="26956"/>
                </a:cubicBezTo>
                <a:cubicBezTo>
                  <a:pt x="58210" y="22918"/>
                  <a:pt x="60365" y="18733"/>
                  <a:pt x="63023" y="14967"/>
                </a:cubicBezTo>
                <a:close/>
                <a:moveTo>
                  <a:pt x="72229" y="19361"/>
                </a:moveTo>
                <a:cubicBezTo>
                  <a:pt x="71706" y="27416"/>
                  <a:pt x="70869" y="35451"/>
                  <a:pt x="69676" y="43423"/>
                </a:cubicBezTo>
                <a:cubicBezTo>
                  <a:pt x="68191" y="47336"/>
                  <a:pt x="66831" y="51353"/>
                  <a:pt x="65471" y="55433"/>
                </a:cubicBezTo>
                <a:cubicBezTo>
                  <a:pt x="61537" y="67192"/>
                  <a:pt x="59026" y="79328"/>
                  <a:pt x="57959" y="91568"/>
                </a:cubicBezTo>
                <a:cubicBezTo>
                  <a:pt x="57018" y="94288"/>
                  <a:pt x="56013" y="97050"/>
                  <a:pt x="55009" y="99770"/>
                </a:cubicBezTo>
                <a:cubicBezTo>
                  <a:pt x="53754" y="97699"/>
                  <a:pt x="52728" y="95418"/>
                  <a:pt x="51933" y="92991"/>
                </a:cubicBezTo>
                <a:cubicBezTo>
                  <a:pt x="58419" y="76922"/>
                  <a:pt x="63692" y="60245"/>
                  <a:pt x="67605" y="43339"/>
                </a:cubicBezTo>
                <a:cubicBezTo>
                  <a:pt x="69446" y="35451"/>
                  <a:pt x="70974" y="27395"/>
                  <a:pt x="72229" y="19361"/>
                </a:cubicBezTo>
                <a:close/>
                <a:moveTo>
                  <a:pt x="79280" y="23629"/>
                </a:moveTo>
                <a:lnTo>
                  <a:pt x="79280" y="23629"/>
                </a:lnTo>
                <a:cubicBezTo>
                  <a:pt x="78820" y="28944"/>
                  <a:pt x="78255" y="34279"/>
                  <a:pt x="77544" y="39573"/>
                </a:cubicBezTo>
                <a:cubicBezTo>
                  <a:pt x="74259" y="45892"/>
                  <a:pt x="71267" y="52546"/>
                  <a:pt x="69091" y="59618"/>
                </a:cubicBezTo>
                <a:cubicBezTo>
                  <a:pt x="65994" y="69766"/>
                  <a:pt x="65220" y="79830"/>
                  <a:pt x="66768" y="90313"/>
                </a:cubicBezTo>
                <a:cubicBezTo>
                  <a:pt x="65952" y="93033"/>
                  <a:pt x="65115" y="95732"/>
                  <a:pt x="64257" y="98431"/>
                </a:cubicBezTo>
                <a:cubicBezTo>
                  <a:pt x="63703" y="100175"/>
                  <a:pt x="62686" y="102241"/>
                  <a:pt x="60989" y="102241"/>
                </a:cubicBezTo>
                <a:cubicBezTo>
                  <a:pt x="60956" y="102241"/>
                  <a:pt x="60922" y="102241"/>
                  <a:pt x="60888" y="102239"/>
                </a:cubicBezTo>
                <a:cubicBezTo>
                  <a:pt x="59780" y="102197"/>
                  <a:pt x="58984" y="101256"/>
                  <a:pt x="58629" y="100314"/>
                </a:cubicBezTo>
                <a:cubicBezTo>
                  <a:pt x="58273" y="99289"/>
                  <a:pt x="58294" y="98159"/>
                  <a:pt x="58357" y="96904"/>
                </a:cubicBezTo>
                <a:cubicBezTo>
                  <a:pt x="58461" y="95188"/>
                  <a:pt x="58566" y="93430"/>
                  <a:pt x="58712" y="91715"/>
                </a:cubicBezTo>
                <a:cubicBezTo>
                  <a:pt x="64048" y="76022"/>
                  <a:pt x="67940" y="59932"/>
                  <a:pt x="70430" y="43611"/>
                </a:cubicBezTo>
                <a:cubicBezTo>
                  <a:pt x="71350" y="41205"/>
                  <a:pt x="72313" y="38841"/>
                  <a:pt x="73380" y="36518"/>
                </a:cubicBezTo>
                <a:cubicBezTo>
                  <a:pt x="73903" y="35346"/>
                  <a:pt x="74426" y="34028"/>
                  <a:pt x="74949" y="32626"/>
                </a:cubicBezTo>
                <a:cubicBezTo>
                  <a:pt x="76142" y="29530"/>
                  <a:pt x="77418" y="26182"/>
                  <a:pt x="79280" y="23629"/>
                </a:cubicBezTo>
                <a:close/>
                <a:moveTo>
                  <a:pt x="45068" y="1"/>
                </a:moveTo>
                <a:cubicBezTo>
                  <a:pt x="42793" y="1"/>
                  <a:pt x="40313" y="1464"/>
                  <a:pt x="37684" y="4379"/>
                </a:cubicBezTo>
                <a:cubicBezTo>
                  <a:pt x="37433" y="4651"/>
                  <a:pt x="37161" y="4944"/>
                  <a:pt x="36931" y="5237"/>
                </a:cubicBezTo>
                <a:cubicBezTo>
                  <a:pt x="36345" y="3689"/>
                  <a:pt x="35341" y="2350"/>
                  <a:pt x="33604" y="2036"/>
                </a:cubicBezTo>
                <a:cubicBezTo>
                  <a:pt x="33361" y="1989"/>
                  <a:pt x="33122" y="1968"/>
                  <a:pt x="32886" y="1968"/>
                </a:cubicBezTo>
                <a:cubicBezTo>
                  <a:pt x="30783" y="1968"/>
                  <a:pt x="28966" y="3696"/>
                  <a:pt x="27725" y="5070"/>
                </a:cubicBezTo>
                <a:cubicBezTo>
                  <a:pt x="25988" y="6995"/>
                  <a:pt x="24377" y="9003"/>
                  <a:pt x="22849" y="11075"/>
                </a:cubicBezTo>
                <a:cubicBezTo>
                  <a:pt x="22452" y="10866"/>
                  <a:pt x="22012" y="10677"/>
                  <a:pt x="21594" y="10510"/>
                </a:cubicBezTo>
                <a:cubicBezTo>
                  <a:pt x="20879" y="10281"/>
                  <a:pt x="20151" y="10168"/>
                  <a:pt x="19415" y="10168"/>
                </a:cubicBezTo>
                <a:cubicBezTo>
                  <a:pt x="16387" y="10168"/>
                  <a:pt x="13237" y="12087"/>
                  <a:pt x="10358" y="15741"/>
                </a:cubicBezTo>
                <a:cubicBezTo>
                  <a:pt x="6926" y="20114"/>
                  <a:pt x="1" y="34342"/>
                  <a:pt x="4792" y="40598"/>
                </a:cubicBezTo>
                <a:cubicBezTo>
                  <a:pt x="4866" y="40708"/>
                  <a:pt x="4974" y="40761"/>
                  <a:pt x="5090" y="40761"/>
                </a:cubicBezTo>
                <a:cubicBezTo>
                  <a:pt x="5172" y="40761"/>
                  <a:pt x="5258" y="40734"/>
                  <a:pt x="5336" y="40682"/>
                </a:cubicBezTo>
                <a:cubicBezTo>
                  <a:pt x="5525" y="40535"/>
                  <a:pt x="5545" y="40305"/>
                  <a:pt x="5420" y="40117"/>
                </a:cubicBezTo>
                <a:cubicBezTo>
                  <a:pt x="1131" y="34509"/>
                  <a:pt x="7366" y="20846"/>
                  <a:pt x="10986" y="16243"/>
                </a:cubicBezTo>
                <a:cubicBezTo>
                  <a:pt x="13703" y="12783"/>
                  <a:pt x="16625" y="10970"/>
                  <a:pt x="19411" y="10970"/>
                </a:cubicBezTo>
                <a:cubicBezTo>
                  <a:pt x="20078" y="10970"/>
                  <a:pt x="20738" y="11074"/>
                  <a:pt x="21385" y="11284"/>
                </a:cubicBezTo>
                <a:cubicBezTo>
                  <a:pt x="21761" y="11389"/>
                  <a:pt x="22096" y="11535"/>
                  <a:pt x="22431" y="11703"/>
                </a:cubicBezTo>
                <a:cubicBezTo>
                  <a:pt x="14584" y="22625"/>
                  <a:pt x="9542" y="35556"/>
                  <a:pt x="7973" y="48884"/>
                </a:cubicBezTo>
                <a:cubicBezTo>
                  <a:pt x="7533" y="52671"/>
                  <a:pt x="8203" y="55077"/>
                  <a:pt x="10065" y="56291"/>
                </a:cubicBezTo>
                <a:cubicBezTo>
                  <a:pt x="10763" y="56736"/>
                  <a:pt x="11520" y="56934"/>
                  <a:pt x="12291" y="56934"/>
                </a:cubicBezTo>
                <a:cubicBezTo>
                  <a:pt x="13368" y="56934"/>
                  <a:pt x="14472" y="56548"/>
                  <a:pt x="15484" y="55914"/>
                </a:cubicBezTo>
                <a:lnTo>
                  <a:pt x="15484" y="55914"/>
                </a:lnTo>
                <a:cubicBezTo>
                  <a:pt x="14857" y="62903"/>
                  <a:pt x="15066" y="69912"/>
                  <a:pt x="16112" y="76712"/>
                </a:cubicBezTo>
                <a:cubicBezTo>
                  <a:pt x="16635" y="80144"/>
                  <a:pt x="17807" y="82111"/>
                  <a:pt x="19711" y="82696"/>
                </a:cubicBezTo>
                <a:cubicBezTo>
                  <a:pt x="20086" y="82816"/>
                  <a:pt x="20465" y="82871"/>
                  <a:pt x="20840" y="82871"/>
                </a:cubicBezTo>
                <a:cubicBezTo>
                  <a:pt x="22365" y="82871"/>
                  <a:pt x="23821" y="81968"/>
                  <a:pt x="24712" y="80876"/>
                </a:cubicBezTo>
                <a:cubicBezTo>
                  <a:pt x="25423" y="79976"/>
                  <a:pt x="25883" y="78972"/>
                  <a:pt x="26281" y="77947"/>
                </a:cubicBezTo>
                <a:cubicBezTo>
                  <a:pt x="26574" y="78240"/>
                  <a:pt x="26909" y="78470"/>
                  <a:pt x="27264" y="78616"/>
                </a:cubicBezTo>
                <a:cubicBezTo>
                  <a:pt x="27708" y="78812"/>
                  <a:pt x="28166" y="78899"/>
                  <a:pt x="28620" y="78899"/>
                </a:cubicBezTo>
                <a:cubicBezTo>
                  <a:pt x="29811" y="78899"/>
                  <a:pt x="30969" y="78301"/>
                  <a:pt x="31742" y="77528"/>
                </a:cubicBezTo>
                <a:cubicBezTo>
                  <a:pt x="32244" y="77026"/>
                  <a:pt x="32663" y="76419"/>
                  <a:pt x="32997" y="75833"/>
                </a:cubicBezTo>
                <a:cubicBezTo>
                  <a:pt x="33186" y="78344"/>
                  <a:pt x="33499" y="80792"/>
                  <a:pt x="33960" y="83178"/>
                </a:cubicBezTo>
                <a:cubicBezTo>
                  <a:pt x="34169" y="84308"/>
                  <a:pt x="34734" y="84956"/>
                  <a:pt x="35466" y="84956"/>
                </a:cubicBezTo>
                <a:cubicBezTo>
                  <a:pt x="36345" y="84956"/>
                  <a:pt x="36805" y="83994"/>
                  <a:pt x="36952" y="83638"/>
                </a:cubicBezTo>
                <a:cubicBezTo>
                  <a:pt x="37161" y="83178"/>
                  <a:pt x="37370" y="82696"/>
                  <a:pt x="37580" y="82257"/>
                </a:cubicBezTo>
                <a:cubicBezTo>
                  <a:pt x="37705" y="86463"/>
                  <a:pt x="38291" y="90522"/>
                  <a:pt x="39358" y="94476"/>
                </a:cubicBezTo>
                <a:cubicBezTo>
                  <a:pt x="39672" y="95627"/>
                  <a:pt x="40090" y="96757"/>
                  <a:pt x="41095" y="97322"/>
                </a:cubicBezTo>
                <a:cubicBezTo>
                  <a:pt x="41502" y="97563"/>
                  <a:pt x="41943" y="97666"/>
                  <a:pt x="42383" y="97666"/>
                </a:cubicBezTo>
                <a:cubicBezTo>
                  <a:pt x="43280" y="97666"/>
                  <a:pt x="44174" y="97241"/>
                  <a:pt x="44777" y="96694"/>
                </a:cubicBezTo>
                <a:cubicBezTo>
                  <a:pt x="45740" y="95816"/>
                  <a:pt x="46263" y="94581"/>
                  <a:pt x="46681" y="93577"/>
                </a:cubicBezTo>
                <a:cubicBezTo>
                  <a:pt x="47497" y="91652"/>
                  <a:pt x="48272" y="89685"/>
                  <a:pt x="49046" y="87760"/>
                </a:cubicBezTo>
                <a:cubicBezTo>
                  <a:pt x="49318" y="90438"/>
                  <a:pt x="49715" y="93116"/>
                  <a:pt x="50217" y="95753"/>
                </a:cubicBezTo>
                <a:cubicBezTo>
                  <a:pt x="50238" y="95941"/>
                  <a:pt x="50406" y="96046"/>
                  <a:pt x="50552" y="96067"/>
                </a:cubicBezTo>
                <a:cubicBezTo>
                  <a:pt x="50568" y="96068"/>
                  <a:pt x="50584" y="96069"/>
                  <a:pt x="50600" y="96069"/>
                </a:cubicBezTo>
                <a:cubicBezTo>
                  <a:pt x="50765" y="96069"/>
                  <a:pt x="50892" y="95970"/>
                  <a:pt x="50950" y="95836"/>
                </a:cubicBezTo>
                <a:lnTo>
                  <a:pt x="51640" y="94100"/>
                </a:lnTo>
                <a:cubicBezTo>
                  <a:pt x="52519" y="96548"/>
                  <a:pt x="53586" y="98808"/>
                  <a:pt x="54925" y="100858"/>
                </a:cubicBezTo>
                <a:cubicBezTo>
                  <a:pt x="54988" y="100984"/>
                  <a:pt x="55155" y="101046"/>
                  <a:pt x="55281" y="101046"/>
                </a:cubicBezTo>
                <a:cubicBezTo>
                  <a:pt x="55448" y="101005"/>
                  <a:pt x="55553" y="100942"/>
                  <a:pt x="55595" y="100774"/>
                </a:cubicBezTo>
                <a:cubicBezTo>
                  <a:pt x="56369" y="98745"/>
                  <a:pt x="57122" y="96694"/>
                  <a:pt x="57855" y="94623"/>
                </a:cubicBezTo>
                <a:lnTo>
                  <a:pt x="57855" y="94623"/>
                </a:lnTo>
                <a:cubicBezTo>
                  <a:pt x="57792" y="95355"/>
                  <a:pt x="57750" y="96129"/>
                  <a:pt x="57708" y="96862"/>
                </a:cubicBezTo>
                <a:cubicBezTo>
                  <a:pt x="57645" y="98222"/>
                  <a:pt x="57603" y="99414"/>
                  <a:pt x="58064" y="100565"/>
                </a:cubicBezTo>
                <a:cubicBezTo>
                  <a:pt x="58482" y="101737"/>
                  <a:pt x="59570" y="102950"/>
                  <a:pt x="61014" y="102992"/>
                </a:cubicBezTo>
                <a:lnTo>
                  <a:pt x="61140" y="102992"/>
                </a:lnTo>
                <a:cubicBezTo>
                  <a:pt x="62834" y="102992"/>
                  <a:pt x="64236" y="101486"/>
                  <a:pt x="65178" y="98640"/>
                </a:cubicBezTo>
                <a:cubicBezTo>
                  <a:pt x="65868" y="96464"/>
                  <a:pt x="66559" y="94267"/>
                  <a:pt x="67207" y="92070"/>
                </a:cubicBezTo>
                <a:lnTo>
                  <a:pt x="67375" y="92928"/>
                </a:lnTo>
                <a:cubicBezTo>
                  <a:pt x="67396" y="93116"/>
                  <a:pt x="67542" y="93242"/>
                  <a:pt x="67730" y="93242"/>
                </a:cubicBezTo>
                <a:cubicBezTo>
                  <a:pt x="67744" y="93243"/>
                  <a:pt x="67758" y="93244"/>
                  <a:pt x="67771" y="93244"/>
                </a:cubicBezTo>
                <a:cubicBezTo>
                  <a:pt x="67940" y="93244"/>
                  <a:pt x="68070" y="93127"/>
                  <a:pt x="68128" y="92991"/>
                </a:cubicBezTo>
                <a:cubicBezTo>
                  <a:pt x="70890" y="84538"/>
                  <a:pt x="73443" y="75938"/>
                  <a:pt x="75661" y="67276"/>
                </a:cubicBezTo>
                <a:lnTo>
                  <a:pt x="75661" y="67276"/>
                </a:lnTo>
                <a:cubicBezTo>
                  <a:pt x="75640" y="67464"/>
                  <a:pt x="75577" y="67611"/>
                  <a:pt x="75556" y="67799"/>
                </a:cubicBezTo>
                <a:cubicBezTo>
                  <a:pt x="75368" y="68657"/>
                  <a:pt x="75137" y="69515"/>
                  <a:pt x="74907" y="70351"/>
                </a:cubicBezTo>
                <a:cubicBezTo>
                  <a:pt x="74489" y="71795"/>
                  <a:pt x="74070" y="73323"/>
                  <a:pt x="73924" y="74829"/>
                </a:cubicBezTo>
                <a:cubicBezTo>
                  <a:pt x="73777" y="76419"/>
                  <a:pt x="74552" y="79181"/>
                  <a:pt x="75493" y="80374"/>
                </a:cubicBezTo>
                <a:cubicBezTo>
                  <a:pt x="75577" y="80458"/>
                  <a:pt x="75681" y="80541"/>
                  <a:pt x="75786" y="80541"/>
                </a:cubicBezTo>
                <a:cubicBezTo>
                  <a:pt x="75891" y="80541"/>
                  <a:pt x="76016" y="80479"/>
                  <a:pt x="76100" y="80395"/>
                </a:cubicBezTo>
                <a:cubicBezTo>
                  <a:pt x="79050" y="77152"/>
                  <a:pt x="81080" y="73113"/>
                  <a:pt x="82649" y="68866"/>
                </a:cubicBezTo>
                <a:cubicBezTo>
                  <a:pt x="83381" y="67485"/>
                  <a:pt x="84135" y="65958"/>
                  <a:pt x="84888" y="64346"/>
                </a:cubicBezTo>
                <a:lnTo>
                  <a:pt x="84888" y="64346"/>
                </a:lnTo>
                <a:cubicBezTo>
                  <a:pt x="84846" y="64493"/>
                  <a:pt x="84783" y="64681"/>
                  <a:pt x="84762" y="64849"/>
                </a:cubicBezTo>
                <a:cubicBezTo>
                  <a:pt x="84741" y="64995"/>
                  <a:pt x="84804" y="65162"/>
                  <a:pt x="84972" y="65225"/>
                </a:cubicBezTo>
                <a:cubicBezTo>
                  <a:pt x="85033" y="65260"/>
                  <a:pt x="85097" y="65277"/>
                  <a:pt x="85161" y="65277"/>
                </a:cubicBezTo>
                <a:cubicBezTo>
                  <a:pt x="85250" y="65277"/>
                  <a:pt x="85338" y="65244"/>
                  <a:pt x="85411" y="65183"/>
                </a:cubicBezTo>
                <a:cubicBezTo>
                  <a:pt x="85934" y="64744"/>
                  <a:pt x="86457" y="64158"/>
                  <a:pt x="87001" y="63509"/>
                </a:cubicBezTo>
                <a:cubicBezTo>
                  <a:pt x="87106" y="63551"/>
                  <a:pt x="87252" y="63698"/>
                  <a:pt x="87357" y="64012"/>
                </a:cubicBezTo>
                <a:cubicBezTo>
                  <a:pt x="87482" y="64388"/>
                  <a:pt x="87399" y="64807"/>
                  <a:pt x="87148" y="65267"/>
                </a:cubicBezTo>
                <a:cubicBezTo>
                  <a:pt x="86729" y="65958"/>
                  <a:pt x="85892" y="66460"/>
                  <a:pt x="85285" y="66627"/>
                </a:cubicBezTo>
                <a:cubicBezTo>
                  <a:pt x="85306" y="66460"/>
                  <a:pt x="85327" y="66230"/>
                  <a:pt x="85160" y="65999"/>
                </a:cubicBezTo>
                <a:cubicBezTo>
                  <a:pt x="85071" y="65885"/>
                  <a:pt x="84950" y="65832"/>
                  <a:pt x="84828" y="65832"/>
                </a:cubicBezTo>
                <a:cubicBezTo>
                  <a:pt x="84749" y="65832"/>
                  <a:pt x="84669" y="65854"/>
                  <a:pt x="84595" y="65895"/>
                </a:cubicBezTo>
                <a:cubicBezTo>
                  <a:pt x="84428" y="66020"/>
                  <a:pt x="84386" y="66250"/>
                  <a:pt x="84490" y="66439"/>
                </a:cubicBezTo>
                <a:cubicBezTo>
                  <a:pt x="84490" y="66460"/>
                  <a:pt x="84490" y="66481"/>
                  <a:pt x="84469" y="66522"/>
                </a:cubicBezTo>
                <a:cubicBezTo>
                  <a:pt x="84344" y="66962"/>
                  <a:pt x="84532" y="67255"/>
                  <a:pt x="85055" y="67401"/>
                </a:cubicBezTo>
                <a:cubicBezTo>
                  <a:pt x="85076" y="67412"/>
                  <a:pt x="85102" y="67417"/>
                  <a:pt x="85131" y="67417"/>
                </a:cubicBezTo>
                <a:cubicBezTo>
                  <a:pt x="85160" y="67417"/>
                  <a:pt x="85191" y="67412"/>
                  <a:pt x="85223" y="67401"/>
                </a:cubicBezTo>
                <a:cubicBezTo>
                  <a:pt x="86206" y="67255"/>
                  <a:pt x="87273" y="66522"/>
                  <a:pt x="87817" y="65623"/>
                </a:cubicBezTo>
                <a:cubicBezTo>
                  <a:pt x="88215" y="64995"/>
                  <a:pt x="88298" y="64346"/>
                  <a:pt x="88089" y="63740"/>
                </a:cubicBezTo>
                <a:cubicBezTo>
                  <a:pt x="87922" y="63300"/>
                  <a:pt x="87713" y="63028"/>
                  <a:pt x="87503" y="62882"/>
                </a:cubicBezTo>
                <a:cubicBezTo>
                  <a:pt x="89282" y="60601"/>
                  <a:pt x="91165" y="57379"/>
                  <a:pt x="92839" y="53717"/>
                </a:cubicBezTo>
                <a:cubicBezTo>
                  <a:pt x="93257" y="52441"/>
                  <a:pt x="96291" y="45683"/>
                  <a:pt x="95203" y="44176"/>
                </a:cubicBezTo>
                <a:cubicBezTo>
                  <a:pt x="95088" y="44036"/>
                  <a:pt x="94888" y="43857"/>
                  <a:pt x="94559" y="43857"/>
                </a:cubicBezTo>
                <a:cubicBezTo>
                  <a:pt x="94349" y="43857"/>
                  <a:pt x="94086" y="43930"/>
                  <a:pt x="93759" y="44134"/>
                </a:cubicBezTo>
                <a:cubicBezTo>
                  <a:pt x="93508" y="44281"/>
                  <a:pt x="92881" y="44950"/>
                  <a:pt x="92065" y="45913"/>
                </a:cubicBezTo>
                <a:cubicBezTo>
                  <a:pt x="93948" y="39991"/>
                  <a:pt x="94868" y="35095"/>
                  <a:pt x="93718" y="33505"/>
                </a:cubicBezTo>
                <a:cubicBezTo>
                  <a:pt x="93655" y="33463"/>
                  <a:pt x="93592" y="33400"/>
                  <a:pt x="93550" y="33379"/>
                </a:cubicBezTo>
                <a:cubicBezTo>
                  <a:pt x="92821" y="33085"/>
                  <a:pt x="92111" y="32922"/>
                  <a:pt x="91420" y="32922"/>
                </a:cubicBezTo>
                <a:cubicBezTo>
                  <a:pt x="91079" y="32922"/>
                  <a:pt x="90743" y="32962"/>
                  <a:pt x="90412" y="33045"/>
                </a:cubicBezTo>
                <a:cubicBezTo>
                  <a:pt x="90474" y="32208"/>
                  <a:pt x="90495" y="31371"/>
                  <a:pt x="90537" y="30534"/>
                </a:cubicBezTo>
                <a:cubicBezTo>
                  <a:pt x="90621" y="28044"/>
                  <a:pt x="90056" y="26517"/>
                  <a:pt x="88759" y="25889"/>
                </a:cubicBezTo>
                <a:cubicBezTo>
                  <a:pt x="88390" y="25713"/>
                  <a:pt x="88019" y="25632"/>
                  <a:pt x="87652" y="25632"/>
                </a:cubicBezTo>
                <a:cubicBezTo>
                  <a:pt x="86668" y="25632"/>
                  <a:pt x="85711" y="26212"/>
                  <a:pt x="84888" y="27081"/>
                </a:cubicBezTo>
                <a:cubicBezTo>
                  <a:pt x="84972" y="26789"/>
                  <a:pt x="85034" y="26475"/>
                  <a:pt x="85076" y="26161"/>
                </a:cubicBezTo>
                <a:cubicBezTo>
                  <a:pt x="85808" y="22415"/>
                  <a:pt x="85662" y="20239"/>
                  <a:pt x="84616" y="19507"/>
                </a:cubicBezTo>
                <a:cubicBezTo>
                  <a:pt x="84367" y="19336"/>
                  <a:pt x="84080" y="19249"/>
                  <a:pt x="83757" y="19249"/>
                </a:cubicBezTo>
                <a:cubicBezTo>
                  <a:pt x="83292" y="19249"/>
                  <a:pt x="82752" y="19429"/>
                  <a:pt x="82147" y="19800"/>
                </a:cubicBezTo>
                <a:cubicBezTo>
                  <a:pt x="81477" y="20198"/>
                  <a:pt x="80850" y="20700"/>
                  <a:pt x="80285" y="21244"/>
                </a:cubicBezTo>
                <a:cubicBezTo>
                  <a:pt x="80389" y="19884"/>
                  <a:pt x="80808" y="12016"/>
                  <a:pt x="77962" y="10803"/>
                </a:cubicBezTo>
                <a:cubicBezTo>
                  <a:pt x="77710" y="10696"/>
                  <a:pt x="77448" y="10643"/>
                  <a:pt x="77175" y="10643"/>
                </a:cubicBezTo>
                <a:cubicBezTo>
                  <a:pt x="76106" y="10643"/>
                  <a:pt x="74862" y="11460"/>
                  <a:pt x="73380" y="13125"/>
                </a:cubicBezTo>
                <a:cubicBezTo>
                  <a:pt x="73422" y="12749"/>
                  <a:pt x="73422" y="12351"/>
                  <a:pt x="73443" y="11933"/>
                </a:cubicBezTo>
                <a:cubicBezTo>
                  <a:pt x="73443" y="11849"/>
                  <a:pt x="73422" y="11744"/>
                  <a:pt x="73359" y="11703"/>
                </a:cubicBezTo>
                <a:cubicBezTo>
                  <a:pt x="73380" y="10447"/>
                  <a:pt x="73212" y="9255"/>
                  <a:pt x="72522" y="8459"/>
                </a:cubicBezTo>
                <a:cubicBezTo>
                  <a:pt x="71978" y="7769"/>
                  <a:pt x="71141" y="7434"/>
                  <a:pt x="70074" y="7434"/>
                </a:cubicBezTo>
                <a:lnTo>
                  <a:pt x="70032" y="7434"/>
                </a:lnTo>
                <a:cubicBezTo>
                  <a:pt x="67375" y="7434"/>
                  <a:pt x="65282" y="10384"/>
                  <a:pt x="63755" y="12644"/>
                </a:cubicBezTo>
                <a:cubicBezTo>
                  <a:pt x="63713" y="12058"/>
                  <a:pt x="63650" y="11493"/>
                  <a:pt x="63588" y="10928"/>
                </a:cubicBezTo>
                <a:cubicBezTo>
                  <a:pt x="63190" y="8041"/>
                  <a:pt x="62144" y="6283"/>
                  <a:pt x="60449" y="5739"/>
                </a:cubicBezTo>
                <a:cubicBezTo>
                  <a:pt x="60099" y="5624"/>
                  <a:pt x="59746" y="5567"/>
                  <a:pt x="59391" y="5567"/>
                </a:cubicBezTo>
                <a:cubicBezTo>
                  <a:pt x="57683" y="5567"/>
                  <a:pt x="55929" y="6883"/>
                  <a:pt x="54318" y="9359"/>
                </a:cubicBezTo>
                <a:cubicBezTo>
                  <a:pt x="53230" y="10405"/>
                  <a:pt x="52121" y="11493"/>
                  <a:pt x="51075" y="12581"/>
                </a:cubicBezTo>
                <a:lnTo>
                  <a:pt x="51159" y="9924"/>
                </a:lnTo>
                <a:cubicBezTo>
                  <a:pt x="51180" y="6890"/>
                  <a:pt x="50636" y="1597"/>
                  <a:pt x="46681" y="257"/>
                </a:cubicBezTo>
                <a:cubicBezTo>
                  <a:pt x="46156" y="86"/>
                  <a:pt x="45618" y="1"/>
                  <a:pt x="450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38"/>
          <p:cNvSpPr/>
          <p:nvPr/>
        </p:nvSpPr>
        <p:spPr>
          <a:xfrm>
            <a:off x="5040038" y="1403941"/>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8"/>
          <p:cNvSpPr/>
          <p:nvPr/>
        </p:nvSpPr>
        <p:spPr>
          <a:xfrm>
            <a:off x="1543438" y="1403941"/>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Concepts</a:t>
            </a:r>
            <a:endParaRPr/>
          </a:p>
        </p:txBody>
      </p:sp>
      <p:sp>
        <p:nvSpPr>
          <p:cNvPr id="688" name="Google Shape;688;p38"/>
          <p:cNvSpPr txBox="1">
            <a:spLocks noGrp="1"/>
          </p:cNvSpPr>
          <p:nvPr>
            <p:ph type="subTitle" idx="1"/>
          </p:nvPr>
        </p:nvSpPr>
        <p:spPr>
          <a:xfrm>
            <a:off x="5040058" y="2721425"/>
            <a:ext cx="2560500" cy="12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has a poisonous atmosphere</a:t>
            </a:r>
            <a:endParaRPr/>
          </a:p>
        </p:txBody>
      </p:sp>
      <p:sp>
        <p:nvSpPr>
          <p:cNvPr id="689" name="Google Shape;689;p38"/>
          <p:cNvSpPr txBox="1">
            <a:spLocks noGrp="1"/>
          </p:cNvSpPr>
          <p:nvPr>
            <p:ph type="subTitle" idx="2"/>
          </p:nvPr>
        </p:nvSpPr>
        <p:spPr>
          <a:xfrm>
            <a:off x="1543450" y="2721425"/>
            <a:ext cx="2560500" cy="12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sp>
        <p:nvSpPr>
          <p:cNvPr id="690" name="Google Shape;690;p38"/>
          <p:cNvSpPr txBox="1">
            <a:spLocks noGrp="1"/>
          </p:cNvSpPr>
          <p:nvPr>
            <p:ph type="subTitle" idx="3"/>
          </p:nvPr>
        </p:nvSpPr>
        <p:spPr>
          <a:xfrm>
            <a:off x="5040058" y="2326626"/>
            <a:ext cx="2560500" cy="41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Concept 2</a:t>
            </a:r>
            <a:endParaRPr/>
          </a:p>
        </p:txBody>
      </p:sp>
      <p:sp>
        <p:nvSpPr>
          <p:cNvPr id="691" name="Google Shape;691;p38"/>
          <p:cNvSpPr txBox="1">
            <a:spLocks noGrp="1"/>
          </p:cNvSpPr>
          <p:nvPr>
            <p:ph type="subTitle" idx="4"/>
          </p:nvPr>
        </p:nvSpPr>
        <p:spPr>
          <a:xfrm>
            <a:off x="1543450" y="2326626"/>
            <a:ext cx="2560500" cy="41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Concept 1</a:t>
            </a:r>
            <a:endParaRPr/>
          </a:p>
        </p:txBody>
      </p:sp>
      <p:sp>
        <p:nvSpPr>
          <p:cNvPr id="692" name="Google Shape;692;p38"/>
          <p:cNvSpPr/>
          <p:nvPr/>
        </p:nvSpPr>
        <p:spPr>
          <a:xfrm>
            <a:off x="5250354" y="1565671"/>
            <a:ext cx="342505" cy="334191"/>
          </a:xfrm>
          <a:custGeom>
            <a:avLst/>
            <a:gdLst/>
            <a:ahLst/>
            <a:cxnLst/>
            <a:rect l="l" t="t" r="r" b="b"/>
            <a:pathLst>
              <a:path w="10752" h="10491" extrusionOk="0">
                <a:moveTo>
                  <a:pt x="9632" y="1406"/>
                </a:moveTo>
                <a:lnTo>
                  <a:pt x="9632" y="2418"/>
                </a:lnTo>
                <a:lnTo>
                  <a:pt x="3584" y="2418"/>
                </a:lnTo>
                <a:lnTo>
                  <a:pt x="3584" y="1918"/>
                </a:lnTo>
                <a:cubicBezTo>
                  <a:pt x="3584" y="1787"/>
                  <a:pt x="3477" y="1680"/>
                  <a:pt x="3346" y="1680"/>
                </a:cubicBezTo>
                <a:lnTo>
                  <a:pt x="1905" y="1680"/>
                </a:lnTo>
                <a:cubicBezTo>
                  <a:pt x="1774" y="1680"/>
                  <a:pt x="1667" y="1787"/>
                  <a:pt x="1667" y="1918"/>
                </a:cubicBezTo>
                <a:lnTo>
                  <a:pt x="1667" y="2358"/>
                </a:lnTo>
                <a:cubicBezTo>
                  <a:pt x="1500" y="2275"/>
                  <a:pt x="1381" y="2108"/>
                  <a:pt x="1381" y="1918"/>
                </a:cubicBezTo>
                <a:cubicBezTo>
                  <a:pt x="1381" y="1632"/>
                  <a:pt x="1607" y="1406"/>
                  <a:pt x="1893" y="1406"/>
                </a:cubicBezTo>
                <a:close/>
                <a:moveTo>
                  <a:pt x="3131" y="2156"/>
                </a:moveTo>
                <a:lnTo>
                  <a:pt x="3131" y="3168"/>
                </a:lnTo>
                <a:lnTo>
                  <a:pt x="2739" y="3001"/>
                </a:lnTo>
                <a:cubicBezTo>
                  <a:pt x="2709" y="2989"/>
                  <a:pt x="2679" y="2983"/>
                  <a:pt x="2649" y="2983"/>
                </a:cubicBezTo>
                <a:cubicBezTo>
                  <a:pt x="2620" y="2983"/>
                  <a:pt x="2590" y="2989"/>
                  <a:pt x="2560" y="3001"/>
                </a:cubicBezTo>
                <a:lnTo>
                  <a:pt x="2143" y="3180"/>
                </a:lnTo>
                <a:lnTo>
                  <a:pt x="2143" y="2156"/>
                </a:lnTo>
                <a:close/>
                <a:moveTo>
                  <a:pt x="10275" y="2882"/>
                </a:moveTo>
                <a:lnTo>
                  <a:pt x="10275" y="3346"/>
                </a:lnTo>
                <a:lnTo>
                  <a:pt x="3584" y="3346"/>
                </a:lnTo>
                <a:lnTo>
                  <a:pt x="3584" y="2882"/>
                </a:lnTo>
                <a:close/>
                <a:moveTo>
                  <a:pt x="8823" y="4728"/>
                </a:moveTo>
                <a:cubicBezTo>
                  <a:pt x="9108" y="4728"/>
                  <a:pt x="9335" y="4954"/>
                  <a:pt x="9335" y="5239"/>
                </a:cubicBezTo>
                <a:cubicBezTo>
                  <a:pt x="9335" y="5430"/>
                  <a:pt x="9216" y="5609"/>
                  <a:pt x="9049" y="5680"/>
                </a:cubicBezTo>
                <a:lnTo>
                  <a:pt x="9049" y="5239"/>
                </a:lnTo>
                <a:cubicBezTo>
                  <a:pt x="9049" y="5097"/>
                  <a:pt x="8942" y="4989"/>
                  <a:pt x="8811" y="4989"/>
                </a:cubicBezTo>
                <a:lnTo>
                  <a:pt x="7358" y="4989"/>
                </a:lnTo>
                <a:cubicBezTo>
                  <a:pt x="7215" y="4989"/>
                  <a:pt x="7120" y="5097"/>
                  <a:pt x="7120" y="5239"/>
                </a:cubicBezTo>
                <a:lnTo>
                  <a:pt x="7120" y="5740"/>
                </a:lnTo>
                <a:lnTo>
                  <a:pt x="1060" y="5740"/>
                </a:lnTo>
                <a:lnTo>
                  <a:pt x="1060" y="4728"/>
                </a:lnTo>
                <a:close/>
                <a:moveTo>
                  <a:pt x="8608" y="5454"/>
                </a:moveTo>
                <a:lnTo>
                  <a:pt x="8608" y="6502"/>
                </a:lnTo>
                <a:lnTo>
                  <a:pt x="8192" y="6323"/>
                </a:lnTo>
                <a:cubicBezTo>
                  <a:pt x="8156" y="6311"/>
                  <a:pt x="8132" y="6311"/>
                  <a:pt x="8096" y="6311"/>
                </a:cubicBezTo>
                <a:cubicBezTo>
                  <a:pt x="8073" y="6311"/>
                  <a:pt x="8037" y="6311"/>
                  <a:pt x="8013" y="6323"/>
                </a:cubicBezTo>
                <a:lnTo>
                  <a:pt x="7620" y="6490"/>
                </a:lnTo>
                <a:lnTo>
                  <a:pt x="7620" y="5454"/>
                </a:lnTo>
                <a:close/>
                <a:moveTo>
                  <a:pt x="8846" y="3811"/>
                </a:moveTo>
                <a:cubicBezTo>
                  <a:pt x="9632" y="3811"/>
                  <a:pt x="10275" y="4442"/>
                  <a:pt x="10275" y="5251"/>
                </a:cubicBezTo>
                <a:cubicBezTo>
                  <a:pt x="10275" y="5632"/>
                  <a:pt x="10120" y="5990"/>
                  <a:pt x="9859" y="6263"/>
                </a:cubicBezTo>
                <a:cubicBezTo>
                  <a:pt x="9632" y="6490"/>
                  <a:pt x="9358" y="6621"/>
                  <a:pt x="9061" y="6668"/>
                </a:cubicBezTo>
                <a:lnTo>
                  <a:pt x="9061" y="6192"/>
                </a:lnTo>
                <a:cubicBezTo>
                  <a:pt x="9501" y="6085"/>
                  <a:pt x="9811" y="5692"/>
                  <a:pt x="9811" y="5239"/>
                </a:cubicBezTo>
                <a:cubicBezTo>
                  <a:pt x="9811" y="4704"/>
                  <a:pt x="9382" y="4263"/>
                  <a:pt x="8846" y="4263"/>
                </a:cubicBezTo>
                <a:lnTo>
                  <a:pt x="476" y="4263"/>
                </a:lnTo>
                <a:lnTo>
                  <a:pt x="476" y="3811"/>
                </a:lnTo>
                <a:close/>
                <a:moveTo>
                  <a:pt x="7144" y="6216"/>
                </a:moveTo>
                <a:lnTo>
                  <a:pt x="7144" y="6680"/>
                </a:lnTo>
                <a:lnTo>
                  <a:pt x="464" y="6680"/>
                </a:lnTo>
                <a:lnTo>
                  <a:pt x="464" y="6216"/>
                </a:lnTo>
                <a:close/>
                <a:moveTo>
                  <a:pt x="9632" y="8073"/>
                </a:moveTo>
                <a:lnTo>
                  <a:pt x="9632" y="9085"/>
                </a:lnTo>
                <a:lnTo>
                  <a:pt x="3584" y="9085"/>
                </a:lnTo>
                <a:lnTo>
                  <a:pt x="3584" y="8585"/>
                </a:lnTo>
                <a:cubicBezTo>
                  <a:pt x="3584" y="8454"/>
                  <a:pt x="3477" y="8347"/>
                  <a:pt x="3346" y="8347"/>
                </a:cubicBezTo>
                <a:lnTo>
                  <a:pt x="1905" y="8347"/>
                </a:lnTo>
                <a:cubicBezTo>
                  <a:pt x="1774" y="8347"/>
                  <a:pt x="1667" y="8454"/>
                  <a:pt x="1667" y="8585"/>
                </a:cubicBezTo>
                <a:lnTo>
                  <a:pt x="1667" y="9026"/>
                </a:lnTo>
                <a:cubicBezTo>
                  <a:pt x="1500" y="8942"/>
                  <a:pt x="1381" y="8776"/>
                  <a:pt x="1381" y="8585"/>
                </a:cubicBezTo>
                <a:cubicBezTo>
                  <a:pt x="1381" y="8299"/>
                  <a:pt x="1607" y="8073"/>
                  <a:pt x="1893" y="8073"/>
                </a:cubicBezTo>
                <a:close/>
                <a:moveTo>
                  <a:pt x="3131" y="8823"/>
                </a:moveTo>
                <a:lnTo>
                  <a:pt x="3131" y="9835"/>
                </a:lnTo>
                <a:lnTo>
                  <a:pt x="2739" y="9669"/>
                </a:lnTo>
                <a:cubicBezTo>
                  <a:pt x="2709" y="9657"/>
                  <a:pt x="2679" y="9651"/>
                  <a:pt x="2649" y="9651"/>
                </a:cubicBezTo>
                <a:cubicBezTo>
                  <a:pt x="2620" y="9651"/>
                  <a:pt x="2590" y="9657"/>
                  <a:pt x="2560" y="9669"/>
                </a:cubicBezTo>
                <a:lnTo>
                  <a:pt x="2143" y="9847"/>
                </a:lnTo>
                <a:lnTo>
                  <a:pt x="2143" y="8823"/>
                </a:lnTo>
                <a:close/>
                <a:moveTo>
                  <a:pt x="10275" y="7144"/>
                </a:moveTo>
                <a:lnTo>
                  <a:pt x="10275" y="7597"/>
                </a:lnTo>
                <a:lnTo>
                  <a:pt x="1905" y="7597"/>
                </a:lnTo>
                <a:cubicBezTo>
                  <a:pt x="1369" y="7597"/>
                  <a:pt x="941" y="8037"/>
                  <a:pt x="941" y="8573"/>
                </a:cubicBezTo>
                <a:cubicBezTo>
                  <a:pt x="941" y="9026"/>
                  <a:pt x="1250" y="9419"/>
                  <a:pt x="1679" y="9526"/>
                </a:cubicBezTo>
                <a:lnTo>
                  <a:pt x="1679" y="10002"/>
                </a:lnTo>
                <a:cubicBezTo>
                  <a:pt x="1381" y="9954"/>
                  <a:pt x="1119" y="9800"/>
                  <a:pt x="893" y="9597"/>
                </a:cubicBezTo>
                <a:cubicBezTo>
                  <a:pt x="631" y="9323"/>
                  <a:pt x="476" y="8954"/>
                  <a:pt x="476" y="8585"/>
                </a:cubicBezTo>
                <a:cubicBezTo>
                  <a:pt x="476" y="7787"/>
                  <a:pt x="1119" y="7144"/>
                  <a:pt x="1917" y="7144"/>
                </a:cubicBezTo>
                <a:close/>
                <a:moveTo>
                  <a:pt x="1917" y="1"/>
                </a:moveTo>
                <a:cubicBezTo>
                  <a:pt x="881" y="1"/>
                  <a:pt x="12" y="846"/>
                  <a:pt x="12" y="1906"/>
                </a:cubicBezTo>
                <a:cubicBezTo>
                  <a:pt x="12" y="2406"/>
                  <a:pt x="214" y="2882"/>
                  <a:pt x="572" y="3239"/>
                </a:cubicBezTo>
                <a:cubicBezTo>
                  <a:pt x="595" y="3275"/>
                  <a:pt x="631" y="3299"/>
                  <a:pt x="667" y="3334"/>
                </a:cubicBezTo>
                <a:lnTo>
                  <a:pt x="238" y="3334"/>
                </a:lnTo>
                <a:cubicBezTo>
                  <a:pt x="107" y="3334"/>
                  <a:pt x="0" y="3430"/>
                  <a:pt x="0" y="3573"/>
                </a:cubicBezTo>
                <a:lnTo>
                  <a:pt x="0" y="4489"/>
                </a:lnTo>
                <a:cubicBezTo>
                  <a:pt x="0" y="4620"/>
                  <a:pt x="107" y="4728"/>
                  <a:pt x="238" y="4728"/>
                </a:cubicBezTo>
                <a:lnTo>
                  <a:pt x="631" y="4728"/>
                </a:lnTo>
                <a:lnTo>
                  <a:pt x="631" y="5751"/>
                </a:lnTo>
                <a:lnTo>
                  <a:pt x="238" y="5751"/>
                </a:lnTo>
                <a:cubicBezTo>
                  <a:pt x="107" y="5751"/>
                  <a:pt x="0" y="5859"/>
                  <a:pt x="0" y="5990"/>
                </a:cubicBezTo>
                <a:lnTo>
                  <a:pt x="0" y="6918"/>
                </a:lnTo>
                <a:cubicBezTo>
                  <a:pt x="0" y="7049"/>
                  <a:pt x="107" y="7156"/>
                  <a:pt x="238" y="7156"/>
                </a:cubicBezTo>
                <a:lnTo>
                  <a:pt x="667" y="7156"/>
                </a:lnTo>
                <a:cubicBezTo>
                  <a:pt x="274" y="7502"/>
                  <a:pt x="12" y="8014"/>
                  <a:pt x="12" y="8597"/>
                </a:cubicBezTo>
                <a:cubicBezTo>
                  <a:pt x="12" y="9109"/>
                  <a:pt x="214" y="9585"/>
                  <a:pt x="572" y="9942"/>
                </a:cubicBezTo>
                <a:cubicBezTo>
                  <a:pt x="929" y="10300"/>
                  <a:pt x="1405" y="10490"/>
                  <a:pt x="1905" y="10490"/>
                </a:cubicBezTo>
                <a:lnTo>
                  <a:pt x="5394" y="10490"/>
                </a:lnTo>
                <a:cubicBezTo>
                  <a:pt x="5525" y="10490"/>
                  <a:pt x="5632" y="10383"/>
                  <a:pt x="5632" y="10252"/>
                </a:cubicBezTo>
                <a:cubicBezTo>
                  <a:pt x="5632" y="10121"/>
                  <a:pt x="5525" y="10014"/>
                  <a:pt x="5394" y="10014"/>
                </a:cubicBezTo>
                <a:lnTo>
                  <a:pt x="3584" y="10014"/>
                </a:lnTo>
                <a:lnTo>
                  <a:pt x="3584" y="9550"/>
                </a:lnTo>
                <a:lnTo>
                  <a:pt x="10275" y="9550"/>
                </a:lnTo>
                <a:lnTo>
                  <a:pt x="10275" y="10014"/>
                </a:lnTo>
                <a:lnTo>
                  <a:pt x="6477" y="10014"/>
                </a:lnTo>
                <a:cubicBezTo>
                  <a:pt x="6346" y="10014"/>
                  <a:pt x="6239" y="10121"/>
                  <a:pt x="6239" y="10252"/>
                </a:cubicBezTo>
                <a:cubicBezTo>
                  <a:pt x="6239" y="10383"/>
                  <a:pt x="6346" y="10490"/>
                  <a:pt x="6477" y="10490"/>
                </a:cubicBezTo>
                <a:lnTo>
                  <a:pt x="10513" y="10490"/>
                </a:lnTo>
                <a:cubicBezTo>
                  <a:pt x="10644" y="10490"/>
                  <a:pt x="10751" y="10383"/>
                  <a:pt x="10751" y="10252"/>
                </a:cubicBezTo>
                <a:lnTo>
                  <a:pt x="10751" y="9323"/>
                </a:lnTo>
                <a:cubicBezTo>
                  <a:pt x="10751" y="9192"/>
                  <a:pt x="10644" y="9085"/>
                  <a:pt x="10513" y="9085"/>
                </a:cubicBezTo>
                <a:lnTo>
                  <a:pt x="10120" y="9085"/>
                </a:lnTo>
                <a:lnTo>
                  <a:pt x="10120" y="8061"/>
                </a:lnTo>
                <a:lnTo>
                  <a:pt x="10513" y="8061"/>
                </a:lnTo>
                <a:cubicBezTo>
                  <a:pt x="10644" y="8061"/>
                  <a:pt x="10751" y="7954"/>
                  <a:pt x="10751" y="7823"/>
                </a:cubicBezTo>
                <a:lnTo>
                  <a:pt x="10751" y="6906"/>
                </a:lnTo>
                <a:cubicBezTo>
                  <a:pt x="10751" y="6763"/>
                  <a:pt x="10644" y="6668"/>
                  <a:pt x="10513" y="6668"/>
                </a:cubicBezTo>
                <a:lnTo>
                  <a:pt x="10073" y="6668"/>
                </a:lnTo>
                <a:cubicBezTo>
                  <a:pt x="10109" y="6633"/>
                  <a:pt x="10156" y="6609"/>
                  <a:pt x="10180" y="6573"/>
                </a:cubicBezTo>
                <a:cubicBezTo>
                  <a:pt x="10537" y="6216"/>
                  <a:pt x="10728" y="5740"/>
                  <a:pt x="10728" y="5239"/>
                </a:cubicBezTo>
                <a:cubicBezTo>
                  <a:pt x="10728" y="4656"/>
                  <a:pt x="10478" y="4144"/>
                  <a:pt x="10073" y="3787"/>
                </a:cubicBezTo>
                <a:lnTo>
                  <a:pt x="10513" y="3787"/>
                </a:lnTo>
                <a:cubicBezTo>
                  <a:pt x="10644" y="3787"/>
                  <a:pt x="10751" y="3692"/>
                  <a:pt x="10751" y="3549"/>
                </a:cubicBezTo>
                <a:lnTo>
                  <a:pt x="10751" y="2632"/>
                </a:lnTo>
                <a:cubicBezTo>
                  <a:pt x="10751" y="2501"/>
                  <a:pt x="10644" y="2394"/>
                  <a:pt x="10513" y="2394"/>
                </a:cubicBezTo>
                <a:lnTo>
                  <a:pt x="10120" y="2394"/>
                </a:lnTo>
                <a:lnTo>
                  <a:pt x="10120" y="1370"/>
                </a:lnTo>
                <a:lnTo>
                  <a:pt x="10513" y="1394"/>
                </a:lnTo>
                <a:cubicBezTo>
                  <a:pt x="10644" y="1394"/>
                  <a:pt x="10751" y="1287"/>
                  <a:pt x="10751" y="1156"/>
                </a:cubicBezTo>
                <a:lnTo>
                  <a:pt x="10751" y="239"/>
                </a:lnTo>
                <a:cubicBezTo>
                  <a:pt x="10751" y="96"/>
                  <a:pt x="10644" y="1"/>
                  <a:pt x="10513" y="1"/>
                </a:cubicBezTo>
                <a:lnTo>
                  <a:pt x="8942" y="1"/>
                </a:lnTo>
                <a:cubicBezTo>
                  <a:pt x="8811" y="1"/>
                  <a:pt x="8704" y="96"/>
                  <a:pt x="8704" y="239"/>
                </a:cubicBezTo>
                <a:cubicBezTo>
                  <a:pt x="8704" y="370"/>
                  <a:pt x="8811" y="477"/>
                  <a:pt x="8942" y="477"/>
                </a:cubicBezTo>
                <a:lnTo>
                  <a:pt x="10287" y="477"/>
                </a:lnTo>
                <a:lnTo>
                  <a:pt x="10287" y="929"/>
                </a:lnTo>
                <a:lnTo>
                  <a:pt x="1905" y="929"/>
                </a:lnTo>
                <a:cubicBezTo>
                  <a:pt x="1369" y="929"/>
                  <a:pt x="941" y="1370"/>
                  <a:pt x="941" y="1906"/>
                </a:cubicBezTo>
                <a:cubicBezTo>
                  <a:pt x="941" y="2358"/>
                  <a:pt x="1250" y="2751"/>
                  <a:pt x="1679" y="2858"/>
                </a:cubicBezTo>
                <a:lnTo>
                  <a:pt x="1679" y="3334"/>
                </a:lnTo>
                <a:cubicBezTo>
                  <a:pt x="1381" y="3287"/>
                  <a:pt x="1119" y="3156"/>
                  <a:pt x="893" y="2930"/>
                </a:cubicBezTo>
                <a:cubicBezTo>
                  <a:pt x="631" y="2656"/>
                  <a:pt x="476" y="2287"/>
                  <a:pt x="476" y="1918"/>
                </a:cubicBezTo>
                <a:cubicBezTo>
                  <a:pt x="476" y="1132"/>
                  <a:pt x="1119" y="477"/>
                  <a:pt x="1917" y="477"/>
                </a:cubicBezTo>
                <a:lnTo>
                  <a:pt x="7870" y="477"/>
                </a:lnTo>
                <a:cubicBezTo>
                  <a:pt x="8013" y="477"/>
                  <a:pt x="8108" y="370"/>
                  <a:pt x="8108" y="239"/>
                </a:cubicBezTo>
                <a:cubicBezTo>
                  <a:pt x="8108" y="96"/>
                  <a:pt x="8013" y="1"/>
                  <a:pt x="7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8"/>
          <p:cNvSpPr/>
          <p:nvPr/>
        </p:nvSpPr>
        <p:spPr>
          <a:xfrm>
            <a:off x="1734396" y="1576533"/>
            <a:ext cx="381209" cy="312466"/>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9"/>
          <p:cNvSpPr/>
          <p:nvPr/>
        </p:nvSpPr>
        <p:spPr>
          <a:xfrm>
            <a:off x="6737242" y="189247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9"/>
          <p:cNvSpPr/>
          <p:nvPr/>
        </p:nvSpPr>
        <p:spPr>
          <a:xfrm>
            <a:off x="4190513" y="189247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9"/>
          <p:cNvSpPr/>
          <p:nvPr/>
        </p:nvSpPr>
        <p:spPr>
          <a:xfrm>
            <a:off x="1643792" y="189247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this topic about?</a:t>
            </a:r>
            <a:endParaRPr/>
          </a:p>
        </p:txBody>
      </p:sp>
      <p:sp>
        <p:nvSpPr>
          <p:cNvPr id="702" name="Google Shape;702;p39"/>
          <p:cNvSpPr txBox="1">
            <a:spLocks noGrp="1"/>
          </p:cNvSpPr>
          <p:nvPr>
            <p:ph type="subTitle" idx="1"/>
          </p:nvPr>
        </p:nvSpPr>
        <p:spPr>
          <a:xfrm>
            <a:off x="937700" y="3092569"/>
            <a:ext cx="21753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of them all</a:t>
            </a:r>
            <a:endParaRPr/>
          </a:p>
        </p:txBody>
      </p:sp>
      <p:sp>
        <p:nvSpPr>
          <p:cNvPr id="703" name="Google Shape;703;p39"/>
          <p:cNvSpPr txBox="1">
            <a:spLocks noGrp="1"/>
          </p:cNvSpPr>
          <p:nvPr>
            <p:ph type="subTitle" idx="2"/>
          </p:nvPr>
        </p:nvSpPr>
        <p:spPr>
          <a:xfrm>
            <a:off x="3484422" y="3092569"/>
            <a:ext cx="21753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704" name="Google Shape;704;p39"/>
          <p:cNvSpPr txBox="1">
            <a:spLocks noGrp="1"/>
          </p:cNvSpPr>
          <p:nvPr>
            <p:ph type="subTitle" idx="3"/>
          </p:nvPr>
        </p:nvSpPr>
        <p:spPr>
          <a:xfrm>
            <a:off x="6031150" y="3092569"/>
            <a:ext cx="21753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705" name="Google Shape;705;p39"/>
          <p:cNvSpPr txBox="1">
            <a:spLocks noGrp="1"/>
          </p:cNvSpPr>
          <p:nvPr>
            <p:ph type="subTitle" idx="4"/>
          </p:nvPr>
        </p:nvSpPr>
        <p:spPr>
          <a:xfrm>
            <a:off x="937700" y="2782020"/>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Definition</a:t>
            </a:r>
            <a:endParaRPr/>
          </a:p>
        </p:txBody>
      </p:sp>
      <p:sp>
        <p:nvSpPr>
          <p:cNvPr id="706" name="Google Shape;706;p39"/>
          <p:cNvSpPr txBox="1">
            <a:spLocks noGrp="1"/>
          </p:cNvSpPr>
          <p:nvPr>
            <p:ph type="subTitle" idx="5"/>
          </p:nvPr>
        </p:nvSpPr>
        <p:spPr>
          <a:xfrm>
            <a:off x="3484422" y="2782020"/>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Importance</a:t>
            </a:r>
            <a:endParaRPr/>
          </a:p>
        </p:txBody>
      </p:sp>
      <p:sp>
        <p:nvSpPr>
          <p:cNvPr id="707" name="Google Shape;707;p39"/>
          <p:cNvSpPr txBox="1">
            <a:spLocks noGrp="1"/>
          </p:cNvSpPr>
          <p:nvPr>
            <p:ph type="subTitle" idx="6"/>
          </p:nvPr>
        </p:nvSpPr>
        <p:spPr>
          <a:xfrm>
            <a:off x="6031150" y="2782020"/>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Impact</a:t>
            </a:r>
            <a:endParaRPr/>
          </a:p>
        </p:txBody>
      </p:sp>
      <p:sp>
        <p:nvSpPr>
          <p:cNvPr id="708" name="Google Shape;708;p39"/>
          <p:cNvSpPr/>
          <p:nvPr/>
        </p:nvSpPr>
        <p:spPr>
          <a:xfrm>
            <a:off x="4386389" y="2035122"/>
            <a:ext cx="371366" cy="372353"/>
          </a:xfrm>
          <a:custGeom>
            <a:avLst/>
            <a:gdLst/>
            <a:ahLst/>
            <a:cxnLst/>
            <a:rect l="l" t="t" r="r" b="b"/>
            <a:pathLst>
              <a:path w="11658" h="11689" extrusionOk="0">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9" name="Google Shape;709;p39"/>
          <p:cNvGrpSpPr/>
          <p:nvPr/>
        </p:nvGrpSpPr>
        <p:grpSpPr>
          <a:xfrm>
            <a:off x="6958729" y="2025009"/>
            <a:ext cx="320143" cy="392581"/>
            <a:chOff x="3086313" y="2877049"/>
            <a:chExt cx="320143" cy="392581"/>
          </a:xfrm>
        </p:grpSpPr>
        <p:sp>
          <p:nvSpPr>
            <p:cNvPr id="710" name="Google Shape;710;p39"/>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9"/>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9"/>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9"/>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9"/>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9"/>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9"/>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9"/>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9"/>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9"/>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9"/>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9"/>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 name="Google Shape;722;p39"/>
          <p:cNvGrpSpPr/>
          <p:nvPr/>
        </p:nvGrpSpPr>
        <p:grpSpPr>
          <a:xfrm>
            <a:off x="1882926" y="2034485"/>
            <a:ext cx="284847" cy="373627"/>
            <a:chOff x="1805901" y="1960358"/>
            <a:chExt cx="284847" cy="373627"/>
          </a:xfrm>
        </p:grpSpPr>
        <p:sp>
          <p:nvSpPr>
            <p:cNvPr id="723" name="Google Shape;723;p39"/>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9"/>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Features of the topic</a:t>
            </a:r>
            <a:endParaRPr/>
          </a:p>
        </p:txBody>
      </p:sp>
      <p:sp>
        <p:nvSpPr>
          <p:cNvPr id="730" name="Google Shape;730;p40"/>
          <p:cNvSpPr txBox="1">
            <a:spLocks noGrp="1"/>
          </p:cNvSpPr>
          <p:nvPr>
            <p:ph type="subTitle" idx="1"/>
          </p:nvPr>
        </p:nvSpPr>
        <p:spPr>
          <a:xfrm>
            <a:off x="2283134" y="2084667"/>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very cold</a:t>
            </a:r>
            <a:endParaRPr/>
          </a:p>
        </p:txBody>
      </p:sp>
      <p:sp>
        <p:nvSpPr>
          <p:cNvPr id="731" name="Google Shape;731;p40"/>
          <p:cNvSpPr txBox="1">
            <a:spLocks noGrp="1"/>
          </p:cNvSpPr>
          <p:nvPr>
            <p:ph type="subTitle" idx="2"/>
          </p:nvPr>
        </p:nvSpPr>
        <p:spPr>
          <a:xfrm>
            <a:off x="5818438" y="2084667"/>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732" name="Google Shape;732;p40"/>
          <p:cNvSpPr txBox="1">
            <a:spLocks noGrp="1"/>
          </p:cNvSpPr>
          <p:nvPr>
            <p:ph type="subTitle" idx="3"/>
          </p:nvPr>
        </p:nvSpPr>
        <p:spPr>
          <a:xfrm>
            <a:off x="2283134" y="3518067"/>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733" name="Google Shape;733;p40"/>
          <p:cNvSpPr txBox="1">
            <a:spLocks noGrp="1"/>
          </p:cNvSpPr>
          <p:nvPr>
            <p:ph type="subTitle" idx="4"/>
          </p:nvPr>
        </p:nvSpPr>
        <p:spPr>
          <a:xfrm>
            <a:off x="5818438" y="3518067"/>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734" name="Google Shape;734;p40"/>
          <p:cNvSpPr txBox="1">
            <a:spLocks noGrp="1"/>
          </p:cNvSpPr>
          <p:nvPr>
            <p:ph type="subTitle" idx="5"/>
          </p:nvPr>
        </p:nvSpPr>
        <p:spPr>
          <a:xfrm>
            <a:off x="2283134" y="1778725"/>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Intrigue</a:t>
            </a:r>
            <a:endParaRPr/>
          </a:p>
        </p:txBody>
      </p:sp>
      <p:sp>
        <p:nvSpPr>
          <p:cNvPr id="735" name="Google Shape;735;p40"/>
          <p:cNvSpPr txBox="1">
            <a:spLocks noGrp="1"/>
          </p:cNvSpPr>
          <p:nvPr>
            <p:ph type="subTitle" idx="6"/>
          </p:nvPr>
        </p:nvSpPr>
        <p:spPr>
          <a:xfrm>
            <a:off x="5818436" y="1778725"/>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Impact</a:t>
            </a:r>
            <a:endParaRPr/>
          </a:p>
        </p:txBody>
      </p:sp>
      <p:sp>
        <p:nvSpPr>
          <p:cNvPr id="736" name="Google Shape;736;p40"/>
          <p:cNvSpPr txBox="1">
            <a:spLocks noGrp="1"/>
          </p:cNvSpPr>
          <p:nvPr>
            <p:ph type="subTitle" idx="7"/>
          </p:nvPr>
        </p:nvSpPr>
        <p:spPr>
          <a:xfrm>
            <a:off x="2283134" y="3212175"/>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Memorability</a:t>
            </a:r>
            <a:endParaRPr/>
          </a:p>
        </p:txBody>
      </p:sp>
      <p:sp>
        <p:nvSpPr>
          <p:cNvPr id="737" name="Google Shape;737;p40"/>
          <p:cNvSpPr txBox="1">
            <a:spLocks noGrp="1"/>
          </p:cNvSpPr>
          <p:nvPr>
            <p:ph type="subTitle" idx="8"/>
          </p:nvPr>
        </p:nvSpPr>
        <p:spPr>
          <a:xfrm>
            <a:off x="5818436" y="3212175"/>
            <a:ext cx="19782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Relevance</a:t>
            </a:r>
            <a:endParaRPr/>
          </a:p>
        </p:txBody>
      </p:sp>
      <p:sp>
        <p:nvSpPr>
          <p:cNvPr id="738" name="Google Shape;738;p40"/>
          <p:cNvSpPr/>
          <p:nvPr/>
        </p:nvSpPr>
        <p:spPr>
          <a:xfrm>
            <a:off x="1347362" y="177872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0"/>
          <p:cNvSpPr/>
          <p:nvPr/>
        </p:nvSpPr>
        <p:spPr>
          <a:xfrm>
            <a:off x="1347362" y="321217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0"/>
          <p:cNvSpPr/>
          <p:nvPr/>
        </p:nvSpPr>
        <p:spPr>
          <a:xfrm>
            <a:off x="4882662" y="177872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0"/>
          <p:cNvSpPr/>
          <p:nvPr/>
        </p:nvSpPr>
        <p:spPr>
          <a:xfrm>
            <a:off x="4882662" y="3212173"/>
            <a:ext cx="763117" cy="657651"/>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2" name="Google Shape;742;p40"/>
          <p:cNvGrpSpPr/>
          <p:nvPr/>
        </p:nvGrpSpPr>
        <p:grpSpPr>
          <a:xfrm>
            <a:off x="1672100" y="1920962"/>
            <a:ext cx="113639" cy="373168"/>
            <a:chOff x="2347450" y="1954564"/>
            <a:chExt cx="113639" cy="373168"/>
          </a:xfrm>
        </p:grpSpPr>
        <p:sp>
          <p:nvSpPr>
            <p:cNvPr id="743" name="Google Shape;743;p40"/>
            <p:cNvSpPr/>
            <p:nvPr/>
          </p:nvSpPr>
          <p:spPr>
            <a:xfrm>
              <a:off x="2347450" y="1954564"/>
              <a:ext cx="89022" cy="261819"/>
            </a:xfrm>
            <a:custGeom>
              <a:avLst/>
              <a:gdLst/>
              <a:ahLst/>
              <a:cxnLst/>
              <a:rect l="l" t="t" r="r" b="b"/>
              <a:pathLst>
                <a:path w="2799" h="8232" extrusionOk="0">
                  <a:moveTo>
                    <a:pt x="1799" y="0"/>
                  </a:moveTo>
                  <a:cubicBezTo>
                    <a:pt x="1610" y="0"/>
                    <a:pt x="1422" y="78"/>
                    <a:pt x="1286" y="231"/>
                  </a:cubicBezTo>
                  <a:lnTo>
                    <a:pt x="786" y="814"/>
                  </a:lnTo>
                  <a:cubicBezTo>
                    <a:pt x="274" y="1386"/>
                    <a:pt x="1" y="2124"/>
                    <a:pt x="1" y="2898"/>
                  </a:cubicBezTo>
                  <a:lnTo>
                    <a:pt x="1" y="4874"/>
                  </a:lnTo>
                  <a:cubicBezTo>
                    <a:pt x="1" y="5077"/>
                    <a:pt x="394" y="5124"/>
                    <a:pt x="394" y="5434"/>
                  </a:cubicBezTo>
                  <a:cubicBezTo>
                    <a:pt x="394" y="5636"/>
                    <a:pt x="239" y="5708"/>
                    <a:pt x="60" y="5934"/>
                  </a:cubicBezTo>
                  <a:cubicBezTo>
                    <a:pt x="24" y="5958"/>
                    <a:pt x="13" y="6005"/>
                    <a:pt x="13" y="6053"/>
                  </a:cubicBezTo>
                  <a:lnTo>
                    <a:pt x="13" y="7279"/>
                  </a:lnTo>
                  <a:cubicBezTo>
                    <a:pt x="13" y="7577"/>
                    <a:pt x="72" y="7863"/>
                    <a:pt x="191" y="8137"/>
                  </a:cubicBezTo>
                  <a:cubicBezTo>
                    <a:pt x="215" y="8196"/>
                    <a:pt x="274" y="8232"/>
                    <a:pt x="358" y="8232"/>
                  </a:cubicBezTo>
                  <a:cubicBezTo>
                    <a:pt x="477" y="8232"/>
                    <a:pt x="560" y="8101"/>
                    <a:pt x="513" y="7982"/>
                  </a:cubicBezTo>
                  <a:cubicBezTo>
                    <a:pt x="417" y="7756"/>
                    <a:pt x="394" y="7089"/>
                    <a:pt x="370" y="6113"/>
                  </a:cubicBezTo>
                  <a:cubicBezTo>
                    <a:pt x="489" y="5958"/>
                    <a:pt x="775" y="5815"/>
                    <a:pt x="775" y="5422"/>
                  </a:cubicBezTo>
                  <a:cubicBezTo>
                    <a:pt x="775" y="5005"/>
                    <a:pt x="441" y="4839"/>
                    <a:pt x="370" y="4779"/>
                  </a:cubicBezTo>
                  <a:lnTo>
                    <a:pt x="370" y="2874"/>
                  </a:lnTo>
                  <a:cubicBezTo>
                    <a:pt x="370" y="2195"/>
                    <a:pt x="620" y="1541"/>
                    <a:pt x="1072" y="1029"/>
                  </a:cubicBezTo>
                  <a:lnTo>
                    <a:pt x="1572" y="457"/>
                  </a:lnTo>
                  <a:cubicBezTo>
                    <a:pt x="1636" y="381"/>
                    <a:pt x="1727" y="343"/>
                    <a:pt x="1816" y="343"/>
                  </a:cubicBezTo>
                  <a:cubicBezTo>
                    <a:pt x="1908" y="343"/>
                    <a:pt x="2000" y="384"/>
                    <a:pt x="2060" y="469"/>
                  </a:cubicBezTo>
                  <a:lnTo>
                    <a:pt x="2477" y="969"/>
                  </a:lnTo>
                  <a:cubicBezTo>
                    <a:pt x="2512" y="1018"/>
                    <a:pt x="2567" y="1042"/>
                    <a:pt x="2623" y="1042"/>
                  </a:cubicBezTo>
                  <a:cubicBezTo>
                    <a:pt x="2663" y="1042"/>
                    <a:pt x="2704" y="1030"/>
                    <a:pt x="2739" y="1005"/>
                  </a:cubicBezTo>
                  <a:cubicBezTo>
                    <a:pt x="2799" y="933"/>
                    <a:pt x="2799" y="826"/>
                    <a:pt x="2739" y="755"/>
                  </a:cubicBezTo>
                  <a:lnTo>
                    <a:pt x="2322" y="243"/>
                  </a:lnTo>
                  <a:cubicBezTo>
                    <a:pt x="2184" y="81"/>
                    <a:pt x="1991" y="0"/>
                    <a:pt x="1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0"/>
            <p:cNvSpPr/>
            <p:nvPr/>
          </p:nvSpPr>
          <p:spPr>
            <a:xfrm>
              <a:off x="2362970" y="1994352"/>
              <a:ext cx="98118" cy="333380"/>
            </a:xfrm>
            <a:custGeom>
              <a:avLst/>
              <a:gdLst/>
              <a:ahLst/>
              <a:cxnLst/>
              <a:rect l="l" t="t" r="r" b="b"/>
              <a:pathLst>
                <a:path w="3085" h="10482" extrusionOk="0">
                  <a:moveTo>
                    <a:pt x="2488" y="0"/>
                  </a:moveTo>
                  <a:cubicBezTo>
                    <a:pt x="2461" y="0"/>
                    <a:pt x="2434" y="5"/>
                    <a:pt x="2406" y="16"/>
                  </a:cubicBezTo>
                  <a:cubicBezTo>
                    <a:pt x="2322" y="63"/>
                    <a:pt x="2287" y="171"/>
                    <a:pt x="2334" y="254"/>
                  </a:cubicBezTo>
                  <a:cubicBezTo>
                    <a:pt x="2703" y="1004"/>
                    <a:pt x="2620" y="1623"/>
                    <a:pt x="2632" y="1742"/>
                  </a:cubicBezTo>
                  <a:lnTo>
                    <a:pt x="2227" y="2159"/>
                  </a:lnTo>
                  <a:cubicBezTo>
                    <a:pt x="1965" y="2445"/>
                    <a:pt x="1989" y="2909"/>
                    <a:pt x="2287" y="3147"/>
                  </a:cubicBezTo>
                  <a:lnTo>
                    <a:pt x="2632" y="3433"/>
                  </a:lnTo>
                  <a:lnTo>
                    <a:pt x="2632" y="5957"/>
                  </a:lnTo>
                  <a:cubicBezTo>
                    <a:pt x="2632" y="6326"/>
                    <a:pt x="2513" y="6683"/>
                    <a:pt x="2287" y="6981"/>
                  </a:cubicBezTo>
                  <a:lnTo>
                    <a:pt x="1406" y="8172"/>
                  </a:lnTo>
                  <a:lnTo>
                    <a:pt x="1406" y="4171"/>
                  </a:lnTo>
                  <a:lnTo>
                    <a:pt x="2203" y="3588"/>
                  </a:lnTo>
                  <a:cubicBezTo>
                    <a:pt x="2275" y="3528"/>
                    <a:pt x="2287" y="3433"/>
                    <a:pt x="2251" y="3350"/>
                  </a:cubicBezTo>
                  <a:cubicBezTo>
                    <a:pt x="2215" y="3307"/>
                    <a:pt x="2162" y="3285"/>
                    <a:pt x="2108" y="3285"/>
                  </a:cubicBezTo>
                  <a:cubicBezTo>
                    <a:pt x="2071" y="3285"/>
                    <a:pt x="2034" y="3295"/>
                    <a:pt x="2001" y="3314"/>
                  </a:cubicBezTo>
                  <a:lnTo>
                    <a:pt x="1430" y="3742"/>
                  </a:lnTo>
                  <a:lnTo>
                    <a:pt x="1430" y="230"/>
                  </a:lnTo>
                  <a:cubicBezTo>
                    <a:pt x="1430" y="123"/>
                    <a:pt x="1358" y="51"/>
                    <a:pt x="1251" y="51"/>
                  </a:cubicBezTo>
                  <a:cubicBezTo>
                    <a:pt x="1144" y="51"/>
                    <a:pt x="1072" y="123"/>
                    <a:pt x="1072" y="230"/>
                  </a:cubicBezTo>
                  <a:lnTo>
                    <a:pt x="1072" y="1349"/>
                  </a:lnTo>
                  <a:lnTo>
                    <a:pt x="656" y="992"/>
                  </a:lnTo>
                  <a:cubicBezTo>
                    <a:pt x="622" y="964"/>
                    <a:pt x="579" y="949"/>
                    <a:pt x="537" y="949"/>
                  </a:cubicBezTo>
                  <a:cubicBezTo>
                    <a:pt x="490" y="949"/>
                    <a:pt x="443" y="967"/>
                    <a:pt x="406" y="1004"/>
                  </a:cubicBezTo>
                  <a:cubicBezTo>
                    <a:pt x="346" y="1075"/>
                    <a:pt x="346" y="1183"/>
                    <a:pt x="417" y="1254"/>
                  </a:cubicBezTo>
                  <a:cubicBezTo>
                    <a:pt x="906" y="1683"/>
                    <a:pt x="1037" y="1826"/>
                    <a:pt x="1060" y="1826"/>
                  </a:cubicBezTo>
                  <a:lnTo>
                    <a:pt x="1060" y="5135"/>
                  </a:lnTo>
                  <a:lnTo>
                    <a:pt x="703" y="4814"/>
                  </a:lnTo>
                  <a:cubicBezTo>
                    <a:pt x="663" y="4786"/>
                    <a:pt x="621" y="4771"/>
                    <a:pt x="578" y="4771"/>
                  </a:cubicBezTo>
                  <a:cubicBezTo>
                    <a:pt x="532" y="4771"/>
                    <a:pt x="485" y="4789"/>
                    <a:pt x="441" y="4826"/>
                  </a:cubicBezTo>
                  <a:cubicBezTo>
                    <a:pt x="382" y="4897"/>
                    <a:pt x="382" y="5004"/>
                    <a:pt x="465" y="5076"/>
                  </a:cubicBezTo>
                  <a:lnTo>
                    <a:pt x="1060" y="5636"/>
                  </a:lnTo>
                  <a:lnTo>
                    <a:pt x="1060" y="8267"/>
                  </a:lnTo>
                  <a:lnTo>
                    <a:pt x="358" y="7267"/>
                  </a:lnTo>
                  <a:cubicBezTo>
                    <a:pt x="319" y="7220"/>
                    <a:pt x="261" y="7189"/>
                    <a:pt x="205" y="7189"/>
                  </a:cubicBezTo>
                  <a:cubicBezTo>
                    <a:pt x="174" y="7189"/>
                    <a:pt x="145" y="7198"/>
                    <a:pt x="120" y="7219"/>
                  </a:cubicBezTo>
                  <a:cubicBezTo>
                    <a:pt x="48" y="7279"/>
                    <a:pt x="13" y="7386"/>
                    <a:pt x="72" y="7457"/>
                  </a:cubicBezTo>
                  <a:lnTo>
                    <a:pt x="1072" y="8850"/>
                  </a:lnTo>
                  <a:lnTo>
                    <a:pt x="1072" y="9231"/>
                  </a:lnTo>
                  <a:lnTo>
                    <a:pt x="322" y="8517"/>
                  </a:lnTo>
                  <a:cubicBezTo>
                    <a:pt x="288" y="8483"/>
                    <a:pt x="246" y="8468"/>
                    <a:pt x="203" y="8468"/>
                  </a:cubicBezTo>
                  <a:cubicBezTo>
                    <a:pt x="157" y="8468"/>
                    <a:pt x="110" y="8486"/>
                    <a:pt x="72" y="8517"/>
                  </a:cubicBezTo>
                  <a:cubicBezTo>
                    <a:pt x="1" y="8588"/>
                    <a:pt x="13" y="8695"/>
                    <a:pt x="72" y="8767"/>
                  </a:cubicBezTo>
                  <a:lnTo>
                    <a:pt x="1060" y="9719"/>
                  </a:lnTo>
                  <a:lnTo>
                    <a:pt x="1060" y="10303"/>
                  </a:lnTo>
                  <a:cubicBezTo>
                    <a:pt x="1060" y="10410"/>
                    <a:pt x="1132" y="10481"/>
                    <a:pt x="1239" y="10481"/>
                  </a:cubicBezTo>
                  <a:cubicBezTo>
                    <a:pt x="1334" y="10481"/>
                    <a:pt x="1418" y="10410"/>
                    <a:pt x="1418" y="10303"/>
                  </a:cubicBezTo>
                  <a:lnTo>
                    <a:pt x="1418" y="9719"/>
                  </a:lnTo>
                  <a:lnTo>
                    <a:pt x="2430" y="8695"/>
                  </a:lnTo>
                  <a:cubicBezTo>
                    <a:pt x="2501" y="8624"/>
                    <a:pt x="2501" y="8517"/>
                    <a:pt x="2430" y="8445"/>
                  </a:cubicBezTo>
                  <a:cubicBezTo>
                    <a:pt x="2388" y="8410"/>
                    <a:pt x="2343" y="8392"/>
                    <a:pt x="2299" y="8392"/>
                  </a:cubicBezTo>
                  <a:cubicBezTo>
                    <a:pt x="2254" y="8392"/>
                    <a:pt x="2209" y="8410"/>
                    <a:pt x="2168" y="8445"/>
                  </a:cubicBezTo>
                  <a:lnTo>
                    <a:pt x="1394" y="9219"/>
                  </a:lnTo>
                  <a:lnTo>
                    <a:pt x="1394" y="8767"/>
                  </a:lnTo>
                  <a:lnTo>
                    <a:pt x="2561" y="7183"/>
                  </a:lnTo>
                  <a:cubicBezTo>
                    <a:pt x="2823" y="6826"/>
                    <a:pt x="2965" y="6386"/>
                    <a:pt x="2965" y="5945"/>
                  </a:cubicBezTo>
                  <a:lnTo>
                    <a:pt x="2965" y="3338"/>
                  </a:lnTo>
                  <a:cubicBezTo>
                    <a:pt x="3001" y="3326"/>
                    <a:pt x="2977" y="3266"/>
                    <a:pt x="2930" y="3230"/>
                  </a:cubicBezTo>
                  <a:lnTo>
                    <a:pt x="2513" y="2897"/>
                  </a:lnTo>
                  <a:cubicBezTo>
                    <a:pt x="2370" y="2778"/>
                    <a:pt x="2346" y="2552"/>
                    <a:pt x="2489" y="2421"/>
                  </a:cubicBezTo>
                  <a:cubicBezTo>
                    <a:pt x="2918" y="1956"/>
                    <a:pt x="2989" y="1945"/>
                    <a:pt x="2989" y="1826"/>
                  </a:cubicBezTo>
                  <a:cubicBezTo>
                    <a:pt x="2977" y="1671"/>
                    <a:pt x="3084" y="944"/>
                    <a:pt x="2644" y="99"/>
                  </a:cubicBezTo>
                  <a:cubicBezTo>
                    <a:pt x="2610" y="32"/>
                    <a:pt x="2553" y="0"/>
                    <a:pt x="2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 name="Google Shape;745;p40"/>
          <p:cNvSpPr/>
          <p:nvPr/>
        </p:nvSpPr>
        <p:spPr>
          <a:xfrm>
            <a:off x="5225208" y="1930838"/>
            <a:ext cx="78049" cy="353417"/>
          </a:xfrm>
          <a:custGeom>
            <a:avLst/>
            <a:gdLst/>
            <a:ahLst/>
            <a:cxnLst/>
            <a:rect l="l" t="t" r="r" b="b"/>
            <a:pathLst>
              <a:path w="2454" h="11112" extrusionOk="0">
                <a:moveTo>
                  <a:pt x="1215" y="501"/>
                </a:moveTo>
                <a:cubicBezTo>
                  <a:pt x="1429" y="894"/>
                  <a:pt x="1453" y="953"/>
                  <a:pt x="1453" y="965"/>
                </a:cubicBezTo>
                <a:cubicBezTo>
                  <a:pt x="1382" y="1013"/>
                  <a:pt x="1286" y="1025"/>
                  <a:pt x="1203" y="1025"/>
                </a:cubicBezTo>
                <a:cubicBezTo>
                  <a:pt x="1108" y="1025"/>
                  <a:pt x="1024" y="1013"/>
                  <a:pt x="941" y="965"/>
                </a:cubicBezTo>
                <a:lnTo>
                  <a:pt x="1215" y="501"/>
                </a:lnTo>
                <a:close/>
                <a:moveTo>
                  <a:pt x="1620" y="1275"/>
                </a:moveTo>
                <a:lnTo>
                  <a:pt x="2001" y="2013"/>
                </a:lnTo>
                <a:lnTo>
                  <a:pt x="429" y="2013"/>
                </a:lnTo>
                <a:lnTo>
                  <a:pt x="810" y="1275"/>
                </a:lnTo>
                <a:cubicBezTo>
                  <a:pt x="929" y="1334"/>
                  <a:pt x="1084" y="1382"/>
                  <a:pt x="1215" y="1382"/>
                </a:cubicBezTo>
                <a:cubicBezTo>
                  <a:pt x="1346" y="1382"/>
                  <a:pt x="1501" y="1358"/>
                  <a:pt x="1620" y="1275"/>
                </a:cubicBezTo>
                <a:close/>
                <a:moveTo>
                  <a:pt x="2108" y="9109"/>
                </a:moveTo>
                <a:lnTo>
                  <a:pt x="2108" y="9752"/>
                </a:lnTo>
                <a:lnTo>
                  <a:pt x="322" y="9752"/>
                </a:lnTo>
                <a:lnTo>
                  <a:pt x="322" y="9109"/>
                </a:lnTo>
                <a:close/>
                <a:moveTo>
                  <a:pt x="1215" y="1"/>
                </a:moveTo>
                <a:cubicBezTo>
                  <a:pt x="1155" y="1"/>
                  <a:pt x="1096" y="25"/>
                  <a:pt x="1072" y="84"/>
                </a:cubicBezTo>
                <a:lnTo>
                  <a:pt x="608" y="965"/>
                </a:lnTo>
                <a:lnTo>
                  <a:pt x="120" y="1894"/>
                </a:lnTo>
                <a:cubicBezTo>
                  <a:pt x="36" y="2037"/>
                  <a:pt x="0" y="2215"/>
                  <a:pt x="0" y="2382"/>
                </a:cubicBezTo>
                <a:lnTo>
                  <a:pt x="0" y="5359"/>
                </a:lnTo>
                <a:cubicBezTo>
                  <a:pt x="0" y="5442"/>
                  <a:pt x="72" y="5525"/>
                  <a:pt x="155" y="5525"/>
                </a:cubicBezTo>
                <a:cubicBezTo>
                  <a:pt x="250" y="5525"/>
                  <a:pt x="322" y="5442"/>
                  <a:pt x="322" y="5359"/>
                </a:cubicBezTo>
                <a:lnTo>
                  <a:pt x="322" y="2346"/>
                </a:lnTo>
                <a:lnTo>
                  <a:pt x="1048" y="2346"/>
                </a:lnTo>
                <a:lnTo>
                  <a:pt x="1048" y="8776"/>
                </a:lnTo>
                <a:lnTo>
                  <a:pt x="322" y="8776"/>
                </a:lnTo>
                <a:lnTo>
                  <a:pt x="322" y="6002"/>
                </a:lnTo>
                <a:cubicBezTo>
                  <a:pt x="322" y="5906"/>
                  <a:pt x="250" y="5835"/>
                  <a:pt x="155" y="5835"/>
                </a:cubicBezTo>
                <a:cubicBezTo>
                  <a:pt x="72" y="5835"/>
                  <a:pt x="0" y="5906"/>
                  <a:pt x="0" y="6002"/>
                </a:cubicBezTo>
                <a:lnTo>
                  <a:pt x="0" y="9895"/>
                </a:lnTo>
                <a:cubicBezTo>
                  <a:pt x="0" y="10121"/>
                  <a:pt x="60" y="10323"/>
                  <a:pt x="179" y="10526"/>
                </a:cubicBezTo>
                <a:cubicBezTo>
                  <a:pt x="203" y="10562"/>
                  <a:pt x="262" y="10597"/>
                  <a:pt x="322" y="10597"/>
                </a:cubicBezTo>
                <a:cubicBezTo>
                  <a:pt x="453" y="10597"/>
                  <a:pt x="536" y="10466"/>
                  <a:pt x="477" y="10347"/>
                </a:cubicBezTo>
                <a:cubicBezTo>
                  <a:pt x="417" y="10252"/>
                  <a:pt x="381" y="10145"/>
                  <a:pt x="370" y="10050"/>
                </a:cubicBezTo>
                <a:lnTo>
                  <a:pt x="2108" y="10050"/>
                </a:lnTo>
                <a:cubicBezTo>
                  <a:pt x="2025" y="10443"/>
                  <a:pt x="1679" y="10764"/>
                  <a:pt x="1251" y="10776"/>
                </a:cubicBezTo>
                <a:cubicBezTo>
                  <a:pt x="1108" y="10776"/>
                  <a:pt x="989" y="10764"/>
                  <a:pt x="893" y="10704"/>
                </a:cubicBezTo>
                <a:cubicBezTo>
                  <a:pt x="869" y="10695"/>
                  <a:pt x="844" y="10691"/>
                  <a:pt x="822" y="10691"/>
                </a:cubicBezTo>
                <a:cubicBezTo>
                  <a:pt x="757" y="10691"/>
                  <a:pt x="702" y="10726"/>
                  <a:pt x="667" y="10788"/>
                </a:cubicBezTo>
                <a:cubicBezTo>
                  <a:pt x="631" y="10883"/>
                  <a:pt x="667" y="10966"/>
                  <a:pt x="751" y="11014"/>
                </a:cubicBezTo>
                <a:cubicBezTo>
                  <a:pt x="907" y="11081"/>
                  <a:pt x="1067" y="11111"/>
                  <a:pt x="1222" y="11111"/>
                </a:cubicBezTo>
                <a:cubicBezTo>
                  <a:pt x="1872" y="11111"/>
                  <a:pt x="2453" y="10577"/>
                  <a:pt x="2453" y="9895"/>
                </a:cubicBezTo>
                <a:lnTo>
                  <a:pt x="2453" y="9895"/>
                </a:lnTo>
                <a:cubicBezTo>
                  <a:pt x="2453" y="9895"/>
                  <a:pt x="2453" y="9895"/>
                  <a:pt x="2453" y="9895"/>
                </a:cubicBezTo>
                <a:cubicBezTo>
                  <a:pt x="2441" y="9895"/>
                  <a:pt x="2441" y="8954"/>
                  <a:pt x="2441" y="8942"/>
                </a:cubicBezTo>
                <a:lnTo>
                  <a:pt x="2441" y="7514"/>
                </a:lnTo>
                <a:cubicBezTo>
                  <a:pt x="2441" y="7418"/>
                  <a:pt x="2358" y="7347"/>
                  <a:pt x="2275" y="7347"/>
                </a:cubicBezTo>
                <a:cubicBezTo>
                  <a:pt x="2179" y="7347"/>
                  <a:pt x="2108" y="7418"/>
                  <a:pt x="2108" y="7514"/>
                </a:cubicBezTo>
                <a:lnTo>
                  <a:pt x="2108" y="8776"/>
                </a:lnTo>
                <a:lnTo>
                  <a:pt x="1382" y="8776"/>
                </a:lnTo>
                <a:lnTo>
                  <a:pt x="1382" y="2346"/>
                </a:lnTo>
                <a:lnTo>
                  <a:pt x="2108" y="2346"/>
                </a:lnTo>
                <a:lnTo>
                  <a:pt x="2108" y="2382"/>
                </a:lnTo>
                <a:lnTo>
                  <a:pt x="2108" y="6859"/>
                </a:lnTo>
                <a:cubicBezTo>
                  <a:pt x="2108" y="6954"/>
                  <a:pt x="2179" y="7025"/>
                  <a:pt x="2275" y="7025"/>
                </a:cubicBezTo>
                <a:cubicBezTo>
                  <a:pt x="2358" y="7025"/>
                  <a:pt x="2441" y="6954"/>
                  <a:pt x="2441" y="6859"/>
                </a:cubicBezTo>
                <a:lnTo>
                  <a:pt x="2441" y="2382"/>
                </a:lnTo>
                <a:cubicBezTo>
                  <a:pt x="2441" y="2215"/>
                  <a:pt x="2394" y="2037"/>
                  <a:pt x="2322" y="1894"/>
                </a:cubicBezTo>
                <a:lnTo>
                  <a:pt x="1370" y="84"/>
                </a:lnTo>
                <a:cubicBezTo>
                  <a:pt x="1334" y="25"/>
                  <a:pt x="1274" y="1"/>
                  <a:pt x="1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6" name="Google Shape;746;p40"/>
          <p:cNvGrpSpPr/>
          <p:nvPr/>
        </p:nvGrpSpPr>
        <p:grpSpPr>
          <a:xfrm>
            <a:off x="1592397" y="3372109"/>
            <a:ext cx="273046" cy="337801"/>
            <a:chOff x="2667821" y="3361108"/>
            <a:chExt cx="273046" cy="337801"/>
          </a:xfrm>
        </p:grpSpPr>
        <p:sp>
          <p:nvSpPr>
            <p:cNvPr id="747" name="Google Shape;747;p40"/>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0"/>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0"/>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0"/>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0"/>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0"/>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0"/>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0"/>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0"/>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0"/>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0"/>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0"/>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0"/>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0"/>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0"/>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0"/>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0"/>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0"/>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0"/>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40"/>
          <p:cNvGrpSpPr/>
          <p:nvPr/>
        </p:nvGrpSpPr>
        <p:grpSpPr>
          <a:xfrm>
            <a:off x="5124850" y="3371472"/>
            <a:ext cx="278739" cy="339073"/>
            <a:chOff x="1768821" y="3361108"/>
            <a:chExt cx="278739" cy="339073"/>
          </a:xfrm>
        </p:grpSpPr>
        <p:sp>
          <p:nvSpPr>
            <p:cNvPr id="767" name="Google Shape;767;p40"/>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0"/>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0"/>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0"/>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0"/>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0"/>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0"/>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0"/>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0"/>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0"/>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0"/>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Examples</a:t>
            </a:r>
            <a:endParaRPr/>
          </a:p>
        </p:txBody>
      </p:sp>
      <p:sp>
        <p:nvSpPr>
          <p:cNvPr id="783" name="Google Shape;783;p41"/>
          <p:cNvSpPr txBox="1">
            <a:spLocks noGrp="1"/>
          </p:cNvSpPr>
          <p:nvPr>
            <p:ph type="title" idx="2"/>
          </p:nvPr>
        </p:nvSpPr>
        <p:spPr>
          <a:xfrm>
            <a:off x="720002" y="1574943"/>
            <a:ext cx="2081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Mystery</a:t>
            </a:r>
            <a:endParaRPr/>
          </a:p>
        </p:txBody>
      </p:sp>
      <p:sp>
        <p:nvSpPr>
          <p:cNvPr id="784" name="Google Shape;784;p41"/>
          <p:cNvSpPr txBox="1">
            <a:spLocks noGrp="1"/>
          </p:cNvSpPr>
          <p:nvPr>
            <p:ph type="subTitle" idx="1"/>
          </p:nvPr>
        </p:nvSpPr>
        <p:spPr>
          <a:xfrm>
            <a:off x="2899415" y="1374850"/>
            <a:ext cx="5524500" cy="79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detective investigating a murder discovers that the seemingly innocent victim was the mastermind behind a series of crimes.</a:t>
            </a:r>
            <a:endParaRPr/>
          </a:p>
        </p:txBody>
      </p:sp>
      <p:sp>
        <p:nvSpPr>
          <p:cNvPr id="785" name="Google Shape;785;p41"/>
          <p:cNvSpPr txBox="1">
            <a:spLocks noGrp="1"/>
          </p:cNvSpPr>
          <p:nvPr>
            <p:ph type="title" idx="3"/>
          </p:nvPr>
        </p:nvSpPr>
        <p:spPr>
          <a:xfrm>
            <a:off x="720002" y="2639394"/>
            <a:ext cx="2081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Science Fiction</a:t>
            </a:r>
            <a:endParaRPr/>
          </a:p>
        </p:txBody>
      </p:sp>
      <p:sp>
        <p:nvSpPr>
          <p:cNvPr id="786" name="Google Shape;786;p41"/>
          <p:cNvSpPr txBox="1">
            <a:spLocks noGrp="1"/>
          </p:cNvSpPr>
          <p:nvPr>
            <p:ph type="subTitle" idx="4"/>
          </p:nvPr>
        </p:nvSpPr>
        <p:spPr>
          <a:xfrm>
            <a:off x="2899415" y="2439300"/>
            <a:ext cx="5524500" cy="79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entire world the characters have been living in turns out to be a simulated reality, and they must navigate the real world outside.</a:t>
            </a:r>
            <a:endParaRPr/>
          </a:p>
        </p:txBody>
      </p:sp>
      <p:sp>
        <p:nvSpPr>
          <p:cNvPr id="787" name="Google Shape;787;p41"/>
          <p:cNvSpPr txBox="1">
            <a:spLocks noGrp="1"/>
          </p:cNvSpPr>
          <p:nvPr>
            <p:ph type="title" idx="5"/>
          </p:nvPr>
        </p:nvSpPr>
        <p:spPr>
          <a:xfrm>
            <a:off x="720002" y="3720519"/>
            <a:ext cx="2081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788" name="Google Shape;788;p41"/>
          <p:cNvSpPr txBox="1">
            <a:spLocks noGrp="1"/>
          </p:cNvSpPr>
          <p:nvPr>
            <p:ph type="subTitle" idx="6"/>
          </p:nvPr>
        </p:nvSpPr>
        <p:spPr>
          <a:xfrm>
            <a:off x="2899415" y="3520425"/>
            <a:ext cx="5524500" cy="79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character believed to be dead suddenly reappears, revealing that they faked their death to escape a dangerous situation.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2"/>
          <p:cNvSpPr txBox="1">
            <a:spLocks noGrp="1"/>
          </p:cNvSpPr>
          <p:nvPr>
            <p:ph type="subTitle" idx="2"/>
          </p:nvPr>
        </p:nvSpPr>
        <p:spPr>
          <a:xfrm>
            <a:off x="3578947" y="20407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794" name="Google Shape;794;p42"/>
          <p:cNvSpPr txBox="1">
            <a:spLocks noGrp="1"/>
          </p:cNvSpPr>
          <p:nvPr>
            <p:ph type="subTitle" idx="5"/>
          </p:nvPr>
        </p:nvSpPr>
        <p:spPr>
          <a:xfrm>
            <a:off x="6056725" y="20407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795" name="Google Shape;795;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Recommendations</a:t>
            </a:r>
            <a:endParaRPr/>
          </a:p>
        </p:txBody>
      </p:sp>
      <p:sp>
        <p:nvSpPr>
          <p:cNvPr id="796" name="Google Shape;796;p42"/>
          <p:cNvSpPr txBox="1">
            <a:spLocks noGrp="1"/>
          </p:cNvSpPr>
          <p:nvPr>
            <p:ph type="subTitle" idx="1"/>
          </p:nvPr>
        </p:nvSpPr>
        <p:spPr>
          <a:xfrm>
            <a:off x="1101175" y="20407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very cold</a:t>
            </a:r>
            <a:endParaRPr/>
          </a:p>
        </p:txBody>
      </p:sp>
      <p:sp>
        <p:nvSpPr>
          <p:cNvPr id="797" name="Google Shape;797;p42"/>
          <p:cNvSpPr txBox="1">
            <a:spLocks noGrp="1"/>
          </p:cNvSpPr>
          <p:nvPr>
            <p:ph type="subTitle" idx="3"/>
          </p:nvPr>
        </p:nvSpPr>
        <p:spPr>
          <a:xfrm>
            <a:off x="1101175" y="36265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798" name="Google Shape;798;p42"/>
          <p:cNvSpPr txBox="1">
            <a:spLocks noGrp="1"/>
          </p:cNvSpPr>
          <p:nvPr>
            <p:ph type="subTitle" idx="4"/>
          </p:nvPr>
        </p:nvSpPr>
        <p:spPr>
          <a:xfrm>
            <a:off x="3578947" y="36265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799" name="Google Shape;799;p42"/>
          <p:cNvSpPr txBox="1">
            <a:spLocks noGrp="1"/>
          </p:cNvSpPr>
          <p:nvPr>
            <p:ph type="subTitle" idx="6"/>
          </p:nvPr>
        </p:nvSpPr>
        <p:spPr>
          <a:xfrm>
            <a:off x="6056725" y="3626575"/>
            <a:ext cx="1986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800" name="Google Shape;800;p42"/>
          <p:cNvSpPr txBox="1">
            <a:spLocks noGrp="1"/>
          </p:cNvSpPr>
          <p:nvPr>
            <p:ph type="subTitle" idx="7"/>
          </p:nvPr>
        </p:nvSpPr>
        <p:spPr>
          <a:xfrm>
            <a:off x="1101175" y="167802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Start early</a:t>
            </a:r>
            <a:endParaRPr/>
          </a:p>
        </p:txBody>
      </p:sp>
      <p:sp>
        <p:nvSpPr>
          <p:cNvPr id="801" name="Google Shape;801;p42"/>
          <p:cNvSpPr txBox="1">
            <a:spLocks noGrp="1"/>
          </p:cNvSpPr>
          <p:nvPr>
            <p:ph type="subTitle" idx="8"/>
          </p:nvPr>
        </p:nvSpPr>
        <p:spPr>
          <a:xfrm>
            <a:off x="3578947" y="167802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Creative</a:t>
            </a:r>
            <a:endParaRPr/>
          </a:p>
        </p:txBody>
      </p:sp>
      <p:sp>
        <p:nvSpPr>
          <p:cNvPr id="802" name="Google Shape;802;p42"/>
          <p:cNvSpPr txBox="1">
            <a:spLocks noGrp="1"/>
          </p:cNvSpPr>
          <p:nvPr>
            <p:ph type="subTitle" idx="9"/>
          </p:nvPr>
        </p:nvSpPr>
        <p:spPr>
          <a:xfrm>
            <a:off x="1101175" y="326397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Don’t overuse</a:t>
            </a:r>
            <a:endParaRPr/>
          </a:p>
        </p:txBody>
      </p:sp>
      <p:sp>
        <p:nvSpPr>
          <p:cNvPr id="803" name="Google Shape;803;p42"/>
          <p:cNvSpPr txBox="1">
            <a:spLocks noGrp="1"/>
          </p:cNvSpPr>
          <p:nvPr>
            <p:ph type="subTitle" idx="13"/>
          </p:nvPr>
        </p:nvSpPr>
        <p:spPr>
          <a:xfrm>
            <a:off x="3578947" y="326397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Test</a:t>
            </a:r>
            <a:endParaRPr/>
          </a:p>
        </p:txBody>
      </p:sp>
      <p:sp>
        <p:nvSpPr>
          <p:cNvPr id="804" name="Google Shape;804;p42"/>
          <p:cNvSpPr txBox="1">
            <a:spLocks noGrp="1"/>
          </p:cNvSpPr>
          <p:nvPr>
            <p:ph type="subTitle" idx="14"/>
          </p:nvPr>
        </p:nvSpPr>
        <p:spPr>
          <a:xfrm>
            <a:off x="6056725" y="167802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Believable</a:t>
            </a:r>
            <a:endParaRPr/>
          </a:p>
        </p:txBody>
      </p:sp>
      <p:sp>
        <p:nvSpPr>
          <p:cNvPr id="805" name="Google Shape;805;p42"/>
          <p:cNvSpPr txBox="1">
            <a:spLocks noGrp="1"/>
          </p:cNvSpPr>
          <p:nvPr>
            <p:ph type="subTitle" idx="15"/>
          </p:nvPr>
        </p:nvSpPr>
        <p:spPr>
          <a:xfrm>
            <a:off x="6056725" y="3263976"/>
            <a:ext cx="19860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Have fun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43"/>
          <p:cNvSpPr txBox="1">
            <a:spLocks noGrp="1"/>
          </p:cNvSpPr>
          <p:nvPr>
            <p:ph type="title"/>
          </p:nvPr>
        </p:nvSpPr>
        <p:spPr>
          <a:xfrm>
            <a:off x="4850275" y="980875"/>
            <a:ext cx="3580500" cy="17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picture always reinforces </a:t>
            </a:r>
            <a:endParaRPr/>
          </a:p>
          <a:p>
            <a:pPr marL="0" lvl="0" indent="0" algn="l" rtl="0">
              <a:spcBef>
                <a:spcPts val="0"/>
              </a:spcBef>
              <a:spcAft>
                <a:spcPts val="0"/>
              </a:spcAft>
              <a:buNone/>
            </a:pPr>
            <a:r>
              <a:rPr lang="en"/>
              <a:t>the concept</a:t>
            </a:r>
            <a:endParaRPr/>
          </a:p>
        </p:txBody>
      </p:sp>
      <p:sp>
        <p:nvSpPr>
          <p:cNvPr id="812" name="Google Shape;812;p43"/>
          <p:cNvSpPr txBox="1">
            <a:spLocks noGrp="1"/>
          </p:cNvSpPr>
          <p:nvPr>
            <p:ph type="subTitle" idx="1"/>
          </p:nvPr>
        </p:nvSpPr>
        <p:spPr>
          <a:xfrm>
            <a:off x="4850275" y="2733600"/>
            <a:ext cx="3580500" cy="140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You can give a brief description</a:t>
            </a:r>
            <a:r>
              <a:rPr lang="en"/>
              <a:t> of the topic you want to talk about here. For example, if you want to talk about Mercury, you can say that it’s the smallest planet in the entire Solar System</a:t>
            </a:r>
            <a:endParaRPr/>
          </a:p>
        </p:txBody>
      </p:sp>
      <p:sp>
        <p:nvSpPr>
          <p:cNvPr id="2" name="Рисунок 1"/>
          <p:cNvSpPr>
            <a:spLocks noGrp="1"/>
          </p:cNvSpPr>
          <p:nvPr>
            <p:ph type="pic" idx="2"/>
          </p:nvPr>
        </p:nvSpPr>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44"/>
          <p:cNvSpPr txBox="1">
            <a:spLocks noGrp="1"/>
          </p:cNvSpPr>
          <p:nvPr>
            <p:ph type="title"/>
          </p:nvPr>
        </p:nvSpPr>
        <p:spPr>
          <a:xfrm>
            <a:off x="4180875" y="1803900"/>
            <a:ext cx="4249800" cy="1038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4,498,300</a:t>
            </a:r>
            <a:endParaRPr/>
          </a:p>
        </p:txBody>
      </p:sp>
      <p:sp>
        <p:nvSpPr>
          <p:cNvPr id="818" name="Google Shape;818;p44"/>
          <p:cNvSpPr txBox="1">
            <a:spLocks noGrp="1"/>
          </p:cNvSpPr>
          <p:nvPr>
            <p:ph type="subTitle" idx="1"/>
          </p:nvPr>
        </p:nvSpPr>
        <p:spPr>
          <a:xfrm>
            <a:off x="4180875" y="2842500"/>
            <a:ext cx="4249800" cy="49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grpSp>
        <p:nvGrpSpPr>
          <p:cNvPr id="819" name="Google Shape;819;p44"/>
          <p:cNvGrpSpPr/>
          <p:nvPr/>
        </p:nvGrpSpPr>
        <p:grpSpPr>
          <a:xfrm>
            <a:off x="1066041" y="1803811"/>
            <a:ext cx="1881949" cy="3761015"/>
            <a:chOff x="2040800" y="2303400"/>
            <a:chExt cx="1419375" cy="2836575"/>
          </a:xfrm>
        </p:grpSpPr>
        <p:sp>
          <p:nvSpPr>
            <p:cNvPr id="820" name="Google Shape;820;p44"/>
            <p:cNvSpPr/>
            <p:nvPr/>
          </p:nvSpPr>
          <p:spPr>
            <a:xfrm>
              <a:off x="2046625" y="3077400"/>
              <a:ext cx="1287625" cy="2057575"/>
            </a:xfrm>
            <a:custGeom>
              <a:avLst/>
              <a:gdLst/>
              <a:ahLst/>
              <a:cxnLst/>
              <a:rect l="l" t="t" r="r" b="b"/>
              <a:pathLst>
                <a:path w="51505" h="82303" extrusionOk="0">
                  <a:moveTo>
                    <a:pt x="48192" y="0"/>
                  </a:moveTo>
                  <a:cubicBezTo>
                    <a:pt x="47897" y="0"/>
                    <a:pt x="47702" y="44"/>
                    <a:pt x="47702" y="44"/>
                  </a:cubicBezTo>
                  <a:cubicBezTo>
                    <a:pt x="47702" y="44"/>
                    <a:pt x="45433" y="377"/>
                    <a:pt x="44466" y="1912"/>
                  </a:cubicBezTo>
                  <a:cubicBezTo>
                    <a:pt x="43532" y="3413"/>
                    <a:pt x="43365" y="3980"/>
                    <a:pt x="42698" y="8450"/>
                  </a:cubicBezTo>
                  <a:cubicBezTo>
                    <a:pt x="42031" y="12953"/>
                    <a:pt x="40296" y="16756"/>
                    <a:pt x="39996" y="16989"/>
                  </a:cubicBezTo>
                  <a:cubicBezTo>
                    <a:pt x="39980" y="17001"/>
                    <a:pt x="39954" y="17007"/>
                    <a:pt x="39918" y="17007"/>
                  </a:cubicBezTo>
                  <a:cubicBezTo>
                    <a:pt x="39262" y="17007"/>
                    <a:pt x="35379" y="15057"/>
                    <a:pt x="34525" y="13887"/>
                  </a:cubicBezTo>
                  <a:cubicBezTo>
                    <a:pt x="33625" y="12653"/>
                    <a:pt x="33158" y="7949"/>
                    <a:pt x="30156" y="6615"/>
                  </a:cubicBezTo>
                  <a:cubicBezTo>
                    <a:pt x="29480" y="6304"/>
                    <a:pt x="28687" y="6158"/>
                    <a:pt x="27823" y="6158"/>
                  </a:cubicBezTo>
                  <a:cubicBezTo>
                    <a:pt x="24891" y="6158"/>
                    <a:pt x="21145" y="7834"/>
                    <a:pt x="18414" y="10384"/>
                  </a:cubicBezTo>
                  <a:cubicBezTo>
                    <a:pt x="14911" y="13720"/>
                    <a:pt x="2903" y="22827"/>
                    <a:pt x="1735" y="26796"/>
                  </a:cubicBezTo>
                  <a:cubicBezTo>
                    <a:pt x="568" y="30799"/>
                    <a:pt x="2069" y="35936"/>
                    <a:pt x="3170" y="39138"/>
                  </a:cubicBezTo>
                  <a:cubicBezTo>
                    <a:pt x="4237" y="42341"/>
                    <a:pt x="5605" y="50446"/>
                    <a:pt x="5605" y="50446"/>
                  </a:cubicBezTo>
                  <a:lnTo>
                    <a:pt x="1735" y="72963"/>
                  </a:lnTo>
                  <a:lnTo>
                    <a:pt x="1" y="82303"/>
                  </a:lnTo>
                  <a:lnTo>
                    <a:pt x="24885" y="80101"/>
                  </a:lnTo>
                  <a:cubicBezTo>
                    <a:pt x="24885" y="80101"/>
                    <a:pt x="24885" y="67425"/>
                    <a:pt x="25552" y="64156"/>
                  </a:cubicBezTo>
                  <a:cubicBezTo>
                    <a:pt x="26220" y="60921"/>
                    <a:pt x="29088" y="51914"/>
                    <a:pt x="29555" y="51114"/>
                  </a:cubicBezTo>
                  <a:cubicBezTo>
                    <a:pt x="30022" y="50280"/>
                    <a:pt x="36293" y="46710"/>
                    <a:pt x="38428" y="43608"/>
                  </a:cubicBezTo>
                  <a:cubicBezTo>
                    <a:pt x="40530" y="40539"/>
                    <a:pt x="44066" y="30499"/>
                    <a:pt x="44633" y="29431"/>
                  </a:cubicBezTo>
                  <a:cubicBezTo>
                    <a:pt x="45200" y="28397"/>
                    <a:pt x="47902" y="21092"/>
                    <a:pt x="49336" y="15521"/>
                  </a:cubicBezTo>
                  <a:cubicBezTo>
                    <a:pt x="50770" y="9984"/>
                    <a:pt x="51504" y="5948"/>
                    <a:pt x="50937" y="2712"/>
                  </a:cubicBezTo>
                  <a:cubicBezTo>
                    <a:pt x="50547" y="321"/>
                    <a:pt x="48997" y="0"/>
                    <a:pt x="4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p:cNvSpPr/>
            <p:nvPr/>
          </p:nvSpPr>
          <p:spPr>
            <a:xfrm>
              <a:off x="2040800" y="3072225"/>
              <a:ext cx="1299275" cy="2067750"/>
            </a:xfrm>
            <a:custGeom>
              <a:avLst/>
              <a:gdLst/>
              <a:ahLst/>
              <a:cxnLst/>
              <a:rect l="l" t="t" r="r" b="b"/>
              <a:pathLst>
                <a:path w="51971" h="82710" extrusionOk="0">
                  <a:moveTo>
                    <a:pt x="48489" y="0"/>
                  </a:moveTo>
                  <a:cubicBezTo>
                    <a:pt x="48304" y="0"/>
                    <a:pt x="48118" y="17"/>
                    <a:pt x="47935" y="51"/>
                  </a:cubicBezTo>
                  <a:cubicBezTo>
                    <a:pt x="47834" y="51"/>
                    <a:pt x="45533" y="417"/>
                    <a:pt x="44565" y="1985"/>
                  </a:cubicBezTo>
                  <a:cubicBezTo>
                    <a:pt x="43565" y="3553"/>
                    <a:pt x="43398" y="4187"/>
                    <a:pt x="42731" y="8657"/>
                  </a:cubicBezTo>
                  <a:cubicBezTo>
                    <a:pt x="42097" y="12993"/>
                    <a:pt x="40463" y="16596"/>
                    <a:pt x="40129" y="17029"/>
                  </a:cubicBezTo>
                  <a:cubicBezTo>
                    <a:pt x="39595" y="16996"/>
                    <a:pt x="35759" y="15161"/>
                    <a:pt x="34925" y="13994"/>
                  </a:cubicBezTo>
                  <a:cubicBezTo>
                    <a:pt x="34625" y="13393"/>
                    <a:pt x="34358" y="12793"/>
                    <a:pt x="34191" y="12159"/>
                  </a:cubicBezTo>
                  <a:cubicBezTo>
                    <a:pt x="33558" y="10224"/>
                    <a:pt x="32690" y="7623"/>
                    <a:pt x="30489" y="6622"/>
                  </a:cubicBezTo>
                  <a:cubicBezTo>
                    <a:pt x="29794" y="6302"/>
                    <a:pt x="28972" y="6150"/>
                    <a:pt x="28074" y="6150"/>
                  </a:cubicBezTo>
                  <a:cubicBezTo>
                    <a:pt x="25136" y="6150"/>
                    <a:pt x="21375" y="7776"/>
                    <a:pt x="18514" y="10458"/>
                  </a:cubicBezTo>
                  <a:cubicBezTo>
                    <a:pt x="17613" y="11292"/>
                    <a:pt x="16212" y="12493"/>
                    <a:pt x="14544" y="13894"/>
                  </a:cubicBezTo>
                  <a:cubicBezTo>
                    <a:pt x="9507" y="18130"/>
                    <a:pt x="2636" y="23934"/>
                    <a:pt x="1768" y="26970"/>
                  </a:cubicBezTo>
                  <a:cubicBezTo>
                    <a:pt x="601" y="30939"/>
                    <a:pt x="2035" y="35943"/>
                    <a:pt x="3203" y="39412"/>
                  </a:cubicBezTo>
                  <a:cubicBezTo>
                    <a:pt x="4237" y="42414"/>
                    <a:pt x="5504" y="50086"/>
                    <a:pt x="5604" y="50653"/>
                  </a:cubicBezTo>
                  <a:lnTo>
                    <a:pt x="1768" y="73136"/>
                  </a:lnTo>
                  <a:lnTo>
                    <a:pt x="34" y="82476"/>
                  </a:lnTo>
                  <a:cubicBezTo>
                    <a:pt x="0" y="82576"/>
                    <a:pt x="67" y="82710"/>
                    <a:pt x="200" y="82710"/>
                  </a:cubicBezTo>
                  <a:lnTo>
                    <a:pt x="234" y="82710"/>
                  </a:lnTo>
                  <a:cubicBezTo>
                    <a:pt x="334" y="82710"/>
                    <a:pt x="434" y="82643"/>
                    <a:pt x="434" y="82543"/>
                  </a:cubicBezTo>
                  <a:lnTo>
                    <a:pt x="2169" y="73203"/>
                  </a:lnTo>
                  <a:lnTo>
                    <a:pt x="6038" y="50687"/>
                  </a:lnTo>
                  <a:cubicBezTo>
                    <a:pt x="6038" y="50653"/>
                    <a:pt x="6038" y="50653"/>
                    <a:pt x="6038" y="50620"/>
                  </a:cubicBezTo>
                  <a:cubicBezTo>
                    <a:pt x="6005" y="50553"/>
                    <a:pt x="4670" y="42448"/>
                    <a:pt x="3603" y="39245"/>
                  </a:cubicBezTo>
                  <a:cubicBezTo>
                    <a:pt x="2435" y="35876"/>
                    <a:pt x="1034" y="30906"/>
                    <a:pt x="2169" y="27070"/>
                  </a:cubicBezTo>
                  <a:cubicBezTo>
                    <a:pt x="3002" y="24168"/>
                    <a:pt x="10108" y="18163"/>
                    <a:pt x="14811" y="14194"/>
                  </a:cubicBezTo>
                  <a:cubicBezTo>
                    <a:pt x="16479" y="12793"/>
                    <a:pt x="17913" y="11592"/>
                    <a:pt x="18814" y="10758"/>
                  </a:cubicBezTo>
                  <a:cubicBezTo>
                    <a:pt x="21593" y="8134"/>
                    <a:pt x="25245" y="6561"/>
                    <a:pt x="28071" y="6561"/>
                  </a:cubicBezTo>
                  <a:cubicBezTo>
                    <a:pt x="28909" y="6561"/>
                    <a:pt x="29674" y="6699"/>
                    <a:pt x="30322" y="6989"/>
                  </a:cubicBezTo>
                  <a:cubicBezTo>
                    <a:pt x="32323" y="7923"/>
                    <a:pt x="33191" y="10425"/>
                    <a:pt x="33791" y="12293"/>
                  </a:cubicBezTo>
                  <a:cubicBezTo>
                    <a:pt x="33991" y="12960"/>
                    <a:pt x="34258" y="13627"/>
                    <a:pt x="34592" y="14227"/>
                  </a:cubicBezTo>
                  <a:cubicBezTo>
                    <a:pt x="35426" y="15361"/>
                    <a:pt x="39162" y="17296"/>
                    <a:pt x="40062" y="17430"/>
                  </a:cubicBezTo>
                  <a:cubicBezTo>
                    <a:pt x="40162" y="17430"/>
                    <a:pt x="40296" y="17430"/>
                    <a:pt x="40396" y="17363"/>
                  </a:cubicBezTo>
                  <a:cubicBezTo>
                    <a:pt x="40796" y="17029"/>
                    <a:pt x="42497" y="13093"/>
                    <a:pt x="43164" y="8690"/>
                  </a:cubicBezTo>
                  <a:cubicBezTo>
                    <a:pt x="43798" y="4320"/>
                    <a:pt x="43965" y="3720"/>
                    <a:pt x="44899" y="2219"/>
                  </a:cubicBezTo>
                  <a:cubicBezTo>
                    <a:pt x="45800" y="784"/>
                    <a:pt x="47968" y="451"/>
                    <a:pt x="48001" y="451"/>
                  </a:cubicBezTo>
                  <a:cubicBezTo>
                    <a:pt x="48139" y="429"/>
                    <a:pt x="48277" y="418"/>
                    <a:pt x="48414" y="418"/>
                  </a:cubicBezTo>
                  <a:cubicBezTo>
                    <a:pt x="48908" y="418"/>
                    <a:pt x="49392" y="557"/>
                    <a:pt x="49836" y="818"/>
                  </a:cubicBezTo>
                  <a:cubicBezTo>
                    <a:pt x="50503" y="1318"/>
                    <a:pt x="50903" y="2085"/>
                    <a:pt x="51003" y="2919"/>
                  </a:cubicBezTo>
                  <a:cubicBezTo>
                    <a:pt x="51537" y="6255"/>
                    <a:pt x="50737" y="10458"/>
                    <a:pt x="49402" y="15695"/>
                  </a:cubicBezTo>
                  <a:cubicBezTo>
                    <a:pt x="47968" y="21099"/>
                    <a:pt x="45266" y="28471"/>
                    <a:pt x="44699" y="29538"/>
                  </a:cubicBezTo>
                  <a:cubicBezTo>
                    <a:pt x="44532" y="29872"/>
                    <a:pt x="44132" y="30906"/>
                    <a:pt x="43565" y="32340"/>
                  </a:cubicBezTo>
                  <a:cubicBezTo>
                    <a:pt x="42264" y="35776"/>
                    <a:pt x="39996" y="41514"/>
                    <a:pt x="38494" y="43682"/>
                  </a:cubicBezTo>
                  <a:cubicBezTo>
                    <a:pt x="37160" y="45650"/>
                    <a:pt x="34025" y="47851"/>
                    <a:pt x="31956" y="49319"/>
                  </a:cubicBezTo>
                  <a:cubicBezTo>
                    <a:pt x="30555" y="50320"/>
                    <a:pt x="29822" y="50854"/>
                    <a:pt x="29621" y="51187"/>
                  </a:cubicBezTo>
                  <a:cubicBezTo>
                    <a:pt x="29121" y="52021"/>
                    <a:pt x="26252" y="61061"/>
                    <a:pt x="25585" y="64330"/>
                  </a:cubicBezTo>
                  <a:cubicBezTo>
                    <a:pt x="24951" y="67566"/>
                    <a:pt x="24951" y="79774"/>
                    <a:pt x="24951" y="80308"/>
                  </a:cubicBezTo>
                  <a:cubicBezTo>
                    <a:pt x="24951" y="80408"/>
                    <a:pt x="25018" y="80508"/>
                    <a:pt x="25152" y="80508"/>
                  </a:cubicBezTo>
                  <a:cubicBezTo>
                    <a:pt x="25252" y="80508"/>
                    <a:pt x="25352" y="80408"/>
                    <a:pt x="25352" y="80308"/>
                  </a:cubicBezTo>
                  <a:cubicBezTo>
                    <a:pt x="25352" y="80175"/>
                    <a:pt x="25352" y="67599"/>
                    <a:pt x="25986" y="64397"/>
                  </a:cubicBezTo>
                  <a:cubicBezTo>
                    <a:pt x="26653" y="61194"/>
                    <a:pt x="29488" y="52221"/>
                    <a:pt x="29988" y="51387"/>
                  </a:cubicBezTo>
                  <a:cubicBezTo>
                    <a:pt x="30122" y="51154"/>
                    <a:pt x="31123" y="50420"/>
                    <a:pt x="32190" y="49686"/>
                  </a:cubicBezTo>
                  <a:cubicBezTo>
                    <a:pt x="34425" y="48085"/>
                    <a:pt x="37460" y="45950"/>
                    <a:pt x="38828" y="43915"/>
                  </a:cubicBezTo>
                  <a:cubicBezTo>
                    <a:pt x="40362" y="41714"/>
                    <a:pt x="42631" y="35943"/>
                    <a:pt x="43965" y="32474"/>
                  </a:cubicBezTo>
                  <a:cubicBezTo>
                    <a:pt x="44499" y="31106"/>
                    <a:pt x="44899" y="30039"/>
                    <a:pt x="45066" y="29738"/>
                  </a:cubicBezTo>
                  <a:cubicBezTo>
                    <a:pt x="45666" y="28671"/>
                    <a:pt x="48368" y="21199"/>
                    <a:pt x="49803" y="15795"/>
                  </a:cubicBezTo>
                  <a:cubicBezTo>
                    <a:pt x="51170" y="10491"/>
                    <a:pt x="51971" y="6288"/>
                    <a:pt x="51404" y="2853"/>
                  </a:cubicBezTo>
                  <a:cubicBezTo>
                    <a:pt x="51204" y="1752"/>
                    <a:pt x="50770" y="951"/>
                    <a:pt x="50069" y="451"/>
                  </a:cubicBezTo>
                  <a:cubicBezTo>
                    <a:pt x="49594" y="151"/>
                    <a:pt x="49044" y="0"/>
                    <a:pt x="48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p:cNvSpPr/>
            <p:nvPr/>
          </p:nvSpPr>
          <p:spPr>
            <a:xfrm>
              <a:off x="2321000" y="3380525"/>
              <a:ext cx="734700" cy="673275"/>
            </a:xfrm>
            <a:custGeom>
              <a:avLst/>
              <a:gdLst/>
              <a:ahLst/>
              <a:cxnLst/>
              <a:rect l="l" t="t" r="r" b="b"/>
              <a:pathLst>
                <a:path w="29388" h="26931" extrusionOk="0">
                  <a:moveTo>
                    <a:pt x="16142" y="0"/>
                  </a:moveTo>
                  <a:cubicBezTo>
                    <a:pt x="14729" y="0"/>
                    <a:pt x="13367" y="253"/>
                    <a:pt x="12576" y="795"/>
                  </a:cubicBezTo>
                  <a:cubicBezTo>
                    <a:pt x="10741" y="1995"/>
                    <a:pt x="4170" y="16139"/>
                    <a:pt x="3169" y="18207"/>
                  </a:cubicBezTo>
                  <a:cubicBezTo>
                    <a:pt x="2202" y="20275"/>
                    <a:pt x="0" y="22710"/>
                    <a:pt x="1702" y="23811"/>
                  </a:cubicBezTo>
                  <a:lnTo>
                    <a:pt x="1702" y="23844"/>
                  </a:lnTo>
                  <a:cubicBezTo>
                    <a:pt x="1702" y="23844"/>
                    <a:pt x="3636" y="24107"/>
                    <a:pt x="4736" y="24107"/>
                  </a:cubicBezTo>
                  <a:cubicBezTo>
                    <a:pt x="4937" y="24107"/>
                    <a:pt x="5109" y="24098"/>
                    <a:pt x="5237" y="24078"/>
                  </a:cubicBezTo>
                  <a:cubicBezTo>
                    <a:pt x="5636" y="24017"/>
                    <a:pt x="5950" y="23913"/>
                    <a:pt x="6316" y="23913"/>
                  </a:cubicBezTo>
                  <a:cubicBezTo>
                    <a:pt x="6746" y="23913"/>
                    <a:pt x="7247" y="24056"/>
                    <a:pt x="8039" y="24578"/>
                  </a:cubicBezTo>
                  <a:cubicBezTo>
                    <a:pt x="9368" y="25454"/>
                    <a:pt x="10997" y="26931"/>
                    <a:pt x="12556" y="26931"/>
                  </a:cubicBezTo>
                  <a:cubicBezTo>
                    <a:pt x="12719" y="26931"/>
                    <a:pt x="12882" y="26915"/>
                    <a:pt x="13043" y="26880"/>
                  </a:cubicBezTo>
                  <a:cubicBezTo>
                    <a:pt x="14744" y="26513"/>
                    <a:pt x="16579" y="26146"/>
                    <a:pt x="18280" y="24078"/>
                  </a:cubicBezTo>
                  <a:cubicBezTo>
                    <a:pt x="18280" y="24078"/>
                    <a:pt x="18413" y="25779"/>
                    <a:pt x="19981" y="25913"/>
                  </a:cubicBezTo>
                  <a:cubicBezTo>
                    <a:pt x="19996" y="25914"/>
                    <a:pt x="20010" y="25914"/>
                    <a:pt x="20025" y="25914"/>
                  </a:cubicBezTo>
                  <a:cubicBezTo>
                    <a:pt x="21663" y="25914"/>
                    <a:pt x="26074" y="18682"/>
                    <a:pt x="24851" y="15905"/>
                  </a:cubicBezTo>
                  <a:lnTo>
                    <a:pt x="23651" y="13103"/>
                  </a:lnTo>
                  <a:lnTo>
                    <a:pt x="23651" y="13103"/>
                  </a:lnTo>
                  <a:cubicBezTo>
                    <a:pt x="23651" y="13104"/>
                    <a:pt x="26219" y="15639"/>
                    <a:pt x="27787" y="15639"/>
                  </a:cubicBezTo>
                  <a:cubicBezTo>
                    <a:pt x="29388" y="15639"/>
                    <a:pt x="27553" y="7733"/>
                    <a:pt x="27420" y="6632"/>
                  </a:cubicBezTo>
                  <a:cubicBezTo>
                    <a:pt x="27286" y="5531"/>
                    <a:pt x="22316" y="2496"/>
                    <a:pt x="20715" y="1161"/>
                  </a:cubicBezTo>
                  <a:cubicBezTo>
                    <a:pt x="19835" y="413"/>
                    <a:pt x="17948" y="0"/>
                    <a:pt x="16142" y="0"/>
                  </a:cubicBezTo>
                  <a:close/>
                </a:path>
              </a:pathLst>
            </a:custGeom>
            <a:solidFill>
              <a:srgbClr val="FFDFCA">
                <a:alpha val="60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p:cNvSpPr/>
            <p:nvPr/>
          </p:nvSpPr>
          <p:spPr>
            <a:xfrm>
              <a:off x="2721275" y="4359400"/>
              <a:ext cx="41725" cy="47550"/>
            </a:xfrm>
            <a:custGeom>
              <a:avLst/>
              <a:gdLst/>
              <a:ahLst/>
              <a:cxnLst/>
              <a:rect l="l" t="t" r="r" b="b"/>
              <a:pathLst>
                <a:path w="1669" h="1902" extrusionOk="0">
                  <a:moveTo>
                    <a:pt x="1368" y="0"/>
                  </a:moveTo>
                  <a:lnTo>
                    <a:pt x="67" y="1535"/>
                  </a:lnTo>
                  <a:cubicBezTo>
                    <a:pt x="1" y="1635"/>
                    <a:pt x="1" y="1768"/>
                    <a:pt x="101" y="1835"/>
                  </a:cubicBezTo>
                  <a:cubicBezTo>
                    <a:pt x="134" y="1868"/>
                    <a:pt x="201" y="1868"/>
                    <a:pt x="234" y="1902"/>
                  </a:cubicBezTo>
                  <a:cubicBezTo>
                    <a:pt x="301" y="1868"/>
                    <a:pt x="368" y="1868"/>
                    <a:pt x="401" y="1802"/>
                  </a:cubicBezTo>
                  <a:lnTo>
                    <a:pt x="1669" y="267"/>
                  </a:lnTo>
                  <a:lnTo>
                    <a:pt x="1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p:cNvSpPr/>
            <p:nvPr/>
          </p:nvSpPr>
          <p:spPr>
            <a:xfrm>
              <a:off x="2376725" y="4433400"/>
              <a:ext cx="315725" cy="110325"/>
            </a:xfrm>
            <a:custGeom>
              <a:avLst/>
              <a:gdLst/>
              <a:ahLst/>
              <a:cxnLst/>
              <a:rect l="l" t="t" r="r" b="b"/>
              <a:pathLst>
                <a:path w="12629" h="4413" extrusionOk="0">
                  <a:moveTo>
                    <a:pt x="12328" y="0"/>
                  </a:moveTo>
                  <a:cubicBezTo>
                    <a:pt x="12279" y="0"/>
                    <a:pt x="12228" y="22"/>
                    <a:pt x="12182" y="76"/>
                  </a:cubicBezTo>
                  <a:cubicBezTo>
                    <a:pt x="10447" y="1477"/>
                    <a:pt x="8045" y="3178"/>
                    <a:pt x="6511" y="3745"/>
                  </a:cubicBezTo>
                  <a:cubicBezTo>
                    <a:pt x="6077" y="3906"/>
                    <a:pt x="5595" y="3972"/>
                    <a:pt x="5098" y="3972"/>
                  </a:cubicBezTo>
                  <a:cubicBezTo>
                    <a:pt x="2916" y="3972"/>
                    <a:pt x="434" y="2711"/>
                    <a:pt x="407" y="2711"/>
                  </a:cubicBezTo>
                  <a:cubicBezTo>
                    <a:pt x="379" y="2699"/>
                    <a:pt x="352" y="2694"/>
                    <a:pt x="326" y="2694"/>
                  </a:cubicBezTo>
                  <a:cubicBezTo>
                    <a:pt x="132" y="2694"/>
                    <a:pt x="0" y="2994"/>
                    <a:pt x="206" y="3111"/>
                  </a:cubicBezTo>
                  <a:cubicBezTo>
                    <a:pt x="340" y="3145"/>
                    <a:pt x="2808" y="4412"/>
                    <a:pt x="5077" y="4412"/>
                  </a:cubicBezTo>
                  <a:cubicBezTo>
                    <a:pt x="5610" y="4412"/>
                    <a:pt x="6144" y="4312"/>
                    <a:pt x="6644" y="4145"/>
                  </a:cubicBezTo>
                  <a:cubicBezTo>
                    <a:pt x="8646" y="3412"/>
                    <a:pt x="11615" y="1077"/>
                    <a:pt x="12448" y="376"/>
                  </a:cubicBezTo>
                  <a:cubicBezTo>
                    <a:pt x="12628" y="248"/>
                    <a:pt x="12491" y="0"/>
                    <a:pt x="12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p:cNvSpPr/>
            <p:nvPr/>
          </p:nvSpPr>
          <p:spPr>
            <a:xfrm>
              <a:off x="2730450" y="4262650"/>
              <a:ext cx="13375" cy="46725"/>
            </a:xfrm>
            <a:custGeom>
              <a:avLst/>
              <a:gdLst/>
              <a:ahLst/>
              <a:cxnLst/>
              <a:rect l="l" t="t" r="r" b="b"/>
              <a:pathLst>
                <a:path w="535" h="1869" extrusionOk="0">
                  <a:moveTo>
                    <a:pt x="167" y="1"/>
                  </a:moveTo>
                  <a:cubicBezTo>
                    <a:pt x="67" y="34"/>
                    <a:pt x="1" y="134"/>
                    <a:pt x="1" y="268"/>
                  </a:cubicBezTo>
                  <a:cubicBezTo>
                    <a:pt x="101" y="701"/>
                    <a:pt x="101" y="1168"/>
                    <a:pt x="67" y="1635"/>
                  </a:cubicBezTo>
                  <a:cubicBezTo>
                    <a:pt x="67" y="1735"/>
                    <a:pt x="134" y="1836"/>
                    <a:pt x="268" y="1869"/>
                  </a:cubicBezTo>
                  <a:cubicBezTo>
                    <a:pt x="368" y="1869"/>
                    <a:pt x="468" y="1769"/>
                    <a:pt x="501" y="1669"/>
                  </a:cubicBezTo>
                  <a:cubicBezTo>
                    <a:pt x="534" y="1168"/>
                    <a:pt x="501" y="668"/>
                    <a:pt x="434" y="201"/>
                  </a:cubicBezTo>
                  <a:cubicBezTo>
                    <a:pt x="401" y="68"/>
                    <a:pt x="301"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p:cNvSpPr/>
            <p:nvPr/>
          </p:nvSpPr>
          <p:spPr>
            <a:xfrm>
              <a:off x="2650250" y="4116275"/>
              <a:ext cx="83575" cy="128075"/>
            </a:xfrm>
            <a:custGeom>
              <a:avLst/>
              <a:gdLst/>
              <a:ahLst/>
              <a:cxnLst/>
              <a:rect l="l" t="t" r="r" b="b"/>
              <a:pathLst>
                <a:path w="3343" h="5123" extrusionOk="0">
                  <a:moveTo>
                    <a:pt x="304" y="0"/>
                  </a:moveTo>
                  <a:cubicBezTo>
                    <a:pt x="139" y="0"/>
                    <a:pt x="0" y="204"/>
                    <a:pt x="173" y="352"/>
                  </a:cubicBezTo>
                  <a:cubicBezTo>
                    <a:pt x="1307" y="1720"/>
                    <a:pt x="2241" y="3287"/>
                    <a:pt x="2908" y="4989"/>
                  </a:cubicBezTo>
                  <a:cubicBezTo>
                    <a:pt x="2908" y="5089"/>
                    <a:pt x="3009" y="5122"/>
                    <a:pt x="3109" y="5122"/>
                  </a:cubicBezTo>
                  <a:lnTo>
                    <a:pt x="3175" y="5122"/>
                  </a:lnTo>
                  <a:cubicBezTo>
                    <a:pt x="3275" y="5089"/>
                    <a:pt x="3342" y="4955"/>
                    <a:pt x="3309" y="4855"/>
                  </a:cubicBezTo>
                  <a:cubicBezTo>
                    <a:pt x="2642" y="3121"/>
                    <a:pt x="1674" y="1486"/>
                    <a:pt x="473" y="85"/>
                  </a:cubicBezTo>
                  <a:cubicBezTo>
                    <a:pt x="422" y="25"/>
                    <a:pt x="361" y="0"/>
                    <a:pt x="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p:cNvSpPr/>
            <p:nvPr/>
          </p:nvSpPr>
          <p:spPr>
            <a:xfrm>
              <a:off x="2453600" y="2308575"/>
              <a:ext cx="963200" cy="1424850"/>
            </a:xfrm>
            <a:custGeom>
              <a:avLst/>
              <a:gdLst/>
              <a:ahLst/>
              <a:cxnLst/>
              <a:rect l="l" t="t" r="r" b="b"/>
              <a:pathLst>
                <a:path w="38528" h="56994" extrusionOk="0">
                  <a:moveTo>
                    <a:pt x="2990" y="0"/>
                  </a:moveTo>
                  <a:cubicBezTo>
                    <a:pt x="2573" y="0"/>
                    <a:pt x="2132" y="139"/>
                    <a:pt x="1701" y="408"/>
                  </a:cubicBezTo>
                  <a:cubicBezTo>
                    <a:pt x="601" y="1075"/>
                    <a:pt x="0" y="2276"/>
                    <a:pt x="667" y="3344"/>
                  </a:cubicBezTo>
                  <a:lnTo>
                    <a:pt x="32156" y="55481"/>
                  </a:lnTo>
                  <a:cubicBezTo>
                    <a:pt x="32742" y="56437"/>
                    <a:pt x="33812" y="56993"/>
                    <a:pt x="34919" y="56993"/>
                  </a:cubicBezTo>
                  <a:cubicBezTo>
                    <a:pt x="35010" y="56993"/>
                    <a:pt x="35101" y="56990"/>
                    <a:pt x="35192" y="56982"/>
                  </a:cubicBezTo>
                  <a:cubicBezTo>
                    <a:pt x="35692" y="56949"/>
                    <a:pt x="36159" y="56782"/>
                    <a:pt x="36593" y="56515"/>
                  </a:cubicBezTo>
                  <a:cubicBezTo>
                    <a:pt x="38094" y="55581"/>
                    <a:pt x="38528" y="53613"/>
                    <a:pt x="37594" y="52112"/>
                  </a:cubicBezTo>
                  <a:lnTo>
                    <a:pt x="4570" y="942"/>
                  </a:lnTo>
                  <a:cubicBezTo>
                    <a:pt x="4172" y="305"/>
                    <a:pt x="3607" y="0"/>
                    <a:pt x="2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4"/>
            <p:cNvSpPr/>
            <p:nvPr/>
          </p:nvSpPr>
          <p:spPr>
            <a:xfrm>
              <a:off x="2455250" y="2303400"/>
              <a:ext cx="975725" cy="1435575"/>
            </a:xfrm>
            <a:custGeom>
              <a:avLst/>
              <a:gdLst/>
              <a:ahLst/>
              <a:cxnLst/>
              <a:rect l="l" t="t" r="r" b="b"/>
              <a:pathLst>
                <a:path w="39029" h="57423" extrusionOk="0">
                  <a:moveTo>
                    <a:pt x="3170" y="415"/>
                  </a:moveTo>
                  <a:cubicBezTo>
                    <a:pt x="3670" y="515"/>
                    <a:pt x="4070" y="815"/>
                    <a:pt x="4304" y="1249"/>
                  </a:cubicBezTo>
                  <a:lnTo>
                    <a:pt x="37361" y="52386"/>
                  </a:lnTo>
                  <a:cubicBezTo>
                    <a:pt x="38562" y="54254"/>
                    <a:pt x="37327" y="56755"/>
                    <a:pt x="35126" y="56956"/>
                  </a:cubicBezTo>
                  <a:cubicBezTo>
                    <a:pt x="35012" y="56969"/>
                    <a:pt x="34899" y="56975"/>
                    <a:pt x="34788" y="56975"/>
                  </a:cubicBezTo>
                  <a:cubicBezTo>
                    <a:pt x="33749" y="56975"/>
                    <a:pt x="32799" y="56428"/>
                    <a:pt x="32257" y="55555"/>
                  </a:cubicBezTo>
                  <a:lnTo>
                    <a:pt x="768" y="3451"/>
                  </a:lnTo>
                  <a:cubicBezTo>
                    <a:pt x="501" y="3017"/>
                    <a:pt x="434" y="2483"/>
                    <a:pt x="635" y="2016"/>
                  </a:cubicBezTo>
                  <a:cubicBezTo>
                    <a:pt x="868" y="1483"/>
                    <a:pt x="1235" y="1082"/>
                    <a:pt x="1735" y="782"/>
                  </a:cubicBezTo>
                  <a:cubicBezTo>
                    <a:pt x="2069" y="549"/>
                    <a:pt x="2503" y="415"/>
                    <a:pt x="2936" y="415"/>
                  </a:cubicBezTo>
                  <a:close/>
                  <a:moveTo>
                    <a:pt x="2961" y="0"/>
                  </a:moveTo>
                  <a:cubicBezTo>
                    <a:pt x="2430" y="0"/>
                    <a:pt x="1929" y="164"/>
                    <a:pt x="1502" y="448"/>
                  </a:cubicBezTo>
                  <a:cubicBezTo>
                    <a:pt x="935" y="782"/>
                    <a:pt x="501" y="1282"/>
                    <a:pt x="234" y="1849"/>
                  </a:cubicBezTo>
                  <a:cubicBezTo>
                    <a:pt x="1" y="2450"/>
                    <a:pt x="34" y="3117"/>
                    <a:pt x="401" y="3684"/>
                  </a:cubicBezTo>
                  <a:lnTo>
                    <a:pt x="31890" y="55788"/>
                  </a:lnTo>
                  <a:cubicBezTo>
                    <a:pt x="32524" y="56789"/>
                    <a:pt x="33625" y="57423"/>
                    <a:pt x="34826" y="57423"/>
                  </a:cubicBezTo>
                  <a:cubicBezTo>
                    <a:pt x="34892" y="57423"/>
                    <a:pt x="34959" y="57408"/>
                    <a:pt x="35026" y="57408"/>
                  </a:cubicBezTo>
                  <a:cubicBezTo>
                    <a:pt x="35059" y="57408"/>
                    <a:pt x="35093" y="57411"/>
                    <a:pt x="35126" y="57423"/>
                  </a:cubicBezTo>
                  <a:cubicBezTo>
                    <a:pt x="37661" y="57156"/>
                    <a:pt x="39029" y="54354"/>
                    <a:pt x="37694" y="52185"/>
                  </a:cubicBezTo>
                  <a:lnTo>
                    <a:pt x="4637" y="1049"/>
                  </a:lnTo>
                  <a:cubicBezTo>
                    <a:pt x="4337" y="515"/>
                    <a:pt x="3837" y="148"/>
                    <a:pt x="3236" y="15"/>
                  </a:cubicBezTo>
                  <a:cubicBezTo>
                    <a:pt x="3144" y="5"/>
                    <a:pt x="3052" y="0"/>
                    <a:pt x="2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p:cNvSpPr/>
            <p:nvPr/>
          </p:nvSpPr>
          <p:spPr>
            <a:xfrm>
              <a:off x="3244150" y="3594125"/>
              <a:ext cx="210175" cy="264950"/>
            </a:xfrm>
            <a:custGeom>
              <a:avLst/>
              <a:gdLst/>
              <a:ahLst/>
              <a:cxnLst/>
              <a:rect l="l" t="t" r="r" b="b"/>
              <a:pathLst>
                <a:path w="8407" h="10598" extrusionOk="0">
                  <a:moveTo>
                    <a:pt x="4125" y="1"/>
                  </a:moveTo>
                  <a:cubicBezTo>
                    <a:pt x="3493" y="1"/>
                    <a:pt x="2807" y="193"/>
                    <a:pt x="2169" y="590"/>
                  </a:cubicBezTo>
                  <a:cubicBezTo>
                    <a:pt x="668" y="1490"/>
                    <a:pt x="1" y="3158"/>
                    <a:pt x="701" y="4293"/>
                  </a:cubicBezTo>
                  <a:cubicBezTo>
                    <a:pt x="868" y="4593"/>
                    <a:pt x="1135" y="4826"/>
                    <a:pt x="1402" y="4993"/>
                  </a:cubicBezTo>
                  <a:lnTo>
                    <a:pt x="8407" y="10597"/>
                  </a:lnTo>
                  <a:lnTo>
                    <a:pt x="6272" y="1190"/>
                  </a:lnTo>
                  <a:lnTo>
                    <a:pt x="6238" y="1224"/>
                  </a:lnTo>
                  <a:cubicBezTo>
                    <a:pt x="6205" y="1157"/>
                    <a:pt x="6172" y="1090"/>
                    <a:pt x="6138" y="1023"/>
                  </a:cubicBezTo>
                  <a:cubicBezTo>
                    <a:pt x="5736" y="352"/>
                    <a:pt x="4980" y="1"/>
                    <a:pt x="4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4"/>
            <p:cNvSpPr/>
            <p:nvPr/>
          </p:nvSpPr>
          <p:spPr>
            <a:xfrm>
              <a:off x="3246650" y="3589375"/>
              <a:ext cx="212675" cy="274700"/>
            </a:xfrm>
            <a:custGeom>
              <a:avLst/>
              <a:gdLst/>
              <a:ahLst/>
              <a:cxnLst/>
              <a:rect l="l" t="t" r="r" b="b"/>
              <a:pathLst>
                <a:path w="8507" h="10988" extrusionOk="0">
                  <a:moveTo>
                    <a:pt x="4337" y="413"/>
                  </a:moveTo>
                  <a:cubicBezTo>
                    <a:pt x="4971" y="480"/>
                    <a:pt x="5538" y="813"/>
                    <a:pt x="5872" y="1314"/>
                  </a:cubicBezTo>
                  <a:cubicBezTo>
                    <a:pt x="5905" y="1380"/>
                    <a:pt x="5938" y="1447"/>
                    <a:pt x="5938" y="1480"/>
                  </a:cubicBezTo>
                  <a:cubicBezTo>
                    <a:pt x="5972" y="1514"/>
                    <a:pt x="5972" y="1514"/>
                    <a:pt x="6005" y="1547"/>
                  </a:cubicBezTo>
                  <a:lnTo>
                    <a:pt x="7973" y="10253"/>
                  </a:lnTo>
                  <a:lnTo>
                    <a:pt x="1402" y="5016"/>
                  </a:lnTo>
                  <a:cubicBezTo>
                    <a:pt x="1168" y="4849"/>
                    <a:pt x="935" y="4649"/>
                    <a:pt x="768" y="4382"/>
                  </a:cubicBezTo>
                  <a:cubicBezTo>
                    <a:pt x="468" y="3849"/>
                    <a:pt x="434" y="3182"/>
                    <a:pt x="701" y="2615"/>
                  </a:cubicBezTo>
                  <a:cubicBezTo>
                    <a:pt x="1001" y="1914"/>
                    <a:pt x="1502" y="1314"/>
                    <a:pt x="2169" y="947"/>
                  </a:cubicBezTo>
                  <a:cubicBezTo>
                    <a:pt x="2736" y="613"/>
                    <a:pt x="3370" y="413"/>
                    <a:pt x="4004" y="413"/>
                  </a:cubicBezTo>
                  <a:close/>
                  <a:moveTo>
                    <a:pt x="4052" y="0"/>
                  </a:moveTo>
                  <a:cubicBezTo>
                    <a:pt x="2439" y="0"/>
                    <a:pt x="958" y="945"/>
                    <a:pt x="301" y="2448"/>
                  </a:cubicBezTo>
                  <a:cubicBezTo>
                    <a:pt x="1" y="3148"/>
                    <a:pt x="34" y="3949"/>
                    <a:pt x="434" y="4616"/>
                  </a:cubicBezTo>
                  <a:cubicBezTo>
                    <a:pt x="601" y="4916"/>
                    <a:pt x="868" y="5183"/>
                    <a:pt x="1202" y="5350"/>
                  </a:cubicBezTo>
                  <a:lnTo>
                    <a:pt x="8173" y="10954"/>
                  </a:lnTo>
                  <a:cubicBezTo>
                    <a:pt x="8207" y="10987"/>
                    <a:pt x="8240" y="10987"/>
                    <a:pt x="8307" y="10987"/>
                  </a:cubicBezTo>
                  <a:cubicBezTo>
                    <a:pt x="8340" y="10987"/>
                    <a:pt x="8373" y="10987"/>
                    <a:pt x="8407" y="10954"/>
                  </a:cubicBezTo>
                  <a:cubicBezTo>
                    <a:pt x="8473" y="10920"/>
                    <a:pt x="8507" y="10820"/>
                    <a:pt x="8507" y="10754"/>
                  </a:cubicBezTo>
                  <a:lnTo>
                    <a:pt x="6372" y="1347"/>
                  </a:lnTo>
                  <a:cubicBezTo>
                    <a:pt x="6372" y="1280"/>
                    <a:pt x="6339" y="1247"/>
                    <a:pt x="6305" y="1247"/>
                  </a:cubicBezTo>
                  <a:cubicBezTo>
                    <a:pt x="6272" y="1180"/>
                    <a:pt x="6239" y="1147"/>
                    <a:pt x="6239" y="1113"/>
                  </a:cubicBezTo>
                  <a:cubicBezTo>
                    <a:pt x="5805" y="480"/>
                    <a:pt x="5138" y="46"/>
                    <a:pt x="4371" y="13"/>
                  </a:cubicBezTo>
                  <a:cubicBezTo>
                    <a:pt x="4264" y="4"/>
                    <a:pt x="4158" y="0"/>
                    <a:pt x="4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4"/>
            <p:cNvSpPr/>
            <p:nvPr/>
          </p:nvSpPr>
          <p:spPr>
            <a:xfrm>
              <a:off x="3344225" y="3714100"/>
              <a:ext cx="110100" cy="144975"/>
            </a:xfrm>
            <a:custGeom>
              <a:avLst/>
              <a:gdLst/>
              <a:ahLst/>
              <a:cxnLst/>
              <a:rect l="l" t="t" r="r" b="b"/>
              <a:pathLst>
                <a:path w="4404" h="5799" extrusionOk="0">
                  <a:moveTo>
                    <a:pt x="2292" y="1"/>
                  </a:moveTo>
                  <a:cubicBezTo>
                    <a:pt x="1902" y="1"/>
                    <a:pt x="1522" y="121"/>
                    <a:pt x="1201" y="361"/>
                  </a:cubicBezTo>
                  <a:cubicBezTo>
                    <a:pt x="534" y="728"/>
                    <a:pt x="67" y="1395"/>
                    <a:pt x="1" y="2129"/>
                  </a:cubicBezTo>
                  <a:lnTo>
                    <a:pt x="4404" y="5798"/>
                  </a:lnTo>
                  <a:lnTo>
                    <a:pt x="3069" y="161"/>
                  </a:lnTo>
                  <a:cubicBezTo>
                    <a:pt x="2816" y="54"/>
                    <a:pt x="2552" y="1"/>
                    <a:pt x="2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p:cNvSpPr/>
            <p:nvPr/>
          </p:nvSpPr>
          <p:spPr>
            <a:xfrm>
              <a:off x="3339225" y="3708775"/>
              <a:ext cx="120950" cy="155300"/>
            </a:xfrm>
            <a:custGeom>
              <a:avLst/>
              <a:gdLst/>
              <a:ahLst/>
              <a:cxnLst/>
              <a:rect l="l" t="t" r="r" b="b"/>
              <a:pathLst>
                <a:path w="4838" h="6212" extrusionOk="0">
                  <a:moveTo>
                    <a:pt x="2499" y="430"/>
                  </a:moveTo>
                  <a:cubicBezTo>
                    <a:pt x="2702" y="430"/>
                    <a:pt x="2907" y="467"/>
                    <a:pt x="3103" y="540"/>
                  </a:cubicBezTo>
                  <a:lnTo>
                    <a:pt x="4237" y="5444"/>
                  </a:lnTo>
                  <a:lnTo>
                    <a:pt x="4237" y="5444"/>
                  </a:lnTo>
                  <a:lnTo>
                    <a:pt x="434" y="2242"/>
                  </a:lnTo>
                  <a:cubicBezTo>
                    <a:pt x="534" y="1608"/>
                    <a:pt x="934" y="1074"/>
                    <a:pt x="1501" y="774"/>
                  </a:cubicBezTo>
                  <a:cubicBezTo>
                    <a:pt x="1797" y="542"/>
                    <a:pt x="2147" y="430"/>
                    <a:pt x="2499" y="430"/>
                  </a:cubicBezTo>
                  <a:close/>
                  <a:moveTo>
                    <a:pt x="2553" y="1"/>
                  </a:moveTo>
                  <a:cubicBezTo>
                    <a:pt x="2112" y="1"/>
                    <a:pt x="1669" y="141"/>
                    <a:pt x="1301" y="407"/>
                  </a:cubicBezTo>
                  <a:cubicBezTo>
                    <a:pt x="567" y="807"/>
                    <a:pt x="100" y="1508"/>
                    <a:pt x="0" y="2342"/>
                  </a:cubicBezTo>
                  <a:cubicBezTo>
                    <a:pt x="0" y="2408"/>
                    <a:pt x="34" y="2442"/>
                    <a:pt x="67" y="2509"/>
                  </a:cubicBezTo>
                  <a:lnTo>
                    <a:pt x="4470" y="6178"/>
                  </a:lnTo>
                  <a:cubicBezTo>
                    <a:pt x="4504" y="6211"/>
                    <a:pt x="4537" y="6211"/>
                    <a:pt x="4604" y="6211"/>
                  </a:cubicBezTo>
                  <a:cubicBezTo>
                    <a:pt x="4737" y="6211"/>
                    <a:pt x="4837" y="6078"/>
                    <a:pt x="4804" y="5944"/>
                  </a:cubicBezTo>
                  <a:lnTo>
                    <a:pt x="3503" y="340"/>
                  </a:lnTo>
                  <a:cubicBezTo>
                    <a:pt x="3470" y="274"/>
                    <a:pt x="3436" y="207"/>
                    <a:pt x="3369" y="174"/>
                  </a:cubicBezTo>
                  <a:cubicBezTo>
                    <a:pt x="3111" y="57"/>
                    <a:pt x="2832" y="1"/>
                    <a:pt x="2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p:cNvSpPr/>
            <p:nvPr/>
          </p:nvSpPr>
          <p:spPr>
            <a:xfrm>
              <a:off x="2541150" y="2902950"/>
              <a:ext cx="760575" cy="516225"/>
            </a:xfrm>
            <a:custGeom>
              <a:avLst/>
              <a:gdLst/>
              <a:ahLst/>
              <a:cxnLst/>
              <a:rect l="l" t="t" r="r" b="b"/>
              <a:pathLst>
                <a:path w="30423" h="20649" extrusionOk="0">
                  <a:moveTo>
                    <a:pt x="11496" y="0"/>
                  </a:moveTo>
                  <a:cubicBezTo>
                    <a:pt x="10740" y="0"/>
                    <a:pt x="9742" y="86"/>
                    <a:pt x="9174" y="484"/>
                  </a:cubicBezTo>
                  <a:cubicBezTo>
                    <a:pt x="8140" y="1151"/>
                    <a:pt x="3436" y="7789"/>
                    <a:pt x="3170" y="8189"/>
                  </a:cubicBezTo>
                  <a:cubicBezTo>
                    <a:pt x="2936" y="8623"/>
                    <a:pt x="1" y="12259"/>
                    <a:pt x="1" y="12259"/>
                  </a:cubicBezTo>
                  <a:cubicBezTo>
                    <a:pt x="2302" y="11792"/>
                    <a:pt x="4571" y="11158"/>
                    <a:pt x="6772" y="10424"/>
                  </a:cubicBezTo>
                  <a:cubicBezTo>
                    <a:pt x="7384" y="10216"/>
                    <a:pt x="7987" y="10130"/>
                    <a:pt x="8568" y="10130"/>
                  </a:cubicBezTo>
                  <a:cubicBezTo>
                    <a:pt x="11531" y="10130"/>
                    <a:pt x="13911" y="12392"/>
                    <a:pt x="13911" y="12392"/>
                  </a:cubicBezTo>
                  <a:lnTo>
                    <a:pt x="15345" y="12859"/>
                  </a:lnTo>
                  <a:lnTo>
                    <a:pt x="18047" y="13960"/>
                  </a:lnTo>
                  <a:cubicBezTo>
                    <a:pt x="18047" y="13960"/>
                    <a:pt x="19048" y="15361"/>
                    <a:pt x="19881" y="16562"/>
                  </a:cubicBezTo>
                  <a:cubicBezTo>
                    <a:pt x="20682" y="17763"/>
                    <a:pt x="23217" y="20298"/>
                    <a:pt x="25119" y="20598"/>
                  </a:cubicBezTo>
                  <a:cubicBezTo>
                    <a:pt x="25316" y="20632"/>
                    <a:pt x="25521" y="20648"/>
                    <a:pt x="25731" y="20648"/>
                  </a:cubicBezTo>
                  <a:cubicBezTo>
                    <a:pt x="27579" y="20648"/>
                    <a:pt x="29789" y="19380"/>
                    <a:pt x="30089" y="17763"/>
                  </a:cubicBezTo>
                  <a:cubicBezTo>
                    <a:pt x="30422" y="15928"/>
                    <a:pt x="26153" y="10791"/>
                    <a:pt x="25419" y="9490"/>
                  </a:cubicBezTo>
                  <a:cubicBezTo>
                    <a:pt x="24685" y="8189"/>
                    <a:pt x="22750" y="6688"/>
                    <a:pt x="22216" y="6154"/>
                  </a:cubicBezTo>
                  <a:cubicBezTo>
                    <a:pt x="21683" y="5587"/>
                    <a:pt x="12510" y="50"/>
                    <a:pt x="12510" y="50"/>
                  </a:cubicBezTo>
                  <a:cubicBezTo>
                    <a:pt x="12510" y="50"/>
                    <a:pt x="12073" y="0"/>
                    <a:pt x="114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4"/>
            <p:cNvSpPr/>
            <p:nvPr/>
          </p:nvSpPr>
          <p:spPr>
            <a:xfrm>
              <a:off x="2535325" y="2897325"/>
              <a:ext cx="768900" cy="527250"/>
            </a:xfrm>
            <a:custGeom>
              <a:avLst/>
              <a:gdLst/>
              <a:ahLst/>
              <a:cxnLst/>
              <a:rect l="l" t="t" r="r" b="b"/>
              <a:pathLst>
                <a:path w="30756" h="21090" extrusionOk="0">
                  <a:moveTo>
                    <a:pt x="11691" y="429"/>
                  </a:moveTo>
                  <a:cubicBezTo>
                    <a:pt x="12153" y="429"/>
                    <a:pt x="12525" y="462"/>
                    <a:pt x="12642" y="475"/>
                  </a:cubicBezTo>
                  <a:cubicBezTo>
                    <a:pt x="15244" y="2043"/>
                    <a:pt x="21882" y="6079"/>
                    <a:pt x="22283" y="6513"/>
                  </a:cubicBezTo>
                  <a:cubicBezTo>
                    <a:pt x="22416" y="6646"/>
                    <a:pt x="22616" y="6813"/>
                    <a:pt x="22850" y="7013"/>
                  </a:cubicBezTo>
                  <a:cubicBezTo>
                    <a:pt x="23617" y="7680"/>
                    <a:pt x="24918" y="8814"/>
                    <a:pt x="25452" y="9815"/>
                  </a:cubicBezTo>
                  <a:cubicBezTo>
                    <a:pt x="25652" y="10182"/>
                    <a:pt x="26119" y="10816"/>
                    <a:pt x="26652" y="11583"/>
                  </a:cubicBezTo>
                  <a:cubicBezTo>
                    <a:pt x="28020" y="13484"/>
                    <a:pt x="30322" y="16687"/>
                    <a:pt x="30122" y="17954"/>
                  </a:cubicBezTo>
                  <a:cubicBezTo>
                    <a:pt x="29848" y="19503"/>
                    <a:pt x="27641" y="20692"/>
                    <a:pt x="25888" y="20692"/>
                  </a:cubicBezTo>
                  <a:cubicBezTo>
                    <a:pt x="25715" y="20692"/>
                    <a:pt x="25547" y="20680"/>
                    <a:pt x="25385" y="20656"/>
                  </a:cubicBezTo>
                  <a:cubicBezTo>
                    <a:pt x="23584" y="20356"/>
                    <a:pt x="21082" y="17888"/>
                    <a:pt x="20281" y="16687"/>
                  </a:cubicBezTo>
                  <a:cubicBezTo>
                    <a:pt x="19447" y="15486"/>
                    <a:pt x="18413" y="14085"/>
                    <a:pt x="18413" y="14085"/>
                  </a:cubicBezTo>
                  <a:cubicBezTo>
                    <a:pt x="18380" y="14052"/>
                    <a:pt x="18380" y="14018"/>
                    <a:pt x="18347" y="14018"/>
                  </a:cubicBezTo>
                  <a:lnTo>
                    <a:pt x="15611" y="12884"/>
                  </a:lnTo>
                  <a:lnTo>
                    <a:pt x="14244" y="12450"/>
                  </a:lnTo>
                  <a:cubicBezTo>
                    <a:pt x="13913" y="12148"/>
                    <a:pt x="11631" y="10143"/>
                    <a:pt x="8801" y="10143"/>
                  </a:cubicBezTo>
                  <a:cubicBezTo>
                    <a:pt x="8200" y="10143"/>
                    <a:pt x="7575" y="10233"/>
                    <a:pt x="6938" y="10449"/>
                  </a:cubicBezTo>
                  <a:cubicBezTo>
                    <a:pt x="4904" y="11116"/>
                    <a:pt x="2835" y="11717"/>
                    <a:pt x="767" y="12184"/>
                  </a:cubicBezTo>
                  <a:cubicBezTo>
                    <a:pt x="1568" y="11183"/>
                    <a:pt x="3369" y="8881"/>
                    <a:pt x="3569" y="8514"/>
                  </a:cubicBezTo>
                  <a:cubicBezTo>
                    <a:pt x="3903" y="8014"/>
                    <a:pt x="8540" y="1509"/>
                    <a:pt x="9507" y="875"/>
                  </a:cubicBezTo>
                  <a:cubicBezTo>
                    <a:pt x="10035" y="510"/>
                    <a:pt x="10971" y="429"/>
                    <a:pt x="11691" y="429"/>
                  </a:cubicBezTo>
                  <a:close/>
                  <a:moveTo>
                    <a:pt x="11625" y="0"/>
                  </a:moveTo>
                  <a:cubicBezTo>
                    <a:pt x="10857" y="0"/>
                    <a:pt x="9871" y="97"/>
                    <a:pt x="9273" y="509"/>
                  </a:cubicBezTo>
                  <a:cubicBezTo>
                    <a:pt x="8206" y="1242"/>
                    <a:pt x="3503" y="7814"/>
                    <a:pt x="3236" y="8314"/>
                  </a:cubicBezTo>
                  <a:cubicBezTo>
                    <a:pt x="3036" y="8648"/>
                    <a:pt x="1068" y="11116"/>
                    <a:pt x="67" y="12350"/>
                  </a:cubicBezTo>
                  <a:cubicBezTo>
                    <a:pt x="0" y="12450"/>
                    <a:pt x="0" y="12517"/>
                    <a:pt x="67" y="12617"/>
                  </a:cubicBezTo>
                  <a:cubicBezTo>
                    <a:pt x="91" y="12666"/>
                    <a:pt x="151" y="12697"/>
                    <a:pt x="221" y="12697"/>
                  </a:cubicBezTo>
                  <a:cubicBezTo>
                    <a:pt x="247" y="12697"/>
                    <a:pt x="273" y="12693"/>
                    <a:pt x="300" y="12684"/>
                  </a:cubicBezTo>
                  <a:cubicBezTo>
                    <a:pt x="2569" y="12217"/>
                    <a:pt x="4837" y="11583"/>
                    <a:pt x="7072" y="10849"/>
                  </a:cubicBezTo>
                  <a:cubicBezTo>
                    <a:pt x="7650" y="10655"/>
                    <a:pt x="8221" y="10573"/>
                    <a:pt x="8773" y="10573"/>
                  </a:cubicBezTo>
                  <a:cubicBezTo>
                    <a:pt x="11625" y="10573"/>
                    <a:pt x="13949" y="12756"/>
                    <a:pt x="13977" y="12784"/>
                  </a:cubicBezTo>
                  <a:cubicBezTo>
                    <a:pt x="14010" y="12784"/>
                    <a:pt x="14043" y="12817"/>
                    <a:pt x="14077" y="12817"/>
                  </a:cubicBezTo>
                  <a:lnTo>
                    <a:pt x="15478" y="13251"/>
                  </a:lnTo>
                  <a:lnTo>
                    <a:pt x="18113" y="14385"/>
                  </a:lnTo>
                  <a:cubicBezTo>
                    <a:pt x="18313" y="14619"/>
                    <a:pt x="19214" y="15853"/>
                    <a:pt x="19914" y="16920"/>
                  </a:cubicBezTo>
                  <a:cubicBezTo>
                    <a:pt x="20815" y="18221"/>
                    <a:pt x="23350" y="20723"/>
                    <a:pt x="25318" y="21057"/>
                  </a:cubicBezTo>
                  <a:cubicBezTo>
                    <a:pt x="25518" y="21090"/>
                    <a:pt x="25718" y="21090"/>
                    <a:pt x="25919" y="21090"/>
                  </a:cubicBezTo>
                  <a:cubicBezTo>
                    <a:pt x="27820" y="21090"/>
                    <a:pt x="30222" y="19789"/>
                    <a:pt x="30522" y="18021"/>
                  </a:cubicBezTo>
                  <a:cubicBezTo>
                    <a:pt x="30755" y="16620"/>
                    <a:pt x="28587" y="13585"/>
                    <a:pt x="26986" y="11350"/>
                  </a:cubicBezTo>
                  <a:cubicBezTo>
                    <a:pt x="26452" y="10616"/>
                    <a:pt x="25985" y="9982"/>
                    <a:pt x="25819" y="9615"/>
                  </a:cubicBezTo>
                  <a:cubicBezTo>
                    <a:pt x="25218" y="8548"/>
                    <a:pt x="23951" y="7447"/>
                    <a:pt x="23117" y="6713"/>
                  </a:cubicBezTo>
                  <a:cubicBezTo>
                    <a:pt x="22883" y="6513"/>
                    <a:pt x="22683" y="6313"/>
                    <a:pt x="22583" y="6213"/>
                  </a:cubicBezTo>
                  <a:cubicBezTo>
                    <a:pt x="22016" y="5679"/>
                    <a:pt x="13743" y="642"/>
                    <a:pt x="12809" y="75"/>
                  </a:cubicBezTo>
                  <a:lnTo>
                    <a:pt x="12743" y="75"/>
                  </a:lnTo>
                  <a:cubicBezTo>
                    <a:pt x="12699" y="60"/>
                    <a:pt x="12229" y="0"/>
                    <a:pt x="1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4"/>
            <p:cNvSpPr/>
            <p:nvPr/>
          </p:nvSpPr>
          <p:spPr>
            <a:xfrm>
              <a:off x="3121575" y="3196100"/>
              <a:ext cx="158125" cy="175250"/>
            </a:xfrm>
            <a:custGeom>
              <a:avLst/>
              <a:gdLst/>
              <a:ahLst/>
              <a:cxnLst/>
              <a:rect l="l" t="t" r="r" b="b"/>
              <a:pathLst>
                <a:path w="6325" h="7010" extrusionOk="0">
                  <a:moveTo>
                    <a:pt x="3271" y="1"/>
                  </a:moveTo>
                  <a:cubicBezTo>
                    <a:pt x="2873" y="1"/>
                    <a:pt x="2300" y="137"/>
                    <a:pt x="1668" y="733"/>
                  </a:cubicBezTo>
                  <a:cubicBezTo>
                    <a:pt x="1034" y="1267"/>
                    <a:pt x="501" y="1900"/>
                    <a:pt x="34" y="2601"/>
                  </a:cubicBezTo>
                  <a:cubicBezTo>
                    <a:pt x="0" y="2634"/>
                    <a:pt x="0" y="2668"/>
                    <a:pt x="0" y="2701"/>
                  </a:cubicBezTo>
                  <a:cubicBezTo>
                    <a:pt x="100" y="4202"/>
                    <a:pt x="968" y="5503"/>
                    <a:pt x="2302" y="6170"/>
                  </a:cubicBezTo>
                  <a:cubicBezTo>
                    <a:pt x="3136" y="6670"/>
                    <a:pt x="4070" y="6937"/>
                    <a:pt x="5037" y="7004"/>
                  </a:cubicBezTo>
                  <a:cubicBezTo>
                    <a:pt x="5078" y="7007"/>
                    <a:pt x="5119" y="7009"/>
                    <a:pt x="5160" y="7009"/>
                  </a:cubicBezTo>
                  <a:cubicBezTo>
                    <a:pt x="5518" y="7009"/>
                    <a:pt x="5872" y="6880"/>
                    <a:pt x="6171" y="6670"/>
                  </a:cubicBezTo>
                  <a:cubicBezTo>
                    <a:pt x="6325" y="6517"/>
                    <a:pt x="6184" y="6304"/>
                    <a:pt x="6019" y="6304"/>
                  </a:cubicBezTo>
                  <a:cubicBezTo>
                    <a:pt x="5969" y="6304"/>
                    <a:pt x="5918" y="6324"/>
                    <a:pt x="5871" y="6370"/>
                  </a:cubicBezTo>
                  <a:cubicBezTo>
                    <a:pt x="5804" y="6421"/>
                    <a:pt x="5557" y="6600"/>
                    <a:pt x="5018" y="6600"/>
                  </a:cubicBezTo>
                  <a:cubicBezTo>
                    <a:pt x="4492" y="6600"/>
                    <a:pt x="3688" y="6429"/>
                    <a:pt x="2502" y="5803"/>
                  </a:cubicBezTo>
                  <a:cubicBezTo>
                    <a:pt x="1334" y="5203"/>
                    <a:pt x="534" y="4069"/>
                    <a:pt x="400" y="2768"/>
                  </a:cubicBezTo>
                  <a:cubicBezTo>
                    <a:pt x="867" y="2134"/>
                    <a:pt x="1368" y="1533"/>
                    <a:pt x="1935" y="1033"/>
                  </a:cubicBezTo>
                  <a:cubicBezTo>
                    <a:pt x="2507" y="521"/>
                    <a:pt x="2985" y="416"/>
                    <a:pt x="3288" y="416"/>
                  </a:cubicBezTo>
                  <a:cubicBezTo>
                    <a:pt x="3497" y="416"/>
                    <a:pt x="3622" y="466"/>
                    <a:pt x="3636" y="466"/>
                  </a:cubicBezTo>
                  <a:cubicBezTo>
                    <a:pt x="3676" y="486"/>
                    <a:pt x="3714" y="495"/>
                    <a:pt x="3748" y="495"/>
                  </a:cubicBezTo>
                  <a:cubicBezTo>
                    <a:pt x="3944" y="495"/>
                    <a:pt x="4035" y="213"/>
                    <a:pt x="3836" y="99"/>
                  </a:cubicBezTo>
                  <a:cubicBezTo>
                    <a:pt x="3821" y="99"/>
                    <a:pt x="3609" y="1"/>
                    <a:pt x="32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4"/>
            <p:cNvSpPr/>
            <p:nvPr/>
          </p:nvSpPr>
          <p:spPr>
            <a:xfrm>
              <a:off x="3052350" y="3097350"/>
              <a:ext cx="61725" cy="52050"/>
            </a:xfrm>
            <a:custGeom>
              <a:avLst/>
              <a:gdLst/>
              <a:ahLst/>
              <a:cxnLst/>
              <a:rect l="l" t="t" r="r" b="b"/>
              <a:pathLst>
                <a:path w="2469" h="2082" extrusionOk="0">
                  <a:moveTo>
                    <a:pt x="2248" y="0"/>
                  </a:moveTo>
                  <a:cubicBezTo>
                    <a:pt x="2221" y="0"/>
                    <a:pt x="2194" y="5"/>
                    <a:pt x="2169" y="13"/>
                  </a:cubicBezTo>
                  <a:cubicBezTo>
                    <a:pt x="2102" y="46"/>
                    <a:pt x="334" y="713"/>
                    <a:pt x="34" y="1814"/>
                  </a:cubicBezTo>
                  <a:cubicBezTo>
                    <a:pt x="1" y="1948"/>
                    <a:pt x="67" y="2048"/>
                    <a:pt x="167" y="2081"/>
                  </a:cubicBezTo>
                  <a:lnTo>
                    <a:pt x="234" y="2081"/>
                  </a:lnTo>
                  <a:cubicBezTo>
                    <a:pt x="301" y="2081"/>
                    <a:pt x="401" y="2014"/>
                    <a:pt x="434" y="1948"/>
                  </a:cubicBezTo>
                  <a:cubicBezTo>
                    <a:pt x="701" y="1047"/>
                    <a:pt x="2302" y="380"/>
                    <a:pt x="2302" y="380"/>
                  </a:cubicBezTo>
                  <a:cubicBezTo>
                    <a:pt x="2436" y="346"/>
                    <a:pt x="2469" y="246"/>
                    <a:pt x="2436" y="113"/>
                  </a:cubicBezTo>
                  <a:cubicBezTo>
                    <a:pt x="2411" y="38"/>
                    <a:pt x="2329" y="0"/>
                    <a:pt x="22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4"/>
            <p:cNvSpPr/>
            <p:nvPr/>
          </p:nvSpPr>
          <p:spPr>
            <a:xfrm>
              <a:off x="3095175" y="3116175"/>
              <a:ext cx="46425" cy="24100"/>
            </a:xfrm>
            <a:custGeom>
              <a:avLst/>
              <a:gdLst/>
              <a:ahLst/>
              <a:cxnLst/>
              <a:rect l="l" t="t" r="r" b="b"/>
              <a:pathLst>
                <a:path w="1857" h="964" extrusionOk="0">
                  <a:moveTo>
                    <a:pt x="1612" y="0"/>
                  </a:moveTo>
                  <a:cubicBezTo>
                    <a:pt x="1582" y="0"/>
                    <a:pt x="1551" y="8"/>
                    <a:pt x="1523" y="27"/>
                  </a:cubicBezTo>
                  <a:lnTo>
                    <a:pt x="289" y="527"/>
                  </a:lnTo>
                  <a:cubicBezTo>
                    <a:pt x="1" y="592"/>
                    <a:pt x="81" y="963"/>
                    <a:pt x="325" y="963"/>
                  </a:cubicBezTo>
                  <a:cubicBezTo>
                    <a:pt x="335" y="963"/>
                    <a:pt x="345" y="962"/>
                    <a:pt x="356" y="961"/>
                  </a:cubicBezTo>
                  <a:cubicBezTo>
                    <a:pt x="389" y="961"/>
                    <a:pt x="422" y="928"/>
                    <a:pt x="422" y="928"/>
                  </a:cubicBezTo>
                  <a:lnTo>
                    <a:pt x="1690" y="394"/>
                  </a:lnTo>
                  <a:cubicBezTo>
                    <a:pt x="1790" y="361"/>
                    <a:pt x="1857" y="227"/>
                    <a:pt x="1790" y="127"/>
                  </a:cubicBezTo>
                  <a:cubicBezTo>
                    <a:pt x="1766" y="55"/>
                    <a:pt x="1690" y="0"/>
                    <a:pt x="1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4"/>
            <p:cNvSpPr/>
            <p:nvPr/>
          </p:nvSpPr>
          <p:spPr>
            <a:xfrm>
              <a:off x="2780500" y="2919725"/>
              <a:ext cx="70900" cy="60375"/>
            </a:xfrm>
            <a:custGeom>
              <a:avLst/>
              <a:gdLst/>
              <a:ahLst/>
              <a:cxnLst/>
              <a:rect l="l" t="t" r="r" b="b"/>
              <a:pathLst>
                <a:path w="2836" h="2415" extrusionOk="0">
                  <a:moveTo>
                    <a:pt x="2614" y="0"/>
                  </a:moveTo>
                  <a:cubicBezTo>
                    <a:pt x="2587" y="0"/>
                    <a:pt x="2560" y="4"/>
                    <a:pt x="2535" y="13"/>
                  </a:cubicBezTo>
                  <a:cubicBezTo>
                    <a:pt x="2469" y="46"/>
                    <a:pt x="734" y="713"/>
                    <a:pt x="33" y="2114"/>
                  </a:cubicBezTo>
                  <a:cubicBezTo>
                    <a:pt x="0" y="2214"/>
                    <a:pt x="33" y="2348"/>
                    <a:pt x="134" y="2415"/>
                  </a:cubicBezTo>
                  <a:lnTo>
                    <a:pt x="234" y="2415"/>
                  </a:lnTo>
                  <a:cubicBezTo>
                    <a:pt x="300" y="2415"/>
                    <a:pt x="400" y="2381"/>
                    <a:pt x="434" y="2314"/>
                  </a:cubicBezTo>
                  <a:cubicBezTo>
                    <a:pt x="1034" y="1047"/>
                    <a:pt x="2702" y="380"/>
                    <a:pt x="2702" y="380"/>
                  </a:cubicBezTo>
                  <a:cubicBezTo>
                    <a:pt x="2802" y="346"/>
                    <a:pt x="2835" y="213"/>
                    <a:pt x="2802" y="113"/>
                  </a:cubicBezTo>
                  <a:cubicBezTo>
                    <a:pt x="2777" y="38"/>
                    <a:pt x="2696" y="0"/>
                    <a:pt x="26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4"/>
            <p:cNvSpPr/>
            <p:nvPr/>
          </p:nvSpPr>
          <p:spPr>
            <a:xfrm>
              <a:off x="2823325" y="2934000"/>
              <a:ext cx="53925" cy="34475"/>
            </a:xfrm>
            <a:custGeom>
              <a:avLst/>
              <a:gdLst/>
              <a:ahLst/>
              <a:cxnLst/>
              <a:rect l="l" t="t" r="r" b="b"/>
              <a:pathLst>
                <a:path w="2157" h="1379" extrusionOk="0">
                  <a:moveTo>
                    <a:pt x="1940" y="1"/>
                  </a:moveTo>
                  <a:cubicBezTo>
                    <a:pt x="1881" y="1"/>
                    <a:pt x="1823" y="26"/>
                    <a:pt x="1790" y="76"/>
                  </a:cubicBezTo>
                  <a:cubicBezTo>
                    <a:pt x="1356" y="443"/>
                    <a:pt x="822" y="743"/>
                    <a:pt x="289" y="976"/>
                  </a:cubicBezTo>
                  <a:cubicBezTo>
                    <a:pt x="0" y="1008"/>
                    <a:pt x="50" y="1378"/>
                    <a:pt x="320" y="1378"/>
                  </a:cubicBezTo>
                  <a:cubicBezTo>
                    <a:pt x="332" y="1378"/>
                    <a:pt x="343" y="1378"/>
                    <a:pt x="355" y="1377"/>
                  </a:cubicBezTo>
                  <a:cubicBezTo>
                    <a:pt x="389" y="1377"/>
                    <a:pt x="389" y="1377"/>
                    <a:pt x="422" y="1343"/>
                  </a:cubicBezTo>
                  <a:cubicBezTo>
                    <a:pt x="1022" y="1110"/>
                    <a:pt x="1589" y="776"/>
                    <a:pt x="2090" y="342"/>
                  </a:cubicBezTo>
                  <a:cubicBezTo>
                    <a:pt x="2157" y="276"/>
                    <a:pt x="2157" y="142"/>
                    <a:pt x="2090" y="76"/>
                  </a:cubicBezTo>
                  <a:cubicBezTo>
                    <a:pt x="2056" y="26"/>
                    <a:pt x="1998" y="1"/>
                    <a:pt x="1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4"/>
            <p:cNvSpPr/>
            <p:nvPr/>
          </p:nvSpPr>
          <p:spPr>
            <a:xfrm>
              <a:off x="2276800" y="3119700"/>
              <a:ext cx="872300" cy="650450"/>
            </a:xfrm>
            <a:custGeom>
              <a:avLst/>
              <a:gdLst/>
              <a:ahLst/>
              <a:cxnLst/>
              <a:rect l="l" t="t" r="r" b="b"/>
              <a:pathLst>
                <a:path w="34892" h="26018" extrusionOk="0">
                  <a:moveTo>
                    <a:pt x="20077" y="0"/>
                  </a:moveTo>
                  <a:cubicBezTo>
                    <a:pt x="19899" y="0"/>
                    <a:pt x="19723" y="17"/>
                    <a:pt x="19548" y="53"/>
                  </a:cubicBezTo>
                  <a:cubicBezTo>
                    <a:pt x="16646" y="620"/>
                    <a:pt x="9207" y="3822"/>
                    <a:pt x="9207" y="3822"/>
                  </a:cubicBezTo>
                  <a:cubicBezTo>
                    <a:pt x="9207" y="3822"/>
                    <a:pt x="1435" y="6257"/>
                    <a:pt x="734" y="8125"/>
                  </a:cubicBezTo>
                  <a:cubicBezTo>
                    <a:pt x="0" y="9993"/>
                    <a:pt x="668" y="12495"/>
                    <a:pt x="668" y="12495"/>
                  </a:cubicBezTo>
                  <a:lnTo>
                    <a:pt x="18380" y="12462"/>
                  </a:lnTo>
                  <a:lnTo>
                    <a:pt x="20115" y="12695"/>
                  </a:lnTo>
                  <a:lnTo>
                    <a:pt x="22216" y="14163"/>
                  </a:lnTo>
                  <a:lnTo>
                    <a:pt x="25685" y="18099"/>
                  </a:lnTo>
                  <a:cubicBezTo>
                    <a:pt x="25685" y="18099"/>
                    <a:pt x="27220" y="22502"/>
                    <a:pt x="27987" y="23603"/>
                  </a:cubicBezTo>
                  <a:cubicBezTo>
                    <a:pt x="28745" y="24646"/>
                    <a:pt x="29923" y="26018"/>
                    <a:pt x="31463" y="26018"/>
                  </a:cubicBezTo>
                  <a:cubicBezTo>
                    <a:pt x="31548" y="26018"/>
                    <a:pt x="31635" y="26014"/>
                    <a:pt x="31723" y="26005"/>
                  </a:cubicBezTo>
                  <a:cubicBezTo>
                    <a:pt x="33391" y="25871"/>
                    <a:pt x="34892" y="25004"/>
                    <a:pt x="34859" y="23837"/>
                  </a:cubicBezTo>
                  <a:cubicBezTo>
                    <a:pt x="34859" y="22636"/>
                    <a:pt x="34091" y="20134"/>
                    <a:pt x="34125" y="19333"/>
                  </a:cubicBezTo>
                  <a:cubicBezTo>
                    <a:pt x="34158" y="18533"/>
                    <a:pt x="34558" y="16531"/>
                    <a:pt x="33524" y="14063"/>
                  </a:cubicBezTo>
                  <a:cubicBezTo>
                    <a:pt x="32490" y="11561"/>
                    <a:pt x="25919" y="4189"/>
                    <a:pt x="25919" y="4189"/>
                  </a:cubicBezTo>
                  <a:cubicBezTo>
                    <a:pt x="25919" y="4189"/>
                    <a:pt x="22880" y="0"/>
                    <a:pt x="20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4"/>
            <p:cNvSpPr/>
            <p:nvPr/>
          </p:nvSpPr>
          <p:spPr>
            <a:xfrm>
              <a:off x="2271800" y="3114675"/>
              <a:ext cx="881475" cy="661000"/>
            </a:xfrm>
            <a:custGeom>
              <a:avLst/>
              <a:gdLst/>
              <a:ahLst/>
              <a:cxnLst/>
              <a:rect l="l" t="t" r="r" b="b"/>
              <a:pathLst>
                <a:path w="35259" h="26440" extrusionOk="0">
                  <a:moveTo>
                    <a:pt x="20271" y="405"/>
                  </a:moveTo>
                  <a:cubicBezTo>
                    <a:pt x="22928" y="405"/>
                    <a:pt x="25889" y="4461"/>
                    <a:pt x="25952" y="4524"/>
                  </a:cubicBezTo>
                  <a:cubicBezTo>
                    <a:pt x="26019" y="4590"/>
                    <a:pt x="32490" y="11896"/>
                    <a:pt x="33524" y="14331"/>
                  </a:cubicBezTo>
                  <a:cubicBezTo>
                    <a:pt x="34125" y="15798"/>
                    <a:pt x="34325" y="17433"/>
                    <a:pt x="34158" y="19034"/>
                  </a:cubicBezTo>
                  <a:cubicBezTo>
                    <a:pt x="34125" y="19234"/>
                    <a:pt x="34125" y="19401"/>
                    <a:pt x="34125" y="19534"/>
                  </a:cubicBezTo>
                  <a:cubicBezTo>
                    <a:pt x="34158" y="20201"/>
                    <a:pt x="34291" y="20869"/>
                    <a:pt x="34458" y="21536"/>
                  </a:cubicBezTo>
                  <a:cubicBezTo>
                    <a:pt x="34658" y="22336"/>
                    <a:pt x="34792" y="23170"/>
                    <a:pt x="34858" y="24038"/>
                  </a:cubicBezTo>
                  <a:cubicBezTo>
                    <a:pt x="34858" y="25138"/>
                    <a:pt x="33324" y="25872"/>
                    <a:pt x="31890" y="26006"/>
                  </a:cubicBezTo>
                  <a:cubicBezTo>
                    <a:pt x="31802" y="26015"/>
                    <a:pt x="31715" y="26020"/>
                    <a:pt x="31629" y="26020"/>
                  </a:cubicBezTo>
                  <a:cubicBezTo>
                    <a:pt x="30226" y="26020"/>
                    <a:pt x="29173" y="24771"/>
                    <a:pt x="28387" y="23671"/>
                  </a:cubicBezTo>
                  <a:cubicBezTo>
                    <a:pt x="27587" y="22603"/>
                    <a:pt x="26086" y="18267"/>
                    <a:pt x="26086" y="18233"/>
                  </a:cubicBezTo>
                  <a:cubicBezTo>
                    <a:pt x="26086" y="18200"/>
                    <a:pt x="26052" y="18167"/>
                    <a:pt x="26052" y="18133"/>
                  </a:cubicBezTo>
                  <a:lnTo>
                    <a:pt x="22583" y="14231"/>
                  </a:lnTo>
                  <a:cubicBezTo>
                    <a:pt x="22583" y="14197"/>
                    <a:pt x="22550" y="14197"/>
                    <a:pt x="22550" y="14197"/>
                  </a:cubicBezTo>
                  <a:lnTo>
                    <a:pt x="20415" y="12729"/>
                  </a:lnTo>
                  <a:cubicBezTo>
                    <a:pt x="20381" y="12696"/>
                    <a:pt x="20348" y="12663"/>
                    <a:pt x="20315" y="12663"/>
                  </a:cubicBezTo>
                  <a:lnTo>
                    <a:pt x="18580" y="12463"/>
                  </a:lnTo>
                  <a:lnTo>
                    <a:pt x="1001" y="12463"/>
                  </a:lnTo>
                  <a:cubicBezTo>
                    <a:pt x="868" y="11896"/>
                    <a:pt x="534" y="9894"/>
                    <a:pt x="1101" y="8393"/>
                  </a:cubicBezTo>
                  <a:cubicBezTo>
                    <a:pt x="1668" y="6959"/>
                    <a:pt x="7339" y="4891"/>
                    <a:pt x="9507" y="4223"/>
                  </a:cubicBezTo>
                  <a:cubicBezTo>
                    <a:pt x="9574" y="4190"/>
                    <a:pt x="16912" y="1021"/>
                    <a:pt x="19781" y="454"/>
                  </a:cubicBezTo>
                  <a:cubicBezTo>
                    <a:pt x="19943" y="421"/>
                    <a:pt x="20106" y="405"/>
                    <a:pt x="20271" y="405"/>
                  </a:cubicBezTo>
                  <a:close/>
                  <a:moveTo>
                    <a:pt x="20265" y="0"/>
                  </a:moveTo>
                  <a:cubicBezTo>
                    <a:pt x="20080" y="0"/>
                    <a:pt x="19897" y="17"/>
                    <a:pt x="19714" y="54"/>
                  </a:cubicBezTo>
                  <a:cubicBezTo>
                    <a:pt x="16812" y="621"/>
                    <a:pt x="9674" y="3756"/>
                    <a:pt x="9340" y="3856"/>
                  </a:cubicBezTo>
                  <a:cubicBezTo>
                    <a:pt x="9040" y="3957"/>
                    <a:pt x="1435" y="6392"/>
                    <a:pt x="701" y="8260"/>
                  </a:cubicBezTo>
                  <a:cubicBezTo>
                    <a:pt x="0" y="10161"/>
                    <a:pt x="601" y="12663"/>
                    <a:pt x="634" y="12763"/>
                  </a:cubicBezTo>
                  <a:cubicBezTo>
                    <a:pt x="667" y="12863"/>
                    <a:pt x="734" y="12930"/>
                    <a:pt x="834" y="12930"/>
                  </a:cubicBezTo>
                  <a:lnTo>
                    <a:pt x="18547" y="12863"/>
                  </a:lnTo>
                  <a:lnTo>
                    <a:pt x="20215" y="13096"/>
                  </a:lnTo>
                  <a:lnTo>
                    <a:pt x="22283" y="14531"/>
                  </a:lnTo>
                  <a:lnTo>
                    <a:pt x="25685" y="18400"/>
                  </a:lnTo>
                  <a:cubicBezTo>
                    <a:pt x="25852" y="18867"/>
                    <a:pt x="27253" y="22870"/>
                    <a:pt x="28054" y="23938"/>
                  </a:cubicBezTo>
                  <a:cubicBezTo>
                    <a:pt x="28888" y="25105"/>
                    <a:pt x="30055" y="26439"/>
                    <a:pt x="31656" y="26439"/>
                  </a:cubicBezTo>
                  <a:lnTo>
                    <a:pt x="31923" y="26439"/>
                  </a:lnTo>
                  <a:cubicBezTo>
                    <a:pt x="33591" y="26273"/>
                    <a:pt x="35259" y="25405"/>
                    <a:pt x="35259" y="24038"/>
                  </a:cubicBezTo>
                  <a:cubicBezTo>
                    <a:pt x="35192" y="23170"/>
                    <a:pt x="35059" y="22303"/>
                    <a:pt x="34858" y="21469"/>
                  </a:cubicBezTo>
                  <a:cubicBezTo>
                    <a:pt x="34692" y="20835"/>
                    <a:pt x="34592" y="20201"/>
                    <a:pt x="34525" y="19568"/>
                  </a:cubicBezTo>
                  <a:cubicBezTo>
                    <a:pt x="34525" y="19434"/>
                    <a:pt x="34558" y="19301"/>
                    <a:pt x="34558" y="19101"/>
                  </a:cubicBezTo>
                  <a:cubicBezTo>
                    <a:pt x="34758" y="17433"/>
                    <a:pt x="34525" y="15732"/>
                    <a:pt x="33891" y="14164"/>
                  </a:cubicBezTo>
                  <a:cubicBezTo>
                    <a:pt x="32857" y="11695"/>
                    <a:pt x="26519" y="4557"/>
                    <a:pt x="26286" y="4290"/>
                  </a:cubicBezTo>
                  <a:cubicBezTo>
                    <a:pt x="26129" y="4102"/>
                    <a:pt x="23118" y="0"/>
                    <a:pt x="202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4"/>
            <p:cNvSpPr/>
            <p:nvPr/>
          </p:nvSpPr>
          <p:spPr>
            <a:xfrm>
              <a:off x="2731300" y="3139975"/>
              <a:ext cx="70075" cy="95300"/>
            </a:xfrm>
            <a:custGeom>
              <a:avLst/>
              <a:gdLst/>
              <a:ahLst/>
              <a:cxnLst/>
              <a:rect l="l" t="t" r="r" b="b"/>
              <a:pathLst>
                <a:path w="2803" h="3812" extrusionOk="0">
                  <a:moveTo>
                    <a:pt x="2567" y="1"/>
                  </a:moveTo>
                  <a:cubicBezTo>
                    <a:pt x="2547" y="1"/>
                    <a:pt x="2525" y="3"/>
                    <a:pt x="2502" y="9"/>
                  </a:cubicBezTo>
                  <a:cubicBezTo>
                    <a:pt x="2435" y="42"/>
                    <a:pt x="734" y="543"/>
                    <a:pt x="0" y="3578"/>
                  </a:cubicBezTo>
                  <a:cubicBezTo>
                    <a:pt x="0" y="3678"/>
                    <a:pt x="67" y="3778"/>
                    <a:pt x="167" y="3812"/>
                  </a:cubicBezTo>
                  <a:lnTo>
                    <a:pt x="234" y="3812"/>
                  </a:lnTo>
                  <a:cubicBezTo>
                    <a:pt x="300" y="3812"/>
                    <a:pt x="400" y="3745"/>
                    <a:pt x="434" y="3678"/>
                  </a:cubicBezTo>
                  <a:cubicBezTo>
                    <a:pt x="1101" y="910"/>
                    <a:pt x="2602" y="409"/>
                    <a:pt x="2635" y="409"/>
                  </a:cubicBezTo>
                  <a:cubicBezTo>
                    <a:pt x="2735" y="376"/>
                    <a:pt x="2802" y="276"/>
                    <a:pt x="2769" y="176"/>
                  </a:cubicBezTo>
                  <a:cubicBezTo>
                    <a:pt x="2741" y="65"/>
                    <a:pt x="2668" y="1"/>
                    <a:pt x="2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4"/>
            <p:cNvSpPr/>
            <p:nvPr/>
          </p:nvSpPr>
          <p:spPr>
            <a:xfrm>
              <a:off x="2793825" y="3155750"/>
              <a:ext cx="43000" cy="48675"/>
            </a:xfrm>
            <a:custGeom>
              <a:avLst/>
              <a:gdLst/>
              <a:ahLst/>
              <a:cxnLst/>
              <a:rect l="l" t="t" r="r" b="b"/>
              <a:pathLst>
                <a:path w="1720" h="1947" extrusionOk="0">
                  <a:moveTo>
                    <a:pt x="1403" y="1"/>
                  </a:moveTo>
                  <a:cubicBezTo>
                    <a:pt x="1338" y="1"/>
                    <a:pt x="1275" y="33"/>
                    <a:pt x="1235" y="112"/>
                  </a:cubicBezTo>
                  <a:cubicBezTo>
                    <a:pt x="901" y="646"/>
                    <a:pt x="535" y="1146"/>
                    <a:pt x="134" y="1580"/>
                  </a:cubicBezTo>
                  <a:cubicBezTo>
                    <a:pt x="1" y="1713"/>
                    <a:pt x="68" y="1947"/>
                    <a:pt x="268" y="1947"/>
                  </a:cubicBezTo>
                  <a:cubicBezTo>
                    <a:pt x="334" y="1947"/>
                    <a:pt x="368" y="1913"/>
                    <a:pt x="434" y="1880"/>
                  </a:cubicBezTo>
                  <a:cubicBezTo>
                    <a:pt x="835" y="1413"/>
                    <a:pt x="1235" y="913"/>
                    <a:pt x="1602" y="345"/>
                  </a:cubicBezTo>
                  <a:cubicBezTo>
                    <a:pt x="1719" y="181"/>
                    <a:pt x="1556" y="1"/>
                    <a:pt x="1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4"/>
            <p:cNvSpPr/>
            <p:nvPr/>
          </p:nvSpPr>
          <p:spPr>
            <a:xfrm>
              <a:off x="2729625" y="3361175"/>
              <a:ext cx="55900" cy="80925"/>
            </a:xfrm>
            <a:custGeom>
              <a:avLst/>
              <a:gdLst/>
              <a:ahLst/>
              <a:cxnLst/>
              <a:rect l="l" t="t" r="r" b="b"/>
              <a:pathLst>
                <a:path w="2236" h="3237" extrusionOk="0">
                  <a:moveTo>
                    <a:pt x="200" y="1"/>
                  </a:moveTo>
                  <a:cubicBezTo>
                    <a:pt x="100" y="34"/>
                    <a:pt x="0" y="134"/>
                    <a:pt x="34" y="234"/>
                  </a:cubicBezTo>
                  <a:cubicBezTo>
                    <a:pt x="167" y="1468"/>
                    <a:pt x="834" y="2536"/>
                    <a:pt x="1868" y="3203"/>
                  </a:cubicBezTo>
                  <a:cubicBezTo>
                    <a:pt x="1902" y="3236"/>
                    <a:pt x="1935" y="3236"/>
                    <a:pt x="2002" y="3236"/>
                  </a:cubicBezTo>
                  <a:cubicBezTo>
                    <a:pt x="2068" y="3236"/>
                    <a:pt x="2135" y="3203"/>
                    <a:pt x="2169" y="3136"/>
                  </a:cubicBezTo>
                  <a:cubicBezTo>
                    <a:pt x="2235" y="3036"/>
                    <a:pt x="2202" y="2903"/>
                    <a:pt x="2102" y="2836"/>
                  </a:cubicBezTo>
                  <a:cubicBezTo>
                    <a:pt x="1168" y="2236"/>
                    <a:pt x="567" y="1268"/>
                    <a:pt x="434" y="201"/>
                  </a:cubicBezTo>
                  <a:cubicBezTo>
                    <a:pt x="434" y="101"/>
                    <a:pt x="301" y="1"/>
                    <a:pt x="2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4"/>
            <p:cNvSpPr/>
            <p:nvPr/>
          </p:nvSpPr>
          <p:spPr>
            <a:xfrm>
              <a:off x="3023175" y="3618550"/>
              <a:ext cx="105100" cy="129600"/>
            </a:xfrm>
            <a:custGeom>
              <a:avLst/>
              <a:gdLst/>
              <a:ahLst/>
              <a:cxnLst/>
              <a:rect l="l" t="t" r="r" b="b"/>
              <a:pathLst>
                <a:path w="4204" h="5184" extrusionOk="0">
                  <a:moveTo>
                    <a:pt x="3951" y="0"/>
                  </a:moveTo>
                  <a:cubicBezTo>
                    <a:pt x="3896" y="0"/>
                    <a:pt x="3839" y="25"/>
                    <a:pt x="3803" y="80"/>
                  </a:cubicBezTo>
                  <a:cubicBezTo>
                    <a:pt x="3336" y="680"/>
                    <a:pt x="2835" y="1214"/>
                    <a:pt x="2235" y="1681"/>
                  </a:cubicBezTo>
                  <a:cubicBezTo>
                    <a:pt x="1735" y="1981"/>
                    <a:pt x="1201" y="2281"/>
                    <a:pt x="634" y="2515"/>
                  </a:cubicBezTo>
                  <a:cubicBezTo>
                    <a:pt x="600" y="2515"/>
                    <a:pt x="600" y="2548"/>
                    <a:pt x="567" y="2582"/>
                  </a:cubicBezTo>
                  <a:cubicBezTo>
                    <a:pt x="0" y="3349"/>
                    <a:pt x="67" y="4416"/>
                    <a:pt x="701" y="5117"/>
                  </a:cubicBezTo>
                  <a:cubicBezTo>
                    <a:pt x="734" y="5150"/>
                    <a:pt x="801" y="5184"/>
                    <a:pt x="867" y="5184"/>
                  </a:cubicBezTo>
                  <a:cubicBezTo>
                    <a:pt x="934" y="5184"/>
                    <a:pt x="967" y="5184"/>
                    <a:pt x="1034" y="5117"/>
                  </a:cubicBezTo>
                  <a:cubicBezTo>
                    <a:pt x="1101" y="5050"/>
                    <a:pt x="1101" y="4917"/>
                    <a:pt x="1034" y="4817"/>
                  </a:cubicBezTo>
                  <a:cubicBezTo>
                    <a:pt x="534" y="4283"/>
                    <a:pt x="467" y="3482"/>
                    <a:pt x="867" y="2882"/>
                  </a:cubicBezTo>
                  <a:cubicBezTo>
                    <a:pt x="1434" y="2615"/>
                    <a:pt x="1968" y="2348"/>
                    <a:pt x="2468" y="2048"/>
                  </a:cubicBezTo>
                  <a:cubicBezTo>
                    <a:pt x="3102" y="1548"/>
                    <a:pt x="3669" y="981"/>
                    <a:pt x="4136" y="347"/>
                  </a:cubicBezTo>
                  <a:cubicBezTo>
                    <a:pt x="4203" y="247"/>
                    <a:pt x="4170" y="113"/>
                    <a:pt x="4070" y="46"/>
                  </a:cubicBezTo>
                  <a:cubicBezTo>
                    <a:pt x="4040" y="17"/>
                    <a:pt x="3996" y="0"/>
                    <a:pt x="39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4"/>
            <p:cNvSpPr/>
            <p:nvPr/>
          </p:nvSpPr>
          <p:spPr>
            <a:xfrm>
              <a:off x="2077500" y="3412050"/>
              <a:ext cx="909825" cy="611075"/>
            </a:xfrm>
            <a:custGeom>
              <a:avLst/>
              <a:gdLst/>
              <a:ahLst/>
              <a:cxnLst/>
              <a:rect l="l" t="t" r="r" b="b"/>
              <a:pathLst>
                <a:path w="36393" h="24443" extrusionOk="0">
                  <a:moveTo>
                    <a:pt x="8039" y="1"/>
                  </a:moveTo>
                  <a:cubicBezTo>
                    <a:pt x="8039" y="1"/>
                    <a:pt x="4870" y="301"/>
                    <a:pt x="3869" y="2702"/>
                  </a:cubicBezTo>
                  <a:cubicBezTo>
                    <a:pt x="2902" y="5138"/>
                    <a:pt x="2202" y="10708"/>
                    <a:pt x="2202" y="10708"/>
                  </a:cubicBezTo>
                  <a:cubicBezTo>
                    <a:pt x="2202" y="10708"/>
                    <a:pt x="500" y="12610"/>
                    <a:pt x="234" y="14711"/>
                  </a:cubicBezTo>
                  <a:cubicBezTo>
                    <a:pt x="100" y="15612"/>
                    <a:pt x="33" y="16512"/>
                    <a:pt x="0" y="17413"/>
                  </a:cubicBezTo>
                  <a:lnTo>
                    <a:pt x="13310" y="10375"/>
                  </a:lnTo>
                  <a:lnTo>
                    <a:pt x="21282" y="11809"/>
                  </a:lnTo>
                  <a:lnTo>
                    <a:pt x="22816" y="11676"/>
                  </a:lnTo>
                  <a:lnTo>
                    <a:pt x="23817" y="11676"/>
                  </a:lnTo>
                  <a:cubicBezTo>
                    <a:pt x="23817" y="11676"/>
                    <a:pt x="25251" y="13944"/>
                    <a:pt x="25885" y="14778"/>
                  </a:cubicBezTo>
                  <a:cubicBezTo>
                    <a:pt x="26552" y="15578"/>
                    <a:pt x="28654" y="18147"/>
                    <a:pt x="28320" y="19148"/>
                  </a:cubicBezTo>
                  <a:cubicBezTo>
                    <a:pt x="27953" y="20182"/>
                    <a:pt x="29288" y="22383"/>
                    <a:pt x="30422" y="23818"/>
                  </a:cubicBezTo>
                  <a:cubicBezTo>
                    <a:pt x="30772" y="24260"/>
                    <a:pt x="31189" y="24442"/>
                    <a:pt x="31607" y="24442"/>
                  </a:cubicBezTo>
                  <a:cubicBezTo>
                    <a:pt x="32545" y="24442"/>
                    <a:pt x="33493" y="23529"/>
                    <a:pt x="33724" y="22583"/>
                  </a:cubicBezTo>
                  <a:cubicBezTo>
                    <a:pt x="34024" y="21249"/>
                    <a:pt x="34558" y="20982"/>
                    <a:pt x="35325" y="19781"/>
                  </a:cubicBezTo>
                  <a:cubicBezTo>
                    <a:pt x="36092" y="18614"/>
                    <a:pt x="36393" y="17280"/>
                    <a:pt x="35826" y="14778"/>
                  </a:cubicBezTo>
                  <a:cubicBezTo>
                    <a:pt x="35259" y="12309"/>
                    <a:pt x="30122" y="3903"/>
                    <a:pt x="28854" y="2235"/>
                  </a:cubicBezTo>
                  <a:cubicBezTo>
                    <a:pt x="27727" y="782"/>
                    <a:pt x="27180" y="67"/>
                    <a:pt x="22383" y="67"/>
                  </a:cubicBezTo>
                  <a:cubicBezTo>
                    <a:pt x="21785" y="67"/>
                    <a:pt x="21121" y="78"/>
                    <a:pt x="20381" y="101"/>
                  </a:cubicBezTo>
                  <a:cubicBezTo>
                    <a:pt x="18652" y="161"/>
                    <a:pt x="16989" y="184"/>
                    <a:pt x="15476" y="184"/>
                  </a:cubicBezTo>
                  <a:cubicBezTo>
                    <a:pt x="11151" y="184"/>
                    <a:pt x="8039" y="1"/>
                    <a:pt x="80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4"/>
            <p:cNvSpPr/>
            <p:nvPr/>
          </p:nvSpPr>
          <p:spPr>
            <a:xfrm>
              <a:off x="2072475" y="3405375"/>
              <a:ext cx="919025" cy="622975"/>
            </a:xfrm>
            <a:custGeom>
              <a:avLst/>
              <a:gdLst/>
              <a:ahLst/>
              <a:cxnLst/>
              <a:rect l="l" t="t" r="r" b="b"/>
              <a:pathLst>
                <a:path w="36761" h="24919" extrusionOk="0">
                  <a:moveTo>
                    <a:pt x="8207" y="1"/>
                  </a:moveTo>
                  <a:cubicBezTo>
                    <a:pt x="8073" y="34"/>
                    <a:pt x="4904" y="368"/>
                    <a:pt x="3904" y="2869"/>
                  </a:cubicBezTo>
                  <a:cubicBezTo>
                    <a:pt x="2936" y="5138"/>
                    <a:pt x="2303" y="10175"/>
                    <a:pt x="2236" y="10842"/>
                  </a:cubicBezTo>
                  <a:cubicBezTo>
                    <a:pt x="1936" y="11175"/>
                    <a:pt x="468" y="12943"/>
                    <a:pt x="234" y="14911"/>
                  </a:cubicBezTo>
                  <a:cubicBezTo>
                    <a:pt x="201" y="15312"/>
                    <a:pt x="134" y="15545"/>
                    <a:pt x="134" y="15679"/>
                  </a:cubicBezTo>
                  <a:cubicBezTo>
                    <a:pt x="134" y="15912"/>
                    <a:pt x="134" y="15912"/>
                    <a:pt x="101" y="16379"/>
                  </a:cubicBezTo>
                  <a:cubicBezTo>
                    <a:pt x="68" y="16613"/>
                    <a:pt x="34" y="16980"/>
                    <a:pt x="1" y="17613"/>
                  </a:cubicBezTo>
                  <a:cubicBezTo>
                    <a:pt x="1" y="17747"/>
                    <a:pt x="101" y="17847"/>
                    <a:pt x="201" y="17847"/>
                  </a:cubicBezTo>
                  <a:cubicBezTo>
                    <a:pt x="301" y="17847"/>
                    <a:pt x="401" y="17747"/>
                    <a:pt x="435" y="17647"/>
                  </a:cubicBezTo>
                  <a:cubicBezTo>
                    <a:pt x="468" y="17013"/>
                    <a:pt x="501" y="16646"/>
                    <a:pt x="501" y="16412"/>
                  </a:cubicBezTo>
                  <a:cubicBezTo>
                    <a:pt x="535" y="15945"/>
                    <a:pt x="535" y="15945"/>
                    <a:pt x="568" y="15712"/>
                  </a:cubicBezTo>
                  <a:cubicBezTo>
                    <a:pt x="568" y="15579"/>
                    <a:pt x="601" y="15378"/>
                    <a:pt x="668" y="14978"/>
                  </a:cubicBezTo>
                  <a:cubicBezTo>
                    <a:pt x="902" y="12943"/>
                    <a:pt x="2569" y="11075"/>
                    <a:pt x="2569" y="11075"/>
                  </a:cubicBezTo>
                  <a:cubicBezTo>
                    <a:pt x="2603" y="11042"/>
                    <a:pt x="2636" y="11009"/>
                    <a:pt x="2636" y="10942"/>
                  </a:cubicBezTo>
                  <a:cubicBezTo>
                    <a:pt x="2636" y="10909"/>
                    <a:pt x="3303" y="5371"/>
                    <a:pt x="4271" y="3036"/>
                  </a:cubicBezTo>
                  <a:cubicBezTo>
                    <a:pt x="5171" y="768"/>
                    <a:pt x="8140" y="434"/>
                    <a:pt x="8207" y="434"/>
                  </a:cubicBezTo>
                  <a:cubicBezTo>
                    <a:pt x="8232" y="434"/>
                    <a:pt x="11614" y="632"/>
                    <a:pt x="16194" y="632"/>
                  </a:cubicBezTo>
                  <a:cubicBezTo>
                    <a:pt x="17568" y="632"/>
                    <a:pt x="19050" y="614"/>
                    <a:pt x="20582" y="568"/>
                  </a:cubicBezTo>
                  <a:cubicBezTo>
                    <a:pt x="21310" y="545"/>
                    <a:pt x="21964" y="534"/>
                    <a:pt x="22552" y="534"/>
                  </a:cubicBezTo>
                  <a:cubicBezTo>
                    <a:pt x="27248" y="534"/>
                    <a:pt x="27791" y="1243"/>
                    <a:pt x="28888" y="2636"/>
                  </a:cubicBezTo>
                  <a:cubicBezTo>
                    <a:pt x="30089" y="4237"/>
                    <a:pt x="35226" y="12676"/>
                    <a:pt x="35793" y="15112"/>
                  </a:cubicBezTo>
                  <a:cubicBezTo>
                    <a:pt x="36427" y="17780"/>
                    <a:pt x="35927" y="19014"/>
                    <a:pt x="35326" y="19948"/>
                  </a:cubicBezTo>
                  <a:cubicBezTo>
                    <a:pt x="35093" y="20315"/>
                    <a:pt x="34892" y="20582"/>
                    <a:pt x="34726" y="20816"/>
                  </a:cubicBezTo>
                  <a:cubicBezTo>
                    <a:pt x="34192" y="21383"/>
                    <a:pt x="33858" y="22083"/>
                    <a:pt x="33692" y="22817"/>
                  </a:cubicBezTo>
                  <a:cubicBezTo>
                    <a:pt x="33491" y="23618"/>
                    <a:pt x="32891" y="24218"/>
                    <a:pt x="32090" y="24452"/>
                  </a:cubicBezTo>
                  <a:cubicBezTo>
                    <a:pt x="31987" y="24479"/>
                    <a:pt x="31882" y="24492"/>
                    <a:pt x="31779" y="24492"/>
                  </a:cubicBezTo>
                  <a:cubicBezTo>
                    <a:pt x="31380" y="24492"/>
                    <a:pt x="30994" y="24295"/>
                    <a:pt x="30756" y="23951"/>
                  </a:cubicBezTo>
                  <a:cubicBezTo>
                    <a:pt x="29555" y="22417"/>
                    <a:pt x="28388" y="20415"/>
                    <a:pt x="28688" y="19481"/>
                  </a:cubicBezTo>
                  <a:cubicBezTo>
                    <a:pt x="28988" y="18581"/>
                    <a:pt x="27787" y="16879"/>
                    <a:pt x="26453" y="15178"/>
                  </a:cubicBezTo>
                  <a:lnTo>
                    <a:pt x="26253" y="14911"/>
                  </a:lnTo>
                  <a:cubicBezTo>
                    <a:pt x="25619" y="14111"/>
                    <a:pt x="24185" y="11843"/>
                    <a:pt x="24185" y="11809"/>
                  </a:cubicBezTo>
                  <a:cubicBezTo>
                    <a:pt x="24151" y="11742"/>
                    <a:pt x="24085" y="11709"/>
                    <a:pt x="24018" y="11709"/>
                  </a:cubicBezTo>
                  <a:lnTo>
                    <a:pt x="22984" y="11709"/>
                  </a:lnTo>
                  <a:lnTo>
                    <a:pt x="21483" y="11876"/>
                  </a:lnTo>
                  <a:lnTo>
                    <a:pt x="13577" y="10442"/>
                  </a:lnTo>
                  <a:cubicBezTo>
                    <a:pt x="13444" y="10442"/>
                    <a:pt x="13344" y="10508"/>
                    <a:pt x="13344" y="10608"/>
                  </a:cubicBezTo>
                  <a:cubicBezTo>
                    <a:pt x="13310" y="10742"/>
                    <a:pt x="13377" y="10842"/>
                    <a:pt x="13511" y="10875"/>
                  </a:cubicBezTo>
                  <a:lnTo>
                    <a:pt x="21450" y="12310"/>
                  </a:lnTo>
                  <a:lnTo>
                    <a:pt x="21516" y="12310"/>
                  </a:lnTo>
                  <a:lnTo>
                    <a:pt x="23017" y="12143"/>
                  </a:lnTo>
                  <a:lnTo>
                    <a:pt x="23885" y="12143"/>
                  </a:lnTo>
                  <a:cubicBezTo>
                    <a:pt x="24185" y="12610"/>
                    <a:pt x="25352" y="14444"/>
                    <a:pt x="25919" y="15178"/>
                  </a:cubicBezTo>
                  <a:lnTo>
                    <a:pt x="26120" y="15445"/>
                  </a:lnTo>
                  <a:cubicBezTo>
                    <a:pt x="26787" y="16312"/>
                    <a:pt x="28555" y="18547"/>
                    <a:pt x="28288" y="19381"/>
                  </a:cubicBezTo>
                  <a:cubicBezTo>
                    <a:pt x="27821" y="20816"/>
                    <a:pt x="30156" y="23884"/>
                    <a:pt x="30423" y="24218"/>
                  </a:cubicBezTo>
                  <a:cubicBezTo>
                    <a:pt x="30756" y="24652"/>
                    <a:pt x="31257" y="24919"/>
                    <a:pt x="31790" y="24919"/>
                  </a:cubicBezTo>
                  <a:cubicBezTo>
                    <a:pt x="31924" y="24919"/>
                    <a:pt x="32090" y="24885"/>
                    <a:pt x="32224" y="24818"/>
                  </a:cubicBezTo>
                  <a:cubicBezTo>
                    <a:pt x="33158" y="24585"/>
                    <a:pt x="33892" y="23818"/>
                    <a:pt x="34125" y="22884"/>
                  </a:cubicBezTo>
                  <a:cubicBezTo>
                    <a:pt x="34259" y="22183"/>
                    <a:pt x="34592" y="21549"/>
                    <a:pt x="35059" y="21049"/>
                  </a:cubicBezTo>
                  <a:cubicBezTo>
                    <a:pt x="35259" y="20782"/>
                    <a:pt x="35460" y="20515"/>
                    <a:pt x="35693" y="20148"/>
                  </a:cubicBezTo>
                  <a:cubicBezTo>
                    <a:pt x="36594" y="18747"/>
                    <a:pt x="36760" y="17246"/>
                    <a:pt x="36227" y="14978"/>
                  </a:cubicBezTo>
                  <a:cubicBezTo>
                    <a:pt x="35626" y="12443"/>
                    <a:pt x="30489" y="3970"/>
                    <a:pt x="29222" y="2302"/>
                  </a:cubicBezTo>
                  <a:cubicBezTo>
                    <a:pt x="28074" y="860"/>
                    <a:pt x="27497" y="93"/>
                    <a:pt x="22725" y="93"/>
                  </a:cubicBezTo>
                  <a:cubicBezTo>
                    <a:pt x="22089" y="93"/>
                    <a:pt x="21378" y="107"/>
                    <a:pt x="20582" y="134"/>
                  </a:cubicBezTo>
                  <a:cubicBezTo>
                    <a:pt x="19058" y="180"/>
                    <a:pt x="17585" y="198"/>
                    <a:pt x="16220" y="198"/>
                  </a:cubicBezTo>
                  <a:cubicBezTo>
                    <a:pt x="11669" y="198"/>
                    <a:pt x="8309" y="1"/>
                    <a:pt x="8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4"/>
            <p:cNvSpPr/>
            <p:nvPr/>
          </p:nvSpPr>
          <p:spPr>
            <a:xfrm>
              <a:off x="2831350" y="3948800"/>
              <a:ext cx="90925" cy="68700"/>
            </a:xfrm>
            <a:custGeom>
              <a:avLst/>
              <a:gdLst/>
              <a:ahLst/>
              <a:cxnLst/>
              <a:rect l="l" t="t" r="r" b="b"/>
              <a:pathLst>
                <a:path w="3637" h="2748" extrusionOk="0">
                  <a:moveTo>
                    <a:pt x="3429" y="0"/>
                  </a:moveTo>
                  <a:cubicBezTo>
                    <a:pt x="3355" y="0"/>
                    <a:pt x="3287" y="38"/>
                    <a:pt x="3237" y="113"/>
                  </a:cubicBezTo>
                  <a:cubicBezTo>
                    <a:pt x="2970" y="513"/>
                    <a:pt x="2503" y="746"/>
                    <a:pt x="2002" y="746"/>
                  </a:cubicBezTo>
                  <a:cubicBezTo>
                    <a:pt x="1502" y="680"/>
                    <a:pt x="1035" y="546"/>
                    <a:pt x="535" y="413"/>
                  </a:cubicBezTo>
                  <a:cubicBezTo>
                    <a:pt x="518" y="396"/>
                    <a:pt x="493" y="388"/>
                    <a:pt x="464" y="388"/>
                  </a:cubicBezTo>
                  <a:cubicBezTo>
                    <a:pt x="435" y="388"/>
                    <a:pt x="401" y="396"/>
                    <a:pt x="368" y="413"/>
                  </a:cubicBezTo>
                  <a:cubicBezTo>
                    <a:pt x="334" y="413"/>
                    <a:pt x="268" y="480"/>
                    <a:pt x="268" y="546"/>
                  </a:cubicBezTo>
                  <a:cubicBezTo>
                    <a:pt x="268" y="580"/>
                    <a:pt x="1" y="1981"/>
                    <a:pt x="701" y="2681"/>
                  </a:cubicBezTo>
                  <a:cubicBezTo>
                    <a:pt x="768" y="2715"/>
                    <a:pt x="801" y="2748"/>
                    <a:pt x="868" y="2748"/>
                  </a:cubicBezTo>
                  <a:cubicBezTo>
                    <a:pt x="935" y="2748"/>
                    <a:pt x="968" y="2715"/>
                    <a:pt x="1002" y="2648"/>
                  </a:cubicBezTo>
                  <a:cubicBezTo>
                    <a:pt x="1102" y="2581"/>
                    <a:pt x="1102" y="2448"/>
                    <a:pt x="1002" y="2381"/>
                  </a:cubicBezTo>
                  <a:cubicBezTo>
                    <a:pt x="601" y="1981"/>
                    <a:pt x="601" y="1213"/>
                    <a:pt x="668" y="847"/>
                  </a:cubicBezTo>
                  <a:lnTo>
                    <a:pt x="668" y="847"/>
                  </a:lnTo>
                  <a:cubicBezTo>
                    <a:pt x="1068" y="980"/>
                    <a:pt x="1535" y="1080"/>
                    <a:pt x="1969" y="1147"/>
                  </a:cubicBezTo>
                  <a:cubicBezTo>
                    <a:pt x="2001" y="1148"/>
                    <a:pt x="2033" y="1149"/>
                    <a:pt x="2064" y="1149"/>
                  </a:cubicBezTo>
                  <a:cubicBezTo>
                    <a:pt x="2666" y="1149"/>
                    <a:pt x="3255" y="851"/>
                    <a:pt x="3603" y="313"/>
                  </a:cubicBezTo>
                  <a:cubicBezTo>
                    <a:pt x="3637" y="213"/>
                    <a:pt x="3603" y="79"/>
                    <a:pt x="3503" y="13"/>
                  </a:cubicBezTo>
                  <a:cubicBezTo>
                    <a:pt x="3478" y="4"/>
                    <a:pt x="3453" y="0"/>
                    <a:pt x="3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4"/>
            <p:cNvSpPr/>
            <p:nvPr/>
          </p:nvSpPr>
          <p:spPr>
            <a:xfrm>
              <a:off x="2672075" y="3447875"/>
              <a:ext cx="75075" cy="95950"/>
            </a:xfrm>
            <a:custGeom>
              <a:avLst/>
              <a:gdLst/>
              <a:ahLst/>
              <a:cxnLst/>
              <a:rect l="l" t="t" r="r" b="b"/>
              <a:pathLst>
                <a:path w="3003" h="3838" extrusionOk="0">
                  <a:moveTo>
                    <a:pt x="2759" y="1"/>
                  </a:moveTo>
                  <a:cubicBezTo>
                    <a:pt x="2725" y="1"/>
                    <a:pt x="2693" y="12"/>
                    <a:pt x="2669" y="35"/>
                  </a:cubicBezTo>
                  <a:cubicBezTo>
                    <a:pt x="1502" y="736"/>
                    <a:pt x="101" y="3404"/>
                    <a:pt x="34" y="3538"/>
                  </a:cubicBezTo>
                  <a:cubicBezTo>
                    <a:pt x="1" y="3638"/>
                    <a:pt x="34" y="3738"/>
                    <a:pt x="134" y="3805"/>
                  </a:cubicBezTo>
                  <a:cubicBezTo>
                    <a:pt x="167" y="3805"/>
                    <a:pt x="201" y="3838"/>
                    <a:pt x="234" y="3838"/>
                  </a:cubicBezTo>
                  <a:cubicBezTo>
                    <a:pt x="301" y="3838"/>
                    <a:pt x="368" y="3771"/>
                    <a:pt x="401" y="3705"/>
                  </a:cubicBezTo>
                  <a:cubicBezTo>
                    <a:pt x="434" y="3705"/>
                    <a:pt x="1802" y="1036"/>
                    <a:pt x="2869" y="369"/>
                  </a:cubicBezTo>
                  <a:cubicBezTo>
                    <a:pt x="2969" y="302"/>
                    <a:pt x="3003" y="202"/>
                    <a:pt x="2936" y="102"/>
                  </a:cubicBezTo>
                  <a:cubicBezTo>
                    <a:pt x="2893" y="37"/>
                    <a:pt x="2822" y="1"/>
                    <a:pt x="2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4"/>
            <p:cNvSpPr/>
            <p:nvPr/>
          </p:nvSpPr>
          <p:spPr>
            <a:xfrm>
              <a:off x="2717950" y="3477825"/>
              <a:ext cx="50675" cy="58500"/>
            </a:xfrm>
            <a:custGeom>
              <a:avLst/>
              <a:gdLst/>
              <a:ahLst/>
              <a:cxnLst/>
              <a:rect l="l" t="t" r="r" b="b"/>
              <a:pathLst>
                <a:path w="2027" h="2340" extrusionOk="0">
                  <a:moveTo>
                    <a:pt x="1741" y="1"/>
                  </a:moveTo>
                  <a:cubicBezTo>
                    <a:pt x="1675" y="1"/>
                    <a:pt x="1610" y="31"/>
                    <a:pt x="1568" y="105"/>
                  </a:cubicBezTo>
                  <a:cubicBezTo>
                    <a:pt x="1168" y="805"/>
                    <a:pt x="701" y="1439"/>
                    <a:pt x="134" y="1973"/>
                  </a:cubicBezTo>
                  <a:cubicBezTo>
                    <a:pt x="34" y="2040"/>
                    <a:pt x="0" y="2173"/>
                    <a:pt x="67" y="2273"/>
                  </a:cubicBezTo>
                  <a:cubicBezTo>
                    <a:pt x="134" y="2306"/>
                    <a:pt x="167" y="2340"/>
                    <a:pt x="234" y="2340"/>
                  </a:cubicBezTo>
                  <a:cubicBezTo>
                    <a:pt x="301" y="2340"/>
                    <a:pt x="334" y="2340"/>
                    <a:pt x="367" y="2306"/>
                  </a:cubicBezTo>
                  <a:cubicBezTo>
                    <a:pt x="1001" y="1739"/>
                    <a:pt x="1501" y="1039"/>
                    <a:pt x="1935" y="305"/>
                  </a:cubicBezTo>
                  <a:cubicBezTo>
                    <a:pt x="2026" y="145"/>
                    <a:pt x="1883" y="1"/>
                    <a:pt x="1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4"/>
            <p:cNvSpPr/>
            <p:nvPr/>
          </p:nvSpPr>
          <p:spPr>
            <a:xfrm>
              <a:off x="2880550" y="3845950"/>
              <a:ext cx="71225" cy="43975"/>
            </a:xfrm>
            <a:custGeom>
              <a:avLst/>
              <a:gdLst/>
              <a:ahLst/>
              <a:cxnLst/>
              <a:rect l="l" t="t" r="r" b="b"/>
              <a:pathLst>
                <a:path w="2849" h="1759" extrusionOk="0">
                  <a:moveTo>
                    <a:pt x="2562" y="0"/>
                  </a:moveTo>
                  <a:cubicBezTo>
                    <a:pt x="2506" y="0"/>
                    <a:pt x="2448" y="27"/>
                    <a:pt x="2403" y="90"/>
                  </a:cubicBezTo>
                  <a:cubicBezTo>
                    <a:pt x="1869" y="758"/>
                    <a:pt x="1102" y="1191"/>
                    <a:pt x="268" y="1325"/>
                  </a:cubicBezTo>
                  <a:cubicBezTo>
                    <a:pt x="1" y="1325"/>
                    <a:pt x="1" y="1758"/>
                    <a:pt x="268" y="1758"/>
                  </a:cubicBezTo>
                  <a:lnTo>
                    <a:pt x="301" y="1725"/>
                  </a:lnTo>
                  <a:cubicBezTo>
                    <a:pt x="1269" y="1591"/>
                    <a:pt x="2102" y="1091"/>
                    <a:pt x="2703" y="357"/>
                  </a:cubicBezTo>
                  <a:cubicBezTo>
                    <a:pt x="2848" y="188"/>
                    <a:pt x="2712" y="0"/>
                    <a:pt x="2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4"/>
            <p:cNvSpPr/>
            <p:nvPr/>
          </p:nvSpPr>
          <p:spPr>
            <a:xfrm>
              <a:off x="2205925" y="3658900"/>
              <a:ext cx="589600" cy="392400"/>
            </a:xfrm>
            <a:custGeom>
              <a:avLst/>
              <a:gdLst/>
              <a:ahLst/>
              <a:cxnLst/>
              <a:rect l="l" t="t" r="r" b="b"/>
              <a:pathLst>
                <a:path w="23584" h="15696" extrusionOk="0">
                  <a:moveTo>
                    <a:pt x="5471" y="0"/>
                  </a:moveTo>
                  <a:lnTo>
                    <a:pt x="0" y="13777"/>
                  </a:lnTo>
                  <a:cubicBezTo>
                    <a:pt x="0" y="13777"/>
                    <a:pt x="1182" y="14159"/>
                    <a:pt x="2575" y="14159"/>
                  </a:cubicBezTo>
                  <a:cubicBezTo>
                    <a:pt x="3547" y="14159"/>
                    <a:pt x="4621" y="13973"/>
                    <a:pt x="5471" y="13343"/>
                  </a:cubicBezTo>
                  <a:cubicBezTo>
                    <a:pt x="6505" y="12609"/>
                    <a:pt x="7472" y="11775"/>
                    <a:pt x="8306" y="10841"/>
                  </a:cubicBezTo>
                  <a:cubicBezTo>
                    <a:pt x="8306" y="10841"/>
                    <a:pt x="10321" y="11314"/>
                    <a:pt x="11365" y="11314"/>
                  </a:cubicBezTo>
                  <a:cubicBezTo>
                    <a:pt x="11530" y="11314"/>
                    <a:pt x="11670" y="11302"/>
                    <a:pt x="11775" y="11275"/>
                  </a:cubicBezTo>
                  <a:lnTo>
                    <a:pt x="12542" y="11075"/>
                  </a:lnTo>
                  <a:lnTo>
                    <a:pt x="15544" y="12676"/>
                  </a:lnTo>
                  <a:cubicBezTo>
                    <a:pt x="15544" y="12676"/>
                    <a:pt x="14944" y="14477"/>
                    <a:pt x="16011" y="15278"/>
                  </a:cubicBezTo>
                  <a:cubicBezTo>
                    <a:pt x="16394" y="15553"/>
                    <a:pt x="16991" y="15695"/>
                    <a:pt x="17675" y="15695"/>
                  </a:cubicBezTo>
                  <a:cubicBezTo>
                    <a:pt x="18899" y="15695"/>
                    <a:pt x="20400" y="15240"/>
                    <a:pt x="21449" y="14277"/>
                  </a:cubicBezTo>
                  <a:cubicBezTo>
                    <a:pt x="23083" y="12809"/>
                    <a:pt x="23584" y="10108"/>
                    <a:pt x="23150" y="9274"/>
                  </a:cubicBezTo>
                  <a:cubicBezTo>
                    <a:pt x="22750" y="8440"/>
                    <a:pt x="20081" y="6071"/>
                    <a:pt x="18580" y="4237"/>
                  </a:cubicBezTo>
                  <a:cubicBezTo>
                    <a:pt x="17046" y="2369"/>
                    <a:pt x="16145" y="1802"/>
                    <a:pt x="14911" y="1601"/>
                  </a:cubicBezTo>
                  <a:cubicBezTo>
                    <a:pt x="13676" y="1401"/>
                    <a:pt x="6738" y="301"/>
                    <a:pt x="6405" y="234"/>
                  </a:cubicBezTo>
                  <a:cubicBezTo>
                    <a:pt x="6038" y="167"/>
                    <a:pt x="5471"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4"/>
            <p:cNvSpPr/>
            <p:nvPr/>
          </p:nvSpPr>
          <p:spPr>
            <a:xfrm>
              <a:off x="2200075" y="3652850"/>
              <a:ext cx="601300" cy="403950"/>
            </a:xfrm>
            <a:custGeom>
              <a:avLst/>
              <a:gdLst/>
              <a:ahLst/>
              <a:cxnLst/>
              <a:rect l="l" t="t" r="r" b="b"/>
              <a:pathLst>
                <a:path w="24052" h="16158" extrusionOk="0">
                  <a:moveTo>
                    <a:pt x="5737" y="0"/>
                  </a:moveTo>
                  <a:cubicBezTo>
                    <a:pt x="5638" y="0"/>
                    <a:pt x="5565" y="60"/>
                    <a:pt x="5538" y="142"/>
                  </a:cubicBezTo>
                  <a:cubicBezTo>
                    <a:pt x="5504" y="242"/>
                    <a:pt x="5571" y="376"/>
                    <a:pt x="5671" y="409"/>
                  </a:cubicBezTo>
                  <a:cubicBezTo>
                    <a:pt x="5705" y="409"/>
                    <a:pt x="6272" y="576"/>
                    <a:pt x="6605" y="643"/>
                  </a:cubicBezTo>
                  <a:cubicBezTo>
                    <a:pt x="6772" y="676"/>
                    <a:pt x="8573" y="976"/>
                    <a:pt x="11275" y="1410"/>
                  </a:cubicBezTo>
                  <a:cubicBezTo>
                    <a:pt x="12943" y="1677"/>
                    <a:pt x="14578" y="1944"/>
                    <a:pt x="15111" y="2010"/>
                  </a:cubicBezTo>
                  <a:cubicBezTo>
                    <a:pt x="16212" y="2210"/>
                    <a:pt x="17113" y="2677"/>
                    <a:pt x="18681" y="4579"/>
                  </a:cubicBezTo>
                  <a:cubicBezTo>
                    <a:pt x="19348" y="5413"/>
                    <a:pt x="20282" y="6413"/>
                    <a:pt x="21116" y="7247"/>
                  </a:cubicBezTo>
                  <a:cubicBezTo>
                    <a:pt x="22083" y="8215"/>
                    <a:pt x="23017" y="9182"/>
                    <a:pt x="23217" y="9582"/>
                  </a:cubicBezTo>
                  <a:cubicBezTo>
                    <a:pt x="23584" y="10350"/>
                    <a:pt x="23050" y="12985"/>
                    <a:pt x="21549" y="14352"/>
                  </a:cubicBezTo>
                  <a:cubicBezTo>
                    <a:pt x="20553" y="15262"/>
                    <a:pt x="19107" y="15707"/>
                    <a:pt x="17933" y="15707"/>
                  </a:cubicBezTo>
                  <a:cubicBezTo>
                    <a:pt x="17298" y="15707"/>
                    <a:pt x="16742" y="15577"/>
                    <a:pt x="16379" y="15320"/>
                  </a:cubicBezTo>
                  <a:cubicBezTo>
                    <a:pt x="15478" y="14653"/>
                    <a:pt x="16012" y="12951"/>
                    <a:pt x="16012" y="12951"/>
                  </a:cubicBezTo>
                  <a:cubicBezTo>
                    <a:pt x="16012" y="12851"/>
                    <a:pt x="15979" y="12751"/>
                    <a:pt x="15879" y="12718"/>
                  </a:cubicBezTo>
                  <a:lnTo>
                    <a:pt x="12876" y="11117"/>
                  </a:lnTo>
                  <a:lnTo>
                    <a:pt x="12743" y="11117"/>
                  </a:lnTo>
                  <a:lnTo>
                    <a:pt x="11976" y="11317"/>
                  </a:lnTo>
                  <a:cubicBezTo>
                    <a:pt x="11882" y="11343"/>
                    <a:pt x="11753" y="11354"/>
                    <a:pt x="11599" y="11354"/>
                  </a:cubicBezTo>
                  <a:cubicBezTo>
                    <a:pt x="10770" y="11354"/>
                    <a:pt x="9226" y="11024"/>
                    <a:pt x="8607" y="10883"/>
                  </a:cubicBezTo>
                  <a:cubicBezTo>
                    <a:pt x="8540" y="10883"/>
                    <a:pt x="8440" y="10917"/>
                    <a:pt x="8407" y="10950"/>
                  </a:cubicBezTo>
                  <a:cubicBezTo>
                    <a:pt x="7539" y="11884"/>
                    <a:pt x="6605" y="12685"/>
                    <a:pt x="5605" y="13418"/>
                  </a:cubicBezTo>
                  <a:cubicBezTo>
                    <a:pt x="4799" y="14006"/>
                    <a:pt x="3769" y="14179"/>
                    <a:pt x="2831" y="14179"/>
                  </a:cubicBezTo>
                  <a:cubicBezTo>
                    <a:pt x="1480" y="14179"/>
                    <a:pt x="320" y="13819"/>
                    <a:pt x="301" y="13819"/>
                  </a:cubicBezTo>
                  <a:cubicBezTo>
                    <a:pt x="274" y="13801"/>
                    <a:pt x="247" y="13793"/>
                    <a:pt x="222" y="13793"/>
                  </a:cubicBezTo>
                  <a:cubicBezTo>
                    <a:pt x="152" y="13793"/>
                    <a:pt x="92" y="13854"/>
                    <a:pt x="67" y="13952"/>
                  </a:cubicBezTo>
                  <a:cubicBezTo>
                    <a:pt x="1" y="14052"/>
                    <a:pt x="67" y="14152"/>
                    <a:pt x="167" y="14186"/>
                  </a:cubicBezTo>
                  <a:cubicBezTo>
                    <a:pt x="245" y="14224"/>
                    <a:pt x="1430" y="14602"/>
                    <a:pt x="2828" y="14602"/>
                  </a:cubicBezTo>
                  <a:cubicBezTo>
                    <a:pt x="3832" y="14602"/>
                    <a:pt x="4946" y="14407"/>
                    <a:pt x="5838" y="13752"/>
                  </a:cubicBezTo>
                  <a:cubicBezTo>
                    <a:pt x="6839" y="13018"/>
                    <a:pt x="7773" y="12218"/>
                    <a:pt x="8607" y="11317"/>
                  </a:cubicBezTo>
                  <a:cubicBezTo>
                    <a:pt x="9118" y="11431"/>
                    <a:pt x="10742" y="11786"/>
                    <a:pt x="11646" y="11786"/>
                  </a:cubicBezTo>
                  <a:cubicBezTo>
                    <a:pt x="11803" y="11786"/>
                    <a:pt x="11939" y="11775"/>
                    <a:pt x="12042" y="11751"/>
                  </a:cubicBezTo>
                  <a:lnTo>
                    <a:pt x="12743" y="11584"/>
                  </a:lnTo>
                  <a:lnTo>
                    <a:pt x="15545" y="13051"/>
                  </a:lnTo>
                  <a:cubicBezTo>
                    <a:pt x="15412" y="13552"/>
                    <a:pt x="15145" y="14986"/>
                    <a:pt x="16145" y="15687"/>
                  </a:cubicBezTo>
                  <a:cubicBezTo>
                    <a:pt x="16634" y="15992"/>
                    <a:pt x="17207" y="16158"/>
                    <a:pt x="17787" y="16158"/>
                  </a:cubicBezTo>
                  <a:cubicBezTo>
                    <a:pt x="17840" y="16158"/>
                    <a:pt x="17893" y="16156"/>
                    <a:pt x="17947" y="16154"/>
                  </a:cubicBezTo>
                  <a:cubicBezTo>
                    <a:pt x="19381" y="16154"/>
                    <a:pt x="20749" y="15620"/>
                    <a:pt x="21816" y="14686"/>
                  </a:cubicBezTo>
                  <a:cubicBezTo>
                    <a:pt x="23451" y="13185"/>
                    <a:pt x="24051" y="10383"/>
                    <a:pt x="23584" y="9416"/>
                  </a:cubicBezTo>
                  <a:cubicBezTo>
                    <a:pt x="23351" y="8915"/>
                    <a:pt x="22450" y="8015"/>
                    <a:pt x="21416" y="6947"/>
                  </a:cubicBezTo>
                  <a:cubicBezTo>
                    <a:pt x="20615" y="6113"/>
                    <a:pt x="19681" y="5146"/>
                    <a:pt x="18981" y="4312"/>
                  </a:cubicBezTo>
                  <a:cubicBezTo>
                    <a:pt x="17546" y="2544"/>
                    <a:pt x="16546" y="1843"/>
                    <a:pt x="15178" y="1610"/>
                  </a:cubicBezTo>
                  <a:lnTo>
                    <a:pt x="11342" y="1010"/>
                  </a:lnTo>
                  <a:cubicBezTo>
                    <a:pt x="9240" y="676"/>
                    <a:pt x="6872" y="276"/>
                    <a:pt x="6705" y="242"/>
                  </a:cubicBezTo>
                  <a:cubicBezTo>
                    <a:pt x="6372" y="176"/>
                    <a:pt x="5805" y="9"/>
                    <a:pt x="5805" y="9"/>
                  </a:cubicBezTo>
                  <a:cubicBezTo>
                    <a:pt x="5781" y="3"/>
                    <a:pt x="5758" y="0"/>
                    <a:pt x="5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4"/>
            <p:cNvSpPr/>
            <p:nvPr/>
          </p:nvSpPr>
          <p:spPr>
            <a:xfrm>
              <a:off x="2276800" y="3883200"/>
              <a:ext cx="144050" cy="53425"/>
            </a:xfrm>
            <a:custGeom>
              <a:avLst/>
              <a:gdLst/>
              <a:ahLst/>
              <a:cxnLst/>
              <a:rect l="l" t="t" r="r" b="b"/>
              <a:pathLst>
                <a:path w="5762" h="2137" extrusionOk="0">
                  <a:moveTo>
                    <a:pt x="248" y="0"/>
                  </a:moveTo>
                  <a:cubicBezTo>
                    <a:pt x="209" y="0"/>
                    <a:pt x="169" y="11"/>
                    <a:pt x="134" y="35"/>
                  </a:cubicBezTo>
                  <a:cubicBezTo>
                    <a:pt x="34" y="68"/>
                    <a:pt x="0" y="202"/>
                    <a:pt x="67" y="302"/>
                  </a:cubicBezTo>
                  <a:cubicBezTo>
                    <a:pt x="1034" y="1903"/>
                    <a:pt x="3236" y="2136"/>
                    <a:pt x="4504" y="2136"/>
                  </a:cubicBezTo>
                  <a:cubicBezTo>
                    <a:pt x="4837" y="2136"/>
                    <a:pt x="5171" y="2136"/>
                    <a:pt x="5504" y="2103"/>
                  </a:cubicBezTo>
                  <a:cubicBezTo>
                    <a:pt x="5761" y="2071"/>
                    <a:pt x="5740" y="1667"/>
                    <a:pt x="5500" y="1667"/>
                  </a:cubicBezTo>
                  <a:cubicBezTo>
                    <a:pt x="5490" y="1667"/>
                    <a:pt x="5481" y="1668"/>
                    <a:pt x="5471" y="1669"/>
                  </a:cubicBezTo>
                  <a:cubicBezTo>
                    <a:pt x="5460" y="1680"/>
                    <a:pt x="5077" y="1730"/>
                    <a:pt x="4519" y="1730"/>
                  </a:cubicBezTo>
                  <a:cubicBezTo>
                    <a:pt x="3309" y="1730"/>
                    <a:pt x="1278" y="1493"/>
                    <a:pt x="434" y="101"/>
                  </a:cubicBezTo>
                  <a:cubicBezTo>
                    <a:pt x="391" y="37"/>
                    <a:pt x="320" y="0"/>
                    <a:pt x="2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4"/>
            <p:cNvSpPr/>
            <p:nvPr/>
          </p:nvSpPr>
          <p:spPr>
            <a:xfrm>
              <a:off x="2260125" y="3939250"/>
              <a:ext cx="138300" cy="29975"/>
            </a:xfrm>
            <a:custGeom>
              <a:avLst/>
              <a:gdLst/>
              <a:ahLst/>
              <a:cxnLst/>
              <a:rect l="l" t="t" r="r" b="b"/>
              <a:pathLst>
                <a:path w="5532" h="1199" extrusionOk="0">
                  <a:moveTo>
                    <a:pt x="278" y="1"/>
                  </a:moveTo>
                  <a:cubicBezTo>
                    <a:pt x="198" y="1"/>
                    <a:pt x="115" y="56"/>
                    <a:pt x="67" y="128"/>
                  </a:cubicBezTo>
                  <a:cubicBezTo>
                    <a:pt x="0" y="194"/>
                    <a:pt x="34" y="328"/>
                    <a:pt x="167" y="395"/>
                  </a:cubicBezTo>
                  <a:cubicBezTo>
                    <a:pt x="1068" y="895"/>
                    <a:pt x="2102" y="1162"/>
                    <a:pt x="3136" y="1195"/>
                  </a:cubicBezTo>
                  <a:cubicBezTo>
                    <a:pt x="3184" y="1197"/>
                    <a:pt x="3233" y="1198"/>
                    <a:pt x="3281" y="1198"/>
                  </a:cubicBezTo>
                  <a:cubicBezTo>
                    <a:pt x="4003" y="1198"/>
                    <a:pt x="4744" y="968"/>
                    <a:pt x="5337" y="561"/>
                  </a:cubicBezTo>
                  <a:cubicBezTo>
                    <a:pt x="5531" y="478"/>
                    <a:pt x="5380" y="188"/>
                    <a:pt x="5227" y="188"/>
                  </a:cubicBezTo>
                  <a:cubicBezTo>
                    <a:pt x="5196" y="188"/>
                    <a:pt x="5165" y="200"/>
                    <a:pt x="5137" y="228"/>
                  </a:cubicBezTo>
                  <a:cubicBezTo>
                    <a:pt x="4511" y="632"/>
                    <a:pt x="3829" y="773"/>
                    <a:pt x="3182" y="773"/>
                  </a:cubicBezTo>
                  <a:cubicBezTo>
                    <a:pt x="1694" y="773"/>
                    <a:pt x="390" y="28"/>
                    <a:pt x="367" y="28"/>
                  </a:cubicBezTo>
                  <a:cubicBezTo>
                    <a:pt x="339" y="9"/>
                    <a:pt x="309"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4"/>
            <p:cNvSpPr/>
            <p:nvPr/>
          </p:nvSpPr>
          <p:spPr>
            <a:xfrm>
              <a:off x="2587475" y="3970700"/>
              <a:ext cx="74150" cy="31850"/>
            </a:xfrm>
            <a:custGeom>
              <a:avLst/>
              <a:gdLst/>
              <a:ahLst/>
              <a:cxnLst/>
              <a:rect l="l" t="t" r="r" b="b"/>
              <a:pathLst>
                <a:path w="2966" h="1274" extrusionOk="0">
                  <a:moveTo>
                    <a:pt x="292" y="1"/>
                  </a:moveTo>
                  <a:cubicBezTo>
                    <a:pt x="140" y="1"/>
                    <a:pt x="1" y="153"/>
                    <a:pt x="116" y="337"/>
                  </a:cubicBezTo>
                  <a:cubicBezTo>
                    <a:pt x="499" y="913"/>
                    <a:pt x="1189" y="1274"/>
                    <a:pt x="1891" y="1274"/>
                  </a:cubicBezTo>
                  <a:cubicBezTo>
                    <a:pt x="1922" y="1274"/>
                    <a:pt x="1953" y="1273"/>
                    <a:pt x="1984" y="1271"/>
                  </a:cubicBezTo>
                  <a:cubicBezTo>
                    <a:pt x="2217" y="1271"/>
                    <a:pt x="2484" y="1238"/>
                    <a:pt x="2718" y="1205"/>
                  </a:cubicBezTo>
                  <a:cubicBezTo>
                    <a:pt x="2965" y="1143"/>
                    <a:pt x="2925" y="764"/>
                    <a:pt x="2678" y="764"/>
                  </a:cubicBezTo>
                  <a:cubicBezTo>
                    <a:pt x="2659" y="764"/>
                    <a:pt x="2639" y="766"/>
                    <a:pt x="2617" y="771"/>
                  </a:cubicBezTo>
                  <a:cubicBezTo>
                    <a:pt x="2374" y="829"/>
                    <a:pt x="2154" y="854"/>
                    <a:pt x="1957" y="854"/>
                  </a:cubicBezTo>
                  <a:cubicBezTo>
                    <a:pt x="908" y="854"/>
                    <a:pt x="483" y="160"/>
                    <a:pt x="483" y="104"/>
                  </a:cubicBezTo>
                  <a:cubicBezTo>
                    <a:pt x="431" y="32"/>
                    <a:pt x="360" y="1"/>
                    <a:pt x="2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4"/>
            <p:cNvSpPr/>
            <p:nvPr/>
          </p:nvSpPr>
          <p:spPr>
            <a:xfrm>
              <a:off x="2578675" y="3748275"/>
              <a:ext cx="35900" cy="107450"/>
            </a:xfrm>
            <a:custGeom>
              <a:avLst/>
              <a:gdLst/>
              <a:ahLst/>
              <a:cxnLst/>
              <a:rect l="l" t="t" r="r" b="b"/>
              <a:pathLst>
                <a:path w="1436" h="4298" extrusionOk="0">
                  <a:moveTo>
                    <a:pt x="1140" y="1"/>
                  </a:moveTo>
                  <a:cubicBezTo>
                    <a:pt x="1108" y="1"/>
                    <a:pt x="1072" y="9"/>
                    <a:pt x="1035" y="28"/>
                  </a:cubicBezTo>
                  <a:cubicBezTo>
                    <a:pt x="968" y="61"/>
                    <a:pt x="368" y="361"/>
                    <a:pt x="167" y="1762"/>
                  </a:cubicBezTo>
                  <a:cubicBezTo>
                    <a:pt x="67" y="2530"/>
                    <a:pt x="34" y="3297"/>
                    <a:pt x="1" y="4064"/>
                  </a:cubicBezTo>
                  <a:cubicBezTo>
                    <a:pt x="1" y="4198"/>
                    <a:pt x="101" y="4298"/>
                    <a:pt x="234" y="4298"/>
                  </a:cubicBezTo>
                  <a:cubicBezTo>
                    <a:pt x="334" y="4264"/>
                    <a:pt x="434" y="4198"/>
                    <a:pt x="434" y="4064"/>
                  </a:cubicBezTo>
                  <a:cubicBezTo>
                    <a:pt x="434" y="3330"/>
                    <a:pt x="501" y="2563"/>
                    <a:pt x="601" y="1796"/>
                  </a:cubicBezTo>
                  <a:cubicBezTo>
                    <a:pt x="735" y="662"/>
                    <a:pt x="1235" y="395"/>
                    <a:pt x="1235" y="395"/>
                  </a:cubicBezTo>
                  <a:cubicBezTo>
                    <a:pt x="1436" y="309"/>
                    <a:pt x="1341" y="1"/>
                    <a:pt x="1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4"/>
            <p:cNvSpPr/>
            <p:nvPr/>
          </p:nvSpPr>
          <p:spPr>
            <a:xfrm>
              <a:off x="2599525" y="3777100"/>
              <a:ext cx="20875" cy="43600"/>
            </a:xfrm>
            <a:custGeom>
              <a:avLst/>
              <a:gdLst/>
              <a:ahLst/>
              <a:cxnLst/>
              <a:rect l="l" t="t" r="r" b="b"/>
              <a:pathLst>
                <a:path w="835" h="1744" extrusionOk="0">
                  <a:moveTo>
                    <a:pt x="614" y="1"/>
                  </a:moveTo>
                  <a:cubicBezTo>
                    <a:pt x="525" y="1"/>
                    <a:pt x="429" y="65"/>
                    <a:pt x="401" y="176"/>
                  </a:cubicBezTo>
                  <a:lnTo>
                    <a:pt x="34" y="1477"/>
                  </a:lnTo>
                  <a:cubicBezTo>
                    <a:pt x="1" y="1610"/>
                    <a:pt x="67" y="1710"/>
                    <a:pt x="201" y="1744"/>
                  </a:cubicBezTo>
                  <a:lnTo>
                    <a:pt x="234" y="1744"/>
                  </a:lnTo>
                  <a:cubicBezTo>
                    <a:pt x="334" y="1744"/>
                    <a:pt x="401" y="1677"/>
                    <a:pt x="434" y="1610"/>
                  </a:cubicBezTo>
                  <a:lnTo>
                    <a:pt x="801" y="276"/>
                  </a:lnTo>
                  <a:cubicBezTo>
                    <a:pt x="835" y="176"/>
                    <a:pt x="768" y="42"/>
                    <a:pt x="668" y="9"/>
                  </a:cubicBezTo>
                  <a:cubicBezTo>
                    <a:pt x="651" y="3"/>
                    <a:pt x="632" y="1"/>
                    <a:pt x="6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9" name="Google Shape;859;p44"/>
          <p:cNvSpPr/>
          <p:nvPr/>
        </p:nvSpPr>
        <p:spPr>
          <a:xfrm rot="2366217">
            <a:off x="329818" y="1860381"/>
            <a:ext cx="776122" cy="830133"/>
          </a:xfrm>
          <a:custGeom>
            <a:avLst/>
            <a:gdLst/>
            <a:ahLst/>
            <a:cxnLst/>
            <a:rect l="l" t="t" r="r" b="b"/>
            <a:pathLst>
              <a:path w="96292" h="102993" extrusionOk="0">
                <a:moveTo>
                  <a:pt x="52540" y="12100"/>
                </a:moveTo>
                <a:lnTo>
                  <a:pt x="52540" y="12100"/>
                </a:lnTo>
                <a:cubicBezTo>
                  <a:pt x="51996" y="13000"/>
                  <a:pt x="51410" y="13983"/>
                  <a:pt x="50845" y="14946"/>
                </a:cubicBezTo>
                <a:cubicBezTo>
                  <a:pt x="50887" y="14527"/>
                  <a:pt x="50929" y="14151"/>
                  <a:pt x="50929" y="13774"/>
                </a:cubicBezTo>
                <a:cubicBezTo>
                  <a:pt x="51473" y="13188"/>
                  <a:pt x="51996" y="12644"/>
                  <a:pt x="52540" y="12100"/>
                </a:cubicBezTo>
                <a:close/>
                <a:moveTo>
                  <a:pt x="32783" y="2753"/>
                </a:moveTo>
                <a:cubicBezTo>
                  <a:pt x="32978" y="2753"/>
                  <a:pt x="33175" y="2772"/>
                  <a:pt x="33374" y="2810"/>
                </a:cubicBezTo>
                <a:cubicBezTo>
                  <a:pt x="34880" y="3103"/>
                  <a:pt x="35759" y="4421"/>
                  <a:pt x="36240" y="5928"/>
                </a:cubicBezTo>
                <a:cubicBezTo>
                  <a:pt x="33144" y="9547"/>
                  <a:pt x="30340" y="13439"/>
                  <a:pt x="27850" y="17603"/>
                </a:cubicBezTo>
                <a:cubicBezTo>
                  <a:pt x="26888" y="14883"/>
                  <a:pt x="25360" y="12749"/>
                  <a:pt x="23477" y="11472"/>
                </a:cubicBezTo>
                <a:cubicBezTo>
                  <a:pt x="24942" y="9422"/>
                  <a:pt x="26553" y="7455"/>
                  <a:pt x="28227" y="5572"/>
                </a:cubicBezTo>
                <a:cubicBezTo>
                  <a:pt x="29323" y="4325"/>
                  <a:pt x="30965" y="2753"/>
                  <a:pt x="32783" y="2753"/>
                </a:cubicBezTo>
                <a:close/>
                <a:moveTo>
                  <a:pt x="69990" y="8208"/>
                </a:moveTo>
                <a:cubicBezTo>
                  <a:pt x="70848" y="8208"/>
                  <a:pt x="71455" y="8459"/>
                  <a:pt x="71873" y="8941"/>
                </a:cubicBezTo>
                <a:cubicBezTo>
                  <a:pt x="72417" y="9631"/>
                  <a:pt x="72543" y="10698"/>
                  <a:pt x="72522" y="11870"/>
                </a:cubicBezTo>
                <a:cubicBezTo>
                  <a:pt x="69195" y="15720"/>
                  <a:pt x="66203" y="19863"/>
                  <a:pt x="63483" y="24236"/>
                </a:cubicBezTo>
                <a:cubicBezTo>
                  <a:pt x="63776" y="20470"/>
                  <a:pt x="63964" y="17143"/>
                  <a:pt x="63755" y="13900"/>
                </a:cubicBezTo>
                <a:cubicBezTo>
                  <a:pt x="63922" y="13690"/>
                  <a:pt x="64069" y="13439"/>
                  <a:pt x="64236" y="13209"/>
                </a:cubicBezTo>
                <a:cubicBezTo>
                  <a:pt x="65680" y="11096"/>
                  <a:pt x="67647" y="8208"/>
                  <a:pt x="69969" y="8208"/>
                </a:cubicBezTo>
                <a:close/>
                <a:moveTo>
                  <a:pt x="59310" y="6341"/>
                </a:moveTo>
                <a:cubicBezTo>
                  <a:pt x="59575" y="6341"/>
                  <a:pt x="59844" y="6382"/>
                  <a:pt x="60114" y="6472"/>
                </a:cubicBezTo>
                <a:cubicBezTo>
                  <a:pt x="61851" y="7037"/>
                  <a:pt x="62500" y="9275"/>
                  <a:pt x="62730" y="11054"/>
                </a:cubicBezTo>
                <a:cubicBezTo>
                  <a:pt x="62855" y="11912"/>
                  <a:pt x="62939" y="12791"/>
                  <a:pt x="63002" y="13669"/>
                </a:cubicBezTo>
                <a:cubicBezTo>
                  <a:pt x="62981" y="13690"/>
                  <a:pt x="62939" y="13732"/>
                  <a:pt x="62918" y="13774"/>
                </a:cubicBezTo>
                <a:cubicBezTo>
                  <a:pt x="59989" y="17770"/>
                  <a:pt x="57708" y="22248"/>
                  <a:pt x="55490" y="26517"/>
                </a:cubicBezTo>
                <a:cubicBezTo>
                  <a:pt x="55072" y="27333"/>
                  <a:pt x="54653" y="28169"/>
                  <a:pt x="54214" y="28986"/>
                </a:cubicBezTo>
                <a:cubicBezTo>
                  <a:pt x="54151" y="29069"/>
                  <a:pt x="54130" y="29132"/>
                  <a:pt x="54088" y="29216"/>
                </a:cubicBezTo>
                <a:cubicBezTo>
                  <a:pt x="55406" y="22102"/>
                  <a:pt x="56411" y="14883"/>
                  <a:pt x="57080" y="7643"/>
                </a:cubicBezTo>
                <a:cubicBezTo>
                  <a:pt x="57080" y="7518"/>
                  <a:pt x="57059" y="7413"/>
                  <a:pt x="56955" y="7330"/>
                </a:cubicBezTo>
                <a:cubicBezTo>
                  <a:pt x="57655" y="6756"/>
                  <a:pt x="58465" y="6341"/>
                  <a:pt x="59310" y="6341"/>
                </a:cubicBezTo>
                <a:close/>
                <a:moveTo>
                  <a:pt x="72396" y="13272"/>
                </a:moveTo>
                <a:cubicBezTo>
                  <a:pt x="72334" y="13732"/>
                  <a:pt x="72271" y="14213"/>
                  <a:pt x="72187" y="14653"/>
                </a:cubicBezTo>
                <a:cubicBezTo>
                  <a:pt x="71580" y="15511"/>
                  <a:pt x="71057" y="16431"/>
                  <a:pt x="70513" y="17331"/>
                </a:cubicBezTo>
                <a:cubicBezTo>
                  <a:pt x="70179" y="17896"/>
                  <a:pt x="69823" y="18482"/>
                  <a:pt x="69488" y="19026"/>
                </a:cubicBezTo>
                <a:cubicBezTo>
                  <a:pt x="67103" y="22792"/>
                  <a:pt x="64864" y="26893"/>
                  <a:pt x="62793" y="31203"/>
                </a:cubicBezTo>
                <a:cubicBezTo>
                  <a:pt x="63002" y="29488"/>
                  <a:pt x="63169" y="27793"/>
                  <a:pt x="63316" y="26056"/>
                </a:cubicBezTo>
                <a:cubicBezTo>
                  <a:pt x="65994" y="21558"/>
                  <a:pt x="69007" y="17268"/>
                  <a:pt x="72396" y="13272"/>
                </a:cubicBezTo>
                <a:close/>
                <a:moveTo>
                  <a:pt x="44959" y="786"/>
                </a:moveTo>
                <a:cubicBezTo>
                  <a:pt x="45434" y="786"/>
                  <a:pt x="45897" y="861"/>
                  <a:pt x="46347" y="1011"/>
                </a:cubicBezTo>
                <a:cubicBezTo>
                  <a:pt x="49820" y="2161"/>
                  <a:pt x="50322" y="7078"/>
                  <a:pt x="50259" y="9903"/>
                </a:cubicBezTo>
                <a:cubicBezTo>
                  <a:pt x="50259" y="11075"/>
                  <a:pt x="50217" y="12268"/>
                  <a:pt x="50155" y="13460"/>
                </a:cubicBezTo>
                <a:cubicBezTo>
                  <a:pt x="45007" y="18963"/>
                  <a:pt x="40467" y="25198"/>
                  <a:pt x="36722" y="31894"/>
                </a:cubicBezTo>
                <a:cubicBezTo>
                  <a:pt x="37642" y="24361"/>
                  <a:pt x="38019" y="16808"/>
                  <a:pt x="37580" y="9234"/>
                </a:cubicBezTo>
                <a:cubicBezTo>
                  <a:pt x="37538" y="8355"/>
                  <a:pt x="37391" y="7225"/>
                  <a:pt x="37077" y="6095"/>
                </a:cubicBezTo>
                <a:cubicBezTo>
                  <a:pt x="37454" y="5718"/>
                  <a:pt x="37810" y="5300"/>
                  <a:pt x="38186" y="4902"/>
                </a:cubicBezTo>
                <a:cubicBezTo>
                  <a:pt x="40648" y="2169"/>
                  <a:pt x="42917" y="786"/>
                  <a:pt x="44959" y="786"/>
                </a:cubicBezTo>
                <a:close/>
                <a:moveTo>
                  <a:pt x="83701" y="20077"/>
                </a:moveTo>
                <a:cubicBezTo>
                  <a:pt x="83856" y="20077"/>
                  <a:pt x="83998" y="20112"/>
                  <a:pt x="84114" y="20198"/>
                </a:cubicBezTo>
                <a:cubicBezTo>
                  <a:pt x="84448" y="20428"/>
                  <a:pt x="85160" y="21474"/>
                  <a:pt x="84260" y="26035"/>
                </a:cubicBezTo>
                <a:cubicBezTo>
                  <a:pt x="84072" y="26914"/>
                  <a:pt x="83863" y="27772"/>
                  <a:pt x="83612" y="28672"/>
                </a:cubicBezTo>
                <a:cubicBezTo>
                  <a:pt x="83528" y="28797"/>
                  <a:pt x="83423" y="28965"/>
                  <a:pt x="83339" y="29090"/>
                </a:cubicBezTo>
                <a:cubicBezTo>
                  <a:pt x="81749" y="31852"/>
                  <a:pt x="80138" y="34677"/>
                  <a:pt x="78569" y="37606"/>
                </a:cubicBezTo>
                <a:cubicBezTo>
                  <a:pt x="79197" y="32584"/>
                  <a:pt x="79720" y="27542"/>
                  <a:pt x="80138" y="22520"/>
                </a:cubicBezTo>
                <a:cubicBezTo>
                  <a:pt x="80850" y="21725"/>
                  <a:pt x="81624" y="21035"/>
                  <a:pt x="82523" y="20511"/>
                </a:cubicBezTo>
                <a:cubicBezTo>
                  <a:pt x="82865" y="20289"/>
                  <a:pt x="83322" y="20077"/>
                  <a:pt x="83701" y="20077"/>
                </a:cubicBezTo>
                <a:close/>
                <a:moveTo>
                  <a:pt x="77144" y="11483"/>
                </a:moveTo>
                <a:cubicBezTo>
                  <a:pt x="77315" y="11483"/>
                  <a:pt x="77477" y="11514"/>
                  <a:pt x="77627" y="11577"/>
                </a:cubicBezTo>
                <a:cubicBezTo>
                  <a:pt x="79469" y="12351"/>
                  <a:pt x="79741" y="17812"/>
                  <a:pt x="79448" y="21327"/>
                </a:cubicBezTo>
                <a:lnTo>
                  <a:pt x="79385" y="22185"/>
                </a:lnTo>
                <a:cubicBezTo>
                  <a:pt x="77041" y="24926"/>
                  <a:pt x="75556" y="28797"/>
                  <a:pt x="74217" y="32333"/>
                </a:cubicBezTo>
                <a:cubicBezTo>
                  <a:pt x="73694" y="33714"/>
                  <a:pt x="73171" y="35053"/>
                  <a:pt x="72648" y="36204"/>
                </a:cubicBezTo>
                <a:cubicBezTo>
                  <a:pt x="72062" y="37543"/>
                  <a:pt x="71476" y="38903"/>
                  <a:pt x="70911" y="40263"/>
                </a:cubicBezTo>
                <a:cubicBezTo>
                  <a:pt x="72083" y="31727"/>
                  <a:pt x="72878" y="23127"/>
                  <a:pt x="73275" y="14465"/>
                </a:cubicBezTo>
                <a:cubicBezTo>
                  <a:pt x="73464" y="14234"/>
                  <a:pt x="73652" y="14004"/>
                  <a:pt x="73861" y="13774"/>
                </a:cubicBezTo>
                <a:cubicBezTo>
                  <a:pt x="75185" y="12259"/>
                  <a:pt x="76291" y="11483"/>
                  <a:pt x="77144" y="11483"/>
                </a:cubicBezTo>
                <a:close/>
                <a:moveTo>
                  <a:pt x="91362" y="33718"/>
                </a:moveTo>
                <a:cubicBezTo>
                  <a:pt x="91932" y="33718"/>
                  <a:pt x="92514" y="33844"/>
                  <a:pt x="93111" y="34091"/>
                </a:cubicBezTo>
                <a:cubicBezTo>
                  <a:pt x="94052" y="35660"/>
                  <a:pt x="92881" y="41121"/>
                  <a:pt x="90621" y="47733"/>
                </a:cubicBezTo>
                <a:cubicBezTo>
                  <a:pt x="89596" y="49093"/>
                  <a:pt x="88445" y="50767"/>
                  <a:pt x="87294" y="52587"/>
                </a:cubicBezTo>
                <a:cubicBezTo>
                  <a:pt x="88863" y="46373"/>
                  <a:pt x="89889" y="40096"/>
                  <a:pt x="90328" y="33861"/>
                </a:cubicBezTo>
                <a:cubicBezTo>
                  <a:pt x="90669" y="33765"/>
                  <a:pt x="91014" y="33718"/>
                  <a:pt x="91362" y="33718"/>
                </a:cubicBezTo>
                <a:close/>
                <a:moveTo>
                  <a:pt x="27599" y="19549"/>
                </a:moveTo>
                <a:cubicBezTo>
                  <a:pt x="27913" y="20804"/>
                  <a:pt x="28080" y="22185"/>
                  <a:pt x="28164" y="23671"/>
                </a:cubicBezTo>
                <a:cubicBezTo>
                  <a:pt x="28478" y="30764"/>
                  <a:pt x="26490" y="38276"/>
                  <a:pt x="22473" y="45390"/>
                </a:cubicBezTo>
                <a:cubicBezTo>
                  <a:pt x="21050" y="47880"/>
                  <a:pt x="19146" y="50704"/>
                  <a:pt x="17053" y="53382"/>
                </a:cubicBezTo>
                <a:cubicBezTo>
                  <a:pt x="16823" y="53675"/>
                  <a:pt x="16551" y="53968"/>
                  <a:pt x="16300" y="54261"/>
                </a:cubicBezTo>
                <a:cubicBezTo>
                  <a:pt x="17618" y="42063"/>
                  <a:pt x="21468" y="30178"/>
                  <a:pt x="27599" y="19549"/>
                </a:cubicBezTo>
                <a:close/>
                <a:moveTo>
                  <a:pt x="22975" y="12100"/>
                </a:moveTo>
                <a:cubicBezTo>
                  <a:pt x="24921" y="13376"/>
                  <a:pt x="26406" y="15615"/>
                  <a:pt x="27306" y="18503"/>
                </a:cubicBezTo>
                <a:cubicBezTo>
                  <a:pt x="23707" y="24654"/>
                  <a:pt x="20841" y="31266"/>
                  <a:pt x="18769" y="38171"/>
                </a:cubicBezTo>
                <a:cubicBezTo>
                  <a:pt x="17137" y="43653"/>
                  <a:pt x="16028" y="49281"/>
                  <a:pt x="15442" y="54910"/>
                </a:cubicBezTo>
                <a:cubicBezTo>
                  <a:pt x="14426" y="55659"/>
                  <a:pt x="13246" y="56143"/>
                  <a:pt x="12134" y="56143"/>
                </a:cubicBezTo>
                <a:cubicBezTo>
                  <a:pt x="11507" y="56143"/>
                  <a:pt x="10901" y="55989"/>
                  <a:pt x="10358" y="55642"/>
                </a:cubicBezTo>
                <a:cubicBezTo>
                  <a:pt x="8768" y="54617"/>
                  <a:pt x="8203" y="52441"/>
                  <a:pt x="8600" y="48988"/>
                </a:cubicBezTo>
                <a:cubicBezTo>
                  <a:pt x="10170" y="35765"/>
                  <a:pt x="15191" y="22918"/>
                  <a:pt x="22975" y="12100"/>
                </a:cubicBezTo>
                <a:close/>
                <a:moveTo>
                  <a:pt x="87586" y="26458"/>
                </a:moveTo>
                <a:cubicBezTo>
                  <a:pt x="87842" y="26458"/>
                  <a:pt x="88102" y="26514"/>
                  <a:pt x="88361" y="26642"/>
                </a:cubicBezTo>
                <a:cubicBezTo>
                  <a:pt x="89365" y="27102"/>
                  <a:pt x="89784" y="28379"/>
                  <a:pt x="89700" y="30534"/>
                </a:cubicBezTo>
                <a:cubicBezTo>
                  <a:pt x="89679" y="31455"/>
                  <a:pt x="89617" y="32396"/>
                  <a:pt x="89575" y="33296"/>
                </a:cubicBezTo>
                <a:cubicBezTo>
                  <a:pt x="89491" y="33338"/>
                  <a:pt x="89407" y="33379"/>
                  <a:pt x="89303" y="33400"/>
                </a:cubicBezTo>
                <a:cubicBezTo>
                  <a:pt x="85181" y="35367"/>
                  <a:pt x="82879" y="42983"/>
                  <a:pt x="80871" y="49700"/>
                </a:cubicBezTo>
                <a:cubicBezTo>
                  <a:pt x="80264" y="51688"/>
                  <a:pt x="79678" y="53550"/>
                  <a:pt x="79134" y="55098"/>
                </a:cubicBezTo>
                <a:cubicBezTo>
                  <a:pt x="78109" y="57881"/>
                  <a:pt x="77251" y="60496"/>
                  <a:pt x="76539" y="62986"/>
                </a:cubicBezTo>
                <a:cubicBezTo>
                  <a:pt x="77146" y="60496"/>
                  <a:pt x="77753" y="58027"/>
                  <a:pt x="78297" y="55538"/>
                </a:cubicBezTo>
                <a:cubicBezTo>
                  <a:pt x="79741" y="49240"/>
                  <a:pt x="81017" y="42816"/>
                  <a:pt x="82147" y="36476"/>
                </a:cubicBezTo>
                <a:cubicBezTo>
                  <a:pt x="82461" y="34698"/>
                  <a:pt x="83047" y="32919"/>
                  <a:pt x="83591" y="31203"/>
                </a:cubicBezTo>
                <a:cubicBezTo>
                  <a:pt x="83821" y="30471"/>
                  <a:pt x="84051" y="29739"/>
                  <a:pt x="84302" y="28986"/>
                </a:cubicBezTo>
                <a:cubicBezTo>
                  <a:pt x="84937" y="28086"/>
                  <a:pt x="86212" y="26458"/>
                  <a:pt x="87586" y="26458"/>
                </a:cubicBezTo>
                <a:close/>
                <a:moveTo>
                  <a:pt x="89679" y="50369"/>
                </a:moveTo>
                <a:lnTo>
                  <a:pt x="89679" y="50369"/>
                </a:lnTo>
                <a:cubicBezTo>
                  <a:pt x="88131" y="54722"/>
                  <a:pt x="86206" y="59388"/>
                  <a:pt x="84156" y="63677"/>
                </a:cubicBezTo>
                <a:cubicBezTo>
                  <a:pt x="84616" y="62212"/>
                  <a:pt x="85034" y="60727"/>
                  <a:pt x="85411" y="59325"/>
                </a:cubicBezTo>
                <a:cubicBezTo>
                  <a:pt x="85704" y="58279"/>
                  <a:pt x="85997" y="57295"/>
                  <a:pt x="86269" y="56291"/>
                </a:cubicBezTo>
                <a:cubicBezTo>
                  <a:pt x="86352" y="55977"/>
                  <a:pt x="86457" y="55663"/>
                  <a:pt x="86541" y="55370"/>
                </a:cubicBezTo>
                <a:cubicBezTo>
                  <a:pt x="87587" y="53571"/>
                  <a:pt x="88654" y="51876"/>
                  <a:pt x="89679" y="50369"/>
                </a:cubicBezTo>
                <a:close/>
                <a:moveTo>
                  <a:pt x="94534" y="44657"/>
                </a:moveTo>
                <a:cubicBezTo>
                  <a:pt x="94534" y="44657"/>
                  <a:pt x="94617" y="44762"/>
                  <a:pt x="94638" y="45118"/>
                </a:cubicBezTo>
                <a:cubicBezTo>
                  <a:pt x="94701" y="48110"/>
                  <a:pt x="90495" y="57714"/>
                  <a:pt x="86457" y="62735"/>
                </a:cubicBezTo>
                <a:cubicBezTo>
                  <a:pt x="85871" y="62798"/>
                  <a:pt x="85285" y="63279"/>
                  <a:pt x="84909" y="63886"/>
                </a:cubicBezTo>
                <a:cubicBezTo>
                  <a:pt x="87210" y="58990"/>
                  <a:pt x="89575" y="53278"/>
                  <a:pt x="91332" y="48131"/>
                </a:cubicBezTo>
                <a:cubicBezTo>
                  <a:pt x="92755" y="46227"/>
                  <a:pt x="93864" y="44992"/>
                  <a:pt x="94157" y="44804"/>
                </a:cubicBezTo>
                <a:cubicBezTo>
                  <a:pt x="94408" y="44657"/>
                  <a:pt x="94513" y="44657"/>
                  <a:pt x="94534" y="44657"/>
                </a:cubicBezTo>
                <a:close/>
                <a:moveTo>
                  <a:pt x="84783" y="58781"/>
                </a:moveTo>
                <a:cubicBezTo>
                  <a:pt x="84762" y="58885"/>
                  <a:pt x="84741" y="59011"/>
                  <a:pt x="84679" y="59116"/>
                </a:cubicBezTo>
                <a:cubicBezTo>
                  <a:pt x="83821" y="62129"/>
                  <a:pt x="82942" y="65288"/>
                  <a:pt x="81812" y="68385"/>
                </a:cubicBezTo>
                <a:cubicBezTo>
                  <a:pt x="82063" y="65309"/>
                  <a:pt x="83256" y="61961"/>
                  <a:pt x="84783" y="58781"/>
                </a:cubicBezTo>
                <a:close/>
                <a:moveTo>
                  <a:pt x="49778" y="18335"/>
                </a:moveTo>
                <a:lnTo>
                  <a:pt x="49778" y="18335"/>
                </a:lnTo>
                <a:cubicBezTo>
                  <a:pt x="47811" y="37418"/>
                  <a:pt x="40300" y="55893"/>
                  <a:pt x="33458" y="72528"/>
                </a:cubicBezTo>
                <a:cubicBezTo>
                  <a:pt x="33248" y="63740"/>
                  <a:pt x="34671" y="54387"/>
                  <a:pt x="37705" y="44908"/>
                </a:cubicBezTo>
                <a:cubicBezTo>
                  <a:pt x="40844" y="35137"/>
                  <a:pt x="45384" y="26056"/>
                  <a:pt x="49778" y="18335"/>
                </a:cubicBezTo>
                <a:close/>
                <a:moveTo>
                  <a:pt x="35341" y="35995"/>
                </a:moveTo>
                <a:cubicBezTo>
                  <a:pt x="33353" y="49553"/>
                  <a:pt x="29712" y="62945"/>
                  <a:pt x="25967" y="75833"/>
                </a:cubicBezTo>
                <a:lnTo>
                  <a:pt x="25883" y="76064"/>
                </a:lnTo>
                <a:cubicBezTo>
                  <a:pt x="25611" y="75185"/>
                  <a:pt x="25507" y="74055"/>
                  <a:pt x="25548" y="72632"/>
                </a:cubicBezTo>
                <a:cubicBezTo>
                  <a:pt x="26260" y="59827"/>
                  <a:pt x="29650" y="47336"/>
                  <a:pt x="35341" y="35995"/>
                </a:cubicBezTo>
                <a:close/>
                <a:moveTo>
                  <a:pt x="50113" y="14653"/>
                </a:moveTo>
                <a:lnTo>
                  <a:pt x="50113" y="14653"/>
                </a:lnTo>
                <a:cubicBezTo>
                  <a:pt x="50092" y="15260"/>
                  <a:pt x="50029" y="15845"/>
                  <a:pt x="49987" y="16452"/>
                </a:cubicBezTo>
                <a:cubicBezTo>
                  <a:pt x="45300" y="24529"/>
                  <a:pt x="40362" y="34195"/>
                  <a:pt x="36973" y="44678"/>
                </a:cubicBezTo>
                <a:cubicBezTo>
                  <a:pt x="33709" y="54826"/>
                  <a:pt x="32307" y="64890"/>
                  <a:pt x="32746" y="74264"/>
                </a:cubicBezTo>
                <a:cubicBezTo>
                  <a:pt x="32328" y="75248"/>
                  <a:pt x="31805" y="76252"/>
                  <a:pt x="31051" y="76984"/>
                </a:cubicBezTo>
                <a:cubicBezTo>
                  <a:pt x="30397" y="77607"/>
                  <a:pt x="29407" y="78126"/>
                  <a:pt x="28434" y="78126"/>
                </a:cubicBezTo>
                <a:cubicBezTo>
                  <a:pt x="28100" y="78126"/>
                  <a:pt x="27768" y="78065"/>
                  <a:pt x="27453" y="77926"/>
                </a:cubicBezTo>
                <a:cubicBezTo>
                  <a:pt x="27034" y="77738"/>
                  <a:pt x="26699" y="77445"/>
                  <a:pt x="26448" y="77089"/>
                </a:cubicBezTo>
                <a:cubicBezTo>
                  <a:pt x="26553" y="76754"/>
                  <a:pt x="26637" y="76378"/>
                  <a:pt x="26762" y="76043"/>
                </a:cubicBezTo>
                <a:cubicBezTo>
                  <a:pt x="30696" y="62401"/>
                  <a:pt x="34546" y="48214"/>
                  <a:pt x="36492" y="33882"/>
                </a:cubicBezTo>
                <a:cubicBezTo>
                  <a:pt x="40195" y="26935"/>
                  <a:pt x="44777" y="20449"/>
                  <a:pt x="50113" y="14653"/>
                </a:cubicBezTo>
                <a:close/>
                <a:moveTo>
                  <a:pt x="52205" y="34614"/>
                </a:moveTo>
                <a:cubicBezTo>
                  <a:pt x="49004" y="49679"/>
                  <a:pt x="44338" y="64409"/>
                  <a:pt x="38186" y="78595"/>
                </a:cubicBezTo>
                <a:cubicBezTo>
                  <a:pt x="38647" y="63802"/>
                  <a:pt x="44798" y="49260"/>
                  <a:pt x="52205" y="34614"/>
                </a:cubicBezTo>
                <a:close/>
                <a:moveTo>
                  <a:pt x="89554" y="34195"/>
                </a:moveTo>
                <a:lnTo>
                  <a:pt x="89554" y="34195"/>
                </a:lnTo>
                <a:cubicBezTo>
                  <a:pt x="89052" y="41184"/>
                  <a:pt x="87796" y="48193"/>
                  <a:pt x="85871" y="55056"/>
                </a:cubicBezTo>
                <a:cubicBezTo>
                  <a:pt x="83381" y="59450"/>
                  <a:pt x="80850" y="65204"/>
                  <a:pt x="80996" y="70100"/>
                </a:cubicBezTo>
                <a:cubicBezTo>
                  <a:pt x="80996" y="70184"/>
                  <a:pt x="81017" y="70268"/>
                  <a:pt x="81080" y="70331"/>
                </a:cubicBezTo>
                <a:cubicBezTo>
                  <a:pt x="79657" y="73720"/>
                  <a:pt x="77941" y="76901"/>
                  <a:pt x="75661" y="79537"/>
                </a:cubicBezTo>
                <a:cubicBezTo>
                  <a:pt x="74991" y="78365"/>
                  <a:pt x="74405" y="76189"/>
                  <a:pt x="74531" y="74976"/>
                </a:cubicBezTo>
                <a:cubicBezTo>
                  <a:pt x="74677" y="73511"/>
                  <a:pt x="75096" y="72046"/>
                  <a:pt x="75472" y="70624"/>
                </a:cubicBezTo>
                <a:cubicBezTo>
                  <a:pt x="75723" y="69766"/>
                  <a:pt x="75974" y="68908"/>
                  <a:pt x="76163" y="68008"/>
                </a:cubicBezTo>
                <a:cubicBezTo>
                  <a:pt x="76958" y="64158"/>
                  <a:pt x="78192" y="60036"/>
                  <a:pt x="79887" y="55370"/>
                </a:cubicBezTo>
                <a:cubicBezTo>
                  <a:pt x="80473" y="53801"/>
                  <a:pt x="81038" y="51918"/>
                  <a:pt x="81645" y="49930"/>
                </a:cubicBezTo>
                <a:cubicBezTo>
                  <a:pt x="83507" y="43758"/>
                  <a:pt x="85829" y="36120"/>
                  <a:pt x="89554" y="34195"/>
                </a:cubicBezTo>
                <a:close/>
                <a:moveTo>
                  <a:pt x="36450" y="6806"/>
                </a:moveTo>
                <a:cubicBezTo>
                  <a:pt x="36638" y="7664"/>
                  <a:pt x="36743" y="8543"/>
                  <a:pt x="36764" y="9234"/>
                </a:cubicBezTo>
                <a:cubicBezTo>
                  <a:pt x="37245" y="17394"/>
                  <a:pt x="36743" y="25575"/>
                  <a:pt x="35655" y="33756"/>
                </a:cubicBezTo>
                <a:cubicBezTo>
                  <a:pt x="35131" y="34760"/>
                  <a:pt x="34608" y="35786"/>
                  <a:pt x="34106" y="36811"/>
                </a:cubicBezTo>
                <a:cubicBezTo>
                  <a:pt x="28666" y="48047"/>
                  <a:pt x="25423" y="60392"/>
                  <a:pt x="24774" y="72569"/>
                </a:cubicBezTo>
                <a:cubicBezTo>
                  <a:pt x="24670" y="74578"/>
                  <a:pt x="24921" y="76126"/>
                  <a:pt x="25528" y="77173"/>
                </a:cubicBezTo>
                <a:cubicBezTo>
                  <a:pt x="25193" y="78344"/>
                  <a:pt x="24712" y="79495"/>
                  <a:pt x="23979" y="80416"/>
                </a:cubicBezTo>
                <a:cubicBezTo>
                  <a:pt x="23226" y="81306"/>
                  <a:pt x="21968" y="82112"/>
                  <a:pt x="20676" y="82112"/>
                </a:cubicBezTo>
                <a:cubicBezTo>
                  <a:pt x="20389" y="82112"/>
                  <a:pt x="20101" y="82072"/>
                  <a:pt x="19815" y="81985"/>
                </a:cubicBezTo>
                <a:cubicBezTo>
                  <a:pt x="18225" y="81483"/>
                  <a:pt x="17242" y="79704"/>
                  <a:pt x="16740" y="76608"/>
                </a:cubicBezTo>
                <a:cubicBezTo>
                  <a:pt x="15673" y="69556"/>
                  <a:pt x="15484" y="62421"/>
                  <a:pt x="16154" y="55370"/>
                </a:cubicBezTo>
                <a:cubicBezTo>
                  <a:pt x="16719" y="54931"/>
                  <a:pt x="17242" y="54408"/>
                  <a:pt x="17660" y="53864"/>
                </a:cubicBezTo>
                <a:cubicBezTo>
                  <a:pt x="19753" y="51144"/>
                  <a:pt x="21699" y="48256"/>
                  <a:pt x="23121" y="45745"/>
                </a:cubicBezTo>
                <a:cubicBezTo>
                  <a:pt x="27222" y="38506"/>
                  <a:pt x="29231" y="30848"/>
                  <a:pt x="28917" y="23629"/>
                </a:cubicBezTo>
                <a:cubicBezTo>
                  <a:pt x="28854" y="21809"/>
                  <a:pt x="28561" y="20114"/>
                  <a:pt x="28122" y="18545"/>
                </a:cubicBezTo>
                <a:cubicBezTo>
                  <a:pt x="30549" y="14423"/>
                  <a:pt x="33353" y="10489"/>
                  <a:pt x="36450" y="6806"/>
                </a:cubicBezTo>
                <a:close/>
                <a:moveTo>
                  <a:pt x="61349" y="36288"/>
                </a:moveTo>
                <a:cubicBezTo>
                  <a:pt x="59215" y="51918"/>
                  <a:pt x="55448" y="67276"/>
                  <a:pt x="50113" y="82131"/>
                </a:cubicBezTo>
                <a:cubicBezTo>
                  <a:pt x="50092" y="81378"/>
                  <a:pt x="50092" y="80625"/>
                  <a:pt x="50092" y="79830"/>
                </a:cubicBezTo>
                <a:cubicBezTo>
                  <a:pt x="50155" y="72256"/>
                  <a:pt x="51933" y="64786"/>
                  <a:pt x="53691" y="58488"/>
                </a:cubicBezTo>
                <a:cubicBezTo>
                  <a:pt x="55930" y="50307"/>
                  <a:pt x="58482" y="42983"/>
                  <a:pt x="61349" y="36288"/>
                </a:cubicBezTo>
                <a:close/>
                <a:moveTo>
                  <a:pt x="56160" y="8585"/>
                </a:moveTo>
                <a:lnTo>
                  <a:pt x="56160" y="8585"/>
                </a:lnTo>
                <a:cubicBezTo>
                  <a:pt x="55386" y="16348"/>
                  <a:pt x="54277" y="24068"/>
                  <a:pt x="52749" y="31706"/>
                </a:cubicBezTo>
                <a:cubicBezTo>
                  <a:pt x="48230" y="40494"/>
                  <a:pt x="43438" y="50432"/>
                  <a:pt x="40488" y="60538"/>
                </a:cubicBezTo>
                <a:cubicBezTo>
                  <a:pt x="38479" y="67569"/>
                  <a:pt x="37433" y="74139"/>
                  <a:pt x="37391" y="80416"/>
                </a:cubicBezTo>
                <a:cubicBezTo>
                  <a:pt x="36952" y="81399"/>
                  <a:pt x="36533" y="82362"/>
                  <a:pt x="36073" y="83345"/>
                </a:cubicBezTo>
                <a:cubicBezTo>
                  <a:pt x="35801" y="83910"/>
                  <a:pt x="35550" y="84203"/>
                  <a:pt x="35278" y="84203"/>
                </a:cubicBezTo>
                <a:cubicBezTo>
                  <a:pt x="34922" y="84203"/>
                  <a:pt x="34671" y="83596"/>
                  <a:pt x="34546" y="83052"/>
                </a:cubicBezTo>
                <a:cubicBezTo>
                  <a:pt x="34002" y="80248"/>
                  <a:pt x="33667" y="77382"/>
                  <a:pt x="33499" y="74390"/>
                </a:cubicBezTo>
                <a:cubicBezTo>
                  <a:pt x="33604" y="74139"/>
                  <a:pt x="33730" y="73867"/>
                  <a:pt x="33834" y="73616"/>
                </a:cubicBezTo>
                <a:cubicBezTo>
                  <a:pt x="40990" y="56249"/>
                  <a:pt x="48983" y="36790"/>
                  <a:pt x="50678" y="16682"/>
                </a:cubicBezTo>
                <a:cubicBezTo>
                  <a:pt x="52017" y="14360"/>
                  <a:pt x="53356" y="12184"/>
                  <a:pt x="54611" y="10154"/>
                </a:cubicBezTo>
                <a:cubicBezTo>
                  <a:pt x="54653" y="10050"/>
                  <a:pt x="54737" y="9945"/>
                  <a:pt x="54800" y="9840"/>
                </a:cubicBezTo>
                <a:cubicBezTo>
                  <a:pt x="55239" y="9422"/>
                  <a:pt x="55699" y="9003"/>
                  <a:pt x="56160" y="8585"/>
                </a:cubicBezTo>
                <a:close/>
                <a:moveTo>
                  <a:pt x="62374" y="27709"/>
                </a:moveTo>
                <a:cubicBezTo>
                  <a:pt x="62186" y="29634"/>
                  <a:pt x="61956" y="31580"/>
                  <a:pt x="61725" y="33505"/>
                </a:cubicBezTo>
                <a:cubicBezTo>
                  <a:pt x="58378" y="40912"/>
                  <a:pt x="55490" y="49051"/>
                  <a:pt x="52937" y="58299"/>
                </a:cubicBezTo>
                <a:cubicBezTo>
                  <a:pt x="51180" y="64660"/>
                  <a:pt x="49380" y="72172"/>
                  <a:pt x="49297" y="79851"/>
                </a:cubicBezTo>
                <a:cubicBezTo>
                  <a:pt x="49276" y="81274"/>
                  <a:pt x="49318" y="82655"/>
                  <a:pt x="49422" y="84036"/>
                </a:cubicBezTo>
                <a:cubicBezTo>
                  <a:pt x="49401" y="84077"/>
                  <a:pt x="49380" y="84140"/>
                  <a:pt x="49360" y="84224"/>
                </a:cubicBezTo>
                <a:cubicBezTo>
                  <a:pt x="48062" y="64744"/>
                  <a:pt x="52728" y="44741"/>
                  <a:pt x="62374" y="27709"/>
                </a:cubicBezTo>
                <a:close/>
                <a:moveTo>
                  <a:pt x="69049" y="47356"/>
                </a:moveTo>
                <a:lnTo>
                  <a:pt x="69049" y="47356"/>
                </a:lnTo>
                <a:cubicBezTo>
                  <a:pt x="66747" y="61187"/>
                  <a:pt x="63420" y="74808"/>
                  <a:pt x="59089" y="88178"/>
                </a:cubicBezTo>
                <a:cubicBezTo>
                  <a:pt x="60282" y="77173"/>
                  <a:pt x="62688" y="66250"/>
                  <a:pt x="66224" y="55642"/>
                </a:cubicBezTo>
                <a:cubicBezTo>
                  <a:pt x="67103" y="52859"/>
                  <a:pt x="68044" y="50097"/>
                  <a:pt x="69049" y="47356"/>
                </a:cubicBezTo>
                <a:close/>
                <a:moveTo>
                  <a:pt x="77209" y="41937"/>
                </a:moveTo>
                <a:lnTo>
                  <a:pt x="77209" y="41937"/>
                </a:lnTo>
                <a:cubicBezTo>
                  <a:pt x="76937" y="43758"/>
                  <a:pt x="76686" y="45599"/>
                  <a:pt x="76393" y="47398"/>
                </a:cubicBezTo>
                <a:cubicBezTo>
                  <a:pt x="74217" y="61229"/>
                  <a:pt x="71162" y="74997"/>
                  <a:pt x="67291" y="88471"/>
                </a:cubicBezTo>
                <a:cubicBezTo>
                  <a:pt x="66098" y="78742"/>
                  <a:pt x="66956" y="69326"/>
                  <a:pt x="69823" y="59848"/>
                </a:cubicBezTo>
                <a:cubicBezTo>
                  <a:pt x="71748" y="53571"/>
                  <a:pt x="74321" y="47608"/>
                  <a:pt x="77209" y="41937"/>
                </a:cubicBezTo>
                <a:close/>
                <a:moveTo>
                  <a:pt x="82544" y="32103"/>
                </a:moveTo>
                <a:cubicBezTo>
                  <a:pt x="82084" y="33484"/>
                  <a:pt x="81707" y="34907"/>
                  <a:pt x="81435" y="36330"/>
                </a:cubicBezTo>
                <a:cubicBezTo>
                  <a:pt x="80326" y="42690"/>
                  <a:pt x="79029" y="49072"/>
                  <a:pt x="77586" y="55370"/>
                </a:cubicBezTo>
                <a:cubicBezTo>
                  <a:pt x="74824" y="67464"/>
                  <a:pt x="71497" y="79516"/>
                  <a:pt x="67689" y="91296"/>
                </a:cubicBezTo>
                <a:cubicBezTo>
                  <a:pt x="67626" y="90982"/>
                  <a:pt x="67584" y="90689"/>
                  <a:pt x="67563" y="90375"/>
                </a:cubicBezTo>
                <a:cubicBezTo>
                  <a:pt x="71685" y="76357"/>
                  <a:pt x="74907" y="61961"/>
                  <a:pt x="77188" y="47503"/>
                </a:cubicBezTo>
                <a:cubicBezTo>
                  <a:pt x="77565" y="44950"/>
                  <a:pt x="77962" y="42377"/>
                  <a:pt x="78297" y="39824"/>
                </a:cubicBezTo>
                <a:cubicBezTo>
                  <a:pt x="79657" y="37167"/>
                  <a:pt x="81101" y="34614"/>
                  <a:pt x="82544" y="32103"/>
                </a:cubicBezTo>
                <a:close/>
                <a:moveTo>
                  <a:pt x="71852" y="16620"/>
                </a:moveTo>
                <a:lnTo>
                  <a:pt x="71852" y="16620"/>
                </a:lnTo>
                <a:cubicBezTo>
                  <a:pt x="70534" y="25512"/>
                  <a:pt x="68860" y="34426"/>
                  <a:pt x="66831" y="43193"/>
                </a:cubicBezTo>
                <a:cubicBezTo>
                  <a:pt x="63002" y="59722"/>
                  <a:pt x="57875" y="76064"/>
                  <a:pt x="51577" y="91777"/>
                </a:cubicBezTo>
                <a:cubicBezTo>
                  <a:pt x="50887" y="89350"/>
                  <a:pt x="50448" y="86797"/>
                  <a:pt x="50238" y="84119"/>
                </a:cubicBezTo>
                <a:cubicBezTo>
                  <a:pt x="56222" y="67820"/>
                  <a:pt x="60324" y="50955"/>
                  <a:pt x="62479" y="33714"/>
                </a:cubicBezTo>
                <a:cubicBezTo>
                  <a:pt x="62772" y="33087"/>
                  <a:pt x="63065" y="32459"/>
                  <a:pt x="63378" y="31831"/>
                </a:cubicBezTo>
                <a:cubicBezTo>
                  <a:pt x="65471" y="27437"/>
                  <a:pt x="67730" y="23252"/>
                  <a:pt x="70137" y="19465"/>
                </a:cubicBezTo>
                <a:cubicBezTo>
                  <a:pt x="70513" y="18879"/>
                  <a:pt x="70848" y="18314"/>
                  <a:pt x="71183" y="17729"/>
                </a:cubicBezTo>
                <a:cubicBezTo>
                  <a:pt x="71392" y="17373"/>
                  <a:pt x="71643" y="16975"/>
                  <a:pt x="71852" y="16620"/>
                </a:cubicBezTo>
                <a:close/>
                <a:moveTo>
                  <a:pt x="49590" y="85793"/>
                </a:moveTo>
                <a:cubicBezTo>
                  <a:pt x="49883" y="88304"/>
                  <a:pt x="50406" y="90689"/>
                  <a:pt x="51075" y="92970"/>
                </a:cubicBezTo>
                <a:cubicBezTo>
                  <a:pt x="50929" y="93388"/>
                  <a:pt x="50741" y="93828"/>
                  <a:pt x="50552" y="94267"/>
                </a:cubicBezTo>
                <a:cubicBezTo>
                  <a:pt x="50092" y="91547"/>
                  <a:pt x="49715" y="88827"/>
                  <a:pt x="49485" y="86086"/>
                </a:cubicBezTo>
                <a:cubicBezTo>
                  <a:pt x="49506" y="85981"/>
                  <a:pt x="49569" y="85898"/>
                  <a:pt x="49590" y="85793"/>
                </a:cubicBezTo>
                <a:close/>
                <a:moveTo>
                  <a:pt x="63023" y="14967"/>
                </a:moveTo>
                <a:cubicBezTo>
                  <a:pt x="63127" y="17875"/>
                  <a:pt x="62939" y="20888"/>
                  <a:pt x="62688" y="24278"/>
                </a:cubicBezTo>
                <a:cubicBezTo>
                  <a:pt x="62625" y="24780"/>
                  <a:pt x="62604" y="25303"/>
                  <a:pt x="62562" y="25805"/>
                </a:cubicBezTo>
                <a:cubicBezTo>
                  <a:pt x="57896" y="33651"/>
                  <a:pt x="54298" y="42230"/>
                  <a:pt x="51849" y="51165"/>
                </a:cubicBezTo>
                <a:cubicBezTo>
                  <a:pt x="48774" y="62589"/>
                  <a:pt x="47707" y="74473"/>
                  <a:pt x="48690" y="85981"/>
                </a:cubicBezTo>
                <a:cubicBezTo>
                  <a:pt x="47790" y="88430"/>
                  <a:pt x="46807" y="90878"/>
                  <a:pt x="45803" y="93284"/>
                </a:cubicBezTo>
                <a:cubicBezTo>
                  <a:pt x="45405" y="94225"/>
                  <a:pt x="44924" y="95376"/>
                  <a:pt x="44087" y="96129"/>
                </a:cubicBezTo>
                <a:cubicBezTo>
                  <a:pt x="43604" y="96569"/>
                  <a:pt x="42910" y="96894"/>
                  <a:pt x="42239" y="96894"/>
                </a:cubicBezTo>
                <a:cubicBezTo>
                  <a:pt x="41921" y="96894"/>
                  <a:pt x="41608" y="96821"/>
                  <a:pt x="41325" y="96652"/>
                </a:cubicBezTo>
                <a:cubicBezTo>
                  <a:pt x="40530" y="96171"/>
                  <a:pt x="40195" y="95188"/>
                  <a:pt x="39965" y="94267"/>
                </a:cubicBezTo>
                <a:cubicBezTo>
                  <a:pt x="38730" y="89685"/>
                  <a:pt x="38186" y="85144"/>
                  <a:pt x="38144" y="80646"/>
                </a:cubicBezTo>
                <a:cubicBezTo>
                  <a:pt x="45049" y="64974"/>
                  <a:pt x="50217" y="48696"/>
                  <a:pt x="53523" y="31999"/>
                </a:cubicBezTo>
                <a:lnTo>
                  <a:pt x="54862" y="29404"/>
                </a:lnTo>
                <a:cubicBezTo>
                  <a:pt x="55281" y="28588"/>
                  <a:pt x="55720" y="27751"/>
                  <a:pt x="56139" y="26956"/>
                </a:cubicBezTo>
                <a:cubicBezTo>
                  <a:pt x="58210" y="22918"/>
                  <a:pt x="60365" y="18733"/>
                  <a:pt x="63023" y="14967"/>
                </a:cubicBezTo>
                <a:close/>
                <a:moveTo>
                  <a:pt x="72229" y="19361"/>
                </a:moveTo>
                <a:cubicBezTo>
                  <a:pt x="71706" y="27416"/>
                  <a:pt x="70869" y="35451"/>
                  <a:pt x="69676" y="43423"/>
                </a:cubicBezTo>
                <a:cubicBezTo>
                  <a:pt x="68191" y="47336"/>
                  <a:pt x="66831" y="51353"/>
                  <a:pt x="65471" y="55433"/>
                </a:cubicBezTo>
                <a:cubicBezTo>
                  <a:pt x="61537" y="67192"/>
                  <a:pt x="59026" y="79328"/>
                  <a:pt x="57959" y="91568"/>
                </a:cubicBezTo>
                <a:cubicBezTo>
                  <a:pt x="57018" y="94288"/>
                  <a:pt x="56013" y="97050"/>
                  <a:pt x="55009" y="99770"/>
                </a:cubicBezTo>
                <a:cubicBezTo>
                  <a:pt x="53754" y="97699"/>
                  <a:pt x="52728" y="95418"/>
                  <a:pt x="51933" y="92991"/>
                </a:cubicBezTo>
                <a:cubicBezTo>
                  <a:pt x="58419" y="76922"/>
                  <a:pt x="63692" y="60245"/>
                  <a:pt x="67605" y="43339"/>
                </a:cubicBezTo>
                <a:cubicBezTo>
                  <a:pt x="69446" y="35451"/>
                  <a:pt x="70974" y="27395"/>
                  <a:pt x="72229" y="19361"/>
                </a:cubicBezTo>
                <a:close/>
                <a:moveTo>
                  <a:pt x="79280" y="23629"/>
                </a:moveTo>
                <a:lnTo>
                  <a:pt x="79280" y="23629"/>
                </a:lnTo>
                <a:cubicBezTo>
                  <a:pt x="78820" y="28944"/>
                  <a:pt x="78255" y="34279"/>
                  <a:pt x="77544" y="39573"/>
                </a:cubicBezTo>
                <a:cubicBezTo>
                  <a:pt x="74259" y="45892"/>
                  <a:pt x="71267" y="52546"/>
                  <a:pt x="69091" y="59618"/>
                </a:cubicBezTo>
                <a:cubicBezTo>
                  <a:pt x="65994" y="69766"/>
                  <a:pt x="65220" y="79830"/>
                  <a:pt x="66768" y="90313"/>
                </a:cubicBezTo>
                <a:cubicBezTo>
                  <a:pt x="65952" y="93033"/>
                  <a:pt x="65115" y="95732"/>
                  <a:pt x="64257" y="98431"/>
                </a:cubicBezTo>
                <a:cubicBezTo>
                  <a:pt x="63703" y="100175"/>
                  <a:pt x="62686" y="102241"/>
                  <a:pt x="60989" y="102241"/>
                </a:cubicBezTo>
                <a:cubicBezTo>
                  <a:pt x="60956" y="102241"/>
                  <a:pt x="60922" y="102241"/>
                  <a:pt x="60888" y="102239"/>
                </a:cubicBezTo>
                <a:cubicBezTo>
                  <a:pt x="59780" y="102197"/>
                  <a:pt x="58984" y="101256"/>
                  <a:pt x="58629" y="100314"/>
                </a:cubicBezTo>
                <a:cubicBezTo>
                  <a:pt x="58273" y="99289"/>
                  <a:pt x="58294" y="98159"/>
                  <a:pt x="58357" y="96904"/>
                </a:cubicBezTo>
                <a:cubicBezTo>
                  <a:pt x="58461" y="95188"/>
                  <a:pt x="58566" y="93430"/>
                  <a:pt x="58712" y="91715"/>
                </a:cubicBezTo>
                <a:cubicBezTo>
                  <a:pt x="64048" y="76022"/>
                  <a:pt x="67940" y="59932"/>
                  <a:pt x="70430" y="43611"/>
                </a:cubicBezTo>
                <a:cubicBezTo>
                  <a:pt x="71350" y="41205"/>
                  <a:pt x="72313" y="38841"/>
                  <a:pt x="73380" y="36518"/>
                </a:cubicBezTo>
                <a:cubicBezTo>
                  <a:pt x="73903" y="35346"/>
                  <a:pt x="74426" y="34028"/>
                  <a:pt x="74949" y="32626"/>
                </a:cubicBezTo>
                <a:cubicBezTo>
                  <a:pt x="76142" y="29530"/>
                  <a:pt x="77418" y="26182"/>
                  <a:pt x="79280" y="23629"/>
                </a:cubicBezTo>
                <a:close/>
                <a:moveTo>
                  <a:pt x="45068" y="1"/>
                </a:moveTo>
                <a:cubicBezTo>
                  <a:pt x="42793" y="1"/>
                  <a:pt x="40313" y="1464"/>
                  <a:pt x="37684" y="4379"/>
                </a:cubicBezTo>
                <a:cubicBezTo>
                  <a:pt x="37433" y="4651"/>
                  <a:pt x="37161" y="4944"/>
                  <a:pt x="36931" y="5237"/>
                </a:cubicBezTo>
                <a:cubicBezTo>
                  <a:pt x="36345" y="3689"/>
                  <a:pt x="35341" y="2350"/>
                  <a:pt x="33604" y="2036"/>
                </a:cubicBezTo>
                <a:cubicBezTo>
                  <a:pt x="33361" y="1989"/>
                  <a:pt x="33122" y="1968"/>
                  <a:pt x="32886" y="1968"/>
                </a:cubicBezTo>
                <a:cubicBezTo>
                  <a:pt x="30783" y="1968"/>
                  <a:pt x="28966" y="3696"/>
                  <a:pt x="27725" y="5070"/>
                </a:cubicBezTo>
                <a:cubicBezTo>
                  <a:pt x="25988" y="6995"/>
                  <a:pt x="24377" y="9003"/>
                  <a:pt x="22849" y="11075"/>
                </a:cubicBezTo>
                <a:cubicBezTo>
                  <a:pt x="22452" y="10866"/>
                  <a:pt x="22012" y="10677"/>
                  <a:pt x="21594" y="10510"/>
                </a:cubicBezTo>
                <a:cubicBezTo>
                  <a:pt x="20879" y="10281"/>
                  <a:pt x="20151" y="10168"/>
                  <a:pt x="19415" y="10168"/>
                </a:cubicBezTo>
                <a:cubicBezTo>
                  <a:pt x="16387" y="10168"/>
                  <a:pt x="13237" y="12087"/>
                  <a:pt x="10358" y="15741"/>
                </a:cubicBezTo>
                <a:cubicBezTo>
                  <a:pt x="6926" y="20114"/>
                  <a:pt x="1" y="34342"/>
                  <a:pt x="4792" y="40598"/>
                </a:cubicBezTo>
                <a:cubicBezTo>
                  <a:pt x="4866" y="40708"/>
                  <a:pt x="4974" y="40761"/>
                  <a:pt x="5090" y="40761"/>
                </a:cubicBezTo>
                <a:cubicBezTo>
                  <a:pt x="5172" y="40761"/>
                  <a:pt x="5258" y="40734"/>
                  <a:pt x="5336" y="40682"/>
                </a:cubicBezTo>
                <a:cubicBezTo>
                  <a:pt x="5525" y="40535"/>
                  <a:pt x="5545" y="40305"/>
                  <a:pt x="5420" y="40117"/>
                </a:cubicBezTo>
                <a:cubicBezTo>
                  <a:pt x="1131" y="34509"/>
                  <a:pt x="7366" y="20846"/>
                  <a:pt x="10986" y="16243"/>
                </a:cubicBezTo>
                <a:cubicBezTo>
                  <a:pt x="13703" y="12783"/>
                  <a:pt x="16625" y="10970"/>
                  <a:pt x="19411" y="10970"/>
                </a:cubicBezTo>
                <a:cubicBezTo>
                  <a:pt x="20078" y="10970"/>
                  <a:pt x="20738" y="11074"/>
                  <a:pt x="21385" y="11284"/>
                </a:cubicBezTo>
                <a:cubicBezTo>
                  <a:pt x="21761" y="11389"/>
                  <a:pt x="22096" y="11535"/>
                  <a:pt x="22431" y="11703"/>
                </a:cubicBezTo>
                <a:cubicBezTo>
                  <a:pt x="14584" y="22625"/>
                  <a:pt x="9542" y="35556"/>
                  <a:pt x="7973" y="48884"/>
                </a:cubicBezTo>
                <a:cubicBezTo>
                  <a:pt x="7533" y="52671"/>
                  <a:pt x="8203" y="55077"/>
                  <a:pt x="10065" y="56291"/>
                </a:cubicBezTo>
                <a:cubicBezTo>
                  <a:pt x="10763" y="56736"/>
                  <a:pt x="11520" y="56934"/>
                  <a:pt x="12291" y="56934"/>
                </a:cubicBezTo>
                <a:cubicBezTo>
                  <a:pt x="13368" y="56934"/>
                  <a:pt x="14472" y="56548"/>
                  <a:pt x="15484" y="55914"/>
                </a:cubicBezTo>
                <a:lnTo>
                  <a:pt x="15484" y="55914"/>
                </a:lnTo>
                <a:cubicBezTo>
                  <a:pt x="14857" y="62903"/>
                  <a:pt x="15066" y="69912"/>
                  <a:pt x="16112" y="76712"/>
                </a:cubicBezTo>
                <a:cubicBezTo>
                  <a:pt x="16635" y="80144"/>
                  <a:pt x="17807" y="82111"/>
                  <a:pt x="19711" y="82696"/>
                </a:cubicBezTo>
                <a:cubicBezTo>
                  <a:pt x="20086" y="82816"/>
                  <a:pt x="20465" y="82871"/>
                  <a:pt x="20840" y="82871"/>
                </a:cubicBezTo>
                <a:cubicBezTo>
                  <a:pt x="22365" y="82871"/>
                  <a:pt x="23821" y="81968"/>
                  <a:pt x="24712" y="80876"/>
                </a:cubicBezTo>
                <a:cubicBezTo>
                  <a:pt x="25423" y="79976"/>
                  <a:pt x="25883" y="78972"/>
                  <a:pt x="26281" y="77947"/>
                </a:cubicBezTo>
                <a:cubicBezTo>
                  <a:pt x="26574" y="78240"/>
                  <a:pt x="26909" y="78470"/>
                  <a:pt x="27264" y="78616"/>
                </a:cubicBezTo>
                <a:cubicBezTo>
                  <a:pt x="27708" y="78812"/>
                  <a:pt x="28166" y="78899"/>
                  <a:pt x="28620" y="78899"/>
                </a:cubicBezTo>
                <a:cubicBezTo>
                  <a:pt x="29811" y="78899"/>
                  <a:pt x="30969" y="78301"/>
                  <a:pt x="31742" y="77528"/>
                </a:cubicBezTo>
                <a:cubicBezTo>
                  <a:pt x="32244" y="77026"/>
                  <a:pt x="32663" y="76419"/>
                  <a:pt x="32997" y="75833"/>
                </a:cubicBezTo>
                <a:cubicBezTo>
                  <a:pt x="33186" y="78344"/>
                  <a:pt x="33499" y="80792"/>
                  <a:pt x="33960" y="83178"/>
                </a:cubicBezTo>
                <a:cubicBezTo>
                  <a:pt x="34169" y="84308"/>
                  <a:pt x="34734" y="84956"/>
                  <a:pt x="35466" y="84956"/>
                </a:cubicBezTo>
                <a:cubicBezTo>
                  <a:pt x="36345" y="84956"/>
                  <a:pt x="36805" y="83994"/>
                  <a:pt x="36952" y="83638"/>
                </a:cubicBezTo>
                <a:cubicBezTo>
                  <a:pt x="37161" y="83178"/>
                  <a:pt x="37370" y="82696"/>
                  <a:pt x="37580" y="82257"/>
                </a:cubicBezTo>
                <a:cubicBezTo>
                  <a:pt x="37705" y="86463"/>
                  <a:pt x="38291" y="90522"/>
                  <a:pt x="39358" y="94476"/>
                </a:cubicBezTo>
                <a:cubicBezTo>
                  <a:pt x="39672" y="95627"/>
                  <a:pt x="40090" y="96757"/>
                  <a:pt x="41095" y="97322"/>
                </a:cubicBezTo>
                <a:cubicBezTo>
                  <a:pt x="41502" y="97563"/>
                  <a:pt x="41943" y="97666"/>
                  <a:pt x="42383" y="97666"/>
                </a:cubicBezTo>
                <a:cubicBezTo>
                  <a:pt x="43280" y="97666"/>
                  <a:pt x="44174" y="97241"/>
                  <a:pt x="44777" y="96694"/>
                </a:cubicBezTo>
                <a:cubicBezTo>
                  <a:pt x="45740" y="95816"/>
                  <a:pt x="46263" y="94581"/>
                  <a:pt x="46681" y="93577"/>
                </a:cubicBezTo>
                <a:cubicBezTo>
                  <a:pt x="47497" y="91652"/>
                  <a:pt x="48272" y="89685"/>
                  <a:pt x="49046" y="87760"/>
                </a:cubicBezTo>
                <a:cubicBezTo>
                  <a:pt x="49318" y="90438"/>
                  <a:pt x="49715" y="93116"/>
                  <a:pt x="50217" y="95753"/>
                </a:cubicBezTo>
                <a:cubicBezTo>
                  <a:pt x="50238" y="95941"/>
                  <a:pt x="50406" y="96046"/>
                  <a:pt x="50552" y="96067"/>
                </a:cubicBezTo>
                <a:cubicBezTo>
                  <a:pt x="50568" y="96068"/>
                  <a:pt x="50584" y="96069"/>
                  <a:pt x="50600" y="96069"/>
                </a:cubicBezTo>
                <a:cubicBezTo>
                  <a:pt x="50765" y="96069"/>
                  <a:pt x="50892" y="95970"/>
                  <a:pt x="50950" y="95836"/>
                </a:cubicBezTo>
                <a:lnTo>
                  <a:pt x="51640" y="94100"/>
                </a:lnTo>
                <a:cubicBezTo>
                  <a:pt x="52519" y="96548"/>
                  <a:pt x="53586" y="98808"/>
                  <a:pt x="54925" y="100858"/>
                </a:cubicBezTo>
                <a:cubicBezTo>
                  <a:pt x="54988" y="100984"/>
                  <a:pt x="55155" y="101046"/>
                  <a:pt x="55281" y="101046"/>
                </a:cubicBezTo>
                <a:cubicBezTo>
                  <a:pt x="55448" y="101005"/>
                  <a:pt x="55553" y="100942"/>
                  <a:pt x="55595" y="100774"/>
                </a:cubicBezTo>
                <a:cubicBezTo>
                  <a:pt x="56369" y="98745"/>
                  <a:pt x="57122" y="96694"/>
                  <a:pt x="57855" y="94623"/>
                </a:cubicBezTo>
                <a:lnTo>
                  <a:pt x="57855" y="94623"/>
                </a:lnTo>
                <a:cubicBezTo>
                  <a:pt x="57792" y="95355"/>
                  <a:pt x="57750" y="96129"/>
                  <a:pt x="57708" y="96862"/>
                </a:cubicBezTo>
                <a:cubicBezTo>
                  <a:pt x="57645" y="98222"/>
                  <a:pt x="57603" y="99414"/>
                  <a:pt x="58064" y="100565"/>
                </a:cubicBezTo>
                <a:cubicBezTo>
                  <a:pt x="58482" y="101737"/>
                  <a:pt x="59570" y="102950"/>
                  <a:pt x="61014" y="102992"/>
                </a:cubicBezTo>
                <a:lnTo>
                  <a:pt x="61140" y="102992"/>
                </a:lnTo>
                <a:cubicBezTo>
                  <a:pt x="62834" y="102992"/>
                  <a:pt x="64236" y="101486"/>
                  <a:pt x="65178" y="98640"/>
                </a:cubicBezTo>
                <a:cubicBezTo>
                  <a:pt x="65868" y="96464"/>
                  <a:pt x="66559" y="94267"/>
                  <a:pt x="67207" y="92070"/>
                </a:cubicBezTo>
                <a:lnTo>
                  <a:pt x="67375" y="92928"/>
                </a:lnTo>
                <a:cubicBezTo>
                  <a:pt x="67396" y="93116"/>
                  <a:pt x="67542" y="93242"/>
                  <a:pt x="67730" y="93242"/>
                </a:cubicBezTo>
                <a:cubicBezTo>
                  <a:pt x="67744" y="93243"/>
                  <a:pt x="67758" y="93244"/>
                  <a:pt x="67771" y="93244"/>
                </a:cubicBezTo>
                <a:cubicBezTo>
                  <a:pt x="67940" y="93244"/>
                  <a:pt x="68070" y="93127"/>
                  <a:pt x="68128" y="92991"/>
                </a:cubicBezTo>
                <a:cubicBezTo>
                  <a:pt x="70890" y="84538"/>
                  <a:pt x="73443" y="75938"/>
                  <a:pt x="75661" y="67276"/>
                </a:cubicBezTo>
                <a:lnTo>
                  <a:pt x="75661" y="67276"/>
                </a:lnTo>
                <a:cubicBezTo>
                  <a:pt x="75640" y="67464"/>
                  <a:pt x="75577" y="67611"/>
                  <a:pt x="75556" y="67799"/>
                </a:cubicBezTo>
                <a:cubicBezTo>
                  <a:pt x="75368" y="68657"/>
                  <a:pt x="75137" y="69515"/>
                  <a:pt x="74907" y="70351"/>
                </a:cubicBezTo>
                <a:cubicBezTo>
                  <a:pt x="74489" y="71795"/>
                  <a:pt x="74070" y="73323"/>
                  <a:pt x="73924" y="74829"/>
                </a:cubicBezTo>
                <a:cubicBezTo>
                  <a:pt x="73777" y="76419"/>
                  <a:pt x="74552" y="79181"/>
                  <a:pt x="75493" y="80374"/>
                </a:cubicBezTo>
                <a:cubicBezTo>
                  <a:pt x="75577" y="80458"/>
                  <a:pt x="75681" y="80541"/>
                  <a:pt x="75786" y="80541"/>
                </a:cubicBezTo>
                <a:cubicBezTo>
                  <a:pt x="75891" y="80541"/>
                  <a:pt x="76016" y="80479"/>
                  <a:pt x="76100" y="80395"/>
                </a:cubicBezTo>
                <a:cubicBezTo>
                  <a:pt x="79050" y="77152"/>
                  <a:pt x="81080" y="73113"/>
                  <a:pt x="82649" y="68866"/>
                </a:cubicBezTo>
                <a:cubicBezTo>
                  <a:pt x="83381" y="67485"/>
                  <a:pt x="84135" y="65958"/>
                  <a:pt x="84888" y="64346"/>
                </a:cubicBezTo>
                <a:lnTo>
                  <a:pt x="84888" y="64346"/>
                </a:lnTo>
                <a:cubicBezTo>
                  <a:pt x="84846" y="64493"/>
                  <a:pt x="84783" y="64681"/>
                  <a:pt x="84762" y="64849"/>
                </a:cubicBezTo>
                <a:cubicBezTo>
                  <a:pt x="84741" y="64995"/>
                  <a:pt x="84804" y="65162"/>
                  <a:pt x="84972" y="65225"/>
                </a:cubicBezTo>
                <a:cubicBezTo>
                  <a:pt x="85033" y="65260"/>
                  <a:pt x="85097" y="65277"/>
                  <a:pt x="85161" y="65277"/>
                </a:cubicBezTo>
                <a:cubicBezTo>
                  <a:pt x="85250" y="65277"/>
                  <a:pt x="85338" y="65244"/>
                  <a:pt x="85411" y="65183"/>
                </a:cubicBezTo>
                <a:cubicBezTo>
                  <a:pt x="85934" y="64744"/>
                  <a:pt x="86457" y="64158"/>
                  <a:pt x="87001" y="63509"/>
                </a:cubicBezTo>
                <a:cubicBezTo>
                  <a:pt x="87106" y="63551"/>
                  <a:pt x="87252" y="63698"/>
                  <a:pt x="87357" y="64012"/>
                </a:cubicBezTo>
                <a:cubicBezTo>
                  <a:pt x="87482" y="64388"/>
                  <a:pt x="87399" y="64807"/>
                  <a:pt x="87148" y="65267"/>
                </a:cubicBezTo>
                <a:cubicBezTo>
                  <a:pt x="86729" y="65958"/>
                  <a:pt x="85892" y="66460"/>
                  <a:pt x="85285" y="66627"/>
                </a:cubicBezTo>
                <a:cubicBezTo>
                  <a:pt x="85306" y="66460"/>
                  <a:pt x="85327" y="66230"/>
                  <a:pt x="85160" y="65999"/>
                </a:cubicBezTo>
                <a:cubicBezTo>
                  <a:pt x="85071" y="65885"/>
                  <a:pt x="84950" y="65832"/>
                  <a:pt x="84828" y="65832"/>
                </a:cubicBezTo>
                <a:cubicBezTo>
                  <a:pt x="84749" y="65832"/>
                  <a:pt x="84669" y="65854"/>
                  <a:pt x="84595" y="65895"/>
                </a:cubicBezTo>
                <a:cubicBezTo>
                  <a:pt x="84428" y="66020"/>
                  <a:pt x="84386" y="66250"/>
                  <a:pt x="84490" y="66439"/>
                </a:cubicBezTo>
                <a:cubicBezTo>
                  <a:pt x="84490" y="66460"/>
                  <a:pt x="84490" y="66481"/>
                  <a:pt x="84469" y="66522"/>
                </a:cubicBezTo>
                <a:cubicBezTo>
                  <a:pt x="84344" y="66962"/>
                  <a:pt x="84532" y="67255"/>
                  <a:pt x="85055" y="67401"/>
                </a:cubicBezTo>
                <a:cubicBezTo>
                  <a:pt x="85076" y="67412"/>
                  <a:pt x="85102" y="67417"/>
                  <a:pt x="85131" y="67417"/>
                </a:cubicBezTo>
                <a:cubicBezTo>
                  <a:pt x="85160" y="67417"/>
                  <a:pt x="85191" y="67412"/>
                  <a:pt x="85223" y="67401"/>
                </a:cubicBezTo>
                <a:cubicBezTo>
                  <a:pt x="86206" y="67255"/>
                  <a:pt x="87273" y="66522"/>
                  <a:pt x="87817" y="65623"/>
                </a:cubicBezTo>
                <a:cubicBezTo>
                  <a:pt x="88215" y="64995"/>
                  <a:pt x="88298" y="64346"/>
                  <a:pt x="88089" y="63740"/>
                </a:cubicBezTo>
                <a:cubicBezTo>
                  <a:pt x="87922" y="63300"/>
                  <a:pt x="87713" y="63028"/>
                  <a:pt x="87503" y="62882"/>
                </a:cubicBezTo>
                <a:cubicBezTo>
                  <a:pt x="89282" y="60601"/>
                  <a:pt x="91165" y="57379"/>
                  <a:pt x="92839" y="53717"/>
                </a:cubicBezTo>
                <a:cubicBezTo>
                  <a:pt x="93257" y="52441"/>
                  <a:pt x="96291" y="45683"/>
                  <a:pt x="95203" y="44176"/>
                </a:cubicBezTo>
                <a:cubicBezTo>
                  <a:pt x="95088" y="44036"/>
                  <a:pt x="94888" y="43857"/>
                  <a:pt x="94559" y="43857"/>
                </a:cubicBezTo>
                <a:cubicBezTo>
                  <a:pt x="94349" y="43857"/>
                  <a:pt x="94086" y="43930"/>
                  <a:pt x="93759" y="44134"/>
                </a:cubicBezTo>
                <a:cubicBezTo>
                  <a:pt x="93508" y="44281"/>
                  <a:pt x="92881" y="44950"/>
                  <a:pt x="92065" y="45913"/>
                </a:cubicBezTo>
                <a:cubicBezTo>
                  <a:pt x="93948" y="39991"/>
                  <a:pt x="94868" y="35095"/>
                  <a:pt x="93718" y="33505"/>
                </a:cubicBezTo>
                <a:cubicBezTo>
                  <a:pt x="93655" y="33463"/>
                  <a:pt x="93592" y="33400"/>
                  <a:pt x="93550" y="33379"/>
                </a:cubicBezTo>
                <a:cubicBezTo>
                  <a:pt x="92821" y="33085"/>
                  <a:pt x="92111" y="32922"/>
                  <a:pt x="91420" y="32922"/>
                </a:cubicBezTo>
                <a:cubicBezTo>
                  <a:pt x="91079" y="32922"/>
                  <a:pt x="90743" y="32962"/>
                  <a:pt x="90412" y="33045"/>
                </a:cubicBezTo>
                <a:cubicBezTo>
                  <a:pt x="90474" y="32208"/>
                  <a:pt x="90495" y="31371"/>
                  <a:pt x="90537" y="30534"/>
                </a:cubicBezTo>
                <a:cubicBezTo>
                  <a:pt x="90621" y="28044"/>
                  <a:pt x="90056" y="26517"/>
                  <a:pt x="88759" y="25889"/>
                </a:cubicBezTo>
                <a:cubicBezTo>
                  <a:pt x="88390" y="25713"/>
                  <a:pt x="88019" y="25632"/>
                  <a:pt x="87652" y="25632"/>
                </a:cubicBezTo>
                <a:cubicBezTo>
                  <a:pt x="86668" y="25632"/>
                  <a:pt x="85711" y="26212"/>
                  <a:pt x="84888" y="27081"/>
                </a:cubicBezTo>
                <a:cubicBezTo>
                  <a:pt x="84972" y="26789"/>
                  <a:pt x="85034" y="26475"/>
                  <a:pt x="85076" y="26161"/>
                </a:cubicBezTo>
                <a:cubicBezTo>
                  <a:pt x="85808" y="22415"/>
                  <a:pt x="85662" y="20239"/>
                  <a:pt x="84616" y="19507"/>
                </a:cubicBezTo>
                <a:cubicBezTo>
                  <a:pt x="84367" y="19336"/>
                  <a:pt x="84080" y="19249"/>
                  <a:pt x="83757" y="19249"/>
                </a:cubicBezTo>
                <a:cubicBezTo>
                  <a:pt x="83292" y="19249"/>
                  <a:pt x="82752" y="19429"/>
                  <a:pt x="82147" y="19800"/>
                </a:cubicBezTo>
                <a:cubicBezTo>
                  <a:pt x="81477" y="20198"/>
                  <a:pt x="80850" y="20700"/>
                  <a:pt x="80285" y="21244"/>
                </a:cubicBezTo>
                <a:cubicBezTo>
                  <a:pt x="80389" y="19884"/>
                  <a:pt x="80808" y="12016"/>
                  <a:pt x="77962" y="10803"/>
                </a:cubicBezTo>
                <a:cubicBezTo>
                  <a:pt x="77710" y="10696"/>
                  <a:pt x="77448" y="10643"/>
                  <a:pt x="77175" y="10643"/>
                </a:cubicBezTo>
                <a:cubicBezTo>
                  <a:pt x="76106" y="10643"/>
                  <a:pt x="74862" y="11460"/>
                  <a:pt x="73380" y="13125"/>
                </a:cubicBezTo>
                <a:cubicBezTo>
                  <a:pt x="73422" y="12749"/>
                  <a:pt x="73422" y="12351"/>
                  <a:pt x="73443" y="11933"/>
                </a:cubicBezTo>
                <a:cubicBezTo>
                  <a:pt x="73443" y="11849"/>
                  <a:pt x="73422" y="11744"/>
                  <a:pt x="73359" y="11703"/>
                </a:cubicBezTo>
                <a:cubicBezTo>
                  <a:pt x="73380" y="10447"/>
                  <a:pt x="73212" y="9255"/>
                  <a:pt x="72522" y="8459"/>
                </a:cubicBezTo>
                <a:cubicBezTo>
                  <a:pt x="71978" y="7769"/>
                  <a:pt x="71141" y="7434"/>
                  <a:pt x="70074" y="7434"/>
                </a:cubicBezTo>
                <a:lnTo>
                  <a:pt x="70032" y="7434"/>
                </a:lnTo>
                <a:cubicBezTo>
                  <a:pt x="67375" y="7434"/>
                  <a:pt x="65282" y="10384"/>
                  <a:pt x="63755" y="12644"/>
                </a:cubicBezTo>
                <a:cubicBezTo>
                  <a:pt x="63713" y="12058"/>
                  <a:pt x="63650" y="11493"/>
                  <a:pt x="63588" y="10928"/>
                </a:cubicBezTo>
                <a:cubicBezTo>
                  <a:pt x="63190" y="8041"/>
                  <a:pt x="62144" y="6283"/>
                  <a:pt x="60449" y="5739"/>
                </a:cubicBezTo>
                <a:cubicBezTo>
                  <a:pt x="60099" y="5624"/>
                  <a:pt x="59746" y="5567"/>
                  <a:pt x="59391" y="5567"/>
                </a:cubicBezTo>
                <a:cubicBezTo>
                  <a:pt x="57683" y="5567"/>
                  <a:pt x="55929" y="6883"/>
                  <a:pt x="54318" y="9359"/>
                </a:cubicBezTo>
                <a:cubicBezTo>
                  <a:pt x="53230" y="10405"/>
                  <a:pt x="52121" y="11493"/>
                  <a:pt x="51075" y="12581"/>
                </a:cubicBezTo>
                <a:lnTo>
                  <a:pt x="51159" y="9924"/>
                </a:lnTo>
                <a:cubicBezTo>
                  <a:pt x="51180" y="6890"/>
                  <a:pt x="50636" y="1597"/>
                  <a:pt x="46681" y="257"/>
                </a:cubicBezTo>
                <a:cubicBezTo>
                  <a:pt x="46156" y="86"/>
                  <a:pt x="45618" y="1"/>
                  <a:pt x="450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45"/>
          <p:cNvSpPr txBox="1">
            <a:spLocks noGrp="1"/>
          </p:cNvSpPr>
          <p:nvPr>
            <p:ph type="subTitle" idx="1"/>
          </p:nvPr>
        </p:nvSpPr>
        <p:spPr>
          <a:xfrm>
            <a:off x="4138300" y="1282323"/>
            <a:ext cx="42924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Jupiter’s rotation period</a:t>
            </a:r>
            <a:endParaRPr/>
          </a:p>
        </p:txBody>
      </p:sp>
      <p:sp>
        <p:nvSpPr>
          <p:cNvPr id="865" name="Google Shape;865;p45"/>
          <p:cNvSpPr txBox="1">
            <a:spLocks noGrp="1"/>
          </p:cNvSpPr>
          <p:nvPr>
            <p:ph type="title"/>
          </p:nvPr>
        </p:nvSpPr>
        <p:spPr>
          <a:xfrm>
            <a:off x="4138300" y="665000"/>
            <a:ext cx="42924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9h 55m 23s</a:t>
            </a:r>
            <a:endParaRPr/>
          </a:p>
        </p:txBody>
      </p:sp>
      <p:sp>
        <p:nvSpPr>
          <p:cNvPr id="866" name="Google Shape;866;p45"/>
          <p:cNvSpPr txBox="1">
            <a:spLocks noGrp="1"/>
          </p:cNvSpPr>
          <p:nvPr>
            <p:ph type="title" idx="2"/>
          </p:nvPr>
        </p:nvSpPr>
        <p:spPr>
          <a:xfrm>
            <a:off x="4138300" y="1962701"/>
            <a:ext cx="42924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333,000</a:t>
            </a:r>
            <a:endParaRPr/>
          </a:p>
        </p:txBody>
      </p:sp>
      <p:sp>
        <p:nvSpPr>
          <p:cNvPr id="867" name="Google Shape;867;p45"/>
          <p:cNvSpPr txBox="1">
            <a:spLocks noGrp="1"/>
          </p:cNvSpPr>
          <p:nvPr>
            <p:ph type="subTitle" idx="3"/>
          </p:nvPr>
        </p:nvSpPr>
        <p:spPr>
          <a:xfrm>
            <a:off x="4138300" y="2581013"/>
            <a:ext cx="42924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 Sun’s mass compared to Earth’s</a:t>
            </a:r>
            <a:endParaRPr/>
          </a:p>
        </p:txBody>
      </p:sp>
      <p:sp>
        <p:nvSpPr>
          <p:cNvPr id="868" name="Google Shape;868;p45"/>
          <p:cNvSpPr txBox="1">
            <a:spLocks noGrp="1"/>
          </p:cNvSpPr>
          <p:nvPr>
            <p:ph type="title" idx="4"/>
          </p:nvPr>
        </p:nvSpPr>
        <p:spPr>
          <a:xfrm>
            <a:off x="4138300" y="3260401"/>
            <a:ext cx="42924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386,000 km</a:t>
            </a:r>
            <a:endParaRPr/>
          </a:p>
        </p:txBody>
      </p:sp>
      <p:sp>
        <p:nvSpPr>
          <p:cNvPr id="869" name="Google Shape;869;p45"/>
          <p:cNvSpPr txBox="1">
            <a:spLocks noGrp="1"/>
          </p:cNvSpPr>
          <p:nvPr>
            <p:ph type="subTitle" idx="5"/>
          </p:nvPr>
        </p:nvSpPr>
        <p:spPr>
          <a:xfrm>
            <a:off x="4138300" y="3879703"/>
            <a:ext cx="42924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Distance between the Earth and the Moon</a:t>
            </a:r>
            <a:endParaRPr/>
          </a:p>
        </p:txBody>
      </p:sp>
      <p:grpSp>
        <p:nvGrpSpPr>
          <p:cNvPr id="870" name="Google Shape;870;p45"/>
          <p:cNvGrpSpPr/>
          <p:nvPr/>
        </p:nvGrpSpPr>
        <p:grpSpPr>
          <a:xfrm flipH="1">
            <a:off x="3202365" y="2857353"/>
            <a:ext cx="532220" cy="1254738"/>
            <a:chOff x="-216350" y="3265275"/>
            <a:chExt cx="706050" cy="1664550"/>
          </a:xfrm>
        </p:grpSpPr>
        <p:sp>
          <p:nvSpPr>
            <p:cNvPr id="871" name="Google Shape;871;p45"/>
            <p:cNvSpPr/>
            <p:nvPr/>
          </p:nvSpPr>
          <p:spPr>
            <a:xfrm>
              <a:off x="127750" y="3558825"/>
              <a:ext cx="16725" cy="1049100"/>
            </a:xfrm>
            <a:custGeom>
              <a:avLst/>
              <a:gdLst/>
              <a:ahLst/>
              <a:cxnLst/>
              <a:rect l="l" t="t" r="r" b="b"/>
              <a:pathLst>
                <a:path w="669" h="41964" fill="none" extrusionOk="0">
                  <a:moveTo>
                    <a:pt x="435" y="41964"/>
                  </a:moveTo>
                  <a:cubicBezTo>
                    <a:pt x="435" y="41964"/>
                    <a:pt x="668" y="32757"/>
                    <a:pt x="335" y="24885"/>
                  </a:cubicBezTo>
                  <a:cubicBezTo>
                    <a:pt x="1" y="16979"/>
                    <a:pt x="668" y="0"/>
                    <a:pt x="668" y="0"/>
                  </a:cubicBez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5"/>
            <p:cNvSpPr/>
            <p:nvPr/>
          </p:nvSpPr>
          <p:spPr>
            <a:xfrm>
              <a:off x="51050" y="3737275"/>
              <a:ext cx="89250" cy="70925"/>
            </a:xfrm>
            <a:custGeom>
              <a:avLst/>
              <a:gdLst/>
              <a:ahLst/>
              <a:cxnLst/>
              <a:rect l="l" t="t" r="r" b="b"/>
              <a:pathLst>
                <a:path w="3570" h="2837" fill="none" extrusionOk="0">
                  <a:moveTo>
                    <a:pt x="3569" y="2836"/>
                  </a:moveTo>
                  <a:lnTo>
                    <a:pt x="0" y="1"/>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5"/>
            <p:cNvSpPr/>
            <p:nvPr/>
          </p:nvSpPr>
          <p:spPr>
            <a:xfrm>
              <a:off x="139425" y="3805675"/>
              <a:ext cx="32550" cy="50875"/>
            </a:xfrm>
            <a:custGeom>
              <a:avLst/>
              <a:gdLst/>
              <a:ahLst/>
              <a:cxnLst/>
              <a:rect l="l" t="t" r="r" b="b"/>
              <a:pathLst>
                <a:path w="1302" h="2035" fill="none" extrusionOk="0">
                  <a:moveTo>
                    <a:pt x="1" y="2035"/>
                  </a:moveTo>
                  <a:lnTo>
                    <a:pt x="1302" y="0"/>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5"/>
            <p:cNvSpPr/>
            <p:nvPr/>
          </p:nvSpPr>
          <p:spPr>
            <a:xfrm>
              <a:off x="131925" y="3994975"/>
              <a:ext cx="80100" cy="66725"/>
            </a:xfrm>
            <a:custGeom>
              <a:avLst/>
              <a:gdLst/>
              <a:ahLst/>
              <a:cxnLst/>
              <a:rect l="l" t="t" r="r" b="b"/>
              <a:pathLst>
                <a:path w="3204" h="2669" fill="none" extrusionOk="0">
                  <a:moveTo>
                    <a:pt x="1" y="2669"/>
                  </a:moveTo>
                  <a:lnTo>
                    <a:pt x="3203" y="0"/>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5"/>
            <p:cNvSpPr/>
            <p:nvPr/>
          </p:nvSpPr>
          <p:spPr>
            <a:xfrm>
              <a:off x="101900" y="3607200"/>
              <a:ext cx="42575" cy="38375"/>
            </a:xfrm>
            <a:custGeom>
              <a:avLst/>
              <a:gdLst/>
              <a:ahLst/>
              <a:cxnLst/>
              <a:rect l="l" t="t" r="r" b="b"/>
              <a:pathLst>
                <a:path w="1703" h="1535" fill="none" extrusionOk="0">
                  <a:moveTo>
                    <a:pt x="1702" y="1535"/>
                  </a:moveTo>
                  <a:lnTo>
                    <a:pt x="1" y="0"/>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5"/>
            <p:cNvSpPr/>
            <p:nvPr/>
          </p:nvSpPr>
          <p:spPr>
            <a:xfrm>
              <a:off x="79400" y="4040825"/>
              <a:ext cx="51725" cy="56750"/>
            </a:xfrm>
            <a:custGeom>
              <a:avLst/>
              <a:gdLst/>
              <a:ahLst/>
              <a:cxnLst/>
              <a:rect l="l" t="t" r="r" b="b"/>
              <a:pathLst>
                <a:path w="2069" h="2270" fill="none" extrusionOk="0">
                  <a:moveTo>
                    <a:pt x="2068" y="2269"/>
                  </a:moveTo>
                  <a:lnTo>
                    <a:pt x="0" y="1"/>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5"/>
            <p:cNvSpPr/>
            <p:nvPr/>
          </p:nvSpPr>
          <p:spPr>
            <a:xfrm>
              <a:off x="26850" y="4219300"/>
              <a:ext cx="109275" cy="100100"/>
            </a:xfrm>
            <a:custGeom>
              <a:avLst/>
              <a:gdLst/>
              <a:ahLst/>
              <a:cxnLst/>
              <a:rect l="l" t="t" r="r" b="b"/>
              <a:pathLst>
                <a:path w="4371" h="4004" fill="none" extrusionOk="0">
                  <a:moveTo>
                    <a:pt x="4371" y="4003"/>
                  </a:moveTo>
                  <a:lnTo>
                    <a:pt x="1" y="0"/>
                  </a:ln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5"/>
            <p:cNvSpPr/>
            <p:nvPr/>
          </p:nvSpPr>
          <p:spPr>
            <a:xfrm>
              <a:off x="139425" y="4404425"/>
              <a:ext cx="80925" cy="37550"/>
            </a:xfrm>
            <a:custGeom>
              <a:avLst/>
              <a:gdLst/>
              <a:ahLst/>
              <a:cxnLst/>
              <a:rect l="l" t="t" r="r" b="b"/>
              <a:pathLst>
                <a:path w="3237" h="1502" fill="none" extrusionOk="0">
                  <a:moveTo>
                    <a:pt x="1" y="1502"/>
                  </a:moveTo>
                  <a:cubicBezTo>
                    <a:pt x="1135" y="1101"/>
                    <a:pt x="2203" y="568"/>
                    <a:pt x="3237" y="1"/>
                  </a:cubicBezTo>
                </a:path>
              </a:pathLst>
            </a:custGeom>
            <a:noFill/>
            <a:ln w="10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5"/>
            <p:cNvSpPr/>
            <p:nvPr/>
          </p:nvSpPr>
          <p:spPr>
            <a:xfrm>
              <a:off x="-168950" y="3823750"/>
              <a:ext cx="288400" cy="240900"/>
            </a:xfrm>
            <a:custGeom>
              <a:avLst/>
              <a:gdLst/>
              <a:ahLst/>
              <a:cxnLst/>
              <a:rect l="l" t="t" r="r" b="b"/>
              <a:pathLst>
                <a:path w="11536" h="9636" extrusionOk="0">
                  <a:moveTo>
                    <a:pt x="6582" y="1"/>
                  </a:moveTo>
                  <a:cubicBezTo>
                    <a:pt x="4339" y="1"/>
                    <a:pt x="1809" y="759"/>
                    <a:pt x="1128" y="2513"/>
                  </a:cubicBezTo>
                  <a:cubicBezTo>
                    <a:pt x="1" y="5250"/>
                    <a:pt x="3351" y="9635"/>
                    <a:pt x="6705" y="9635"/>
                  </a:cubicBezTo>
                  <a:cubicBezTo>
                    <a:pt x="6825" y="9635"/>
                    <a:pt x="6946" y="9629"/>
                    <a:pt x="7066" y="9618"/>
                  </a:cubicBezTo>
                  <a:cubicBezTo>
                    <a:pt x="8467" y="9484"/>
                    <a:pt x="9034" y="9384"/>
                    <a:pt x="9567" y="8617"/>
                  </a:cubicBezTo>
                  <a:lnTo>
                    <a:pt x="4697" y="3847"/>
                  </a:lnTo>
                  <a:lnTo>
                    <a:pt x="9968" y="8050"/>
                  </a:lnTo>
                  <a:cubicBezTo>
                    <a:pt x="10134" y="7783"/>
                    <a:pt x="10234" y="7516"/>
                    <a:pt x="10335" y="7183"/>
                  </a:cubicBezTo>
                  <a:cubicBezTo>
                    <a:pt x="10401" y="6983"/>
                    <a:pt x="10468" y="6716"/>
                    <a:pt x="10501" y="6516"/>
                  </a:cubicBezTo>
                  <a:cubicBezTo>
                    <a:pt x="10802" y="4881"/>
                    <a:pt x="11535" y="2046"/>
                    <a:pt x="9901" y="812"/>
                  </a:cubicBezTo>
                  <a:cubicBezTo>
                    <a:pt x="9239" y="290"/>
                    <a:pt x="7965" y="1"/>
                    <a:pt x="6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5"/>
            <p:cNvSpPr/>
            <p:nvPr/>
          </p:nvSpPr>
          <p:spPr>
            <a:xfrm>
              <a:off x="190300" y="3761475"/>
              <a:ext cx="283575" cy="265525"/>
            </a:xfrm>
            <a:custGeom>
              <a:avLst/>
              <a:gdLst/>
              <a:ahLst/>
              <a:cxnLst/>
              <a:rect l="l" t="t" r="r" b="b"/>
              <a:pathLst>
                <a:path w="11343" h="10621" extrusionOk="0">
                  <a:moveTo>
                    <a:pt x="6972" y="0"/>
                  </a:moveTo>
                  <a:cubicBezTo>
                    <a:pt x="6972" y="34"/>
                    <a:pt x="6972" y="34"/>
                    <a:pt x="6939" y="100"/>
                  </a:cubicBezTo>
                  <a:cubicBezTo>
                    <a:pt x="6502" y="2069"/>
                    <a:pt x="4336" y="3218"/>
                    <a:pt x="2392" y="3218"/>
                  </a:cubicBezTo>
                  <a:cubicBezTo>
                    <a:pt x="2261" y="3218"/>
                    <a:pt x="2131" y="3213"/>
                    <a:pt x="2002" y="3203"/>
                  </a:cubicBezTo>
                  <a:cubicBezTo>
                    <a:pt x="1702" y="3169"/>
                    <a:pt x="1468" y="3136"/>
                    <a:pt x="1168" y="3036"/>
                  </a:cubicBezTo>
                  <a:cubicBezTo>
                    <a:pt x="201" y="4604"/>
                    <a:pt x="1" y="6472"/>
                    <a:pt x="635" y="8173"/>
                  </a:cubicBezTo>
                  <a:cubicBezTo>
                    <a:pt x="735" y="8440"/>
                    <a:pt x="835" y="8640"/>
                    <a:pt x="968" y="8840"/>
                  </a:cubicBezTo>
                  <a:cubicBezTo>
                    <a:pt x="1602" y="8340"/>
                    <a:pt x="7973" y="2936"/>
                    <a:pt x="7973" y="2936"/>
                  </a:cubicBezTo>
                  <a:lnTo>
                    <a:pt x="7973" y="2936"/>
                  </a:lnTo>
                  <a:lnTo>
                    <a:pt x="1335" y="9307"/>
                  </a:lnTo>
                  <a:cubicBezTo>
                    <a:pt x="2132" y="10157"/>
                    <a:pt x="3352" y="10621"/>
                    <a:pt x="4637" y="10621"/>
                  </a:cubicBezTo>
                  <a:cubicBezTo>
                    <a:pt x="6579" y="10621"/>
                    <a:pt x="8671" y="9561"/>
                    <a:pt x="9674" y="7172"/>
                  </a:cubicBezTo>
                  <a:cubicBezTo>
                    <a:pt x="11342" y="3203"/>
                    <a:pt x="9274" y="601"/>
                    <a:pt x="6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5"/>
            <p:cNvSpPr/>
            <p:nvPr/>
          </p:nvSpPr>
          <p:spPr>
            <a:xfrm>
              <a:off x="120525" y="3572400"/>
              <a:ext cx="254100" cy="248675"/>
            </a:xfrm>
            <a:custGeom>
              <a:avLst/>
              <a:gdLst/>
              <a:ahLst/>
              <a:cxnLst/>
              <a:rect l="l" t="t" r="r" b="b"/>
              <a:pathLst>
                <a:path w="10164" h="9947" extrusionOk="0">
                  <a:moveTo>
                    <a:pt x="4835" y="1"/>
                  </a:moveTo>
                  <a:cubicBezTo>
                    <a:pt x="2148" y="1"/>
                    <a:pt x="1" y="1585"/>
                    <a:pt x="56" y="4561"/>
                  </a:cubicBezTo>
                  <a:cubicBezTo>
                    <a:pt x="56" y="6196"/>
                    <a:pt x="757" y="7730"/>
                    <a:pt x="1958" y="8764"/>
                  </a:cubicBezTo>
                  <a:lnTo>
                    <a:pt x="5460" y="3894"/>
                  </a:lnTo>
                  <a:lnTo>
                    <a:pt x="2458" y="9164"/>
                  </a:lnTo>
                  <a:cubicBezTo>
                    <a:pt x="2758" y="9331"/>
                    <a:pt x="3059" y="9498"/>
                    <a:pt x="3325" y="9598"/>
                  </a:cubicBezTo>
                  <a:cubicBezTo>
                    <a:pt x="3759" y="9765"/>
                    <a:pt x="4259" y="9898"/>
                    <a:pt x="4726" y="9932"/>
                  </a:cubicBezTo>
                  <a:cubicBezTo>
                    <a:pt x="4850" y="9942"/>
                    <a:pt x="4975" y="9947"/>
                    <a:pt x="5101" y="9947"/>
                  </a:cubicBezTo>
                  <a:cubicBezTo>
                    <a:pt x="7017" y="9947"/>
                    <a:pt x="9160" y="8770"/>
                    <a:pt x="9630" y="6829"/>
                  </a:cubicBezTo>
                  <a:cubicBezTo>
                    <a:pt x="10164" y="4528"/>
                    <a:pt x="9930" y="925"/>
                    <a:pt x="6494" y="191"/>
                  </a:cubicBezTo>
                  <a:cubicBezTo>
                    <a:pt x="5929" y="64"/>
                    <a:pt x="5371" y="1"/>
                    <a:pt x="48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5"/>
            <p:cNvSpPr/>
            <p:nvPr/>
          </p:nvSpPr>
          <p:spPr>
            <a:xfrm>
              <a:off x="20175" y="3265275"/>
              <a:ext cx="246050" cy="286075"/>
            </a:xfrm>
            <a:custGeom>
              <a:avLst/>
              <a:gdLst/>
              <a:ahLst/>
              <a:cxnLst/>
              <a:rect l="l" t="t" r="r" b="b"/>
              <a:pathLst>
                <a:path w="9842" h="11443" extrusionOk="0">
                  <a:moveTo>
                    <a:pt x="6472" y="1"/>
                  </a:moveTo>
                  <a:cubicBezTo>
                    <a:pt x="6472" y="1"/>
                    <a:pt x="6139" y="67"/>
                    <a:pt x="3937" y="1168"/>
                  </a:cubicBezTo>
                  <a:cubicBezTo>
                    <a:pt x="1735" y="2269"/>
                    <a:pt x="1" y="5705"/>
                    <a:pt x="1769" y="8707"/>
                  </a:cubicBezTo>
                  <a:cubicBezTo>
                    <a:pt x="2770" y="10441"/>
                    <a:pt x="3904" y="11042"/>
                    <a:pt x="4738" y="11309"/>
                  </a:cubicBezTo>
                  <a:lnTo>
                    <a:pt x="5605" y="2769"/>
                  </a:lnTo>
                  <a:lnTo>
                    <a:pt x="5605" y="2769"/>
                  </a:lnTo>
                  <a:lnTo>
                    <a:pt x="5271" y="11442"/>
                  </a:lnTo>
                  <a:lnTo>
                    <a:pt x="5772" y="11442"/>
                  </a:lnTo>
                  <a:cubicBezTo>
                    <a:pt x="7173" y="11275"/>
                    <a:pt x="9474" y="9541"/>
                    <a:pt x="9674" y="6038"/>
                  </a:cubicBezTo>
                  <a:cubicBezTo>
                    <a:pt x="9841" y="2502"/>
                    <a:pt x="6472" y="1"/>
                    <a:pt x="64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5"/>
            <p:cNvSpPr/>
            <p:nvPr/>
          </p:nvSpPr>
          <p:spPr>
            <a:xfrm>
              <a:off x="-114250" y="3432825"/>
              <a:ext cx="212850" cy="188600"/>
            </a:xfrm>
            <a:custGeom>
              <a:avLst/>
              <a:gdLst/>
              <a:ahLst/>
              <a:cxnLst/>
              <a:rect l="l" t="t" r="r" b="b"/>
              <a:pathLst>
                <a:path w="8514" h="7544" extrusionOk="0">
                  <a:moveTo>
                    <a:pt x="2141" y="0"/>
                  </a:moveTo>
                  <a:cubicBezTo>
                    <a:pt x="736" y="0"/>
                    <a:pt x="1" y="1196"/>
                    <a:pt x="1041" y="3606"/>
                  </a:cubicBezTo>
                  <a:cubicBezTo>
                    <a:pt x="2194" y="6177"/>
                    <a:pt x="4970" y="7544"/>
                    <a:pt x="6632" y="7544"/>
                  </a:cubicBezTo>
                  <a:cubicBezTo>
                    <a:pt x="6846" y="7544"/>
                    <a:pt x="7041" y="7521"/>
                    <a:pt x="7213" y="7475"/>
                  </a:cubicBezTo>
                  <a:cubicBezTo>
                    <a:pt x="7613" y="7409"/>
                    <a:pt x="7880" y="7175"/>
                    <a:pt x="8147" y="6908"/>
                  </a:cubicBezTo>
                  <a:lnTo>
                    <a:pt x="1809" y="1071"/>
                  </a:lnTo>
                  <a:lnTo>
                    <a:pt x="8447" y="6341"/>
                  </a:lnTo>
                  <a:cubicBezTo>
                    <a:pt x="8513" y="6108"/>
                    <a:pt x="8513" y="5841"/>
                    <a:pt x="8480" y="5607"/>
                  </a:cubicBezTo>
                  <a:cubicBezTo>
                    <a:pt x="8180" y="2539"/>
                    <a:pt x="5144" y="804"/>
                    <a:pt x="3143" y="170"/>
                  </a:cubicBezTo>
                  <a:cubicBezTo>
                    <a:pt x="2785" y="57"/>
                    <a:pt x="2447" y="0"/>
                    <a:pt x="2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5"/>
            <p:cNvSpPr/>
            <p:nvPr/>
          </p:nvSpPr>
          <p:spPr>
            <a:xfrm>
              <a:off x="-170625" y="3555375"/>
              <a:ext cx="228350" cy="212075"/>
            </a:xfrm>
            <a:custGeom>
              <a:avLst/>
              <a:gdLst/>
              <a:ahLst/>
              <a:cxnLst/>
              <a:rect l="l" t="t" r="r" b="b"/>
              <a:pathLst>
                <a:path w="9134" h="8483" extrusionOk="0">
                  <a:moveTo>
                    <a:pt x="3380" y="0"/>
                  </a:moveTo>
                  <a:cubicBezTo>
                    <a:pt x="2092" y="0"/>
                    <a:pt x="1010" y="685"/>
                    <a:pt x="628" y="2373"/>
                  </a:cubicBezTo>
                  <a:cubicBezTo>
                    <a:pt x="0" y="5354"/>
                    <a:pt x="2000" y="8483"/>
                    <a:pt x="4988" y="8483"/>
                  </a:cubicBezTo>
                  <a:cubicBezTo>
                    <a:pt x="5176" y="8483"/>
                    <a:pt x="5369" y="8470"/>
                    <a:pt x="5565" y="8444"/>
                  </a:cubicBezTo>
                  <a:cubicBezTo>
                    <a:pt x="7032" y="8278"/>
                    <a:pt x="7866" y="7777"/>
                    <a:pt x="8300" y="7277"/>
                  </a:cubicBezTo>
                  <a:lnTo>
                    <a:pt x="2396" y="1906"/>
                  </a:lnTo>
                  <a:lnTo>
                    <a:pt x="8734" y="6710"/>
                  </a:lnTo>
                  <a:cubicBezTo>
                    <a:pt x="8867" y="6510"/>
                    <a:pt x="8934" y="6243"/>
                    <a:pt x="8934" y="5943"/>
                  </a:cubicBezTo>
                  <a:cubicBezTo>
                    <a:pt x="9134" y="5009"/>
                    <a:pt x="9034" y="3908"/>
                    <a:pt x="8634" y="2940"/>
                  </a:cubicBezTo>
                  <a:cubicBezTo>
                    <a:pt x="8590" y="2943"/>
                    <a:pt x="8545" y="2944"/>
                    <a:pt x="8499" y="2944"/>
                  </a:cubicBezTo>
                  <a:cubicBezTo>
                    <a:pt x="7088" y="2944"/>
                    <a:pt x="4856" y="1944"/>
                    <a:pt x="3563" y="5"/>
                  </a:cubicBezTo>
                  <a:cubicBezTo>
                    <a:pt x="3502" y="2"/>
                    <a:pt x="3441" y="0"/>
                    <a:pt x="3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5"/>
            <p:cNvSpPr/>
            <p:nvPr/>
          </p:nvSpPr>
          <p:spPr>
            <a:xfrm>
              <a:off x="-216350" y="3993300"/>
              <a:ext cx="274075" cy="257050"/>
            </a:xfrm>
            <a:custGeom>
              <a:avLst/>
              <a:gdLst/>
              <a:ahLst/>
              <a:cxnLst/>
              <a:rect l="l" t="t" r="r" b="b"/>
              <a:pathLst>
                <a:path w="10963" h="10282" extrusionOk="0">
                  <a:moveTo>
                    <a:pt x="3257" y="1"/>
                  </a:moveTo>
                  <a:cubicBezTo>
                    <a:pt x="1923" y="201"/>
                    <a:pt x="889" y="901"/>
                    <a:pt x="622" y="2369"/>
                  </a:cubicBezTo>
                  <a:cubicBezTo>
                    <a:pt x="1" y="5819"/>
                    <a:pt x="2970" y="10282"/>
                    <a:pt x="6184" y="10282"/>
                  </a:cubicBezTo>
                  <a:cubicBezTo>
                    <a:pt x="6420" y="10282"/>
                    <a:pt x="6656" y="10258"/>
                    <a:pt x="6893" y="10208"/>
                  </a:cubicBezTo>
                  <a:cubicBezTo>
                    <a:pt x="7794" y="10041"/>
                    <a:pt x="8628" y="9607"/>
                    <a:pt x="9295" y="9007"/>
                  </a:cubicBezTo>
                  <a:lnTo>
                    <a:pt x="1723" y="1702"/>
                  </a:lnTo>
                  <a:lnTo>
                    <a:pt x="1723" y="1702"/>
                  </a:lnTo>
                  <a:lnTo>
                    <a:pt x="9729" y="8507"/>
                  </a:lnTo>
                  <a:cubicBezTo>
                    <a:pt x="10196" y="7906"/>
                    <a:pt x="10463" y="7206"/>
                    <a:pt x="10596" y="6438"/>
                  </a:cubicBezTo>
                  <a:cubicBezTo>
                    <a:pt x="10963" y="5338"/>
                    <a:pt x="10930" y="4103"/>
                    <a:pt x="10429" y="3069"/>
                  </a:cubicBezTo>
                  <a:cubicBezTo>
                    <a:pt x="9896" y="3336"/>
                    <a:pt x="9295" y="3436"/>
                    <a:pt x="8728" y="3503"/>
                  </a:cubicBezTo>
                  <a:cubicBezTo>
                    <a:pt x="8628" y="3511"/>
                    <a:pt x="8527" y="3515"/>
                    <a:pt x="8427" y="3515"/>
                  </a:cubicBezTo>
                  <a:cubicBezTo>
                    <a:pt x="6358" y="3515"/>
                    <a:pt x="4307" y="1909"/>
                    <a:pt x="32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5"/>
            <p:cNvSpPr/>
            <p:nvPr/>
          </p:nvSpPr>
          <p:spPr>
            <a:xfrm>
              <a:off x="216150" y="4225100"/>
              <a:ext cx="273550" cy="223150"/>
            </a:xfrm>
            <a:custGeom>
              <a:avLst/>
              <a:gdLst/>
              <a:ahLst/>
              <a:cxnLst/>
              <a:rect l="l" t="t" r="r" b="b"/>
              <a:pathLst>
                <a:path w="10942" h="8926" extrusionOk="0">
                  <a:moveTo>
                    <a:pt x="5591" y="1"/>
                  </a:moveTo>
                  <a:cubicBezTo>
                    <a:pt x="4023" y="1"/>
                    <a:pt x="2769" y="1103"/>
                    <a:pt x="2769" y="1103"/>
                  </a:cubicBezTo>
                  <a:cubicBezTo>
                    <a:pt x="2769" y="1103"/>
                    <a:pt x="901" y="1736"/>
                    <a:pt x="234" y="4338"/>
                  </a:cubicBezTo>
                  <a:cubicBezTo>
                    <a:pt x="1" y="5139"/>
                    <a:pt x="68" y="5973"/>
                    <a:pt x="301" y="6773"/>
                  </a:cubicBezTo>
                  <a:lnTo>
                    <a:pt x="7973" y="2303"/>
                  </a:lnTo>
                  <a:lnTo>
                    <a:pt x="7973" y="2303"/>
                  </a:lnTo>
                  <a:lnTo>
                    <a:pt x="501" y="7174"/>
                  </a:lnTo>
                  <a:cubicBezTo>
                    <a:pt x="1072" y="8211"/>
                    <a:pt x="2106" y="8926"/>
                    <a:pt x="3511" y="8926"/>
                  </a:cubicBezTo>
                  <a:cubicBezTo>
                    <a:pt x="3912" y="8926"/>
                    <a:pt x="4344" y="8868"/>
                    <a:pt x="4804" y="8741"/>
                  </a:cubicBezTo>
                  <a:cubicBezTo>
                    <a:pt x="8173" y="7774"/>
                    <a:pt x="10942" y="4338"/>
                    <a:pt x="8340" y="1403"/>
                  </a:cubicBezTo>
                  <a:cubicBezTo>
                    <a:pt x="7434" y="342"/>
                    <a:pt x="6464" y="1"/>
                    <a:pt x="55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5"/>
            <p:cNvSpPr/>
            <p:nvPr/>
          </p:nvSpPr>
          <p:spPr>
            <a:xfrm>
              <a:off x="1850" y="4537850"/>
              <a:ext cx="264375" cy="391975"/>
            </a:xfrm>
            <a:custGeom>
              <a:avLst/>
              <a:gdLst/>
              <a:ahLst/>
              <a:cxnLst/>
              <a:rect l="l" t="t" r="r" b="b"/>
              <a:pathLst>
                <a:path w="10575" h="15679" extrusionOk="0">
                  <a:moveTo>
                    <a:pt x="0" y="1"/>
                  </a:moveTo>
                  <a:lnTo>
                    <a:pt x="0" y="15679"/>
                  </a:lnTo>
                  <a:lnTo>
                    <a:pt x="10574" y="15679"/>
                  </a:lnTo>
                  <a:lnTo>
                    <a:pt x="105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45"/>
          <p:cNvGrpSpPr/>
          <p:nvPr/>
        </p:nvGrpSpPr>
        <p:grpSpPr>
          <a:xfrm flipH="1">
            <a:off x="304599" y="1608551"/>
            <a:ext cx="2337835" cy="2505424"/>
            <a:chOff x="6540675" y="1608600"/>
            <a:chExt cx="3101400" cy="3323725"/>
          </a:xfrm>
        </p:grpSpPr>
        <p:sp>
          <p:nvSpPr>
            <p:cNvPr id="889" name="Google Shape;889;p45"/>
            <p:cNvSpPr/>
            <p:nvPr/>
          </p:nvSpPr>
          <p:spPr>
            <a:xfrm>
              <a:off x="8154325" y="3934825"/>
              <a:ext cx="1487750" cy="996675"/>
            </a:xfrm>
            <a:custGeom>
              <a:avLst/>
              <a:gdLst/>
              <a:ahLst/>
              <a:cxnLst/>
              <a:rect l="l" t="t" r="r" b="b"/>
              <a:pathLst>
                <a:path w="59510" h="39867" extrusionOk="0">
                  <a:moveTo>
                    <a:pt x="39807" y="1"/>
                  </a:moveTo>
                  <a:cubicBezTo>
                    <a:pt x="29354" y="1"/>
                    <a:pt x="16588" y="435"/>
                    <a:pt x="14244" y="1005"/>
                  </a:cubicBezTo>
                  <a:cubicBezTo>
                    <a:pt x="10408" y="1906"/>
                    <a:pt x="8774" y="5575"/>
                    <a:pt x="8006" y="8844"/>
                  </a:cubicBezTo>
                  <a:cubicBezTo>
                    <a:pt x="7339" y="11780"/>
                    <a:pt x="1235" y="35263"/>
                    <a:pt x="1" y="39800"/>
                  </a:cubicBezTo>
                  <a:lnTo>
                    <a:pt x="51137" y="39866"/>
                  </a:lnTo>
                  <a:cubicBezTo>
                    <a:pt x="52805" y="34629"/>
                    <a:pt x="59510" y="13081"/>
                    <a:pt x="59510" y="8110"/>
                  </a:cubicBezTo>
                  <a:cubicBezTo>
                    <a:pt x="59510" y="2440"/>
                    <a:pt x="57508" y="1739"/>
                    <a:pt x="53672" y="605"/>
                  </a:cubicBezTo>
                  <a:cubicBezTo>
                    <a:pt x="52180" y="177"/>
                    <a:pt x="46462" y="1"/>
                    <a:pt x="39807" y="1"/>
                  </a:cubicBezTo>
                  <a:close/>
                </a:path>
              </a:pathLst>
            </a:custGeom>
            <a:solidFill>
              <a:schemeClr val="lt2"/>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5"/>
            <p:cNvSpPr/>
            <p:nvPr/>
          </p:nvSpPr>
          <p:spPr>
            <a:xfrm>
              <a:off x="9187575" y="3959950"/>
              <a:ext cx="454500" cy="972375"/>
            </a:xfrm>
            <a:custGeom>
              <a:avLst/>
              <a:gdLst/>
              <a:ahLst/>
              <a:cxnLst/>
              <a:rect l="l" t="t" r="r" b="b"/>
              <a:pathLst>
                <a:path w="18180" h="38895" extrusionOk="0">
                  <a:moveTo>
                    <a:pt x="13476" y="0"/>
                  </a:moveTo>
                  <a:lnTo>
                    <a:pt x="13443" y="34"/>
                  </a:lnTo>
                  <a:cubicBezTo>
                    <a:pt x="13443" y="34"/>
                    <a:pt x="13279" y="8"/>
                    <a:pt x="13010" y="8"/>
                  </a:cubicBezTo>
                  <a:cubicBezTo>
                    <a:pt x="12043" y="8"/>
                    <a:pt x="9727" y="335"/>
                    <a:pt x="8840" y="3336"/>
                  </a:cubicBezTo>
                  <a:cubicBezTo>
                    <a:pt x="7972" y="6371"/>
                    <a:pt x="2302" y="29388"/>
                    <a:pt x="0" y="38895"/>
                  </a:cubicBezTo>
                  <a:lnTo>
                    <a:pt x="9807" y="38861"/>
                  </a:lnTo>
                  <a:cubicBezTo>
                    <a:pt x="11475" y="33624"/>
                    <a:pt x="18180" y="12076"/>
                    <a:pt x="18180" y="7105"/>
                  </a:cubicBezTo>
                  <a:cubicBezTo>
                    <a:pt x="18180" y="2035"/>
                    <a:pt x="16545" y="934"/>
                    <a:pt x="13476" y="0"/>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5"/>
            <p:cNvSpPr/>
            <p:nvPr/>
          </p:nvSpPr>
          <p:spPr>
            <a:xfrm>
              <a:off x="6749750" y="4078825"/>
              <a:ext cx="322150" cy="249425"/>
            </a:xfrm>
            <a:custGeom>
              <a:avLst/>
              <a:gdLst/>
              <a:ahLst/>
              <a:cxnLst/>
              <a:rect l="l" t="t" r="r" b="b"/>
              <a:pathLst>
                <a:path w="12886" h="9977" extrusionOk="0">
                  <a:moveTo>
                    <a:pt x="3604" y="0"/>
                  </a:moveTo>
                  <a:cubicBezTo>
                    <a:pt x="956" y="0"/>
                    <a:pt x="0" y="3049"/>
                    <a:pt x="911" y="5286"/>
                  </a:cubicBezTo>
                  <a:cubicBezTo>
                    <a:pt x="911" y="5286"/>
                    <a:pt x="4247" y="8621"/>
                    <a:pt x="6948" y="9622"/>
                  </a:cubicBezTo>
                  <a:cubicBezTo>
                    <a:pt x="7647" y="9881"/>
                    <a:pt x="8382" y="9977"/>
                    <a:pt x="9087" y="9977"/>
                  </a:cubicBezTo>
                  <a:cubicBezTo>
                    <a:pt x="11108" y="9977"/>
                    <a:pt x="12886" y="9189"/>
                    <a:pt x="12886" y="9189"/>
                  </a:cubicBezTo>
                  <a:cubicBezTo>
                    <a:pt x="12886" y="9189"/>
                    <a:pt x="10818" y="3418"/>
                    <a:pt x="6248" y="816"/>
                  </a:cubicBezTo>
                  <a:cubicBezTo>
                    <a:pt x="5234" y="243"/>
                    <a:pt x="4352" y="0"/>
                    <a:pt x="3604"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5"/>
            <p:cNvSpPr/>
            <p:nvPr/>
          </p:nvSpPr>
          <p:spPr>
            <a:xfrm>
              <a:off x="6540675" y="4110875"/>
              <a:ext cx="195175" cy="212200"/>
            </a:xfrm>
            <a:custGeom>
              <a:avLst/>
              <a:gdLst/>
              <a:ahLst/>
              <a:cxnLst/>
              <a:rect l="l" t="t" r="r" b="b"/>
              <a:pathLst>
                <a:path w="7807" h="8488" extrusionOk="0">
                  <a:moveTo>
                    <a:pt x="5938" y="1"/>
                  </a:moveTo>
                  <a:cubicBezTo>
                    <a:pt x="5938" y="1"/>
                    <a:pt x="1" y="7339"/>
                    <a:pt x="1301" y="8374"/>
                  </a:cubicBezTo>
                  <a:cubicBezTo>
                    <a:pt x="1403" y="8452"/>
                    <a:pt x="1517" y="8488"/>
                    <a:pt x="1642" y="8488"/>
                  </a:cubicBezTo>
                  <a:cubicBezTo>
                    <a:pt x="3120" y="8488"/>
                    <a:pt x="6075" y="3447"/>
                    <a:pt x="6505" y="3170"/>
                  </a:cubicBezTo>
                  <a:cubicBezTo>
                    <a:pt x="6972" y="2870"/>
                    <a:pt x="7806" y="134"/>
                    <a:pt x="5938" y="1"/>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5"/>
            <p:cNvSpPr/>
            <p:nvPr/>
          </p:nvSpPr>
          <p:spPr>
            <a:xfrm>
              <a:off x="6667425" y="4045550"/>
              <a:ext cx="101775" cy="317875"/>
            </a:xfrm>
            <a:custGeom>
              <a:avLst/>
              <a:gdLst/>
              <a:ahLst/>
              <a:cxnLst/>
              <a:rect l="l" t="t" r="r" b="b"/>
              <a:pathLst>
                <a:path w="4071" h="12715" extrusionOk="0">
                  <a:moveTo>
                    <a:pt x="1997" y="1"/>
                  </a:moveTo>
                  <a:cubicBezTo>
                    <a:pt x="1572" y="1"/>
                    <a:pt x="1157" y="112"/>
                    <a:pt x="868" y="446"/>
                  </a:cubicBezTo>
                  <a:cubicBezTo>
                    <a:pt x="1" y="1446"/>
                    <a:pt x="434" y="4782"/>
                    <a:pt x="568" y="7251"/>
                  </a:cubicBezTo>
                  <a:cubicBezTo>
                    <a:pt x="688" y="9442"/>
                    <a:pt x="1051" y="12715"/>
                    <a:pt x="2193" y="12715"/>
                  </a:cubicBezTo>
                  <a:cubicBezTo>
                    <a:pt x="2320" y="12715"/>
                    <a:pt x="2456" y="12674"/>
                    <a:pt x="2603" y="12588"/>
                  </a:cubicBezTo>
                  <a:cubicBezTo>
                    <a:pt x="4070" y="11687"/>
                    <a:pt x="3904" y="4782"/>
                    <a:pt x="3904" y="3181"/>
                  </a:cubicBezTo>
                  <a:cubicBezTo>
                    <a:pt x="3904" y="2247"/>
                    <a:pt x="3870" y="1313"/>
                    <a:pt x="3737" y="446"/>
                  </a:cubicBezTo>
                  <a:cubicBezTo>
                    <a:pt x="3737" y="446"/>
                    <a:pt x="2847" y="1"/>
                    <a:pt x="1997" y="1"/>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5"/>
            <p:cNvSpPr/>
            <p:nvPr/>
          </p:nvSpPr>
          <p:spPr>
            <a:xfrm>
              <a:off x="6728300" y="4033875"/>
              <a:ext cx="130125" cy="330600"/>
            </a:xfrm>
            <a:custGeom>
              <a:avLst/>
              <a:gdLst/>
              <a:ahLst/>
              <a:cxnLst/>
              <a:rect l="l" t="t" r="r" b="b"/>
              <a:pathLst>
                <a:path w="5205" h="13224" extrusionOk="0">
                  <a:moveTo>
                    <a:pt x="1872" y="0"/>
                  </a:moveTo>
                  <a:cubicBezTo>
                    <a:pt x="1725" y="0"/>
                    <a:pt x="1589" y="14"/>
                    <a:pt x="1469" y="45"/>
                  </a:cubicBezTo>
                  <a:cubicBezTo>
                    <a:pt x="301" y="312"/>
                    <a:pt x="1" y="7551"/>
                    <a:pt x="1" y="9986"/>
                  </a:cubicBezTo>
                  <a:cubicBezTo>
                    <a:pt x="1" y="11908"/>
                    <a:pt x="1133" y="13223"/>
                    <a:pt x="1918" y="13223"/>
                  </a:cubicBezTo>
                  <a:cubicBezTo>
                    <a:pt x="2141" y="13223"/>
                    <a:pt x="2336" y="13117"/>
                    <a:pt x="2469" y="12888"/>
                  </a:cubicBezTo>
                  <a:cubicBezTo>
                    <a:pt x="3036" y="11820"/>
                    <a:pt x="3637" y="4382"/>
                    <a:pt x="4037" y="3214"/>
                  </a:cubicBezTo>
                  <a:cubicBezTo>
                    <a:pt x="4337" y="2447"/>
                    <a:pt x="4738" y="1713"/>
                    <a:pt x="5205" y="1046"/>
                  </a:cubicBezTo>
                  <a:cubicBezTo>
                    <a:pt x="5205" y="1046"/>
                    <a:pt x="3140" y="0"/>
                    <a:pt x="1872"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5"/>
            <p:cNvSpPr/>
            <p:nvPr/>
          </p:nvSpPr>
          <p:spPr>
            <a:xfrm>
              <a:off x="6764175" y="4035825"/>
              <a:ext cx="1049925" cy="631200"/>
            </a:xfrm>
            <a:custGeom>
              <a:avLst/>
              <a:gdLst/>
              <a:ahLst/>
              <a:cxnLst/>
              <a:rect l="l" t="t" r="r" b="b"/>
              <a:pathLst>
                <a:path w="41997" h="25248" extrusionOk="0">
                  <a:moveTo>
                    <a:pt x="3949" y="0"/>
                  </a:moveTo>
                  <a:cubicBezTo>
                    <a:pt x="2809" y="0"/>
                    <a:pt x="2223" y="1211"/>
                    <a:pt x="1868" y="2402"/>
                  </a:cubicBezTo>
                  <a:cubicBezTo>
                    <a:pt x="1401" y="4004"/>
                    <a:pt x="0" y="11376"/>
                    <a:pt x="100" y="12076"/>
                  </a:cubicBezTo>
                  <a:cubicBezTo>
                    <a:pt x="193" y="12588"/>
                    <a:pt x="871" y="13246"/>
                    <a:pt x="1419" y="13246"/>
                  </a:cubicBezTo>
                  <a:cubicBezTo>
                    <a:pt x="1657" y="13246"/>
                    <a:pt x="1871" y="13123"/>
                    <a:pt x="2002" y="12810"/>
                  </a:cubicBezTo>
                  <a:cubicBezTo>
                    <a:pt x="2402" y="11742"/>
                    <a:pt x="4270" y="6005"/>
                    <a:pt x="4437" y="5405"/>
                  </a:cubicBezTo>
                  <a:cubicBezTo>
                    <a:pt x="4445" y="5375"/>
                    <a:pt x="4466" y="5362"/>
                    <a:pt x="4497" y="5362"/>
                  </a:cubicBezTo>
                  <a:cubicBezTo>
                    <a:pt x="5067" y="5362"/>
                    <a:pt x="9267" y="10101"/>
                    <a:pt x="10374" y="11209"/>
                  </a:cubicBezTo>
                  <a:cubicBezTo>
                    <a:pt x="11542" y="12376"/>
                    <a:pt x="12843" y="13077"/>
                    <a:pt x="14411" y="13077"/>
                  </a:cubicBezTo>
                  <a:cubicBezTo>
                    <a:pt x="15311" y="13077"/>
                    <a:pt x="16178" y="13043"/>
                    <a:pt x="17012" y="12910"/>
                  </a:cubicBezTo>
                  <a:cubicBezTo>
                    <a:pt x="17012" y="12910"/>
                    <a:pt x="32890" y="23484"/>
                    <a:pt x="35759" y="24752"/>
                  </a:cubicBezTo>
                  <a:cubicBezTo>
                    <a:pt x="36550" y="25106"/>
                    <a:pt x="37306" y="25248"/>
                    <a:pt x="37994" y="25248"/>
                  </a:cubicBezTo>
                  <a:cubicBezTo>
                    <a:pt x="39830" y="25248"/>
                    <a:pt x="41178" y="24240"/>
                    <a:pt x="41396" y="23584"/>
                  </a:cubicBezTo>
                  <a:cubicBezTo>
                    <a:pt x="41697" y="22717"/>
                    <a:pt x="41997" y="17547"/>
                    <a:pt x="40396" y="15679"/>
                  </a:cubicBezTo>
                  <a:cubicBezTo>
                    <a:pt x="38795" y="13844"/>
                    <a:pt x="35993" y="12910"/>
                    <a:pt x="35993" y="12910"/>
                  </a:cubicBezTo>
                  <a:cubicBezTo>
                    <a:pt x="35993" y="12910"/>
                    <a:pt x="35259" y="11742"/>
                    <a:pt x="29488" y="10642"/>
                  </a:cubicBezTo>
                  <a:cubicBezTo>
                    <a:pt x="23684" y="9508"/>
                    <a:pt x="15912" y="7473"/>
                    <a:pt x="15044" y="7039"/>
                  </a:cubicBezTo>
                  <a:cubicBezTo>
                    <a:pt x="14177" y="6639"/>
                    <a:pt x="7239" y="1569"/>
                    <a:pt x="5204" y="401"/>
                  </a:cubicBezTo>
                  <a:cubicBezTo>
                    <a:pt x="4724" y="121"/>
                    <a:pt x="4309" y="0"/>
                    <a:pt x="3949"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5"/>
            <p:cNvSpPr/>
            <p:nvPr/>
          </p:nvSpPr>
          <p:spPr>
            <a:xfrm>
              <a:off x="6811700" y="4130750"/>
              <a:ext cx="396150" cy="230100"/>
            </a:xfrm>
            <a:custGeom>
              <a:avLst/>
              <a:gdLst/>
              <a:ahLst/>
              <a:cxnLst/>
              <a:rect l="l" t="t" r="r" b="b"/>
              <a:pathLst>
                <a:path w="15846" h="9204" extrusionOk="0">
                  <a:moveTo>
                    <a:pt x="1890" y="1"/>
                  </a:moveTo>
                  <a:cubicBezTo>
                    <a:pt x="430" y="1"/>
                    <a:pt x="1" y="1462"/>
                    <a:pt x="835" y="2675"/>
                  </a:cubicBezTo>
                  <a:cubicBezTo>
                    <a:pt x="2002" y="4243"/>
                    <a:pt x="5605" y="4676"/>
                    <a:pt x="5605" y="4676"/>
                  </a:cubicBezTo>
                  <a:cubicBezTo>
                    <a:pt x="5605" y="4676"/>
                    <a:pt x="7773" y="8112"/>
                    <a:pt x="10808" y="9013"/>
                  </a:cubicBezTo>
                  <a:cubicBezTo>
                    <a:pt x="11270" y="9141"/>
                    <a:pt x="11739" y="9204"/>
                    <a:pt x="12203" y="9204"/>
                  </a:cubicBezTo>
                  <a:cubicBezTo>
                    <a:pt x="13548" y="9204"/>
                    <a:pt x="14853" y="8679"/>
                    <a:pt x="15845" y="7712"/>
                  </a:cubicBezTo>
                  <a:lnTo>
                    <a:pt x="9241" y="2375"/>
                  </a:lnTo>
                  <a:cubicBezTo>
                    <a:pt x="7272" y="2041"/>
                    <a:pt x="5338" y="1407"/>
                    <a:pt x="3603" y="507"/>
                  </a:cubicBezTo>
                  <a:cubicBezTo>
                    <a:pt x="2932" y="151"/>
                    <a:pt x="2358" y="1"/>
                    <a:pt x="18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5"/>
            <p:cNvSpPr/>
            <p:nvPr/>
          </p:nvSpPr>
          <p:spPr>
            <a:xfrm>
              <a:off x="6805025" y="4106725"/>
              <a:ext cx="402825" cy="261875"/>
            </a:xfrm>
            <a:custGeom>
              <a:avLst/>
              <a:gdLst/>
              <a:ahLst/>
              <a:cxnLst/>
              <a:rect l="l" t="t" r="r" b="b"/>
              <a:pathLst>
                <a:path w="16113" h="10475" fill="none" extrusionOk="0">
                  <a:moveTo>
                    <a:pt x="9508" y="3336"/>
                  </a:moveTo>
                  <a:cubicBezTo>
                    <a:pt x="7539" y="3002"/>
                    <a:pt x="5605" y="2368"/>
                    <a:pt x="3870" y="1468"/>
                  </a:cubicBezTo>
                  <a:cubicBezTo>
                    <a:pt x="1102" y="0"/>
                    <a:pt x="1" y="2035"/>
                    <a:pt x="1102" y="3636"/>
                  </a:cubicBezTo>
                  <a:cubicBezTo>
                    <a:pt x="2269" y="5204"/>
                    <a:pt x="5872" y="5637"/>
                    <a:pt x="5872" y="5637"/>
                  </a:cubicBezTo>
                  <a:cubicBezTo>
                    <a:pt x="5872" y="5637"/>
                    <a:pt x="8040" y="9073"/>
                    <a:pt x="11075" y="9974"/>
                  </a:cubicBezTo>
                  <a:cubicBezTo>
                    <a:pt x="12877" y="10474"/>
                    <a:pt x="14778" y="9974"/>
                    <a:pt x="16112" y="8673"/>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5"/>
            <p:cNvSpPr/>
            <p:nvPr/>
          </p:nvSpPr>
          <p:spPr>
            <a:xfrm>
              <a:off x="7656475" y="3774700"/>
              <a:ext cx="284400" cy="602250"/>
            </a:xfrm>
            <a:custGeom>
              <a:avLst/>
              <a:gdLst/>
              <a:ahLst/>
              <a:cxnLst/>
              <a:rect l="l" t="t" r="r" b="b"/>
              <a:pathLst>
                <a:path w="11376" h="24090" extrusionOk="0">
                  <a:moveTo>
                    <a:pt x="5833" y="1"/>
                  </a:moveTo>
                  <a:cubicBezTo>
                    <a:pt x="5623" y="1"/>
                    <a:pt x="5453" y="138"/>
                    <a:pt x="5338" y="439"/>
                  </a:cubicBezTo>
                  <a:cubicBezTo>
                    <a:pt x="5338" y="439"/>
                    <a:pt x="0" y="18318"/>
                    <a:pt x="1401" y="19786"/>
                  </a:cubicBezTo>
                  <a:cubicBezTo>
                    <a:pt x="2713" y="21098"/>
                    <a:pt x="6745" y="24089"/>
                    <a:pt x="8133" y="24089"/>
                  </a:cubicBezTo>
                  <a:cubicBezTo>
                    <a:pt x="8298" y="24089"/>
                    <a:pt x="8425" y="24047"/>
                    <a:pt x="8506" y="23955"/>
                  </a:cubicBezTo>
                  <a:cubicBezTo>
                    <a:pt x="9240" y="23088"/>
                    <a:pt x="11375" y="15850"/>
                    <a:pt x="11375" y="11680"/>
                  </a:cubicBezTo>
                  <a:cubicBezTo>
                    <a:pt x="11375" y="7993"/>
                    <a:pt x="7436" y="1"/>
                    <a:pt x="5833" y="1"/>
                  </a:cubicBezTo>
                  <a:close/>
                </a:path>
              </a:pathLst>
            </a:custGeom>
            <a:solidFill>
              <a:schemeClr val="accent4"/>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5"/>
            <p:cNvSpPr/>
            <p:nvPr/>
          </p:nvSpPr>
          <p:spPr>
            <a:xfrm>
              <a:off x="7612275" y="4211925"/>
              <a:ext cx="306525" cy="325200"/>
            </a:xfrm>
            <a:custGeom>
              <a:avLst/>
              <a:gdLst/>
              <a:ahLst/>
              <a:cxnLst/>
              <a:rect l="l" t="t" r="r" b="b"/>
              <a:pathLst>
                <a:path w="12261" h="13008" extrusionOk="0">
                  <a:moveTo>
                    <a:pt x="3557" y="0"/>
                  </a:moveTo>
                  <a:cubicBezTo>
                    <a:pt x="2914" y="0"/>
                    <a:pt x="2564" y="448"/>
                    <a:pt x="1702" y="1997"/>
                  </a:cubicBezTo>
                  <a:cubicBezTo>
                    <a:pt x="434" y="4332"/>
                    <a:pt x="0" y="5332"/>
                    <a:pt x="1135" y="6166"/>
                  </a:cubicBezTo>
                  <a:cubicBezTo>
                    <a:pt x="2302" y="7000"/>
                    <a:pt x="6338" y="12504"/>
                    <a:pt x="8940" y="12971"/>
                  </a:cubicBezTo>
                  <a:cubicBezTo>
                    <a:pt x="9075" y="12996"/>
                    <a:pt x="9205" y="13007"/>
                    <a:pt x="9330" y="13007"/>
                  </a:cubicBezTo>
                  <a:cubicBezTo>
                    <a:pt x="11586" y="13007"/>
                    <a:pt x="12260" y="9116"/>
                    <a:pt x="11976" y="5165"/>
                  </a:cubicBezTo>
                  <a:cubicBezTo>
                    <a:pt x="11976" y="5165"/>
                    <a:pt x="6639" y="696"/>
                    <a:pt x="4871" y="262"/>
                  </a:cubicBezTo>
                  <a:cubicBezTo>
                    <a:pt x="4286" y="116"/>
                    <a:pt x="3883" y="0"/>
                    <a:pt x="3557" y="0"/>
                  </a:cubicBezTo>
                  <a:close/>
                </a:path>
              </a:pathLst>
            </a:custGeom>
            <a:solidFill>
              <a:schemeClr val="accent4"/>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5"/>
            <p:cNvSpPr/>
            <p:nvPr/>
          </p:nvSpPr>
          <p:spPr>
            <a:xfrm>
              <a:off x="7645625" y="2646325"/>
              <a:ext cx="1627850" cy="2285175"/>
            </a:xfrm>
            <a:custGeom>
              <a:avLst/>
              <a:gdLst/>
              <a:ahLst/>
              <a:cxnLst/>
              <a:rect l="l" t="t" r="r" b="b"/>
              <a:pathLst>
                <a:path w="65114" h="91407" extrusionOk="0">
                  <a:moveTo>
                    <a:pt x="30603" y="1"/>
                  </a:moveTo>
                  <a:cubicBezTo>
                    <a:pt x="27232" y="1"/>
                    <a:pt x="15957" y="9343"/>
                    <a:pt x="12410" y="17587"/>
                  </a:cubicBezTo>
                  <a:cubicBezTo>
                    <a:pt x="12410" y="17587"/>
                    <a:pt x="5305" y="22791"/>
                    <a:pt x="4771" y="26093"/>
                  </a:cubicBezTo>
                  <a:cubicBezTo>
                    <a:pt x="4170" y="29429"/>
                    <a:pt x="4170" y="33398"/>
                    <a:pt x="5638" y="40904"/>
                  </a:cubicBezTo>
                  <a:cubicBezTo>
                    <a:pt x="7106" y="48409"/>
                    <a:pt x="7673" y="53312"/>
                    <a:pt x="7673" y="53312"/>
                  </a:cubicBezTo>
                  <a:cubicBezTo>
                    <a:pt x="7673" y="53312"/>
                    <a:pt x="2336" y="69224"/>
                    <a:pt x="1602" y="75662"/>
                  </a:cubicBezTo>
                  <a:cubicBezTo>
                    <a:pt x="935" y="81633"/>
                    <a:pt x="134" y="89939"/>
                    <a:pt x="1" y="91406"/>
                  </a:cubicBezTo>
                  <a:lnTo>
                    <a:pt x="56474" y="91406"/>
                  </a:lnTo>
                  <a:cubicBezTo>
                    <a:pt x="56941" y="89605"/>
                    <a:pt x="60277" y="76729"/>
                    <a:pt x="61478" y="70658"/>
                  </a:cubicBezTo>
                  <a:cubicBezTo>
                    <a:pt x="62779" y="64154"/>
                    <a:pt x="65114" y="41371"/>
                    <a:pt x="65114" y="37601"/>
                  </a:cubicBezTo>
                  <a:cubicBezTo>
                    <a:pt x="65114" y="33865"/>
                    <a:pt x="64980" y="24258"/>
                    <a:pt x="62645" y="20522"/>
                  </a:cubicBezTo>
                  <a:cubicBezTo>
                    <a:pt x="60344" y="16753"/>
                    <a:pt x="50804" y="8947"/>
                    <a:pt x="44766" y="5912"/>
                  </a:cubicBezTo>
                  <a:cubicBezTo>
                    <a:pt x="38695" y="2876"/>
                    <a:pt x="33925" y="274"/>
                    <a:pt x="30756" y="8"/>
                  </a:cubicBezTo>
                  <a:cubicBezTo>
                    <a:pt x="30707" y="3"/>
                    <a:pt x="30656" y="1"/>
                    <a:pt x="30603" y="1"/>
                  </a:cubicBezTo>
                  <a:close/>
                </a:path>
              </a:pathLst>
            </a:custGeom>
            <a:solidFill>
              <a:schemeClr val="accent4"/>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5"/>
            <p:cNvSpPr/>
            <p:nvPr/>
          </p:nvSpPr>
          <p:spPr>
            <a:xfrm>
              <a:off x="7950025" y="3431225"/>
              <a:ext cx="256875" cy="1396875"/>
            </a:xfrm>
            <a:custGeom>
              <a:avLst/>
              <a:gdLst/>
              <a:ahLst/>
              <a:cxnLst/>
              <a:rect l="l" t="t" r="r" b="b"/>
              <a:pathLst>
                <a:path w="10275" h="55875" fill="none" extrusionOk="0">
                  <a:moveTo>
                    <a:pt x="10074" y="1"/>
                  </a:moveTo>
                  <a:cubicBezTo>
                    <a:pt x="10074" y="1"/>
                    <a:pt x="8573" y="868"/>
                    <a:pt x="8573" y="6972"/>
                  </a:cubicBezTo>
                  <a:cubicBezTo>
                    <a:pt x="8606" y="10975"/>
                    <a:pt x="8806" y="14978"/>
                    <a:pt x="9273" y="18914"/>
                  </a:cubicBezTo>
                  <a:cubicBezTo>
                    <a:pt x="9273" y="18914"/>
                    <a:pt x="7972" y="19348"/>
                    <a:pt x="8106" y="20215"/>
                  </a:cubicBezTo>
                  <a:cubicBezTo>
                    <a:pt x="8239" y="21083"/>
                    <a:pt x="10274" y="21216"/>
                    <a:pt x="10274" y="21216"/>
                  </a:cubicBezTo>
                  <a:cubicBezTo>
                    <a:pt x="10274" y="21216"/>
                    <a:pt x="601" y="43332"/>
                    <a:pt x="0" y="55874"/>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5"/>
            <p:cNvSpPr/>
            <p:nvPr/>
          </p:nvSpPr>
          <p:spPr>
            <a:xfrm>
              <a:off x="8416175" y="3872375"/>
              <a:ext cx="45075" cy="875"/>
            </a:xfrm>
            <a:custGeom>
              <a:avLst/>
              <a:gdLst/>
              <a:ahLst/>
              <a:cxnLst/>
              <a:rect l="l" t="t" r="r" b="b"/>
              <a:pathLst>
                <a:path w="1803" h="35" fill="none" extrusionOk="0">
                  <a:moveTo>
                    <a:pt x="1" y="34"/>
                  </a:moveTo>
                  <a:cubicBezTo>
                    <a:pt x="635" y="1"/>
                    <a:pt x="1202" y="1"/>
                    <a:pt x="1802" y="1"/>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5"/>
            <p:cNvSpPr/>
            <p:nvPr/>
          </p:nvSpPr>
          <p:spPr>
            <a:xfrm>
              <a:off x="7987550" y="3878225"/>
              <a:ext cx="372775" cy="70075"/>
            </a:xfrm>
            <a:custGeom>
              <a:avLst/>
              <a:gdLst/>
              <a:ahLst/>
              <a:cxnLst/>
              <a:rect l="l" t="t" r="r" b="b"/>
              <a:pathLst>
                <a:path w="14911" h="2803" fill="none" extrusionOk="0">
                  <a:moveTo>
                    <a:pt x="0" y="2802"/>
                  </a:moveTo>
                  <a:cubicBezTo>
                    <a:pt x="0" y="2802"/>
                    <a:pt x="8106" y="701"/>
                    <a:pt x="14911" y="0"/>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5"/>
            <p:cNvSpPr/>
            <p:nvPr/>
          </p:nvSpPr>
          <p:spPr>
            <a:xfrm>
              <a:off x="8085950" y="3930750"/>
              <a:ext cx="392800" cy="56750"/>
            </a:xfrm>
            <a:custGeom>
              <a:avLst/>
              <a:gdLst/>
              <a:ahLst/>
              <a:cxnLst/>
              <a:rect l="l" t="t" r="r" b="b"/>
              <a:pathLst>
                <a:path w="15712" h="2270" fill="none" extrusionOk="0">
                  <a:moveTo>
                    <a:pt x="0" y="2269"/>
                  </a:moveTo>
                  <a:cubicBezTo>
                    <a:pt x="0" y="2269"/>
                    <a:pt x="9207" y="234"/>
                    <a:pt x="15712" y="1"/>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5"/>
            <p:cNvSpPr/>
            <p:nvPr/>
          </p:nvSpPr>
          <p:spPr>
            <a:xfrm>
              <a:off x="7824100" y="2526350"/>
              <a:ext cx="752025" cy="905950"/>
            </a:xfrm>
            <a:custGeom>
              <a:avLst/>
              <a:gdLst/>
              <a:ahLst/>
              <a:cxnLst/>
              <a:rect l="l" t="t" r="r" b="b"/>
              <a:pathLst>
                <a:path w="30081" h="36238" extrusionOk="0">
                  <a:moveTo>
                    <a:pt x="18915" y="0"/>
                  </a:moveTo>
                  <a:cubicBezTo>
                    <a:pt x="16919" y="0"/>
                    <a:pt x="14346" y="544"/>
                    <a:pt x="12709" y="2672"/>
                  </a:cubicBezTo>
                  <a:cubicBezTo>
                    <a:pt x="10775" y="5207"/>
                    <a:pt x="6205" y="21018"/>
                    <a:pt x="6205" y="21018"/>
                  </a:cubicBezTo>
                  <a:cubicBezTo>
                    <a:pt x="6205" y="21018"/>
                    <a:pt x="4737" y="24954"/>
                    <a:pt x="3369" y="27890"/>
                  </a:cubicBezTo>
                  <a:cubicBezTo>
                    <a:pt x="2002" y="30792"/>
                    <a:pt x="0" y="32393"/>
                    <a:pt x="1268" y="32526"/>
                  </a:cubicBezTo>
                  <a:cubicBezTo>
                    <a:pt x="1292" y="32529"/>
                    <a:pt x="1318" y="32530"/>
                    <a:pt x="1344" y="32530"/>
                  </a:cubicBezTo>
                  <a:cubicBezTo>
                    <a:pt x="2660" y="32530"/>
                    <a:pt x="6558" y="29338"/>
                    <a:pt x="7539" y="28357"/>
                  </a:cubicBezTo>
                  <a:cubicBezTo>
                    <a:pt x="7665" y="28230"/>
                    <a:pt x="7809" y="28174"/>
                    <a:pt x="7965" y="28174"/>
                  </a:cubicBezTo>
                  <a:cubicBezTo>
                    <a:pt x="9042" y="28174"/>
                    <a:pt x="10705" y="30877"/>
                    <a:pt x="11375" y="31926"/>
                  </a:cubicBezTo>
                  <a:cubicBezTo>
                    <a:pt x="12152" y="33124"/>
                    <a:pt x="14405" y="36238"/>
                    <a:pt x="15056" y="36238"/>
                  </a:cubicBezTo>
                  <a:cubicBezTo>
                    <a:pt x="15076" y="36238"/>
                    <a:pt x="15094" y="36235"/>
                    <a:pt x="15111" y="36229"/>
                  </a:cubicBezTo>
                  <a:cubicBezTo>
                    <a:pt x="15645" y="36029"/>
                    <a:pt x="21716" y="28157"/>
                    <a:pt x="22850" y="27023"/>
                  </a:cubicBezTo>
                  <a:cubicBezTo>
                    <a:pt x="22936" y="26937"/>
                    <a:pt x="23032" y="26897"/>
                    <a:pt x="23136" y="26897"/>
                  </a:cubicBezTo>
                  <a:cubicBezTo>
                    <a:pt x="24417" y="26897"/>
                    <a:pt x="27017" y="32861"/>
                    <a:pt x="28621" y="34094"/>
                  </a:cubicBezTo>
                  <a:cubicBezTo>
                    <a:pt x="28933" y="34339"/>
                    <a:pt x="29165" y="34446"/>
                    <a:pt x="29333" y="34446"/>
                  </a:cubicBezTo>
                  <a:cubicBezTo>
                    <a:pt x="30080" y="34446"/>
                    <a:pt x="29578" y="32341"/>
                    <a:pt x="29388" y="30925"/>
                  </a:cubicBezTo>
                  <a:cubicBezTo>
                    <a:pt x="29188" y="29224"/>
                    <a:pt x="28287" y="15514"/>
                    <a:pt x="27153" y="9210"/>
                  </a:cubicBezTo>
                  <a:cubicBezTo>
                    <a:pt x="26019" y="2905"/>
                    <a:pt x="22183" y="337"/>
                    <a:pt x="20148" y="70"/>
                  </a:cubicBezTo>
                  <a:cubicBezTo>
                    <a:pt x="19777" y="27"/>
                    <a:pt x="19360" y="0"/>
                    <a:pt x="18915" y="0"/>
                  </a:cubicBezTo>
                  <a:close/>
                </a:path>
              </a:pathLst>
            </a:custGeom>
            <a:solidFill>
              <a:schemeClr val="accent4"/>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5"/>
            <p:cNvSpPr/>
            <p:nvPr/>
          </p:nvSpPr>
          <p:spPr>
            <a:xfrm>
              <a:off x="7989200" y="2446475"/>
              <a:ext cx="378650" cy="989575"/>
            </a:xfrm>
            <a:custGeom>
              <a:avLst/>
              <a:gdLst/>
              <a:ahLst/>
              <a:cxnLst/>
              <a:rect l="l" t="t" r="r" b="b"/>
              <a:pathLst>
                <a:path w="15146" h="39583" extrusionOk="0">
                  <a:moveTo>
                    <a:pt x="10569" y="1"/>
                  </a:moveTo>
                  <a:cubicBezTo>
                    <a:pt x="9379" y="1"/>
                    <a:pt x="6859" y="265"/>
                    <a:pt x="5905" y="2398"/>
                  </a:cubicBezTo>
                  <a:cubicBezTo>
                    <a:pt x="4671" y="5233"/>
                    <a:pt x="2202" y="15707"/>
                    <a:pt x="801" y="19076"/>
                  </a:cubicBezTo>
                  <a:cubicBezTo>
                    <a:pt x="34" y="20911"/>
                    <a:pt x="1" y="23046"/>
                    <a:pt x="735" y="25014"/>
                  </a:cubicBezTo>
                  <a:cubicBezTo>
                    <a:pt x="735" y="25014"/>
                    <a:pt x="4904" y="30051"/>
                    <a:pt x="6172" y="34120"/>
                  </a:cubicBezTo>
                  <a:cubicBezTo>
                    <a:pt x="7166" y="37425"/>
                    <a:pt x="8095" y="39583"/>
                    <a:pt x="8698" y="39583"/>
                  </a:cubicBezTo>
                  <a:cubicBezTo>
                    <a:pt x="8844" y="39583"/>
                    <a:pt x="8970" y="39457"/>
                    <a:pt x="9074" y="39191"/>
                  </a:cubicBezTo>
                  <a:cubicBezTo>
                    <a:pt x="9608" y="37790"/>
                    <a:pt x="14511" y="24413"/>
                    <a:pt x="14845" y="18109"/>
                  </a:cubicBezTo>
                  <a:cubicBezTo>
                    <a:pt x="15145" y="11838"/>
                    <a:pt x="14711" y="9002"/>
                    <a:pt x="14044" y="7001"/>
                  </a:cubicBezTo>
                  <a:cubicBezTo>
                    <a:pt x="13377" y="4933"/>
                    <a:pt x="11209" y="29"/>
                    <a:pt x="11209" y="29"/>
                  </a:cubicBezTo>
                  <a:cubicBezTo>
                    <a:pt x="11209" y="29"/>
                    <a:pt x="10961" y="1"/>
                    <a:pt x="10569" y="1"/>
                  </a:cubicBezTo>
                  <a:close/>
                </a:path>
              </a:pathLst>
            </a:custGeom>
            <a:solidFill>
              <a:srgbClr val="FFFFFF"/>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5"/>
            <p:cNvSpPr/>
            <p:nvPr/>
          </p:nvSpPr>
          <p:spPr>
            <a:xfrm>
              <a:off x="7299550" y="1739875"/>
              <a:ext cx="1057450" cy="1464650"/>
            </a:xfrm>
            <a:custGeom>
              <a:avLst/>
              <a:gdLst/>
              <a:ahLst/>
              <a:cxnLst/>
              <a:rect l="l" t="t" r="r" b="b"/>
              <a:pathLst>
                <a:path w="42298" h="58586" extrusionOk="0">
                  <a:moveTo>
                    <a:pt x="29541" y="1"/>
                  </a:moveTo>
                  <a:cubicBezTo>
                    <a:pt x="25376" y="1"/>
                    <a:pt x="18697" y="2041"/>
                    <a:pt x="14177" y="4643"/>
                  </a:cubicBezTo>
                  <a:cubicBezTo>
                    <a:pt x="8640" y="7912"/>
                    <a:pt x="2602" y="11415"/>
                    <a:pt x="2602" y="11415"/>
                  </a:cubicBezTo>
                  <a:cubicBezTo>
                    <a:pt x="2602" y="11415"/>
                    <a:pt x="1" y="18953"/>
                    <a:pt x="1869" y="22256"/>
                  </a:cubicBezTo>
                  <a:cubicBezTo>
                    <a:pt x="3770" y="25525"/>
                    <a:pt x="7673" y="29327"/>
                    <a:pt x="9541" y="34264"/>
                  </a:cubicBezTo>
                  <a:cubicBezTo>
                    <a:pt x="11442" y="39168"/>
                    <a:pt x="13477" y="44105"/>
                    <a:pt x="13177" y="47540"/>
                  </a:cubicBezTo>
                  <a:cubicBezTo>
                    <a:pt x="12876" y="51010"/>
                    <a:pt x="12876" y="55213"/>
                    <a:pt x="15211" y="57281"/>
                  </a:cubicBezTo>
                  <a:cubicBezTo>
                    <a:pt x="16176" y="58121"/>
                    <a:pt x="17823" y="58586"/>
                    <a:pt x="19763" y="58586"/>
                  </a:cubicBezTo>
                  <a:cubicBezTo>
                    <a:pt x="22520" y="58586"/>
                    <a:pt x="25868" y="57647"/>
                    <a:pt x="28688" y="55513"/>
                  </a:cubicBezTo>
                  <a:cubicBezTo>
                    <a:pt x="33491" y="51877"/>
                    <a:pt x="33791" y="44371"/>
                    <a:pt x="33791" y="44371"/>
                  </a:cubicBezTo>
                  <a:cubicBezTo>
                    <a:pt x="33791" y="44371"/>
                    <a:pt x="37828" y="38167"/>
                    <a:pt x="37961" y="35365"/>
                  </a:cubicBezTo>
                  <a:cubicBezTo>
                    <a:pt x="38061" y="32596"/>
                    <a:pt x="38061" y="29994"/>
                    <a:pt x="38061" y="29994"/>
                  </a:cubicBezTo>
                  <a:cubicBezTo>
                    <a:pt x="38061" y="29994"/>
                    <a:pt x="42297" y="26959"/>
                    <a:pt x="42297" y="21455"/>
                  </a:cubicBezTo>
                  <a:cubicBezTo>
                    <a:pt x="42297" y="15951"/>
                    <a:pt x="40129" y="15784"/>
                    <a:pt x="40129" y="15784"/>
                  </a:cubicBezTo>
                  <a:cubicBezTo>
                    <a:pt x="38628" y="13983"/>
                    <a:pt x="37627" y="11848"/>
                    <a:pt x="37194" y="9580"/>
                  </a:cubicBezTo>
                  <a:cubicBezTo>
                    <a:pt x="36493" y="5644"/>
                    <a:pt x="35326" y="1474"/>
                    <a:pt x="31857" y="307"/>
                  </a:cubicBezTo>
                  <a:cubicBezTo>
                    <a:pt x="31236" y="98"/>
                    <a:pt x="30448" y="1"/>
                    <a:pt x="29541" y="1"/>
                  </a:cubicBezTo>
                  <a:close/>
                </a:path>
              </a:pathLst>
            </a:custGeom>
            <a:solidFill>
              <a:srgbClr val="FFFFFF"/>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5"/>
            <p:cNvSpPr/>
            <p:nvPr/>
          </p:nvSpPr>
          <p:spPr>
            <a:xfrm>
              <a:off x="6997675" y="1608600"/>
              <a:ext cx="1301775" cy="693100"/>
            </a:xfrm>
            <a:custGeom>
              <a:avLst/>
              <a:gdLst/>
              <a:ahLst/>
              <a:cxnLst/>
              <a:rect l="l" t="t" r="r" b="b"/>
              <a:pathLst>
                <a:path w="52071" h="27724" extrusionOk="0">
                  <a:moveTo>
                    <a:pt x="35359" y="0"/>
                  </a:moveTo>
                  <a:cubicBezTo>
                    <a:pt x="34865" y="0"/>
                    <a:pt x="34364" y="18"/>
                    <a:pt x="33858" y="54"/>
                  </a:cubicBezTo>
                  <a:cubicBezTo>
                    <a:pt x="25885" y="654"/>
                    <a:pt x="16912" y="7325"/>
                    <a:pt x="16912" y="7325"/>
                  </a:cubicBezTo>
                  <a:cubicBezTo>
                    <a:pt x="16629" y="7303"/>
                    <a:pt x="16345" y="7292"/>
                    <a:pt x="16059" y="7292"/>
                  </a:cubicBezTo>
                  <a:cubicBezTo>
                    <a:pt x="15099" y="7292"/>
                    <a:pt x="14128" y="7412"/>
                    <a:pt x="13176" y="7592"/>
                  </a:cubicBezTo>
                  <a:cubicBezTo>
                    <a:pt x="10875" y="8059"/>
                    <a:pt x="8106" y="10661"/>
                    <a:pt x="8106" y="10661"/>
                  </a:cubicBezTo>
                  <a:lnTo>
                    <a:pt x="10708" y="11662"/>
                  </a:lnTo>
                  <a:cubicBezTo>
                    <a:pt x="10708" y="11662"/>
                    <a:pt x="10375" y="11586"/>
                    <a:pt x="9717" y="11586"/>
                  </a:cubicBezTo>
                  <a:cubicBezTo>
                    <a:pt x="8992" y="11586"/>
                    <a:pt x="7874" y="11678"/>
                    <a:pt x="6371" y="12062"/>
                  </a:cubicBezTo>
                  <a:cubicBezTo>
                    <a:pt x="3503" y="12829"/>
                    <a:pt x="1468" y="15698"/>
                    <a:pt x="1468" y="15698"/>
                  </a:cubicBezTo>
                  <a:lnTo>
                    <a:pt x="3336" y="15832"/>
                  </a:lnTo>
                  <a:cubicBezTo>
                    <a:pt x="3336" y="15832"/>
                    <a:pt x="0" y="18867"/>
                    <a:pt x="1735" y="21903"/>
                  </a:cubicBezTo>
                  <a:cubicBezTo>
                    <a:pt x="3503" y="24938"/>
                    <a:pt x="9007" y="25238"/>
                    <a:pt x="9007" y="25238"/>
                  </a:cubicBezTo>
                  <a:cubicBezTo>
                    <a:pt x="7739" y="24671"/>
                    <a:pt x="6805" y="23671"/>
                    <a:pt x="6238" y="22370"/>
                  </a:cubicBezTo>
                  <a:cubicBezTo>
                    <a:pt x="5538" y="20368"/>
                    <a:pt x="8306" y="18033"/>
                    <a:pt x="8306" y="18033"/>
                  </a:cubicBezTo>
                  <a:lnTo>
                    <a:pt x="8306" y="20602"/>
                  </a:lnTo>
                  <a:cubicBezTo>
                    <a:pt x="8306" y="22203"/>
                    <a:pt x="11041" y="23204"/>
                    <a:pt x="11041" y="23204"/>
                  </a:cubicBezTo>
                  <a:cubicBezTo>
                    <a:pt x="11041" y="23204"/>
                    <a:pt x="11508" y="19001"/>
                    <a:pt x="14978" y="17700"/>
                  </a:cubicBezTo>
                  <a:cubicBezTo>
                    <a:pt x="15639" y="17410"/>
                    <a:pt x="16336" y="17269"/>
                    <a:pt x="17027" y="17269"/>
                  </a:cubicBezTo>
                  <a:cubicBezTo>
                    <a:pt x="18325" y="17269"/>
                    <a:pt x="19602" y="17765"/>
                    <a:pt x="20582" y="18700"/>
                  </a:cubicBezTo>
                  <a:cubicBezTo>
                    <a:pt x="22483" y="18667"/>
                    <a:pt x="24351" y="18333"/>
                    <a:pt x="26052" y="17733"/>
                  </a:cubicBezTo>
                  <a:cubicBezTo>
                    <a:pt x="28921" y="16732"/>
                    <a:pt x="33191" y="13663"/>
                    <a:pt x="34325" y="12229"/>
                  </a:cubicBezTo>
                  <a:cubicBezTo>
                    <a:pt x="35320" y="10963"/>
                    <a:pt x="41004" y="7052"/>
                    <a:pt x="42406" y="7052"/>
                  </a:cubicBezTo>
                  <a:cubicBezTo>
                    <a:pt x="42555" y="7052"/>
                    <a:pt x="42656" y="7096"/>
                    <a:pt x="42697" y="7192"/>
                  </a:cubicBezTo>
                  <a:cubicBezTo>
                    <a:pt x="43098" y="8193"/>
                    <a:pt x="36293" y="11061"/>
                    <a:pt x="35159" y="12829"/>
                  </a:cubicBezTo>
                  <a:cubicBezTo>
                    <a:pt x="33991" y="14564"/>
                    <a:pt x="33391" y="19367"/>
                    <a:pt x="35559" y="20768"/>
                  </a:cubicBezTo>
                  <a:cubicBezTo>
                    <a:pt x="36562" y="21432"/>
                    <a:pt x="37873" y="21546"/>
                    <a:pt x="39094" y="21546"/>
                  </a:cubicBezTo>
                  <a:cubicBezTo>
                    <a:pt x="39730" y="21546"/>
                    <a:pt x="40342" y="21515"/>
                    <a:pt x="40873" y="21515"/>
                  </a:cubicBezTo>
                  <a:cubicBezTo>
                    <a:pt x="41526" y="21515"/>
                    <a:pt x="42058" y="21562"/>
                    <a:pt x="42364" y="21769"/>
                  </a:cubicBezTo>
                  <a:cubicBezTo>
                    <a:pt x="43398" y="22503"/>
                    <a:pt x="42631" y="24238"/>
                    <a:pt x="43531" y="25539"/>
                  </a:cubicBezTo>
                  <a:cubicBezTo>
                    <a:pt x="44249" y="26643"/>
                    <a:pt x="45743" y="27724"/>
                    <a:pt x="46899" y="27724"/>
                  </a:cubicBezTo>
                  <a:cubicBezTo>
                    <a:pt x="47140" y="27724"/>
                    <a:pt x="47366" y="27677"/>
                    <a:pt x="47568" y="27573"/>
                  </a:cubicBezTo>
                  <a:cubicBezTo>
                    <a:pt x="48735" y="27006"/>
                    <a:pt x="47734" y="24705"/>
                    <a:pt x="48435" y="22937"/>
                  </a:cubicBezTo>
                  <a:cubicBezTo>
                    <a:pt x="49169" y="21202"/>
                    <a:pt x="52071" y="21202"/>
                    <a:pt x="52071" y="21202"/>
                  </a:cubicBezTo>
                  <a:lnTo>
                    <a:pt x="52071" y="20035"/>
                  </a:lnTo>
                  <a:cubicBezTo>
                    <a:pt x="52071" y="18867"/>
                    <a:pt x="52071" y="11929"/>
                    <a:pt x="50203" y="7726"/>
                  </a:cubicBezTo>
                  <a:cubicBezTo>
                    <a:pt x="48453" y="3790"/>
                    <a:pt x="42638" y="0"/>
                    <a:pt x="35359" y="0"/>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5"/>
            <p:cNvSpPr/>
            <p:nvPr/>
          </p:nvSpPr>
          <p:spPr>
            <a:xfrm>
              <a:off x="7882475" y="1887625"/>
              <a:ext cx="420325" cy="412000"/>
            </a:xfrm>
            <a:custGeom>
              <a:avLst/>
              <a:gdLst/>
              <a:ahLst/>
              <a:cxnLst/>
              <a:rect l="l" t="t" r="r" b="b"/>
              <a:pathLst>
                <a:path w="16813" h="16480" extrusionOk="0">
                  <a:moveTo>
                    <a:pt x="16012" y="1"/>
                  </a:moveTo>
                  <a:cubicBezTo>
                    <a:pt x="13510" y="1"/>
                    <a:pt x="11175" y="367"/>
                    <a:pt x="9340" y="1268"/>
                  </a:cubicBezTo>
                  <a:cubicBezTo>
                    <a:pt x="6938" y="2502"/>
                    <a:pt x="8773" y="2202"/>
                    <a:pt x="10541" y="3069"/>
                  </a:cubicBezTo>
                  <a:cubicBezTo>
                    <a:pt x="12342" y="3937"/>
                    <a:pt x="7272" y="4270"/>
                    <a:pt x="3636" y="6072"/>
                  </a:cubicBezTo>
                  <a:cubicBezTo>
                    <a:pt x="0" y="7873"/>
                    <a:pt x="334" y="9507"/>
                    <a:pt x="334" y="9507"/>
                  </a:cubicBezTo>
                  <a:cubicBezTo>
                    <a:pt x="1318" y="10159"/>
                    <a:pt x="2605" y="10274"/>
                    <a:pt x="3811" y="10274"/>
                  </a:cubicBezTo>
                  <a:cubicBezTo>
                    <a:pt x="4468" y="10274"/>
                    <a:pt x="5101" y="10239"/>
                    <a:pt x="5647" y="10239"/>
                  </a:cubicBezTo>
                  <a:cubicBezTo>
                    <a:pt x="6306" y="10239"/>
                    <a:pt x="6840" y="10289"/>
                    <a:pt x="7139" y="10508"/>
                  </a:cubicBezTo>
                  <a:cubicBezTo>
                    <a:pt x="8139" y="11209"/>
                    <a:pt x="7439" y="12943"/>
                    <a:pt x="8306" y="14244"/>
                  </a:cubicBezTo>
                  <a:cubicBezTo>
                    <a:pt x="8977" y="15362"/>
                    <a:pt x="10514" y="16480"/>
                    <a:pt x="11681" y="16480"/>
                  </a:cubicBezTo>
                  <a:cubicBezTo>
                    <a:pt x="11907" y="16480"/>
                    <a:pt x="12119" y="16438"/>
                    <a:pt x="12309" y="16346"/>
                  </a:cubicBezTo>
                  <a:cubicBezTo>
                    <a:pt x="13476" y="15745"/>
                    <a:pt x="12476" y="13444"/>
                    <a:pt x="13176" y="11709"/>
                  </a:cubicBezTo>
                  <a:cubicBezTo>
                    <a:pt x="13877" y="9941"/>
                    <a:pt x="16812" y="9941"/>
                    <a:pt x="16812" y="9941"/>
                  </a:cubicBezTo>
                  <a:lnTo>
                    <a:pt x="16812" y="8774"/>
                  </a:lnTo>
                  <a:cubicBezTo>
                    <a:pt x="16812" y="5838"/>
                    <a:pt x="16545" y="2869"/>
                    <a:pt x="16012" y="1"/>
                  </a:cubicBezTo>
                  <a:close/>
                </a:path>
              </a:pathLst>
            </a:custGeom>
            <a:solidFill>
              <a:srgbClr val="000000">
                <a:alpha val="20130"/>
              </a:srgbClr>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5"/>
            <p:cNvSpPr/>
            <p:nvPr/>
          </p:nvSpPr>
          <p:spPr>
            <a:xfrm>
              <a:off x="8045925" y="2168850"/>
              <a:ext cx="169300" cy="199975"/>
            </a:xfrm>
            <a:custGeom>
              <a:avLst/>
              <a:gdLst/>
              <a:ahLst/>
              <a:cxnLst/>
              <a:rect l="l" t="t" r="r" b="b"/>
              <a:pathLst>
                <a:path w="6772" h="7999" extrusionOk="0">
                  <a:moveTo>
                    <a:pt x="6632" y="0"/>
                  </a:moveTo>
                  <a:cubicBezTo>
                    <a:pt x="6502" y="0"/>
                    <a:pt x="6369" y="62"/>
                    <a:pt x="6271" y="160"/>
                  </a:cubicBezTo>
                  <a:lnTo>
                    <a:pt x="167" y="7265"/>
                  </a:lnTo>
                  <a:cubicBezTo>
                    <a:pt x="0" y="7465"/>
                    <a:pt x="67" y="7698"/>
                    <a:pt x="234" y="7865"/>
                  </a:cubicBezTo>
                  <a:cubicBezTo>
                    <a:pt x="300" y="7965"/>
                    <a:pt x="367" y="7999"/>
                    <a:pt x="501" y="7999"/>
                  </a:cubicBezTo>
                  <a:cubicBezTo>
                    <a:pt x="634" y="7999"/>
                    <a:pt x="767" y="7965"/>
                    <a:pt x="834" y="7832"/>
                  </a:cubicBezTo>
                  <a:lnTo>
                    <a:pt x="6305" y="1461"/>
                  </a:lnTo>
                  <a:cubicBezTo>
                    <a:pt x="6338" y="994"/>
                    <a:pt x="6505" y="493"/>
                    <a:pt x="6772" y="26"/>
                  </a:cubicBezTo>
                  <a:cubicBezTo>
                    <a:pt x="6727" y="8"/>
                    <a:pt x="6680" y="0"/>
                    <a:pt x="6632"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5"/>
            <p:cNvSpPr/>
            <p:nvPr/>
          </p:nvSpPr>
          <p:spPr>
            <a:xfrm>
              <a:off x="7620625" y="2706900"/>
              <a:ext cx="523725" cy="499300"/>
            </a:xfrm>
            <a:custGeom>
              <a:avLst/>
              <a:gdLst/>
              <a:ahLst/>
              <a:cxnLst/>
              <a:rect l="l" t="t" r="r" b="b"/>
              <a:pathLst>
                <a:path w="20949" h="19972" extrusionOk="0">
                  <a:moveTo>
                    <a:pt x="12534" y="1"/>
                  </a:moveTo>
                  <a:cubicBezTo>
                    <a:pt x="9597" y="1"/>
                    <a:pt x="6425" y="529"/>
                    <a:pt x="5504" y="1187"/>
                  </a:cubicBezTo>
                  <a:cubicBezTo>
                    <a:pt x="5504" y="1187"/>
                    <a:pt x="1835" y="3956"/>
                    <a:pt x="0" y="5223"/>
                  </a:cubicBezTo>
                  <a:cubicBezTo>
                    <a:pt x="300" y="6458"/>
                    <a:pt x="434" y="7692"/>
                    <a:pt x="334" y="8959"/>
                  </a:cubicBezTo>
                  <a:cubicBezTo>
                    <a:pt x="33" y="12395"/>
                    <a:pt x="33" y="16632"/>
                    <a:pt x="2368" y="18666"/>
                  </a:cubicBezTo>
                  <a:cubicBezTo>
                    <a:pt x="3333" y="19507"/>
                    <a:pt x="4980" y="19972"/>
                    <a:pt x="6920" y="19972"/>
                  </a:cubicBezTo>
                  <a:cubicBezTo>
                    <a:pt x="9677" y="19972"/>
                    <a:pt x="13025" y="19033"/>
                    <a:pt x="15845" y="16898"/>
                  </a:cubicBezTo>
                  <a:cubicBezTo>
                    <a:pt x="20648" y="13296"/>
                    <a:pt x="20948" y="5791"/>
                    <a:pt x="20948" y="5791"/>
                  </a:cubicBezTo>
                  <a:cubicBezTo>
                    <a:pt x="20948" y="5791"/>
                    <a:pt x="19614" y="1487"/>
                    <a:pt x="16579" y="487"/>
                  </a:cubicBezTo>
                  <a:cubicBezTo>
                    <a:pt x="15528" y="144"/>
                    <a:pt x="14063" y="1"/>
                    <a:pt x="12534" y="1"/>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5"/>
            <p:cNvSpPr/>
            <p:nvPr/>
          </p:nvSpPr>
          <p:spPr>
            <a:xfrm>
              <a:off x="7701500" y="2743025"/>
              <a:ext cx="247700" cy="146175"/>
            </a:xfrm>
            <a:custGeom>
              <a:avLst/>
              <a:gdLst/>
              <a:ahLst/>
              <a:cxnLst/>
              <a:rect l="l" t="t" r="r" b="b"/>
              <a:pathLst>
                <a:path w="9908" h="5847" extrusionOk="0">
                  <a:moveTo>
                    <a:pt x="5286" y="1"/>
                  </a:moveTo>
                  <a:cubicBezTo>
                    <a:pt x="4821" y="1"/>
                    <a:pt x="4354" y="42"/>
                    <a:pt x="3903" y="142"/>
                  </a:cubicBezTo>
                  <a:cubicBezTo>
                    <a:pt x="1202" y="710"/>
                    <a:pt x="1" y="3812"/>
                    <a:pt x="1" y="3812"/>
                  </a:cubicBezTo>
                  <a:cubicBezTo>
                    <a:pt x="1" y="3812"/>
                    <a:pt x="901" y="5847"/>
                    <a:pt x="4837" y="5847"/>
                  </a:cubicBezTo>
                  <a:cubicBezTo>
                    <a:pt x="8740" y="5847"/>
                    <a:pt x="9908" y="1043"/>
                    <a:pt x="9908" y="1043"/>
                  </a:cubicBezTo>
                  <a:cubicBezTo>
                    <a:pt x="9908" y="1043"/>
                    <a:pt x="7614" y="1"/>
                    <a:pt x="5286" y="1"/>
                  </a:cubicBezTo>
                  <a:close/>
                </a:path>
              </a:pathLst>
            </a:custGeom>
            <a:solidFill>
              <a:srgbClr val="FFFFFF"/>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5"/>
            <p:cNvSpPr/>
            <p:nvPr/>
          </p:nvSpPr>
          <p:spPr>
            <a:xfrm>
              <a:off x="7524700" y="2402675"/>
              <a:ext cx="52575" cy="73625"/>
            </a:xfrm>
            <a:custGeom>
              <a:avLst/>
              <a:gdLst/>
              <a:ahLst/>
              <a:cxnLst/>
              <a:rect l="l" t="t" r="r" b="b"/>
              <a:pathLst>
                <a:path w="2103" h="2945" extrusionOk="0">
                  <a:moveTo>
                    <a:pt x="673" y="1"/>
                  </a:moveTo>
                  <a:cubicBezTo>
                    <a:pt x="637" y="1"/>
                    <a:pt x="602" y="5"/>
                    <a:pt x="568" y="13"/>
                  </a:cubicBezTo>
                  <a:cubicBezTo>
                    <a:pt x="134" y="147"/>
                    <a:pt x="1" y="947"/>
                    <a:pt x="301" y="1748"/>
                  </a:cubicBezTo>
                  <a:cubicBezTo>
                    <a:pt x="566" y="2424"/>
                    <a:pt x="1012" y="2945"/>
                    <a:pt x="1411" y="2945"/>
                  </a:cubicBezTo>
                  <a:cubicBezTo>
                    <a:pt x="1464" y="2945"/>
                    <a:pt x="1517" y="2935"/>
                    <a:pt x="1569" y="2915"/>
                  </a:cubicBezTo>
                  <a:cubicBezTo>
                    <a:pt x="1969" y="2749"/>
                    <a:pt x="2102" y="1981"/>
                    <a:pt x="1802" y="1181"/>
                  </a:cubicBezTo>
                  <a:cubicBezTo>
                    <a:pt x="1528" y="479"/>
                    <a:pt x="1058" y="1"/>
                    <a:pt x="67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5"/>
            <p:cNvSpPr/>
            <p:nvPr/>
          </p:nvSpPr>
          <p:spPr>
            <a:xfrm>
              <a:off x="7775725" y="2346325"/>
              <a:ext cx="52550" cy="73300"/>
            </a:xfrm>
            <a:custGeom>
              <a:avLst/>
              <a:gdLst/>
              <a:ahLst/>
              <a:cxnLst/>
              <a:rect l="l" t="t" r="r" b="b"/>
              <a:pathLst>
                <a:path w="2102" h="2932" extrusionOk="0">
                  <a:moveTo>
                    <a:pt x="731" y="0"/>
                  </a:moveTo>
                  <a:cubicBezTo>
                    <a:pt x="674" y="0"/>
                    <a:pt x="619" y="11"/>
                    <a:pt x="568" y="32"/>
                  </a:cubicBezTo>
                  <a:cubicBezTo>
                    <a:pt x="134" y="199"/>
                    <a:pt x="0" y="933"/>
                    <a:pt x="301" y="1734"/>
                  </a:cubicBezTo>
                  <a:cubicBezTo>
                    <a:pt x="564" y="2435"/>
                    <a:pt x="1006" y="2932"/>
                    <a:pt x="1403" y="2932"/>
                  </a:cubicBezTo>
                  <a:cubicBezTo>
                    <a:pt x="1459" y="2932"/>
                    <a:pt x="1515" y="2922"/>
                    <a:pt x="1568" y="2901"/>
                  </a:cubicBezTo>
                  <a:cubicBezTo>
                    <a:pt x="1969" y="2734"/>
                    <a:pt x="2102" y="2000"/>
                    <a:pt x="1802" y="1200"/>
                  </a:cubicBezTo>
                  <a:cubicBezTo>
                    <a:pt x="1598" y="474"/>
                    <a:pt x="1117" y="0"/>
                    <a:pt x="73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5"/>
            <p:cNvSpPr/>
            <p:nvPr/>
          </p:nvSpPr>
          <p:spPr>
            <a:xfrm>
              <a:off x="7349575" y="2357125"/>
              <a:ext cx="731400" cy="304425"/>
            </a:xfrm>
            <a:custGeom>
              <a:avLst/>
              <a:gdLst/>
              <a:ahLst/>
              <a:cxnLst/>
              <a:rect l="l" t="t" r="r" b="b"/>
              <a:pathLst>
                <a:path w="29256" h="12177" fill="none" extrusionOk="0">
                  <a:moveTo>
                    <a:pt x="1" y="5505"/>
                  </a:moveTo>
                  <a:lnTo>
                    <a:pt x="28355" y="1"/>
                  </a:lnTo>
                  <a:cubicBezTo>
                    <a:pt x="28355" y="1"/>
                    <a:pt x="29255" y="5104"/>
                    <a:pt x="27654" y="6238"/>
                  </a:cubicBezTo>
                  <a:cubicBezTo>
                    <a:pt x="26053" y="7339"/>
                    <a:pt x="19682" y="8273"/>
                    <a:pt x="17947" y="8106"/>
                  </a:cubicBezTo>
                  <a:cubicBezTo>
                    <a:pt x="16179" y="7940"/>
                    <a:pt x="14178" y="3937"/>
                    <a:pt x="14178" y="3937"/>
                  </a:cubicBezTo>
                  <a:lnTo>
                    <a:pt x="12310" y="4337"/>
                  </a:lnTo>
                  <a:cubicBezTo>
                    <a:pt x="12310" y="5238"/>
                    <a:pt x="12343" y="6105"/>
                    <a:pt x="12443" y="6939"/>
                  </a:cubicBezTo>
                  <a:cubicBezTo>
                    <a:pt x="12510" y="7606"/>
                    <a:pt x="12543" y="8273"/>
                    <a:pt x="12543" y="8974"/>
                  </a:cubicBezTo>
                  <a:lnTo>
                    <a:pt x="12543" y="9141"/>
                  </a:lnTo>
                  <a:cubicBezTo>
                    <a:pt x="11209" y="9974"/>
                    <a:pt x="9775" y="10508"/>
                    <a:pt x="8207" y="10742"/>
                  </a:cubicBezTo>
                  <a:cubicBezTo>
                    <a:pt x="5505" y="11175"/>
                    <a:pt x="2036" y="12176"/>
                    <a:pt x="1" y="5505"/>
                  </a:cubicBezTo>
                  <a:close/>
                </a:path>
              </a:pathLst>
            </a:custGeom>
            <a:solidFill>
              <a:schemeClr val="lt2"/>
            </a:solidFill>
            <a:ln w="2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5"/>
            <p:cNvSpPr/>
            <p:nvPr/>
          </p:nvSpPr>
          <p:spPr>
            <a:xfrm>
              <a:off x="7653125" y="2443025"/>
              <a:ext cx="4200" cy="24200"/>
            </a:xfrm>
            <a:custGeom>
              <a:avLst/>
              <a:gdLst/>
              <a:ahLst/>
              <a:cxnLst/>
              <a:rect l="l" t="t" r="r" b="b"/>
              <a:pathLst>
                <a:path w="168" h="968" fill="none" extrusionOk="0">
                  <a:moveTo>
                    <a:pt x="168" y="968"/>
                  </a:moveTo>
                  <a:lnTo>
                    <a:pt x="1" y="0"/>
                  </a:lnTo>
                </a:path>
              </a:pathLst>
            </a:custGeom>
            <a:noFill/>
            <a:ln w="2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5"/>
            <p:cNvSpPr/>
            <p:nvPr/>
          </p:nvSpPr>
          <p:spPr>
            <a:xfrm>
              <a:off x="7697325" y="2432175"/>
              <a:ext cx="8375" cy="24225"/>
            </a:xfrm>
            <a:custGeom>
              <a:avLst/>
              <a:gdLst/>
              <a:ahLst/>
              <a:cxnLst/>
              <a:rect l="l" t="t" r="r" b="b"/>
              <a:pathLst>
                <a:path w="335" h="969" fill="none" extrusionOk="0">
                  <a:moveTo>
                    <a:pt x="334" y="968"/>
                  </a:moveTo>
                  <a:lnTo>
                    <a:pt x="1" y="1"/>
                  </a:lnTo>
                </a:path>
              </a:pathLst>
            </a:custGeom>
            <a:noFill/>
            <a:ln w="2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5"/>
            <p:cNvSpPr/>
            <p:nvPr/>
          </p:nvSpPr>
          <p:spPr>
            <a:xfrm>
              <a:off x="7337075" y="2387975"/>
              <a:ext cx="84250" cy="119275"/>
            </a:xfrm>
            <a:custGeom>
              <a:avLst/>
              <a:gdLst/>
              <a:ahLst/>
              <a:cxnLst/>
              <a:rect l="l" t="t" r="r" b="b"/>
              <a:pathLst>
                <a:path w="3370" h="4771" extrusionOk="0">
                  <a:moveTo>
                    <a:pt x="2903" y="1"/>
                  </a:moveTo>
                  <a:cubicBezTo>
                    <a:pt x="2803" y="34"/>
                    <a:pt x="2769" y="68"/>
                    <a:pt x="2736" y="168"/>
                  </a:cubicBezTo>
                  <a:lnTo>
                    <a:pt x="134" y="4070"/>
                  </a:lnTo>
                  <a:cubicBezTo>
                    <a:pt x="1" y="4271"/>
                    <a:pt x="34" y="4571"/>
                    <a:pt x="267" y="4704"/>
                  </a:cubicBezTo>
                  <a:cubicBezTo>
                    <a:pt x="334" y="4738"/>
                    <a:pt x="434" y="4771"/>
                    <a:pt x="501" y="4771"/>
                  </a:cubicBezTo>
                  <a:cubicBezTo>
                    <a:pt x="668" y="4771"/>
                    <a:pt x="801" y="4704"/>
                    <a:pt x="868" y="4571"/>
                  </a:cubicBezTo>
                  <a:lnTo>
                    <a:pt x="3370" y="735"/>
                  </a:lnTo>
                  <a:lnTo>
                    <a:pt x="2903" y="1"/>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5"/>
            <p:cNvSpPr/>
            <p:nvPr/>
          </p:nvSpPr>
          <p:spPr>
            <a:xfrm>
              <a:off x="7663975" y="2483875"/>
              <a:ext cx="226025" cy="239375"/>
            </a:xfrm>
            <a:custGeom>
              <a:avLst/>
              <a:gdLst/>
              <a:ahLst/>
              <a:cxnLst/>
              <a:rect l="l" t="t" r="r" b="b"/>
              <a:pathLst>
                <a:path w="9041" h="9575" fill="none" extrusionOk="0">
                  <a:moveTo>
                    <a:pt x="1" y="1"/>
                  </a:moveTo>
                  <a:cubicBezTo>
                    <a:pt x="1" y="1"/>
                    <a:pt x="434" y="6572"/>
                    <a:pt x="1201" y="8073"/>
                  </a:cubicBezTo>
                  <a:cubicBezTo>
                    <a:pt x="1935" y="9574"/>
                    <a:pt x="8106" y="8073"/>
                    <a:pt x="8573" y="7039"/>
                  </a:cubicBezTo>
                  <a:cubicBezTo>
                    <a:pt x="9040" y="6005"/>
                    <a:pt x="8106" y="4771"/>
                    <a:pt x="8106" y="4771"/>
                  </a:cubicBezTo>
                  <a:lnTo>
                    <a:pt x="6605" y="4771"/>
                  </a:ln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5"/>
            <p:cNvSpPr/>
            <p:nvPr/>
          </p:nvSpPr>
          <p:spPr>
            <a:xfrm>
              <a:off x="7423800" y="2300250"/>
              <a:ext cx="153550" cy="97775"/>
            </a:xfrm>
            <a:custGeom>
              <a:avLst/>
              <a:gdLst/>
              <a:ahLst/>
              <a:cxnLst/>
              <a:rect l="l" t="t" r="r" b="b"/>
              <a:pathLst>
                <a:path w="6142" h="3911" extrusionOk="0">
                  <a:moveTo>
                    <a:pt x="3135" y="1"/>
                  </a:moveTo>
                  <a:cubicBezTo>
                    <a:pt x="2681" y="1"/>
                    <a:pt x="2222" y="106"/>
                    <a:pt x="1802" y="374"/>
                  </a:cubicBezTo>
                  <a:cubicBezTo>
                    <a:pt x="201" y="1375"/>
                    <a:pt x="1" y="3910"/>
                    <a:pt x="434" y="3910"/>
                  </a:cubicBezTo>
                  <a:cubicBezTo>
                    <a:pt x="835" y="3910"/>
                    <a:pt x="1635" y="2442"/>
                    <a:pt x="3003" y="1742"/>
                  </a:cubicBezTo>
                  <a:cubicBezTo>
                    <a:pt x="3370" y="1587"/>
                    <a:pt x="3761" y="1509"/>
                    <a:pt x="4150" y="1509"/>
                  </a:cubicBezTo>
                  <a:cubicBezTo>
                    <a:pt x="4681" y="1509"/>
                    <a:pt x="5210" y="1653"/>
                    <a:pt x="5671" y="1942"/>
                  </a:cubicBezTo>
                  <a:cubicBezTo>
                    <a:pt x="5735" y="1983"/>
                    <a:pt x="5793" y="2001"/>
                    <a:pt x="5843" y="2001"/>
                  </a:cubicBezTo>
                  <a:cubicBezTo>
                    <a:pt x="6080" y="2001"/>
                    <a:pt x="6141" y="1588"/>
                    <a:pt x="5838" y="1175"/>
                  </a:cubicBezTo>
                  <a:cubicBezTo>
                    <a:pt x="5570" y="784"/>
                    <a:pt x="4372" y="1"/>
                    <a:pt x="3135" y="1"/>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5"/>
            <p:cNvSpPr/>
            <p:nvPr/>
          </p:nvSpPr>
          <p:spPr>
            <a:xfrm>
              <a:off x="7697325" y="2193325"/>
              <a:ext cx="163950" cy="73925"/>
            </a:xfrm>
            <a:custGeom>
              <a:avLst/>
              <a:gdLst/>
              <a:ahLst/>
              <a:cxnLst/>
              <a:rect l="l" t="t" r="r" b="b"/>
              <a:pathLst>
                <a:path w="6558" h="2957" extrusionOk="0">
                  <a:moveTo>
                    <a:pt x="3347" y="1"/>
                  </a:moveTo>
                  <a:cubicBezTo>
                    <a:pt x="3191" y="1"/>
                    <a:pt x="3031" y="16"/>
                    <a:pt x="2870" y="48"/>
                  </a:cubicBezTo>
                  <a:cubicBezTo>
                    <a:pt x="1035" y="448"/>
                    <a:pt x="1" y="2817"/>
                    <a:pt x="368" y="2950"/>
                  </a:cubicBezTo>
                  <a:cubicBezTo>
                    <a:pt x="384" y="2954"/>
                    <a:pt x="401" y="2957"/>
                    <a:pt x="420" y="2957"/>
                  </a:cubicBezTo>
                  <a:cubicBezTo>
                    <a:pt x="839" y="2957"/>
                    <a:pt x="2003" y="1939"/>
                    <a:pt x="3503" y="1716"/>
                  </a:cubicBezTo>
                  <a:cubicBezTo>
                    <a:pt x="3571" y="1711"/>
                    <a:pt x="3638" y="1709"/>
                    <a:pt x="3705" y="1709"/>
                  </a:cubicBezTo>
                  <a:cubicBezTo>
                    <a:pt x="4570" y="1709"/>
                    <a:pt x="5412" y="2105"/>
                    <a:pt x="5938" y="2817"/>
                  </a:cubicBezTo>
                  <a:cubicBezTo>
                    <a:pt x="6011" y="2897"/>
                    <a:pt x="6087" y="2933"/>
                    <a:pt x="6159" y="2933"/>
                  </a:cubicBezTo>
                  <a:cubicBezTo>
                    <a:pt x="6383" y="2933"/>
                    <a:pt x="6557" y="2580"/>
                    <a:pt x="6405" y="2150"/>
                  </a:cubicBezTo>
                  <a:cubicBezTo>
                    <a:pt x="6223" y="1602"/>
                    <a:pt x="4959" y="1"/>
                    <a:pt x="3347" y="1"/>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5"/>
            <p:cNvSpPr/>
            <p:nvPr/>
          </p:nvSpPr>
          <p:spPr>
            <a:xfrm>
              <a:off x="7536375" y="2455525"/>
              <a:ext cx="93425" cy="59250"/>
            </a:xfrm>
            <a:custGeom>
              <a:avLst/>
              <a:gdLst/>
              <a:ahLst/>
              <a:cxnLst/>
              <a:rect l="l" t="t" r="r" b="b"/>
              <a:pathLst>
                <a:path w="3737" h="2370" fill="none" extrusionOk="0">
                  <a:moveTo>
                    <a:pt x="1" y="2369"/>
                  </a:moveTo>
                  <a:cubicBezTo>
                    <a:pt x="1" y="2369"/>
                    <a:pt x="2369" y="1669"/>
                    <a:pt x="3737" y="1"/>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5"/>
            <p:cNvSpPr/>
            <p:nvPr/>
          </p:nvSpPr>
          <p:spPr>
            <a:xfrm>
              <a:off x="7758200" y="2428025"/>
              <a:ext cx="114275" cy="22525"/>
            </a:xfrm>
            <a:custGeom>
              <a:avLst/>
              <a:gdLst/>
              <a:ahLst/>
              <a:cxnLst/>
              <a:rect l="l" t="t" r="r" b="b"/>
              <a:pathLst>
                <a:path w="4571" h="901" fill="none" extrusionOk="0">
                  <a:moveTo>
                    <a:pt x="1" y="0"/>
                  </a:moveTo>
                  <a:cubicBezTo>
                    <a:pt x="1" y="0"/>
                    <a:pt x="1469" y="901"/>
                    <a:pt x="4571" y="600"/>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5"/>
            <p:cNvSpPr/>
            <p:nvPr/>
          </p:nvSpPr>
          <p:spPr>
            <a:xfrm>
              <a:off x="7540550" y="2659000"/>
              <a:ext cx="583000" cy="185550"/>
            </a:xfrm>
            <a:custGeom>
              <a:avLst/>
              <a:gdLst/>
              <a:ahLst/>
              <a:cxnLst/>
              <a:rect l="l" t="t" r="r" b="b"/>
              <a:pathLst>
                <a:path w="23320" h="7422" extrusionOk="0">
                  <a:moveTo>
                    <a:pt x="13510" y="1"/>
                  </a:moveTo>
                  <a:cubicBezTo>
                    <a:pt x="13510" y="1"/>
                    <a:pt x="12476" y="768"/>
                    <a:pt x="10108" y="1369"/>
                  </a:cubicBezTo>
                  <a:cubicBezTo>
                    <a:pt x="9457" y="1540"/>
                    <a:pt x="8897" y="1604"/>
                    <a:pt x="8418" y="1604"/>
                  </a:cubicBezTo>
                  <a:cubicBezTo>
                    <a:pt x="7130" y="1604"/>
                    <a:pt x="6430" y="1141"/>
                    <a:pt x="6138" y="1068"/>
                  </a:cubicBezTo>
                  <a:cubicBezTo>
                    <a:pt x="5171" y="2203"/>
                    <a:pt x="4137" y="3237"/>
                    <a:pt x="2970" y="4171"/>
                  </a:cubicBezTo>
                  <a:cubicBezTo>
                    <a:pt x="1602" y="5171"/>
                    <a:pt x="1" y="5238"/>
                    <a:pt x="101" y="5939"/>
                  </a:cubicBezTo>
                  <a:cubicBezTo>
                    <a:pt x="152" y="6497"/>
                    <a:pt x="2228" y="7421"/>
                    <a:pt x="4408" y="7421"/>
                  </a:cubicBezTo>
                  <a:cubicBezTo>
                    <a:pt x="5095" y="7421"/>
                    <a:pt x="5792" y="7330"/>
                    <a:pt x="6439" y="7106"/>
                  </a:cubicBezTo>
                  <a:cubicBezTo>
                    <a:pt x="9107" y="6205"/>
                    <a:pt x="10175" y="4871"/>
                    <a:pt x="10175" y="4871"/>
                  </a:cubicBezTo>
                  <a:cubicBezTo>
                    <a:pt x="11541" y="5986"/>
                    <a:pt x="13257" y="6612"/>
                    <a:pt x="14991" y="6612"/>
                  </a:cubicBezTo>
                  <a:cubicBezTo>
                    <a:pt x="15332" y="6612"/>
                    <a:pt x="15673" y="6588"/>
                    <a:pt x="16012" y="6539"/>
                  </a:cubicBezTo>
                  <a:cubicBezTo>
                    <a:pt x="19481" y="6039"/>
                    <a:pt x="22817" y="2203"/>
                    <a:pt x="23217" y="1269"/>
                  </a:cubicBezTo>
                  <a:cubicBezTo>
                    <a:pt x="23313" y="1062"/>
                    <a:pt x="23319" y="988"/>
                    <a:pt x="23234" y="988"/>
                  </a:cubicBezTo>
                  <a:cubicBezTo>
                    <a:pt x="23015" y="988"/>
                    <a:pt x="22193" y="1475"/>
                    <a:pt x="20715" y="1475"/>
                  </a:cubicBezTo>
                  <a:cubicBezTo>
                    <a:pt x="20345" y="1475"/>
                    <a:pt x="19934" y="1445"/>
                    <a:pt x="19481" y="1369"/>
                  </a:cubicBezTo>
                  <a:cubicBezTo>
                    <a:pt x="17480" y="1035"/>
                    <a:pt x="15478" y="535"/>
                    <a:pt x="13510" y="1"/>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5"/>
            <p:cNvSpPr/>
            <p:nvPr/>
          </p:nvSpPr>
          <p:spPr>
            <a:xfrm>
              <a:off x="7635625" y="2065250"/>
              <a:ext cx="157625" cy="95925"/>
            </a:xfrm>
            <a:custGeom>
              <a:avLst/>
              <a:gdLst/>
              <a:ahLst/>
              <a:cxnLst/>
              <a:rect l="l" t="t" r="r" b="b"/>
              <a:pathLst>
                <a:path w="6305" h="3837" fill="none" extrusionOk="0">
                  <a:moveTo>
                    <a:pt x="0" y="3837"/>
                  </a:moveTo>
                  <a:cubicBezTo>
                    <a:pt x="0" y="3837"/>
                    <a:pt x="2836" y="1"/>
                    <a:pt x="6305" y="2069"/>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5"/>
            <p:cNvSpPr/>
            <p:nvPr/>
          </p:nvSpPr>
          <p:spPr>
            <a:xfrm>
              <a:off x="6936800" y="4194350"/>
              <a:ext cx="593775" cy="277675"/>
            </a:xfrm>
            <a:custGeom>
              <a:avLst/>
              <a:gdLst/>
              <a:ahLst/>
              <a:cxnLst/>
              <a:rect l="l" t="t" r="r" b="b"/>
              <a:pathLst>
                <a:path w="23751" h="11107" extrusionOk="0">
                  <a:moveTo>
                    <a:pt x="13969" y="0"/>
                  </a:moveTo>
                  <a:cubicBezTo>
                    <a:pt x="13462" y="0"/>
                    <a:pt x="13001" y="72"/>
                    <a:pt x="12609" y="231"/>
                  </a:cubicBezTo>
                  <a:cubicBezTo>
                    <a:pt x="10908" y="898"/>
                    <a:pt x="9140" y="1465"/>
                    <a:pt x="7405" y="1832"/>
                  </a:cubicBezTo>
                  <a:cubicBezTo>
                    <a:pt x="7405" y="1832"/>
                    <a:pt x="7292" y="1841"/>
                    <a:pt x="7097" y="1841"/>
                  </a:cubicBezTo>
                  <a:cubicBezTo>
                    <a:pt x="6417" y="1841"/>
                    <a:pt x="4748" y="1740"/>
                    <a:pt x="3503" y="832"/>
                  </a:cubicBezTo>
                  <a:cubicBezTo>
                    <a:pt x="2978" y="441"/>
                    <a:pt x="2450" y="278"/>
                    <a:pt x="1973" y="278"/>
                  </a:cubicBezTo>
                  <a:cubicBezTo>
                    <a:pt x="1024" y="278"/>
                    <a:pt x="278" y="922"/>
                    <a:pt x="167" y="1699"/>
                  </a:cubicBezTo>
                  <a:cubicBezTo>
                    <a:pt x="0" y="2866"/>
                    <a:pt x="1468" y="5035"/>
                    <a:pt x="3236" y="5735"/>
                  </a:cubicBezTo>
                  <a:cubicBezTo>
                    <a:pt x="4970" y="6469"/>
                    <a:pt x="9273" y="6335"/>
                    <a:pt x="10308" y="6469"/>
                  </a:cubicBezTo>
                  <a:cubicBezTo>
                    <a:pt x="11342" y="6569"/>
                    <a:pt x="12909" y="9037"/>
                    <a:pt x="15945" y="10205"/>
                  </a:cubicBezTo>
                  <a:cubicBezTo>
                    <a:pt x="17949" y="10976"/>
                    <a:pt x="20710" y="11107"/>
                    <a:pt x="22355" y="11107"/>
                  </a:cubicBezTo>
                  <a:cubicBezTo>
                    <a:pt x="23200" y="11107"/>
                    <a:pt x="23750" y="11072"/>
                    <a:pt x="23750" y="11072"/>
                  </a:cubicBezTo>
                  <a:cubicBezTo>
                    <a:pt x="23750" y="11072"/>
                    <a:pt x="23617" y="6335"/>
                    <a:pt x="21983" y="4000"/>
                  </a:cubicBezTo>
                  <a:cubicBezTo>
                    <a:pt x="20607" y="2036"/>
                    <a:pt x="16658" y="0"/>
                    <a:pt x="13969"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5"/>
            <p:cNvSpPr/>
            <p:nvPr/>
          </p:nvSpPr>
          <p:spPr>
            <a:xfrm>
              <a:off x="7031850" y="4160625"/>
              <a:ext cx="186950" cy="349375"/>
            </a:xfrm>
            <a:custGeom>
              <a:avLst/>
              <a:gdLst/>
              <a:ahLst/>
              <a:cxnLst/>
              <a:rect l="l" t="t" r="r" b="b"/>
              <a:pathLst>
                <a:path w="7478" h="13975" extrusionOk="0">
                  <a:moveTo>
                    <a:pt x="6587" y="0"/>
                  </a:moveTo>
                  <a:cubicBezTo>
                    <a:pt x="6560" y="0"/>
                    <a:pt x="6532" y="4"/>
                    <a:pt x="6506" y="12"/>
                  </a:cubicBezTo>
                  <a:cubicBezTo>
                    <a:pt x="6506" y="12"/>
                    <a:pt x="4638" y="179"/>
                    <a:pt x="3770" y="1313"/>
                  </a:cubicBezTo>
                  <a:cubicBezTo>
                    <a:pt x="2870" y="2414"/>
                    <a:pt x="1" y="8819"/>
                    <a:pt x="1" y="10687"/>
                  </a:cubicBezTo>
                  <a:cubicBezTo>
                    <a:pt x="1" y="12229"/>
                    <a:pt x="683" y="13975"/>
                    <a:pt x="1352" y="13975"/>
                  </a:cubicBezTo>
                  <a:cubicBezTo>
                    <a:pt x="1494" y="13975"/>
                    <a:pt x="1635" y="13897"/>
                    <a:pt x="1769" y="13722"/>
                  </a:cubicBezTo>
                  <a:cubicBezTo>
                    <a:pt x="2469" y="12721"/>
                    <a:pt x="2603" y="9386"/>
                    <a:pt x="3170" y="7818"/>
                  </a:cubicBezTo>
                  <a:cubicBezTo>
                    <a:pt x="3770" y="6217"/>
                    <a:pt x="6639" y="1480"/>
                    <a:pt x="7039" y="1180"/>
                  </a:cubicBezTo>
                  <a:cubicBezTo>
                    <a:pt x="7477" y="898"/>
                    <a:pt x="7005" y="0"/>
                    <a:pt x="6587"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5"/>
            <p:cNvSpPr/>
            <p:nvPr/>
          </p:nvSpPr>
          <p:spPr>
            <a:xfrm>
              <a:off x="7136975" y="4121475"/>
              <a:ext cx="161775" cy="440650"/>
            </a:xfrm>
            <a:custGeom>
              <a:avLst/>
              <a:gdLst/>
              <a:ahLst/>
              <a:cxnLst/>
              <a:rect l="l" t="t" r="r" b="b"/>
              <a:pathLst>
                <a:path w="6471" h="17626" extrusionOk="0">
                  <a:moveTo>
                    <a:pt x="3717" y="1"/>
                  </a:moveTo>
                  <a:cubicBezTo>
                    <a:pt x="3455" y="1"/>
                    <a:pt x="3210" y="42"/>
                    <a:pt x="3001" y="144"/>
                  </a:cubicBezTo>
                  <a:cubicBezTo>
                    <a:pt x="1834" y="744"/>
                    <a:pt x="266" y="7082"/>
                    <a:pt x="132" y="8950"/>
                  </a:cubicBezTo>
                  <a:cubicBezTo>
                    <a:pt x="0" y="10801"/>
                    <a:pt x="555" y="17625"/>
                    <a:pt x="2251" y="17625"/>
                  </a:cubicBezTo>
                  <a:cubicBezTo>
                    <a:pt x="2268" y="17625"/>
                    <a:pt x="2284" y="17624"/>
                    <a:pt x="2301" y="17623"/>
                  </a:cubicBezTo>
                  <a:cubicBezTo>
                    <a:pt x="4068" y="17456"/>
                    <a:pt x="3134" y="13153"/>
                    <a:pt x="3134" y="10285"/>
                  </a:cubicBezTo>
                  <a:cubicBezTo>
                    <a:pt x="3134" y="7416"/>
                    <a:pt x="6003" y="3213"/>
                    <a:pt x="6003" y="3213"/>
                  </a:cubicBezTo>
                  <a:lnTo>
                    <a:pt x="6470" y="878"/>
                  </a:lnTo>
                  <a:cubicBezTo>
                    <a:pt x="6470" y="878"/>
                    <a:pt x="4919" y="1"/>
                    <a:pt x="3717" y="1"/>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5"/>
            <p:cNvSpPr/>
            <p:nvPr/>
          </p:nvSpPr>
          <p:spPr>
            <a:xfrm>
              <a:off x="7180300" y="4110400"/>
              <a:ext cx="2023975" cy="596000"/>
            </a:xfrm>
            <a:custGeom>
              <a:avLst/>
              <a:gdLst/>
              <a:ahLst/>
              <a:cxnLst/>
              <a:rect l="l" t="t" r="r" b="b"/>
              <a:pathLst>
                <a:path w="80959" h="23840" extrusionOk="0">
                  <a:moveTo>
                    <a:pt x="5750" y="1"/>
                  </a:moveTo>
                  <a:cubicBezTo>
                    <a:pt x="4942" y="1"/>
                    <a:pt x="4293" y="330"/>
                    <a:pt x="3736" y="887"/>
                  </a:cubicBezTo>
                  <a:cubicBezTo>
                    <a:pt x="2569" y="2055"/>
                    <a:pt x="0" y="9560"/>
                    <a:pt x="167" y="10694"/>
                  </a:cubicBezTo>
                  <a:cubicBezTo>
                    <a:pt x="334" y="11795"/>
                    <a:pt x="868" y="17032"/>
                    <a:pt x="1868" y="17499"/>
                  </a:cubicBezTo>
                  <a:cubicBezTo>
                    <a:pt x="2038" y="17567"/>
                    <a:pt x="2187" y="17599"/>
                    <a:pt x="2318" y="17599"/>
                  </a:cubicBezTo>
                  <a:cubicBezTo>
                    <a:pt x="2962" y="17599"/>
                    <a:pt x="3169" y="16817"/>
                    <a:pt x="3169" y="15598"/>
                  </a:cubicBezTo>
                  <a:cubicBezTo>
                    <a:pt x="3169" y="14163"/>
                    <a:pt x="2869" y="9260"/>
                    <a:pt x="2869" y="9260"/>
                  </a:cubicBezTo>
                  <a:lnTo>
                    <a:pt x="6739" y="5824"/>
                  </a:lnTo>
                  <a:cubicBezTo>
                    <a:pt x="6739" y="5824"/>
                    <a:pt x="12076" y="15498"/>
                    <a:pt x="16112" y="16365"/>
                  </a:cubicBezTo>
                  <a:cubicBezTo>
                    <a:pt x="17279" y="16632"/>
                    <a:pt x="18472" y="16765"/>
                    <a:pt x="19664" y="16765"/>
                  </a:cubicBezTo>
                  <a:cubicBezTo>
                    <a:pt x="20857" y="16765"/>
                    <a:pt x="22050" y="16632"/>
                    <a:pt x="23217" y="16365"/>
                  </a:cubicBezTo>
                  <a:cubicBezTo>
                    <a:pt x="23217" y="16365"/>
                    <a:pt x="43865" y="23437"/>
                    <a:pt x="56407" y="23570"/>
                  </a:cubicBezTo>
                  <a:cubicBezTo>
                    <a:pt x="61119" y="23620"/>
                    <a:pt x="65261" y="23840"/>
                    <a:pt x="68691" y="23840"/>
                  </a:cubicBezTo>
                  <a:cubicBezTo>
                    <a:pt x="74390" y="23840"/>
                    <a:pt x="78120" y="23233"/>
                    <a:pt x="79224" y="20234"/>
                  </a:cubicBezTo>
                  <a:cubicBezTo>
                    <a:pt x="80958" y="15431"/>
                    <a:pt x="67782" y="4823"/>
                    <a:pt x="66214" y="4223"/>
                  </a:cubicBezTo>
                  <a:cubicBezTo>
                    <a:pt x="65806" y="4058"/>
                    <a:pt x="65279" y="3997"/>
                    <a:pt x="64721" y="3997"/>
                  </a:cubicBezTo>
                  <a:cubicBezTo>
                    <a:pt x="63136" y="3997"/>
                    <a:pt x="61311" y="4490"/>
                    <a:pt x="61311" y="4490"/>
                  </a:cubicBezTo>
                  <a:cubicBezTo>
                    <a:pt x="61311" y="4490"/>
                    <a:pt x="60744" y="6058"/>
                    <a:pt x="51537" y="6925"/>
                  </a:cubicBezTo>
                  <a:cubicBezTo>
                    <a:pt x="42264" y="7825"/>
                    <a:pt x="21616" y="9093"/>
                    <a:pt x="21216" y="9093"/>
                  </a:cubicBezTo>
                  <a:cubicBezTo>
                    <a:pt x="20782" y="9093"/>
                    <a:pt x="11709" y="3055"/>
                    <a:pt x="9074" y="1321"/>
                  </a:cubicBezTo>
                  <a:cubicBezTo>
                    <a:pt x="7713" y="396"/>
                    <a:pt x="6635" y="1"/>
                    <a:pt x="5750" y="1"/>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5"/>
            <p:cNvSpPr/>
            <p:nvPr/>
          </p:nvSpPr>
          <p:spPr>
            <a:xfrm>
              <a:off x="7078575" y="4204100"/>
              <a:ext cx="436150" cy="248500"/>
            </a:xfrm>
            <a:custGeom>
              <a:avLst/>
              <a:gdLst/>
              <a:ahLst/>
              <a:cxnLst/>
              <a:rect l="l" t="t" r="r" b="b"/>
              <a:pathLst>
                <a:path w="17446" h="9940" extrusionOk="0">
                  <a:moveTo>
                    <a:pt x="11769" y="1"/>
                  </a:moveTo>
                  <a:cubicBezTo>
                    <a:pt x="11735" y="1"/>
                    <a:pt x="11704" y="3"/>
                    <a:pt x="11675" y="8"/>
                  </a:cubicBezTo>
                  <a:cubicBezTo>
                    <a:pt x="10674" y="175"/>
                    <a:pt x="7505" y="2310"/>
                    <a:pt x="6171" y="3077"/>
                  </a:cubicBezTo>
                  <a:cubicBezTo>
                    <a:pt x="4837" y="3777"/>
                    <a:pt x="2535" y="5345"/>
                    <a:pt x="1134" y="7413"/>
                  </a:cubicBezTo>
                  <a:cubicBezTo>
                    <a:pt x="1" y="8985"/>
                    <a:pt x="518" y="9939"/>
                    <a:pt x="1151" y="9939"/>
                  </a:cubicBezTo>
                  <a:cubicBezTo>
                    <a:pt x="1337" y="9939"/>
                    <a:pt x="1534" y="9856"/>
                    <a:pt x="1701" y="9681"/>
                  </a:cubicBezTo>
                  <a:cubicBezTo>
                    <a:pt x="2435" y="8981"/>
                    <a:pt x="5037" y="6646"/>
                    <a:pt x="5604" y="6246"/>
                  </a:cubicBezTo>
                  <a:cubicBezTo>
                    <a:pt x="6138" y="5812"/>
                    <a:pt x="10507" y="3777"/>
                    <a:pt x="10507" y="3777"/>
                  </a:cubicBezTo>
                  <a:lnTo>
                    <a:pt x="17446" y="8981"/>
                  </a:lnTo>
                  <a:lnTo>
                    <a:pt x="16011" y="2610"/>
                  </a:lnTo>
                  <a:cubicBezTo>
                    <a:pt x="16011" y="2610"/>
                    <a:pt x="12868" y="1"/>
                    <a:pt x="117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5"/>
            <p:cNvSpPr/>
            <p:nvPr/>
          </p:nvSpPr>
          <p:spPr>
            <a:xfrm>
              <a:off x="7070225" y="4200125"/>
              <a:ext cx="444500" cy="265200"/>
            </a:xfrm>
            <a:custGeom>
              <a:avLst/>
              <a:gdLst/>
              <a:ahLst/>
              <a:cxnLst/>
              <a:rect l="l" t="t" r="r" b="b"/>
              <a:pathLst>
                <a:path w="17780" h="10608" fill="none" extrusionOk="0">
                  <a:moveTo>
                    <a:pt x="16345" y="2769"/>
                  </a:moveTo>
                  <a:cubicBezTo>
                    <a:pt x="16345" y="2769"/>
                    <a:pt x="13010" y="0"/>
                    <a:pt x="12009" y="167"/>
                  </a:cubicBezTo>
                  <a:cubicBezTo>
                    <a:pt x="11008" y="334"/>
                    <a:pt x="7839" y="2469"/>
                    <a:pt x="6505" y="3236"/>
                  </a:cubicBezTo>
                  <a:cubicBezTo>
                    <a:pt x="5171" y="3936"/>
                    <a:pt x="2869" y="5504"/>
                    <a:pt x="1468" y="7572"/>
                  </a:cubicBezTo>
                  <a:cubicBezTo>
                    <a:pt x="0" y="9607"/>
                    <a:pt x="1301" y="10608"/>
                    <a:pt x="2035" y="9840"/>
                  </a:cubicBezTo>
                  <a:cubicBezTo>
                    <a:pt x="2769" y="9140"/>
                    <a:pt x="5371" y="6805"/>
                    <a:pt x="5938" y="6405"/>
                  </a:cubicBezTo>
                  <a:cubicBezTo>
                    <a:pt x="6472" y="5971"/>
                    <a:pt x="10841" y="3936"/>
                    <a:pt x="10841" y="3936"/>
                  </a:cubicBezTo>
                  <a:lnTo>
                    <a:pt x="17780" y="9140"/>
                  </a:ln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5"/>
            <p:cNvSpPr/>
            <p:nvPr/>
          </p:nvSpPr>
          <p:spPr>
            <a:xfrm>
              <a:off x="8702225" y="3076800"/>
              <a:ext cx="623800" cy="1324925"/>
            </a:xfrm>
            <a:custGeom>
              <a:avLst/>
              <a:gdLst/>
              <a:ahLst/>
              <a:cxnLst/>
              <a:rect l="l" t="t" r="r" b="b"/>
              <a:pathLst>
                <a:path w="24952" h="52997" extrusionOk="0">
                  <a:moveTo>
                    <a:pt x="16445" y="1"/>
                  </a:moveTo>
                  <a:lnTo>
                    <a:pt x="6505" y="7373"/>
                  </a:lnTo>
                  <a:cubicBezTo>
                    <a:pt x="6505" y="7373"/>
                    <a:pt x="1034" y="10342"/>
                    <a:pt x="868" y="15979"/>
                  </a:cubicBezTo>
                  <a:cubicBezTo>
                    <a:pt x="734" y="21583"/>
                    <a:pt x="1868" y="40497"/>
                    <a:pt x="1868" y="40497"/>
                  </a:cubicBezTo>
                  <a:cubicBezTo>
                    <a:pt x="1868" y="40497"/>
                    <a:pt x="0" y="43365"/>
                    <a:pt x="2435" y="45100"/>
                  </a:cubicBezTo>
                  <a:cubicBezTo>
                    <a:pt x="4557" y="46620"/>
                    <a:pt x="15309" y="52997"/>
                    <a:pt x="19470" y="52997"/>
                  </a:cubicBezTo>
                  <a:cubicBezTo>
                    <a:pt x="20150" y="52997"/>
                    <a:pt x="20653" y="52827"/>
                    <a:pt x="20915" y="52438"/>
                  </a:cubicBezTo>
                  <a:cubicBezTo>
                    <a:pt x="22783" y="49703"/>
                    <a:pt x="24951" y="31223"/>
                    <a:pt x="24951" y="18081"/>
                  </a:cubicBezTo>
                  <a:cubicBezTo>
                    <a:pt x="24951" y="4971"/>
                    <a:pt x="22516" y="5338"/>
                    <a:pt x="20915" y="3036"/>
                  </a:cubicBezTo>
                  <a:cubicBezTo>
                    <a:pt x="19347" y="735"/>
                    <a:pt x="16445" y="1"/>
                    <a:pt x="16445" y="1"/>
                  </a:cubicBez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5"/>
            <p:cNvSpPr/>
            <p:nvPr/>
          </p:nvSpPr>
          <p:spPr>
            <a:xfrm>
              <a:off x="8702225" y="3076800"/>
              <a:ext cx="623800" cy="1380200"/>
            </a:xfrm>
            <a:custGeom>
              <a:avLst/>
              <a:gdLst/>
              <a:ahLst/>
              <a:cxnLst/>
              <a:rect l="l" t="t" r="r" b="b"/>
              <a:pathLst>
                <a:path w="24952" h="55208" fill="none" extrusionOk="0">
                  <a:moveTo>
                    <a:pt x="6505" y="7373"/>
                  </a:moveTo>
                  <a:cubicBezTo>
                    <a:pt x="6505" y="7373"/>
                    <a:pt x="1034" y="10342"/>
                    <a:pt x="868" y="15979"/>
                  </a:cubicBezTo>
                  <a:cubicBezTo>
                    <a:pt x="734" y="21583"/>
                    <a:pt x="1868" y="40497"/>
                    <a:pt x="1868" y="40497"/>
                  </a:cubicBezTo>
                  <a:cubicBezTo>
                    <a:pt x="1868" y="40497"/>
                    <a:pt x="0" y="43365"/>
                    <a:pt x="2435" y="45100"/>
                  </a:cubicBezTo>
                  <a:cubicBezTo>
                    <a:pt x="4904" y="46868"/>
                    <a:pt x="19047" y="55207"/>
                    <a:pt x="20915" y="52438"/>
                  </a:cubicBezTo>
                  <a:cubicBezTo>
                    <a:pt x="22783" y="49703"/>
                    <a:pt x="24951" y="31223"/>
                    <a:pt x="24951" y="18081"/>
                  </a:cubicBezTo>
                  <a:cubicBezTo>
                    <a:pt x="24951" y="4971"/>
                    <a:pt x="22516" y="5338"/>
                    <a:pt x="20915" y="3036"/>
                  </a:cubicBezTo>
                  <a:cubicBezTo>
                    <a:pt x="19347" y="735"/>
                    <a:pt x="16445" y="1"/>
                    <a:pt x="16445" y="1"/>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5"/>
            <p:cNvSpPr/>
            <p:nvPr/>
          </p:nvSpPr>
          <p:spPr>
            <a:xfrm>
              <a:off x="8636350" y="4052400"/>
              <a:ext cx="657975" cy="627300"/>
            </a:xfrm>
            <a:custGeom>
              <a:avLst/>
              <a:gdLst/>
              <a:ahLst/>
              <a:cxnLst/>
              <a:rect l="l" t="t" r="r" b="b"/>
              <a:pathLst>
                <a:path w="26319" h="25092" extrusionOk="0">
                  <a:moveTo>
                    <a:pt x="5171" y="1"/>
                  </a:moveTo>
                  <a:cubicBezTo>
                    <a:pt x="5134" y="1"/>
                    <a:pt x="5101" y="2"/>
                    <a:pt x="5070" y="5"/>
                  </a:cubicBezTo>
                  <a:cubicBezTo>
                    <a:pt x="3636" y="172"/>
                    <a:pt x="3503" y="2307"/>
                    <a:pt x="1735" y="4341"/>
                  </a:cubicBezTo>
                  <a:cubicBezTo>
                    <a:pt x="0" y="6343"/>
                    <a:pt x="167" y="8144"/>
                    <a:pt x="734" y="8411"/>
                  </a:cubicBezTo>
                  <a:cubicBezTo>
                    <a:pt x="1334" y="8711"/>
                    <a:pt x="8573" y="10145"/>
                    <a:pt x="13343" y="15016"/>
                  </a:cubicBezTo>
                  <a:cubicBezTo>
                    <a:pt x="18021" y="19859"/>
                    <a:pt x="18046" y="25092"/>
                    <a:pt x="19749" y="25092"/>
                  </a:cubicBezTo>
                  <a:cubicBezTo>
                    <a:pt x="19771" y="25092"/>
                    <a:pt x="19792" y="25091"/>
                    <a:pt x="19814" y="25090"/>
                  </a:cubicBezTo>
                  <a:cubicBezTo>
                    <a:pt x="21549" y="24956"/>
                    <a:pt x="21682" y="22354"/>
                    <a:pt x="23150" y="18185"/>
                  </a:cubicBezTo>
                  <a:cubicBezTo>
                    <a:pt x="24584" y="14015"/>
                    <a:pt x="26319" y="10846"/>
                    <a:pt x="25151" y="7810"/>
                  </a:cubicBezTo>
                  <a:cubicBezTo>
                    <a:pt x="24017" y="4742"/>
                    <a:pt x="16045" y="3040"/>
                    <a:pt x="16045" y="3040"/>
                  </a:cubicBezTo>
                  <a:cubicBezTo>
                    <a:pt x="16045" y="3040"/>
                    <a:pt x="6926" y="1"/>
                    <a:pt x="5171" y="1"/>
                  </a:cubicBezTo>
                  <a:close/>
                </a:path>
              </a:pathLst>
            </a:custGeom>
            <a:solidFill>
              <a:schemeClr val="accent4"/>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5"/>
            <p:cNvSpPr/>
            <p:nvPr/>
          </p:nvSpPr>
          <p:spPr>
            <a:xfrm>
              <a:off x="8673875" y="4160925"/>
              <a:ext cx="389450" cy="119275"/>
            </a:xfrm>
            <a:custGeom>
              <a:avLst/>
              <a:gdLst/>
              <a:ahLst/>
              <a:cxnLst/>
              <a:rect l="l" t="t" r="r" b="b"/>
              <a:pathLst>
                <a:path w="15578" h="4771" fill="none" extrusionOk="0">
                  <a:moveTo>
                    <a:pt x="0" y="868"/>
                  </a:moveTo>
                  <a:cubicBezTo>
                    <a:pt x="0" y="868"/>
                    <a:pt x="9507" y="0"/>
                    <a:pt x="15578" y="4770"/>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5"/>
            <p:cNvSpPr/>
            <p:nvPr/>
          </p:nvSpPr>
          <p:spPr>
            <a:xfrm>
              <a:off x="8832300" y="4150075"/>
              <a:ext cx="296075" cy="133450"/>
            </a:xfrm>
            <a:custGeom>
              <a:avLst/>
              <a:gdLst/>
              <a:ahLst/>
              <a:cxnLst/>
              <a:rect l="l" t="t" r="r" b="b"/>
              <a:pathLst>
                <a:path w="11843" h="5338" fill="none" extrusionOk="0">
                  <a:moveTo>
                    <a:pt x="1" y="1"/>
                  </a:moveTo>
                  <a:cubicBezTo>
                    <a:pt x="1" y="1"/>
                    <a:pt x="8507" y="1302"/>
                    <a:pt x="11843" y="5338"/>
                  </a:cubicBez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5"/>
            <p:cNvSpPr/>
            <p:nvPr/>
          </p:nvSpPr>
          <p:spPr>
            <a:xfrm>
              <a:off x="8091775" y="4670125"/>
              <a:ext cx="1424375" cy="261375"/>
            </a:xfrm>
            <a:custGeom>
              <a:avLst/>
              <a:gdLst/>
              <a:ahLst/>
              <a:cxnLst/>
              <a:rect l="l" t="t" r="r" b="b"/>
              <a:pathLst>
                <a:path w="56975" h="10455" extrusionOk="0">
                  <a:moveTo>
                    <a:pt x="28762" y="0"/>
                  </a:moveTo>
                  <a:cubicBezTo>
                    <a:pt x="20388" y="0"/>
                    <a:pt x="11120" y="845"/>
                    <a:pt x="3103" y="3583"/>
                  </a:cubicBezTo>
                  <a:cubicBezTo>
                    <a:pt x="1102" y="4283"/>
                    <a:pt x="1" y="6452"/>
                    <a:pt x="735" y="8453"/>
                  </a:cubicBezTo>
                  <a:cubicBezTo>
                    <a:pt x="1002" y="9287"/>
                    <a:pt x="1569" y="9987"/>
                    <a:pt x="2336" y="10454"/>
                  </a:cubicBezTo>
                  <a:lnTo>
                    <a:pt x="6772" y="10454"/>
                  </a:lnTo>
                  <a:cubicBezTo>
                    <a:pt x="13572" y="8331"/>
                    <a:pt x="21438" y="7657"/>
                    <a:pt x="28676" y="7657"/>
                  </a:cubicBezTo>
                  <a:cubicBezTo>
                    <a:pt x="41109" y="7657"/>
                    <a:pt x="51690" y="9645"/>
                    <a:pt x="51838" y="9687"/>
                  </a:cubicBezTo>
                  <a:cubicBezTo>
                    <a:pt x="52148" y="9763"/>
                    <a:pt x="52460" y="9800"/>
                    <a:pt x="52768" y="9800"/>
                  </a:cubicBezTo>
                  <a:cubicBezTo>
                    <a:pt x="54476" y="9800"/>
                    <a:pt x="56050" y="8666"/>
                    <a:pt x="56474" y="6885"/>
                  </a:cubicBezTo>
                  <a:cubicBezTo>
                    <a:pt x="56975" y="4850"/>
                    <a:pt x="55774" y="2782"/>
                    <a:pt x="53672" y="2282"/>
                  </a:cubicBezTo>
                  <a:cubicBezTo>
                    <a:pt x="53539" y="2215"/>
                    <a:pt x="53372" y="2215"/>
                    <a:pt x="53272" y="2182"/>
                  </a:cubicBezTo>
                  <a:cubicBezTo>
                    <a:pt x="52523" y="2020"/>
                    <a:pt x="41711" y="0"/>
                    <a:pt x="28762" y="0"/>
                  </a:cubicBezTo>
                  <a:close/>
                </a:path>
              </a:pathLst>
            </a:custGeom>
            <a:solidFill>
              <a:schemeClr val="lt2"/>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5"/>
            <p:cNvSpPr/>
            <p:nvPr/>
          </p:nvSpPr>
          <p:spPr>
            <a:xfrm>
              <a:off x="8169350" y="4670125"/>
              <a:ext cx="1423525" cy="261375"/>
            </a:xfrm>
            <a:custGeom>
              <a:avLst/>
              <a:gdLst/>
              <a:ahLst/>
              <a:cxnLst/>
              <a:rect l="l" t="t" r="r" b="b"/>
              <a:pathLst>
                <a:path w="56941" h="10455" extrusionOk="0">
                  <a:moveTo>
                    <a:pt x="28752" y="0"/>
                  </a:moveTo>
                  <a:cubicBezTo>
                    <a:pt x="20375" y="0"/>
                    <a:pt x="11099" y="845"/>
                    <a:pt x="3069" y="3583"/>
                  </a:cubicBezTo>
                  <a:cubicBezTo>
                    <a:pt x="1067" y="4283"/>
                    <a:pt x="0" y="6452"/>
                    <a:pt x="701" y="8453"/>
                  </a:cubicBezTo>
                  <a:cubicBezTo>
                    <a:pt x="1001" y="9287"/>
                    <a:pt x="1568" y="9987"/>
                    <a:pt x="2335" y="10454"/>
                  </a:cubicBezTo>
                  <a:lnTo>
                    <a:pt x="6738" y="10454"/>
                  </a:lnTo>
                  <a:cubicBezTo>
                    <a:pt x="13538" y="8331"/>
                    <a:pt x="21404" y="7657"/>
                    <a:pt x="28643" y="7657"/>
                  </a:cubicBezTo>
                  <a:cubicBezTo>
                    <a:pt x="41079" y="7657"/>
                    <a:pt x="51668" y="9645"/>
                    <a:pt x="51837" y="9687"/>
                  </a:cubicBezTo>
                  <a:cubicBezTo>
                    <a:pt x="52147" y="9763"/>
                    <a:pt x="52459" y="9800"/>
                    <a:pt x="52765" y="9800"/>
                  </a:cubicBezTo>
                  <a:cubicBezTo>
                    <a:pt x="54466" y="9800"/>
                    <a:pt x="56016" y="8666"/>
                    <a:pt x="56440" y="6885"/>
                  </a:cubicBezTo>
                  <a:cubicBezTo>
                    <a:pt x="56941" y="4850"/>
                    <a:pt x="55740" y="2782"/>
                    <a:pt x="53672" y="2282"/>
                  </a:cubicBezTo>
                  <a:cubicBezTo>
                    <a:pt x="53538" y="2215"/>
                    <a:pt x="53371" y="2182"/>
                    <a:pt x="53238" y="2182"/>
                  </a:cubicBezTo>
                  <a:cubicBezTo>
                    <a:pt x="52509" y="2020"/>
                    <a:pt x="41705" y="0"/>
                    <a:pt x="28752" y="0"/>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 name="Google Shape;939;p45"/>
          <p:cNvGrpSpPr/>
          <p:nvPr/>
        </p:nvGrpSpPr>
        <p:grpSpPr>
          <a:xfrm flipH="1">
            <a:off x="7" y="3452101"/>
            <a:ext cx="3734627" cy="661252"/>
            <a:chOff x="1343625" y="4054275"/>
            <a:chExt cx="4954400" cy="877225"/>
          </a:xfrm>
        </p:grpSpPr>
        <p:sp>
          <p:nvSpPr>
            <p:cNvPr id="940" name="Google Shape;940;p45"/>
            <p:cNvSpPr/>
            <p:nvPr/>
          </p:nvSpPr>
          <p:spPr>
            <a:xfrm>
              <a:off x="1343625" y="4931475"/>
              <a:ext cx="4954400" cy="25"/>
            </a:xfrm>
            <a:custGeom>
              <a:avLst/>
              <a:gdLst/>
              <a:ahLst/>
              <a:cxnLst/>
              <a:rect l="l" t="t" r="r" b="b"/>
              <a:pathLst>
                <a:path w="198176" h="1" fill="none" extrusionOk="0">
                  <a:moveTo>
                    <a:pt x="1" y="0"/>
                  </a:moveTo>
                  <a:lnTo>
                    <a:pt x="198176" y="0"/>
                  </a:lnTo>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5"/>
            <p:cNvSpPr/>
            <p:nvPr/>
          </p:nvSpPr>
          <p:spPr>
            <a:xfrm>
              <a:off x="2457750" y="4149250"/>
              <a:ext cx="339450" cy="199325"/>
            </a:xfrm>
            <a:custGeom>
              <a:avLst/>
              <a:gdLst/>
              <a:ahLst/>
              <a:cxnLst/>
              <a:rect l="l" t="t" r="r" b="b"/>
              <a:pathLst>
                <a:path w="13578" h="7973" extrusionOk="0">
                  <a:moveTo>
                    <a:pt x="1" y="0"/>
                  </a:moveTo>
                  <a:lnTo>
                    <a:pt x="2102" y="7973"/>
                  </a:lnTo>
                  <a:lnTo>
                    <a:pt x="13577" y="7973"/>
                  </a:lnTo>
                  <a:cubicBezTo>
                    <a:pt x="13344" y="5137"/>
                    <a:pt x="12476" y="2435"/>
                    <a:pt x="11009"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5"/>
            <p:cNvSpPr/>
            <p:nvPr/>
          </p:nvSpPr>
          <p:spPr>
            <a:xfrm>
              <a:off x="1885675" y="4072625"/>
              <a:ext cx="717225" cy="319325"/>
            </a:xfrm>
            <a:custGeom>
              <a:avLst/>
              <a:gdLst/>
              <a:ahLst/>
              <a:cxnLst/>
              <a:rect l="l" t="t" r="r" b="b"/>
              <a:pathLst>
                <a:path w="28689" h="12773" extrusionOk="0">
                  <a:moveTo>
                    <a:pt x="14186" y="0"/>
                  </a:moveTo>
                  <a:cubicBezTo>
                    <a:pt x="7403" y="0"/>
                    <a:pt x="1" y="564"/>
                    <a:pt x="1" y="564"/>
                  </a:cubicBezTo>
                  <a:cubicBezTo>
                    <a:pt x="1" y="564"/>
                    <a:pt x="10242" y="4933"/>
                    <a:pt x="10809" y="12772"/>
                  </a:cubicBezTo>
                  <a:lnTo>
                    <a:pt x="28688" y="12772"/>
                  </a:lnTo>
                  <a:lnTo>
                    <a:pt x="27587" y="10404"/>
                  </a:lnTo>
                  <a:cubicBezTo>
                    <a:pt x="27587" y="10404"/>
                    <a:pt x="24685" y="564"/>
                    <a:pt x="20082" y="197"/>
                  </a:cubicBezTo>
                  <a:cubicBezTo>
                    <a:pt x="18336" y="54"/>
                    <a:pt x="16291" y="0"/>
                    <a:pt x="14186" y="0"/>
                  </a:cubicBezTo>
                  <a:close/>
                </a:path>
              </a:pathLst>
            </a:custGeom>
            <a:solidFill>
              <a:schemeClr val="accent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5"/>
            <p:cNvSpPr/>
            <p:nvPr/>
          </p:nvSpPr>
          <p:spPr>
            <a:xfrm>
              <a:off x="1666350" y="4054275"/>
              <a:ext cx="721375" cy="183400"/>
            </a:xfrm>
            <a:custGeom>
              <a:avLst/>
              <a:gdLst/>
              <a:ahLst/>
              <a:cxnLst/>
              <a:rect l="l" t="t" r="r" b="b"/>
              <a:pathLst>
                <a:path w="28855" h="7336" extrusionOk="0">
                  <a:moveTo>
                    <a:pt x="28294" y="820"/>
                  </a:moveTo>
                  <a:lnTo>
                    <a:pt x="28294" y="820"/>
                  </a:lnTo>
                  <a:cubicBezTo>
                    <a:pt x="28486" y="856"/>
                    <a:pt x="28674" y="893"/>
                    <a:pt x="28855" y="931"/>
                  </a:cubicBezTo>
                  <a:cubicBezTo>
                    <a:pt x="28669" y="883"/>
                    <a:pt x="28481" y="846"/>
                    <a:pt x="28294" y="820"/>
                  </a:cubicBezTo>
                  <a:close/>
                  <a:moveTo>
                    <a:pt x="18341" y="1"/>
                  </a:moveTo>
                  <a:cubicBezTo>
                    <a:pt x="14477" y="1"/>
                    <a:pt x="10787" y="375"/>
                    <a:pt x="8774" y="1298"/>
                  </a:cubicBezTo>
                  <a:cubicBezTo>
                    <a:pt x="4771" y="3132"/>
                    <a:pt x="1" y="7335"/>
                    <a:pt x="1" y="7335"/>
                  </a:cubicBezTo>
                  <a:lnTo>
                    <a:pt x="20115" y="7335"/>
                  </a:lnTo>
                  <a:cubicBezTo>
                    <a:pt x="20115" y="7335"/>
                    <a:pt x="23785" y="2232"/>
                    <a:pt x="25419" y="1298"/>
                  </a:cubicBezTo>
                  <a:cubicBezTo>
                    <a:pt x="26112" y="951"/>
                    <a:pt x="26861" y="773"/>
                    <a:pt x="27621" y="773"/>
                  </a:cubicBezTo>
                  <a:cubicBezTo>
                    <a:pt x="27845" y="773"/>
                    <a:pt x="28069" y="789"/>
                    <a:pt x="28294" y="820"/>
                  </a:cubicBezTo>
                  <a:lnTo>
                    <a:pt x="28294" y="820"/>
                  </a:lnTo>
                  <a:cubicBezTo>
                    <a:pt x="25617" y="319"/>
                    <a:pt x="21906" y="1"/>
                    <a:pt x="18341" y="1"/>
                  </a:cubicBezTo>
                  <a:close/>
                </a:path>
              </a:pathLst>
            </a:custGeom>
            <a:solidFill>
              <a:schemeClr val="accent5"/>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5"/>
            <p:cNvSpPr/>
            <p:nvPr/>
          </p:nvSpPr>
          <p:spPr>
            <a:xfrm>
              <a:off x="1768100" y="4310200"/>
              <a:ext cx="1687075" cy="621300"/>
            </a:xfrm>
            <a:custGeom>
              <a:avLst/>
              <a:gdLst/>
              <a:ahLst/>
              <a:cxnLst/>
              <a:rect l="l" t="t" r="r" b="b"/>
              <a:pathLst>
                <a:path w="67483" h="24852" extrusionOk="0">
                  <a:moveTo>
                    <a:pt x="7272" y="0"/>
                  </a:moveTo>
                  <a:cubicBezTo>
                    <a:pt x="7272" y="0"/>
                    <a:pt x="2502" y="9874"/>
                    <a:pt x="1235" y="16245"/>
                  </a:cubicBezTo>
                  <a:cubicBezTo>
                    <a:pt x="1" y="22616"/>
                    <a:pt x="5438" y="24851"/>
                    <a:pt x="5438" y="24851"/>
                  </a:cubicBezTo>
                  <a:lnTo>
                    <a:pt x="61878" y="24851"/>
                  </a:lnTo>
                  <a:cubicBezTo>
                    <a:pt x="63546" y="24551"/>
                    <a:pt x="65047" y="23617"/>
                    <a:pt x="66081" y="22283"/>
                  </a:cubicBezTo>
                  <a:cubicBezTo>
                    <a:pt x="67115" y="20882"/>
                    <a:pt x="67415" y="17846"/>
                    <a:pt x="67482" y="15745"/>
                  </a:cubicBezTo>
                  <a:lnTo>
                    <a:pt x="67482" y="15545"/>
                  </a:lnTo>
                  <a:cubicBezTo>
                    <a:pt x="67420" y="14673"/>
                    <a:pt x="66718" y="14034"/>
                    <a:pt x="65893" y="14034"/>
                  </a:cubicBezTo>
                  <a:cubicBezTo>
                    <a:pt x="65834" y="14034"/>
                    <a:pt x="65774" y="14037"/>
                    <a:pt x="65714" y="14044"/>
                  </a:cubicBezTo>
                  <a:cubicBezTo>
                    <a:pt x="65197" y="14094"/>
                    <a:pt x="64578" y="14129"/>
                    <a:pt x="63856" y="14129"/>
                  </a:cubicBezTo>
                  <a:cubicBezTo>
                    <a:pt x="61690" y="14129"/>
                    <a:pt x="58601" y="13810"/>
                    <a:pt x="54573" y="12609"/>
                  </a:cubicBezTo>
                  <a:cubicBezTo>
                    <a:pt x="48702" y="10841"/>
                    <a:pt x="44032" y="5571"/>
                    <a:pt x="41630" y="2435"/>
                  </a:cubicBezTo>
                  <a:cubicBezTo>
                    <a:pt x="40463" y="901"/>
                    <a:pt x="38628" y="0"/>
                    <a:pt x="36727" y="0"/>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5"/>
            <p:cNvSpPr/>
            <p:nvPr/>
          </p:nvSpPr>
          <p:spPr>
            <a:xfrm>
              <a:off x="2051625" y="4310200"/>
              <a:ext cx="1686250" cy="621300"/>
            </a:xfrm>
            <a:custGeom>
              <a:avLst/>
              <a:gdLst/>
              <a:ahLst/>
              <a:cxnLst/>
              <a:rect l="l" t="t" r="r" b="b"/>
              <a:pathLst>
                <a:path w="67450" h="24852" extrusionOk="0">
                  <a:moveTo>
                    <a:pt x="7239" y="0"/>
                  </a:moveTo>
                  <a:cubicBezTo>
                    <a:pt x="7239" y="0"/>
                    <a:pt x="2503" y="9874"/>
                    <a:pt x="1235" y="16245"/>
                  </a:cubicBezTo>
                  <a:cubicBezTo>
                    <a:pt x="1" y="22616"/>
                    <a:pt x="5438" y="24851"/>
                    <a:pt x="5438" y="24851"/>
                  </a:cubicBezTo>
                  <a:lnTo>
                    <a:pt x="61812" y="24851"/>
                  </a:lnTo>
                  <a:cubicBezTo>
                    <a:pt x="63480" y="24551"/>
                    <a:pt x="64981" y="23617"/>
                    <a:pt x="66048" y="22283"/>
                  </a:cubicBezTo>
                  <a:cubicBezTo>
                    <a:pt x="67082" y="20882"/>
                    <a:pt x="67382" y="17846"/>
                    <a:pt x="67449" y="15745"/>
                  </a:cubicBezTo>
                  <a:lnTo>
                    <a:pt x="67449" y="15545"/>
                  </a:lnTo>
                  <a:cubicBezTo>
                    <a:pt x="67387" y="14673"/>
                    <a:pt x="66685" y="14034"/>
                    <a:pt x="65833" y="14034"/>
                  </a:cubicBezTo>
                  <a:cubicBezTo>
                    <a:pt x="65772" y="14034"/>
                    <a:pt x="65710" y="14037"/>
                    <a:pt x="65648" y="14044"/>
                  </a:cubicBezTo>
                  <a:cubicBezTo>
                    <a:pt x="65139" y="14094"/>
                    <a:pt x="64526" y="14129"/>
                    <a:pt x="63809" y="14129"/>
                  </a:cubicBezTo>
                  <a:cubicBezTo>
                    <a:pt x="61657" y="14129"/>
                    <a:pt x="58568" y="13810"/>
                    <a:pt x="54540" y="12609"/>
                  </a:cubicBezTo>
                  <a:cubicBezTo>
                    <a:pt x="48636" y="10841"/>
                    <a:pt x="43966" y="5571"/>
                    <a:pt x="41597" y="2435"/>
                  </a:cubicBezTo>
                  <a:cubicBezTo>
                    <a:pt x="40430" y="901"/>
                    <a:pt x="38595" y="0"/>
                    <a:pt x="36694" y="0"/>
                  </a:cubicBezTo>
                  <a:close/>
                </a:path>
              </a:pathLst>
            </a:custGeom>
            <a:solidFill>
              <a:schemeClr val="lt2"/>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5"/>
            <p:cNvSpPr/>
            <p:nvPr/>
          </p:nvSpPr>
          <p:spPr>
            <a:xfrm>
              <a:off x="2483600" y="4406100"/>
              <a:ext cx="237700" cy="237700"/>
            </a:xfrm>
            <a:custGeom>
              <a:avLst/>
              <a:gdLst/>
              <a:ahLst/>
              <a:cxnLst/>
              <a:rect l="l" t="t" r="r" b="b"/>
              <a:pathLst>
                <a:path w="9508" h="9508" extrusionOk="0">
                  <a:moveTo>
                    <a:pt x="4771" y="0"/>
                  </a:moveTo>
                  <a:cubicBezTo>
                    <a:pt x="2136" y="0"/>
                    <a:pt x="1" y="2102"/>
                    <a:pt x="1" y="4737"/>
                  </a:cubicBezTo>
                  <a:cubicBezTo>
                    <a:pt x="1" y="7372"/>
                    <a:pt x="2136" y="9507"/>
                    <a:pt x="4771" y="9507"/>
                  </a:cubicBezTo>
                  <a:cubicBezTo>
                    <a:pt x="7373" y="9507"/>
                    <a:pt x="9508" y="7372"/>
                    <a:pt x="9508" y="4737"/>
                  </a:cubicBezTo>
                  <a:cubicBezTo>
                    <a:pt x="9508" y="2102"/>
                    <a:pt x="7373" y="0"/>
                    <a:pt x="4771" y="0"/>
                  </a:cubicBezTo>
                  <a:close/>
                </a:path>
              </a:pathLst>
            </a:custGeom>
            <a:solidFill>
              <a:srgbClr val="FFFFFF"/>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5"/>
            <p:cNvSpPr/>
            <p:nvPr/>
          </p:nvSpPr>
          <p:spPr>
            <a:xfrm>
              <a:off x="2520300" y="4406100"/>
              <a:ext cx="237700" cy="237700"/>
            </a:xfrm>
            <a:custGeom>
              <a:avLst/>
              <a:gdLst/>
              <a:ahLst/>
              <a:cxnLst/>
              <a:rect l="l" t="t" r="r" b="b"/>
              <a:pathLst>
                <a:path w="9508" h="9508" extrusionOk="0">
                  <a:moveTo>
                    <a:pt x="4771" y="0"/>
                  </a:moveTo>
                  <a:cubicBezTo>
                    <a:pt x="2136" y="0"/>
                    <a:pt x="1" y="2102"/>
                    <a:pt x="1" y="4737"/>
                  </a:cubicBezTo>
                  <a:cubicBezTo>
                    <a:pt x="1" y="7372"/>
                    <a:pt x="2136" y="9507"/>
                    <a:pt x="4771" y="9507"/>
                  </a:cubicBezTo>
                  <a:cubicBezTo>
                    <a:pt x="7373" y="9507"/>
                    <a:pt x="9507" y="7372"/>
                    <a:pt x="9507" y="4737"/>
                  </a:cubicBezTo>
                  <a:cubicBezTo>
                    <a:pt x="9507" y="2102"/>
                    <a:pt x="7373" y="0"/>
                    <a:pt x="4771" y="0"/>
                  </a:cubicBezTo>
                  <a:close/>
                </a:path>
              </a:pathLst>
            </a:custGeom>
            <a:solidFill>
              <a:schemeClr val="dk1"/>
            </a:solid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8" name="Google Shape;948;p45"/>
          <p:cNvSpPr/>
          <p:nvPr/>
        </p:nvSpPr>
        <p:spPr>
          <a:xfrm rot="-4796653" flipH="1">
            <a:off x="2555863" y="999898"/>
            <a:ext cx="799294" cy="830443"/>
          </a:xfrm>
          <a:custGeom>
            <a:avLst/>
            <a:gdLst/>
            <a:ahLst/>
            <a:cxnLst/>
            <a:rect l="l" t="t" r="r" b="b"/>
            <a:pathLst>
              <a:path w="31973" h="33219" extrusionOk="0">
                <a:moveTo>
                  <a:pt x="30068" y="17965"/>
                </a:moveTo>
                <a:lnTo>
                  <a:pt x="30068" y="17965"/>
                </a:lnTo>
                <a:cubicBezTo>
                  <a:pt x="30236" y="18634"/>
                  <a:pt x="30340" y="19304"/>
                  <a:pt x="30403" y="19932"/>
                </a:cubicBezTo>
                <a:cubicBezTo>
                  <a:pt x="30194" y="19220"/>
                  <a:pt x="30089" y="18572"/>
                  <a:pt x="30068" y="17965"/>
                </a:cubicBezTo>
                <a:close/>
                <a:moveTo>
                  <a:pt x="21238" y="13571"/>
                </a:moveTo>
                <a:cubicBezTo>
                  <a:pt x="22410" y="18446"/>
                  <a:pt x="22703" y="25058"/>
                  <a:pt x="22640" y="28720"/>
                </a:cubicBezTo>
                <a:cubicBezTo>
                  <a:pt x="21908" y="26690"/>
                  <a:pt x="21259" y="23551"/>
                  <a:pt x="20966" y="20580"/>
                </a:cubicBezTo>
                <a:cubicBezTo>
                  <a:pt x="20715" y="17693"/>
                  <a:pt x="20778" y="15287"/>
                  <a:pt x="21238" y="13571"/>
                </a:cubicBezTo>
                <a:close/>
                <a:moveTo>
                  <a:pt x="8287" y="2628"/>
                </a:moveTo>
                <a:cubicBezTo>
                  <a:pt x="8831" y="3716"/>
                  <a:pt x="9333" y="5264"/>
                  <a:pt x="9772" y="7231"/>
                </a:cubicBezTo>
                <a:cubicBezTo>
                  <a:pt x="11760" y="16124"/>
                  <a:pt x="11655" y="29013"/>
                  <a:pt x="9563" y="30184"/>
                </a:cubicBezTo>
                <a:cubicBezTo>
                  <a:pt x="9329" y="30313"/>
                  <a:pt x="9115" y="30383"/>
                  <a:pt x="8905" y="30383"/>
                </a:cubicBezTo>
                <a:cubicBezTo>
                  <a:pt x="8740" y="30383"/>
                  <a:pt x="8578" y="30339"/>
                  <a:pt x="8412" y="30247"/>
                </a:cubicBezTo>
                <a:cubicBezTo>
                  <a:pt x="6006" y="28824"/>
                  <a:pt x="5357" y="18572"/>
                  <a:pt x="5378" y="15956"/>
                </a:cubicBezTo>
                <a:cubicBezTo>
                  <a:pt x="5441" y="12525"/>
                  <a:pt x="6111" y="5808"/>
                  <a:pt x="8287" y="2628"/>
                </a:cubicBezTo>
                <a:close/>
                <a:moveTo>
                  <a:pt x="16133" y="7963"/>
                </a:moveTo>
                <a:cubicBezTo>
                  <a:pt x="18769" y="16437"/>
                  <a:pt x="19292" y="28908"/>
                  <a:pt x="17598" y="32151"/>
                </a:cubicBezTo>
                <a:cubicBezTo>
                  <a:pt x="15547" y="28469"/>
                  <a:pt x="12492" y="16040"/>
                  <a:pt x="14438" y="10307"/>
                </a:cubicBezTo>
                <a:cubicBezTo>
                  <a:pt x="14815" y="9156"/>
                  <a:pt x="15401" y="8382"/>
                  <a:pt x="16133" y="7963"/>
                </a:cubicBezTo>
                <a:close/>
                <a:moveTo>
                  <a:pt x="6222" y="0"/>
                </a:moveTo>
                <a:cubicBezTo>
                  <a:pt x="5114" y="0"/>
                  <a:pt x="4186" y="565"/>
                  <a:pt x="3453" y="1644"/>
                </a:cubicBezTo>
                <a:cubicBezTo>
                  <a:pt x="1" y="6813"/>
                  <a:pt x="1905" y="23091"/>
                  <a:pt x="3370" y="26020"/>
                </a:cubicBezTo>
                <a:cubicBezTo>
                  <a:pt x="3520" y="26201"/>
                  <a:pt x="3681" y="26295"/>
                  <a:pt x="3829" y="26295"/>
                </a:cubicBezTo>
                <a:cubicBezTo>
                  <a:pt x="3888" y="26295"/>
                  <a:pt x="3944" y="26280"/>
                  <a:pt x="3997" y="26251"/>
                </a:cubicBezTo>
                <a:cubicBezTo>
                  <a:pt x="4186" y="26125"/>
                  <a:pt x="4248" y="25895"/>
                  <a:pt x="4186" y="25707"/>
                </a:cubicBezTo>
                <a:cubicBezTo>
                  <a:pt x="2784" y="22945"/>
                  <a:pt x="963" y="6959"/>
                  <a:pt x="4207" y="2126"/>
                </a:cubicBezTo>
                <a:cubicBezTo>
                  <a:pt x="4806" y="1227"/>
                  <a:pt x="5539" y="805"/>
                  <a:pt x="6405" y="805"/>
                </a:cubicBezTo>
                <a:cubicBezTo>
                  <a:pt x="6446" y="805"/>
                  <a:pt x="6487" y="806"/>
                  <a:pt x="6529" y="808"/>
                </a:cubicBezTo>
                <a:cubicBezTo>
                  <a:pt x="6968" y="849"/>
                  <a:pt x="7429" y="1205"/>
                  <a:pt x="7847" y="1854"/>
                </a:cubicBezTo>
                <a:cubicBezTo>
                  <a:pt x="4751" y="5892"/>
                  <a:pt x="4562" y="15517"/>
                  <a:pt x="4562" y="15956"/>
                </a:cubicBezTo>
                <a:cubicBezTo>
                  <a:pt x="4562" y="16082"/>
                  <a:pt x="4730" y="29013"/>
                  <a:pt x="7994" y="30938"/>
                </a:cubicBezTo>
                <a:cubicBezTo>
                  <a:pt x="8225" y="31076"/>
                  <a:pt x="8527" y="31202"/>
                  <a:pt x="8899" y="31202"/>
                </a:cubicBezTo>
                <a:cubicBezTo>
                  <a:pt x="9200" y="31202"/>
                  <a:pt x="9547" y="31120"/>
                  <a:pt x="9940" y="30896"/>
                </a:cubicBezTo>
                <a:cubicBezTo>
                  <a:pt x="12785" y="29285"/>
                  <a:pt x="12304" y="15098"/>
                  <a:pt x="10505" y="7064"/>
                </a:cubicBezTo>
                <a:cubicBezTo>
                  <a:pt x="10002" y="4846"/>
                  <a:pt x="9437" y="3130"/>
                  <a:pt x="8789" y="1937"/>
                </a:cubicBezTo>
                <a:cubicBezTo>
                  <a:pt x="8893" y="1833"/>
                  <a:pt x="8956" y="1728"/>
                  <a:pt x="9061" y="1644"/>
                </a:cubicBezTo>
                <a:cubicBezTo>
                  <a:pt x="9665" y="1132"/>
                  <a:pt x="10285" y="876"/>
                  <a:pt x="10991" y="876"/>
                </a:cubicBezTo>
                <a:cubicBezTo>
                  <a:pt x="11092" y="876"/>
                  <a:pt x="11195" y="881"/>
                  <a:pt x="11300" y="891"/>
                </a:cubicBezTo>
                <a:cubicBezTo>
                  <a:pt x="12764" y="1059"/>
                  <a:pt x="14187" y="2879"/>
                  <a:pt x="15443" y="6206"/>
                </a:cubicBezTo>
                <a:cubicBezTo>
                  <a:pt x="15589" y="6520"/>
                  <a:pt x="15694" y="6854"/>
                  <a:pt x="15819" y="7189"/>
                </a:cubicBezTo>
                <a:cubicBezTo>
                  <a:pt x="14815" y="7691"/>
                  <a:pt x="14082" y="8633"/>
                  <a:pt x="13622" y="10056"/>
                </a:cubicBezTo>
                <a:cubicBezTo>
                  <a:pt x="11551" y="16249"/>
                  <a:pt x="15108" y="30080"/>
                  <a:pt x="17200" y="33072"/>
                </a:cubicBezTo>
                <a:cubicBezTo>
                  <a:pt x="17284" y="33176"/>
                  <a:pt x="17388" y="33218"/>
                  <a:pt x="17493" y="33218"/>
                </a:cubicBezTo>
                <a:lnTo>
                  <a:pt x="17514" y="33218"/>
                </a:lnTo>
                <a:cubicBezTo>
                  <a:pt x="17619" y="33218"/>
                  <a:pt x="17723" y="33176"/>
                  <a:pt x="17807" y="33093"/>
                </a:cubicBezTo>
                <a:cubicBezTo>
                  <a:pt x="19062" y="31733"/>
                  <a:pt x="19585" y="27422"/>
                  <a:pt x="19188" y="21564"/>
                </a:cubicBezTo>
                <a:cubicBezTo>
                  <a:pt x="18874" y="16563"/>
                  <a:pt x="17995" y="11520"/>
                  <a:pt x="16782" y="7650"/>
                </a:cubicBezTo>
                <a:cubicBezTo>
                  <a:pt x="16945" y="7613"/>
                  <a:pt x="17105" y="7594"/>
                  <a:pt x="17261" y="7594"/>
                </a:cubicBezTo>
                <a:cubicBezTo>
                  <a:pt x="17723" y="7594"/>
                  <a:pt x="18153" y="7755"/>
                  <a:pt x="18560" y="8068"/>
                </a:cubicBezTo>
                <a:cubicBezTo>
                  <a:pt x="19523" y="8800"/>
                  <a:pt x="20255" y="10307"/>
                  <a:pt x="20841" y="12190"/>
                </a:cubicBezTo>
                <a:cubicBezTo>
                  <a:pt x="18874" y="16814"/>
                  <a:pt x="20820" y="27590"/>
                  <a:pt x="22598" y="30582"/>
                </a:cubicBezTo>
                <a:cubicBezTo>
                  <a:pt x="22653" y="30710"/>
                  <a:pt x="22804" y="30774"/>
                  <a:pt x="22953" y="30774"/>
                </a:cubicBezTo>
                <a:cubicBezTo>
                  <a:pt x="22975" y="30774"/>
                  <a:pt x="22996" y="30773"/>
                  <a:pt x="23017" y="30770"/>
                </a:cubicBezTo>
                <a:cubicBezTo>
                  <a:pt x="23163" y="30707"/>
                  <a:pt x="23289" y="30582"/>
                  <a:pt x="23289" y="30394"/>
                </a:cubicBezTo>
                <a:cubicBezTo>
                  <a:pt x="23435" y="28217"/>
                  <a:pt x="23435" y="18530"/>
                  <a:pt x="21615" y="12253"/>
                </a:cubicBezTo>
                <a:cubicBezTo>
                  <a:pt x="21824" y="11834"/>
                  <a:pt x="22075" y="11520"/>
                  <a:pt x="22326" y="11269"/>
                </a:cubicBezTo>
                <a:cubicBezTo>
                  <a:pt x="22593" y="11041"/>
                  <a:pt x="22805" y="10966"/>
                  <a:pt x="22978" y="10966"/>
                </a:cubicBezTo>
                <a:cubicBezTo>
                  <a:pt x="23090" y="10966"/>
                  <a:pt x="23186" y="10998"/>
                  <a:pt x="23268" y="11039"/>
                </a:cubicBezTo>
                <a:cubicBezTo>
                  <a:pt x="24377" y="11583"/>
                  <a:pt x="25256" y="14408"/>
                  <a:pt x="25842" y="17421"/>
                </a:cubicBezTo>
                <a:cubicBezTo>
                  <a:pt x="25883" y="18676"/>
                  <a:pt x="26072" y="20057"/>
                  <a:pt x="26218" y="21355"/>
                </a:cubicBezTo>
                <a:cubicBezTo>
                  <a:pt x="26386" y="22505"/>
                  <a:pt x="26511" y="23489"/>
                  <a:pt x="26490" y="24033"/>
                </a:cubicBezTo>
                <a:lnTo>
                  <a:pt x="26490" y="24179"/>
                </a:lnTo>
                <a:cubicBezTo>
                  <a:pt x="26469" y="24388"/>
                  <a:pt x="26616" y="24556"/>
                  <a:pt x="26846" y="24598"/>
                </a:cubicBezTo>
                <a:cubicBezTo>
                  <a:pt x="26858" y="24599"/>
                  <a:pt x="26870" y="24599"/>
                  <a:pt x="26881" y="24599"/>
                </a:cubicBezTo>
                <a:cubicBezTo>
                  <a:pt x="27076" y="24599"/>
                  <a:pt x="27245" y="24439"/>
                  <a:pt x="27264" y="24242"/>
                </a:cubicBezTo>
                <a:lnTo>
                  <a:pt x="27264" y="24095"/>
                </a:lnTo>
                <a:cubicBezTo>
                  <a:pt x="27348" y="22756"/>
                  <a:pt x="27118" y="20057"/>
                  <a:pt x="26616" y="17400"/>
                </a:cubicBezTo>
                <a:cubicBezTo>
                  <a:pt x="26532" y="15768"/>
                  <a:pt x="26699" y="14366"/>
                  <a:pt x="27411" y="14052"/>
                </a:cubicBezTo>
                <a:cubicBezTo>
                  <a:pt x="27542" y="13987"/>
                  <a:pt x="27660" y="13956"/>
                  <a:pt x="27773" y="13956"/>
                </a:cubicBezTo>
                <a:cubicBezTo>
                  <a:pt x="27949" y="13956"/>
                  <a:pt x="28111" y="14029"/>
                  <a:pt x="28290" y="14157"/>
                </a:cubicBezTo>
                <a:cubicBezTo>
                  <a:pt x="28813" y="14512"/>
                  <a:pt x="29210" y="15349"/>
                  <a:pt x="29545" y="16354"/>
                </a:cubicBezTo>
                <a:cubicBezTo>
                  <a:pt x="29524" y="16354"/>
                  <a:pt x="29524" y="16354"/>
                  <a:pt x="29503" y="16375"/>
                </a:cubicBezTo>
                <a:cubicBezTo>
                  <a:pt x="29399" y="16437"/>
                  <a:pt x="29315" y="16542"/>
                  <a:pt x="29294" y="16668"/>
                </a:cubicBezTo>
                <a:cubicBezTo>
                  <a:pt x="28980" y="18321"/>
                  <a:pt x="29357" y="20162"/>
                  <a:pt x="30466" y="22338"/>
                </a:cubicBezTo>
                <a:cubicBezTo>
                  <a:pt x="30539" y="22485"/>
                  <a:pt x="30677" y="22551"/>
                  <a:pt x="30822" y="22551"/>
                </a:cubicBezTo>
                <a:cubicBezTo>
                  <a:pt x="30843" y="22551"/>
                  <a:pt x="30864" y="22550"/>
                  <a:pt x="30884" y="22547"/>
                </a:cubicBezTo>
                <a:cubicBezTo>
                  <a:pt x="31072" y="22526"/>
                  <a:pt x="31177" y="22359"/>
                  <a:pt x="31198" y="22212"/>
                </a:cubicBezTo>
                <a:cubicBezTo>
                  <a:pt x="31219" y="21836"/>
                  <a:pt x="31219" y="21166"/>
                  <a:pt x="31114" y="20308"/>
                </a:cubicBezTo>
                <a:lnTo>
                  <a:pt x="31114" y="20308"/>
                </a:lnTo>
                <a:cubicBezTo>
                  <a:pt x="31135" y="20371"/>
                  <a:pt x="31177" y="20434"/>
                  <a:pt x="31177" y="20476"/>
                </a:cubicBezTo>
                <a:cubicBezTo>
                  <a:pt x="31231" y="20654"/>
                  <a:pt x="31391" y="20757"/>
                  <a:pt x="31567" y="20757"/>
                </a:cubicBezTo>
                <a:cubicBezTo>
                  <a:pt x="31597" y="20757"/>
                  <a:pt x="31628" y="20754"/>
                  <a:pt x="31658" y="20748"/>
                </a:cubicBezTo>
                <a:cubicBezTo>
                  <a:pt x="31868" y="20664"/>
                  <a:pt x="31972" y="20455"/>
                  <a:pt x="31930" y="20246"/>
                </a:cubicBezTo>
                <a:cubicBezTo>
                  <a:pt x="31868" y="20120"/>
                  <a:pt x="31826" y="19953"/>
                  <a:pt x="31763" y="19785"/>
                </a:cubicBezTo>
                <a:cubicBezTo>
                  <a:pt x="31491" y="18886"/>
                  <a:pt x="31135" y="17735"/>
                  <a:pt x="30508" y="16981"/>
                </a:cubicBezTo>
                <a:cubicBezTo>
                  <a:pt x="30131" y="15496"/>
                  <a:pt x="29545" y="14136"/>
                  <a:pt x="28729" y="13550"/>
                </a:cubicBezTo>
                <a:cubicBezTo>
                  <a:pt x="28410" y="13333"/>
                  <a:pt x="28074" y="13217"/>
                  <a:pt x="27728" y="13217"/>
                </a:cubicBezTo>
                <a:cubicBezTo>
                  <a:pt x="27508" y="13217"/>
                  <a:pt x="27283" y="13264"/>
                  <a:pt x="27055" y="13362"/>
                </a:cubicBezTo>
                <a:cubicBezTo>
                  <a:pt x="26511" y="13613"/>
                  <a:pt x="26197" y="14136"/>
                  <a:pt x="26009" y="14826"/>
                </a:cubicBezTo>
                <a:cubicBezTo>
                  <a:pt x="25423" y="12692"/>
                  <a:pt x="24607" y="10893"/>
                  <a:pt x="23603" y="10391"/>
                </a:cubicBezTo>
                <a:cubicBezTo>
                  <a:pt x="23423" y="10301"/>
                  <a:pt x="23201" y="10230"/>
                  <a:pt x="22948" y="10230"/>
                </a:cubicBezTo>
                <a:cubicBezTo>
                  <a:pt x="22612" y="10230"/>
                  <a:pt x="22221" y="10355"/>
                  <a:pt x="21803" y="10725"/>
                </a:cubicBezTo>
                <a:cubicBezTo>
                  <a:pt x="21615" y="10893"/>
                  <a:pt x="21469" y="11060"/>
                  <a:pt x="21301" y="11311"/>
                </a:cubicBezTo>
                <a:cubicBezTo>
                  <a:pt x="20736" y="9575"/>
                  <a:pt x="19983" y="8214"/>
                  <a:pt x="19000" y="7482"/>
                </a:cubicBezTo>
                <a:cubicBezTo>
                  <a:pt x="18446" y="7067"/>
                  <a:pt x="17847" y="6855"/>
                  <a:pt x="17203" y="6855"/>
                </a:cubicBezTo>
                <a:cubicBezTo>
                  <a:pt x="16971" y="6855"/>
                  <a:pt x="16733" y="6883"/>
                  <a:pt x="16489" y="6938"/>
                </a:cubicBezTo>
                <a:cubicBezTo>
                  <a:pt x="16363" y="6603"/>
                  <a:pt x="16259" y="6248"/>
                  <a:pt x="16133" y="5913"/>
                </a:cubicBezTo>
                <a:cubicBezTo>
                  <a:pt x="14752" y="2251"/>
                  <a:pt x="13120" y="326"/>
                  <a:pt x="11321" y="117"/>
                </a:cubicBezTo>
                <a:cubicBezTo>
                  <a:pt x="11190" y="104"/>
                  <a:pt x="11061" y="97"/>
                  <a:pt x="10933" y="97"/>
                </a:cubicBezTo>
                <a:cubicBezTo>
                  <a:pt x="10041" y="97"/>
                  <a:pt x="9228" y="418"/>
                  <a:pt x="8496" y="1059"/>
                </a:cubicBezTo>
                <a:cubicBezTo>
                  <a:pt x="8412" y="1100"/>
                  <a:pt x="8370" y="1184"/>
                  <a:pt x="8287" y="1226"/>
                </a:cubicBezTo>
                <a:cubicBezTo>
                  <a:pt x="7743" y="473"/>
                  <a:pt x="7136" y="54"/>
                  <a:pt x="6508" y="12"/>
                </a:cubicBezTo>
                <a:cubicBezTo>
                  <a:pt x="6411" y="4"/>
                  <a:pt x="6316" y="0"/>
                  <a:pt x="6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46"/>
          <p:cNvSpPr txBox="1">
            <a:spLocks noGrp="1"/>
          </p:cNvSpPr>
          <p:nvPr>
            <p:ph type="title"/>
          </p:nvPr>
        </p:nvSpPr>
        <p:spPr>
          <a:xfrm>
            <a:off x="713225" y="1676000"/>
            <a:ext cx="4208700" cy="179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Awesome words</a:t>
            </a:r>
            <a:endParaRPr/>
          </a:p>
        </p:txBody>
      </p:sp>
      <p:grpSp>
        <p:nvGrpSpPr>
          <p:cNvPr id="954" name="Google Shape;954;p46"/>
          <p:cNvGrpSpPr/>
          <p:nvPr/>
        </p:nvGrpSpPr>
        <p:grpSpPr>
          <a:xfrm flipH="1">
            <a:off x="5394607" y="1838538"/>
            <a:ext cx="2858000" cy="2756375"/>
            <a:chOff x="1205838" y="2855713"/>
            <a:chExt cx="2858000" cy="2756375"/>
          </a:xfrm>
        </p:grpSpPr>
        <p:grpSp>
          <p:nvGrpSpPr>
            <p:cNvPr id="955" name="Google Shape;955;p46"/>
            <p:cNvGrpSpPr/>
            <p:nvPr/>
          </p:nvGrpSpPr>
          <p:grpSpPr>
            <a:xfrm>
              <a:off x="1205838" y="2855713"/>
              <a:ext cx="2589388" cy="2756375"/>
              <a:chOff x="1205838" y="2855713"/>
              <a:chExt cx="2589388" cy="2756375"/>
            </a:xfrm>
          </p:grpSpPr>
          <p:sp>
            <p:nvSpPr>
              <p:cNvPr id="956" name="Google Shape;956;p46"/>
              <p:cNvSpPr/>
              <p:nvPr/>
            </p:nvSpPr>
            <p:spPr>
              <a:xfrm>
                <a:off x="1205838" y="4707263"/>
                <a:ext cx="2395900" cy="746400"/>
              </a:xfrm>
              <a:custGeom>
                <a:avLst/>
                <a:gdLst/>
                <a:ahLst/>
                <a:cxnLst/>
                <a:rect l="l" t="t" r="r" b="b"/>
                <a:pathLst>
                  <a:path w="95836" h="29856" extrusionOk="0">
                    <a:moveTo>
                      <a:pt x="47902" y="0"/>
                    </a:moveTo>
                    <a:cubicBezTo>
                      <a:pt x="21449" y="0"/>
                      <a:pt x="1" y="6705"/>
                      <a:pt x="1" y="14944"/>
                    </a:cubicBezTo>
                    <a:cubicBezTo>
                      <a:pt x="1" y="23184"/>
                      <a:pt x="21449" y="29855"/>
                      <a:pt x="47902" y="29855"/>
                    </a:cubicBezTo>
                    <a:cubicBezTo>
                      <a:pt x="74354" y="29855"/>
                      <a:pt x="95836" y="23184"/>
                      <a:pt x="95836" y="14944"/>
                    </a:cubicBezTo>
                    <a:cubicBezTo>
                      <a:pt x="95836" y="6705"/>
                      <a:pt x="74354" y="0"/>
                      <a:pt x="47902" y="0"/>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46"/>
              <p:cNvGrpSpPr/>
              <p:nvPr/>
            </p:nvGrpSpPr>
            <p:grpSpPr>
              <a:xfrm>
                <a:off x="1518575" y="2855713"/>
                <a:ext cx="2276650" cy="2756375"/>
                <a:chOff x="1518575" y="2855713"/>
                <a:chExt cx="2276650" cy="2756375"/>
              </a:xfrm>
            </p:grpSpPr>
            <p:sp>
              <p:nvSpPr>
                <p:cNvPr id="958" name="Google Shape;958;p46"/>
                <p:cNvSpPr/>
                <p:nvPr/>
              </p:nvSpPr>
              <p:spPr>
                <a:xfrm>
                  <a:off x="1519400" y="3431413"/>
                  <a:ext cx="1751275" cy="1713675"/>
                </a:xfrm>
                <a:custGeom>
                  <a:avLst/>
                  <a:gdLst/>
                  <a:ahLst/>
                  <a:cxnLst/>
                  <a:rect l="l" t="t" r="r" b="b"/>
                  <a:pathLst>
                    <a:path w="70051" h="68547" extrusionOk="0">
                      <a:moveTo>
                        <a:pt x="28516" y="0"/>
                      </a:moveTo>
                      <a:cubicBezTo>
                        <a:pt x="24817" y="0"/>
                        <a:pt x="18208" y="607"/>
                        <a:pt x="13310" y="4434"/>
                      </a:cubicBezTo>
                      <a:cubicBezTo>
                        <a:pt x="6172" y="10005"/>
                        <a:pt x="1" y="33288"/>
                        <a:pt x="168" y="44463"/>
                      </a:cubicBezTo>
                      <a:cubicBezTo>
                        <a:pt x="301" y="55638"/>
                        <a:pt x="4471" y="61175"/>
                        <a:pt x="14878" y="65745"/>
                      </a:cubicBezTo>
                      <a:cubicBezTo>
                        <a:pt x="19392" y="67735"/>
                        <a:pt x="25589" y="68547"/>
                        <a:pt x="32049" y="68547"/>
                      </a:cubicBezTo>
                      <a:cubicBezTo>
                        <a:pt x="40532" y="68547"/>
                        <a:pt x="49468" y="67147"/>
                        <a:pt x="55641" y="65178"/>
                      </a:cubicBezTo>
                      <a:cubicBezTo>
                        <a:pt x="66482" y="61775"/>
                        <a:pt x="70051" y="49767"/>
                        <a:pt x="69918" y="43329"/>
                      </a:cubicBezTo>
                      <a:cubicBezTo>
                        <a:pt x="69817" y="36924"/>
                        <a:pt x="62646" y="29486"/>
                        <a:pt x="60211" y="27918"/>
                      </a:cubicBezTo>
                      <a:cubicBezTo>
                        <a:pt x="57809" y="26317"/>
                        <a:pt x="50904" y="23081"/>
                        <a:pt x="47502" y="17911"/>
                      </a:cubicBezTo>
                      <a:cubicBezTo>
                        <a:pt x="44066" y="12740"/>
                        <a:pt x="39029" y="1566"/>
                        <a:pt x="31323" y="131"/>
                      </a:cubicBezTo>
                      <a:cubicBezTo>
                        <a:pt x="31323" y="131"/>
                        <a:pt x="30233" y="0"/>
                        <a:pt x="28516" y="0"/>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6"/>
                <p:cNvSpPr/>
                <p:nvPr/>
              </p:nvSpPr>
              <p:spPr>
                <a:xfrm>
                  <a:off x="1518575" y="3538088"/>
                  <a:ext cx="1440225" cy="1605075"/>
                </a:xfrm>
                <a:custGeom>
                  <a:avLst/>
                  <a:gdLst/>
                  <a:ahLst/>
                  <a:cxnLst/>
                  <a:rect l="l" t="t" r="r" b="b"/>
                  <a:pathLst>
                    <a:path w="57609" h="64203" extrusionOk="0">
                      <a:moveTo>
                        <a:pt x="13410" y="1"/>
                      </a:moveTo>
                      <a:cubicBezTo>
                        <a:pt x="13377" y="34"/>
                        <a:pt x="13343" y="34"/>
                        <a:pt x="13310" y="67"/>
                      </a:cubicBezTo>
                      <a:cubicBezTo>
                        <a:pt x="6172" y="5671"/>
                        <a:pt x="1" y="28921"/>
                        <a:pt x="167" y="40096"/>
                      </a:cubicBezTo>
                      <a:cubicBezTo>
                        <a:pt x="301" y="51271"/>
                        <a:pt x="4470" y="56841"/>
                        <a:pt x="14878" y="61411"/>
                      </a:cubicBezTo>
                      <a:cubicBezTo>
                        <a:pt x="19379" y="63396"/>
                        <a:pt x="25549" y="64202"/>
                        <a:pt x="31983" y="64202"/>
                      </a:cubicBezTo>
                      <a:cubicBezTo>
                        <a:pt x="40472" y="64202"/>
                        <a:pt x="49421" y="62799"/>
                        <a:pt x="55607" y="60844"/>
                      </a:cubicBezTo>
                      <a:cubicBezTo>
                        <a:pt x="56341" y="60711"/>
                        <a:pt x="57008" y="60410"/>
                        <a:pt x="57608" y="60110"/>
                      </a:cubicBezTo>
                      <a:cubicBezTo>
                        <a:pt x="53505" y="59577"/>
                        <a:pt x="48669" y="58442"/>
                        <a:pt x="44933" y="56207"/>
                      </a:cubicBezTo>
                      <a:cubicBezTo>
                        <a:pt x="37160" y="51504"/>
                        <a:pt x="35226" y="42564"/>
                        <a:pt x="32424" y="39229"/>
                      </a:cubicBezTo>
                      <a:cubicBezTo>
                        <a:pt x="29655" y="35893"/>
                        <a:pt x="24652" y="36193"/>
                        <a:pt x="22417" y="32557"/>
                      </a:cubicBezTo>
                      <a:cubicBezTo>
                        <a:pt x="20215" y="28921"/>
                        <a:pt x="23818" y="2235"/>
                        <a:pt x="17413" y="568"/>
                      </a:cubicBezTo>
                      <a:cubicBezTo>
                        <a:pt x="16145" y="201"/>
                        <a:pt x="14811" y="1"/>
                        <a:pt x="13410" y="1"/>
                      </a:cubicBezTo>
                      <a:close/>
                    </a:path>
                  </a:pathLst>
                </a:custGeom>
                <a:solidFill>
                  <a:srgbClr val="000000">
                    <a:alpha val="20130"/>
                  </a:srgb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6"/>
                <p:cNvSpPr/>
                <p:nvPr/>
              </p:nvSpPr>
              <p:spPr>
                <a:xfrm>
                  <a:off x="1519400" y="3402163"/>
                  <a:ext cx="1751275" cy="1787975"/>
                </a:xfrm>
                <a:custGeom>
                  <a:avLst/>
                  <a:gdLst/>
                  <a:ahLst/>
                  <a:cxnLst/>
                  <a:rect l="l" t="t" r="r" b="b"/>
                  <a:pathLst>
                    <a:path w="70051" h="71519" fill="none" extrusionOk="0">
                      <a:moveTo>
                        <a:pt x="31323" y="1301"/>
                      </a:moveTo>
                      <a:cubicBezTo>
                        <a:pt x="31323" y="1301"/>
                        <a:pt x="20482" y="0"/>
                        <a:pt x="13310" y="5604"/>
                      </a:cubicBezTo>
                      <a:cubicBezTo>
                        <a:pt x="6172" y="11175"/>
                        <a:pt x="1" y="34458"/>
                        <a:pt x="168" y="45633"/>
                      </a:cubicBezTo>
                      <a:cubicBezTo>
                        <a:pt x="301" y="56808"/>
                        <a:pt x="4471" y="62345"/>
                        <a:pt x="14878" y="66915"/>
                      </a:cubicBezTo>
                      <a:cubicBezTo>
                        <a:pt x="25319" y="71518"/>
                        <a:pt x="44766" y="69817"/>
                        <a:pt x="55641" y="66348"/>
                      </a:cubicBezTo>
                      <a:cubicBezTo>
                        <a:pt x="66482" y="62945"/>
                        <a:pt x="70051" y="50937"/>
                        <a:pt x="69918" y="44499"/>
                      </a:cubicBezTo>
                      <a:cubicBezTo>
                        <a:pt x="69817" y="38094"/>
                        <a:pt x="62646" y="30656"/>
                        <a:pt x="60211" y="29088"/>
                      </a:cubicBezTo>
                      <a:cubicBezTo>
                        <a:pt x="57809" y="27487"/>
                        <a:pt x="50904" y="24251"/>
                        <a:pt x="47502" y="19081"/>
                      </a:cubicBezTo>
                      <a:cubicBezTo>
                        <a:pt x="44066" y="13910"/>
                        <a:pt x="39029" y="2736"/>
                        <a:pt x="31323" y="1301"/>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6"/>
                <p:cNvSpPr/>
                <p:nvPr/>
              </p:nvSpPr>
              <p:spPr>
                <a:xfrm>
                  <a:off x="1824625" y="3540813"/>
                  <a:ext cx="1102475" cy="807050"/>
                </a:xfrm>
                <a:custGeom>
                  <a:avLst/>
                  <a:gdLst/>
                  <a:ahLst/>
                  <a:cxnLst/>
                  <a:rect l="l" t="t" r="r" b="b"/>
                  <a:pathLst>
                    <a:path w="44099" h="32282" extrusionOk="0">
                      <a:moveTo>
                        <a:pt x="22692" y="0"/>
                      </a:moveTo>
                      <a:cubicBezTo>
                        <a:pt x="21664" y="0"/>
                        <a:pt x="20873" y="35"/>
                        <a:pt x="20582" y="92"/>
                      </a:cubicBezTo>
                      <a:cubicBezTo>
                        <a:pt x="19548" y="292"/>
                        <a:pt x="14811" y="792"/>
                        <a:pt x="14811" y="792"/>
                      </a:cubicBezTo>
                      <a:cubicBezTo>
                        <a:pt x="14811" y="792"/>
                        <a:pt x="7740" y="2126"/>
                        <a:pt x="6472" y="3394"/>
                      </a:cubicBezTo>
                      <a:cubicBezTo>
                        <a:pt x="5238" y="4628"/>
                        <a:pt x="1" y="24242"/>
                        <a:pt x="1" y="24242"/>
                      </a:cubicBezTo>
                      <a:cubicBezTo>
                        <a:pt x="631" y="24099"/>
                        <a:pt x="1267" y="24023"/>
                        <a:pt x="1902" y="24023"/>
                      </a:cubicBezTo>
                      <a:cubicBezTo>
                        <a:pt x="2745" y="24023"/>
                        <a:pt x="3585" y="24157"/>
                        <a:pt x="4404" y="24442"/>
                      </a:cubicBezTo>
                      <a:cubicBezTo>
                        <a:pt x="6472" y="25276"/>
                        <a:pt x="6672" y="27445"/>
                        <a:pt x="6906" y="28545"/>
                      </a:cubicBezTo>
                      <a:cubicBezTo>
                        <a:pt x="7072" y="29780"/>
                        <a:pt x="7172" y="31047"/>
                        <a:pt x="7239" y="32281"/>
                      </a:cubicBezTo>
                      <a:cubicBezTo>
                        <a:pt x="7239" y="32281"/>
                        <a:pt x="28288" y="30413"/>
                        <a:pt x="32791" y="29379"/>
                      </a:cubicBezTo>
                      <a:cubicBezTo>
                        <a:pt x="37294" y="28312"/>
                        <a:pt x="44099" y="27878"/>
                        <a:pt x="44099" y="27878"/>
                      </a:cubicBezTo>
                      <a:cubicBezTo>
                        <a:pt x="44099" y="27878"/>
                        <a:pt x="32591" y="1893"/>
                        <a:pt x="30789" y="926"/>
                      </a:cubicBezTo>
                      <a:cubicBezTo>
                        <a:pt x="29494" y="230"/>
                        <a:pt x="25321" y="0"/>
                        <a:pt x="22692" y="0"/>
                      </a:cubicBezTo>
                      <a:close/>
                    </a:path>
                  </a:pathLst>
                </a:custGeom>
                <a:solidFill>
                  <a:schemeClr val="accen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6"/>
                <p:cNvSpPr/>
                <p:nvPr/>
              </p:nvSpPr>
              <p:spPr>
                <a:xfrm>
                  <a:off x="2020600" y="3800788"/>
                  <a:ext cx="44225" cy="361950"/>
                </a:xfrm>
                <a:custGeom>
                  <a:avLst/>
                  <a:gdLst/>
                  <a:ahLst/>
                  <a:cxnLst/>
                  <a:rect l="l" t="t" r="r" b="b"/>
                  <a:pathLst>
                    <a:path w="1769" h="14478" fill="none" extrusionOk="0">
                      <a:moveTo>
                        <a:pt x="1" y="14477"/>
                      </a:moveTo>
                      <a:lnTo>
                        <a:pt x="1769" y="0"/>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6"/>
                <p:cNvSpPr/>
                <p:nvPr/>
              </p:nvSpPr>
              <p:spPr>
                <a:xfrm>
                  <a:off x="2054800" y="3818288"/>
                  <a:ext cx="60050" cy="78425"/>
                </a:xfrm>
                <a:custGeom>
                  <a:avLst/>
                  <a:gdLst/>
                  <a:ahLst/>
                  <a:cxnLst/>
                  <a:rect l="l" t="t" r="r" b="b"/>
                  <a:pathLst>
                    <a:path w="2402" h="3137" fill="none" extrusionOk="0">
                      <a:moveTo>
                        <a:pt x="0" y="3136"/>
                      </a:moveTo>
                      <a:lnTo>
                        <a:pt x="2402" y="1"/>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6"/>
                <p:cNvSpPr/>
                <p:nvPr/>
              </p:nvSpPr>
              <p:spPr>
                <a:xfrm>
                  <a:off x="2234925" y="3889163"/>
                  <a:ext cx="281050" cy="54250"/>
                </a:xfrm>
                <a:custGeom>
                  <a:avLst/>
                  <a:gdLst/>
                  <a:ahLst/>
                  <a:cxnLst/>
                  <a:rect l="l" t="t" r="r" b="b"/>
                  <a:pathLst>
                    <a:path w="11242" h="2170" fill="none" extrusionOk="0">
                      <a:moveTo>
                        <a:pt x="0" y="2169"/>
                      </a:moveTo>
                      <a:cubicBezTo>
                        <a:pt x="0" y="2169"/>
                        <a:pt x="6739" y="1"/>
                        <a:pt x="11242" y="1"/>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6"/>
                <p:cNvSpPr/>
                <p:nvPr/>
              </p:nvSpPr>
              <p:spPr>
                <a:xfrm>
                  <a:off x="2382525" y="3794113"/>
                  <a:ext cx="112600" cy="221000"/>
                </a:xfrm>
                <a:custGeom>
                  <a:avLst/>
                  <a:gdLst/>
                  <a:ahLst/>
                  <a:cxnLst/>
                  <a:rect l="l" t="t" r="r" b="b"/>
                  <a:pathLst>
                    <a:path w="4504" h="8840" fill="none" extrusionOk="0">
                      <a:moveTo>
                        <a:pt x="468" y="0"/>
                      </a:moveTo>
                      <a:lnTo>
                        <a:pt x="1" y="3469"/>
                      </a:lnTo>
                      <a:cubicBezTo>
                        <a:pt x="1" y="3469"/>
                        <a:pt x="1168" y="3469"/>
                        <a:pt x="1268" y="3970"/>
                      </a:cubicBezTo>
                      <a:cubicBezTo>
                        <a:pt x="1268" y="4337"/>
                        <a:pt x="1135" y="4737"/>
                        <a:pt x="835" y="5004"/>
                      </a:cubicBezTo>
                      <a:cubicBezTo>
                        <a:pt x="835" y="5004"/>
                        <a:pt x="4104" y="6772"/>
                        <a:pt x="4504" y="8840"/>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6"/>
                <p:cNvSpPr/>
                <p:nvPr/>
              </p:nvSpPr>
              <p:spPr>
                <a:xfrm>
                  <a:off x="2166550" y="3455838"/>
                  <a:ext cx="332750" cy="329125"/>
                </a:xfrm>
                <a:custGeom>
                  <a:avLst/>
                  <a:gdLst/>
                  <a:ahLst/>
                  <a:cxnLst/>
                  <a:rect l="l" t="t" r="r" b="b"/>
                  <a:pathLst>
                    <a:path w="13310" h="13165" extrusionOk="0">
                      <a:moveTo>
                        <a:pt x="6985" y="1"/>
                      </a:moveTo>
                      <a:cubicBezTo>
                        <a:pt x="6253" y="1"/>
                        <a:pt x="5563" y="157"/>
                        <a:pt x="5004" y="288"/>
                      </a:cubicBezTo>
                      <a:cubicBezTo>
                        <a:pt x="5004" y="288"/>
                        <a:pt x="1134" y="1523"/>
                        <a:pt x="567" y="2490"/>
                      </a:cubicBezTo>
                      <a:cubicBezTo>
                        <a:pt x="0" y="3457"/>
                        <a:pt x="434" y="10296"/>
                        <a:pt x="434" y="11129"/>
                      </a:cubicBezTo>
                      <a:cubicBezTo>
                        <a:pt x="434" y="11314"/>
                        <a:pt x="458" y="11392"/>
                        <a:pt x="500" y="11392"/>
                      </a:cubicBezTo>
                      <a:cubicBezTo>
                        <a:pt x="650" y="11392"/>
                        <a:pt x="1022" y="10416"/>
                        <a:pt x="1334" y="9662"/>
                      </a:cubicBezTo>
                      <a:cubicBezTo>
                        <a:pt x="1754" y="8727"/>
                        <a:pt x="3139" y="7355"/>
                        <a:pt x="3683" y="7355"/>
                      </a:cubicBezTo>
                      <a:cubicBezTo>
                        <a:pt x="3702" y="7355"/>
                        <a:pt x="3719" y="7357"/>
                        <a:pt x="3736" y="7360"/>
                      </a:cubicBezTo>
                      <a:cubicBezTo>
                        <a:pt x="4236" y="7494"/>
                        <a:pt x="4470" y="8094"/>
                        <a:pt x="4470" y="8961"/>
                      </a:cubicBezTo>
                      <a:cubicBezTo>
                        <a:pt x="4470" y="9862"/>
                        <a:pt x="5604" y="11129"/>
                        <a:pt x="6571" y="11797"/>
                      </a:cubicBezTo>
                      <a:cubicBezTo>
                        <a:pt x="7505" y="12464"/>
                        <a:pt x="8439" y="13164"/>
                        <a:pt x="8439" y="13164"/>
                      </a:cubicBezTo>
                      <a:cubicBezTo>
                        <a:pt x="8439" y="13164"/>
                        <a:pt x="10441" y="10262"/>
                        <a:pt x="10941" y="9495"/>
                      </a:cubicBezTo>
                      <a:cubicBezTo>
                        <a:pt x="11442" y="8761"/>
                        <a:pt x="11342" y="7127"/>
                        <a:pt x="11442" y="6593"/>
                      </a:cubicBezTo>
                      <a:cubicBezTo>
                        <a:pt x="11450" y="6524"/>
                        <a:pt x="11475" y="6495"/>
                        <a:pt x="11515" y="6495"/>
                      </a:cubicBezTo>
                      <a:cubicBezTo>
                        <a:pt x="11759" y="6495"/>
                        <a:pt x="12529" y="7636"/>
                        <a:pt x="12875" y="7636"/>
                      </a:cubicBezTo>
                      <a:cubicBezTo>
                        <a:pt x="12933" y="7636"/>
                        <a:pt x="12980" y="7603"/>
                        <a:pt x="13009" y="7527"/>
                      </a:cubicBezTo>
                      <a:cubicBezTo>
                        <a:pt x="13310" y="6993"/>
                        <a:pt x="12409" y="6493"/>
                        <a:pt x="11442" y="4958"/>
                      </a:cubicBezTo>
                      <a:cubicBezTo>
                        <a:pt x="10474" y="3424"/>
                        <a:pt x="10741" y="1823"/>
                        <a:pt x="9273" y="689"/>
                      </a:cubicBezTo>
                      <a:cubicBezTo>
                        <a:pt x="8530" y="165"/>
                        <a:pt x="7735" y="1"/>
                        <a:pt x="6985" y="1"/>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6"/>
                <p:cNvSpPr/>
                <p:nvPr/>
              </p:nvSpPr>
              <p:spPr>
                <a:xfrm>
                  <a:off x="2166550" y="3447188"/>
                  <a:ext cx="332750" cy="337775"/>
                </a:xfrm>
                <a:custGeom>
                  <a:avLst/>
                  <a:gdLst/>
                  <a:ahLst/>
                  <a:cxnLst/>
                  <a:rect l="l" t="t" r="r" b="b"/>
                  <a:pathLst>
                    <a:path w="13310" h="13511" fill="none" extrusionOk="0">
                      <a:moveTo>
                        <a:pt x="5004" y="634"/>
                      </a:moveTo>
                      <a:cubicBezTo>
                        <a:pt x="5004" y="634"/>
                        <a:pt x="1134" y="1869"/>
                        <a:pt x="567" y="2836"/>
                      </a:cubicBezTo>
                      <a:cubicBezTo>
                        <a:pt x="0" y="3803"/>
                        <a:pt x="434" y="10642"/>
                        <a:pt x="434" y="11475"/>
                      </a:cubicBezTo>
                      <a:cubicBezTo>
                        <a:pt x="434" y="12309"/>
                        <a:pt x="934" y="10975"/>
                        <a:pt x="1334" y="10008"/>
                      </a:cubicBezTo>
                      <a:cubicBezTo>
                        <a:pt x="1768" y="9040"/>
                        <a:pt x="3236" y="7606"/>
                        <a:pt x="3736" y="7706"/>
                      </a:cubicBezTo>
                      <a:cubicBezTo>
                        <a:pt x="4236" y="7840"/>
                        <a:pt x="4470" y="8440"/>
                        <a:pt x="4470" y="9307"/>
                      </a:cubicBezTo>
                      <a:cubicBezTo>
                        <a:pt x="4470" y="10208"/>
                        <a:pt x="5604" y="11475"/>
                        <a:pt x="6571" y="12143"/>
                      </a:cubicBezTo>
                      <a:cubicBezTo>
                        <a:pt x="7505" y="12810"/>
                        <a:pt x="8439" y="13510"/>
                        <a:pt x="8439" y="13510"/>
                      </a:cubicBezTo>
                      <a:cubicBezTo>
                        <a:pt x="8439" y="13510"/>
                        <a:pt x="10441" y="10608"/>
                        <a:pt x="10941" y="9841"/>
                      </a:cubicBezTo>
                      <a:cubicBezTo>
                        <a:pt x="11442" y="9107"/>
                        <a:pt x="11342" y="7473"/>
                        <a:pt x="11442" y="6939"/>
                      </a:cubicBezTo>
                      <a:cubicBezTo>
                        <a:pt x="11508" y="6372"/>
                        <a:pt x="12776" y="8473"/>
                        <a:pt x="13009" y="7873"/>
                      </a:cubicBezTo>
                      <a:cubicBezTo>
                        <a:pt x="13310" y="7339"/>
                        <a:pt x="12409" y="6839"/>
                        <a:pt x="11442" y="5304"/>
                      </a:cubicBezTo>
                      <a:cubicBezTo>
                        <a:pt x="10474" y="3770"/>
                        <a:pt x="10741" y="2169"/>
                        <a:pt x="9273" y="1035"/>
                      </a:cubicBezTo>
                      <a:cubicBezTo>
                        <a:pt x="7806" y="1"/>
                        <a:pt x="6138" y="368"/>
                        <a:pt x="5004" y="634"/>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6"/>
                <p:cNvSpPr/>
                <p:nvPr/>
              </p:nvSpPr>
              <p:spPr>
                <a:xfrm>
                  <a:off x="1743750" y="4072688"/>
                  <a:ext cx="318575" cy="238475"/>
                </a:xfrm>
                <a:custGeom>
                  <a:avLst/>
                  <a:gdLst/>
                  <a:ahLst/>
                  <a:cxnLst/>
                  <a:rect l="l" t="t" r="r" b="b"/>
                  <a:pathLst>
                    <a:path w="12743" h="9539" extrusionOk="0">
                      <a:moveTo>
                        <a:pt x="6847" y="1"/>
                      </a:moveTo>
                      <a:cubicBezTo>
                        <a:pt x="4068" y="1"/>
                        <a:pt x="959" y="2186"/>
                        <a:pt x="834" y="2967"/>
                      </a:cubicBezTo>
                      <a:cubicBezTo>
                        <a:pt x="701" y="3801"/>
                        <a:pt x="0" y="8304"/>
                        <a:pt x="500" y="8872"/>
                      </a:cubicBezTo>
                      <a:cubicBezTo>
                        <a:pt x="783" y="9210"/>
                        <a:pt x="1543" y="9538"/>
                        <a:pt x="2841" y="9538"/>
                      </a:cubicBezTo>
                      <a:cubicBezTo>
                        <a:pt x="3843" y="9538"/>
                        <a:pt x="5167" y="9343"/>
                        <a:pt x="6838" y="8805"/>
                      </a:cubicBezTo>
                      <a:cubicBezTo>
                        <a:pt x="10674" y="7537"/>
                        <a:pt x="12342" y="6003"/>
                        <a:pt x="12742" y="3801"/>
                      </a:cubicBezTo>
                      <a:cubicBezTo>
                        <a:pt x="12742" y="3801"/>
                        <a:pt x="10341" y="365"/>
                        <a:pt x="7405" y="32"/>
                      </a:cubicBezTo>
                      <a:cubicBezTo>
                        <a:pt x="7221" y="11"/>
                        <a:pt x="7035" y="1"/>
                        <a:pt x="6847" y="1"/>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6"/>
                <p:cNvSpPr/>
                <p:nvPr/>
              </p:nvSpPr>
              <p:spPr>
                <a:xfrm>
                  <a:off x="1743750" y="4065138"/>
                  <a:ext cx="318575" cy="258550"/>
                </a:xfrm>
                <a:custGeom>
                  <a:avLst/>
                  <a:gdLst/>
                  <a:ahLst/>
                  <a:cxnLst/>
                  <a:rect l="l" t="t" r="r" b="b"/>
                  <a:pathLst>
                    <a:path w="12743" h="10342" fill="none" extrusionOk="0">
                      <a:moveTo>
                        <a:pt x="12742" y="4103"/>
                      </a:moveTo>
                      <a:cubicBezTo>
                        <a:pt x="12742" y="4103"/>
                        <a:pt x="10341" y="667"/>
                        <a:pt x="7405" y="334"/>
                      </a:cubicBezTo>
                      <a:cubicBezTo>
                        <a:pt x="4503" y="0"/>
                        <a:pt x="967" y="2435"/>
                        <a:pt x="834" y="3269"/>
                      </a:cubicBezTo>
                      <a:cubicBezTo>
                        <a:pt x="701" y="4103"/>
                        <a:pt x="0" y="8606"/>
                        <a:pt x="500" y="9174"/>
                      </a:cubicBezTo>
                      <a:cubicBezTo>
                        <a:pt x="1001" y="9774"/>
                        <a:pt x="3002" y="10341"/>
                        <a:pt x="6838" y="9107"/>
                      </a:cubicBezTo>
                      <a:cubicBezTo>
                        <a:pt x="10674" y="7839"/>
                        <a:pt x="12342" y="6305"/>
                        <a:pt x="12742" y="4103"/>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6"/>
                <p:cNvSpPr/>
                <p:nvPr/>
              </p:nvSpPr>
              <p:spPr>
                <a:xfrm>
                  <a:off x="1755425" y="4020938"/>
                  <a:ext cx="882300" cy="346100"/>
                </a:xfrm>
                <a:custGeom>
                  <a:avLst/>
                  <a:gdLst/>
                  <a:ahLst/>
                  <a:cxnLst/>
                  <a:rect l="l" t="t" r="r" b="b"/>
                  <a:pathLst>
                    <a:path w="35292" h="13844" extrusionOk="0">
                      <a:moveTo>
                        <a:pt x="26686" y="0"/>
                      </a:moveTo>
                      <a:cubicBezTo>
                        <a:pt x="26052" y="0"/>
                        <a:pt x="11442" y="3670"/>
                        <a:pt x="9240" y="4504"/>
                      </a:cubicBezTo>
                      <a:cubicBezTo>
                        <a:pt x="7038" y="5338"/>
                        <a:pt x="4170" y="6839"/>
                        <a:pt x="4170" y="6839"/>
                      </a:cubicBezTo>
                      <a:cubicBezTo>
                        <a:pt x="4170" y="6839"/>
                        <a:pt x="234" y="8373"/>
                        <a:pt x="67" y="11409"/>
                      </a:cubicBezTo>
                      <a:cubicBezTo>
                        <a:pt x="0" y="13076"/>
                        <a:pt x="2769" y="13844"/>
                        <a:pt x="5704" y="13844"/>
                      </a:cubicBezTo>
                      <a:cubicBezTo>
                        <a:pt x="8606" y="13844"/>
                        <a:pt x="12776" y="10174"/>
                        <a:pt x="15511" y="8607"/>
                      </a:cubicBezTo>
                      <a:cubicBezTo>
                        <a:pt x="18213" y="7072"/>
                        <a:pt x="24451" y="3403"/>
                        <a:pt x="25185" y="3103"/>
                      </a:cubicBezTo>
                      <a:cubicBezTo>
                        <a:pt x="25285" y="3064"/>
                        <a:pt x="25424" y="3047"/>
                        <a:pt x="25590" y="3047"/>
                      </a:cubicBezTo>
                      <a:cubicBezTo>
                        <a:pt x="26582" y="3047"/>
                        <a:pt x="28564" y="3651"/>
                        <a:pt x="29421" y="3937"/>
                      </a:cubicBezTo>
                      <a:cubicBezTo>
                        <a:pt x="30422" y="4170"/>
                        <a:pt x="31422" y="4270"/>
                        <a:pt x="32423" y="4270"/>
                      </a:cubicBezTo>
                      <a:cubicBezTo>
                        <a:pt x="32423" y="4270"/>
                        <a:pt x="33891" y="6572"/>
                        <a:pt x="34591" y="6572"/>
                      </a:cubicBezTo>
                      <a:cubicBezTo>
                        <a:pt x="35292" y="6572"/>
                        <a:pt x="33024" y="3169"/>
                        <a:pt x="32723" y="2402"/>
                      </a:cubicBezTo>
                      <a:cubicBezTo>
                        <a:pt x="32423" y="1668"/>
                        <a:pt x="27286" y="0"/>
                        <a:pt x="26686"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6"/>
                <p:cNvSpPr/>
                <p:nvPr/>
              </p:nvSpPr>
              <p:spPr>
                <a:xfrm>
                  <a:off x="1755425" y="4020938"/>
                  <a:ext cx="882300" cy="346100"/>
                </a:xfrm>
                <a:custGeom>
                  <a:avLst/>
                  <a:gdLst/>
                  <a:ahLst/>
                  <a:cxnLst/>
                  <a:rect l="l" t="t" r="r" b="b"/>
                  <a:pathLst>
                    <a:path w="35292" h="13844" fill="none" extrusionOk="0">
                      <a:moveTo>
                        <a:pt x="4170" y="6839"/>
                      </a:moveTo>
                      <a:cubicBezTo>
                        <a:pt x="4170" y="6839"/>
                        <a:pt x="234" y="8373"/>
                        <a:pt x="67" y="11409"/>
                      </a:cubicBezTo>
                      <a:cubicBezTo>
                        <a:pt x="0" y="13076"/>
                        <a:pt x="2769" y="13844"/>
                        <a:pt x="5704" y="13844"/>
                      </a:cubicBezTo>
                      <a:cubicBezTo>
                        <a:pt x="8606" y="13844"/>
                        <a:pt x="12776" y="10174"/>
                        <a:pt x="15511" y="8607"/>
                      </a:cubicBezTo>
                      <a:cubicBezTo>
                        <a:pt x="18213" y="7072"/>
                        <a:pt x="24451" y="3403"/>
                        <a:pt x="25185" y="3103"/>
                      </a:cubicBezTo>
                      <a:cubicBezTo>
                        <a:pt x="25885" y="2836"/>
                        <a:pt x="28420" y="3603"/>
                        <a:pt x="29421" y="3937"/>
                      </a:cubicBezTo>
                      <a:cubicBezTo>
                        <a:pt x="30422" y="4170"/>
                        <a:pt x="31422" y="4270"/>
                        <a:pt x="32423" y="4270"/>
                      </a:cubicBezTo>
                      <a:cubicBezTo>
                        <a:pt x="32423" y="4270"/>
                        <a:pt x="33891" y="6572"/>
                        <a:pt x="34591" y="6572"/>
                      </a:cubicBezTo>
                      <a:cubicBezTo>
                        <a:pt x="35292" y="6572"/>
                        <a:pt x="33024" y="3169"/>
                        <a:pt x="32723" y="2402"/>
                      </a:cubicBezTo>
                      <a:cubicBezTo>
                        <a:pt x="32423" y="1668"/>
                        <a:pt x="27286" y="0"/>
                        <a:pt x="26686" y="0"/>
                      </a:cubicBezTo>
                      <a:cubicBezTo>
                        <a:pt x="26052" y="0"/>
                        <a:pt x="11442" y="3670"/>
                        <a:pt x="9240" y="4504"/>
                      </a:cubicBezTo>
                      <a:cubicBezTo>
                        <a:pt x="7038" y="5338"/>
                        <a:pt x="4170" y="6839"/>
                        <a:pt x="4170" y="683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6"/>
                <p:cNvSpPr/>
                <p:nvPr/>
              </p:nvSpPr>
              <p:spPr>
                <a:xfrm>
                  <a:off x="2541800" y="3590563"/>
                  <a:ext cx="662175" cy="470425"/>
                </a:xfrm>
                <a:custGeom>
                  <a:avLst/>
                  <a:gdLst/>
                  <a:ahLst/>
                  <a:cxnLst/>
                  <a:rect l="l" t="t" r="r" b="b"/>
                  <a:pathLst>
                    <a:path w="26487" h="18817" extrusionOk="0">
                      <a:moveTo>
                        <a:pt x="4198" y="1"/>
                      </a:moveTo>
                      <a:cubicBezTo>
                        <a:pt x="3695" y="1"/>
                        <a:pt x="3265" y="329"/>
                        <a:pt x="3170" y="870"/>
                      </a:cubicBezTo>
                      <a:lnTo>
                        <a:pt x="1" y="18750"/>
                      </a:lnTo>
                      <a:lnTo>
                        <a:pt x="22951" y="18817"/>
                      </a:lnTo>
                      <a:lnTo>
                        <a:pt x="26353" y="1904"/>
                      </a:lnTo>
                      <a:cubicBezTo>
                        <a:pt x="26486" y="1304"/>
                        <a:pt x="26119" y="770"/>
                        <a:pt x="25519" y="637"/>
                      </a:cubicBezTo>
                      <a:lnTo>
                        <a:pt x="25352" y="637"/>
                      </a:lnTo>
                      <a:lnTo>
                        <a:pt x="4271" y="3"/>
                      </a:lnTo>
                      <a:cubicBezTo>
                        <a:pt x="4246" y="2"/>
                        <a:pt x="4222" y="1"/>
                        <a:pt x="4198" y="1"/>
                      </a:cubicBezTo>
                      <a:close/>
                    </a:path>
                  </a:pathLst>
                </a:custGeom>
                <a:solidFill>
                  <a:schemeClr val="accent5"/>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6"/>
                <p:cNvSpPr/>
                <p:nvPr/>
              </p:nvSpPr>
              <p:spPr>
                <a:xfrm>
                  <a:off x="2263275" y="4058463"/>
                  <a:ext cx="852300" cy="197675"/>
                </a:xfrm>
                <a:custGeom>
                  <a:avLst/>
                  <a:gdLst/>
                  <a:ahLst/>
                  <a:cxnLst/>
                  <a:rect l="l" t="t" r="r" b="b"/>
                  <a:pathLst>
                    <a:path w="34092" h="7907" extrusionOk="0">
                      <a:moveTo>
                        <a:pt x="11142" y="0"/>
                      </a:moveTo>
                      <a:lnTo>
                        <a:pt x="1" y="7906"/>
                      </a:lnTo>
                      <a:lnTo>
                        <a:pt x="25485" y="7172"/>
                      </a:lnTo>
                      <a:lnTo>
                        <a:pt x="34092" y="101"/>
                      </a:lnTo>
                      <a:lnTo>
                        <a:pt x="11142" y="0"/>
                      </a:ln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6"/>
                <p:cNvSpPr/>
                <p:nvPr/>
              </p:nvSpPr>
              <p:spPr>
                <a:xfrm>
                  <a:off x="2263275" y="4058463"/>
                  <a:ext cx="852300" cy="197675"/>
                </a:xfrm>
                <a:custGeom>
                  <a:avLst/>
                  <a:gdLst/>
                  <a:ahLst/>
                  <a:cxnLst/>
                  <a:rect l="l" t="t" r="r" b="b"/>
                  <a:pathLst>
                    <a:path w="34092" h="7907" extrusionOk="0">
                      <a:moveTo>
                        <a:pt x="11142" y="0"/>
                      </a:moveTo>
                      <a:lnTo>
                        <a:pt x="1" y="7906"/>
                      </a:lnTo>
                      <a:lnTo>
                        <a:pt x="25485" y="7172"/>
                      </a:lnTo>
                      <a:lnTo>
                        <a:pt x="34092" y="101"/>
                      </a:lnTo>
                      <a:lnTo>
                        <a:pt x="11142" y="0"/>
                      </a:lnTo>
                      <a:close/>
                    </a:path>
                  </a:pathLst>
                </a:custGeom>
                <a:solidFill>
                  <a:srgbClr val="92E3A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6"/>
                <p:cNvSpPr/>
                <p:nvPr/>
              </p:nvSpPr>
              <p:spPr>
                <a:xfrm>
                  <a:off x="2263275" y="4058463"/>
                  <a:ext cx="852300" cy="197675"/>
                </a:xfrm>
                <a:custGeom>
                  <a:avLst/>
                  <a:gdLst/>
                  <a:ahLst/>
                  <a:cxnLst/>
                  <a:rect l="l" t="t" r="r" b="b"/>
                  <a:pathLst>
                    <a:path w="34092" h="7907" extrusionOk="0">
                      <a:moveTo>
                        <a:pt x="11142" y="0"/>
                      </a:moveTo>
                      <a:lnTo>
                        <a:pt x="1" y="7906"/>
                      </a:lnTo>
                      <a:lnTo>
                        <a:pt x="25485" y="7172"/>
                      </a:lnTo>
                      <a:lnTo>
                        <a:pt x="34092" y="101"/>
                      </a:lnTo>
                      <a:lnTo>
                        <a:pt x="11142" y="0"/>
                      </a:ln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6"/>
                <p:cNvSpPr/>
                <p:nvPr/>
              </p:nvSpPr>
              <p:spPr>
                <a:xfrm>
                  <a:off x="2263275" y="4058463"/>
                  <a:ext cx="852300" cy="197675"/>
                </a:xfrm>
                <a:custGeom>
                  <a:avLst/>
                  <a:gdLst/>
                  <a:ahLst/>
                  <a:cxnLst/>
                  <a:rect l="l" t="t" r="r" b="b"/>
                  <a:pathLst>
                    <a:path w="34092" h="7907" fill="none" extrusionOk="0">
                      <a:moveTo>
                        <a:pt x="11142" y="0"/>
                      </a:moveTo>
                      <a:lnTo>
                        <a:pt x="1" y="7906"/>
                      </a:lnTo>
                      <a:lnTo>
                        <a:pt x="25485" y="7172"/>
                      </a:lnTo>
                      <a:lnTo>
                        <a:pt x="34092" y="101"/>
                      </a:ln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6"/>
                <p:cNvSpPr/>
                <p:nvPr/>
              </p:nvSpPr>
              <p:spPr>
                <a:xfrm>
                  <a:off x="2752800" y="3941713"/>
                  <a:ext cx="727125" cy="1649525"/>
                </a:xfrm>
                <a:custGeom>
                  <a:avLst/>
                  <a:gdLst/>
                  <a:ahLst/>
                  <a:cxnLst/>
                  <a:rect l="l" t="t" r="r" b="b"/>
                  <a:pathLst>
                    <a:path w="29085" h="65981" extrusionOk="0">
                      <a:moveTo>
                        <a:pt x="26185" y="0"/>
                      </a:moveTo>
                      <a:cubicBezTo>
                        <a:pt x="24531" y="0"/>
                        <a:pt x="21998" y="590"/>
                        <a:pt x="18213" y="1735"/>
                      </a:cubicBezTo>
                      <a:cubicBezTo>
                        <a:pt x="9173" y="4504"/>
                        <a:pt x="0" y="12509"/>
                        <a:pt x="0" y="12509"/>
                      </a:cubicBezTo>
                      <a:lnTo>
                        <a:pt x="1134" y="17713"/>
                      </a:lnTo>
                      <a:cubicBezTo>
                        <a:pt x="4470" y="15612"/>
                        <a:pt x="15911" y="13544"/>
                        <a:pt x="15912" y="13543"/>
                      </a:cubicBezTo>
                      <a:lnTo>
                        <a:pt x="15912" y="13543"/>
                      </a:lnTo>
                      <a:cubicBezTo>
                        <a:pt x="14711" y="16646"/>
                        <a:pt x="14010" y="19981"/>
                        <a:pt x="13843" y="23317"/>
                      </a:cubicBezTo>
                      <a:cubicBezTo>
                        <a:pt x="13643" y="28654"/>
                        <a:pt x="10708" y="40329"/>
                        <a:pt x="8973" y="43465"/>
                      </a:cubicBezTo>
                      <a:cubicBezTo>
                        <a:pt x="7172" y="46567"/>
                        <a:pt x="2802" y="48669"/>
                        <a:pt x="2369" y="50236"/>
                      </a:cubicBezTo>
                      <a:cubicBezTo>
                        <a:pt x="1968" y="51771"/>
                        <a:pt x="4737" y="57975"/>
                        <a:pt x="11542" y="62412"/>
                      </a:cubicBezTo>
                      <a:cubicBezTo>
                        <a:pt x="16013" y="65305"/>
                        <a:pt x="18511" y="65980"/>
                        <a:pt x="20266" y="65980"/>
                      </a:cubicBezTo>
                      <a:cubicBezTo>
                        <a:pt x="21183" y="65980"/>
                        <a:pt x="21897" y="65796"/>
                        <a:pt x="22583" y="65647"/>
                      </a:cubicBezTo>
                      <a:cubicBezTo>
                        <a:pt x="24618" y="65247"/>
                        <a:pt x="24851" y="62812"/>
                        <a:pt x="21749" y="60877"/>
                      </a:cubicBezTo>
                      <a:cubicBezTo>
                        <a:pt x="18680" y="58909"/>
                        <a:pt x="15144" y="53372"/>
                        <a:pt x="15011" y="51471"/>
                      </a:cubicBezTo>
                      <a:cubicBezTo>
                        <a:pt x="14877" y="49603"/>
                        <a:pt x="18547" y="39696"/>
                        <a:pt x="21482" y="34258"/>
                      </a:cubicBezTo>
                      <a:cubicBezTo>
                        <a:pt x="24384" y="28854"/>
                        <a:pt x="28821" y="7539"/>
                        <a:pt x="28988" y="3503"/>
                      </a:cubicBezTo>
                      <a:cubicBezTo>
                        <a:pt x="29085" y="1137"/>
                        <a:pt x="28483" y="0"/>
                        <a:pt x="26185"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6"/>
                <p:cNvSpPr/>
                <p:nvPr/>
              </p:nvSpPr>
              <p:spPr>
                <a:xfrm>
                  <a:off x="2752800" y="3941713"/>
                  <a:ext cx="727125" cy="1649525"/>
                </a:xfrm>
                <a:custGeom>
                  <a:avLst/>
                  <a:gdLst/>
                  <a:ahLst/>
                  <a:cxnLst/>
                  <a:rect l="l" t="t" r="r" b="b"/>
                  <a:pathLst>
                    <a:path w="29085" h="65981" extrusionOk="0">
                      <a:moveTo>
                        <a:pt x="26185" y="0"/>
                      </a:moveTo>
                      <a:cubicBezTo>
                        <a:pt x="24531" y="0"/>
                        <a:pt x="21998" y="590"/>
                        <a:pt x="18213" y="1735"/>
                      </a:cubicBezTo>
                      <a:cubicBezTo>
                        <a:pt x="9173" y="4504"/>
                        <a:pt x="0" y="12509"/>
                        <a:pt x="0" y="12509"/>
                      </a:cubicBezTo>
                      <a:lnTo>
                        <a:pt x="1134" y="17713"/>
                      </a:lnTo>
                      <a:cubicBezTo>
                        <a:pt x="4470" y="15612"/>
                        <a:pt x="15911" y="13544"/>
                        <a:pt x="15912" y="13543"/>
                      </a:cubicBezTo>
                      <a:lnTo>
                        <a:pt x="15912" y="13543"/>
                      </a:lnTo>
                      <a:cubicBezTo>
                        <a:pt x="14711" y="16646"/>
                        <a:pt x="14010" y="19981"/>
                        <a:pt x="13843" y="23317"/>
                      </a:cubicBezTo>
                      <a:cubicBezTo>
                        <a:pt x="13643" y="28654"/>
                        <a:pt x="10708" y="40329"/>
                        <a:pt x="8973" y="43465"/>
                      </a:cubicBezTo>
                      <a:cubicBezTo>
                        <a:pt x="7172" y="46567"/>
                        <a:pt x="2802" y="48669"/>
                        <a:pt x="2369" y="50236"/>
                      </a:cubicBezTo>
                      <a:cubicBezTo>
                        <a:pt x="1968" y="51771"/>
                        <a:pt x="4737" y="57975"/>
                        <a:pt x="11542" y="62412"/>
                      </a:cubicBezTo>
                      <a:cubicBezTo>
                        <a:pt x="16013" y="65305"/>
                        <a:pt x="18511" y="65980"/>
                        <a:pt x="20266" y="65980"/>
                      </a:cubicBezTo>
                      <a:cubicBezTo>
                        <a:pt x="21183" y="65980"/>
                        <a:pt x="21897" y="65796"/>
                        <a:pt x="22583" y="65647"/>
                      </a:cubicBezTo>
                      <a:cubicBezTo>
                        <a:pt x="24618" y="65247"/>
                        <a:pt x="24851" y="62812"/>
                        <a:pt x="21749" y="60877"/>
                      </a:cubicBezTo>
                      <a:cubicBezTo>
                        <a:pt x="18680" y="58909"/>
                        <a:pt x="15144" y="53372"/>
                        <a:pt x="15011" y="51471"/>
                      </a:cubicBezTo>
                      <a:cubicBezTo>
                        <a:pt x="14877" y="49603"/>
                        <a:pt x="18547" y="39696"/>
                        <a:pt x="21482" y="34258"/>
                      </a:cubicBezTo>
                      <a:cubicBezTo>
                        <a:pt x="24384" y="28854"/>
                        <a:pt x="28821" y="7539"/>
                        <a:pt x="28988" y="3503"/>
                      </a:cubicBezTo>
                      <a:cubicBezTo>
                        <a:pt x="29085" y="1137"/>
                        <a:pt x="28483" y="0"/>
                        <a:pt x="26185" y="0"/>
                      </a:cubicBezTo>
                      <a:close/>
                    </a:path>
                  </a:pathLst>
                </a:custGeom>
                <a:solidFill>
                  <a:srgbClr val="92E3A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6"/>
                <p:cNvSpPr/>
                <p:nvPr/>
              </p:nvSpPr>
              <p:spPr>
                <a:xfrm>
                  <a:off x="2752800" y="3941713"/>
                  <a:ext cx="727125" cy="1649525"/>
                </a:xfrm>
                <a:custGeom>
                  <a:avLst/>
                  <a:gdLst/>
                  <a:ahLst/>
                  <a:cxnLst/>
                  <a:rect l="l" t="t" r="r" b="b"/>
                  <a:pathLst>
                    <a:path w="29085" h="65981" extrusionOk="0">
                      <a:moveTo>
                        <a:pt x="26185" y="0"/>
                      </a:moveTo>
                      <a:cubicBezTo>
                        <a:pt x="24531" y="0"/>
                        <a:pt x="21998" y="590"/>
                        <a:pt x="18213" y="1735"/>
                      </a:cubicBezTo>
                      <a:cubicBezTo>
                        <a:pt x="9173" y="4504"/>
                        <a:pt x="0" y="12509"/>
                        <a:pt x="0" y="12509"/>
                      </a:cubicBezTo>
                      <a:lnTo>
                        <a:pt x="1134" y="17713"/>
                      </a:lnTo>
                      <a:cubicBezTo>
                        <a:pt x="4470" y="15612"/>
                        <a:pt x="15911" y="13544"/>
                        <a:pt x="15912" y="13543"/>
                      </a:cubicBezTo>
                      <a:lnTo>
                        <a:pt x="15912" y="13543"/>
                      </a:lnTo>
                      <a:cubicBezTo>
                        <a:pt x="14711" y="16646"/>
                        <a:pt x="14010" y="19981"/>
                        <a:pt x="13843" y="23317"/>
                      </a:cubicBezTo>
                      <a:cubicBezTo>
                        <a:pt x="13643" y="28654"/>
                        <a:pt x="10708" y="40329"/>
                        <a:pt x="8973" y="43465"/>
                      </a:cubicBezTo>
                      <a:cubicBezTo>
                        <a:pt x="7172" y="46567"/>
                        <a:pt x="2802" y="48669"/>
                        <a:pt x="2369" y="50236"/>
                      </a:cubicBezTo>
                      <a:cubicBezTo>
                        <a:pt x="1968" y="51771"/>
                        <a:pt x="4737" y="57975"/>
                        <a:pt x="11542" y="62412"/>
                      </a:cubicBezTo>
                      <a:cubicBezTo>
                        <a:pt x="16013" y="65305"/>
                        <a:pt x="18511" y="65980"/>
                        <a:pt x="20266" y="65980"/>
                      </a:cubicBezTo>
                      <a:cubicBezTo>
                        <a:pt x="21183" y="65980"/>
                        <a:pt x="21897" y="65796"/>
                        <a:pt x="22583" y="65647"/>
                      </a:cubicBezTo>
                      <a:cubicBezTo>
                        <a:pt x="24618" y="65247"/>
                        <a:pt x="24851" y="62812"/>
                        <a:pt x="21749" y="60877"/>
                      </a:cubicBezTo>
                      <a:cubicBezTo>
                        <a:pt x="18680" y="58909"/>
                        <a:pt x="15144" y="53372"/>
                        <a:pt x="15011" y="51471"/>
                      </a:cubicBezTo>
                      <a:cubicBezTo>
                        <a:pt x="14877" y="49603"/>
                        <a:pt x="18547" y="39696"/>
                        <a:pt x="21482" y="34258"/>
                      </a:cubicBezTo>
                      <a:cubicBezTo>
                        <a:pt x="24384" y="28854"/>
                        <a:pt x="28821" y="7539"/>
                        <a:pt x="28988" y="3503"/>
                      </a:cubicBezTo>
                      <a:cubicBezTo>
                        <a:pt x="29085" y="1137"/>
                        <a:pt x="28483" y="0"/>
                        <a:pt x="26185"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6"/>
                <p:cNvSpPr/>
                <p:nvPr/>
              </p:nvSpPr>
              <p:spPr>
                <a:xfrm>
                  <a:off x="2752800" y="3916688"/>
                  <a:ext cx="728875" cy="1695400"/>
                </a:xfrm>
                <a:custGeom>
                  <a:avLst/>
                  <a:gdLst/>
                  <a:ahLst/>
                  <a:cxnLst/>
                  <a:rect l="l" t="t" r="r" b="b"/>
                  <a:pathLst>
                    <a:path w="29155" h="67816" fill="none" extrusionOk="0">
                      <a:moveTo>
                        <a:pt x="0" y="13510"/>
                      </a:moveTo>
                      <a:cubicBezTo>
                        <a:pt x="0" y="13510"/>
                        <a:pt x="9173" y="5505"/>
                        <a:pt x="18213" y="2736"/>
                      </a:cubicBezTo>
                      <a:cubicBezTo>
                        <a:pt x="27253" y="1"/>
                        <a:pt x="29154" y="434"/>
                        <a:pt x="28988" y="4504"/>
                      </a:cubicBezTo>
                      <a:cubicBezTo>
                        <a:pt x="28821" y="8540"/>
                        <a:pt x="24384" y="29855"/>
                        <a:pt x="21482" y="35259"/>
                      </a:cubicBezTo>
                      <a:cubicBezTo>
                        <a:pt x="18547" y="40697"/>
                        <a:pt x="14877" y="50604"/>
                        <a:pt x="15011" y="52472"/>
                      </a:cubicBezTo>
                      <a:cubicBezTo>
                        <a:pt x="15144" y="54373"/>
                        <a:pt x="18680" y="59910"/>
                        <a:pt x="21749" y="61878"/>
                      </a:cubicBezTo>
                      <a:cubicBezTo>
                        <a:pt x="24851" y="63813"/>
                        <a:pt x="24618" y="66248"/>
                        <a:pt x="22583" y="66648"/>
                      </a:cubicBezTo>
                      <a:cubicBezTo>
                        <a:pt x="20582" y="67082"/>
                        <a:pt x="18347" y="67816"/>
                        <a:pt x="11542" y="63413"/>
                      </a:cubicBezTo>
                      <a:cubicBezTo>
                        <a:pt x="4737" y="58976"/>
                        <a:pt x="1968" y="52772"/>
                        <a:pt x="2369" y="51237"/>
                      </a:cubicBezTo>
                      <a:cubicBezTo>
                        <a:pt x="2802" y="49670"/>
                        <a:pt x="7172" y="47568"/>
                        <a:pt x="8973" y="44466"/>
                      </a:cubicBezTo>
                      <a:cubicBezTo>
                        <a:pt x="10708" y="41330"/>
                        <a:pt x="13643" y="29655"/>
                        <a:pt x="13843" y="24318"/>
                      </a:cubicBezTo>
                      <a:cubicBezTo>
                        <a:pt x="14010" y="20982"/>
                        <a:pt x="14711" y="17647"/>
                        <a:pt x="15912" y="14544"/>
                      </a:cubicBezTo>
                      <a:cubicBezTo>
                        <a:pt x="15912" y="14544"/>
                        <a:pt x="4470" y="16613"/>
                        <a:pt x="1134" y="18714"/>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6"/>
                <p:cNvSpPr/>
                <p:nvPr/>
              </p:nvSpPr>
              <p:spPr>
                <a:xfrm>
                  <a:off x="2752800" y="3941438"/>
                  <a:ext cx="727600" cy="1198650"/>
                </a:xfrm>
                <a:custGeom>
                  <a:avLst/>
                  <a:gdLst/>
                  <a:ahLst/>
                  <a:cxnLst/>
                  <a:rect l="l" t="t" r="r" b="b"/>
                  <a:pathLst>
                    <a:path w="29104" h="47946" extrusionOk="0">
                      <a:moveTo>
                        <a:pt x="26242" y="1"/>
                      </a:moveTo>
                      <a:cubicBezTo>
                        <a:pt x="24588" y="1"/>
                        <a:pt x="22040" y="597"/>
                        <a:pt x="18213" y="1746"/>
                      </a:cubicBezTo>
                      <a:cubicBezTo>
                        <a:pt x="9140" y="4515"/>
                        <a:pt x="0" y="12520"/>
                        <a:pt x="0" y="12520"/>
                      </a:cubicBezTo>
                      <a:lnTo>
                        <a:pt x="1168" y="17724"/>
                      </a:lnTo>
                      <a:cubicBezTo>
                        <a:pt x="4503" y="15623"/>
                        <a:pt x="15978" y="13555"/>
                        <a:pt x="15978" y="13554"/>
                      </a:cubicBezTo>
                      <a:lnTo>
                        <a:pt x="15978" y="13554"/>
                      </a:lnTo>
                      <a:cubicBezTo>
                        <a:pt x="14744" y="16690"/>
                        <a:pt x="14044" y="20026"/>
                        <a:pt x="13877" y="23361"/>
                      </a:cubicBezTo>
                      <a:cubicBezTo>
                        <a:pt x="13677" y="28632"/>
                        <a:pt x="10741" y="40307"/>
                        <a:pt x="8973" y="43443"/>
                      </a:cubicBezTo>
                      <a:cubicBezTo>
                        <a:pt x="8840" y="43709"/>
                        <a:pt x="8673" y="43910"/>
                        <a:pt x="8506" y="44110"/>
                      </a:cubicBezTo>
                      <a:cubicBezTo>
                        <a:pt x="10674" y="44310"/>
                        <a:pt x="12709" y="45144"/>
                        <a:pt x="14377" y="46578"/>
                      </a:cubicBezTo>
                      <a:cubicBezTo>
                        <a:pt x="14877" y="46978"/>
                        <a:pt x="15344" y="47445"/>
                        <a:pt x="15811" y="47946"/>
                      </a:cubicBezTo>
                      <a:cubicBezTo>
                        <a:pt x="17313" y="43242"/>
                        <a:pt x="19214" y="38639"/>
                        <a:pt x="21482" y="34269"/>
                      </a:cubicBezTo>
                      <a:cubicBezTo>
                        <a:pt x="24384" y="28865"/>
                        <a:pt x="28754" y="7584"/>
                        <a:pt x="28988" y="3514"/>
                      </a:cubicBezTo>
                      <a:cubicBezTo>
                        <a:pt x="29104" y="1135"/>
                        <a:pt x="28524" y="1"/>
                        <a:pt x="26242" y="1"/>
                      </a:cubicBezTo>
                      <a:close/>
                    </a:path>
                  </a:pathLst>
                </a:custGeom>
                <a:solidFill>
                  <a:srgbClr val="FFFFFF"/>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6"/>
                <p:cNvSpPr/>
                <p:nvPr/>
              </p:nvSpPr>
              <p:spPr>
                <a:xfrm>
                  <a:off x="2752800" y="3941438"/>
                  <a:ext cx="728875" cy="1198650"/>
                </a:xfrm>
                <a:custGeom>
                  <a:avLst/>
                  <a:gdLst/>
                  <a:ahLst/>
                  <a:cxnLst/>
                  <a:rect l="l" t="t" r="r" b="b"/>
                  <a:pathLst>
                    <a:path w="29155" h="47946" extrusionOk="0">
                      <a:moveTo>
                        <a:pt x="26242" y="1"/>
                      </a:moveTo>
                      <a:cubicBezTo>
                        <a:pt x="24588" y="1"/>
                        <a:pt x="22040" y="597"/>
                        <a:pt x="18213" y="1746"/>
                      </a:cubicBezTo>
                      <a:cubicBezTo>
                        <a:pt x="9140" y="4515"/>
                        <a:pt x="0" y="12520"/>
                        <a:pt x="0" y="12520"/>
                      </a:cubicBezTo>
                      <a:lnTo>
                        <a:pt x="1168" y="17724"/>
                      </a:lnTo>
                      <a:cubicBezTo>
                        <a:pt x="4503" y="15623"/>
                        <a:pt x="15978" y="13555"/>
                        <a:pt x="15978" y="13554"/>
                      </a:cubicBezTo>
                      <a:lnTo>
                        <a:pt x="15978" y="13554"/>
                      </a:lnTo>
                      <a:cubicBezTo>
                        <a:pt x="14777" y="16690"/>
                        <a:pt x="14044" y="20026"/>
                        <a:pt x="13877" y="23361"/>
                      </a:cubicBezTo>
                      <a:cubicBezTo>
                        <a:pt x="13677" y="28632"/>
                        <a:pt x="10741" y="40307"/>
                        <a:pt x="8973" y="43443"/>
                      </a:cubicBezTo>
                      <a:cubicBezTo>
                        <a:pt x="8840" y="43709"/>
                        <a:pt x="8673" y="43910"/>
                        <a:pt x="8506" y="44110"/>
                      </a:cubicBezTo>
                      <a:cubicBezTo>
                        <a:pt x="10674" y="44310"/>
                        <a:pt x="12709" y="45144"/>
                        <a:pt x="14377" y="46578"/>
                      </a:cubicBezTo>
                      <a:cubicBezTo>
                        <a:pt x="14877" y="46978"/>
                        <a:pt x="15344" y="47445"/>
                        <a:pt x="15811" y="47946"/>
                      </a:cubicBezTo>
                      <a:cubicBezTo>
                        <a:pt x="17813" y="45277"/>
                        <a:pt x="20048" y="36771"/>
                        <a:pt x="22583" y="33302"/>
                      </a:cubicBezTo>
                      <a:cubicBezTo>
                        <a:pt x="29154" y="24295"/>
                        <a:pt x="28787" y="7584"/>
                        <a:pt x="28988" y="3514"/>
                      </a:cubicBezTo>
                      <a:cubicBezTo>
                        <a:pt x="29104" y="1135"/>
                        <a:pt x="28524" y="1"/>
                        <a:pt x="26242" y="1"/>
                      </a:cubicBezTo>
                      <a:close/>
                    </a:path>
                  </a:pathLst>
                </a:custGeom>
                <a:solidFill>
                  <a:srgbClr val="26323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6"/>
                <p:cNvSpPr/>
                <p:nvPr/>
              </p:nvSpPr>
              <p:spPr>
                <a:xfrm>
                  <a:off x="2752800" y="3941438"/>
                  <a:ext cx="728875" cy="1198650"/>
                </a:xfrm>
                <a:custGeom>
                  <a:avLst/>
                  <a:gdLst/>
                  <a:ahLst/>
                  <a:cxnLst/>
                  <a:rect l="l" t="t" r="r" b="b"/>
                  <a:pathLst>
                    <a:path w="29155" h="47946" extrusionOk="0">
                      <a:moveTo>
                        <a:pt x="26242" y="1"/>
                      </a:moveTo>
                      <a:cubicBezTo>
                        <a:pt x="24588" y="1"/>
                        <a:pt x="22040" y="597"/>
                        <a:pt x="18213" y="1746"/>
                      </a:cubicBezTo>
                      <a:cubicBezTo>
                        <a:pt x="9140" y="4515"/>
                        <a:pt x="0" y="12520"/>
                        <a:pt x="0" y="12520"/>
                      </a:cubicBezTo>
                      <a:lnTo>
                        <a:pt x="1168" y="17724"/>
                      </a:lnTo>
                      <a:cubicBezTo>
                        <a:pt x="4503" y="15623"/>
                        <a:pt x="15978" y="13555"/>
                        <a:pt x="15978" y="13554"/>
                      </a:cubicBezTo>
                      <a:lnTo>
                        <a:pt x="15978" y="13554"/>
                      </a:lnTo>
                      <a:cubicBezTo>
                        <a:pt x="14777" y="16690"/>
                        <a:pt x="14044" y="20026"/>
                        <a:pt x="13877" y="23361"/>
                      </a:cubicBezTo>
                      <a:cubicBezTo>
                        <a:pt x="13677" y="28632"/>
                        <a:pt x="10741" y="40307"/>
                        <a:pt x="8973" y="43443"/>
                      </a:cubicBezTo>
                      <a:cubicBezTo>
                        <a:pt x="8840" y="43709"/>
                        <a:pt x="8673" y="43910"/>
                        <a:pt x="8506" y="44110"/>
                      </a:cubicBezTo>
                      <a:cubicBezTo>
                        <a:pt x="10674" y="44310"/>
                        <a:pt x="12709" y="45144"/>
                        <a:pt x="14377" y="46578"/>
                      </a:cubicBezTo>
                      <a:cubicBezTo>
                        <a:pt x="14877" y="46978"/>
                        <a:pt x="15344" y="47445"/>
                        <a:pt x="15811" y="47946"/>
                      </a:cubicBezTo>
                      <a:cubicBezTo>
                        <a:pt x="17813" y="45277"/>
                        <a:pt x="20048" y="36771"/>
                        <a:pt x="22583" y="33302"/>
                      </a:cubicBezTo>
                      <a:cubicBezTo>
                        <a:pt x="29154" y="24295"/>
                        <a:pt x="28787" y="7584"/>
                        <a:pt x="28988" y="3514"/>
                      </a:cubicBezTo>
                      <a:cubicBezTo>
                        <a:pt x="29104" y="1135"/>
                        <a:pt x="28524" y="1"/>
                        <a:pt x="26242"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6"/>
                <p:cNvSpPr/>
                <p:nvPr/>
              </p:nvSpPr>
              <p:spPr>
                <a:xfrm>
                  <a:off x="2751950" y="4010163"/>
                  <a:ext cx="619650" cy="1055700"/>
                </a:xfrm>
                <a:custGeom>
                  <a:avLst/>
                  <a:gdLst/>
                  <a:ahLst/>
                  <a:cxnLst/>
                  <a:rect l="l" t="t" r="r" b="b"/>
                  <a:pathLst>
                    <a:path w="24786" h="42228" extrusionOk="0">
                      <a:moveTo>
                        <a:pt x="24137" y="1"/>
                      </a:moveTo>
                      <a:cubicBezTo>
                        <a:pt x="21471" y="1"/>
                        <a:pt x="7638" y="5814"/>
                        <a:pt x="1502" y="8504"/>
                      </a:cubicBezTo>
                      <a:cubicBezTo>
                        <a:pt x="535" y="9271"/>
                        <a:pt x="1" y="9705"/>
                        <a:pt x="1" y="9705"/>
                      </a:cubicBezTo>
                      <a:lnTo>
                        <a:pt x="1168" y="14942"/>
                      </a:lnTo>
                      <a:cubicBezTo>
                        <a:pt x="4504" y="12840"/>
                        <a:pt x="15945" y="10772"/>
                        <a:pt x="15946" y="10772"/>
                      </a:cubicBezTo>
                      <a:lnTo>
                        <a:pt x="15946" y="10772"/>
                      </a:lnTo>
                      <a:cubicBezTo>
                        <a:pt x="14745" y="13874"/>
                        <a:pt x="14044" y="17210"/>
                        <a:pt x="13877" y="20546"/>
                      </a:cubicBezTo>
                      <a:cubicBezTo>
                        <a:pt x="13677" y="25883"/>
                        <a:pt x="10742" y="37558"/>
                        <a:pt x="9007" y="40694"/>
                      </a:cubicBezTo>
                      <a:cubicBezTo>
                        <a:pt x="8874" y="40927"/>
                        <a:pt x="8707" y="41161"/>
                        <a:pt x="8540" y="41361"/>
                      </a:cubicBezTo>
                      <a:cubicBezTo>
                        <a:pt x="9708" y="41494"/>
                        <a:pt x="10775" y="41761"/>
                        <a:pt x="11876" y="42228"/>
                      </a:cubicBezTo>
                      <a:cubicBezTo>
                        <a:pt x="14378" y="36891"/>
                        <a:pt x="17046" y="30686"/>
                        <a:pt x="18347" y="25850"/>
                      </a:cubicBezTo>
                      <a:cubicBezTo>
                        <a:pt x="20616" y="17110"/>
                        <a:pt x="24785" y="2099"/>
                        <a:pt x="24585" y="198"/>
                      </a:cubicBezTo>
                      <a:cubicBezTo>
                        <a:pt x="24569" y="63"/>
                        <a:pt x="24413" y="1"/>
                        <a:pt x="24137"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6"/>
                <p:cNvSpPr/>
                <p:nvPr/>
              </p:nvSpPr>
              <p:spPr>
                <a:xfrm>
                  <a:off x="3152250" y="4055963"/>
                  <a:ext cx="145950" cy="224350"/>
                </a:xfrm>
                <a:custGeom>
                  <a:avLst/>
                  <a:gdLst/>
                  <a:ahLst/>
                  <a:cxnLst/>
                  <a:rect l="l" t="t" r="r" b="b"/>
                  <a:pathLst>
                    <a:path w="5838" h="8974" fill="none" extrusionOk="0">
                      <a:moveTo>
                        <a:pt x="0" y="8973"/>
                      </a:moveTo>
                      <a:cubicBezTo>
                        <a:pt x="0" y="8973"/>
                        <a:pt x="3102" y="2636"/>
                        <a:pt x="5838" y="0"/>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6"/>
                <p:cNvSpPr/>
                <p:nvPr/>
              </p:nvSpPr>
              <p:spPr>
                <a:xfrm>
                  <a:off x="2752800" y="3916688"/>
                  <a:ext cx="729700" cy="1223400"/>
                </a:xfrm>
                <a:custGeom>
                  <a:avLst/>
                  <a:gdLst/>
                  <a:ahLst/>
                  <a:cxnLst/>
                  <a:rect l="l" t="t" r="r" b="b"/>
                  <a:pathLst>
                    <a:path w="29188" h="48936" fill="none" extrusionOk="0">
                      <a:moveTo>
                        <a:pt x="8973" y="44433"/>
                      </a:moveTo>
                      <a:cubicBezTo>
                        <a:pt x="8840" y="44699"/>
                        <a:pt x="8673" y="44900"/>
                        <a:pt x="8506" y="45100"/>
                      </a:cubicBezTo>
                      <a:cubicBezTo>
                        <a:pt x="10674" y="45300"/>
                        <a:pt x="12709" y="46134"/>
                        <a:pt x="14377" y="47568"/>
                      </a:cubicBezTo>
                      <a:cubicBezTo>
                        <a:pt x="14877" y="47968"/>
                        <a:pt x="15344" y="48435"/>
                        <a:pt x="15811" y="48936"/>
                      </a:cubicBezTo>
                      <a:cubicBezTo>
                        <a:pt x="17813" y="46267"/>
                        <a:pt x="20048" y="37761"/>
                        <a:pt x="22583" y="34292"/>
                      </a:cubicBezTo>
                      <a:cubicBezTo>
                        <a:pt x="29154" y="25285"/>
                        <a:pt x="28787" y="8574"/>
                        <a:pt x="28988" y="4504"/>
                      </a:cubicBezTo>
                      <a:cubicBezTo>
                        <a:pt x="29188" y="401"/>
                        <a:pt x="27320" y="1"/>
                        <a:pt x="18213" y="2736"/>
                      </a:cubicBezTo>
                      <a:cubicBezTo>
                        <a:pt x="9140" y="5505"/>
                        <a:pt x="0" y="13510"/>
                        <a:pt x="0" y="13510"/>
                      </a:cubicBezTo>
                      <a:lnTo>
                        <a:pt x="1168" y="18714"/>
                      </a:lnTo>
                      <a:cubicBezTo>
                        <a:pt x="4503" y="16613"/>
                        <a:pt x="15978" y="14544"/>
                        <a:pt x="15978" y="14544"/>
                      </a:cubicBezTo>
                      <a:cubicBezTo>
                        <a:pt x="14777" y="17680"/>
                        <a:pt x="14044" y="21016"/>
                        <a:pt x="13877" y="24351"/>
                      </a:cubicBezTo>
                      <a:cubicBezTo>
                        <a:pt x="13677" y="29622"/>
                        <a:pt x="10741" y="41297"/>
                        <a:pt x="8973" y="44433"/>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6"/>
                <p:cNvSpPr/>
                <p:nvPr/>
              </p:nvSpPr>
              <p:spPr>
                <a:xfrm>
                  <a:off x="2402550" y="4325663"/>
                  <a:ext cx="346825" cy="138125"/>
                </a:xfrm>
                <a:custGeom>
                  <a:avLst/>
                  <a:gdLst/>
                  <a:ahLst/>
                  <a:cxnLst/>
                  <a:rect l="l" t="t" r="r" b="b"/>
                  <a:pathLst>
                    <a:path w="13873" h="5525" extrusionOk="0">
                      <a:moveTo>
                        <a:pt x="5531" y="1"/>
                      </a:moveTo>
                      <a:cubicBezTo>
                        <a:pt x="4568" y="1"/>
                        <a:pt x="3671" y="155"/>
                        <a:pt x="3002" y="520"/>
                      </a:cubicBezTo>
                      <a:cubicBezTo>
                        <a:pt x="1101" y="1421"/>
                        <a:pt x="0" y="3489"/>
                        <a:pt x="300" y="5524"/>
                      </a:cubicBezTo>
                      <a:cubicBezTo>
                        <a:pt x="3669" y="5357"/>
                        <a:pt x="6972" y="4723"/>
                        <a:pt x="10141" y="3656"/>
                      </a:cubicBezTo>
                      <a:cubicBezTo>
                        <a:pt x="13872" y="2280"/>
                        <a:pt x="9226" y="1"/>
                        <a:pt x="5531" y="1"/>
                      </a:cubicBezTo>
                      <a:close/>
                    </a:path>
                  </a:pathLst>
                </a:custGeom>
                <a:solidFill>
                  <a:srgbClr val="263238"/>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6"/>
                <p:cNvSpPr/>
                <p:nvPr/>
              </p:nvSpPr>
              <p:spPr>
                <a:xfrm>
                  <a:off x="1928975" y="4101013"/>
                  <a:ext cx="1863750" cy="1302650"/>
                </a:xfrm>
                <a:custGeom>
                  <a:avLst/>
                  <a:gdLst/>
                  <a:ahLst/>
                  <a:cxnLst/>
                  <a:rect l="l" t="t" r="r" b="b"/>
                  <a:pathLst>
                    <a:path w="74550" h="52106" extrusionOk="0">
                      <a:moveTo>
                        <a:pt x="26230" y="1"/>
                      </a:moveTo>
                      <a:cubicBezTo>
                        <a:pt x="25818" y="1"/>
                        <a:pt x="25391" y="23"/>
                        <a:pt x="24947" y="66"/>
                      </a:cubicBezTo>
                      <a:cubicBezTo>
                        <a:pt x="20845" y="500"/>
                        <a:pt x="12505" y="2668"/>
                        <a:pt x="5634" y="7805"/>
                      </a:cubicBezTo>
                      <a:cubicBezTo>
                        <a:pt x="5634" y="7805"/>
                        <a:pt x="2298" y="9673"/>
                        <a:pt x="1130" y="11741"/>
                      </a:cubicBezTo>
                      <a:cubicBezTo>
                        <a:pt x="1" y="13775"/>
                        <a:pt x="4619" y="17090"/>
                        <a:pt x="9634" y="17090"/>
                      </a:cubicBezTo>
                      <a:cubicBezTo>
                        <a:pt x="9802" y="17090"/>
                        <a:pt x="9969" y="17086"/>
                        <a:pt x="10137" y="17079"/>
                      </a:cubicBezTo>
                      <a:cubicBezTo>
                        <a:pt x="15374" y="16878"/>
                        <a:pt x="24914" y="11208"/>
                        <a:pt x="24914" y="11208"/>
                      </a:cubicBezTo>
                      <a:cubicBezTo>
                        <a:pt x="24914" y="11208"/>
                        <a:pt x="24981" y="20381"/>
                        <a:pt x="26782" y="23717"/>
                      </a:cubicBezTo>
                      <a:cubicBezTo>
                        <a:pt x="28583" y="27052"/>
                        <a:pt x="36723" y="35192"/>
                        <a:pt x="39925" y="37260"/>
                      </a:cubicBezTo>
                      <a:cubicBezTo>
                        <a:pt x="43127" y="39361"/>
                        <a:pt x="53968" y="47200"/>
                        <a:pt x="55636" y="48434"/>
                      </a:cubicBezTo>
                      <a:cubicBezTo>
                        <a:pt x="57304" y="49702"/>
                        <a:pt x="60439" y="52004"/>
                        <a:pt x="61140" y="52104"/>
                      </a:cubicBezTo>
                      <a:cubicBezTo>
                        <a:pt x="61145" y="52105"/>
                        <a:pt x="61150" y="52105"/>
                        <a:pt x="61156" y="52105"/>
                      </a:cubicBezTo>
                      <a:cubicBezTo>
                        <a:pt x="61949" y="52105"/>
                        <a:pt x="69492" y="42908"/>
                        <a:pt x="71214" y="39795"/>
                      </a:cubicBezTo>
                      <a:cubicBezTo>
                        <a:pt x="72982" y="36693"/>
                        <a:pt x="74550" y="30088"/>
                        <a:pt x="73949" y="28620"/>
                      </a:cubicBezTo>
                      <a:cubicBezTo>
                        <a:pt x="73743" y="28153"/>
                        <a:pt x="73469" y="27969"/>
                        <a:pt x="73151" y="27969"/>
                      </a:cubicBezTo>
                      <a:cubicBezTo>
                        <a:pt x="72493" y="27969"/>
                        <a:pt x="71646" y="28757"/>
                        <a:pt x="70814" y="29454"/>
                      </a:cubicBezTo>
                      <a:cubicBezTo>
                        <a:pt x="69546" y="30522"/>
                        <a:pt x="58104" y="38127"/>
                        <a:pt x="57037" y="38661"/>
                      </a:cubicBezTo>
                      <a:cubicBezTo>
                        <a:pt x="56470" y="38928"/>
                        <a:pt x="55870" y="39194"/>
                        <a:pt x="55302" y="39395"/>
                      </a:cubicBezTo>
                      <a:cubicBezTo>
                        <a:pt x="55302" y="39395"/>
                        <a:pt x="45929" y="30421"/>
                        <a:pt x="40926" y="23550"/>
                      </a:cubicBezTo>
                      <a:cubicBezTo>
                        <a:pt x="35922" y="16678"/>
                        <a:pt x="35488" y="7772"/>
                        <a:pt x="33620" y="4436"/>
                      </a:cubicBezTo>
                      <a:cubicBezTo>
                        <a:pt x="31956" y="1464"/>
                        <a:pt x="29602" y="1"/>
                        <a:pt x="2623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p:cNvSpPr/>
                <p:nvPr/>
              </p:nvSpPr>
              <p:spPr>
                <a:xfrm>
                  <a:off x="1928025" y="4092663"/>
                  <a:ext cx="1864700" cy="1314300"/>
                </a:xfrm>
                <a:custGeom>
                  <a:avLst/>
                  <a:gdLst/>
                  <a:ahLst/>
                  <a:cxnLst/>
                  <a:rect l="l" t="t" r="r" b="b"/>
                  <a:pathLst>
                    <a:path w="74588" h="52572" fill="none" extrusionOk="0">
                      <a:moveTo>
                        <a:pt x="5672" y="8139"/>
                      </a:moveTo>
                      <a:cubicBezTo>
                        <a:pt x="5672" y="8139"/>
                        <a:pt x="2336" y="10007"/>
                        <a:pt x="1168" y="12075"/>
                      </a:cubicBezTo>
                      <a:cubicBezTo>
                        <a:pt x="1" y="14177"/>
                        <a:pt x="4971" y="17646"/>
                        <a:pt x="10175" y="17413"/>
                      </a:cubicBezTo>
                      <a:cubicBezTo>
                        <a:pt x="15412" y="17212"/>
                        <a:pt x="24952" y="11542"/>
                        <a:pt x="24952" y="11542"/>
                      </a:cubicBezTo>
                      <a:cubicBezTo>
                        <a:pt x="24952" y="11542"/>
                        <a:pt x="25019" y="20715"/>
                        <a:pt x="26820" y="24051"/>
                      </a:cubicBezTo>
                      <a:cubicBezTo>
                        <a:pt x="28621" y="27386"/>
                        <a:pt x="36761" y="35526"/>
                        <a:pt x="39963" y="37594"/>
                      </a:cubicBezTo>
                      <a:cubicBezTo>
                        <a:pt x="43165" y="39695"/>
                        <a:pt x="54006" y="47534"/>
                        <a:pt x="55674" y="48768"/>
                      </a:cubicBezTo>
                      <a:cubicBezTo>
                        <a:pt x="57342" y="50036"/>
                        <a:pt x="60477" y="52338"/>
                        <a:pt x="61178" y="52438"/>
                      </a:cubicBezTo>
                      <a:cubicBezTo>
                        <a:pt x="61878" y="52571"/>
                        <a:pt x="69517" y="43264"/>
                        <a:pt x="71252" y="40129"/>
                      </a:cubicBezTo>
                      <a:cubicBezTo>
                        <a:pt x="73020" y="37027"/>
                        <a:pt x="74588" y="30422"/>
                        <a:pt x="73987" y="28954"/>
                      </a:cubicBezTo>
                      <a:cubicBezTo>
                        <a:pt x="73353" y="27520"/>
                        <a:pt x="72086" y="28754"/>
                        <a:pt x="70852" y="29788"/>
                      </a:cubicBezTo>
                      <a:cubicBezTo>
                        <a:pt x="69584" y="30856"/>
                        <a:pt x="58142" y="38461"/>
                        <a:pt x="57075" y="38995"/>
                      </a:cubicBezTo>
                      <a:cubicBezTo>
                        <a:pt x="56508" y="39262"/>
                        <a:pt x="55908" y="39528"/>
                        <a:pt x="55340" y="39729"/>
                      </a:cubicBezTo>
                      <a:cubicBezTo>
                        <a:pt x="55340" y="39729"/>
                        <a:pt x="45967" y="30755"/>
                        <a:pt x="40964" y="23884"/>
                      </a:cubicBezTo>
                      <a:cubicBezTo>
                        <a:pt x="35960" y="17012"/>
                        <a:pt x="35526" y="8106"/>
                        <a:pt x="33658" y="4770"/>
                      </a:cubicBezTo>
                      <a:cubicBezTo>
                        <a:pt x="31790" y="1434"/>
                        <a:pt x="29055" y="0"/>
                        <a:pt x="24985" y="400"/>
                      </a:cubicBezTo>
                      <a:cubicBezTo>
                        <a:pt x="20883" y="834"/>
                        <a:pt x="12543" y="3002"/>
                        <a:pt x="5672" y="813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p:cNvSpPr/>
                <p:nvPr/>
              </p:nvSpPr>
              <p:spPr>
                <a:xfrm>
                  <a:off x="1900525" y="4098188"/>
                  <a:ext cx="1396025" cy="1128625"/>
                </a:xfrm>
                <a:custGeom>
                  <a:avLst/>
                  <a:gdLst/>
                  <a:ahLst/>
                  <a:cxnLst/>
                  <a:rect l="l" t="t" r="r" b="b"/>
                  <a:pathLst>
                    <a:path w="55841" h="45145" extrusionOk="0">
                      <a:moveTo>
                        <a:pt x="28720" y="0"/>
                      </a:moveTo>
                      <a:cubicBezTo>
                        <a:pt x="27943" y="0"/>
                        <a:pt x="27110" y="58"/>
                        <a:pt x="26219" y="146"/>
                      </a:cubicBezTo>
                      <a:cubicBezTo>
                        <a:pt x="22183" y="580"/>
                        <a:pt x="14877" y="1314"/>
                        <a:pt x="5938" y="6417"/>
                      </a:cubicBezTo>
                      <a:cubicBezTo>
                        <a:pt x="5938" y="6417"/>
                        <a:pt x="2202" y="8452"/>
                        <a:pt x="1068" y="10520"/>
                      </a:cubicBezTo>
                      <a:cubicBezTo>
                        <a:pt x="1" y="12497"/>
                        <a:pt x="3628" y="17250"/>
                        <a:pt x="10117" y="17250"/>
                      </a:cubicBezTo>
                      <a:cubicBezTo>
                        <a:pt x="10525" y="17250"/>
                        <a:pt x="10945" y="17231"/>
                        <a:pt x="11375" y="17192"/>
                      </a:cubicBezTo>
                      <a:cubicBezTo>
                        <a:pt x="16579" y="16725"/>
                        <a:pt x="26119" y="11321"/>
                        <a:pt x="26119" y="11321"/>
                      </a:cubicBezTo>
                      <a:cubicBezTo>
                        <a:pt x="26119" y="11321"/>
                        <a:pt x="26219" y="20494"/>
                        <a:pt x="27987" y="23830"/>
                      </a:cubicBezTo>
                      <a:cubicBezTo>
                        <a:pt x="29788" y="27165"/>
                        <a:pt x="37927" y="35305"/>
                        <a:pt x="41130" y="37373"/>
                      </a:cubicBezTo>
                      <a:cubicBezTo>
                        <a:pt x="43164" y="38707"/>
                        <a:pt x="48301" y="42343"/>
                        <a:pt x="52171" y="45145"/>
                      </a:cubicBezTo>
                      <a:cubicBezTo>
                        <a:pt x="53105" y="41642"/>
                        <a:pt x="54806" y="39708"/>
                        <a:pt x="55840" y="38840"/>
                      </a:cubicBezTo>
                      <a:cubicBezTo>
                        <a:pt x="53638" y="36672"/>
                        <a:pt x="45399" y="25598"/>
                        <a:pt x="42130" y="19193"/>
                      </a:cubicBezTo>
                      <a:cubicBezTo>
                        <a:pt x="37360" y="9853"/>
                        <a:pt x="36860" y="6651"/>
                        <a:pt x="34958" y="3315"/>
                      </a:cubicBezTo>
                      <a:cubicBezTo>
                        <a:pt x="33503" y="716"/>
                        <a:pt x="31460" y="0"/>
                        <a:pt x="28720" y="0"/>
                      </a:cubicBezTo>
                      <a:close/>
                    </a:path>
                  </a:pathLst>
                </a:custGeom>
                <a:solidFill>
                  <a:srgbClr val="26323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p:cNvSpPr/>
                <p:nvPr/>
              </p:nvSpPr>
              <p:spPr>
                <a:xfrm>
                  <a:off x="1900525" y="4098188"/>
                  <a:ext cx="1396025" cy="1128625"/>
                </a:xfrm>
                <a:custGeom>
                  <a:avLst/>
                  <a:gdLst/>
                  <a:ahLst/>
                  <a:cxnLst/>
                  <a:rect l="l" t="t" r="r" b="b"/>
                  <a:pathLst>
                    <a:path w="55841" h="45145" extrusionOk="0">
                      <a:moveTo>
                        <a:pt x="28720" y="0"/>
                      </a:moveTo>
                      <a:cubicBezTo>
                        <a:pt x="27943" y="0"/>
                        <a:pt x="27110" y="58"/>
                        <a:pt x="26219" y="146"/>
                      </a:cubicBezTo>
                      <a:cubicBezTo>
                        <a:pt x="22183" y="580"/>
                        <a:pt x="14877" y="1314"/>
                        <a:pt x="5938" y="6417"/>
                      </a:cubicBezTo>
                      <a:cubicBezTo>
                        <a:pt x="5938" y="6417"/>
                        <a:pt x="2202" y="8452"/>
                        <a:pt x="1068" y="10520"/>
                      </a:cubicBezTo>
                      <a:cubicBezTo>
                        <a:pt x="1" y="12497"/>
                        <a:pt x="3628" y="17250"/>
                        <a:pt x="10117" y="17250"/>
                      </a:cubicBezTo>
                      <a:cubicBezTo>
                        <a:pt x="10525" y="17250"/>
                        <a:pt x="10945" y="17231"/>
                        <a:pt x="11375" y="17192"/>
                      </a:cubicBezTo>
                      <a:cubicBezTo>
                        <a:pt x="16579" y="16725"/>
                        <a:pt x="26119" y="11321"/>
                        <a:pt x="26119" y="11321"/>
                      </a:cubicBezTo>
                      <a:cubicBezTo>
                        <a:pt x="26119" y="11321"/>
                        <a:pt x="26219" y="20494"/>
                        <a:pt x="27987" y="23830"/>
                      </a:cubicBezTo>
                      <a:cubicBezTo>
                        <a:pt x="29788" y="27165"/>
                        <a:pt x="37927" y="35305"/>
                        <a:pt x="41130" y="37373"/>
                      </a:cubicBezTo>
                      <a:cubicBezTo>
                        <a:pt x="43164" y="38707"/>
                        <a:pt x="48301" y="42343"/>
                        <a:pt x="52171" y="45145"/>
                      </a:cubicBezTo>
                      <a:cubicBezTo>
                        <a:pt x="53105" y="41642"/>
                        <a:pt x="54806" y="39708"/>
                        <a:pt x="55840" y="38840"/>
                      </a:cubicBezTo>
                      <a:cubicBezTo>
                        <a:pt x="53638" y="36672"/>
                        <a:pt x="45399" y="25598"/>
                        <a:pt x="42130" y="19193"/>
                      </a:cubicBezTo>
                      <a:cubicBezTo>
                        <a:pt x="37360" y="9853"/>
                        <a:pt x="36860" y="6651"/>
                        <a:pt x="34958" y="3315"/>
                      </a:cubicBezTo>
                      <a:cubicBezTo>
                        <a:pt x="33503" y="716"/>
                        <a:pt x="31460" y="0"/>
                        <a:pt x="28720"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p:cNvSpPr/>
                <p:nvPr/>
              </p:nvSpPr>
              <p:spPr>
                <a:xfrm>
                  <a:off x="1923875" y="4151413"/>
                  <a:ext cx="1315950" cy="1074575"/>
                </a:xfrm>
                <a:custGeom>
                  <a:avLst/>
                  <a:gdLst/>
                  <a:ahLst/>
                  <a:cxnLst/>
                  <a:rect l="l" t="t" r="r" b="b"/>
                  <a:pathLst>
                    <a:path w="52638" h="42983" extrusionOk="0">
                      <a:moveTo>
                        <a:pt x="25421" y="1"/>
                      </a:moveTo>
                      <a:cubicBezTo>
                        <a:pt x="24967" y="1"/>
                        <a:pt x="24478" y="60"/>
                        <a:pt x="23951" y="185"/>
                      </a:cubicBezTo>
                      <a:cubicBezTo>
                        <a:pt x="17546" y="1686"/>
                        <a:pt x="5838" y="7124"/>
                        <a:pt x="0" y="9892"/>
                      </a:cubicBezTo>
                      <a:cubicBezTo>
                        <a:pt x="649" y="12117"/>
                        <a:pt x="3990" y="15087"/>
                        <a:pt x="9094" y="15087"/>
                      </a:cubicBezTo>
                      <a:cubicBezTo>
                        <a:pt x="9498" y="15087"/>
                        <a:pt x="9914" y="15068"/>
                        <a:pt x="10341" y="15029"/>
                      </a:cubicBezTo>
                      <a:cubicBezTo>
                        <a:pt x="15578" y="14562"/>
                        <a:pt x="25118" y="9158"/>
                        <a:pt x="25118" y="9158"/>
                      </a:cubicBezTo>
                      <a:cubicBezTo>
                        <a:pt x="25118" y="9158"/>
                        <a:pt x="25185" y="18332"/>
                        <a:pt x="26986" y="21667"/>
                      </a:cubicBezTo>
                      <a:cubicBezTo>
                        <a:pt x="28787" y="25003"/>
                        <a:pt x="36927" y="33142"/>
                        <a:pt x="40129" y="35210"/>
                      </a:cubicBezTo>
                      <a:cubicBezTo>
                        <a:pt x="42164" y="36545"/>
                        <a:pt x="47301" y="40181"/>
                        <a:pt x="51170" y="42983"/>
                      </a:cubicBezTo>
                      <a:cubicBezTo>
                        <a:pt x="51504" y="41748"/>
                        <a:pt x="52004" y="40581"/>
                        <a:pt x="52638" y="39480"/>
                      </a:cubicBezTo>
                      <a:cubicBezTo>
                        <a:pt x="44866" y="33743"/>
                        <a:pt x="35692" y="26337"/>
                        <a:pt x="33958" y="21867"/>
                      </a:cubicBezTo>
                      <a:cubicBezTo>
                        <a:pt x="31011" y="14439"/>
                        <a:pt x="32483" y="1"/>
                        <a:pt x="25421"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p:cNvSpPr/>
                <p:nvPr/>
              </p:nvSpPr>
              <p:spPr>
                <a:xfrm>
                  <a:off x="2544300" y="4246088"/>
                  <a:ext cx="8375" cy="135125"/>
                </a:xfrm>
                <a:custGeom>
                  <a:avLst/>
                  <a:gdLst/>
                  <a:ahLst/>
                  <a:cxnLst/>
                  <a:rect l="l" t="t" r="r" b="b"/>
                  <a:pathLst>
                    <a:path w="335" h="5405" fill="none" extrusionOk="0">
                      <a:moveTo>
                        <a:pt x="334" y="5405"/>
                      </a:moveTo>
                      <a:lnTo>
                        <a:pt x="1" y="1"/>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6"/>
                <p:cNvSpPr/>
                <p:nvPr/>
              </p:nvSpPr>
              <p:spPr>
                <a:xfrm>
                  <a:off x="1898850" y="4091813"/>
                  <a:ext cx="1397700" cy="1135000"/>
                </a:xfrm>
                <a:custGeom>
                  <a:avLst/>
                  <a:gdLst/>
                  <a:ahLst/>
                  <a:cxnLst/>
                  <a:rect l="l" t="t" r="r" b="b"/>
                  <a:pathLst>
                    <a:path w="55908" h="45400" fill="none" extrusionOk="0">
                      <a:moveTo>
                        <a:pt x="55907" y="39095"/>
                      </a:moveTo>
                      <a:cubicBezTo>
                        <a:pt x="53705" y="36927"/>
                        <a:pt x="45466" y="25853"/>
                        <a:pt x="42197" y="19448"/>
                      </a:cubicBezTo>
                      <a:cubicBezTo>
                        <a:pt x="37427" y="10108"/>
                        <a:pt x="36927" y="6906"/>
                        <a:pt x="35025" y="3570"/>
                      </a:cubicBezTo>
                      <a:cubicBezTo>
                        <a:pt x="33157" y="234"/>
                        <a:pt x="30322" y="1"/>
                        <a:pt x="26286" y="401"/>
                      </a:cubicBezTo>
                      <a:cubicBezTo>
                        <a:pt x="22250" y="835"/>
                        <a:pt x="14944" y="1569"/>
                        <a:pt x="6005" y="6672"/>
                      </a:cubicBezTo>
                      <a:cubicBezTo>
                        <a:pt x="6005" y="6672"/>
                        <a:pt x="2269" y="8707"/>
                        <a:pt x="1135" y="10775"/>
                      </a:cubicBezTo>
                      <a:cubicBezTo>
                        <a:pt x="0" y="12877"/>
                        <a:pt x="4170" y="18114"/>
                        <a:pt x="11442" y="17447"/>
                      </a:cubicBezTo>
                      <a:cubicBezTo>
                        <a:pt x="16646" y="16980"/>
                        <a:pt x="26186" y="11576"/>
                        <a:pt x="26186" y="11576"/>
                      </a:cubicBezTo>
                      <a:cubicBezTo>
                        <a:pt x="26186" y="11576"/>
                        <a:pt x="26286" y="20749"/>
                        <a:pt x="28054" y="24085"/>
                      </a:cubicBezTo>
                      <a:cubicBezTo>
                        <a:pt x="29855" y="27420"/>
                        <a:pt x="37994" y="35560"/>
                        <a:pt x="41197" y="37628"/>
                      </a:cubicBezTo>
                      <a:cubicBezTo>
                        <a:pt x="43231" y="38962"/>
                        <a:pt x="48368" y="42598"/>
                        <a:pt x="52238" y="45400"/>
                      </a:cubicBezTo>
                      <a:cubicBezTo>
                        <a:pt x="53172" y="41897"/>
                        <a:pt x="54873" y="39963"/>
                        <a:pt x="55907" y="39095"/>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6"/>
                <p:cNvSpPr/>
                <p:nvPr/>
              </p:nvSpPr>
              <p:spPr>
                <a:xfrm>
                  <a:off x="3302350" y="4800213"/>
                  <a:ext cx="492050" cy="603450"/>
                </a:xfrm>
                <a:custGeom>
                  <a:avLst/>
                  <a:gdLst/>
                  <a:ahLst/>
                  <a:cxnLst/>
                  <a:rect l="l" t="t" r="r" b="b"/>
                  <a:pathLst>
                    <a:path w="19682" h="24138" extrusionOk="0">
                      <a:moveTo>
                        <a:pt x="18256" y="1"/>
                      </a:moveTo>
                      <a:cubicBezTo>
                        <a:pt x="17606" y="1"/>
                        <a:pt x="16766" y="789"/>
                        <a:pt x="15912" y="1486"/>
                      </a:cubicBezTo>
                      <a:cubicBezTo>
                        <a:pt x="14678" y="2554"/>
                        <a:pt x="3203" y="10159"/>
                        <a:pt x="2169" y="10693"/>
                      </a:cubicBezTo>
                      <a:cubicBezTo>
                        <a:pt x="1869" y="10793"/>
                        <a:pt x="1602" y="10926"/>
                        <a:pt x="1402" y="10993"/>
                      </a:cubicBezTo>
                      <a:cubicBezTo>
                        <a:pt x="1101" y="11593"/>
                        <a:pt x="734" y="12461"/>
                        <a:pt x="1001" y="13061"/>
                      </a:cubicBezTo>
                      <a:cubicBezTo>
                        <a:pt x="1402" y="13962"/>
                        <a:pt x="3169" y="15229"/>
                        <a:pt x="3169" y="15229"/>
                      </a:cubicBezTo>
                      <a:lnTo>
                        <a:pt x="1" y="19933"/>
                      </a:lnTo>
                      <a:lnTo>
                        <a:pt x="734" y="20466"/>
                      </a:lnTo>
                      <a:cubicBezTo>
                        <a:pt x="2402" y="21734"/>
                        <a:pt x="5538" y="24036"/>
                        <a:pt x="6238" y="24136"/>
                      </a:cubicBezTo>
                      <a:cubicBezTo>
                        <a:pt x="6243" y="24137"/>
                        <a:pt x="6249" y="24137"/>
                        <a:pt x="6254" y="24137"/>
                      </a:cubicBezTo>
                      <a:cubicBezTo>
                        <a:pt x="7047" y="24137"/>
                        <a:pt x="14590" y="14940"/>
                        <a:pt x="16346" y="11827"/>
                      </a:cubicBezTo>
                      <a:cubicBezTo>
                        <a:pt x="18080" y="8725"/>
                        <a:pt x="19681" y="2120"/>
                        <a:pt x="19047" y="652"/>
                      </a:cubicBezTo>
                      <a:cubicBezTo>
                        <a:pt x="18841" y="185"/>
                        <a:pt x="18571" y="1"/>
                        <a:pt x="18256" y="1"/>
                      </a:cubicBezTo>
                      <a:close/>
                    </a:path>
                  </a:pathLst>
                </a:custGeom>
                <a:solidFill>
                  <a:schemeClr val="accen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p:cNvSpPr/>
                <p:nvPr/>
              </p:nvSpPr>
              <p:spPr>
                <a:xfrm>
                  <a:off x="3414925" y="4799338"/>
                  <a:ext cx="380300" cy="602675"/>
                </a:xfrm>
                <a:custGeom>
                  <a:avLst/>
                  <a:gdLst/>
                  <a:ahLst/>
                  <a:cxnLst/>
                  <a:rect l="l" t="t" r="r" b="b"/>
                  <a:pathLst>
                    <a:path w="15212" h="24107" extrusionOk="0">
                      <a:moveTo>
                        <a:pt x="13806" y="1"/>
                      </a:moveTo>
                      <a:cubicBezTo>
                        <a:pt x="13568" y="1"/>
                        <a:pt x="13302" y="112"/>
                        <a:pt x="13010" y="287"/>
                      </a:cubicBezTo>
                      <a:cubicBezTo>
                        <a:pt x="13410" y="2255"/>
                        <a:pt x="13010" y="5991"/>
                        <a:pt x="10842" y="10061"/>
                      </a:cubicBezTo>
                      <a:cubicBezTo>
                        <a:pt x="8907" y="13663"/>
                        <a:pt x="2936" y="20068"/>
                        <a:pt x="1" y="23137"/>
                      </a:cubicBezTo>
                      <a:cubicBezTo>
                        <a:pt x="534" y="23570"/>
                        <a:pt x="1102" y="23904"/>
                        <a:pt x="1769" y="24104"/>
                      </a:cubicBezTo>
                      <a:cubicBezTo>
                        <a:pt x="1775" y="24105"/>
                        <a:pt x="1782" y="24106"/>
                        <a:pt x="1790" y="24106"/>
                      </a:cubicBezTo>
                      <a:cubicBezTo>
                        <a:pt x="2637" y="24106"/>
                        <a:pt x="10124" y="14936"/>
                        <a:pt x="11876" y="11828"/>
                      </a:cubicBezTo>
                      <a:cubicBezTo>
                        <a:pt x="13610" y="8726"/>
                        <a:pt x="15212" y="2122"/>
                        <a:pt x="14578" y="654"/>
                      </a:cubicBezTo>
                      <a:cubicBezTo>
                        <a:pt x="14371" y="185"/>
                        <a:pt x="14112" y="1"/>
                        <a:pt x="13806" y="1"/>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p:cNvSpPr/>
                <p:nvPr/>
              </p:nvSpPr>
              <p:spPr>
                <a:xfrm>
                  <a:off x="3413275" y="5306013"/>
                  <a:ext cx="115100" cy="97600"/>
                </a:xfrm>
                <a:custGeom>
                  <a:avLst/>
                  <a:gdLst/>
                  <a:ahLst/>
                  <a:cxnLst/>
                  <a:rect l="l" t="t" r="r" b="b"/>
                  <a:pathLst>
                    <a:path w="4604" h="3904" extrusionOk="0">
                      <a:moveTo>
                        <a:pt x="2769" y="1"/>
                      </a:moveTo>
                      <a:cubicBezTo>
                        <a:pt x="1735" y="1135"/>
                        <a:pt x="767" y="2136"/>
                        <a:pt x="0" y="2903"/>
                      </a:cubicBezTo>
                      <a:lnTo>
                        <a:pt x="300" y="3070"/>
                      </a:lnTo>
                      <a:lnTo>
                        <a:pt x="334" y="3136"/>
                      </a:lnTo>
                      <a:lnTo>
                        <a:pt x="600" y="3270"/>
                      </a:lnTo>
                      <a:lnTo>
                        <a:pt x="1001" y="3537"/>
                      </a:lnTo>
                      <a:lnTo>
                        <a:pt x="1134" y="3637"/>
                      </a:lnTo>
                      <a:lnTo>
                        <a:pt x="1268" y="3670"/>
                      </a:lnTo>
                      <a:lnTo>
                        <a:pt x="1401" y="3737"/>
                      </a:lnTo>
                      <a:lnTo>
                        <a:pt x="1468" y="3804"/>
                      </a:lnTo>
                      <a:cubicBezTo>
                        <a:pt x="1501" y="3837"/>
                        <a:pt x="1568" y="3837"/>
                        <a:pt x="1601" y="3837"/>
                      </a:cubicBezTo>
                      <a:lnTo>
                        <a:pt x="1635" y="3870"/>
                      </a:lnTo>
                      <a:cubicBezTo>
                        <a:pt x="1668" y="3870"/>
                        <a:pt x="1735" y="3904"/>
                        <a:pt x="1801" y="3904"/>
                      </a:cubicBezTo>
                      <a:cubicBezTo>
                        <a:pt x="1835" y="3870"/>
                        <a:pt x="1901" y="3870"/>
                        <a:pt x="1935" y="3837"/>
                      </a:cubicBezTo>
                      <a:lnTo>
                        <a:pt x="2001" y="3804"/>
                      </a:lnTo>
                      <a:lnTo>
                        <a:pt x="2068" y="3804"/>
                      </a:lnTo>
                      <a:cubicBezTo>
                        <a:pt x="2102" y="3737"/>
                        <a:pt x="2135" y="3737"/>
                        <a:pt x="2168" y="3703"/>
                      </a:cubicBezTo>
                      <a:lnTo>
                        <a:pt x="2235" y="3670"/>
                      </a:lnTo>
                      <a:lnTo>
                        <a:pt x="2335" y="3570"/>
                      </a:lnTo>
                      <a:lnTo>
                        <a:pt x="2435" y="3537"/>
                      </a:lnTo>
                      <a:lnTo>
                        <a:pt x="2602" y="3370"/>
                      </a:lnTo>
                      <a:lnTo>
                        <a:pt x="2669" y="3270"/>
                      </a:lnTo>
                      <a:lnTo>
                        <a:pt x="2802" y="3170"/>
                      </a:lnTo>
                      <a:lnTo>
                        <a:pt x="2935" y="3036"/>
                      </a:lnTo>
                      <a:lnTo>
                        <a:pt x="3069" y="2903"/>
                      </a:lnTo>
                      <a:lnTo>
                        <a:pt x="3336" y="2569"/>
                      </a:lnTo>
                      <a:lnTo>
                        <a:pt x="3402" y="2536"/>
                      </a:lnTo>
                      <a:lnTo>
                        <a:pt x="3569" y="2336"/>
                      </a:lnTo>
                      <a:lnTo>
                        <a:pt x="3636" y="2236"/>
                      </a:lnTo>
                      <a:cubicBezTo>
                        <a:pt x="3836" y="2002"/>
                        <a:pt x="4103" y="1735"/>
                        <a:pt x="4336" y="1469"/>
                      </a:cubicBezTo>
                      <a:lnTo>
                        <a:pt x="4603" y="1168"/>
                      </a:lnTo>
                      <a:lnTo>
                        <a:pt x="2769" y="1"/>
                      </a:ln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p:cNvSpPr/>
                <p:nvPr/>
              </p:nvSpPr>
              <p:spPr>
                <a:xfrm>
                  <a:off x="3414925" y="4794813"/>
                  <a:ext cx="380300" cy="611300"/>
                </a:xfrm>
                <a:custGeom>
                  <a:avLst/>
                  <a:gdLst/>
                  <a:ahLst/>
                  <a:cxnLst/>
                  <a:rect l="l" t="t" r="r" b="b"/>
                  <a:pathLst>
                    <a:path w="15212" h="24452" fill="none" extrusionOk="0">
                      <a:moveTo>
                        <a:pt x="11876" y="12009"/>
                      </a:moveTo>
                      <a:cubicBezTo>
                        <a:pt x="13610" y="8907"/>
                        <a:pt x="15212" y="2303"/>
                        <a:pt x="14578" y="835"/>
                      </a:cubicBezTo>
                      <a:cubicBezTo>
                        <a:pt x="14211" y="1"/>
                        <a:pt x="13677" y="68"/>
                        <a:pt x="13010" y="468"/>
                      </a:cubicBezTo>
                      <a:cubicBezTo>
                        <a:pt x="13410" y="2436"/>
                        <a:pt x="13010" y="6172"/>
                        <a:pt x="10842" y="10242"/>
                      </a:cubicBezTo>
                      <a:cubicBezTo>
                        <a:pt x="8907" y="13844"/>
                        <a:pt x="2936" y="20249"/>
                        <a:pt x="1" y="23318"/>
                      </a:cubicBezTo>
                      <a:cubicBezTo>
                        <a:pt x="534" y="23751"/>
                        <a:pt x="1102" y="24085"/>
                        <a:pt x="1769" y="24285"/>
                      </a:cubicBezTo>
                      <a:cubicBezTo>
                        <a:pt x="2503" y="24452"/>
                        <a:pt x="10108" y="15145"/>
                        <a:pt x="11876" y="1200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p:cNvSpPr/>
                <p:nvPr/>
              </p:nvSpPr>
              <p:spPr>
                <a:xfrm>
                  <a:off x="2803650" y="5119213"/>
                  <a:ext cx="572100" cy="470800"/>
                </a:xfrm>
                <a:custGeom>
                  <a:avLst/>
                  <a:gdLst/>
                  <a:ahLst/>
                  <a:cxnLst/>
                  <a:rect l="l" t="t" r="r" b="b"/>
                  <a:pathLst>
                    <a:path w="22884" h="18832" extrusionOk="0">
                      <a:moveTo>
                        <a:pt x="3537" y="1"/>
                      </a:moveTo>
                      <a:cubicBezTo>
                        <a:pt x="2036" y="1268"/>
                        <a:pt x="635" y="2269"/>
                        <a:pt x="435" y="3103"/>
                      </a:cubicBezTo>
                      <a:cubicBezTo>
                        <a:pt x="1" y="4671"/>
                        <a:pt x="2836" y="10909"/>
                        <a:pt x="9608" y="15278"/>
                      </a:cubicBezTo>
                      <a:cubicBezTo>
                        <a:pt x="14083" y="18159"/>
                        <a:pt x="16616" y="18832"/>
                        <a:pt x="18390" y="18832"/>
                      </a:cubicBezTo>
                      <a:cubicBezTo>
                        <a:pt x="19286" y="18832"/>
                        <a:pt x="19988" y="18660"/>
                        <a:pt x="20649" y="18514"/>
                      </a:cubicBezTo>
                      <a:cubicBezTo>
                        <a:pt x="22617" y="18114"/>
                        <a:pt x="22884" y="15712"/>
                        <a:pt x="19782" y="13777"/>
                      </a:cubicBezTo>
                      <a:cubicBezTo>
                        <a:pt x="16646" y="11776"/>
                        <a:pt x="13110" y="6272"/>
                        <a:pt x="13010" y="4371"/>
                      </a:cubicBezTo>
                      <a:cubicBezTo>
                        <a:pt x="13010" y="4170"/>
                        <a:pt x="13010" y="3970"/>
                        <a:pt x="13044" y="3770"/>
                      </a:cubicBezTo>
                      <a:cubicBezTo>
                        <a:pt x="12443" y="3770"/>
                        <a:pt x="11843" y="4004"/>
                        <a:pt x="11342" y="4371"/>
                      </a:cubicBezTo>
                      <a:cubicBezTo>
                        <a:pt x="10075" y="3203"/>
                        <a:pt x="8707" y="2136"/>
                        <a:pt x="7306" y="1135"/>
                      </a:cubicBezTo>
                      <a:cubicBezTo>
                        <a:pt x="6139" y="468"/>
                        <a:pt x="4871" y="101"/>
                        <a:pt x="3537" y="1"/>
                      </a:cubicBezTo>
                      <a:close/>
                    </a:path>
                  </a:pathLst>
                </a:custGeom>
                <a:solidFill>
                  <a:schemeClr val="accent2"/>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p:cNvSpPr/>
                <p:nvPr/>
              </p:nvSpPr>
              <p:spPr>
                <a:xfrm>
                  <a:off x="2802825" y="5168413"/>
                  <a:ext cx="572925" cy="422425"/>
                </a:xfrm>
                <a:custGeom>
                  <a:avLst/>
                  <a:gdLst/>
                  <a:ahLst/>
                  <a:cxnLst/>
                  <a:rect l="l" t="t" r="r" b="b"/>
                  <a:pathLst>
                    <a:path w="22917" h="16897" extrusionOk="0">
                      <a:moveTo>
                        <a:pt x="1268" y="1"/>
                      </a:moveTo>
                      <a:cubicBezTo>
                        <a:pt x="868" y="301"/>
                        <a:pt x="568" y="701"/>
                        <a:pt x="434" y="1168"/>
                      </a:cubicBezTo>
                      <a:cubicBezTo>
                        <a:pt x="1" y="2736"/>
                        <a:pt x="2836" y="9007"/>
                        <a:pt x="9607" y="13344"/>
                      </a:cubicBezTo>
                      <a:cubicBezTo>
                        <a:pt x="14083" y="16224"/>
                        <a:pt x="16616" y="16897"/>
                        <a:pt x="18389" y="16897"/>
                      </a:cubicBezTo>
                      <a:cubicBezTo>
                        <a:pt x="19286" y="16897"/>
                        <a:pt x="19988" y="16725"/>
                        <a:pt x="20649" y="16579"/>
                      </a:cubicBezTo>
                      <a:cubicBezTo>
                        <a:pt x="22617" y="16179"/>
                        <a:pt x="22917" y="13744"/>
                        <a:pt x="19815" y="11809"/>
                      </a:cubicBezTo>
                      <a:cubicBezTo>
                        <a:pt x="18747" y="11075"/>
                        <a:pt x="17847" y="10242"/>
                        <a:pt x="17013" y="9308"/>
                      </a:cubicBezTo>
                      <a:cubicBezTo>
                        <a:pt x="14845" y="8374"/>
                        <a:pt x="12009" y="7206"/>
                        <a:pt x="9474" y="5638"/>
                      </a:cubicBezTo>
                      <a:cubicBezTo>
                        <a:pt x="6772" y="3970"/>
                        <a:pt x="7373" y="2903"/>
                        <a:pt x="5838" y="1369"/>
                      </a:cubicBezTo>
                      <a:cubicBezTo>
                        <a:pt x="4637" y="168"/>
                        <a:pt x="2302" y="34"/>
                        <a:pt x="1268"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p:cNvSpPr/>
                <p:nvPr/>
              </p:nvSpPr>
              <p:spPr>
                <a:xfrm>
                  <a:off x="2802825" y="5168413"/>
                  <a:ext cx="572925" cy="422425"/>
                </a:xfrm>
                <a:custGeom>
                  <a:avLst/>
                  <a:gdLst/>
                  <a:ahLst/>
                  <a:cxnLst/>
                  <a:rect l="l" t="t" r="r" b="b"/>
                  <a:pathLst>
                    <a:path w="22917" h="16897" extrusionOk="0">
                      <a:moveTo>
                        <a:pt x="1268" y="1"/>
                      </a:moveTo>
                      <a:cubicBezTo>
                        <a:pt x="868" y="301"/>
                        <a:pt x="568" y="701"/>
                        <a:pt x="434" y="1168"/>
                      </a:cubicBezTo>
                      <a:cubicBezTo>
                        <a:pt x="1" y="2736"/>
                        <a:pt x="2836" y="9007"/>
                        <a:pt x="9607" y="13344"/>
                      </a:cubicBezTo>
                      <a:cubicBezTo>
                        <a:pt x="14083" y="16224"/>
                        <a:pt x="16616" y="16897"/>
                        <a:pt x="18389" y="16897"/>
                      </a:cubicBezTo>
                      <a:cubicBezTo>
                        <a:pt x="19286" y="16897"/>
                        <a:pt x="19988" y="16725"/>
                        <a:pt x="20649" y="16579"/>
                      </a:cubicBezTo>
                      <a:cubicBezTo>
                        <a:pt x="22617" y="16179"/>
                        <a:pt x="22917" y="13744"/>
                        <a:pt x="19815" y="11809"/>
                      </a:cubicBezTo>
                      <a:cubicBezTo>
                        <a:pt x="18747" y="11075"/>
                        <a:pt x="17847" y="10242"/>
                        <a:pt x="17013" y="9308"/>
                      </a:cubicBezTo>
                      <a:cubicBezTo>
                        <a:pt x="14845" y="8374"/>
                        <a:pt x="12009" y="7206"/>
                        <a:pt x="9474" y="5638"/>
                      </a:cubicBezTo>
                      <a:cubicBezTo>
                        <a:pt x="6772" y="3970"/>
                        <a:pt x="7373" y="2903"/>
                        <a:pt x="5838" y="1369"/>
                      </a:cubicBezTo>
                      <a:cubicBezTo>
                        <a:pt x="4637" y="168"/>
                        <a:pt x="2302" y="34"/>
                        <a:pt x="1268" y="1"/>
                      </a:cubicBezTo>
                      <a:close/>
                    </a:path>
                  </a:pathLst>
                </a:custGeom>
                <a:solidFill>
                  <a:srgbClr val="92E3A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p:cNvSpPr/>
                <p:nvPr/>
              </p:nvSpPr>
              <p:spPr>
                <a:xfrm>
                  <a:off x="2802825" y="5168413"/>
                  <a:ext cx="572925" cy="422425"/>
                </a:xfrm>
                <a:custGeom>
                  <a:avLst/>
                  <a:gdLst/>
                  <a:ahLst/>
                  <a:cxnLst/>
                  <a:rect l="l" t="t" r="r" b="b"/>
                  <a:pathLst>
                    <a:path w="22917" h="16897" extrusionOk="0">
                      <a:moveTo>
                        <a:pt x="1268" y="1"/>
                      </a:moveTo>
                      <a:cubicBezTo>
                        <a:pt x="868" y="301"/>
                        <a:pt x="568" y="701"/>
                        <a:pt x="434" y="1168"/>
                      </a:cubicBezTo>
                      <a:cubicBezTo>
                        <a:pt x="1" y="2736"/>
                        <a:pt x="2836" y="9007"/>
                        <a:pt x="9607" y="13344"/>
                      </a:cubicBezTo>
                      <a:cubicBezTo>
                        <a:pt x="14083" y="16224"/>
                        <a:pt x="16616" y="16897"/>
                        <a:pt x="18389" y="16897"/>
                      </a:cubicBezTo>
                      <a:cubicBezTo>
                        <a:pt x="19286" y="16897"/>
                        <a:pt x="19988" y="16725"/>
                        <a:pt x="20649" y="16579"/>
                      </a:cubicBezTo>
                      <a:cubicBezTo>
                        <a:pt x="22617" y="16179"/>
                        <a:pt x="22917" y="13744"/>
                        <a:pt x="19815" y="11809"/>
                      </a:cubicBezTo>
                      <a:cubicBezTo>
                        <a:pt x="18747" y="11075"/>
                        <a:pt x="17847" y="10242"/>
                        <a:pt x="17013" y="9308"/>
                      </a:cubicBezTo>
                      <a:cubicBezTo>
                        <a:pt x="14845" y="8374"/>
                        <a:pt x="12009" y="7206"/>
                        <a:pt x="9474" y="5638"/>
                      </a:cubicBezTo>
                      <a:cubicBezTo>
                        <a:pt x="6772" y="3970"/>
                        <a:pt x="7373" y="2903"/>
                        <a:pt x="5838" y="1369"/>
                      </a:cubicBezTo>
                      <a:cubicBezTo>
                        <a:pt x="4637" y="168"/>
                        <a:pt x="2302" y="34"/>
                        <a:pt x="1268" y="1"/>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6"/>
                <p:cNvSpPr/>
                <p:nvPr/>
              </p:nvSpPr>
              <p:spPr>
                <a:xfrm>
                  <a:off x="2802825" y="5168413"/>
                  <a:ext cx="572925" cy="442025"/>
                </a:xfrm>
                <a:custGeom>
                  <a:avLst/>
                  <a:gdLst/>
                  <a:ahLst/>
                  <a:cxnLst/>
                  <a:rect l="l" t="t" r="r" b="b"/>
                  <a:pathLst>
                    <a:path w="22917" h="17681" fill="none" extrusionOk="0">
                      <a:moveTo>
                        <a:pt x="19815" y="11809"/>
                      </a:moveTo>
                      <a:cubicBezTo>
                        <a:pt x="18747" y="11075"/>
                        <a:pt x="17847" y="10242"/>
                        <a:pt x="17013" y="9308"/>
                      </a:cubicBezTo>
                      <a:cubicBezTo>
                        <a:pt x="14845" y="8374"/>
                        <a:pt x="12009" y="7206"/>
                        <a:pt x="9474" y="5638"/>
                      </a:cubicBezTo>
                      <a:cubicBezTo>
                        <a:pt x="6772" y="3970"/>
                        <a:pt x="7373" y="2903"/>
                        <a:pt x="5838" y="1369"/>
                      </a:cubicBezTo>
                      <a:cubicBezTo>
                        <a:pt x="4637" y="168"/>
                        <a:pt x="2302" y="34"/>
                        <a:pt x="1268" y="1"/>
                      </a:cubicBezTo>
                      <a:cubicBezTo>
                        <a:pt x="868" y="301"/>
                        <a:pt x="568" y="701"/>
                        <a:pt x="434" y="1168"/>
                      </a:cubicBezTo>
                      <a:cubicBezTo>
                        <a:pt x="1" y="2736"/>
                        <a:pt x="2836" y="9007"/>
                        <a:pt x="9607" y="13344"/>
                      </a:cubicBezTo>
                      <a:cubicBezTo>
                        <a:pt x="16346" y="17680"/>
                        <a:pt x="18681" y="17013"/>
                        <a:pt x="20649" y="16579"/>
                      </a:cubicBezTo>
                      <a:cubicBezTo>
                        <a:pt x="22617" y="16179"/>
                        <a:pt x="22917" y="13744"/>
                        <a:pt x="19815" y="11809"/>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6"/>
                <p:cNvSpPr/>
                <p:nvPr/>
              </p:nvSpPr>
              <p:spPr>
                <a:xfrm>
                  <a:off x="2803650" y="5188638"/>
                  <a:ext cx="562100" cy="402400"/>
                </a:xfrm>
                <a:custGeom>
                  <a:avLst/>
                  <a:gdLst/>
                  <a:ahLst/>
                  <a:cxnLst/>
                  <a:rect l="l" t="t" r="r" b="b"/>
                  <a:pathLst>
                    <a:path w="22484" h="16096" extrusionOk="0">
                      <a:moveTo>
                        <a:pt x="1719" y="1"/>
                      </a:moveTo>
                      <a:cubicBezTo>
                        <a:pt x="1256" y="1"/>
                        <a:pt x="788" y="119"/>
                        <a:pt x="368" y="359"/>
                      </a:cubicBezTo>
                      <a:cubicBezTo>
                        <a:pt x="1" y="1994"/>
                        <a:pt x="2836" y="8165"/>
                        <a:pt x="9541" y="12535"/>
                      </a:cubicBezTo>
                      <a:cubicBezTo>
                        <a:pt x="13992" y="15421"/>
                        <a:pt x="16537" y="16096"/>
                        <a:pt x="18318" y="16096"/>
                      </a:cubicBezTo>
                      <a:cubicBezTo>
                        <a:pt x="19234" y="16096"/>
                        <a:pt x="19948" y="15918"/>
                        <a:pt x="20616" y="15770"/>
                      </a:cubicBezTo>
                      <a:cubicBezTo>
                        <a:pt x="21950" y="15504"/>
                        <a:pt x="22484" y="14369"/>
                        <a:pt x="21817" y="13035"/>
                      </a:cubicBezTo>
                      <a:cubicBezTo>
                        <a:pt x="21350" y="12501"/>
                        <a:pt x="20849" y="12034"/>
                        <a:pt x="20282" y="11701"/>
                      </a:cubicBezTo>
                      <a:cubicBezTo>
                        <a:pt x="17547" y="10100"/>
                        <a:pt x="12010" y="9099"/>
                        <a:pt x="8507" y="6697"/>
                      </a:cubicBezTo>
                      <a:cubicBezTo>
                        <a:pt x="4971" y="4262"/>
                        <a:pt x="5939" y="2194"/>
                        <a:pt x="3303" y="526"/>
                      </a:cubicBezTo>
                      <a:cubicBezTo>
                        <a:pt x="2845" y="178"/>
                        <a:pt x="2285" y="1"/>
                        <a:pt x="1719" y="1"/>
                      </a:cubicBezTo>
                      <a:close/>
                    </a:path>
                  </a:pathLst>
                </a:custGeom>
                <a:solidFill>
                  <a:srgbClr val="26323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p:cNvSpPr/>
                <p:nvPr/>
              </p:nvSpPr>
              <p:spPr>
                <a:xfrm>
                  <a:off x="2803650" y="5188638"/>
                  <a:ext cx="562100" cy="402400"/>
                </a:xfrm>
                <a:custGeom>
                  <a:avLst/>
                  <a:gdLst/>
                  <a:ahLst/>
                  <a:cxnLst/>
                  <a:rect l="l" t="t" r="r" b="b"/>
                  <a:pathLst>
                    <a:path w="22484" h="16096" extrusionOk="0">
                      <a:moveTo>
                        <a:pt x="1719" y="1"/>
                      </a:moveTo>
                      <a:cubicBezTo>
                        <a:pt x="1256" y="1"/>
                        <a:pt x="788" y="119"/>
                        <a:pt x="368" y="359"/>
                      </a:cubicBezTo>
                      <a:cubicBezTo>
                        <a:pt x="1" y="1994"/>
                        <a:pt x="2836" y="8165"/>
                        <a:pt x="9541" y="12535"/>
                      </a:cubicBezTo>
                      <a:cubicBezTo>
                        <a:pt x="13992" y="15421"/>
                        <a:pt x="16537" y="16096"/>
                        <a:pt x="18318" y="16096"/>
                      </a:cubicBezTo>
                      <a:cubicBezTo>
                        <a:pt x="19234" y="16096"/>
                        <a:pt x="19948" y="15918"/>
                        <a:pt x="20616" y="15770"/>
                      </a:cubicBezTo>
                      <a:cubicBezTo>
                        <a:pt x="21950" y="15504"/>
                        <a:pt x="22484" y="14369"/>
                        <a:pt x="21817" y="13035"/>
                      </a:cubicBezTo>
                      <a:cubicBezTo>
                        <a:pt x="21350" y="12501"/>
                        <a:pt x="20849" y="12034"/>
                        <a:pt x="20282" y="11701"/>
                      </a:cubicBezTo>
                      <a:cubicBezTo>
                        <a:pt x="17547" y="10100"/>
                        <a:pt x="12010" y="9099"/>
                        <a:pt x="8507" y="6697"/>
                      </a:cubicBezTo>
                      <a:cubicBezTo>
                        <a:pt x="4971" y="4262"/>
                        <a:pt x="5939" y="2194"/>
                        <a:pt x="3303" y="526"/>
                      </a:cubicBezTo>
                      <a:cubicBezTo>
                        <a:pt x="2845" y="178"/>
                        <a:pt x="2285" y="1"/>
                        <a:pt x="1719" y="1"/>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p:cNvSpPr/>
                <p:nvPr/>
              </p:nvSpPr>
              <p:spPr>
                <a:xfrm>
                  <a:off x="2803650" y="5184263"/>
                  <a:ext cx="562100" cy="427000"/>
                </a:xfrm>
                <a:custGeom>
                  <a:avLst/>
                  <a:gdLst/>
                  <a:ahLst/>
                  <a:cxnLst/>
                  <a:rect l="l" t="t" r="r" b="b"/>
                  <a:pathLst>
                    <a:path w="22484" h="17080" fill="none" extrusionOk="0">
                      <a:moveTo>
                        <a:pt x="20282" y="11876"/>
                      </a:moveTo>
                      <a:cubicBezTo>
                        <a:pt x="17547" y="10275"/>
                        <a:pt x="12010" y="9274"/>
                        <a:pt x="8507" y="6872"/>
                      </a:cubicBezTo>
                      <a:cubicBezTo>
                        <a:pt x="4971" y="4437"/>
                        <a:pt x="5939" y="2369"/>
                        <a:pt x="3303" y="701"/>
                      </a:cubicBezTo>
                      <a:cubicBezTo>
                        <a:pt x="2469" y="67"/>
                        <a:pt x="1302" y="1"/>
                        <a:pt x="368" y="534"/>
                      </a:cubicBezTo>
                      <a:cubicBezTo>
                        <a:pt x="1" y="2169"/>
                        <a:pt x="2836" y="8340"/>
                        <a:pt x="9541" y="12710"/>
                      </a:cubicBezTo>
                      <a:cubicBezTo>
                        <a:pt x="16279" y="17080"/>
                        <a:pt x="18648" y="16379"/>
                        <a:pt x="20616" y="15945"/>
                      </a:cubicBezTo>
                      <a:cubicBezTo>
                        <a:pt x="21950" y="15679"/>
                        <a:pt x="22484" y="14544"/>
                        <a:pt x="21817" y="13210"/>
                      </a:cubicBezTo>
                      <a:cubicBezTo>
                        <a:pt x="21350" y="12676"/>
                        <a:pt x="20849" y="12209"/>
                        <a:pt x="20282" y="11876"/>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p:cNvSpPr/>
                <p:nvPr/>
              </p:nvSpPr>
              <p:spPr>
                <a:xfrm>
                  <a:off x="1976400" y="4951013"/>
                  <a:ext cx="100100" cy="192575"/>
                </a:xfrm>
                <a:custGeom>
                  <a:avLst/>
                  <a:gdLst/>
                  <a:ahLst/>
                  <a:cxnLst/>
                  <a:rect l="l" t="t" r="r" b="b"/>
                  <a:pathLst>
                    <a:path w="4004" h="7703" extrusionOk="0">
                      <a:moveTo>
                        <a:pt x="3143" y="1"/>
                      </a:moveTo>
                      <a:cubicBezTo>
                        <a:pt x="2450" y="1"/>
                        <a:pt x="1402" y="1258"/>
                        <a:pt x="1402" y="1258"/>
                      </a:cubicBezTo>
                      <a:lnTo>
                        <a:pt x="1035" y="2559"/>
                      </a:lnTo>
                      <a:cubicBezTo>
                        <a:pt x="1035" y="2559"/>
                        <a:pt x="1108" y="2546"/>
                        <a:pt x="1218" y="2546"/>
                      </a:cubicBezTo>
                      <a:cubicBezTo>
                        <a:pt x="1642" y="2546"/>
                        <a:pt x="2619" y="2735"/>
                        <a:pt x="2169" y="4561"/>
                      </a:cubicBezTo>
                      <a:cubicBezTo>
                        <a:pt x="1902" y="5585"/>
                        <a:pt x="1614" y="5869"/>
                        <a:pt x="1378" y="5869"/>
                      </a:cubicBezTo>
                      <a:cubicBezTo>
                        <a:pt x="1084" y="5869"/>
                        <a:pt x="868" y="5428"/>
                        <a:pt x="868" y="5428"/>
                      </a:cubicBezTo>
                      <a:lnTo>
                        <a:pt x="1" y="6562"/>
                      </a:lnTo>
                      <a:cubicBezTo>
                        <a:pt x="1" y="6562"/>
                        <a:pt x="400" y="7702"/>
                        <a:pt x="1198" y="7702"/>
                      </a:cubicBezTo>
                      <a:cubicBezTo>
                        <a:pt x="1457" y="7702"/>
                        <a:pt x="1759" y="7582"/>
                        <a:pt x="2102" y="7263"/>
                      </a:cubicBezTo>
                      <a:cubicBezTo>
                        <a:pt x="3570" y="5995"/>
                        <a:pt x="4004" y="2526"/>
                        <a:pt x="3703" y="691"/>
                      </a:cubicBezTo>
                      <a:cubicBezTo>
                        <a:pt x="3620" y="184"/>
                        <a:pt x="3407" y="1"/>
                        <a:pt x="3143" y="1"/>
                      </a:cubicBezTo>
                      <a:close/>
                    </a:path>
                  </a:pathLst>
                </a:custGeom>
                <a:solidFill>
                  <a:srgbClr val="FFFFFF"/>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p:cNvSpPr/>
                <p:nvPr/>
              </p:nvSpPr>
              <p:spPr>
                <a:xfrm>
                  <a:off x="1756250" y="4939938"/>
                  <a:ext cx="280225" cy="287300"/>
                </a:xfrm>
                <a:custGeom>
                  <a:avLst/>
                  <a:gdLst/>
                  <a:ahLst/>
                  <a:cxnLst/>
                  <a:rect l="l" t="t" r="r" b="b"/>
                  <a:pathLst>
                    <a:path w="11209" h="11492" extrusionOk="0">
                      <a:moveTo>
                        <a:pt x="401" y="0"/>
                      </a:moveTo>
                      <a:cubicBezTo>
                        <a:pt x="401" y="0"/>
                        <a:pt x="0" y="8973"/>
                        <a:pt x="2502" y="10841"/>
                      </a:cubicBezTo>
                      <a:cubicBezTo>
                        <a:pt x="3086" y="11275"/>
                        <a:pt x="4345" y="11492"/>
                        <a:pt x="5604" y="11492"/>
                      </a:cubicBezTo>
                      <a:cubicBezTo>
                        <a:pt x="6864" y="11492"/>
                        <a:pt x="8123" y="11275"/>
                        <a:pt x="8707" y="10841"/>
                      </a:cubicBezTo>
                      <a:cubicBezTo>
                        <a:pt x="11208" y="9006"/>
                        <a:pt x="10741" y="33"/>
                        <a:pt x="10808" y="0"/>
                      </a:cubicBezTo>
                      <a:close/>
                    </a:path>
                  </a:pathLst>
                </a:custGeom>
                <a:solidFill>
                  <a:srgbClr val="FFFFFF"/>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p:cNvSpPr/>
                <p:nvPr/>
              </p:nvSpPr>
              <p:spPr>
                <a:xfrm>
                  <a:off x="1794600" y="4615538"/>
                  <a:ext cx="25875" cy="281875"/>
                </a:xfrm>
                <a:custGeom>
                  <a:avLst/>
                  <a:gdLst/>
                  <a:ahLst/>
                  <a:cxnLst/>
                  <a:rect l="l" t="t" r="r" b="b"/>
                  <a:pathLst>
                    <a:path w="1035" h="11275" fill="none" extrusionOk="0">
                      <a:moveTo>
                        <a:pt x="1" y="11275"/>
                      </a:moveTo>
                      <a:cubicBezTo>
                        <a:pt x="1" y="10141"/>
                        <a:pt x="1035" y="10141"/>
                        <a:pt x="1035" y="9007"/>
                      </a:cubicBezTo>
                      <a:cubicBezTo>
                        <a:pt x="1035" y="7906"/>
                        <a:pt x="1" y="7906"/>
                        <a:pt x="1" y="6772"/>
                      </a:cubicBezTo>
                      <a:cubicBezTo>
                        <a:pt x="1" y="5637"/>
                        <a:pt x="1035" y="5637"/>
                        <a:pt x="1035" y="4503"/>
                      </a:cubicBezTo>
                      <a:cubicBezTo>
                        <a:pt x="1035" y="3402"/>
                        <a:pt x="1" y="3402"/>
                        <a:pt x="1" y="2268"/>
                      </a:cubicBezTo>
                      <a:cubicBezTo>
                        <a:pt x="1" y="1134"/>
                        <a:pt x="1035" y="1134"/>
                        <a:pt x="1035" y="0"/>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p:cNvSpPr/>
                <p:nvPr/>
              </p:nvSpPr>
              <p:spPr>
                <a:xfrm>
                  <a:off x="1883000" y="4683063"/>
                  <a:ext cx="26725" cy="214350"/>
                </a:xfrm>
                <a:custGeom>
                  <a:avLst/>
                  <a:gdLst/>
                  <a:ahLst/>
                  <a:cxnLst/>
                  <a:rect l="l" t="t" r="r" b="b"/>
                  <a:pathLst>
                    <a:path w="1069" h="8574" fill="none" extrusionOk="0">
                      <a:moveTo>
                        <a:pt x="1" y="8574"/>
                      </a:moveTo>
                      <a:cubicBezTo>
                        <a:pt x="1" y="7740"/>
                        <a:pt x="1068" y="7740"/>
                        <a:pt x="1068" y="6873"/>
                      </a:cubicBezTo>
                      <a:cubicBezTo>
                        <a:pt x="1068" y="5972"/>
                        <a:pt x="1" y="6039"/>
                        <a:pt x="1" y="5138"/>
                      </a:cubicBezTo>
                      <a:cubicBezTo>
                        <a:pt x="1" y="4271"/>
                        <a:pt x="1068" y="4304"/>
                        <a:pt x="1068" y="3437"/>
                      </a:cubicBezTo>
                      <a:cubicBezTo>
                        <a:pt x="1068" y="2569"/>
                        <a:pt x="1" y="2569"/>
                        <a:pt x="1" y="1736"/>
                      </a:cubicBezTo>
                      <a:cubicBezTo>
                        <a:pt x="1" y="902"/>
                        <a:pt x="1068" y="902"/>
                        <a:pt x="1068" y="1"/>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6"/>
                <p:cNvSpPr/>
                <p:nvPr/>
              </p:nvSpPr>
              <p:spPr>
                <a:xfrm>
                  <a:off x="1982250" y="4615538"/>
                  <a:ext cx="25875" cy="281875"/>
                </a:xfrm>
                <a:custGeom>
                  <a:avLst/>
                  <a:gdLst/>
                  <a:ahLst/>
                  <a:cxnLst/>
                  <a:rect l="l" t="t" r="r" b="b"/>
                  <a:pathLst>
                    <a:path w="1035" h="11275" fill="none" extrusionOk="0">
                      <a:moveTo>
                        <a:pt x="0" y="11275"/>
                      </a:moveTo>
                      <a:cubicBezTo>
                        <a:pt x="0" y="10141"/>
                        <a:pt x="1034" y="10141"/>
                        <a:pt x="1034" y="9007"/>
                      </a:cubicBezTo>
                      <a:cubicBezTo>
                        <a:pt x="1034" y="7906"/>
                        <a:pt x="0" y="7906"/>
                        <a:pt x="0" y="6772"/>
                      </a:cubicBezTo>
                      <a:cubicBezTo>
                        <a:pt x="0" y="5637"/>
                        <a:pt x="1034" y="5637"/>
                        <a:pt x="1034" y="4503"/>
                      </a:cubicBezTo>
                      <a:cubicBezTo>
                        <a:pt x="1034" y="3402"/>
                        <a:pt x="0" y="3402"/>
                        <a:pt x="0" y="2268"/>
                      </a:cubicBezTo>
                      <a:cubicBezTo>
                        <a:pt x="0" y="1134"/>
                        <a:pt x="1034" y="1134"/>
                        <a:pt x="1034" y="0"/>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6"/>
                <p:cNvSpPr/>
                <p:nvPr/>
              </p:nvSpPr>
              <p:spPr>
                <a:xfrm>
                  <a:off x="1767100" y="4929088"/>
                  <a:ext cx="257700" cy="23375"/>
                </a:xfrm>
                <a:custGeom>
                  <a:avLst/>
                  <a:gdLst/>
                  <a:ahLst/>
                  <a:cxnLst/>
                  <a:rect l="l" t="t" r="r" b="b"/>
                  <a:pathLst>
                    <a:path w="10308" h="935" extrusionOk="0">
                      <a:moveTo>
                        <a:pt x="5137" y="0"/>
                      </a:moveTo>
                      <a:cubicBezTo>
                        <a:pt x="2335" y="0"/>
                        <a:pt x="0" y="234"/>
                        <a:pt x="0" y="467"/>
                      </a:cubicBezTo>
                      <a:cubicBezTo>
                        <a:pt x="0" y="734"/>
                        <a:pt x="2268" y="934"/>
                        <a:pt x="5137" y="934"/>
                      </a:cubicBezTo>
                      <a:cubicBezTo>
                        <a:pt x="7972" y="934"/>
                        <a:pt x="10307" y="734"/>
                        <a:pt x="10307" y="467"/>
                      </a:cubicBezTo>
                      <a:cubicBezTo>
                        <a:pt x="10307" y="234"/>
                        <a:pt x="7972" y="0"/>
                        <a:pt x="5137" y="0"/>
                      </a:cubicBezTo>
                      <a:close/>
                    </a:path>
                  </a:pathLst>
                </a:custGeom>
                <a:solidFill>
                  <a:srgbClr val="FFFFFF"/>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6"/>
                <p:cNvSpPr/>
                <p:nvPr/>
              </p:nvSpPr>
              <p:spPr>
                <a:xfrm>
                  <a:off x="2264950" y="3324138"/>
                  <a:ext cx="183475" cy="471450"/>
                </a:xfrm>
                <a:custGeom>
                  <a:avLst/>
                  <a:gdLst/>
                  <a:ahLst/>
                  <a:cxnLst/>
                  <a:rect l="l" t="t" r="r" b="b"/>
                  <a:pathLst>
                    <a:path w="7339" h="18858" extrusionOk="0">
                      <a:moveTo>
                        <a:pt x="180" y="0"/>
                      </a:moveTo>
                      <a:cubicBezTo>
                        <a:pt x="97" y="0"/>
                        <a:pt x="36" y="38"/>
                        <a:pt x="0" y="119"/>
                      </a:cubicBezTo>
                      <a:cubicBezTo>
                        <a:pt x="0" y="119"/>
                        <a:pt x="501" y="5390"/>
                        <a:pt x="701" y="7057"/>
                      </a:cubicBezTo>
                      <a:cubicBezTo>
                        <a:pt x="901" y="8725"/>
                        <a:pt x="1368" y="13529"/>
                        <a:pt x="1868" y="15063"/>
                      </a:cubicBezTo>
                      <a:cubicBezTo>
                        <a:pt x="2319" y="16446"/>
                        <a:pt x="4476" y="18858"/>
                        <a:pt x="5069" y="18858"/>
                      </a:cubicBezTo>
                      <a:cubicBezTo>
                        <a:pt x="5135" y="18858"/>
                        <a:pt x="5181" y="18829"/>
                        <a:pt x="5204" y="18766"/>
                      </a:cubicBezTo>
                      <a:cubicBezTo>
                        <a:pt x="5471" y="18132"/>
                        <a:pt x="6738" y="13862"/>
                        <a:pt x="6238" y="11260"/>
                      </a:cubicBezTo>
                      <a:cubicBezTo>
                        <a:pt x="5771" y="8692"/>
                        <a:pt x="5571" y="6524"/>
                        <a:pt x="5871" y="5857"/>
                      </a:cubicBezTo>
                      <a:cubicBezTo>
                        <a:pt x="6171" y="5189"/>
                        <a:pt x="7339" y="4456"/>
                        <a:pt x="7339" y="4456"/>
                      </a:cubicBezTo>
                      <a:cubicBezTo>
                        <a:pt x="6005" y="3755"/>
                        <a:pt x="4670" y="3021"/>
                        <a:pt x="3436" y="2187"/>
                      </a:cubicBezTo>
                      <a:cubicBezTo>
                        <a:pt x="1825" y="1142"/>
                        <a:pt x="645" y="0"/>
                        <a:pt x="18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6"/>
                <p:cNvSpPr/>
                <p:nvPr/>
              </p:nvSpPr>
              <p:spPr>
                <a:xfrm>
                  <a:off x="2264950" y="3313763"/>
                  <a:ext cx="183475" cy="495375"/>
                </a:xfrm>
                <a:custGeom>
                  <a:avLst/>
                  <a:gdLst/>
                  <a:ahLst/>
                  <a:cxnLst/>
                  <a:rect l="l" t="t" r="r" b="b"/>
                  <a:pathLst>
                    <a:path w="7339" h="19815" fill="none" extrusionOk="0">
                      <a:moveTo>
                        <a:pt x="0" y="534"/>
                      </a:moveTo>
                      <a:cubicBezTo>
                        <a:pt x="0" y="534"/>
                        <a:pt x="501" y="5805"/>
                        <a:pt x="701" y="7472"/>
                      </a:cubicBezTo>
                      <a:cubicBezTo>
                        <a:pt x="901" y="9140"/>
                        <a:pt x="1368" y="13944"/>
                        <a:pt x="1868" y="15478"/>
                      </a:cubicBezTo>
                      <a:cubicBezTo>
                        <a:pt x="2369" y="17013"/>
                        <a:pt x="4970" y="19815"/>
                        <a:pt x="5204" y="19181"/>
                      </a:cubicBezTo>
                      <a:cubicBezTo>
                        <a:pt x="5471" y="18547"/>
                        <a:pt x="6738" y="14277"/>
                        <a:pt x="6238" y="11675"/>
                      </a:cubicBezTo>
                      <a:cubicBezTo>
                        <a:pt x="5771" y="9107"/>
                        <a:pt x="5571" y="6939"/>
                        <a:pt x="5871" y="6272"/>
                      </a:cubicBezTo>
                      <a:cubicBezTo>
                        <a:pt x="6171" y="5604"/>
                        <a:pt x="7339" y="4871"/>
                        <a:pt x="7339" y="4871"/>
                      </a:cubicBezTo>
                      <a:cubicBezTo>
                        <a:pt x="6005" y="4170"/>
                        <a:pt x="4670" y="3436"/>
                        <a:pt x="3436" y="2602"/>
                      </a:cubicBezTo>
                      <a:cubicBezTo>
                        <a:pt x="1535" y="1368"/>
                        <a:pt x="234" y="0"/>
                        <a:pt x="0" y="534"/>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6"/>
                <p:cNvSpPr/>
                <p:nvPr/>
              </p:nvSpPr>
              <p:spPr>
                <a:xfrm>
                  <a:off x="2189900" y="3026613"/>
                  <a:ext cx="372775" cy="422100"/>
                </a:xfrm>
                <a:custGeom>
                  <a:avLst/>
                  <a:gdLst/>
                  <a:ahLst/>
                  <a:cxnLst/>
                  <a:rect l="l" t="t" r="r" b="b"/>
                  <a:pathLst>
                    <a:path w="14911" h="16884" extrusionOk="0">
                      <a:moveTo>
                        <a:pt x="7501" y="0"/>
                      </a:moveTo>
                      <a:cubicBezTo>
                        <a:pt x="5322" y="0"/>
                        <a:pt x="1466" y="1607"/>
                        <a:pt x="734" y="3547"/>
                      </a:cubicBezTo>
                      <a:cubicBezTo>
                        <a:pt x="0" y="5616"/>
                        <a:pt x="834" y="8451"/>
                        <a:pt x="1468" y="10152"/>
                      </a:cubicBezTo>
                      <a:cubicBezTo>
                        <a:pt x="1835" y="11086"/>
                        <a:pt x="2235" y="11987"/>
                        <a:pt x="2802" y="12821"/>
                      </a:cubicBezTo>
                      <a:cubicBezTo>
                        <a:pt x="2802" y="12821"/>
                        <a:pt x="5804" y="15323"/>
                        <a:pt x="8073" y="16257"/>
                      </a:cubicBezTo>
                      <a:cubicBezTo>
                        <a:pt x="9122" y="16667"/>
                        <a:pt x="10429" y="16884"/>
                        <a:pt x="11587" y="16884"/>
                      </a:cubicBezTo>
                      <a:cubicBezTo>
                        <a:pt x="12968" y="16884"/>
                        <a:pt x="14138" y="16576"/>
                        <a:pt x="14410" y="15923"/>
                      </a:cubicBezTo>
                      <a:cubicBezTo>
                        <a:pt x="14911" y="14689"/>
                        <a:pt x="13543" y="5215"/>
                        <a:pt x="12342" y="2714"/>
                      </a:cubicBezTo>
                      <a:cubicBezTo>
                        <a:pt x="11175" y="212"/>
                        <a:pt x="9874" y="178"/>
                        <a:pt x="7806" y="12"/>
                      </a:cubicBezTo>
                      <a:cubicBezTo>
                        <a:pt x="7708" y="4"/>
                        <a:pt x="7607" y="0"/>
                        <a:pt x="750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6"/>
                <p:cNvSpPr/>
                <p:nvPr/>
              </p:nvSpPr>
              <p:spPr>
                <a:xfrm>
                  <a:off x="2189900" y="3022713"/>
                  <a:ext cx="372775" cy="432850"/>
                </a:xfrm>
                <a:custGeom>
                  <a:avLst/>
                  <a:gdLst/>
                  <a:ahLst/>
                  <a:cxnLst/>
                  <a:rect l="l" t="t" r="r" b="b"/>
                  <a:pathLst>
                    <a:path w="14911" h="17314" fill="none" extrusionOk="0">
                      <a:moveTo>
                        <a:pt x="2802" y="12977"/>
                      </a:moveTo>
                      <a:cubicBezTo>
                        <a:pt x="2802" y="12977"/>
                        <a:pt x="5804" y="15479"/>
                        <a:pt x="8073" y="16413"/>
                      </a:cubicBezTo>
                      <a:cubicBezTo>
                        <a:pt x="10374" y="17313"/>
                        <a:pt x="13910" y="17280"/>
                        <a:pt x="14410" y="16079"/>
                      </a:cubicBezTo>
                      <a:cubicBezTo>
                        <a:pt x="14911" y="14845"/>
                        <a:pt x="13543" y="5371"/>
                        <a:pt x="12342" y="2870"/>
                      </a:cubicBezTo>
                      <a:cubicBezTo>
                        <a:pt x="11175" y="368"/>
                        <a:pt x="9874" y="334"/>
                        <a:pt x="7806" y="168"/>
                      </a:cubicBezTo>
                      <a:cubicBezTo>
                        <a:pt x="5704" y="1"/>
                        <a:pt x="1501" y="1669"/>
                        <a:pt x="734" y="3703"/>
                      </a:cubicBezTo>
                      <a:cubicBezTo>
                        <a:pt x="0" y="5772"/>
                        <a:pt x="834" y="8607"/>
                        <a:pt x="1468" y="10308"/>
                      </a:cubicBezTo>
                      <a:cubicBezTo>
                        <a:pt x="1835" y="11242"/>
                        <a:pt x="2235" y="12143"/>
                        <a:pt x="2802" y="12977"/>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6"/>
                <p:cNvSpPr/>
                <p:nvPr/>
              </p:nvSpPr>
              <p:spPr>
                <a:xfrm>
                  <a:off x="2415875" y="3138638"/>
                  <a:ext cx="90100" cy="110925"/>
                </a:xfrm>
                <a:custGeom>
                  <a:avLst/>
                  <a:gdLst/>
                  <a:ahLst/>
                  <a:cxnLst/>
                  <a:rect l="l" t="t" r="r" b="b"/>
                  <a:pathLst>
                    <a:path w="3604" h="4437" fill="none" extrusionOk="0">
                      <a:moveTo>
                        <a:pt x="3537" y="2135"/>
                      </a:moveTo>
                      <a:cubicBezTo>
                        <a:pt x="3603" y="3336"/>
                        <a:pt x="2836" y="4337"/>
                        <a:pt x="1869" y="4370"/>
                      </a:cubicBezTo>
                      <a:cubicBezTo>
                        <a:pt x="935" y="4437"/>
                        <a:pt x="101" y="3470"/>
                        <a:pt x="68" y="2302"/>
                      </a:cubicBezTo>
                      <a:cubicBezTo>
                        <a:pt x="1" y="1135"/>
                        <a:pt x="768" y="101"/>
                        <a:pt x="1735" y="34"/>
                      </a:cubicBezTo>
                      <a:cubicBezTo>
                        <a:pt x="2669" y="0"/>
                        <a:pt x="3503" y="934"/>
                        <a:pt x="3537" y="2135"/>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6"/>
                <p:cNvSpPr/>
                <p:nvPr/>
              </p:nvSpPr>
              <p:spPr>
                <a:xfrm>
                  <a:off x="2515125" y="3126138"/>
                  <a:ext cx="50050" cy="109250"/>
                </a:xfrm>
                <a:custGeom>
                  <a:avLst/>
                  <a:gdLst/>
                  <a:ahLst/>
                  <a:cxnLst/>
                  <a:rect l="l" t="t" r="r" b="b"/>
                  <a:pathLst>
                    <a:path w="2002" h="4370" fill="none" extrusionOk="0">
                      <a:moveTo>
                        <a:pt x="1968" y="2168"/>
                      </a:moveTo>
                      <a:cubicBezTo>
                        <a:pt x="2002" y="3369"/>
                        <a:pt x="1635" y="4337"/>
                        <a:pt x="1068" y="4370"/>
                      </a:cubicBezTo>
                      <a:cubicBezTo>
                        <a:pt x="534" y="4370"/>
                        <a:pt x="67" y="3469"/>
                        <a:pt x="34" y="2268"/>
                      </a:cubicBezTo>
                      <a:cubicBezTo>
                        <a:pt x="0" y="1034"/>
                        <a:pt x="367" y="33"/>
                        <a:pt x="901" y="33"/>
                      </a:cubicBezTo>
                      <a:cubicBezTo>
                        <a:pt x="1468" y="0"/>
                        <a:pt x="1902" y="967"/>
                        <a:pt x="1968" y="2168"/>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6"/>
                <p:cNvSpPr/>
                <p:nvPr/>
              </p:nvSpPr>
              <p:spPr>
                <a:xfrm>
                  <a:off x="2507625" y="3181163"/>
                  <a:ext cx="86750" cy="80925"/>
                </a:xfrm>
                <a:custGeom>
                  <a:avLst/>
                  <a:gdLst/>
                  <a:ahLst/>
                  <a:cxnLst/>
                  <a:rect l="l" t="t" r="r" b="b"/>
                  <a:pathLst>
                    <a:path w="3470" h="3237" extrusionOk="0">
                      <a:moveTo>
                        <a:pt x="0" y="1"/>
                      </a:moveTo>
                      <a:lnTo>
                        <a:pt x="467" y="3236"/>
                      </a:lnTo>
                      <a:cubicBezTo>
                        <a:pt x="467" y="3236"/>
                        <a:pt x="2802" y="2336"/>
                        <a:pt x="3136" y="1502"/>
                      </a:cubicBezTo>
                      <a:cubicBezTo>
                        <a:pt x="3469" y="668"/>
                        <a:pt x="0"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6"/>
                <p:cNvSpPr/>
                <p:nvPr/>
              </p:nvSpPr>
              <p:spPr>
                <a:xfrm>
                  <a:off x="2507625" y="3181163"/>
                  <a:ext cx="86750" cy="80925"/>
                </a:xfrm>
                <a:custGeom>
                  <a:avLst/>
                  <a:gdLst/>
                  <a:ahLst/>
                  <a:cxnLst/>
                  <a:rect l="l" t="t" r="r" b="b"/>
                  <a:pathLst>
                    <a:path w="3470" h="3237" fill="none" extrusionOk="0">
                      <a:moveTo>
                        <a:pt x="0" y="1"/>
                      </a:moveTo>
                      <a:cubicBezTo>
                        <a:pt x="0" y="1"/>
                        <a:pt x="3469" y="668"/>
                        <a:pt x="3136" y="1502"/>
                      </a:cubicBezTo>
                      <a:cubicBezTo>
                        <a:pt x="2802" y="2336"/>
                        <a:pt x="467" y="3236"/>
                        <a:pt x="467" y="3236"/>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6"/>
                <p:cNvSpPr/>
                <p:nvPr/>
              </p:nvSpPr>
              <p:spPr>
                <a:xfrm>
                  <a:off x="2502625" y="3160313"/>
                  <a:ext cx="14200" cy="10875"/>
                </a:xfrm>
                <a:custGeom>
                  <a:avLst/>
                  <a:gdLst/>
                  <a:ahLst/>
                  <a:cxnLst/>
                  <a:rect l="l" t="t" r="r" b="b"/>
                  <a:pathLst>
                    <a:path w="568" h="435" fill="none" extrusionOk="0">
                      <a:moveTo>
                        <a:pt x="0" y="434"/>
                      </a:moveTo>
                      <a:cubicBezTo>
                        <a:pt x="0" y="434"/>
                        <a:pt x="33" y="1"/>
                        <a:pt x="567" y="268"/>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6"/>
                <p:cNvSpPr/>
                <p:nvPr/>
              </p:nvSpPr>
              <p:spPr>
                <a:xfrm>
                  <a:off x="2257450" y="3200338"/>
                  <a:ext cx="156800" cy="60900"/>
                </a:xfrm>
                <a:custGeom>
                  <a:avLst/>
                  <a:gdLst/>
                  <a:ahLst/>
                  <a:cxnLst/>
                  <a:rect l="l" t="t" r="r" b="b"/>
                  <a:pathLst>
                    <a:path w="6272" h="2436" fill="none" extrusionOk="0">
                      <a:moveTo>
                        <a:pt x="6271" y="1"/>
                      </a:moveTo>
                      <a:lnTo>
                        <a:pt x="0" y="2436"/>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6"/>
                <p:cNvSpPr/>
                <p:nvPr/>
              </p:nvSpPr>
              <p:spPr>
                <a:xfrm>
                  <a:off x="2415875" y="3125288"/>
                  <a:ext cx="38400" cy="25050"/>
                </a:xfrm>
                <a:custGeom>
                  <a:avLst/>
                  <a:gdLst/>
                  <a:ahLst/>
                  <a:cxnLst/>
                  <a:rect l="l" t="t" r="r" b="b"/>
                  <a:pathLst>
                    <a:path w="1536" h="1002" fill="none" extrusionOk="0">
                      <a:moveTo>
                        <a:pt x="1" y="1001"/>
                      </a:moveTo>
                      <a:cubicBezTo>
                        <a:pt x="268" y="368"/>
                        <a:pt x="902" y="1"/>
                        <a:pt x="1535" y="34"/>
                      </a:cubicBezTo>
                    </a:path>
                  </a:pathLst>
                </a:custGeom>
                <a:noFill/>
                <a:ln w="2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6"/>
                <p:cNvSpPr/>
                <p:nvPr/>
              </p:nvSpPr>
              <p:spPr>
                <a:xfrm>
                  <a:off x="2495950" y="3126963"/>
                  <a:ext cx="24200" cy="8350"/>
                </a:xfrm>
                <a:custGeom>
                  <a:avLst/>
                  <a:gdLst/>
                  <a:ahLst/>
                  <a:cxnLst/>
                  <a:rect l="l" t="t" r="r" b="b"/>
                  <a:pathLst>
                    <a:path w="968" h="334" fill="none" extrusionOk="0">
                      <a:moveTo>
                        <a:pt x="968" y="0"/>
                      </a:moveTo>
                      <a:lnTo>
                        <a:pt x="0" y="334"/>
                      </a:lnTo>
                    </a:path>
                  </a:pathLst>
                </a:custGeom>
                <a:noFill/>
                <a:ln w="2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6"/>
                <p:cNvSpPr/>
                <p:nvPr/>
              </p:nvSpPr>
              <p:spPr>
                <a:xfrm>
                  <a:off x="2445900" y="3292913"/>
                  <a:ext cx="49225" cy="19200"/>
                </a:xfrm>
                <a:custGeom>
                  <a:avLst/>
                  <a:gdLst/>
                  <a:ahLst/>
                  <a:cxnLst/>
                  <a:rect l="l" t="t" r="r" b="b"/>
                  <a:pathLst>
                    <a:path w="1969" h="768" fill="none" extrusionOk="0">
                      <a:moveTo>
                        <a:pt x="1" y="334"/>
                      </a:moveTo>
                      <a:cubicBezTo>
                        <a:pt x="1" y="334"/>
                        <a:pt x="1268" y="1"/>
                        <a:pt x="1969" y="768"/>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6"/>
                <p:cNvSpPr/>
                <p:nvPr/>
              </p:nvSpPr>
              <p:spPr>
                <a:xfrm>
                  <a:off x="2451750" y="3180338"/>
                  <a:ext cx="15875" cy="37550"/>
                </a:xfrm>
                <a:custGeom>
                  <a:avLst/>
                  <a:gdLst/>
                  <a:ahLst/>
                  <a:cxnLst/>
                  <a:rect l="l" t="t" r="r" b="b"/>
                  <a:pathLst>
                    <a:path w="635" h="1502" extrusionOk="0">
                      <a:moveTo>
                        <a:pt x="200" y="0"/>
                      </a:moveTo>
                      <a:cubicBezTo>
                        <a:pt x="34" y="0"/>
                        <a:pt x="0" y="367"/>
                        <a:pt x="34" y="801"/>
                      </a:cubicBezTo>
                      <a:cubicBezTo>
                        <a:pt x="67" y="1201"/>
                        <a:pt x="234" y="1501"/>
                        <a:pt x="401" y="1501"/>
                      </a:cubicBezTo>
                      <a:cubicBezTo>
                        <a:pt x="567" y="1501"/>
                        <a:pt x="634" y="1134"/>
                        <a:pt x="567" y="701"/>
                      </a:cubicBezTo>
                      <a:cubicBezTo>
                        <a:pt x="534" y="301"/>
                        <a:pt x="367" y="0"/>
                        <a:pt x="20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6"/>
                <p:cNvSpPr/>
                <p:nvPr/>
              </p:nvSpPr>
              <p:spPr>
                <a:xfrm>
                  <a:off x="2111500" y="2855713"/>
                  <a:ext cx="488200" cy="443900"/>
                </a:xfrm>
                <a:custGeom>
                  <a:avLst/>
                  <a:gdLst/>
                  <a:ahLst/>
                  <a:cxnLst/>
                  <a:rect l="l" t="t" r="r" b="b"/>
                  <a:pathLst>
                    <a:path w="19528" h="17756" extrusionOk="0">
                      <a:moveTo>
                        <a:pt x="16250" y="1"/>
                      </a:moveTo>
                      <a:cubicBezTo>
                        <a:pt x="16183" y="1"/>
                        <a:pt x="16115" y="4"/>
                        <a:pt x="16045" y="9"/>
                      </a:cubicBezTo>
                      <a:cubicBezTo>
                        <a:pt x="13610" y="176"/>
                        <a:pt x="11809" y="2344"/>
                        <a:pt x="10708" y="2511"/>
                      </a:cubicBezTo>
                      <a:cubicBezTo>
                        <a:pt x="10637" y="2522"/>
                        <a:pt x="10560" y="2527"/>
                        <a:pt x="10479" y="2527"/>
                      </a:cubicBezTo>
                      <a:cubicBezTo>
                        <a:pt x="9721" y="2527"/>
                        <a:pt x="8556" y="2086"/>
                        <a:pt x="7336" y="2086"/>
                      </a:cubicBezTo>
                      <a:cubicBezTo>
                        <a:pt x="6736" y="2086"/>
                        <a:pt x="6123" y="2193"/>
                        <a:pt x="5538" y="2511"/>
                      </a:cubicBezTo>
                      <a:cubicBezTo>
                        <a:pt x="3670" y="3545"/>
                        <a:pt x="3636" y="6614"/>
                        <a:pt x="3470" y="6948"/>
                      </a:cubicBezTo>
                      <a:cubicBezTo>
                        <a:pt x="3303" y="7315"/>
                        <a:pt x="801" y="7848"/>
                        <a:pt x="334" y="10417"/>
                      </a:cubicBezTo>
                      <a:cubicBezTo>
                        <a:pt x="1" y="12485"/>
                        <a:pt x="634" y="14620"/>
                        <a:pt x="2102" y="16154"/>
                      </a:cubicBezTo>
                      <a:cubicBezTo>
                        <a:pt x="3136" y="17288"/>
                        <a:pt x="3603" y="17755"/>
                        <a:pt x="3603" y="17755"/>
                      </a:cubicBezTo>
                      <a:lnTo>
                        <a:pt x="6438" y="16288"/>
                      </a:lnTo>
                      <a:lnTo>
                        <a:pt x="6438" y="16288"/>
                      </a:lnTo>
                      <a:cubicBezTo>
                        <a:pt x="6438" y="16288"/>
                        <a:pt x="6005" y="17122"/>
                        <a:pt x="7172" y="17155"/>
                      </a:cubicBezTo>
                      <a:cubicBezTo>
                        <a:pt x="7205" y="17156"/>
                        <a:pt x="7238" y="17156"/>
                        <a:pt x="7270" y="17156"/>
                      </a:cubicBezTo>
                      <a:cubicBezTo>
                        <a:pt x="8384" y="17156"/>
                        <a:pt x="9125" y="16602"/>
                        <a:pt x="8607" y="15921"/>
                      </a:cubicBezTo>
                      <a:cubicBezTo>
                        <a:pt x="8006" y="15187"/>
                        <a:pt x="7172" y="14486"/>
                        <a:pt x="8040" y="13586"/>
                      </a:cubicBezTo>
                      <a:cubicBezTo>
                        <a:pt x="8940" y="12618"/>
                        <a:pt x="10608" y="11818"/>
                        <a:pt x="9674" y="10784"/>
                      </a:cubicBezTo>
                      <a:cubicBezTo>
                        <a:pt x="8773" y="9750"/>
                        <a:pt x="5204" y="10684"/>
                        <a:pt x="6105" y="9816"/>
                      </a:cubicBezTo>
                      <a:cubicBezTo>
                        <a:pt x="6926" y="8995"/>
                        <a:pt x="10588" y="8174"/>
                        <a:pt x="12533" y="8174"/>
                      </a:cubicBezTo>
                      <a:cubicBezTo>
                        <a:pt x="12642" y="8174"/>
                        <a:pt x="12746" y="8177"/>
                        <a:pt x="12843" y="8182"/>
                      </a:cubicBezTo>
                      <a:cubicBezTo>
                        <a:pt x="12922" y="8188"/>
                        <a:pt x="13005" y="8190"/>
                        <a:pt x="13089" y="8190"/>
                      </a:cubicBezTo>
                      <a:cubicBezTo>
                        <a:pt x="14964" y="8190"/>
                        <a:pt x="18080" y="6803"/>
                        <a:pt x="18814" y="5080"/>
                      </a:cubicBezTo>
                      <a:cubicBezTo>
                        <a:pt x="19527" y="3297"/>
                        <a:pt x="18570" y="1"/>
                        <a:pt x="16250" y="1"/>
                      </a:cubicBezTo>
                      <a:close/>
                    </a:path>
                  </a:pathLst>
                </a:custGeom>
                <a:solidFill>
                  <a:schemeClr val="dk1"/>
                </a:solid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6"/>
                <p:cNvSpPr/>
                <p:nvPr/>
              </p:nvSpPr>
              <p:spPr>
                <a:xfrm>
                  <a:off x="2139025" y="3146988"/>
                  <a:ext cx="6700" cy="28375"/>
                </a:xfrm>
                <a:custGeom>
                  <a:avLst/>
                  <a:gdLst/>
                  <a:ahLst/>
                  <a:cxnLst/>
                  <a:rect l="l" t="t" r="r" b="b"/>
                  <a:pathLst>
                    <a:path w="268" h="1135" fill="none" extrusionOk="0">
                      <a:moveTo>
                        <a:pt x="34" y="0"/>
                      </a:moveTo>
                      <a:cubicBezTo>
                        <a:pt x="0" y="367"/>
                        <a:pt x="100" y="801"/>
                        <a:pt x="267" y="1134"/>
                      </a:cubicBezTo>
                    </a:path>
                  </a:pathLst>
                </a:custGeom>
                <a:noFill/>
                <a:ln w="75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6"/>
                <p:cNvSpPr/>
                <p:nvPr/>
              </p:nvSpPr>
              <p:spPr>
                <a:xfrm>
                  <a:off x="2151525" y="2932663"/>
                  <a:ext cx="356125" cy="188475"/>
                </a:xfrm>
                <a:custGeom>
                  <a:avLst/>
                  <a:gdLst/>
                  <a:ahLst/>
                  <a:cxnLst/>
                  <a:rect l="l" t="t" r="r" b="b"/>
                  <a:pathLst>
                    <a:path w="14245" h="7539" fill="none" extrusionOk="0">
                      <a:moveTo>
                        <a:pt x="10175" y="2002"/>
                      </a:moveTo>
                      <a:cubicBezTo>
                        <a:pt x="10175" y="2002"/>
                        <a:pt x="9241" y="0"/>
                        <a:pt x="11576" y="0"/>
                      </a:cubicBezTo>
                      <a:cubicBezTo>
                        <a:pt x="13911" y="0"/>
                        <a:pt x="14244" y="2902"/>
                        <a:pt x="11842" y="3936"/>
                      </a:cubicBezTo>
                      <a:cubicBezTo>
                        <a:pt x="9407" y="5004"/>
                        <a:pt x="4204" y="5271"/>
                        <a:pt x="1402" y="6538"/>
                      </a:cubicBezTo>
                      <a:cubicBezTo>
                        <a:pt x="868" y="6738"/>
                        <a:pt x="368" y="7105"/>
                        <a:pt x="1" y="7539"/>
                      </a:cubicBezTo>
                    </a:path>
                  </a:pathLst>
                </a:custGeom>
                <a:noFill/>
                <a:ln w="75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6"/>
                <p:cNvSpPr/>
                <p:nvPr/>
              </p:nvSpPr>
              <p:spPr>
                <a:xfrm>
                  <a:off x="2166550" y="3158663"/>
                  <a:ext cx="133450" cy="84250"/>
                </a:xfrm>
                <a:custGeom>
                  <a:avLst/>
                  <a:gdLst/>
                  <a:ahLst/>
                  <a:cxnLst/>
                  <a:rect l="l" t="t" r="r" b="b"/>
                  <a:pathLst>
                    <a:path w="5338" h="3370" fill="none" extrusionOk="0">
                      <a:moveTo>
                        <a:pt x="5337" y="0"/>
                      </a:moveTo>
                      <a:cubicBezTo>
                        <a:pt x="4503" y="300"/>
                        <a:pt x="3436" y="701"/>
                        <a:pt x="2335" y="1201"/>
                      </a:cubicBezTo>
                      <a:cubicBezTo>
                        <a:pt x="0" y="2302"/>
                        <a:pt x="500" y="3369"/>
                        <a:pt x="500" y="3369"/>
                      </a:cubicBezTo>
                    </a:path>
                  </a:pathLst>
                </a:custGeom>
                <a:noFill/>
                <a:ln w="75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6"/>
                <p:cNvSpPr/>
                <p:nvPr/>
              </p:nvSpPr>
              <p:spPr>
                <a:xfrm>
                  <a:off x="2324975" y="3146138"/>
                  <a:ext cx="14225" cy="4200"/>
                </a:xfrm>
                <a:custGeom>
                  <a:avLst/>
                  <a:gdLst/>
                  <a:ahLst/>
                  <a:cxnLst/>
                  <a:rect l="l" t="t" r="r" b="b"/>
                  <a:pathLst>
                    <a:path w="569" h="168" fill="none" extrusionOk="0">
                      <a:moveTo>
                        <a:pt x="568" y="1"/>
                      </a:moveTo>
                      <a:cubicBezTo>
                        <a:pt x="568" y="1"/>
                        <a:pt x="335" y="34"/>
                        <a:pt x="1" y="167"/>
                      </a:cubicBezTo>
                    </a:path>
                  </a:pathLst>
                </a:custGeom>
                <a:noFill/>
                <a:ln w="7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6"/>
                <p:cNvSpPr/>
                <p:nvPr/>
              </p:nvSpPr>
              <p:spPr>
                <a:xfrm>
                  <a:off x="2178225" y="3250588"/>
                  <a:ext cx="115925" cy="124425"/>
                </a:xfrm>
                <a:custGeom>
                  <a:avLst/>
                  <a:gdLst/>
                  <a:ahLst/>
                  <a:cxnLst/>
                  <a:rect l="l" t="t" r="r" b="b"/>
                  <a:pathLst>
                    <a:path w="4637" h="4977" extrusionOk="0">
                      <a:moveTo>
                        <a:pt x="2133" y="1"/>
                      </a:moveTo>
                      <a:cubicBezTo>
                        <a:pt x="1906" y="1"/>
                        <a:pt x="1671" y="57"/>
                        <a:pt x="1434" y="192"/>
                      </a:cubicBezTo>
                      <a:cubicBezTo>
                        <a:pt x="0" y="993"/>
                        <a:pt x="1101" y="3728"/>
                        <a:pt x="1968" y="4696"/>
                      </a:cubicBezTo>
                      <a:cubicBezTo>
                        <a:pt x="2147" y="4895"/>
                        <a:pt x="2358" y="4977"/>
                        <a:pt x="2583" y="4977"/>
                      </a:cubicBezTo>
                      <a:cubicBezTo>
                        <a:pt x="3447" y="4977"/>
                        <a:pt x="4504" y="3765"/>
                        <a:pt x="4637" y="3395"/>
                      </a:cubicBezTo>
                      <a:lnTo>
                        <a:pt x="4170" y="1360"/>
                      </a:lnTo>
                      <a:cubicBezTo>
                        <a:pt x="4170" y="1360"/>
                        <a:pt x="3248" y="1"/>
                        <a:pt x="2133"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6"/>
                <p:cNvSpPr/>
                <p:nvPr/>
              </p:nvSpPr>
              <p:spPr>
                <a:xfrm>
                  <a:off x="2178225" y="3235363"/>
                  <a:ext cx="115925" cy="156825"/>
                </a:xfrm>
                <a:custGeom>
                  <a:avLst/>
                  <a:gdLst/>
                  <a:ahLst/>
                  <a:cxnLst/>
                  <a:rect l="l" t="t" r="r" b="b"/>
                  <a:pathLst>
                    <a:path w="4637" h="6273" fill="none" extrusionOk="0">
                      <a:moveTo>
                        <a:pt x="4170" y="1969"/>
                      </a:moveTo>
                      <a:cubicBezTo>
                        <a:pt x="4170" y="1969"/>
                        <a:pt x="2835" y="1"/>
                        <a:pt x="1434" y="801"/>
                      </a:cubicBezTo>
                      <a:cubicBezTo>
                        <a:pt x="0" y="1602"/>
                        <a:pt x="1101" y="4337"/>
                        <a:pt x="1968" y="5305"/>
                      </a:cubicBezTo>
                      <a:cubicBezTo>
                        <a:pt x="2835" y="6272"/>
                        <a:pt x="4470" y="4471"/>
                        <a:pt x="4637" y="4004"/>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4" name="Google Shape;1034;p46"/>
            <p:cNvGrpSpPr/>
            <p:nvPr/>
          </p:nvGrpSpPr>
          <p:grpSpPr>
            <a:xfrm>
              <a:off x="3391663" y="3238738"/>
              <a:ext cx="672175" cy="1440025"/>
              <a:chOff x="4235913" y="3238738"/>
              <a:chExt cx="672175" cy="1440025"/>
            </a:xfrm>
          </p:grpSpPr>
          <p:sp>
            <p:nvSpPr>
              <p:cNvPr id="1035" name="Google Shape;1035;p46"/>
              <p:cNvSpPr/>
              <p:nvPr/>
            </p:nvSpPr>
            <p:spPr>
              <a:xfrm>
                <a:off x="4307638" y="4521938"/>
                <a:ext cx="347775" cy="156825"/>
              </a:xfrm>
              <a:custGeom>
                <a:avLst/>
                <a:gdLst/>
                <a:ahLst/>
                <a:cxnLst/>
                <a:rect l="l" t="t" r="r" b="b"/>
                <a:pathLst>
                  <a:path w="13911" h="6273" extrusionOk="0">
                    <a:moveTo>
                      <a:pt x="6972" y="1"/>
                    </a:moveTo>
                    <a:cubicBezTo>
                      <a:pt x="3102" y="1"/>
                      <a:pt x="0" y="1402"/>
                      <a:pt x="0" y="3137"/>
                    </a:cubicBezTo>
                    <a:cubicBezTo>
                      <a:pt x="0" y="4871"/>
                      <a:pt x="3102" y="6272"/>
                      <a:pt x="6972" y="6272"/>
                    </a:cubicBezTo>
                    <a:cubicBezTo>
                      <a:pt x="10808" y="6272"/>
                      <a:pt x="13910" y="4871"/>
                      <a:pt x="13910" y="3137"/>
                    </a:cubicBezTo>
                    <a:cubicBezTo>
                      <a:pt x="13910" y="1402"/>
                      <a:pt x="10808" y="1"/>
                      <a:pt x="6972" y="1"/>
                    </a:cubicBezTo>
                    <a:close/>
                  </a:path>
                </a:pathLst>
              </a:custGeom>
              <a:solidFill>
                <a:srgbClr val="000000">
                  <a:alpha val="2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6"/>
              <p:cNvSpPr/>
              <p:nvPr/>
            </p:nvSpPr>
            <p:spPr>
              <a:xfrm>
                <a:off x="4235913" y="3366838"/>
                <a:ext cx="105925" cy="83675"/>
              </a:xfrm>
              <a:custGeom>
                <a:avLst/>
                <a:gdLst/>
                <a:ahLst/>
                <a:cxnLst/>
                <a:rect l="l" t="t" r="r" b="b"/>
                <a:pathLst>
                  <a:path w="4237" h="3347" extrusionOk="0">
                    <a:moveTo>
                      <a:pt x="1244" y="0"/>
                    </a:moveTo>
                    <a:cubicBezTo>
                      <a:pt x="1207" y="0"/>
                      <a:pt x="1171" y="2"/>
                      <a:pt x="1135" y="5"/>
                    </a:cubicBezTo>
                    <a:cubicBezTo>
                      <a:pt x="467" y="139"/>
                      <a:pt x="0" y="806"/>
                      <a:pt x="134" y="1473"/>
                    </a:cubicBezTo>
                    <a:lnTo>
                      <a:pt x="134" y="1573"/>
                    </a:lnTo>
                    <a:cubicBezTo>
                      <a:pt x="301" y="2240"/>
                      <a:pt x="1035" y="2774"/>
                      <a:pt x="1668" y="3074"/>
                    </a:cubicBezTo>
                    <a:cubicBezTo>
                      <a:pt x="2193" y="3312"/>
                      <a:pt x="3278" y="3346"/>
                      <a:pt x="3856" y="3346"/>
                    </a:cubicBezTo>
                    <a:cubicBezTo>
                      <a:pt x="4087" y="3346"/>
                      <a:pt x="4237" y="3341"/>
                      <a:pt x="4237" y="3341"/>
                    </a:cubicBezTo>
                    <a:cubicBezTo>
                      <a:pt x="4237" y="3341"/>
                      <a:pt x="3870" y="2140"/>
                      <a:pt x="3837" y="2107"/>
                    </a:cubicBezTo>
                    <a:cubicBezTo>
                      <a:pt x="3418" y="1302"/>
                      <a:pt x="2254" y="0"/>
                      <a:pt x="124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6"/>
              <p:cNvSpPr/>
              <p:nvPr/>
            </p:nvSpPr>
            <p:spPr>
              <a:xfrm>
                <a:off x="4240913" y="3238738"/>
                <a:ext cx="667175" cy="1403325"/>
              </a:xfrm>
              <a:custGeom>
                <a:avLst/>
                <a:gdLst/>
                <a:ahLst/>
                <a:cxnLst/>
                <a:rect l="l" t="t" r="r" b="b"/>
                <a:pathLst>
                  <a:path w="26687" h="56133" extrusionOk="0">
                    <a:moveTo>
                      <a:pt x="12376" y="27112"/>
                    </a:moveTo>
                    <a:cubicBezTo>
                      <a:pt x="13010" y="27645"/>
                      <a:pt x="13710" y="28112"/>
                      <a:pt x="14478" y="28446"/>
                    </a:cubicBezTo>
                    <a:cubicBezTo>
                      <a:pt x="14311" y="28913"/>
                      <a:pt x="14111" y="29313"/>
                      <a:pt x="13944" y="29747"/>
                    </a:cubicBezTo>
                    <a:cubicBezTo>
                      <a:pt x="13310" y="31215"/>
                      <a:pt x="12710" y="32382"/>
                      <a:pt x="12309" y="33149"/>
                    </a:cubicBezTo>
                    <a:lnTo>
                      <a:pt x="12109" y="33616"/>
                    </a:lnTo>
                    <a:lnTo>
                      <a:pt x="12009" y="33616"/>
                    </a:lnTo>
                    <a:cubicBezTo>
                      <a:pt x="12009" y="33450"/>
                      <a:pt x="11976" y="33283"/>
                      <a:pt x="11942" y="33083"/>
                    </a:cubicBezTo>
                    <a:cubicBezTo>
                      <a:pt x="11809" y="32149"/>
                      <a:pt x="11609" y="30881"/>
                      <a:pt x="11309" y="29313"/>
                    </a:cubicBezTo>
                    <a:cubicBezTo>
                      <a:pt x="11209" y="28813"/>
                      <a:pt x="11109" y="28313"/>
                      <a:pt x="10975" y="27779"/>
                    </a:cubicBezTo>
                    <a:cubicBezTo>
                      <a:pt x="11475" y="27579"/>
                      <a:pt x="11942" y="27379"/>
                      <a:pt x="12376" y="27112"/>
                    </a:cubicBezTo>
                    <a:close/>
                    <a:moveTo>
                      <a:pt x="5616" y="1"/>
                    </a:moveTo>
                    <a:cubicBezTo>
                      <a:pt x="5490" y="1"/>
                      <a:pt x="5363" y="19"/>
                      <a:pt x="5238" y="59"/>
                    </a:cubicBezTo>
                    <a:cubicBezTo>
                      <a:pt x="5204" y="59"/>
                      <a:pt x="5171" y="92"/>
                      <a:pt x="5138" y="92"/>
                    </a:cubicBezTo>
                    <a:cubicBezTo>
                      <a:pt x="4204" y="559"/>
                      <a:pt x="3970" y="2427"/>
                      <a:pt x="4137" y="3361"/>
                    </a:cubicBezTo>
                    <a:cubicBezTo>
                      <a:pt x="4137" y="3428"/>
                      <a:pt x="4504" y="4629"/>
                      <a:pt x="4504" y="4629"/>
                    </a:cubicBezTo>
                    <a:cubicBezTo>
                      <a:pt x="4470" y="4929"/>
                      <a:pt x="4404" y="5263"/>
                      <a:pt x="4370" y="5596"/>
                    </a:cubicBezTo>
                    <a:cubicBezTo>
                      <a:pt x="4337" y="6230"/>
                      <a:pt x="4237" y="6964"/>
                      <a:pt x="4204" y="7764"/>
                    </a:cubicBezTo>
                    <a:cubicBezTo>
                      <a:pt x="4170" y="8598"/>
                      <a:pt x="4204" y="9466"/>
                      <a:pt x="4237" y="10300"/>
                    </a:cubicBezTo>
                    <a:cubicBezTo>
                      <a:pt x="4337" y="11267"/>
                      <a:pt x="4504" y="12201"/>
                      <a:pt x="4704" y="13135"/>
                    </a:cubicBezTo>
                    <a:lnTo>
                      <a:pt x="4704" y="13202"/>
                    </a:lnTo>
                    <a:cubicBezTo>
                      <a:pt x="4537" y="12935"/>
                      <a:pt x="4070" y="12234"/>
                      <a:pt x="4037" y="12201"/>
                    </a:cubicBezTo>
                    <a:cubicBezTo>
                      <a:pt x="3509" y="11590"/>
                      <a:pt x="2335" y="10795"/>
                      <a:pt x="1399" y="10795"/>
                    </a:cubicBezTo>
                    <a:cubicBezTo>
                      <a:pt x="1210" y="10795"/>
                      <a:pt x="1030" y="10827"/>
                      <a:pt x="868" y="10900"/>
                    </a:cubicBezTo>
                    <a:cubicBezTo>
                      <a:pt x="234" y="11200"/>
                      <a:pt x="1" y="11934"/>
                      <a:pt x="301" y="12568"/>
                    </a:cubicBezTo>
                    <a:cubicBezTo>
                      <a:pt x="301" y="12601"/>
                      <a:pt x="334" y="12601"/>
                      <a:pt x="334" y="12635"/>
                    </a:cubicBezTo>
                    <a:cubicBezTo>
                      <a:pt x="701" y="13268"/>
                      <a:pt x="1535" y="13602"/>
                      <a:pt x="2202" y="13702"/>
                    </a:cubicBezTo>
                    <a:cubicBezTo>
                      <a:pt x="2275" y="13711"/>
                      <a:pt x="2354" y="13715"/>
                      <a:pt x="2439" y="13715"/>
                    </a:cubicBezTo>
                    <a:cubicBezTo>
                      <a:pt x="3286" y="13715"/>
                      <a:pt x="4646" y="13299"/>
                      <a:pt x="4737" y="13268"/>
                    </a:cubicBezTo>
                    <a:cubicBezTo>
                      <a:pt x="5004" y="14202"/>
                      <a:pt x="5338" y="15103"/>
                      <a:pt x="5738" y="15970"/>
                    </a:cubicBezTo>
                    <a:cubicBezTo>
                      <a:pt x="5972" y="16471"/>
                      <a:pt x="6205" y="17038"/>
                      <a:pt x="6472" y="17538"/>
                    </a:cubicBezTo>
                    <a:cubicBezTo>
                      <a:pt x="6305" y="17305"/>
                      <a:pt x="6172" y="17104"/>
                      <a:pt x="6172" y="17104"/>
                    </a:cubicBezTo>
                    <a:cubicBezTo>
                      <a:pt x="5638" y="16515"/>
                      <a:pt x="4442" y="15712"/>
                      <a:pt x="3500" y="15712"/>
                    </a:cubicBezTo>
                    <a:cubicBezTo>
                      <a:pt x="3323" y="15712"/>
                      <a:pt x="3156" y="15740"/>
                      <a:pt x="3003" y="15804"/>
                    </a:cubicBezTo>
                    <a:cubicBezTo>
                      <a:pt x="2369" y="16104"/>
                      <a:pt x="2135" y="16871"/>
                      <a:pt x="2402" y="17471"/>
                    </a:cubicBezTo>
                    <a:cubicBezTo>
                      <a:pt x="2402" y="17538"/>
                      <a:pt x="2469" y="17538"/>
                      <a:pt x="2469" y="17571"/>
                    </a:cubicBezTo>
                    <a:cubicBezTo>
                      <a:pt x="2836" y="18205"/>
                      <a:pt x="3670" y="18539"/>
                      <a:pt x="4337" y="18606"/>
                    </a:cubicBezTo>
                    <a:cubicBezTo>
                      <a:pt x="4411" y="18617"/>
                      <a:pt x="4493" y="18622"/>
                      <a:pt x="4582" y="18622"/>
                    </a:cubicBezTo>
                    <a:cubicBezTo>
                      <a:pt x="5301" y="18622"/>
                      <a:pt x="6449" y="18298"/>
                      <a:pt x="6805" y="18239"/>
                    </a:cubicBezTo>
                    <a:cubicBezTo>
                      <a:pt x="6872" y="18439"/>
                      <a:pt x="7006" y="18606"/>
                      <a:pt x="7072" y="18806"/>
                    </a:cubicBezTo>
                    <a:cubicBezTo>
                      <a:pt x="7539" y="19773"/>
                      <a:pt x="8040" y="20707"/>
                      <a:pt x="8473" y="21608"/>
                    </a:cubicBezTo>
                    <a:cubicBezTo>
                      <a:pt x="8640" y="21941"/>
                      <a:pt x="8740" y="22275"/>
                      <a:pt x="8874" y="22608"/>
                    </a:cubicBezTo>
                    <a:cubicBezTo>
                      <a:pt x="8740" y="22408"/>
                      <a:pt x="8640" y="22241"/>
                      <a:pt x="8640" y="22241"/>
                    </a:cubicBezTo>
                    <a:cubicBezTo>
                      <a:pt x="8106" y="21652"/>
                      <a:pt x="6887" y="20849"/>
                      <a:pt x="5957" y="20849"/>
                    </a:cubicBezTo>
                    <a:cubicBezTo>
                      <a:pt x="5783" y="20849"/>
                      <a:pt x="5619" y="20877"/>
                      <a:pt x="5471" y="20941"/>
                    </a:cubicBezTo>
                    <a:cubicBezTo>
                      <a:pt x="4837" y="21241"/>
                      <a:pt x="4571" y="21975"/>
                      <a:pt x="4871" y="22608"/>
                    </a:cubicBezTo>
                    <a:cubicBezTo>
                      <a:pt x="4871" y="22642"/>
                      <a:pt x="4904" y="22642"/>
                      <a:pt x="4904" y="22709"/>
                    </a:cubicBezTo>
                    <a:cubicBezTo>
                      <a:pt x="5304" y="23309"/>
                      <a:pt x="6138" y="23643"/>
                      <a:pt x="6805" y="23743"/>
                    </a:cubicBezTo>
                    <a:cubicBezTo>
                      <a:pt x="6865" y="23749"/>
                      <a:pt x="6930" y="23751"/>
                      <a:pt x="6999" y="23751"/>
                    </a:cubicBezTo>
                    <a:cubicBezTo>
                      <a:pt x="7694" y="23751"/>
                      <a:pt x="8782" y="23467"/>
                      <a:pt x="9207" y="23376"/>
                    </a:cubicBezTo>
                    <a:cubicBezTo>
                      <a:pt x="9341" y="23709"/>
                      <a:pt x="9474" y="24043"/>
                      <a:pt x="9574" y="24410"/>
                    </a:cubicBezTo>
                    <a:cubicBezTo>
                      <a:pt x="9674" y="24610"/>
                      <a:pt x="9741" y="24877"/>
                      <a:pt x="9808" y="25077"/>
                    </a:cubicBezTo>
                    <a:cubicBezTo>
                      <a:pt x="9841" y="25277"/>
                      <a:pt x="9908" y="25544"/>
                      <a:pt x="10008" y="25777"/>
                    </a:cubicBezTo>
                    <a:cubicBezTo>
                      <a:pt x="10074" y="26244"/>
                      <a:pt x="10208" y="26711"/>
                      <a:pt x="10341" y="27112"/>
                    </a:cubicBezTo>
                    <a:cubicBezTo>
                      <a:pt x="10408" y="27412"/>
                      <a:pt x="10475" y="27712"/>
                      <a:pt x="10508" y="27979"/>
                    </a:cubicBezTo>
                    <a:cubicBezTo>
                      <a:pt x="10341" y="27645"/>
                      <a:pt x="10041" y="27045"/>
                      <a:pt x="10008" y="26978"/>
                    </a:cubicBezTo>
                    <a:cubicBezTo>
                      <a:pt x="9555" y="26284"/>
                      <a:pt x="8337" y="25207"/>
                      <a:pt x="7367" y="25207"/>
                    </a:cubicBezTo>
                    <a:cubicBezTo>
                      <a:pt x="7266" y="25207"/>
                      <a:pt x="7167" y="25218"/>
                      <a:pt x="7072" y="25244"/>
                    </a:cubicBezTo>
                    <a:cubicBezTo>
                      <a:pt x="6405" y="25410"/>
                      <a:pt x="6038" y="26111"/>
                      <a:pt x="6238" y="26745"/>
                    </a:cubicBezTo>
                    <a:cubicBezTo>
                      <a:pt x="6238" y="26778"/>
                      <a:pt x="6305" y="26811"/>
                      <a:pt x="6305" y="26878"/>
                    </a:cubicBezTo>
                    <a:cubicBezTo>
                      <a:pt x="6539" y="27545"/>
                      <a:pt x="7339" y="27979"/>
                      <a:pt x="8006" y="28212"/>
                    </a:cubicBezTo>
                    <a:cubicBezTo>
                      <a:pt x="8251" y="28279"/>
                      <a:pt x="8592" y="28301"/>
                      <a:pt x="8945" y="28301"/>
                    </a:cubicBezTo>
                    <a:cubicBezTo>
                      <a:pt x="9652" y="28301"/>
                      <a:pt x="10408" y="28212"/>
                      <a:pt x="10541" y="28212"/>
                    </a:cubicBezTo>
                    <a:cubicBezTo>
                      <a:pt x="10642" y="28713"/>
                      <a:pt x="10742" y="29146"/>
                      <a:pt x="10808" y="29613"/>
                    </a:cubicBezTo>
                    <a:cubicBezTo>
                      <a:pt x="11075" y="31148"/>
                      <a:pt x="11242" y="32449"/>
                      <a:pt x="11342" y="33383"/>
                    </a:cubicBezTo>
                    <a:cubicBezTo>
                      <a:pt x="11342" y="33550"/>
                      <a:pt x="11375" y="33650"/>
                      <a:pt x="11375" y="33816"/>
                    </a:cubicBezTo>
                    <a:lnTo>
                      <a:pt x="8240" y="33816"/>
                    </a:lnTo>
                    <a:lnTo>
                      <a:pt x="9241" y="53464"/>
                    </a:lnTo>
                    <a:cubicBezTo>
                      <a:pt x="9341" y="54965"/>
                      <a:pt x="10541" y="56132"/>
                      <a:pt x="12043" y="56132"/>
                    </a:cubicBezTo>
                    <a:cubicBezTo>
                      <a:pt x="13544" y="56132"/>
                      <a:pt x="14744" y="54965"/>
                      <a:pt x="14845" y="53464"/>
                    </a:cubicBezTo>
                    <a:lnTo>
                      <a:pt x="15845" y="33816"/>
                    </a:lnTo>
                    <a:lnTo>
                      <a:pt x="12910" y="33816"/>
                    </a:lnTo>
                    <a:cubicBezTo>
                      <a:pt x="12910" y="33783"/>
                      <a:pt x="12977" y="33750"/>
                      <a:pt x="13010" y="33716"/>
                    </a:cubicBezTo>
                    <a:cubicBezTo>
                      <a:pt x="13410" y="32882"/>
                      <a:pt x="13977" y="31648"/>
                      <a:pt x="14544" y="30214"/>
                    </a:cubicBezTo>
                    <a:cubicBezTo>
                      <a:pt x="14744" y="29747"/>
                      <a:pt x="14911" y="29247"/>
                      <a:pt x="15145" y="28746"/>
                    </a:cubicBezTo>
                    <a:cubicBezTo>
                      <a:pt x="15305" y="28773"/>
                      <a:pt x="16345" y="28993"/>
                      <a:pt x="17147" y="28993"/>
                    </a:cubicBezTo>
                    <a:cubicBezTo>
                      <a:pt x="17345" y="28993"/>
                      <a:pt x="17528" y="28979"/>
                      <a:pt x="17680" y="28946"/>
                    </a:cubicBezTo>
                    <a:cubicBezTo>
                      <a:pt x="18347" y="28780"/>
                      <a:pt x="19181" y="28413"/>
                      <a:pt x="19481" y="27745"/>
                    </a:cubicBezTo>
                    <a:cubicBezTo>
                      <a:pt x="19748" y="27112"/>
                      <a:pt x="19515" y="26378"/>
                      <a:pt x="18881" y="26078"/>
                    </a:cubicBezTo>
                    <a:cubicBezTo>
                      <a:pt x="18847" y="26078"/>
                      <a:pt x="18847" y="26044"/>
                      <a:pt x="18814" y="26044"/>
                    </a:cubicBezTo>
                    <a:cubicBezTo>
                      <a:pt x="18688" y="26002"/>
                      <a:pt x="18554" y="25983"/>
                      <a:pt x="18415" y="25983"/>
                    </a:cubicBezTo>
                    <a:cubicBezTo>
                      <a:pt x="17450" y="25983"/>
                      <a:pt x="16241" y="26908"/>
                      <a:pt x="15745" y="27579"/>
                    </a:cubicBezTo>
                    <a:cubicBezTo>
                      <a:pt x="15712" y="27612"/>
                      <a:pt x="15412" y="28146"/>
                      <a:pt x="15245" y="28446"/>
                    </a:cubicBezTo>
                    <a:lnTo>
                      <a:pt x="15512" y="27812"/>
                    </a:lnTo>
                    <a:cubicBezTo>
                      <a:pt x="15678" y="27412"/>
                      <a:pt x="15812" y="26945"/>
                      <a:pt x="15979" y="26478"/>
                    </a:cubicBezTo>
                    <a:cubicBezTo>
                      <a:pt x="16045" y="26278"/>
                      <a:pt x="16079" y="26044"/>
                      <a:pt x="16179" y="25811"/>
                    </a:cubicBezTo>
                    <a:cubicBezTo>
                      <a:pt x="16246" y="25611"/>
                      <a:pt x="16312" y="25377"/>
                      <a:pt x="16379" y="25110"/>
                    </a:cubicBezTo>
                    <a:cubicBezTo>
                      <a:pt x="16512" y="24543"/>
                      <a:pt x="16646" y="23976"/>
                      <a:pt x="16713" y="23409"/>
                    </a:cubicBezTo>
                    <a:cubicBezTo>
                      <a:pt x="17047" y="23530"/>
                      <a:pt x="18182" y="23956"/>
                      <a:pt x="18936" y="23956"/>
                    </a:cubicBezTo>
                    <a:cubicBezTo>
                      <a:pt x="19011" y="23956"/>
                      <a:pt x="19082" y="23952"/>
                      <a:pt x="19148" y="23943"/>
                    </a:cubicBezTo>
                    <a:cubicBezTo>
                      <a:pt x="19848" y="23876"/>
                      <a:pt x="20682" y="23643"/>
                      <a:pt x="21082" y="23042"/>
                    </a:cubicBezTo>
                    <a:cubicBezTo>
                      <a:pt x="21483" y="22442"/>
                      <a:pt x="21349" y="21708"/>
                      <a:pt x="20749" y="21274"/>
                    </a:cubicBezTo>
                    <a:cubicBezTo>
                      <a:pt x="20715" y="21274"/>
                      <a:pt x="20715" y="21241"/>
                      <a:pt x="20682" y="21241"/>
                    </a:cubicBezTo>
                    <a:cubicBezTo>
                      <a:pt x="20497" y="21148"/>
                      <a:pt x="20283" y="21108"/>
                      <a:pt x="20054" y="21108"/>
                    </a:cubicBezTo>
                    <a:cubicBezTo>
                      <a:pt x="19127" y="21108"/>
                      <a:pt x="17948" y="21767"/>
                      <a:pt x="17413" y="22275"/>
                    </a:cubicBezTo>
                    <a:cubicBezTo>
                      <a:pt x="17380" y="22308"/>
                      <a:pt x="16979" y="22875"/>
                      <a:pt x="16746" y="23142"/>
                    </a:cubicBezTo>
                    <a:cubicBezTo>
                      <a:pt x="16813" y="22775"/>
                      <a:pt x="16879" y="22442"/>
                      <a:pt x="16913" y="22108"/>
                    </a:cubicBezTo>
                    <a:cubicBezTo>
                      <a:pt x="17046" y="21074"/>
                      <a:pt x="17146" y="20040"/>
                      <a:pt x="17246" y="18972"/>
                    </a:cubicBezTo>
                    <a:lnTo>
                      <a:pt x="17346" y="18038"/>
                    </a:lnTo>
                    <a:cubicBezTo>
                      <a:pt x="17476" y="18071"/>
                      <a:pt x="18959" y="18607"/>
                      <a:pt x="19778" y="18607"/>
                    </a:cubicBezTo>
                    <a:cubicBezTo>
                      <a:pt x="19802" y="18607"/>
                      <a:pt x="19825" y="18607"/>
                      <a:pt x="19848" y="18606"/>
                    </a:cubicBezTo>
                    <a:cubicBezTo>
                      <a:pt x="20549" y="18572"/>
                      <a:pt x="21383" y="18305"/>
                      <a:pt x="21816" y="17705"/>
                    </a:cubicBezTo>
                    <a:cubicBezTo>
                      <a:pt x="22183" y="17104"/>
                      <a:pt x="22050" y="16371"/>
                      <a:pt x="21483" y="15937"/>
                    </a:cubicBezTo>
                    <a:cubicBezTo>
                      <a:pt x="21416" y="15937"/>
                      <a:pt x="21416" y="15904"/>
                      <a:pt x="21383" y="15904"/>
                    </a:cubicBezTo>
                    <a:cubicBezTo>
                      <a:pt x="21204" y="15811"/>
                      <a:pt x="20996" y="15771"/>
                      <a:pt x="20771" y="15771"/>
                    </a:cubicBezTo>
                    <a:cubicBezTo>
                      <a:pt x="19861" y="15771"/>
                      <a:pt x="18682" y="16429"/>
                      <a:pt x="18147" y="16938"/>
                    </a:cubicBezTo>
                    <a:cubicBezTo>
                      <a:pt x="18080" y="16971"/>
                      <a:pt x="17480" y="17738"/>
                      <a:pt x="17346" y="17938"/>
                    </a:cubicBezTo>
                    <a:cubicBezTo>
                      <a:pt x="17413" y="17238"/>
                      <a:pt x="17513" y="16537"/>
                      <a:pt x="17580" y="15870"/>
                    </a:cubicBezTo>
                    <a:cubicBezTo>
                      <a:pt x="17713" y="14936"/>
                      <a:pt x="17913" y="14036"/>
                      <a:pt x="18180" y="13102"/>
                    </a:cubicBezTo>
                    <a:cubicBezTo>
                      <a:pt x="18213" y="13134"/>
                      <a:pt x="19793" y="13703"/>
                      <a:pt x="20615" y="13703"/>
                    </a:cubicBezTo>
                    <a:cubicBezTo>
                      <a:pt x="20638" y="13703"/>
                      <a:pt x="20660" y="13703"/>
                      <a:pt x="20682" y="13702"/>
                    </a:cubicBezTo>
                    <a:cubicBezTo>
                      <a:pt x="21383" y="13635"/>
                      <a:pt x="22216" y="13402"/>
                      <a:pt x="22650" y="12768"/>
                    </a:cubicBezTo>
                    <a:cubicBezTo>
                      <a:pt x="23017" y="12201"/>
                      <a:pt x="22884" y="11434"/>
                      <a:pt x="22317" y="11033"/>
                    </a:cubicBezTo>
                    <a:cubicBezTo>
                      <a:pt x="22250" y="11033"/>
                      <a:pt x="22250" y="10967"/>
                      <a:pt x="22216" y="10967"/>
                    </a:cubicBezTo>
                    <a:cubicBezTo>
                      <a:pt x="22048" y="10886"/>
                      <a:pt x="21852" y="10850"/>
                      <a:pt x="21641" y="10850"/>
                    </a:cubicBezTo>
                    <a:cubicBezTo>
                      <a:pt x="20726" y="10850"/>
                      <a:pt x="19523" y="11519"/>
                      <a:pt x="18981" y="12034"/>
                    </a:cubicBezTo>
                    <a:cubicBezTo>
                      <a:pt x="18914" y="12068"/>
                      <a:pt x="18247" y="12901"/>
                      <a:pt x="18180" y="13035"/>
                    </a:cubicBezTo>
                    <a:cubicBezTo>
                      <a:pt x="18180" y="12968"/>
                      <a:pt x="18214" y="12901"/>
                      <a:pt x="18214" y="12868"/>
                    </a:cubicBezTo>
                    <a:cubicBezTo>
                      <a:pt x="18514" y="11934"/>
                      <a:pt x="18881" y="11100"/>
                      <a:pt x="19314" y="10266"/>
                    </a:cubicBezTo>
                    <a:cubicBezTo>
                      <a:pt x="19548" y="9799"/>
                      <a:pt x="19815" y="9399"/>
                      <a:pt x="20048" y="8965"/>
                    </a:cubicBezTo>
                    <a:cubicBezTo>
                      <a:pt x="20348" y="9132"/>
                      <a:pt x="21716" y="9766"/>
                      <a:pt x="22417" y="9799"/>
                    </a:cubicBezTo>
                    <a:cubicBezTo>
                      <a:pt x="22516" y="9808"/>
                      <a:pt x="22617" y="9813"/>
                      <a:pt x="22720" y="9813"/>
                    </a:cubicBezTo>
                    <a:cubicBezTo>
                      <a:pt x="23377" y="9813"/>
                      <a:pt x="24081" y="9618"/>
                      <a:pt x="24485" y="9099"/>
                    </a:cubicBezTo>
                    <a:cubicBezTo>
                      <a:pt x="24918" y="8565"/>
                      <a:pt x="24852" y="7764"/>
                      <a:pt x="24351" y="7364"/>
                    </a:cubicBezTo>
                    <a:cubicBezTo>
                      <a:pt x="24318" y="7364"/>
                      <a:pt x="24318" y="7297"/>
                      <a:pt x="24251" y="7297"/>
                    </a:cubicBezTo>
                    <a:cubicBezTo>
                      <a:pt x="24026" y="7150"/>
                      <a:pt x="23741" y="7088"/>
                      <a:pt x="23431" y="7088"/>
                    </a:cubicBezTo>
                    <a:cubicBezTo>
                      <a:pt x="22549" y="7088"/>
                      <a:pt x="21458" y="7587"/>
                      <a:pt x="20916" y="8031"/>
                    </a:cubicBezTo>
                    <a:lnTo>
                      <a:pt x="20248" y="8698"/>
                    </a:lnTo>
                    <a:lnTo>
                      <a:pt x="20248" y="8698"/>
                    </a:lnTo>
                    <a:lnTo>
                      <a:pt x="20582" y="8131"/>
                    </a:lnTo>
                    <a:cubicBezTo>
                      <a:pt x="21016" y="7464"/>
                      <a:pt x="21483" y="6931"/>
                      <a:pt x="21850" y="6430"/>
                    </a:cubicBezTo>
                    <a:cubicBezTo>
                      <a:pt x="22050" y="6130"/>
                      <a:pt x="22250" y="5896"/>
                      <a:pt x="22483" y="5630"/>
                    </a:cubicBezTo>
                    <a:cubicBezTo>
                      <a:pt x="22850" y="5630"/>
                      <a:pt x="24318" y="5596"/>
                      <a:pt x="24985" y="5296"/>
                    </a:cubicBezTo>
                    <a:cubicBezTo>
                      <a:pt x="25652" y="5029"/>
                      <a:pt x="26319" y="4462"/>
                      <a:pt x="26486" y="3728"/>
                    </a:cubicBezTo>
                    <a:cubicBezTo>
                      <a:pt x="26686" y="3061"/>
                      <a:pt x="26253" y="2361"/>
                      <a:pt x="25586" y="2194"/>
                    </a:cubicBezTo>
                    <a:cubicBezTo>
                      <a:pt x="25519" y="1960"/>
                      <a:pt x="25452" y="1960"/>
                      <a:pt x="25385" y="1960"/>
                    </a:cubicBezTo>
                    <a:cubicBezTo>
                      <a:pt x="25340" y="1954"/>
                      <a:pt x="25294" y="1952"/>
                      <a:pt x="25248" y="1952"/>
                    </a:cubicBezTo>
                    <a:cubicBezTo>
                      <a:pt x="24248" y="1952"/>
                      <a:pt x="23134" y="3299"/>
                      <a:pt x="22784" y="4129"/>
                    </a:cubicBezTo>
                    <a:cubicBezTo>
                      <a:pt x="22717" y="4229"/>
                      <a:pt x="22350" y="5429"/>
                      <a:pt x="22383" y="5429"/>
                    </a:cubicBezTo>
                    <a:cubicBezTo>
                      <a:pt x="22183" y="5630"/>
                      <a:pt x="21983" y="5896"/>
                      <a:pt x="21783" y="6197"/>
                    </a:cubicBezTo>
                    <a:cubicBezTo>
                      <a:pt x="21349" y="6697"/>
                      <a:pt x="20882" y="7231"/>
                      <a:pt x="20482" y="7898"/>
                    </a:cubicBezTo>
                    <a:cubicBezTo>
                      <a:pt x="19982" y="8598"/>
                      <a:pt x="19515" y="9299"/>
                      <a:pt x="19148" y="10066"/>
                    </a:cubicBezTo>
                    <a:cubicBezTo>
                      <a:pt x="18681" y="10900"/>
                      <a:pt x="18314" y="11767"/>
                      <a:pt x="17980" y="12701"/>
                    </a:cubicBezTo>
                    <a:lnTo>
                      <a:pt x="17980" y="11534"/>
                    </a:lnTo>
                    <a:cubicBezTo>
                      <a:pt x="17847" y="10600"/>
                      <a:pt x="17079" y="8899"/>
                      <a:pt x="16045" y="8698"/>
                    </a:cubicBezTo>
                    <a:cubicBezTo>
                      <a:pt x="15985" y="8689"/>
                      <a:pt x="15924" y="8685"/>
                      <a:pt x="15864" y="8685"/>
                    </a:cubicBezTo>
                    <a:cubicBezTo>
                      <a:pt x="15262" y="8685"/>
                      <a:pt x="14705" y="9129"/>
                      <a:pt x="14644" y="9766"/>
                    </a:cubicBezTo>
                    <a:lnTo>
                      <a:pt x="14644" y="9866"/>
                    </a:lnTo>
                    <a:cubicBezTo>
                      <a:pt x="14578" y="10600"/>
                      <a:pt x="15111" y="11300"/>
                      <a:pt x="15645" y="11767"/>
                    </a:cubicBezTo>
                    <a:cubicBezTo>
                      <a:pt x="16212" y="12268"/>
                      <a:pt x="17847" y="12801"/>
                      <a:pt x="17980" y="12801"/>
                    </a:cubicBezTo>
                    <a:cubicBezTo>
                      <a:pt x="17680" y="13735"/>
                      <a:pt x="17480" y="14703"/>
                      <a:pt x="17313" y="15637"/>
                    </a:cubicBezTo>
                    <a:cubicBezTo>
                      <a:pt x="17213" y="16204"/>
                      <a:pt x="17146" y="16771"/>
                      <a:pt x="17046" y="17305"/>
                    </a:cubicBezTo>
                    <a:lnTo>
                      <a:pt x="17046" y="16771"/>
                    </a:lnTo>
                    <a:cubicBezTo>
                      <a:pt x="16913" y="15870"/>
                      <a:pt x="16179" y="14136"/>
                      <a:pt x="15145" y="13936"/>
                    </a:cubicBezTo>
                    <a:cubicBezTo>
                      <a:pt x="15100" y="13931"/>
                      <a:pt x="15055" y="13929"/>
                      <a:pt x="15010" y="13929"/>
                    </a:cubicBezTo>
                    <a:cubicBezTo>
                      <a:pt x="14390" y="13929"/>
                      <a:pt x="13804" y="14352"/>
                      <a:pt x="13710" y="15036"/>
                    </a:cubicBezTo>
                    <a:lnTo>
                      <a:pt x="13710" y="15103"/>
                    </a:lnTo>
                    <a:cubicBezTo>
                      <a:pt x="13677" y="15870"/>
                      <a:pt x="14177" y="16571"/>
                      <a:pt x="14711" y="17038"/>
                    </a:cubicBezTo>
                    <a:cubicBezTo>
                      <a:pt x="15245" y="17471"/>
                      <a:pt x="16579" y="17938"/>
                      <a:pt x="16979" y="18072"/>
                    </a:cubicBezTo>
                    <a:cubicBezTo>
                      <a:pt x="16913" y="18272"/>
                      <a:pt x="16913" y="18472"/>
                      <a:pt x="16879" y="18739"/>
                    </a:cubicBezTo>
                    <a:lnTo>
                      <a:pt x="16512" y="21875"/>
                    </a:lnTo>
                    <a:cubicBezTo>
                      <a:pt x="16479" y="22241"/>
                      <a:pt x="16379" y="22575"/>
                      <a:pt x="16346" y="22909"/>
                    </a:cubicBezTo>
                    <a:lnTo>
                      <a:pt x="16346" y="22442"/>
                    </a:lnTo>
                    <a:cubicBezTo>
                      <a:pt x="16212" y="21541"/>
                      <a:pt x="15478" y="19806"/>
                      <a:pt x="14411" y="19606"/>
                    </a:cubicBezTo>
                    <a:cubicBezTo>
                      <a:pt x="14366" y="19602"/>
                      <a:pt x="14321" y="19600"/>
                      <a:pt x="14276" y="19600"/>
                    </a:cubicBezTo>
                    <a:cubicBezTo>
                      <a:pt x="13656" y="19600"/>
                      <a:pt x="13072" y="20023"/>
                      <a:pt x="13010" y="20707"/>
                    </a:cubicBezTo>
                    <a:lnTo>
                      <a:pt x="13010" y="20774"/>
                    </a:lnTo>
                    <a:cubicBezTo>
                      <a:pt x="12977" y="21541"/>
                      <a:pt x="13477" y="22241"/>
                      <a:pt x="14011" y="22709"/>
                    </a:cubicBezTo>
                    <a:cubicBezTo>
                      <a:pt x="14544" y="23142"/>
                      <a:pt x="15745" y="23576"/>
                      <a:pt x="16212" y="23743"/>
                    </a:cubicBezTo>
                    <a:cubicBezTo>
                      <a:pt x="16145" y="24110"/>
                      <a:pt x="16045" y="24443"/>
                      <a:pt x="15979" y="24777"/>
                    </a:cubicBezTo>
                    <a:cubicBezTo>
                      <a:pt x="15879" y="25044"/>
                      <a:pt x="15845" y="25244"/>
                      <a:pt x="15745" y="25477"/>
                    </a:cubicBezTo>
                    <a:cubicBezTo>
                      <a:pt x="15678" y="25744"/>
                      <a:pt x="15578" y="25944"/>
                      <a:pt x="15545" y="26144"/>
                    </a:cubicBezTo>
                    <a:cubicBezTo>
                      <a:pt x="15378" y="26578"/>
                      <a:pt x="15211" y="27045"/>
                      <a:pt x="15078" y="27445"/>
                    </a:cubicBezTo>
                    <a:cubicBezTo>
                      <a:pt x="14978" y="27745"/>
                      <a:pt x="14878" y="28046"/>
                      <a:pt x="14744" y="28279"/>
                    </a:cubicBezTo>
                    <a:cubicBezTo>
                      <a:pt x="14811" y="27912"/>
                      <a:pt x="14911" y="27245"/>
                      <a:pt x="14911" y="27145"/>
                    </a:cubicBezTo>
                    <a:cubicBezTo>
                      <a:pt x="14911" y="26311"/>
                      <a:pt x="14678" y="25544"/>
                      <a:pt x="14311" y="24810"/>
                    </a:cubicBezTo>
                    <a:lnTo>
                      <a:pt x="14311" y="24577"/>
                    </a:lnTo>
                    <a:cubicBezTo>
                      <a:pt x="14222" y="23983"/>
                      <a:pt x="13683" y="23521"/>
                      <a:pt x="13095" y="23521"/>
                    </a:cubicBezTo>
                    <a:cubicBezTo>
                      <a:pt x="13023" y="23521"/>
                      <a:pt x="12950" y="23528"/>
                      <a:pt x="12876" y="23542"/>
                    </a:cubicBezTo>
                    <a:lnTo>
                      <a:pt x="12810" y="23542"/>
                    </a:lnTo>
                    <a:cubicBezTo>
                      <a:pt x="11809" y="23776"/>
                      <a:pt x="11175" y="25577"/>
                      <a:pt x="11075" y="26478"/>
                    </a:cubicBezTo>
                    <a:cubicBezTo>
                      <a:pt x="11075" y="26545"/>
                      <a:pt x="11142" y="27145"/>
                      <a:pt x="11142" y="27545"/>
                    </a:cubicBezTo>
                    <a:cubicBezTo>
                      <a:pt x="11075" y="27312"/>
                      <a:pt x="11042" y="27112"/>
                      <a:pt x="10975" y="26878"/>
                    </a:cubicBezTo>
                    <a:cubicBezTo>
                      <a:pt x="10842" y="26411"/>
                      <a:pt x="10742" y="25978"/>
                      <a:pt x="10642" y="25477"/>
                    </a:cubicBezTo>
                    <a:cubicBezTo>
                      <a:pt x="10541" y="25277"/>
                      <a:pt x="10508" y="25044"/>
                      <a:pt x="10408" y="24810"/>
                    </a:cubicBezTo>
                    <a:cubicBezTo>
                      <a:pt x="10341" y="24610"/>
                      <a:pt x="10241" y="24376"/>
                      <a:pt x="10175" y="24110"/>
                    </a:cubicBezTo>
                    <a:cubicBezTo>
                      <a:pt x="9974" y="23576"/>
                      <a:pt x="9741" y="23042"/>
                      <a:pt x="9507" y="22475"/>
                    </a:cubicBezTo>
                    <a:cubicBezTo>
                      <a:pt x="9874" y="22408"/>
                      <a:pt x="11242" y="22041"/>
                      <a:pt x="11842" y="21608"/>
                    </a:cubicBezTo>
                    <a:cubicBezTo>
                      <a:pt x="12409" y="21207"/>
                      <a:pt x="12977" y="20474"/>
                      <a:pt x="12977" y="19773"/>
                    </a:cubicBezTo>
                    <a:cubicBezTo>
                      <a:pt x="12977" y="19106"/>
                      <a:pt x="12476" y="18539"/>
                      <a:pt x="11742" y="18539"/>
                    </a:cubicBezTo>
                    <a:lnTo>
                      <a:pt x="11642" y="18539"/>
                    </a:lnTo>
                    <a:cubicBezTo>
                      <a:pt x="10575" y="18639"/>
                      <a:pt x="9708" y="20273"/>
                      <a:pt x="9507" y="21207"/>
                    </a:cubicBezTo>
                    <a:cubicBezTo>
                      <a:pt x="9507" y="21241"/>
                      <a:pt x="9407" y="21908"/>
                      <a:pt x="9407" y="22275"/>
                    </a:cubicBezTo>
                    <a:cubicBezTo>
                      <a:pt x="9241" y="21941"/>
                      <a:pt x="9140" y="21641"/>
                      <a:pt x="8974" y="21307"/>
                    </a:cubicBezTo>
                    <a:cubicBezTo>
                      <a:pt x="8507" y="20407"/>
                      <a:pt x="8006" y="19439"/>
                      <a:pt x="7506" y="18539"/>
                    </a:cubicBezTo>
                    <a:cubicBezTo>
                      <a:pt x="7339" y="18239"/>
                      <a:pt x="7206" y="17938"/>
                      <a:pt x="7039" y="17705"/>
                    </a:cubicBezTo>
                    <a:cubicBezTo>
                      <a:pt x="7172" y="17638"/>
                      <a:pt x="8840" y="17271"/>
                      <a:pt x="9474" y="16804"/>
                    </a:cubicBezTo>
                    <a:cubicBezTo>
                      <a:pt x="10008" y="16404"/>
                      <a:pt x="10575" y="15703"/>
                      <a:pt x="10575" y="14970"/>
                    </a:cubicBezTo>
                    <a:cubicBezTo>
                      <a:pt x="10575" y="14269"/>
                      <a:pt x="10041" y="13735"/>
                      <a:pt x="9341" y="13735"/>
                    </a:cubicBezTo>
                    <a:lnTo>
                      <a:pt x="9241" y="13735"/>
                    </a:lnTo>
                    <a:cubicBezTo>
                      <a:pt x="8206" y="13869"/>
                      <a:pt x="7339" y="15470"/>
                      <a:pt x="7139" y="16404"/>
                    </a:cubicBezTo>
                    <a:cubicBezTo>
                      <a:pt x="7139" y="16471"/>
                      <a:pt x="7039" y="17438"/>
                      <a:pt x="7006" y="17705"/>
                    </a:cubicBezTo>
                    <a:cubicBezTo>
                      <a:pt x="6672" y="17071"/>
                      <a:pt x="6372" y="16437"/>
                      <a:pt x="6072" y="15804"/>
                    </a:cubicBezTo>
                    <a:cubicBezTo>
                      <a:pt x="5705" y="14970"/>
                      <a:pt x="5338" y="14102"/>
                      <a:pt x="5071" y="13202"/>
                    </a:cubicBezTo>
                    <a:cubicBezTo>
                      <a:pt x="5138" y="13202"/>
                      <a:pt x="6872" y="12768"/>
                      <a:pt x="7506" y="12301"/>
                    </a:cubicBezTo>
                    <a:cubicBezTo>
                      <a:pt x="8040" y="11901"/>
                      <a:pt x="8640" y="11200"/>
                      <a:pt x="8640" y="10466"/>
                    </a:cubicBezTo>
                    <a:cubicBezTo>
                      <a:pt x="8640" y="9766"/>
                      <a:pt x="8073" y="9232"/>
                      <a:pt x="7373" y="9232"/>
                    </a:cubicBezTo>
                    <a:lnTo>
                      <a:pt x="7306" y="9232"/>
                    </a:lnTo>
                    <a:cubicBezTo>
                      <a:pt x="6238" y="9366"/>
                      <a:pt x="5371" y="10967"/>
                      <a:pt x="5171" y="11901"/>
                    </a:cubicBezTo>
                    <a:cubicBezTo>
                      <a:pt x="5171" y="11967"/>
                      <a:pt x="5038" y="13035"/>
                      <a:pt x="5038" y="13202"/>
                    </a:cubicBezTo>
                    <a:cubicBezTo>
                      <a:pt x="5038" y="13135"/>
                      <a:pt x="5004" y="13102"/>
                      <a:pt x="5004" y="13035"/>
                    </a:cubicBezTo>
                    <a:cubicBezTo>
                      <a:pt x="4737" y="12101"/>
                      <a:pt x="4571" y="11200"/>
                      <a:pt x="4470" y="10266"/>
                    </a:cubicBezTo>
                    <a:cubicBezTo>
                      <a:pt x="4404" y="9766"/>
                      <a:pt x="4370" y="9266"/>
                      <a:pt x="4370" y="8765"/>
                    </a:cubicBezTo>
                    <a:cubicBezTo>
                      <a:pt x="4704" y="8732"/>
                      <a:pt x="6205" y="8532"/>
                      <a:pt x="6839" y="8131"/>
                    </a:cubicBezTo>
                    <a:cubicBezTo>
                      <a:pt x="7473" y="7764"/>
                      <a:pt x="8073" y="7131"/>
                      <a:pt x="8173" y="6430"/>
                    </a:cubicBezTo>
                    <a:cubicBezTo>
                      <a:pt x="8240" y="5763"/>
                      <a:pt x="7739" y="5129"/>
                      <a:pt x="7072" y="5063"/>
                    </a:cubicBezTo>
                    <a:lnTo>
                      <a:pt x="7006" y="5063"/>
                    </a:lnTo>
                    <a:cubicBezTo>
                      <a:pt x="5972" y="5063"/>
                      <a:pt x="4871" y="6597"/>
                      <a:pt x="4571" y="7464"/>
                    </a:cubicBezTo>
                    <a:cubicBezTo>
                      <a:pt x="4571" y="7531"/>
                      <a:pt x="4470" y="8031"/>
                      <a:pt x="4370" y="8398"/>
                    </a:cubicBezTo>
                    <a:lnTo>
                      <a:pt x="4370" y="7731"/>
                    </a:lnTo>
                    <a:cubicBezTo>
                      <a:pt x="4370" y="6931"/>
                      <a:pt x="4404" y="6230"/>
                      <a:pt x="4470" y="5596"/>
                    </a:cubicBezTo>
                    <a:cubicBezTo>
                      <a:pt x="4504" y="5229"/>
                      <a:pt x="4537" y="4929"/>
                      <a:pt x="4537" y="4596"/>
                    </a:cubicBezTo>
                    <a:cubicBezTo>
                      <a:pt x="4837" y="4395"/>
                      <a:pt x="6038" y="3561"/>
                      <a:pt x="6405" y="2928"/>
                    </a:cubicBezTo>
                    <a:cubicBezTo>
                      <a:pt x="6805" y="2294"/>
                      <a:pt x="7072" y="1460"/>
                      <a:pt x="6805" y="793"/>
                    </a:cubicBezTo>
                    <a:cubicBezTo>
                      <a:pt x="6618" y="311"/>
                      <a:pt x="6130" y="1"/>
                      <a:pt x="5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6"/>
              <p:cNvSpPr/>
              <p:nvPr/>
            </p:nvSpPr>
            <p:spPr>
              <a:xfrm>
                <a:off x="4672888" y="3337838"/>
                <a:ext cx="77575" cy="115050"/>
              </a:xfrm>
              <a:custGeom>
                <a:avLst/>
                <a:gdLst/>
                <a:ahLst/>
                <a:cxnLst/>
                <a:rect l="l" t="t" r="r" b="b"/>
                <a:pathLst>
                  <a:path w="3103" h="4602" extrusionOk="0">
                    <a:moveTo>
                      <a:pt x="1421" y="0"/>
                    </a:moveTo>
                    <a:cubicBezTo>
                      <a:pt x="933" y="0"/>
                      <a:pt x="468" y="288"/>
                      <a:pt x="267" y="765"/>
                    </a:cubicBezTo>
                    <a:cubicBezTo>
                      <a:pt x="267" y="798"/>
                      <a:pt x="267" y="798"/>
                      <a:pt x="234" y="832"/>
                    </a:cubicBezTo>
                    <a:cubicBezTo>
                      <a:pt x="1" y="1532"/>
                      <a:pt x="334" y="2366"/>
                      <a:pt x="701" y="2967"/>
                    </a:cubicBezTo>
                    <a:cubicBezTo>
                      <a:pt x="1101" y="3634"/>
                      <a:pt x="2669" y="4601"/>
                      <a:pt x="2669" y="4601"/>
                    </a:cubicBezTo>
                    <a:cubicBezTo>
                      <a:pt x="2669" y="4601"/>
                      <a:pt x="3003" y="3400"/>
                      <a:pt x="3003" y="3300"/>
                    </a:cubicBezTo>
                    <a:cubicBezTo>
                      <a:pt x="3103" y="2366"/>
                      <a:pt x="2836" y="531"/>
                      <a:pt x="1902" y="98"/>
                    </a:cubicBezTo>
                    <a:cubicBezTo>
                      <a:pt x="1745" y="32"/>
                      <a:pt x="1582" y="0"/>
                      <a:pt x="14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39" name="Google Shape;1039;p46"/>
          <p:cNvSpPr/>
          <p:nvPr/>
        </p:nvSpPr>
        <p:spPr>
          <a:xfrm rot="4796653">
            <a:off x="7618933" y="1094498"/>
            <a:ext cx="799294" cy="830443"/>
          </a:xfrm>
          <a:custGeom>
            <a:avLst/>
            <a:gdLst/>
            <a:ahLst/>
            <a:cxnLst/>
            <a:rect l="l" t="t" r="r" b="b"/>
            <a:pathLst>
              <a:path w="31973" h="33219" extrusionOk="0">
                <a:moveTo>
                  <a:pt x="30068" y="17965"/>
                </a:moveTo>
                <a:lnTo>
                  <a:pt x="30068" y="17965"/>
                </a:lnTo>
                <a:cubicBezTo>
                  <a:pt x="30236" y="18634"/>
                  <a:pt x="30340" y="19304"/>
                  <a:pt x="30403" y="19932"/>
                </a:cubicBezTo>
                <a:cubicBezTo>
                  <a:pt x="30194" y="19220"/>
                  <a:pt x="30089" y="18572"/>
                  <a:pt x="30068" y="17965"/>
                </a:cubicBezTo>
                <a:close/>
                <a:moveTo>
                  <a:pt x="21238" y="13571"/>
                </a:moveTo>
                <a:cubicBezTo>
                  <a:pt x="22410" y="18446"/>
                  <a:pt x="22703" y="25058"/>
                  <a:pt x="22640" y="28720"/>
                </a:cubicBezTo>
                <a:cubicBezTo>
                  <a:pt x="21908" y="26690"/>
                  <a:pt x="21259" y="23551"/>
                  <a:pt x="20966" y="20580"/>
                </a:cubicBezTo>
                <a:cubicBezTo>
                  <a:pt x="20715" y="17693"/>
                  <a:pt x="20778" y="15287"/>
                  <a:pt x="21238" y="13571"/>
                </a:cubicBezTo>
                <a:close/>
                <a:moveTo>
                  <a:pt x="8287" y="2628"/>
                </a:moveTo>
                <a:cubicBezTo>
                  <a:pt x="8831" y="3716"/>
                  <a:pt x="9333" y="5264"/>
                  <a:pt x="9772" y="7231"/>
                </a:cubicBezTo>
                <a:cubicBezTo>
                  <a:pt x="11760" y="16124"/>
                  <a:pt x="11655" y="29013"/>
                  <a:pt x="9563" y="30184"/>
                </a:cubicBezTo>
                <a:cubicBezTo>
                  <a:pt x="9329" y="30313"/>
                  <a:pt x="9115" y="30383"/>
                  <a:pt x="8905" y="30383"/>
                </a:cubicBezTo>
                <a:cubicBezTo>
                  <a:pt x="8740" y="30383"/>
                  <a:pt x="8578" y="30339"/>
                  <a:pt x="8412" y="30247"/>
                </a:cubicBezTo>
                <a:cubicBezTo>
                  <a:pt x="6006" y="28824"/>
                  <a:pt x="5357" y="18572"/>
                  <a:pt x="5378" y="15956"/>
                </a:cubicBezTo>
                <a:cubicBezTo>
                  <a:pt x="5441" y="12525"/>
                  <a:pt x="6111" y="5808"/>
                  <a:pt x="8287" y="2628"/>
                </a:cubicBezTo>
                <a:close/>
                <a:moveTo>
                  <a:pt x="16133" y="7963"/>
                </a:moveTo>
                <a:cubicBezTo>
                  <a:pt x="18769" y="16437"/>
                  <a:pt x="19292" y="28908"/>
                  <a:pt x="17598" y="32151"/>
                </a:cubicBezTo>
                <a:cubicBezTo>
                  <a:pt x="15547" y="28469"/>
                  <a:pt x="12492" y="16040"/>
                  <a:pt x="14438" y="10307"/>
                </a:cubicBezTo>
                <a:cubicBezTo>
                  <a:pt x="14815" y="9156"/>
                  <a:pt x="15401" y="8382"/>
                  <a:pt x="16133" y="7963"/>
                </a:cubicBezTo>
                <a:close/>
                <a:moveTo>
                  <a:pt x="6222" y="0"/>
                </a:moveTo>
                <a:cubicBezTo>
                  <a:pt x="5114" y="0"/>
                  <a:pt x="4186" y="565"/>
                  <a:pt x="3453" y="1644"/>
                </a:cubicBezTo>
                <a:cubicBezTo>
                  <a:pt x="1" y="6813"/>
                  <a:pt x="1905" y="23091"/>
                  <a:pt x="3370" y="26020"/>
                </a:cubicBezTo>
                <a:cubicBezTo>
                  <a:pt x="3520" y="26201"/>
                  <a:pt x="3681" y="26295"/>
                  <a:pt x="3829" y="26295"/>
                </a:cubicBezTo>
                <a:cubicBezTo>
                  <a:pt x="3888" y="26295"/>
                  <a:pt x="3944" y="26280"/>
                  <a:pt x="3997" y="26251"/>
                </a:cubicBezTo>
                <a:cubicBezTo>
                  <a:pt x="4186" y="26125"/>
                  <a:pt x="4248" y="25895"/>
                  <a:pt x="4186" y="25707"/>
                </a:cubicBezTo>
                <a:cubicBezTo>
                  <a:pt x="2784" y="22945"/>
                  <a:pt x="963" y="6959"/>
                  <a:pt x="4207" y="2126"/>
                </a:cubicBezTo>
                <a:cubicBezTo>
                  <a:pt x="4806" y="1227"/>
                  <a:pt x="5539" y="805"/>
                  <a:pt x="6405" y="805"/>
                </a:cubicBezTo>
                <a:cubicBezTo>
                  <a:pt x="6446" y="805"/>
                  <a:pt x="6487" y="806"/>
                  <a:pt x="6529" y="808"/>
                </a:cubicBezTo>
                <a:cubicBezTo>
                  <a:pt x="6968" y="849"/>
                  <a:pt x="7429" y="1205"/>
                  <a:pt x="7847" y="1854"/>
                </a:cubicBezTo>
                <a:cubicBezTo>
                  <a:pt x="4751" y="5892"/>
                  <a:pt x="4562" y="15517"/>
                  <a:pt x="4562" y="15956"/>
                </a:cubicBezTo>
                <a:cubicBezTo>
                  <a:pt x="4562" y="16082"/>
                  <a:pt x="4730" y="29013"/>
                  <a:pt x="7994" y="30938"/>
                </a:cubicBezTo>
                <a:cubicBezTo>
                  <a:pt x="8225" y="31076"/>
                  <a:pt x="8527" y="31202"/>
                  <a:pt x="8899" y="31202"/>
                </a:cubicBezTo>
                <a:cubicBezTo>
                  <a:pt x="9200" y="31202"/>
                  <a:pt x="9547" y="31120"/>
                  <a:pt x="9940" y="30896"/>
                </a:cubicBezTo>
                <a:cubicBezTo>
                  <a:pt x="12785" y="29285"/>
                  <a:pt x="12304" y="15098"/>
                  <a:pt x="10505" y="7064"/>
                </a:cubicBezTo>
                <a:cubicBezTo>
                  <a:pt x="10002" y="4846"/>
                  <a:pt x="9437" y="3130"/>
                  <a:pt x="8789" y="1937"/>
                </a:cubicBezTo>
                <a:cubicBezTo>
                  <a:pt x="8893" y="1833"/>
                  <a:pt x="8956" y="1728"/>
                  <a:pt x="9061" y="1644"/>
                </a:cubicBezTo>
                <a:cubicBezTo>
                  <a:pt x="9665" y="1132"/>
                  <a:pt x="10285" y="876"/>
                  <a:pt x="10991" y="876"/>
                </a:cubicBezTo>
                <a:cubicBezTo>
                  <a:pt x="11092" y="876"/>
                  <a:pt x="11195" y="881"/>
                  <a:pt x="11300" y="891"/>
                </a:cubicBezTo>
                <a:cubicBezTo>
                  <a:pt x="12764" y="1059"/>
                  <a:pt x="14187" y="2879"/>
                  <a:pt x="15443" y="6206"/>
                </a:cubicBezTo>
                <a:cubicBezTo>
                  <a:pt x="15589" y="6520"/>
                  <a:pt x="15694" y="6854"/>
                  <a:pt x="15819" y="7189"/>
                </a:cubicBezTo>
                <a:cubicBezTo>
                  <a:pt x="14815" y="7691"/>
                  <a:pt x="14082" y="8633"/>
                  <a:pt x="13622" y="10056"/>
                </a:cubicBezTo>
                <a:cubicBezTo>
                  <a:pt x="11551" y="16249"/>
                  <a:pt x="15108" y="30080"/>
                  <a:pt x="17200" y="33072"/>
                </a:cubicBezTo>
                <a:cubicBezTo>
                  <a:pt x="17284" y="33176"/>
                  <a:pt x="17388" y="33218"/>
                  <a:pt x="17493" y="33218"/>
                </a:cubicBezTo>
                <a:lnTo>
                  <a:pt x="17514" y="33218"/>
                </a:lnTo>
                <a:cubicBezTo>
                  <a:pt x="17619" y="33218"/>
                  <a:pt x="17723" y="33176"/>
                  <a:pt x="17807" y="33093"/>
                </a:cubicBezTo>
                <a:cubicBezTo>
                  <a:pt x="19062" y="31733"/>
                  <a:pt x="19585" y="27422"/>
                  <a:pt x="19188" y="21564"/>
                </a:cubicBezTo>
                <a:cubicBezTo>
                  <a:pt x="18874" y="16563"/>
                  <a:pt x="17995" y="11520"/>
                  <a:pt x="16782" y="7650"/>
                </a:cubicBezTo>
                <a:cubicBezTo>
                  <a:pt x="16945" y="7613"/>
                  <a:pt x="17105" y="7594"/>
                  <a:pt x="17261" y="7594"/>
                </a:cubicBezTo>
                <a:cubicBezTo>
                  <a:pt x="17723" y="7594"/>
                  <a:pt x="18153" y="7755"/>
                  <a:pt x="18560" y="8068"/>
                </a:cubicBezTo>
                <a:cubicBezTo>
                  <a:pt x="19523" y="8800"/>
                  <a:pt x="20255" y="10307"/>
                  <a:pt x="20841" y="12190"/>
                </a:cubicBezTo>
                <a:cubicBezTo>
                  <a:pt x="18874" y="16814"/>
                  <a:pt x="20820" y="27590"/>
                  <a:pt x="22598" y="30582"/>
                </a:cubicBezTo>
                <a:cubicBezTo>
                  <a:pt x="22653" y="30710"/>
                  <a:pt x="22804" y="30774"/>
                  <a:pt x="22953" y="30774"/>
                </a:cubicBezTo>
                <a:cubicBezTo>
                  <a:pt x="22975" y="30774"/>
                  <a:pt x="22996" y="30773"/>
                  <a:pt x="23017" y="30770"/>
                </a:cubicBezTo>
                <a:cubicBezTo>
                  <a:pt x="23163" y="30707"/>
                  <a:pt x="23289" y="30582"/>
                  <a:pt x="23289" y="30394"/>
                </a:cubicBezTo>
                <a:cubicBezTo>
                  <a:pt x="23435" y="28217"/>
                  <a:pt x="23435" y="18530"/>
                  <a:pt x="21615" y="12253"/>
                </a:cubicBezTo>
                <a:cubicBezTo>
                  <a:pt x="21824" y="11834"/>
                  <a:pt x="22075" y="11520"/>
                  <a:pt x="22326" y="11269"/>
                </a:cubicBezTo>
                <a:cubicBezTo>
                  <a:pt x="22593" y="11041"/>
                  <a:pt x="22805" y="10966"/>
                  <a:pt x="22978" y="10966"/>
                </a:cubicBezTo>
                <a:cubicBezTo>
                  <a:pt x="23090" y="10966"/>
                  <a:pt x="23186" y="10998"/>
                  <a:pt x="23268" y="11039"/>
                </a:cubicBezTo>
                <a:cubicBezTo>
                  <a:pt x="24377" y="11583"/>
                  <a:pt x="25256" y="14408"/>
                  <a:pt x="25842" y="17421"/>
                </a:cubicBezTo>
                <a:cubicBezTo>
                  <a:pt x="25883" y="18676"/>
                  <a:pt x="26072" y="20057"/>
                  <a:pt x="26218" y="21355"/>
                </a:cubicBezTo>
                <a:cubicBezTo>
                  <a:pt x="26386" y="22505"/>
                  <a:pt x="26511" y="23489"/>
                  <a:pt x="26490" y="24033"/>
                </a:cubicBezTo>
                <a:lnTo>
                  <a:pt x="26490" y="24179"/>
                </a:lnTo>
                <a:cubicBezTo>
                  <a:pt x="26469" y="24388"/>
                  <a:pt x="26616" y="24556"/>
                  <a:pt x="26846" y="24598"/>
                </a:cubicBezTo>
                <a:cubicBezTo>
                  <a:pt x="26858" y="24599"/>
                  <a:pt x="26870" y="24599"/>
                  <a:pt x="26881" y="24599"/>
                </a:cubicBezTo>
                <a:cubicBezTo>
                  <a:pt x="27076" y="24599"/>
                  <a:pt x="27245" y="24439"/>
                  <a:pt x="27264" y="24242"/>
                </a:cubicBezTo>
                <a:lnTo>
                  <a:pt x="27264" y="24095"/>
                </a:lnTo>
                <a:cubicBezTo>
                  <a:pt x="27348" y="22756"/>
                  <a:pt x="27118" y="20057"/>
                  <a:pt x="26616" y="17400"/>
                </a:cubicBezTo>
                <a:cubicBezTo>
                  <a:pt x="26532" y="15768"/>
                  <a:pt x="26699" y="14366"/>
                  <a:pt x="27411" y="14052"/>
                </a:cubicBezTo>
                <a:cubicBezTo>
                  <a:pt x="27542" y="13987"/>
                  <a:pt x="27660" y="13956"/>
                  <a:pt x="27773" y="13956"/>
                </a:cubicBezTo>
                <a:cubicBezTo>
                  <a:pt x="27949" y="13956"/>
                  <a:pt x="28111" y="14029"/>
                  <a:pt x="28290" y="14157"/>
                </a:cubicBezTo>
                <a:cubicBezTo>
                  <a:pt x="28813" y="14512"/>
                  <a:pt x="29210" y="15349"/>
                  <a:pt x="29545" y="16354"/>
                </a:cubicBezTo>
                <a:cubicBezTo>
                  <a:pt x="29524" y="16354"/>
                  <a:pt x="29524" y="16354"/>
                  <a:pt x="29503" y="16375"/>
                </a:cubicBezTo>
                <a:cubicBezTo>
                  <a:pt x="29399" y="16437"/>
                  <a:pt x="29315" y="16542"/>
                  <a:pt x="29294" y="16668"/>
                </a:cubicBezTo>
                <a:cubicBezTo>
                  <a:pt x="28980" y="18321"/>
                  <a:pt x="29357" y="20162"/>
                  <a:pt x="30466" y="22338"/>
                </a:cubicBezTo>
                <a:cubicBezTo>
                  <a:pt x="30539" y="22485"/>
                  <a:pt x="30677" y="22551"/>
                  <a:pt x="30822" y="22551"/>
                </a:cubicBezTo>
                <a:cubicBezTo>
                  <a:pt x="30843" y="22551"/>
                  <a:pt x="30864" y="22550"/>
                  <a:pt x="30884" y="22547"/>
                </a:cubicBezTo>
                <a:cubicBezTo>
                  <a:pt x="31072" y="22526"/>
                  <a:pt x="31177" y="22359"/>
                  <a:pt x="31198" y="22212"/>
                </a:cubicBezTo>
                <a:cubicBezTo>
                  <a:pt x="31219" y="21836"/>
                  <a:pt x="31219" y="21166"/>
                  <a:pt x="31114" y="20308"/>
                </a:cubicBezTo>
                <a:lnTo>
                  <a:pt x="31114" y="20308"/>
                </a:lnTo>
                <a:cubicBezTo>
                  <a:pt x="31135" y="20371"/>
                  <a:pt x="31177" y="20434"/>
                  <a:pt x="31177" y="20476"/>
                </a:cubicBezTo>
                <a:cubicBezTo>
                  <a:pt x="31231" y="20654"/>
                  <a:pt x="31391" y="20757"/>
                  <a:pt x="31567" y="20757"/>
                </a:cubicBezTo>
                <a:cubicBezTo>
                  <a:pt x="31597" y="20757"/>
                  <a:pt x="31628" y="20754"/>
                  <a:pt x="31658" y="20748"/>
                </a:cubicBezTo>
                <a:cubicBezTo>
                  <a:pt x="31868" y="20664"/>
                  <a:pt x="31972" y="20455"/>
                  <a:pt x="31930" y="20246"/>
                </a:cubicBezTo>
                <a:cubicBezTo>
                  <a:pt x="31868" y="20120"/>
                  <a:pt x="31826" y="19953"/>
                  <a:pt x="31763" y="19785"/>
                </a:cubicBezTo>
                <a:cubicBezTo>
                  <a:pt x="31491" y="18886"/>
                  <a:pt x="31135" y="17735"/>
                  <a:pt x="30508" y="16981"/>
                </a:cubicBezTo>
                <a:cubicBezTo>
                  <a:pt x="30131" y="15496"/>
                  <a:pt x="29545" y="14136"/>
                  <a:pt x="28729" y="13550"/>
                </a:cubicBezTo>
                <a:cubicBezTo>
                  <a:pt x="28410" y="13333"/>
                  <a:pt x="28074" y="13217"/>
                  <a:pt x="27728" y="13217"/>
                </a:cubicBezTo>
                <a:cubicBezTo>
                  <a:pt x="27508" y="13217"/>
                  <a:pt x="27283" y="13264"/>
                  <a:pt x="27055" y="13362"/>
                </a:cubicBezTo>
                <a:cubicBezTo>
                  <a:pt x="26511" y="13613"/>
                  <a:pt x="26197" y="14136"/>
                  <a:pt x="26009" y="14826"/>
                </a:cubicBezTo>
                <a:cubicBezTo>
                  <a:pt x="25423" y="12692"/>
                  <a:pt x="24607" y="10893"/>
                  <a:pt x="23603" y="10391"/>
                </a:cubicBezTo>
                <a:cubicBezTo>
                  <a:pt x="23423" y="10301"/>
                  <a:pt x="23201" y="10230"/>
                  <a:pt x="22948" y="10230"/>
                </a:cubicBezTo>
                <a:cubicBezTo>
                  <a:pt x="22612" y="10230"/>
                  <a:pt x="22221" y="10355"/>
                  <a:pt x="21803" y="10725"/>
                </a:cubicBezTo>
                <a:cubicBezTo>
                  <a:pt x="21615" y="10893"/>
                  <a:pt x="21469" y="11060"/>
                  <a:pt x="21301" y="11311"/>
                </a:cubicBezTo>
                <a:cubicBezTo>
                  <a:pt x="20736" y="9575"/>
                  <a:pt x="19983" y="8214"/>
                  <a:pt x="19000" y="7482"/>
                </a:cubicBezTo>
                <a:cubicBezTo>
                  <a:pt x="18446" y="7067"/>
                  <a:pt x="17847" y="6855"/>
                  <a:pt x="17203" y="6855"/>
                </a:cubicBezTo>
                <a:cubicBezTo>
                  <a:pt x="16971" y="6855"/>
                  <a:pt x="16733" y="6883"/>
                  <a:pt x="16489" y="6938"/>
                </a:cubicBezTo>
                <a:cubicBezTo>
                  <a:pt x="16363" y="6603"/>
                  <a:pt x="16259" y="6248"/>
                  <a:pt x="16133" y="5913"/>
                </a:cubicBezTo>
                <a:cubicBezTo>
                  <a:pt x="14752" y="2251"/>
                  <a:pt x="13120" y="326"/>
                  <a:pt x="11321" y="117"/>
                </a:cubicBezTo>
                <a:cubicBezTo>
                  <a:pt x="11190" y="104"/>
                  <a:pt x="11061" y="97"/>
                  <a:pt x="10933" y="97"/>
                </a:cubicBezTo>
                <a:cubicBezTo>
                  <a:pt x="10041" y="97"/>
                  <a:pt x="9228" y="418"/>
                  <a:pt x="8496" y="1059"/>
                </a:cubicBezTo>
                <a:cubicBezTo>
                  <a:pt x="8412" y="1100"/>
                  <a:pt x="8370" y="1184"/>
                  <a:pt x="8287" y="1226"/>
                </a:cubicBezTo>
                <a:cubicBezTo>
                  <a:pt x="7743" y="473"/>
                  <a:pt x="7136" y="54"/>
                  <a:pt x="6508" y="12"/>
                </a:cubicBezTo>
                <a:cubicBezTo>
                  <a:pt x="6411" y="4"/>
                  <a:pt x="6316" y="0"/>
                  <a:pt x="6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Practical exercise</a:t>
            </a:r>
            <a:endParaRPr/>
          </a:p>
        </p:txBody>
      </p:sp>
      <p:sp>
        <p:nvSpPr>
          <p:cNvPr id="1053" name="Google Shape;1053;p48"/>
          <p:cNvSpPr txBox="1">
            <a:spLocks noGrp="1"/>
          </p:cNvSpPr>
          <p:nvPr>
            <p:ph type="subTitle" idx="4294967295"/>
          </p:nvPr>
        </p:nvSpPr>
        <p:spPr>
          <a:xfrm>
            <a:off x="719975" y="1017725"/>
            <a:ext cx="7704000" cy="349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Find out in which paragraph has the plot twist happened:</a:t>
            </a:r>
            <a:endParaRPr/>
          </a:p>
        </p:txBody>
      </p:sp>
      <p:sp>
        <p:nvSpPr>
          <p:cNvPr id="1054" name="Google Shape;1054;p48"/>
          <p:cNvSpPr txBox="1">
            <a:spLocks noGrp="1"/>
          </p:cNvSpPr>
          <p:nvPr>
            <p:ph type="subTitle" idx="4294967295"/>
          </p:nvPr>
        </p:nvSpPr>
        <p:spPr>
          <a:xfrm>
            <a:off x="719975" y="1690175"/>
            <a:ext cx="7704000" cy="26955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AutoNum type="arabicPeriod"/>
            </a:pPr>
            <a:r>
              <a:rPr lang="en"/>
              <a:t>Sarah receives a mysterious antique painting that starts causing strange occurrences in her studio.</a:t>
            </a:r>
            <a:endParaRPr/>
          </a:p>
          <a:p>
            <a:pPr marL="457200" lvl="0" indent="-317500" algn="l" rtl="0">
              <a:lnSpc>
                <a:spcPct val="115000"/>
              </a:lnSpc>
              <a:spcBef>
                <a:spcPts val="1000"/>
              </a:spcBef>
              <a:spcAft>
                <a:spcPts val="0"/>
              </a:spcAft>
              <a:buSzPts val="1400"/>
              <a:buAutoNum type="arabicPeriod"/>
            </a:pPr>
            <a:r>
              <a:rPr lang="en"/>
              <a:t>She discovers she is transported back in time to the era depicted in the painting and encounters her own ancestor.</a:t>
            </a:r>
            <a:endParaRPr/>
          </a:p>
          <a:p>
            <a:pPr marL="457200" lvl="0" indent="-317500" algn="l" rtl="0">
              <a:lnSpc>
                <a:spcPct val="115000"/>
              </a:lnSpc>
              <a:spcBef>
                <a:spcPts val="1000"/>
              </a:spcBef>
              <a:spcAft>
                <a:spcPts val="0"/>
              </a:spcAft>
              <a:buSzPts val="1400"/>
              <a:buAutoNum type="arabicPeriod"/>
            </a:pPr>
            <a:r>
              <a:rPr lang="en"/>
              <a:t>Sarah realizes she is trapped in a family curse and must find a way to break free.</a:t>
            </a:r>
            <a:endParaRPr/>
          </a:p>
          <a:p>
            <a:pPr marL="0" lvl="0" indent="0" algn="l" rtl="0">
              <a:lnSpc>
                <a:spcPct val="115000"/>
              </a:lnSpc>
              <a:spcBef>
                <a:spcPts val="1000"/>
              </a:spcBef>
              <a:spcAft>
                <a:spcPts val="1000"/>
              </a:spcAft>
              <a:buNone/>
            </a:pPr>
            <a:r>
              <a:rPr lang="en"/>
              <a:t>In this condensed version, the plot twist is still present in line 2, where Sarah discovers she has traveled back in time and encounters her own ancestor.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KWL (brainstorming)</a:t>
            </a:r>
            <a:endParaRPr/>
          </a:p>
        </p:txBody>
      </p:sp>
      <p:graphicFrame>
        <p:nvGraphicFramePr>
          <p:cNvPr id="1060" name="Google Shape;1060;p49"/>
          <p:cNvGraphicFramePr/>
          <p:nvPr/>
        </p:nvGraphicFramePr>
        <p:xfrm>
          <a:off x="720000" y="1259975"/>
          <a:ext cx="3000000" cy="3000000"/>
        </p:xfrm>
        <a:graphic>
          <a:graphicData uri="http://schemas.openxmlformats.org/drawingml/2006/table">
            <a:tbl>
              <a:tblPr>
                <a:noFill/>
                <a:tableStyleId>{DE6DD2FE-ABD0-444F-911C-5E3F3B0691EE}</a:tableStyleId>
              </a:tblPr>
              <a:tblGrid>
                <a:gridCol w="1769925">
                  <a:extLst>
                    <a:ext uri="{9D8B030D-6E8A-4147-A177-3AD203B41FA5}">
                      <a16:colId xmlns:a16="http://schemas.microsoft.com/office/drawing/2014/main" val="20000"/>
                    </a:ext>
                  </a:extLst>
                </a:gridCol>
                <a:gridCol w="5934075">
                  <a:extLst>
                    <a:ext uri="{9D8B030D-6E8A-4147-A177-3AD203B41FA5}">
                      <a16:colId xmlns:a16="http://schemas.microsoft.com/office/drawing/2014/main" val="20001"/>
                    </a:ext>
                  </a:extLst>
                </a:gridCol>
              </a:tblGrid>
              <a:tr h="525000">
                <a:tc rowSpan="2">
                  <a:txBody>
                    <a:bodyPr/>
                    <a:lstStyle/>
                    <a:p>
                      <a:pPr marL="0" lvl="0" indent="0" algn="l"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What I know</a:t>
                      </a:r>
                      <a:endParaRPr sz="2000" b="1">
                        <a:solidFill>
                          <a:schemeClr val="dk1"/>
                        </a:solidFill>
                        <a:latin typeface="Arbutus Slab"/>
                        <a:ea typeface="Arbutus Slab"/>
                        <a:cs typeface="Arbutus Slab"/>
                        <a:sym typeface="Arbutus Slab"/>
                      </a:endParaRPr>
                    </a:p>
                  </a:txBody>
                  <a:tcPr marL="91425" marR="91425" marT="91425" marB="91425" anchor="ctr">
                    <a:lnL w="9525"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525000">
                <a:tc vMerge="1">
                  <a:txBody>
                    <a:bodyPr/>
                    <a:lstStyle/>
                    <a:p>
                      <a:endParaRPr lang="en-US"/>
                    </a:p>
                  </a:txBody>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Despite being red, Mars is a very cold planet</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525000">
                <a:tc rowSpan="2">
                  <a:txBody>
                    <a:bodyPr/>
                    <a:lstStyle/>
                    <a:p>
                      <a:pPr marL="0" lvl="0" indent="0" algn="l"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What I want</a:t>
                      </a:r>
                      <a:endParaRPr sz="2000" b="1">
                        <a:solidFill>
                          <a:schemeClr val="dk1"/>
                        </a:solidFill>
                        <a:latin typeface="Arbutus Slab"/>
                        <a:ea typeface="Arbutus Slab"/>
                        <a:cs typeface="Arbutus Slab"/>
                        <a:sym typeface="Arbutus Slab"/>
                      </a:endParaRPr>
                    </a:p>
                    <a:p>
                      <a:pPr marL="0" lvl="0" indent="0" algn="l"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to know</a:t>
                      </a:r>
                      <a:endParaRPr sz="2000" b="1">
                        <a:solidFill>
                          <a:schemeClr val="dk1"/>
                        </a:solidFill>
                        <a:latin typeface="Arbutus Slab"/>
                        <a:ea typeface="Arbutus Slab"/>
                        <a:cs typeface="Arbutus Slab"/>
                        <a:sym typeface="Arbutus Slab"/>
                      </a:endParaRPr>
                    </a:p>
                  </a:txBody>
                  <a:tcPr marL="91425" marR="91425" marT="91425" marB="91425" anchor="ctr">
                    <a:lnL w="9525"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525000">
                <a:tc vMerge="1">
                  <a:txBody>
                    <a:bodyPr/>
                    <a:lstStyle/>
                    <a:p>
                      <a:endParaRPr lang="en-US"/>
                    </a:p>
                  </a:txBody>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525000">
                <a:tc rowSpan="2">
                  <a:txBody>
                    <a:bodyPr/>
                    <a:lstStyle/>
                    <a:p>
                      <a:pPr marL="0" lvl="0" indent="0" algn="l"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What I learned</a:t>
                      </a:r>
                      <a:endParaRPr sz="2000" b="1">
                        <a:solidFill>
                          <a:schemeClr val="dk1"/>
                        </a:solidFill>
                        <a:latin typeface="Arbutus Slab"/>
                        <a:ea typeface="Arbutus Slab"/>
                        <a:cs typeface="Arbutus Slab"/>
                        <a:sym typeface="Arbutus Slab"/>
                      </a:endParaRPr>
                    </a:p>
                  </a:txBody>
                  <a:tcPr marL="91425" marR="91425" marT="91425" marB="91425" anchor="ctr">
                    <a:lnL w="9525"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Saturn is composed of hydrogen and helium</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525000">
                <a:tc vMerge="1">
                  <a:txBody>
                    <a:bodyPr/>
                    <a:lstStyle/>
                    <a:p>
                      <a:endParaRPr lang="en-US"/>
                    </a:p>
                  </a:txBody>
                  <a:tcPr/>
                </a:tc>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topic and details</a:t>
            </a:r>
            <a:endParaRPr/>
          </a:p>
        </p:txBody>
      </p:sp>
      <p:sp>
        <p:nvSpPr>
          <p:cNvPr id="1066" name="Google Shape;1066;p50"/>
          <p:cNvSpPr txBox="1"/>
          <p:nvPr/>
        </p:nvSpPr>
        <p:spPr>
          <a:xfrm>
            <a:off x="713950" y="3303760"/>
            <a:ext cx="2157900" cy="348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Event-driven</a:t>
            </a:r>
            <a:endParaRPr sz="1800" b="1">
              <a:solidFill>
                <a:schemeClr val="dk1"/>
              </a:solidFill>
              <a:latin typeface="Arbutus Slab"/>
              <a:ea typeface="Arbutus Slab"/>
              <a:cs typeface="Arbutus Slab"/>
              <a:sym typeface="Arbutus Slab"/>
            </a:endParaRPr>
          </a:p>
        </p:txBody>
      </p:sp>
      <p:sp>
        <p:nvSpPr>
          <p:cNvPr id="1067" name="Google Shape;1067;p50"/>
          <p:cNvSpPr txBox="1"/>
          <p:nvPr/>
        </p:nvSpPr>
        <p:spPr>
          <a:xfrm>
            <a:off x="713925" y="3581383"/>
            <a:ext cx="2157900" cy="7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Jupiter is a gas giant and the biggest planet in the Solar System</a:t>
            </a:r>
            <a:endParaRPr>
              <a:solidFill>
                <a:schemeClr val="dk1"/>
              </a:solidFill>
              <a:latin typeface="Lato"/>
              <a:ea typeface="Lato"/>
              <a:cs typeface="Lato"/>
              <a:sym typeface="Lato"/>
            </a:endParaRPr>
          </a:p>
        </p:txBody>
      </p:sp>
      <p:sp>
        <p:nvSpPr>
          <p:cNvPr id="1068" name="Google Shape;1068;p50"/>
          <p:cNvSpPr txBox="1"/>
          <p:nvPr/>
        </p:nvSpPr>
        <p:spPr>
          <a:xfrm>
            <a:off x="713875" y="1541733"/>
            <a:ext cx="2157900" cy="348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Arbutus Slab"/>
                <a:ea typeface="Arbutus Slab"/>
                <a:cs typeface="Arbutus Slab"/>
                <a:sym typeface="Arbutus Slab"/>
              </a:rPr>
              <a:t>Surprise</a:t>
            </a:r>
            <a:endParaRPr sz="1800" b="1">
              <a:solidFill>
                <a:schemeClr val="dk1"/>
              </a:solidFill>
              <a:latin typeface="Arbutus Slab"/>
              <a:ea typeface="Arbutus Slab"/>
              <a:cs typeface="Arbutus Slab"/>
              <a:sym typeface="Arbutus Slab"/>
            </a:endParaRPr>
          </a:p>
        </p:txBody>
      </p:sp>
      <p:sp>
        <p:nvSpPr>
          <p:cNvPr id="1069" name="Google Shape;1069;p50"/>
          <p:cNvSpPr txBox="1"/>
          <p:nvPr/>
        </p:nvSpPr>
        <p:spPr>
          <a:xfrm>
            <a:off x="713925" y="1820583"/>
            <a:ext cx="2157900" cy="7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 and the smallest of them all</a:t>
            </a:r>
            <a:endParaRPr>
              <a:solidFill>
                <a:schemeClr val="dk1"/>
              </a:solidFill>
              <a:latin typeface="Lato"/>
              <a:ea typeface="Lato"/>
              <a:cs typeface="Lato"/>
              <a:sym typeface="Lato"/>
            </a:endParaRPr>
          </a:p>
        </p:txBody>
      </p:sp>
      <p:sp>
        <p:nvSpPr>
          <p:cNvPr id="1070" name="Google Shape;1070;p50"/>
          <p:cNvSpPr txBox="1"/>
          <p:nvPr/>
        </p:nvSpPr>
        <p:spPr>
          <a:xfrm>
            <a:off x="6272251" y="3303760"/>
            <a:ext cx="2157900" cy="3486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Clr>
                <a:schemeClr val="dk1"/>
              </a:buClr>
              <a:buSzPts val="1100"/>
              <a:buFont typeface="Arial"/>
              <a:buNone/>
            </a:pPr>
            <a:r>
              <a:rPr lang="en" sz="1800" b="1">
                <a:solidFill>
                  <a:schemeClr val="dk1"/>
                </a:solidFill>
                <a:latin typeface="Arbutus Slab"/>
                <a:ea typeface="Arbutus Slab"/>
                <a:cs typeface="Arbutus Slab"/>
                <a:sym typeface="Arbutus Slab"/>
              </a:rPr>
              <a:t>Theme-based</a:t>
            </a:r>
            <a:endParaRPr sz="1800" b="1">
              <a:solidFill>
                <a:schemeClr val="dk1"/>
              </a:solidFill>
              <a:latin typeface="Arbutus Slab"/>
              <a:ea typeface="Arbutus Slab"/>
              <a:cs typeface="Arbutus Slab"/>
              <a:sym typeface="Arbutus Slab"/>
            </a:endParaRPr>
          </a:p>
        </p:txBody>
      </p:sp>
      <p:sp>
        <p:nvSpPr>
          <p:cNvPr id="1071" name="Google Shape;1071;p50"/>
          <p:cNvSpPr txBox="1"/>
          <p:nvPr/>
        </p:nvSpPr>
        <p:spPr>
          <a:xfrm>
            <a:off x="6272226" y="3581383"/>
            <a:ext cx="2157900" cy="7749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Despite being red, Mars is actually a cold place full of iron oxide dust</a:t>
            </a:r>
            <a:endParaRPr>
              <a:solidFill>
                <a:schemeClr val="dk1"/>
              </a:solidFill>
              <a:latin typeface="Lato"/>
              <a:ea typeface="Lato"/>
              <a:cs typeface="Lato"/>
              <a:sym typeface="Lato"/>
            </a:endParaRPr>
          </a:p>
        </p:txBody>
      </p:sp>
      <p:sp>
        <p:nvSpPr>
          <p:cNvPr id="1072" name="Google Shape;1072;p50"/>
          <p:cNvSpPr txBox="1"/>
          <p:nvPr/>
        </p:nvSpPr>
        <p:spPr>
          <a:xfrm>
            <a:off x="6272176" y="1541733"/>
            <a:ext cx="2157900" cy="3486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Character-driven</a:t>
            </a:r>
            <a:endParaRPr sz="1800" b="1">
              <a:solidFill>
                <a:schemeClr val="dk1"/>
              </a:solidFill>
              <a:latin typeface="Arbutus Slab"/>
              <a:ea typeface="Arbutus Slab"/>
              <a:cs typeface="Arbutus Slab"/>
              <a:sym typeface="Arbutus Slab"/>
            </a:endParaRPr>
          </a:p>
        </p:txBody>
      </p:sp>
      <p:sp>
        <p:nvSpPr>
          <p:cNvPr id="1073" name="Google Shape;1073;p50"/>
          <p:cNvSpPr txBox="1"/>
          <p:nvPr/>
        </p:nvSpPr>
        <p:spPr>
          <a:xfrm>
            <a:off x="6272226" y="1820583"/>
            <a:ext cx="2157900" cy="7749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Lato"/>
                <a:ea typeface="Lato"/>
                <a:cs typeface="Lato"/>
                <a:sym typeface="Lato"/>
              </a:rPr>
              <a:t>Venus has a beautiful name and is the second planet from the Sun</a:t>
            </a:r>
            <a:endParaRPr>
              <a:solidFill>
                <a:schemeClr val="dk1"/>
              </a:solidFill>
              <a:latin typeface="Lato"/>
              <a:ea typeface="Lato"/>
              <a:cs typeface="Lato"/>
              <a:sym typeface="Lato"/>
            </a:endParaRPr>
          </a:p>
        </p:txBody>
      </p:sp>
      <p:cxnSp>
        <p:nvCxnSpPr>
          <p:cNvPr id="1074" name="Google Shape;1074;p50"/>
          <p:cNvCxnSpPr>
            <a:stCxn id="1075" idx="1"/>
            <a:endCxn id="1068" idx="3"/>
          </p:cNvCxnSpPr>
          <p:nvPr/>
        </p:nvCxnSpPr>
        <p:spPr>
          <a:xfrm rot="10800000">
            <a:off x="2871925" y="1715966"/>
            <a:ext cx="585600" cy="865500"/>
          </a:xfrm>
          <a:prstGeom prst="bentConnector3">
            <a:avLst>
              <a:gd name="adj1" fmla="val 50013"/>
            </a:avLst>
          </a:prstGeom>
          <a:noFill/>
          <a:ln w="9525" cap="flat" cmpd="sng">
            <a:solidFill>
              <a:schemeClr val="dk1"/>
            </a:solidFill>
            <a:prstDash val="solid"/>
            <a:round/>
            <a:headEnd type="none" w="med" len="med"/>
            <a:tailEnd type="none" w="med" len="med"/>
          </a:ln>
        </p:spPr>
      </p:cxnSp>
      <p:cxnSp>
        <p:nvCxnSpPr>
          <p:cNvPr id="1076" name="Google Shape;1076;p50"/>
          <p:cNvCxnSpPr>
            <a:stCxn id="1075" idx="1"/>
            <a:endCxn id="1066" idx="3"/>
          </p:cNvCxnSpPr>
          <p:nvPr/>
        </p:nvCxnSpPr>
        <p:spPr>
          <a:xfrm flipH="1">
            <a:off x="2871925" y="2581466"/>
            <a:ext cx="585600" cy="896700"/>
          </a:xfrm>
          <a:prstGeom prst="bentConnector3">
            <a:avLst>
              <a:gd name="adj1" fmla="val 50006"/>
            </a:avLst>
          </a:prstGeom>
          <a:noFill/>
          <a:ln w="9525" cap="flat" cmpd="sng">
            <a:solidFill>
              <a:schemeClr val="dk1"/>
            </a:solidFill>
            <a:prstDash val="solid"/>
            <a:round/>
            <a:headEnd type="none" w="med" len="med"/>
            <a:tailEnd type="none" w="med" len="med"/>
          </a:ln>
        </p:spPr>
      </p:cxnSp>
      <p:cxnSp>
        <p:nvCxnSpPr>
          <p:cNvPr id="1077" name="Google Shape;1077;p50"/>
          <p:cNvCxnSpPr>
            <a:stCxn id="1075" idx="3"/>
            <a:endCxn id="1072" idx="1"/>
          </p:cNvCxnSpPr>
          <p:nvPr/>
        </p:nvCxnSpPr>
        <p:spPr>
          <a:xfrm rot="10800000" flipH="1">
            <a:off x="5686525" y="1715966"/>
            <a:ext cx="585600" cy="865500"/>
          </a:xfrm>
          <a:prstGeom prst="bentConnector3">
            <a:avLst>
              <a:gd name="adj1" fmla="val 50004"/>
            </a:avLst>
          </a:prstGeom>
          <a:noFill/>
          <a:ln w="9525" cap="flat" cmpd="sng">
            <a:solidFill>
              <a:schemeClr val="dk1"/>
            </a:solidFill>
            <a:prstDash val="solid"/>
            <a:round/>
            <a:headEnd type="none" w="med" len="med"/>
            <a:tailEnd type="none" w="med" len="med"/>
          </a:ln>
        </p:spPr>
      </p:cxnSp>
      <p:cxnSp>
        <p:nvCxnSpPr>
          <p:cNvPr id="1078" name="Google Shape;1078;p50"/>
          <p:cNvCxnSpPr>
            <a:stCxn id="1075" idx="3"/>
            <a:endCxn id="1070" idx="1"/>
          </p:cNvCxnSpPr>
          <p:nvPr/>
        </p:nvCxnSpPr>
        <p:spPr>
          <a:xfrm>
            <a:off x="5686525" y="2581466"/>
            <a:ext cx="585600" cy="896700"/>
          </a:xfrm>
          <a:prstGeom prst="bentConnector3">
            <a:avLst>
              <a:gd name="adj1" fmla="val 50011"/>
            </a:avLst>
          </a:prstGeom>
          <a:noFill/>
          <a:ln w="9525" cap="flat" cmpd="sng">
            <a:solidFill>
              <a:schemeClr val="dk1"/>
            </a:solidFill>
            <a:prstDash val="solid"/>
            <a:round/>
            <a:headEnd type="none" w="med" len="med"/>
            <a:tailEnd type="none" w="med" len="med"/>
          </a:ln>
        </p:spPr>
      </p:cxnSp>
      <p:sp>
        <p:nvSpPr>
          <p:cNvPr id="1075" name="Google Shape;1075;p50"/>
          <p:cNvSpPr txBox="1"/>
          <p:nvPr/>
        </p:nvSpPr>
        <p:spPr>
          <a:xfrm>
            <a:off x="3457525" y="2321516"/>
            <a:ext cx="2229000" cy="5199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Classification</a:t>
            </a:r>
            <a:endParaRPr sz="2000" b="1">
              <a:solidFill>
                <a:schemeClr val="dk1"/>
              </a:solidFill>
              <a:latin typeface="Arbutus Slab"/>
              <a:ea typeface="Arbutus Slab"/>
              <a:cs typeface="Arbutus Slab"/>
              <a:sym typeface="Arbutus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mistakes</a:t>
            </a:r>
            <a:endParaRPr/>
          </a:p>
        </p:txBody>
      </p:sp>
      <p:sp>
        <p:nvSpPr>
          <p:cNvPr id="1084" name="Google Shape;1084;p51"/>
          <p:cNvSpPr/>
          <p:nvPr/>
        </p:nvSpPr>
        <p:spPr>
          <a:xfrm>
            <a:off x="5830147" y="3066509"/>
            <a:ext cx="2235600" cy="70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Mars is actually a very cold place</a:t>
            </a:r>
            <a:endParaRPr>
              <a:solidFill>
                <a:schemeClr val="dk1"/>
              </a:solidFill>
              <a:latin typeface="Lato"/>
              <a:ea typeface="Lato"/>
              <a:cs typeface="Lato"/>
              <a:sym typeface="Lato"/>
            </a:endParaRPr>
          </a:p>
        </p:txBody>
      </p:sp>
      <p:sp>
        <p:nvSpPr>
          <p:cNvPr id="1085" name="Google Shape;1085;p51"/>
          <p:cNvSpPr/>
          <p:nvPr/>
        </p:nvSpPr>
        <p:spPr>
          <a:xfrm>
            <a:off x="5832247" y="1394172"/>
            <a:ext cx="2231400" cy="70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086" name="Google Shape;1086;p51"/>
          <p:cNvSpPr/>
          <p:nvPr/>
        </p:nvSpPr>
        <p:spPr>
          <a:xfrm>
            <a:off x="5832397" y="2230341"/>
            <a:ext cx="2231100" cy="70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Venus has a very beautiful name, it’s very hot though </a:t>
            </a:r>
            <a:endParaRPr>
              <a:solidFill>
                <a:schemeClr val="dk1"/>
              </a:solidFill>
              <a:latin typeface="Lato"/>
              <a:ea typeface="Lato"/>
              <a:cs typeface="Lato"/>
              <a:sym typeface="Lato"/>
            </a:endParaRPr>
          </a:p>
        </p:txBody>
      </p:sp>
      <p:sp>
        <p:nvSpPr>
          <p:cNvPr id="1087" name="Google Shape;1087;p51"/>
          <p:cNvSpPr txBox="1"/>
          <p:nvPr/>
        </p:nvSpPr>
        <p:spPr>
          <a:xfrm>
            <a:off x="3914053" y="1395075"/>
            <a:ext cx="19125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Few clues</a:t>
            </a:r>
            <a:endParaRPr sz="1800" b="1">
              <a:solidFill>
                <a:schemeClr val="dk1"/>
              </a:solidFill>
              <a:latin typeface="Arbutus Slab"/>
              <a:ea typeface="Arbutus Slab"/>
              <a:cs typeface="Arbutus Slab"/>
              <a:sym typeface="Arbutus Slab"/>
            </a:endParaRPr>
          </a:p>
        </p:txBody>
      </p:sp>
      <p:sp>
        <p:nvSpPr>
          <p:cNvPr id="1088" name="Google Shape;1088;p51"/>
          <p:cNvSpPr txBox="1"/>
          <p:nvPr/>
        </p:nvSpPr>
        <p:spPr>
          <a:xfrm>
            <a:off x="3914053" y="3067409"/>
            <a:ext cx="19161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Predictability</a:t>
            </a:r>
            <a:endParaRPr sz="1800" b="1">
              <a:solidFill>
                <a:schemeClr val="dk1"/>
              </a:solidFill>
              <a:latin typeface="Arbutus Slab"/>
              <a:ea typeface="Arbutus Slab"/>
              <a:cs typeface="Arbutus Slab"/>
              <a:sym typeface="Arbutus Slab"/>
            </a:endParaRPr>
          </a:p>
        </p:txBody>
      </p:sp>
      <p:sp>
        <p:nvSpPr>
          <p:cNvPr id="1089" name="Google Shape;1089;p51"/>
          <p:cNvSpPr txBox="1"/>
          <p:nvPr/>
        </p:nvSpPr>
        <p:spPr>
          <a:xfrm>
            <a:off x="3914053" y="2231242"/>
            <a:ext cx="19122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Incoherence</a:t>
            </a:r>
            <a:endParaRPr sz="1800" b="1">
              <a:solidFill>
                <a:schemeClr val="dk1"/>
              </a:solidFill>
              <a:latin typeface="Arbutus Slab"/>
              <a:ea typeface="Arbutus Slab"/>
              <a:cs typeface="Arbutus Slab"/>
              <a:sym typeface="Arbutus Slab"/>
            </a:endParaRPr>
          </a:p>
        </p:txBody>
      </p:sp>
      <p:sp>
        <p:nvSpPr>
          <p:cNvPr id="1090" name="Google Shape;1090;p51"/>
          <p:cNvSpPr/>
          <p:nvPr/>
        </p:nvSpPr>
        <p:spPr>
          <a:xfrm>
            <a:off x="5832397" y="3902678"/>
            <a:ext cx="2231100" cy="70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p:txBody>
      </p:sp>
      <p:sp>
        <p:nvSpPr>
          <p:cNvPr id="1091" name="Google Shape;1091;p51"/>
          <p:cNvSpPr txBox="1"/>
          <p:nvPr/>
        </p:nvSpPr>
        <p:spPr>
          <a:xfrm>
            <a:off x="3916003" y="3902651"/>
            <a:ext cx="19122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b="1">
                <a:solidFill>
                  <a:schemeClr val="dk1"/>
                </a:solidFill>
                <a:latin typeface="Arbutus Slab"/>
                <a:ea typeface="Arbutus Slab"/>
                <a:cs typeface="Arbutus Slab"/>
                <a:sym typeface="Arbutus Slab"/>
              </a:rPr>
              <a:t>Irrelevance</a:t>
            </a:r>
            <a:endParaRPr sz="1800" b="1">
              <a:solidFill>
                <a:schemeClr val="dk1"/>
              </a:solidFill>
              <a:latin typeface="Arbutus Slab"/>
              <a:ea typeface="Arbutus Slab"/>
              <a:cs typeface="Arbutus Slab"/>
              <a:sym typeface="Arbutus Slab"/>
            </a:endParaRPr>
          </a:p>
        </p:txBody>
      </p:sp>
      <p:sp>
        <p:nvSpPr>
          <p:cNvPr id="1092" name="Google Shape;1092;p51"/>
          <p:cNvSpPr txBox="1"/>
          <p:nvPr/>
        </p:nvSpPr>
        <p:spPr>
          <a:xfrm>
            <a:off x="1078253" y="2649325"/>
            <a:ext cx="1651200" cy="70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Mistakes</a:t>
            </a:r>
            <a:endParaRPr sz="2000" b="1">
              <a:solidFill>
                <a:schemeClr val="dk1"/>
              </a:solidFill>
              <a:latin typeface="Arbutus Slab"/>
              <a:ea typeface="Arbutus Slab"/>
              <a:cs typeface="Arbutus Slab"/>
              <a:sym typeface="Arbutus Slab"/>
            </a:endParaRPr>
          </a:p>
        </p:txBody>
      </p:sp>
      <p:cxnSp>
        <p:nvCxnSpPr>
          <p:cNvPr id="1093" name="Google Shape;1093;p51"/>
          <p:cNvCxnSpPr>
            <a:stCxn id="1092" idx="3"/>
            <a:endCxn id="1087" idx="1"/>
          </p:cNvCxnSpPr>
          <p:nvPr/>
        </p:nvCxnSpPr>
        <p:spPr>
          <a:xfrm rot="10800000" flipH="1">
            <a:off x="2729453" y="1747075"/>
            <a:ext cx="1184700" cy="1254300"/>
          </a:xfrm>
          <a:prstGeom prst="bentConnector3">
            <a:avLst>
              <a:gd name="adj1" fmla="val 49996"/>
            </a:avLst>
          </a:prstGeom>
          <a:noFill/>
          <a:ln w="9525" cap="flat" cmpd="sng">
            <a:solidFill>
              <a:schemeClr val="dk1"/>
            </a:solidFill>
            <a:prstDash val="solid"/>
            <a:round/>
            <a:headEnd type="none" w="med" len="med"/>
            <a:tailEnd type="none" w="med" len="med"/>
          </a:ln>
        </p:spPr>
      </p:cxnSp>
      <p:cxnSp>
        <p:nvCxnSpPr>
          <p:cNvPr id="1094" name="Google Shape;1094;p51"/>
          <p:cNvCxnSpPr>
            <a:stCxn id="1092" idx="3"/>
            <a:endCxn id="1091" idx="1"/>
          </p:cNvCxnSpPr>
          <p:nvPr/>
        </p:nvCxnSpPr>
        <p:spPr>
          <a:xfrm>
            <a:off x="2729453" y="3001375"/>
            <a:ext cx="1186500" cy="1253400"/>
          </a:xfrm>
          <a:prstGeom prst="bentConnector3">
            <a:avLst>
              <a:gd name="adj1" fmla="val 50002"/>
            </a:avLst>
          </a:prstGeom>
          <a:noFill/>
          <a:ln w="9525" cap="flat" cmpd="sng">
            <a:solidFill>
              <a:schemeClr val="dk1"/>
            </a:solidFill>
            <a:prstDash val="solid"/>
            <a:round/>
            <a:headEnd type="none" w="med" len="med"/>
            <a:tailEnd type="none" w="med" len="med"/>
          </a:ln>
        </p:spPr>
      </p:cxnSp>
      <p:cxnSp>
        <p:nvCxnSpPr>
          <p:cNvPr id="1095" name="Google Shape;1095;p51"/>
          <p:cNvCxnSpPr>
            <a:stCxn id="1092" idx="3"/>
            <a:endCxn id="1089" idx="1"/>
          </p:cNvCxnSpPr>
          <p:nvPr/>
        </p:nvCxnSpPr>
        <p:spPr>
          <a:xfrm rot="10800000" flipH="1">
            <a:off x="2729453" y="2583175"/>
            <a:ext cx="1184700" cy="418200"/>
          </a:xfrm>
          <a:prstGeom prst="bentConnector3">
            <a:avLst>
              <a:gd name="adj1" fmla="val 49996"/>
            </a:avLst>
          </a:prstGeom>
          <a:noFill/>
          <a:ln w="9525" cap="flat" cmpd="sng">
            <a:solidFill>
              <a:schemeClr val="dk1"/>
            </a:solidFill>
            <a:prstDash val="solid"/>
            <a:round/>
            <a:headEnd type="none" w="med" len="med"/>
            <a:tailEnd type="none" w="med" len="med"/>
          </a:ln>
        </p:spPr>
      </p:cxnSp>
      <p:cxnSp>
        <p:nvCxnSpPr>
          <p:cNvPr id="1096" name="Google Shape;1096;p51"/>
          <p:cNvCxnSpPr>
            <a:stCxn id="1092" idx="3"/>
            <a:endCxn id="1088" idx="1"/>
          </p:cNvCxnSpPr>
          <p:nvPr/>
        </p:nvCxnSpPr>
        <p:spPr>
          <a:xfrm>
            <a:off x="2729453" y="3001375"/>
            <a:ext cx="1184700" cy="418200"/>
          </a:xfrm>
          <a:prstGeom prst="bentConnector3">
            <a:avLst>
              <a:gd name="adj1" fmla="val 49996"/>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Sequence</a:t>
            </a:r>
            <a:endParaRPr/>
          </a:p>
        </p:txBody>
      </p:sp>
      <p:sp>
        <p:nvSpPr>
          <p:cNvPr id="1102" name="Google Shape;1102;p52"/>
          <p:cNvSpPr txBox="1"/>
          <p:nvPr/>
        </p:nvSpPr>
        <p:spPr>
          <a:xfrm>
            <a:off x="720000" y="1759208"/>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103" name="Google Shape;1103;p52"/>
          <p:cNvSpPr txBox="1"/>
          <p:nvPr/>
        </p:nvSpPr>
        <p:spPr>
          <a:xfrm>
            <a:off x="720000" y="1394649"/>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Setup</a:t>
            </a:r>
            <a:endParaRPr sz="2000" b="1">
              <a:solidFill>
                <a:schemeClr val="dk1"/>
              </a:solidFill>
              <a:latin typeface="Arbutus Slab"/>
              <a:ea typeface="Arbutus Slab"/>
              <a:cs typeface="Arbutus Slab"/>
              <a:sym typeface="Arbutus Slab"/>
            </a:endParaRPr>
          </a:p>
        </p:txBody>
      </p:sp>
      <p:sp>
        <p:nvSpPr>
          <p:cNvPr id="1104" name="Google Shape;1104;p52"/>
          <p:cNvSpPr txBox="1"/>
          <p:nvPr/>
        </p:nvSpPr>
        <p:spPr>
          <a:xfrm>
            <a:off x="3402600" y="1759208"/>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105" name="Google Shape;1105;p52"/>
          <p:cNvSpPr txBox="1"/>
          <p:nvPr/>
        </p:nvSpPr>
        <p:spPr>
          <a:xfrm>
            <a:off x="3402600" y="1394649"/>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Foreshadowing</a:t>
            </a:r>
            <a:endParaRPr sz="2000" b="1">
              <a:solidFill>
                <a:schemeClr val="dk1"/>
              </a:solidFill>
              <a:latin typeface="Arbutus Slab"/>
              <a:ea typeface="Arbutus Slab"/>
              <a:cs typeface="Arbutus Slab"/>
              <a:sym typeface="Arbutus Slab"/>
            </a:endParaRPr>
          </a:p>
        </p:txBody>
      </p:sp>
      <p:sp>
        <p:nvSpPr>
          <p:cNvPr id="1106" name="Google Shape;1106;p52"/>
          <p:cNvSpPr txBox="1"/>
          <p:nvPr/>
        </p:nvSpPr>
        <p:spPr>
          <a:xfrm>
            <a:off x="6085200" y="1759208"/>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Despite being red, Mars is actually a cold place</a:t>
            </a:r>
            <a:endParaRPr>
              <a:solidFill>
                <a:schemeClr val="dk1"/>
              </a:solidFill>
              <a:latin typeface="Lato"/>
              <a:ea typeface="Lato"/>
              <a:cs typeface="Lato"/>
              <a:sym typeface="Lato"/>
            </a:endParaRPr>
          </a:p>
        </p:txBody>
      </p:sp>
      <p:sp>
        <p:nvSpPr>
          <p:cNvPr id="1107" name="Google Shape;1107;p52"/>
          <p:cNvSpPr txBox="1"/>
          <p:nvPr/>
        </p:nvSpPr>
        <p:spPr>
          <a:xfrm>
            <a:off x="6085200" y="1394649"/>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Misdirection</a:t>
            </a:r>
            <a:endParaRPr sz="2000" b="1">
              <a:solidFill>
                <a:schemeClr val="dk1"/>
              </a:solidFill>
              <a:latin typeface="Arbutus Slab"/>
              <a:ea typeface="Arbutus Slab"/>
              <a:cs typeface="Arbutus Slab"/>
              <a:sym typeface="Arbutus Slab"/>
            </a:endParaRPr>
          </a:p>
        </p:txBody>
      </p:sp>
      <p:sp>
        <p:nvSpPr>
          <p:cNvPr id="1108" name="Google Shape;1108;p52"/>
          <p:cNvSpPr txBox="1"/>
          <p:nvPr/>
        </p:nvSpPr>
        <p:spPr>
          <a:xfrm>
            <a:off x="720000" y="3742737"/>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p:txBody>
      </p:sp>
      <p:sp>
        <p:nvSpPr>
          <p:cNvPr id="1109" name="Google Shape;1109;p52"/>
          <p:cNvSpPr txBox="1"/>
          <p:nvPr/>
        </p:nvSpPr>
        <p:spPr>
          <a:xfrm>
            <a:off x="720000" y="3378192"/>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Development</a:t>
            </a:r>
            <a:endParaRPr sz="2000" b="1">
              <a:solidFill>
                <a:schemeClr val="dk1"/>
              </a:solidFill>
              <a:latin typeface="Arbutus Slab"/>
              <a:ea typeface="Arbutus Slab"/>
              <a:cs typeface="Arbutus Slab"/>
              <a:sym typeface="Arbutus Slab"/>
            </a:endParaRPr>
          </a:p>
        </p:txBody>
      </p:sp>
      <p:sp>
        <p:nvSpPr>
          <p:cNvPr id="1110" name="Google Shape;1110;p52"/>
          <p:cNvSpPr txBox="1"/>
          <p:nvPr/>
        </p:nvSpPr>
        <p:spPr>
          <a:xfrm>
            <a:off x="3402600" y="3742737"/>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Saturn is composed of hydrogen and helium</a:t>
            </a:r>
            <a:endParaRPr>
              <a:solidFill>
                <a:schemeClr val="dk1"/>
              </a:solidFill>
              <a:latin typeface="Lato"/>
              <a:ea typeface="Lato"/>
              <a:cs typeface="Lato"/>
              <a:sym typeface="Lato"/>
            </a:endParaRPr>
          </a:p>
        </p:txBody>
      </p:sp>
      <p:sp>
        <p:nvSpPr>
          <p:cNvPr id="1111" name="Google Shape;1111;p52"/>
          <p:cNvSpPr txBox="1"/>
          <p:nvPr/>
        </p:nvSpPr>
        <p:spPr>
          <a:xfrm>
            <a:off x="3402600" y="3378192"/>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Surprise</a:t>
            </a:r>
            <a:endParaRPr sz="2000" b="1">
              <a:solidFill>
                <a:schemeClr val="dk1"/>
              </a:solidFill>
              <a:latin typeface="Arbutus Slab"/>
              <a:ea typeface="Arbutus Slab"/>
              <a:cs typeface="Arbutus Slab"/>
              <a:sym typeface="Arbutus Slab"/>
            </a:endParaRPr>
          </a:p>
        </p:txBody>
      </p:sp>
      <p:sp>
        <p:nvSpPr>
          <p:cNvPr id="1112" name="Google Shape;1112;p52"/>
          <p:cNvSpPr txBox="1"/>
          <p:nvPr/>
        </p:nvSpPr>
        <p:spPr>
          <a:xfrm>
            <a:off x="6085200" y="3742737"/>
            <a:ext cx="2338800" cy="657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p:txBody>
      </p:sp>
      <p:sp>
        <p:nvSpPr>
          <p:cNvPr id="1113" name="Google Shape;1113;p52"/>
          <p:cNvSpPr txBox="1"/>
          <p:nvPr/>
        </p:nvSpPr>
        <p:spPr>
          <a:xfrm>
            <a:off x="6085200" y="3378192"/>
            <a:ext cx="2338800" cy="474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Impact</a:t>
            </a:r>
            <a:endParaRPr sz="2000" b="1">
              <a:solidFill>
                <a:schemeClr val="dk1"/>
              </a:solidFill>
              <a:latin typeface="Arbutus Slab"/>
              <a:ea typeface="Arbutus Slab"/>
              <a:cs typeface="Arbutus Slab"/>
              <a:sym typeface="Arbutus Slab"/>
            </a:endParaRPr>
          </a:p>
        </p:txBody>
      </p:sp>
      <p:cxnSp>
        <p:nvCxnSpPr>
          <p:cNvPr id="1114" name="Google Shape;1114;p52"/>
          <p:cNvCxnSpPr>
            <a:stCxn id="1103" idx="3"/>
            <a:endCxn id="1105" idx="1"/>
          </p:cNvCxnSpPr>
          <p:nvPr/>
        </p:nvCxnSpPr>
        <p:spPr>
          <a:xfrm>
            <a:off x="3058800" y="1631949"/>
            <a:ext cx="343800" cy="600"/>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1115" name="Google Shape;1115;p52"/>
          <p:cNvCxnSpPr>
            <a:stCxn id="1105" idx="3"/>
            <a:endCxn id="1107" idx="1"/>
          </p:cNvCxnSpPr>
          <p:nvPr/>
        </p:nvCxnSpPr>
        <p:spPr>
          <a:xfrm>
            <a:off x="5741400" y="1631949"/>
            <a:ext cx="343800" cy="600"/>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1116" name="Google Shape;1116;p52"/>
          <p:cNvCxnSpPr>
            <a:stCxn id="1106" idx="2"/>
            <a:endCxn id="1109" idx="0"/>
          </p:cNvCxnSpPr>
          <p:nvPr/>
        </p:nvCxnSpPr>
        <p:spPr>
          <a:xfrm rot="5400000">
            <a:off x="4091400" y="215108"/>
            <a:ext cx="961200" cy="5365200"/>
          </a:xfrm>
          <a:prstGeom prst="bentConnector3">
            <a:avLst>
              <a:gd name="adj1" fmla="val 49994"/>
            </a:avLst>
          </a:prstGeom>
          <a:noFill/>
          <a:ln w="19050" cap="flat" cmpd="sng">
            <a:solidFill>
              <a:schemeClr val="dk1"/>
            </a:solidFill>
            <a:prstDash val="solid"/>
            <a:round/>
            <a:headEnd type="none" w="med" len="med"/>
            <a:tailEnd type="triangle" w="med" len="med"/>
          </a:ln>
        </p:spPr>
      </p:cxnSp>
      <p:cxnSp>
        <p:nvCxnSpPr>
          <p:cNvPr id="1117" name="Google Shape;1117;p52"/>
          <p:cNvCxnSpPr>
            <a:stCxn id="1109" idx="3"/>
            <a:endCxn id="1111" idx="1"/>
          </p:cNvCxnSpPr>
          <p:nvPr/>
        </p:nvCxnSpPr>
        <p:spPr>
          <a:xfrm>
            <a:off x="3058800" y="3615492"/>
            <a:ext cx="343800" cy="600"/>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1118" name="Google Shape;1118;p52"/>
          <p:cNvCxnSpPr>
            <a:stCxn id="1111" idx="3"/>
            <a:endCxn id="1113" idx="1"/>
          </p:cNvCxnSpPr>
          <p:nvPr/>
        </p:nvCxnSpPr>
        <p:spPr>
          <a:xfrm>
            <a:off x="5741400" y="3615492"/>
            <a:ext cx="343800" cy="600"/>
          </a:xfrm>
          <a:prstGeom prst="bentConnector3">
            <a:avLst>
              <a:gd name="adj1" fmla="val 50000"/>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Classification</a:t>
            </a:r>
            <a:endParaRPr/>
          </a:p>
        </p:txBody>
      </p:sp>
      <p:graphicFrame>
        <p:nvGraphicFramePr>
          <p:cNvPr id="1124" name="Google Shape;1124;p53"/>
          <p:cNvGraphicFramePr/>
          <p:nvPr/>
        </p:nvGraphicFramePr>
        <p:xfrm>
          <a:off x="720000" y="1260000"/>
          <a:ext cx="3000000" cy="3000000"/>
        </p:xfrm>
        <a:graphic>
          <a:graphicData uri="http://schemas.openxmlformats.org/drawingml/2006/table">
            <a:tbl>
              <a:tblPr>
                <a:noFill/>
                <a:tableStyleId>{DE6DD2FE-ABD0-444F-911C-5E3F3B0691EE}</a:tableStyleId>
              </a:tblPr>
              <a:tblGrid>
                <a:gridCol w="1926000">
                  <a:extLst>
                    <a:ext uri="{9D8B030D-6E8A-4147-A177-3AD203B41FA5}">
                      <a16:colId xmlns:a16="http://schemas.microsoft.com/office/drawing/2014/main" val="20000"/>
                    </a:ext>
                  </a:extLst>
                </a:gridCol>
                <a:gridCol w="1926000">
                  <a:extLst>
                    <a:ext uri="{9D8B030D-6E8A-4147-A177-3AD203B41FA5}">
                      <a16:colId xmlns:a16="http://schemas.microsoft.com/office/drawing/2014/main" val="20001"/>
                    </a:ext>
                  </a:extLst>
                </a:gridCol>
                <a:gridCol w="1926000">
                  <a:extLst>
                    <a:ext uri="{9D8B030D-6E8A-4147-A177-3AD203B41FA5}">
                      <a16:colId xmlns:a16="http://schemas.microsoft.com/office/drawing/2014/main" val="20002"/>
                    </a:ext>
                  </a:extLst>
                </a:gridCol>
                <a:gridCol w="1926000">
                  <a:extLst>
                    <a:ext uri="{9D8B030D-6E8A-4147-A177-3AD203B41FA5}">
                      <a16:colId xmlns:a16="http://schemas.microsoft.com/office/drawing/2014/main" val="20003"/>
                    </a:ext>
                  </a:extLst>
                </a:gridCol>
              </a:tblGrid>
              <a:tr h="861875">
                <a:tc>
                  <a:txBody>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Surprise</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Character</a:t>
                      </a:r>
                      <a:endParaRPr sz="2000" b="1">
                        <a:solidFill>
                          <a:schemeClr val="dk1"/>
                        </a:solidFill>
                        <a:latin typeface="Arbutus Slab"/>
                        <a:ea typeface="Arbutus Slab"/>
                        <a:cs typeface="Arbutus Slab"/>
                        <a:sym typeface="Arbutus Slab"/>
                      </a:endParaRPr>
                    </a:p>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driven</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Event driven</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Theme-based</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146900">
                <a:tc>
                  <a:txBody>
                    <a:bodyPr/>
                    <a:lstStyle/>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Small</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Red</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Cold </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Rocky</a:t>
                      </a:r>
                      <a:endParaRPr>
                        <a:solidFill>
                          <a:schemeClr val="dk1"/>
                        </a:solidFill>
                        <a:latin typeface="Lato"/>
                        <a:ea typeface="Lato"/>
                        <a:cs typeface="Lato"/>
                        <a:sym typeface="Lato"/>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Small</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Hot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Dry</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Volcanic</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Small</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Hot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Rocky</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Cratered</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Large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Cold</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Gassy</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Striped</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1141225">
                <a:tc>
                  <a:txBody>
                    <a:bodyPr/>
                    <a:lstStyle/>
                    <a:p>
                      <a:pPr marL="230399" lvl="0" indent="0" algn="l" rtl="0">
                        <a:lnSpc>
                          <a:spcPct val="115000"/>
                        </a:lnSpc>
                        <a:spcBef>
                          <a:spcPts val="0"/>
                        </a:spcBef>
                        <a:spcAft>
                          <a:spcPts val="0"/>
                        </a:spcAft>
                        <a:buNone/>
                      </a:pPr>
                      <a:r>
                        <a:rPr lang="en">
                          <a:solidFill>
                            <a:schemeClr val="dk1"/>
                          </a:solidFill>
                          <a:latin typeface="Lato"/>
                          <a:ea typeface="Lato"/>
                          <a:cs typeface="Lato"/>
                          <a:sym typeface="Lato"/>
                        </a:rPr>
                        <a:t>Mars is actually a very cold place</a:t>
                      </a:r>
                      <a:endParaRPr>
                        <a:solidFill>
                          <a:schemeClr val="dk1"/>
                        </a:solidFill>
                        <a:latin typeface="Lato"/>
                        <a:ea typeface="Lato"/>
                        <a:cs typeface="Lato"/>
                        <a:sym typeface="Lato"/>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230399" lvl="0" indent="0" algn="l" rtl="0">
                        <a:lnSpc>
                          <a:spcPct val="115000"/>
                        </a:lnSpc>
                        <a:spcBef>
                          <a:spcPts val="0"/>
                        </a:spcBef>
                        <a:spcAft>
                          <a:spcPts val="0"/>
                        </a:spcAft>
                        <a:buNone/>
                      </a:pPr>
                      <a:r>
                        <a:rPr lang="en">
                          <a:solidFill>
                            <a:schemeClr val="dk1"/>
                          </a:solidFill>
                          <a:latin typeface="Lato"/>
                          <a:ea typeface="Lato"/>
                          <a:cs typeface="Lato"/>
                          <a:sym typeface="Lato"/>
                        </a:rPr>
                        <a:t>Venus has high temperatures</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230399" lvl="0" indent="0" algn="l" rtl="0">
                        <a:lnSpc>
                          <a:spcPct val="115000"/>
                        </a:lnSpc>
                        <a:spcBef>
                          <a:spcPts val="0"/>
                        </a:spcBef>
                        <a:spcAft>
                          <a:spcPts val="0"/>
                        </a:spcAft>
                        <a:buNone/>
                      </a:pPr>
                      <a:r>
                        <a:rPr lang="en">
                          <a:solidFill>
                            <a:schemeClr val="dk1"/>
                          </a:solidFill>
                          <a:latin typeface="Lato"/>
                          <a:ea typeface="Lato"/>
                          <a:cs typeface="Lato"/>
                          <a:sym typeface="Lato"/>
                        </a:rPr>
                        <a:t>Mercury is the smallest planet</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230399" lvl="0" indent="0" algn="l" rtl="0">
                        <a:lnSpc>
                          <a:spcPct val="115000"/>
                        </a:lnSpc>
                        <a:spcBef>
                          <a:spcPts val="0"/>
                        </a:spcBef>
                        <a:spcAft>
                          <a:spcPts val="0"/>
                        </a:spcAft>
                        <a:buNone/>
                      </a:pPr>
                      <a:r>
                        <a:rPr lang="en">
                          <a:solidFill>
                            <a:schemeClr val="dk1"/>
                          </a:solidFill>
                          <a:latin typeface="Lato"/>
                          <a:ea typeface="Lato"/>
                          <a:cs typeface="Lato"/>
                          <a:sym typeface="Lato"/>
                        </a:rPr>
                        <a:t>Jupiter is the biggest planet</a:t>
                      </a:r>
                      <a:endParaRPr>
                        <a:solidFill>
                          <a:schemeClr val="dk1"/>
                        </a:solidFill>
                        <a:latin typeface="Lato"/>
                        <a:ea typeface="Lato"/>
                        <a:cs typeface="Lato"/>
                        <a:sym typeface="Lato"/>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Cause and effect </a:t>
            </a:r>
            <a:endParaRPr/>
          </a:p>
        </p:txBody>
      </p:sp>
      <p:graphicFrame>
        <p:nvGraphicFramePr>
          <p:cNvPr id="1130" name="Google Shape;1130;p54"/>
          <p:cNvGraphicFramePr/>
          <p:nvPr/>
        </p:nvGraphicFramePr>
        <p:xfrm>
          <a:off x="713200" y="1617225"/>
          <a:ext cx="3000000" cy="3000000"/>
        </p:xfrm>
        <a:graphic>
          <a:graphicData uri="http://schemas.openxmlformats.org/drawingml/2006/table">
            <a:tbl>
              <a:tblPr>
                <a:noFill/>
                <a:tableStyleId>{DE6DD2FE-ABD0-444F-911C-5E3F3B0691EE}</a:tableStyleId>
              </a:tblPr>
              <a:tblGrid>
                <a:gridCol w="1929400">
                  <a:extLst>
                    <a:ext uri="{9D8B030D-6E8A-4147-A177-3AD203B41FA5}">
                      <a16:colId xmlns:a16="http://schemas.microsoft.com/office/drawing/2014/main" val="20000"/>
                    </a:ext>
                  </a:extLst>
                </a:gridCol>
                <a:gridCol w="1929400">
                  <a:extLst>
                    <a:ext uri="{9D8B030D-6E8A-4147-A177-3AD203B41FA5}">
                      <a16:colId xmlns:a16="http://schemas.microsoft.com/office/drawing/2014/main" val="20001"/>
                    </a:ext>
                  </a:extLst>
                </a:gridCol>
                <a:gridCol w="1929400">
                  <a:extLst>
                    <a:ext uri="{9D8B030D-6E8A-4147-A177-3AD203B41FA5}">
                      <a16:colId xmlns:a16="http://schemas.microsoft.com/office/drawing/2014/main" val="20002"/>
                    </a:ext>
                  </a:extLst>
                </a:gridCol>
                <a:gridCol w="1929400">
                  <a:extLst>
                    <a:ext uri="{9D8B030D-6E8A-4147-A177-3AD203B41FA5}">
                      <a16:colId xmlns:a16="http://schemas.microsoft.com/office/drawing/2014/main" val="20003"/>
                    </a:ext>
                  </a:extLst>
                </a:gridCol>
              </a:tblGrid>
              <a:tr h="699700">
                <a:tc rowSpan="2">
                  <a:txBody>
                    <a:bodyPr/>
                    <a:lstStyle/>
                    <a:p>
                      <a:pPr marL="0" lvl="0" indent="0" algn="l" rtl="0">
                        <a:spcBef>
                          <a:spcPts val="0"/>
                        </a:spcBef>
                        <a:spcAft>
                          <a:spcPts val="0"/>
                        </a:spcAft>
                        <a:buNone/>
                      </a:pPr>
                      <a:r>
                        <a:rPr lang="en" sz="2000" b="1">
                          <a:solidFill>
                            <a:schemeClr val="dk1"/>
                          </a:solidFill>
                          <a:latin typeface="Arbutus Slab"/>
                          <a:ea typeface="Arbutus Slab"/>
                          <a:cs typeface="Arbutus Slab"/>
                          <a:sym typeface="Arbutus Slab"/>
                        </a:rPr>
                        <a:t>Problem</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Lack of preparation</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Predictability</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Complexity</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699700">
                <a:tc vMerge="1">
                  <a:txBody>
                    <a:bodyPr/>
                    <a:lstStyle/>
                    <a:p>
                      <a:endParaRPr lang="en-US"/>
                    </a:p>
                  </a:txBody>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Mars is actually a very cold place</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Saturn is a gas giant and has several rings</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699700">
                <a:tc rowSpan="2">
                  <a:txBody>
                    <a:bodyPr/>
                    <a:lstStyle/>
                    <a:p>
                      <a:pPr marL="0" lvl="0" indent="0" algn="l" rtl="0">
                        <a:spcBef>
                          <a:spcPts val="0"/>
                        </a:spcBef>
                        <a:spcAft>
                          <a:spcPts val="0"/>
                        </a:spcAft>
                        <a:buNone/>
                      </a:pPr>
                      <a:r>
                        <a:rPr lang="en" sz="2000" b="1">
                          <a:solidFill>
                            <a:schemeClr val="dk1"/>
                          </a:solidFill>
                          <a:latin typeface="Arbutus Slab"/>
                          <a:ea typeface="Arbutus Slab"/>
                          <a:cs typeface="Arbutus Slab"/>
                          <a:sym typeface="Arbutus Slab"/>
                        </a:rPr>
                        <a:t>Solution</a:t>
                      </a:r>
                      <a:endParaRPr sz="20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Planification</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False clues</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800" b="1">
                          <a:solidFill>
                            <a:schemeClr val="dk1"/>
                          </a:solidFill>
                          <a:latin typeface="Arbutus Slab"/>
                          <a:ea typeface="Arbutus Slab"/>
                          <a:cs typeface="Arbutus Slab"/>
                          <a:sym typeface="Arbutus Slab"/>
                        </a:rPr>
                        <a:t>Simplify</a:t>
                      </a:r>
                      <a:endParaRPr sz="1800" b="1">
                        <a:solidFill>
                          <a:schemeClr val="dk1"/>
                        </a:solidFill>
                        <a:latin typeface="Arbutus Slab"/>
                        <a:ea typeface="Arbutus Slab"/>
                        <a:cs typeface="Arbutus Slab"/>
                        <a:sym typeface="Arbutus Slab"/>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699700">
                <a:tc vMerge="1">
                  <a:txBody>
                    <a:bodyPr/>
                    <a:lstStyle/>
                    <a:p>
                      <a:endParaRPr lang="en-US"/>
                    </a:p>
                  </a:txBody>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Neptune is very farthest planet</a:t>
                      </a:r>
                      <a:endParaRPr>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Question and answer</a:t>
            </a:r>
            <a:endParaRPr/>
          </a:p>
        </p:txBody>
      </p:sp>
      <p:sp>
        <p:nvSpPr>
          <p:cNvPr id="1136" name="Google Shape;1136;p55"/>
          <p:cNvSpPr txBox="1">
            <a:spLocks noGrp="1"/>
          </p:cNvSpPr>
          <p:nvPr>
            <p:ph type="subTitle" idx="1"/>
          </p:nvPr>
        </p:nvSpPr>
        <p:spPr>
          <a:xfrm>
            <a:off x="1330331" y="1881600"/>
            <a:ext cx="52491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are some key elements to consider when crafting a compelling plot twist?</a:t>
            </a:r>
            <a:endParaRPr/>
          </a:p>
        </p:txBody>
      </p:sp>
      <p:sp>
        <p:nvSpPr>
          <p:cNvPr id="1137" name="Google Shape;1137;p55"/>
          <p:cNvSpPr txBox="1">
            <a:spLocks noGrp="1"/>
          </p:cNvSpPr>
          <p:nvPr>
            <p:ph type="subTitle" idx="2"/>
          </p:nvPr>
        </p:nvSpPr>
        <p:spPr>
          <a:xfrm>
            <a:off x="2564568" y="3283375"/>
            <a:ext cx="5249100" cy="1102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Essential elements for a successful plot twist include foreshadowing, suspense, well-developed characters, believable motivations, and a fresh perspective that challenges the reader's assumptions for a lasting impact</a:t>
            </a:r>
            <a:endParaRPr/>
          </a:p>
        </p:txBody>
      </p:sp>
      <p:sp>
        <p:nvSpPr>
          <p:cNvPr id="1138" name="Google Shape;1138;p55"/>
          <p:cNvSpPr txBox="1">
            <a:spLocks noGrp="1"/>
          </p:cNvSpPr>
          <p:nvPr>
            <p:ph type="subTitle" idx="3"/>
          </p:nvPr>
        </p:nvSpPr>
        <p:spPr>
          <a:xfrm>
            <a:off x="1330331" y="1508700"/>
            <a:ext cx="5249100" cy="36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Question</a:t>
            </a:r>
            <a:endParaRPr/>
          </a:p>
        </p:txBody>
      </p:sp>
      <p:sp>
        <p:nvSpPr>
          <p:cNvPr id="1139" name="Google Shape;1139;p55"/>
          <p:cNvSpPr txBox="1">
            <a:spLocks noGrp="1"/>
          </p:cNvSpPr>
          <p:nvPr>
            <p:ph type="subTitle" idx="4"/>
          </p:nvPr>
        </p:nvSpPr>
        <p:spPr>
          <a:xfrm>
            <a:off x="2564569" y="2946500"/>
            <a:ext cx="5249100" cy="369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Answer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56"/>
          <p:cNvSpPr/>
          <p:nvPr/>
        </p:nvSpPr>
        <p:spPr>
          <a:xfrm rot="-1592287" flipH="1">
            <a:off x="5653359" y="3606281"/>
            <a:ext cx="1465303" cy="1430843"/>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a:t>
            </a:r>
            <a:endParaRPr/>
          </a:p>
        </p:txBody>
      </p:sp>
      <p:cxnSp>
        <p:nvCxnSpPr>
          <p:cNvPr id="1146" name="Google Shape;1146;p56"/>
          <p:cNvCxnSpPr/>
          <p:nvPr/>
        </p:nvCxnSpPr>
        <p:spPr>
          <a:xfrm>
            <a:off x="713725" y="1270675"/>
            <a:ext cx="0" cy="3336300"/>
          </a:xfrm>
          <a:prstGeom prst="straightConnector1">
            <a:avLst/>
          </a:prstGeom>
          <a:noFill/>
          <a:ln w="19050" cap="flat" cmpd="sng">
            <a:solidFill>
              <a:srgbClr val="434343"/>
            </a:solidFill>
            <a:prstDash val="solid"/>
            <a:round/>
            <a:headEnd type="none" w="med" len="med"/>
            <a:tailEnd type="none" w="med" len="med"/>
          </a:ln>
        </p:spPr>
      </p:cxnSp>
      <p:sp>
        <p:nvSpPr>
          <p:cNvPr id="1147" name="Google Shape;1147;p56"/>
          <p:cNvSpPr txBox="1"/>
          <p:nvPr/>
        </p:nvSpPr>
        <p:spPr>
          <a:xfrm>
            <a:off x="1296750" y="1163600"/>
            <a:ext cx="3692700" cy="66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Lato"/>
                <a:ea typeface="Lato"/>
                <a:cs typeface="Lato"/>
                <a:sym typeface="Lato"/>
              </a:rPr>
              <a:t>Mercury is the closest planet to the Sun and the smallest one in the Solar System</a:t>
            </a:r>
            <a:endParaRPr>
              <a:solidFill>
                <a:schemeClr val="dk1"/>
              </a:solidFill>
              <a:latin typeface="Lato"/>
              <a:ea typeface="Lato"/>
              <a:cs typeface="Lato"/>
              <a:sym typeface="Lato"/>
            </a:endParaRPr>
          </a:p>
        </p:txBody>
      </p:sp>
      <p:sp>
        <p:nvSpPr>
          <p:cNvPr id="1148" name="Google Shape;1148;p56"/>
          <p:cNvSpPr txBox="1"/>
          <p:nvPr/>
        </p:nvSpPr>
        <p:spPr>
          <a:xfrm>
            <a:off x="1296750" y="3048167"/>
            <a:ext cx="3692700" cy="66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Lato"/>
                <a:ea typeface="Lato"/>
                <a:cs typeface="Lato"/>
                <a:sym typeface="Lato"/>
              </a:rPr>
              <a:t>Earth is the third planet from the Sun and the only one that harbors life in the Solar System</a:t>
            </a:r>
            <a:endParaRPr>
              <a:solidFill>
                <a:schemeClr val="dk1"/>
              </a:solidFill>
              <a:latin typeface="Lato"/>
              <a:ea typeface="Lato"/>
              <a:cs typeface="Lato"/>
              <a:sym typeface="Lato"/>
            </a:endParaRPr>
          </a:p>
        </p:txBody>
      </p:sp>
      <p:sp>
        <p:nvSpPr>
          <p:cNvPr id="1149" name="Google Shape;1149;p56"/>
          <p:cNvSpPr txBox="1"/>
          <p:nvPr/>
        </p:nvSpPr>
        <p:spPr>
          <a:xfrm>
            <a:off x="1296787" y="2105883"/>
            <a:ext cx="3692700" cy="66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Lato"/>
                <a:ea typeface="Lato"/>
                <a:cs typeface="Lato"/>
                <a:sym typeface="Lato"/>
              </a:rPr>
              <a:t>Venus has a beautiful name and is the second planet from the Sun. It’s terribly hot</a:t>
            </a:r>
            <a:endParaRPr>
              <a:solidFill>
                <a:schemeClr val="dk1"/>
              </a:solidFill>
              <a:latin typeface="Lato"/>
              <a:ea typeface="Lato"/>
              <a:cs typeface="Lato"/>
              <a:sym typeface="Lato"/>
            </a:endParaRPr>
          </a:p>
        </p:txBody>
      </p:sp>
      <p:sp>
        <p:nvSpPr>
          <p:cNvPr id="1150" name="Google Shape;1150;p56"/>
          <p:cNvSpPr txBox="1"/>
          <p:nvPr/>
        </p:nvSpPr>
        <p:spPr>
          <a:xfrm>
            <a:off x="1296787" y="3990450"/>
            <a:ext cx="3692700" cy="66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Lato"/>
                <a:ea typeface="Lato"/>
                <a:cs typeface="Lato"/>
                <a:sym typeface="Lato"/>
              </a:rPr>
              <a:t>Despite being red, Mars is actually a cold place. It’s full of iron oxide dust</a:t>
            </a:r>
            <a:endParaRPr>
              <a:solidFill>
                <a:schemeClr val="dk1"/>
              </a:solidFill>
              <a:latin typeface="Lato"/>
              <a:ea typeface="Lato"/>
              <a:cs typeface="Lato"/>
              <a:sym typeface="Lato"/>
            </a:endParaRPr>
          </a:p>
        </p:txBody>
      </p:sp>
      <p:cxnSp>
        <p:nvCxnSpPr>
          <p:cNvPr id="1151" name="Google Shape;1151;p56"/>
          <p:cNvCxnSpPr>
            <a:stCxn id="1147" idx="1"/>
          </p:cNvCxnSpPr>
          <p:nvPr/>
        </p:nvCxnSpPr>
        <p:spPr>
          <a:xfrm rot="10800000">
            <a:off x="721350" y="1494800"/>
            <a:ext cx="575400" cy="0"/>
          </a:xfrm>
          <a:prstGeom prst="straightConnector1">
            <a:avLst/>
          </a:prstGeom>
          <a:noFill/>
          <a:ln w="19050" cap="flat" cmpd="sng">
            <a:solidFill>
              <a:schemeClr val="dk1"/>
            </a:solidFill>
            <a:prstDash val="solid"/>
            <a:round/>
            <a:headEnd type="none" w="med" len="med"/>
            <a:tailEnd type="none" w="med" len="med"/>
          </a:ln>
        </p:spPr>
      </p:cxnSp>
      <p:cxnSp>
        <p:nvCxnSpPr>
          <p:cNvPr id="1152" name="Google Shape;1152;p56"/>
          <p:cNvCxnSpPr>
            <a:stCxn id="1149" idx="1"/>
          </p:cNvCxnSpPr>
          <p:nvPr/>
        </p:nvCxnSpPr>
        <p:spPr>
          <a:xfrm rot="10800000">
            <a:off x="721387" y="2437083"/>
            <a:ext cx="575400" cy="0"/>
          </a:xfrm>
          <a:prstGeom prst="straightConnector1">
            <a:avLst/>
          </a:prstGeom>
          <a:noFill/>
          <a:ln w="19050" cap="flat" cmpd="sng">
            <a:solidFill>
              <a:schemeClr val="dk1"/>
            </a:solidFill>
            <a:prstDash val="solid"/>
            <a:round/>
            <a:headEnd type="none" w="med" len="med"/>
            <a:tailEnd type="none" w="med" len="med"/>
          </a:ln>
        </p:spPr>
      </p:cxnSp>
      <p:cxnSp>
        <p:nvCxnSpPr>
          <p:cNvPr id="1153" name="Google Shape;1153;p56"/>
          <p:cNvCxnSpPr>
            <a:stCxn id="1148" idx="1"/>
          </p:cNvCxnSpPr>
          <p:nvPr/>
        </p:nvCxnSpPr>
        <p:spPr>
          <a:xfrm rot="10800000">
            <a:off x="721350" y="3379367"/>
            <a:ext cx="575400" cy="0"/>
          </a:xfrm>
          <a:prstGeom prst="straightConnector1">
            <a:avLst/>
          </a:prstGeom>
          <a:noFill/>
          <a:ln w="19050" cap="flat" cmpd="sng">
            <a:solidFill>
              <a:schemeClr val="dk1"/>
            </a:solidFill>
            <a:prstDash val="solid"/>
            <a:round/>
            <a:headEnd type="none" w="med" len="med"/>
            <a:tailEnd type="none" w="med" len="med"/>
          </a:ln>
        </p:spPr>
      </p:cxnSp>
      <p:cxnSp>
        <p:nvCxnSpPr>
          <p:cNvPr id="1154" name="Google Shape;1154;p56"/>
          <p:cNvCxnSpPr>
            <a:stCxn id="1150" idx="1"/>
          </p:cNvCxnSpPr>
          <p:nvPr/>
        </p:nvCxnSpPr>
        <p:spPr>
          <a:xfrm rot="10800000">
            <a:off x="721387" y="4321650"/>
            <a:ext cx="575400" cy="0"/>
          </a:xfrm>
          <a:prstGeom prst="straightConnector1">
            <a:avLst/>
          </a:prstGeom>
          <a:noFill/>
          <a:ln w="19050" cap="flat" cmpd="sng">
            <a:solidFill>
              <a:schemeClr val="dk1"/>
            </a:solidFill>
            <a:prstDash val="solid"/>
            <a:round/>
            <a:headEnd type="none" w="med" len="med"/>
            <a:tailEnd type="none" w="med" len="med"/>
          </a:ln>
        </p:spPr>
      </p:cxnSp>
      <p:sp>
        <p:nvSpPr>
          <p:cNvPr id="1155" name="Google Shape;1155;p56"/>
          <p:cNvSpPr/>
          <p:nvPr/>
        </p:nvSpPr>
        <p:spPr>
          <a:xfrm rot="7715533" flipH="1">
            <a:off x="6400419" y="1099656"/>
            <a:ext cx="3416006" cy="3336421"/>
          </a:xfrm>
          <a:custGeom>
            <a:avLst/>
            <a:gdLst/>
            <a:ahLst/>
            <a:cxnLst/>
            <a:rect l="l" t="t" r="r" b="b"/>
            <a:pathLst>
              <a:path w="154044" h="121641" extrusionOk="0">
                <a:moveTo>
                  <a:pt x="81165" y="0"/>
                </a:moveTo>
                <a:cubicBezTo>
                  <a:pt x="70834" y="0"/>
                  <a:pt x="61526" y="3240"/>
                  <a:pt x="53272" y="7337"/>
                </a:cubicBezTo>
                <a:cubicBezTo>
                  <a:pt x="35025" y="16377"/>
                  <a:pt x="32390" y="46532"/>
                  <a:pt x="19781" y="60141"/>
                </a:cubicBezTo>
                <a:cubicBezTo>
                  <a:pt x="7205" y="73785"/>
                  <a:pt x="0" y="92164"/>
                  <a:pt x="19114" y="110444"/>
                </a:cubicBezTo>
                <a:cubicBezTo>
                  <a:pt x="28344" y="119240"/>
                  <a:pt x="36714" y="121641"/>
                  <a:pt x="45151" y="121641"/>
                </a:cubicBezTo>
                <a:cubicBezTo>
                  <a:pt x="54214" y="121641"/>
                  <a:pt x="63354" y="118870"/>
                  <a:pt x="73720" y="118283"/>
                </a:cubicBezTo>
                <a:cubicBezTo>
                  <a:pt x="74924" y="118215"/>
                  <a:pt x="76153" y="118184"/>
                  <a:pt x="77401" y="118184"/>
                </a:cubicBezTo>
                <a:cubicBezTo>
                  <a:pt x="90465" y="118184"/>
                  <a:pt x="105666" y="121598"/>
                  <a:pt x="118328" y="121598"/>
                </a:cubicBezTo>
                <a:cubicBezTo>
                  <a:pt x="124548" y="121598"/>
                  <a:pt x="130156" y="120774"/>
                  <a:pt x="134596" y="118316"/>
                </a:cubicBezTo>
                <a:cubicBezTo>
                  <a:pt x="144603" y="112746"/>
                  <a:pt x="149540" y="103139"/>
                  <a:pt x="150941" y="91897"/>
                </a:cubicBezTo>
                <a:cubicBezTo>
                  <a:pt x="154044" y="66446"/>
                  <a:pt x="138966" y="32588"/>
                  <a:pt x="123288" y="18612"/>
                </a:cubicBezTo>
                <a:cubicBezTo>
                  <a:pt x="107774" y="4780"/>
                  <a:pt x="93714" y="0"/>
                  <a:pt x="81165" y="0"/>
                </a:cubicBezTo>
                <a:close/>
              </a:path>
            </a:pathLst>
          </a:custGeom>
          <a:solidFill>
            <a:srgbClr val="FFDFCA">
              <a:alpha val="7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6" name="Google Shape;1156;p56"/>
          <p:cNvGrpSpPr/>
          <p:nvPr/>
        </p:nvGrpSpPr>
        <p:grpSpPr>
          <a:xfrm rot="2465605">
            <a:off x="6010710" y="2653861"/>
            <a:ext cx="4464051" cy="2499410"/>
            <a:chOff x="2727125" y="453275"/>
            <a:chExt cx="3114500" cy="1743800"/>
          </a:xfrm>
        </p:grpSpPr>
        <p:sp>
          <p:nvSpPr>
            <p:cNvPr id="1157" name="Google Shape;1157;p56"/>
            <p:cNvSpPr/>
            <p:nvPr/>
          </p:nvSpPr>
          <p:spPr>
            <a:xfrm>
              <a:off x="2756300" y="835725"/>
              <a:ext cx="3078050" cy="1354650"/>
            </a:xfrm>
            <a:custGeom>
              <a:avLst/>
              <a:gdLst/>
              <a:ahLst/>
              <a:cxnLst/>
              <a:rect l="l" t="t" r="r" b="b"/>
              <a:pathLst>
                <a:path w="123122" h="54186" extrusionOk="0">
                  <a:moveTo>
                    <a:pt x="31573" y="0"/>
                  </a:moveTo>
                  <a:cubicBezTo>
                    <a:pt x="30168" y="0"/>
                    <a:pt x="28685" y="440"/>
                    <a:pt x="28054" y="814"/>
                  </a:cubicBezTo>
                  <a:cubicBezTo>
                    <a:pt x="27120" y="1314"/>
                    <a:pt x="22850" y="2782"/>
                    <a:pt x="20749" y="3816"/>
                  </a:cubicBezTo>
                  <a:cubicBezTo>
                    <a:pt x="18681" y="4817"/>
                    <a:pt x="8240" y="9020"/>
                    <a:pt x="6172" y="10187"/>
                  </a:cubicBezTo>
                  <a:cubicBezTo>
                    <a:pt x="4437" y="11188"/>
                    <a:pt x="3270" y="12922"/>
                    <a:pt x="3003" y="14890"/>
                  </a:cubicBezTo>
                  <a:cubicBezTo>
                    <a:pt x="2869" y="16191"/>
                    <a:pt x="1" y="26465"/>
                    <a:pt x="501" y="28567"/>
                  </a:cubicBezTo>
                  <a:cubicBezTo>
                    <a:pt x="1035" y="30668"/>
                    <a:pt x="1935" y="37440"/>
                    <a:pt x="2736" y="39241"/>
                  </a:cubicBezTo>
                  <a:cubicBezTo>
                    <a:pt x="3235" y="40434"/>
                    <a:pt x="3804" y="40682"/>
                    <a:pt x="4389" y="40682"/>
                  </a:cubicBezTo>
                  <a:cubicBezTo>
                    <a:pt x="4704" y="40682"/>
                    <a:pt x="5023" y="40610"/>
                    <a:pt x="5338" y="40575"/>
                  </a:cubicBezTo>
                  <a:cubicBezTo>
                    <a:pt x="6239" y="40442"/>
                    <a:pt x="9241" y="38874"/>
                    <a:pt x="9241" y="38874"/>
                  </a:cubicBezTo>
                  <a:cubicBezTo>
                    <a:pt x="9241" y="38874"/>
                    <a:pt x="10442" y="43311"/>
                    <a:pt x="11742" y="45379"/>
                  </a:cubicBezTo>
                  <a:cubicBezTo>
                    <a:pt x="13043" y="47480"/>
                    <a:pt x="14611" y="50983"/>
                    <a:pt x="16179" y="50983"/>
                  </a:cubicBezTo>
                  <a:cubicBezTo>
                    <a:pt x="17747" y="50983"/>
                    <a:pt x="19048" y="49549"/>
                    <a:pt x="19048" y="49549"/>
                  </a:cubicBezTo>
                  <a:cubicBezTo>
                    <a:pt x="19048" y="49549"/>
                    <a:pt x="27254" y="52417"/>
                    <a:pt x="29322" y="52818"/>
                  </a:cubicBezTo>
                  <a:cubicBezTo>
                    <a:pt x="29874" y="52923"/>
                    <a:pt x="30381" y="52973"/>
                    <a:pt x="30836" y="52973"/>
                  </a:cubicBezTo>
                  <a:cubicBezTo>
                    <a:pt x="32113" y="52973"/>
                    <a:pt x="32989" y="52581"/>
                    <a:pt x="33358" y="51917"/>
                  </a:cubicBezTo>
                  <a:cubicBezTo>
                    <a:pt x="33892" y="50983"/>
                    <a:pt x="33224" y="48781"/>
                    <a:pt x="33224" y="48781"/>
                  </a:cubicBezTo>
                  <a:cubicBezTo>
                    <a:pt x="33224" y="48781"/>
                    <a:pt x="39496" y="48781"/>
                    <a:pt x="39229" y="45779"/>
                  </a:cubicBezTo>
                  <a:cubicBezTo>
                    <a:pt x="38962" y="42777"/>
                    <a:pt x="37528" y="41743"/>
                    <a:pt x="36627" y="41343"/>
                  </a:cubicBezTo>
                  <a:cubicBezTo>
                    <a:pt x="35726" y="40942"/>
                    <a:pt x="32991" y="40575"/>
                    <a:pt x="32991" y="40575"/>
                  </a:cubicBezTo>
                  <a:lnTo>
                    <a:pt x="38962" y="40575"/>
                  </a:lnTo>
                  <a:cubicBezTo>
                    <a:pt x="38962" y="40575"/>
                    <a:pt x="44066" y="42110"/>
                    <a:pt x="50303" y="44612"/>
                  </a:cubicBezTo>
                  <a:cubicBezTo>
                    <a:pt x="54647" y="46321"/>
                    <a:pt x="58542" y="47215"/>
                    <a:pt x="62909" y="47215"/>
                  </a:cubicBezTo>
                  <a:cubicBezTo>
                    <a:pt x="64847" y="47215"/>
                    <a:pt x="66879" y="47039"/>
                    <a:pt x="69083" y="46680"/>
                  </a:cubicBezTo>
                  <a:cubicBezTo>
                    <a:pt x="76255" y="45512"/>
                    <a:pt x="77456" y="44478"/>
                    <a:pt x="78757" y="44478"/>
                  </a:cubicBezTo>
                  <a:cubicBezTo>
                    <a:pt x="80025" y="44478"/>
                    <a:pt x="123122" y="54185"/>
                    <a:pt x="123122" y="54185"/>
                  </a:cubicBezTo>
                  <a:lnTo>
                    <a:pt x="91599" y="20361"/>
                  </a:lnTo>
                  <a:cubicBezTo>
                    <a:pt x="91599" y="20361"/>
                    <a:pt x="68049" y="17492"/>
                    <a:pt x="65047" y="16325"/>
                  </a:cubicBezTo>
                  <a:cubicBezTo>
                    <a:pt x="62045" y="15157"/>
                    <a:pt x="34926" y="947"/>
                    <a:pt x="33258" y="280"/>
                  </a:cubicBezTo>
                  <a:cubicBezTo>
                    <a:pt x="32759" y="80"/>
                    <a:pt x="32173" y="0"/>
                    <a:pt x="315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6"/>
            <p:cNvSpPr/>
            <p:nvPr/>
          </p:nvSpPr>
          <p:spPr>
            <a:xfrm>
              <a:off x="2754650" y="831025"/>
              <a:ext cx="3086975" cy="1366050"/>
            </a:xfrm>
            <a:custGeom>
              <a:avLst/>
              <a:gdLst/>
              <a:ahLst/>
              <a:cxnLst/>
              <a:rect l="l" t="t" r="r" b="b"/>
              <a:pathLst>
                <a:path w="123479" h="54642" extrusionOk="0">
                  <a:moveTo>
                    <a:pt x="31579" y="0"/>
                  </a:moveTo>
                  <a:cubicBezTo>
                    <a:pt x="30132" y="0"/>
                    <a:pt x="28634" y="442"/>
                    <a:pt x="27987" y="835"/>
                  </a:cubicBezTo>
                  <a:cubicBezTo>
                    <a:pt x="27586" y="1035"/>
                    <a:pt x="26486" y="1469"/>
                    <a:pt x="25185" y="1969"/>
                  </a:cubicBezTo>
                  <a:cubicBezTo>
                    <a:pt x="23617" y="2569"/>
                    <a:pt x="21849" y="3237"/>
                    <a:pt x="20681" y="3804"/>
                  </a:cubicBezTo>
                  <a:cubicBezTo>
                    <a:pt x="19814" y="4271"/>
                    <a:pt x="17346" y="5305"/>
                    <a:pt x="14744" y="6372"/>
                  </a:cubicBezTo>
                  <a:cubicBezTo>
                    <a:pt x="11241" y="7873"/>
                    <a:pt x="7272" y="9541"/>
                    <a:pt x="6071" y="10208"/>
                  </a:cubicBezTo>
                  <a:cubicBezTo>
                    <a:pt x="4303" y="11242"/>
                    <a:pt x="3136" y="13044"/>
                    <a:pt x="2835" y="15078"/>
                  </a:cubicBezTo>
                  <a:cubicBezTo>
                    <a:pt x="2802" y="15445"/>
                    <a:pt x="2535" y="16613"/>
                    <a:pt x="2168" y="18114"/>
                  </a:cubicBezTo>
                  <a:cubicBezTo>
                    <a:pt x="1301" y="21750"/>
                    <a:pt x="0" y="27321"/>
                    <a:pt x="367" y="28822"/>
                  </a:cubicBezTo>
                  <a:cubicBezTo>
                    <a:pt x="567" y="29589"/>
                    <a:pt x="801" y="31023"/>
                    <a:pt x="1067" y="32524"/>
                  </a:cubicBezTo>
                  <a:cubicBezTo>
                    <a:pt x="1568" y="35260"/>
                    <a:pt x="2102" y="38362"/>
                    <a:pt x="2602" y="39563"/>
                  </a:cubicBezTo>
                  <a:cubicBezTo>
                    <a:pt x="3156" y="40839"/>
                    <a:pt x="3797" y="41107"/>
                    <a:pt x="4424" y="41107"/>
                  </a:cubicBezTo>
                  <a:cubicBezTo>
                    <a:pt x="4666" y="41107"/>
                    <a:pt x="4905" y="41067"/>
                    <a:pt x="5137" y="41030"/>
                  </a:cubicBezTo>
                  <a:lnTo>
                    <a:pt x="5437" y="40964"/>
                  </a:lnTo>
                  <a:cubicBezTo>
                    <a:pt x="6238" y="40864"/>
                    <a:pt x="8439" y="39763"/>
                    <a:pt x="9173" y="39362"/>
                  </a:cubicBezTo>
                  <a:cubicBezTo>
                    <a:pt x="9440" y="40363"/>
                    <a:pt x="10474" y="43866"/>
                    <a:pt x="11608" y="45700"/>
                  </a:cubicBezTo>
                  <a:cubicBezTo>
                    <a:pt x="11875" y="46167"/>
                    <a:pt x="12175" y="46668"/>
                    <a:pt x="12476" y="47201"/>
                  </a:cubicBezTo>
                  <a:cubicBezTo>
                    <a:pt x="13676" y="49270"/>
                    <a:pt x="14811" y="51404"/>
                    <a:pt x="16212" y="51404"/>
                  </a:cubicBezTo>
                  <a:cubicBezTo>
                    <a:pt x="17613" y="51404"/>
                    <a:pt x="18813" y="50337"/>
                    <a:pt x="19147" y="50003"/>
                  </a:cubicBezTo>
                  <a:cubicBezTo>
                    <a:pt x="20214" y="50370"/>
                    <a:pt x="27386" y="52872"/>
                    <a:pt x="29354" y="53239"/>
                  </a:cubicBezTo>
                  <a:cubicBezTo>
                    <a:pt x="29909" y="53345"/>
                    <a:pt x="30426" y="53397"/>
                    <a:pt x="30898" y="53397"/>
                  </a:cubicBezTo>
                  <a:cubicBezTo>
                    <a:pt x="32214" y="53397"/>
                    <a:pt x="33173" y="52991"/>
                    <a:pt x="33591" y="52205"/>
                  </a:cubicBezTo>
                  <a:cubicBezTo>
                    <a:pt x="34058" y="51438"/>
                    <a:pt x="33724" y="49803"/>
                    <a:pt x="33557" y="49203"/>
                  </a:cubicBezTo>
                  <a:cubicBezTo>
                    <a:pt x="34525" y="49170"/>
                    <a:pt x="37660" y="48936"/>
                    <a:pt x="38961" y="47568"/>
                  </a:cubicBezTo>
                  <a:cubicBezTo>
                    <a:pt x="39361" y="47135"/>
                    <a:pt x="39562" y="46534"/>
                    <a:pt x="39495" y="45967"/>
                  </a:cubicBezTo>
                  <a:cubicBezTo>
                    <a:pt x="39261" y="43032"/>
                    <a:pt x="37860" y="41864"/>
                    <a:pt x="36760" y="41364"/>
                  </a:cubicBezTo>
                  <a:cubicBezTo>
                    <a:pt x="36326" y="41197"/>
                    <a:pt x="35859" y="41097"/>
                    <a:pt x="35425" y="40997"/>
                  </a:cubicBezTo>
                  <a:lnTo>
                    <a:pt x="38995" y="40997"/>
                  </a:lnTo>
                  <a:cubicBezTo>
                    <a:pt x="39428" y="41130"/>
                    <a:pt x="44365" y="42665"/>
                    <a:pt x="50303" y="45033"/>
                  </a:cubicBezTo>
                  <a:cubicBezTo>
                    <a:pt x="54797" y="46790"/>
                    <a:pt x="58777" y="47642"/>
                    <a:pt x="63031" y="47642"/>
                  </a:cubicBezTo>
                  <a:cubicBezTo>
                    <a:pt x="64997" y="47642"/>
                    <a:pt x="67022" y="47460"/>
                    <a:pt x="69183" y="47101"/>
                  </a:cubicBezTo>
                  <a:cubicBezTo>
                    <a:pt x="71851" y="46701"/>
                    <a:pt x="74520" y="46101"/>
                    <a:pt x="77122" y="45300"/>
                  </a:cubicBezTo>
                  <a:cubicBezTo>
                    <a:pt x="77655" y="45067"/>
                    <a:pt x="78223" y="44933"/>
                    <a:pt x="78823" y="44900"/>
                  </a:cubicBezTo>
                  <a:cubicBezTo>
                    <a:pt x="79824" y="44900"/>
                    <a:pt x="108244" y="51271"/>
                    <a:pt x="123155" y="54607"/>
                  </a:cubicBezTo>
                  <a:lnTo>
                    <a:pt x="123188" y="54607"/>
                  </a:lnTo>
                  <a:lnTo>
                    <a:pt x="123155" y="54640"/>
                  </a:lnTo>
                  <a:cubicBezTo>
                    <a:pt x="123165" y="54641"/>
                    <a:pt x="123174" y="54642"/>
                    <a:pt x="123183" y="54642"/>
                  </a:cubicBezTo>
                  <a:cubicBezTo>
                    <a:pt x="123426" y="54642"/>
                    <a:pt x="123478" y="54239"/>
                    <a:pt x="123221" y="54206"/>
                  </a:cubicBezTo>
                  <a:cubicBezTo>
                    <a:pt x="121453" y="53806"/>
                    <a:pt x="80091" y="44500"/>
                    <a:pt x="78790" y="44500"/>
                  </a:cubicBezTo>
                  <a:cubicBezTo>
                    <a:pt x="78156" y="44533"/>
                    <a:pt x="77522" y="44666"/>
                    <a:pt x="76955" y="44900"/>
                  </a:cubicBezTo>
                  <a:cubicBezTo>
                    <a:pt x="74386" y="45734"/>
                    <a:pt x="71751" y="46334"/>
                    <a:pt x="69116" y="46734"/>
                  </a:cubicBezTo>
                  <a:cubicBezTo>
                    <a:pt x="66963" y="47081"/>
                    <a:pt x="64970" y="47259"/>
                    <a:pt x="63042" y="47259"/>
                  </a:cubicBezTo>
                  <a:cubicBezTo>
                    <a:pt x="58845" y="47259"/>
                    <a:pt x="54962" y="46416"/>
                    <a:pt x="50436" y="44633"/>
                  </a:cubicBezTo>
                  <a:cubicBezTo>
                    <a:pt x="44232" y="42198"/>
                    <a:pt x="39128" y="40597"/>
                    <a:pt x="39061" y="40597"/>
                  </a:cubicBezTo>
                  <a:lnTo>
                    <a:pt x="33024" y="40597"/>
                  </a:lnTo>
                  <a:cubicBezTo>
                    <a:pt x="33014" y="40595"/>
                    <a:pt x="33004" y="40595"/>
                    <a:pt x="32995" y="40595"/>
                  </a:cubicBezTo>
                  <a:cubicBezTo>
                    <a:pt x="32755" y="40595"/>
                    <a:pt x="32733" y="40997"/>
                    <a:pt x="32990" y="40997"/>
                  </a:cubicBezTo>
                  <a:cubicBezTo>
                    <a:pt x="33024" y="40997"/>
                    <a:pt x="35726" y="41397"/>
                    <a:pt x="36593" y="41764"/>
                  </a:cubicBezTo>
                  <a:cubicBezTo>
                    <a:pt x="37594" y="42198"/>
                    <a:pt x="38861" y="43299"/>
                    <a:pt x="39095" y="46034"/>
                  </a:cubicBezTo>
                  <a:cubicBezTo>
                    <a:pt x="39128" y="46501"/>
                    <a:pt x="38995" y="46935"/>
                    <a:pt x="38661" y="47268"/>
                  </a:cubicBezTo>
                  <a:cubicBezTo>
                    <a:pt x="37293" y="48769"/>
                    <a:pt x="33357" y="48803"/>
                    <a:pt x="33324" y="48803"/>
                  </a:cubicBezTo>
                  <a:cubicBezTo>
                    <a:pt x="33257" y="48803"/>
                    <a:pt x="33190" y="48836"/>
                    <a:pt x="33157" y="48869"/>
                  </a:cubicBezTo>
                  <a:cubicBezTo>
                    <a:pt x="33124" y="48936"/>
                    <a:pt x="33090" y="49003"/>
                    <a:pt x="33124" y="49069"/>
                  </a:cubicBezTo>
                  <a:cubicBezTo>
                    <a:pt x="33290" y="49637"/>
                    <a:pt x="33657" y="51338"/>
                    <a:pt x="33257" y="52038"/>
                  </a:cubicBezTo>
                  <a:cubicBezTo>
                    <a:pt x="32916" y="52648"/>
                    <a:pt x="32057" y="52972"/>
                    <a:pt x="30877" y="52972"/>
                  </a:cubicBezTo>
                  <a:cubicBezTo>
                    <a:pt x="30443" y="52972"/>
                    <a:pt x="29966" y="52928"/>
                    <a:pt x="29454" y="52839"/>
                  </a:cubicBezTo>
                  <a:cubicBezTo>
                    <a:pt x="27386" y="52439"/>
                    <a:pt x="19247" y="49603"/>
                    <a:pt x="19180" y="49570"/>
                  </a:cubicBezTo>
                  <a:cubicBezTo>
                    <a:pt x="19114" y="49570"/>
                    <a:pt x="19014" y="49570"/>
                    <a:pt x="18947" y="49637"/>
                  </a:cubicBezTo>
                  <a:cubicBezTo>
                    <a:pt x="18947" y="49637"/>
                    <a:pt x="17713" y="51004"/>
                    <a:pt x="16245" y="51004"/>
                  </a:cubicBezTo>
                  <a:cubicBezTo>
                    <a:pt x="15144" y="51004"/>
                    <a:pt x="13877" y="48803"/>
                    <a:pt x="12876" y="47001"/>
                  </a:cubicBezTo>
                  <a:cubicBezTo>
                    <a:pt x="12542" y="46468"/>
                    <a:pt x="12275" y="45967"/>
                    <a:pt x="11975" y="45500"/>
                  </a:cubicBezTo>
                  <a:cubicBezTo>
                    <a:pt x="10708" y="43465"/>
                    <a:pt x="9540" y="39096"/>
                    <a:pt x="9540" y="39029"/>
                  </a:cubicBezTo>
                  <a:cubicBezTo>
                    <a:pt x="9507" y="38962"/>
                    <a:pt x="9473" y="38929"/>
                    <a:pt x="9407" y="38895"/>
                  </a:cubicBezTo>
                  <a:cubicBezTo>
                    <a:pt x="9390" y="38879"/>
                    <a:pt x="9357" y="38870"/>
                    <a:pt x="9323" y="38870"/>
                  </a:cubicBezTo>
                  <a:cubicBezTo>
                    <a:pt x="9290" y="38870"/>
                    <a:pt x="9257" y="38879"/>
                    <a:pt x="9240" y="38895"/>
                  </a:cubicBezTo>
                  <a:cubicBezTo>
                    <a:pt x="9207" y="38895"/>
                    <a:pt x="6271" y="40430"/>
                    <a:pt x="5371" y="40563"/>
                  </a:cubicBezTo>
                  <a:lnTo>
                    <a:pt x="5104" y="40597"/>
                  </a:lnTo>
                  <a:cubicBezTo>
                    <a:pt x="4860" y="40645"/>
                    <a:pt x="4634" y="40688"/>
                    <a:pt x="4420" y="40688"/>
                  </a:cubicBezTo>
                  <a:cubicBezTo>
                    <a:pt x="3900" y="40688"/>
                    <a:pt x="3451" y="40435"/>
                    <a:pt x="3002" y="39396"/>
                  </a:cubicBezTo>
                  <a:cubicBezTo>
                    <a:pt x="2535" y="38262"/>
                    <a:pt x="1968" y="35059"/>
                    <a:pt x="1501" y="32458"/>
                  </a:cubicBezTo>
                  <a:cubicBezTo>
                    <a:pt x="1201" y="30856"/>
                    <a:pt x="1001" y="29489"/>
                    <a:pt x="801" y="28722"/>
                  </a:cubicBezTo>
                  <a:cubicBezTo>
                    <a:pt x="434" y="27287"/>
                    <a:pt x="1801" y="21583"/>
                    <a:pt x="2602" y="18181"/>
                  </a:cubicBezTo>
                  <a:cubicBezTo>
                    <a:pt x="2969" y="16613"/>
                    <a:pt x="3236" y="15512"/>
                    <a:pt x="3269" y="15112"/>
                  </a:cubicBezTo>
                  <a:cubicBezTo>
                    <a:pt x="3536" y="13210"/>
                    <a:pt x="4670" y="11543"/>
                    <a:pt x="6305" y="10575"/>
                  </a:cubicBezTo>
                  <a:cubicBezTo>
                    <a:pt x="7505" y="9908"/>
                    <a:pt x="11442" y="8240"/>
                    <a:pt x="14944" y="6772"/>
                  </a:cubicBezTo>
                  <a:cubicBezTo>
                    <a:pt x="17579" y="5672"/>
                    <a:pt x="20014" y="4638"/>
                    <a:pt x="20915" y="4171"/>
                  </a:cubicBezTo>
                  <a:cubicBezTo>
                    <a:pt x="22016" y="3637"/>
                    <a:pt x="23784" y="2936"/>
                    <a:pt x="25351" y="2336"/>
                  </a:cubicBezTo>
                  <a:cubicBezTo>
                    <a:pt x="26319" y="2002"/>
                    <a:pt x="27286" y="1602"/>
                    <a:pt x="28220" y="1168"/>
                  </a:cubicBezTo>
                  <a:cubicBezTo>
                    <a:pt x="28851" y="818"/>
                    <a:pt x="30267" y="402"/>
                    <a:pt x="31621" y="402"/>
                  </a:cubicBezTo>
                  <a:cubicBezTo>
                    <a:pt x="32200" y="402"/>
                    <a:pt x="32767" y="478"/>
                    <a:pt x="33257" y="668"/>
                  </a:cubicBezTo>
                  <a:cubicBezTo>
                    <a:pt x="33991" y="968"/>
                    <a:pt x="39728" y="3904"/>
                    <a:pt x="45833" y="7039"/>
                  </a:cubicBezTo>
                  <a:cubicBezTo>
                    <a:pt x="54039" y="11276"/>
                    <a:pt x="63345" y="16046"/>
                    <a:pt x="65013" y="16713"/>
                  </a:cubicBezTo>
                  <a:cubicBezTo>
                    <a:pt x="68015" y="17880"/>
                    <a:pt x="90665" y="20649"/>
                    <a:pt x="91632" y="20749"/>
                  </a:cubicBezTo>
                  <a:cubicBezTo>
                    <a:pt x="91732" y="20749"/>
                    <a:pt x="91832" y="20682"/>
                    <a:pt x="91866" y="20582"/>
                  </a:cubicBezTo>
                  <a:cubicBezTo>
                    <a:pt x="91866" y="20449"/>
                    <a:pt x="91799" y="20349"/>
                    <a:pt x="91665" y="20349"/>
                  </a:cubicBezTo>
                  <a:cubicBezTo>
                    <a:pt x="91465" y="20316"/>
                    <a:pt x="68115" y="17480"/>
                    <a:pt x="65180" y="16313"/>
                  </a:cubicBezTo>
                  <a:cubicBezTo>
                    <a:pt x="63512" y="15679"/>
                    <a:pt x="54205" y="10875"/>
                    <a:pt x="46000" y="6672"/>
                  </a:cubicBezTo>
                  <a:cubicBezTo>
                    <a:pt x="39628" y="3403"/>
                    <a:pt x="34124" y="568"/>
                    <a:pt x="33391" y="301"/>
                  </a:cubicBezTo>
                  <a:cubicBezTo>
                    <a:pt x="32849" y="86"/>
                    <a:pt x="32219" y="0"/>
                    <a:pt x="315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6"/>
            <p:cNvSpPr/>
            <p:nvPr/>
          </p:nvSpPr>
          <p:spPr>
            <a:xfrm>
              <a:off x="3430125" y="1919325"/>
              <a:ext cx="1700" cy="850"/>
            </a:xfrm>
            <a:custGeom>
              <a:avLst/>
              <a:gdLst/>
              <a:ahLst/>
              <a:cxnLst/>
              <a:rect l="l" t="t" r="r" b="b"/>
              <a:pathLst>
                <a:path w="68" h="34" extrusionOk="0">
                  <a:moveTo>
                    <a:pt x="0" y="0"/>
                  </a:moveTo>
                  <a:lnTo>
                    <a:pt x="67" y="33"/>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6"/>
            <p:cNvSpPr/>
            <p:nvPr/>
          </p:nvSpPr>
          <p:spPr>
            <a:xfrm>
              <a:off x="3428450" y="1915150"/>
              <a:ext cx="11425" cy="10900"/>
            </a:xfrm>
            <a:custGeom>
              <a:avLst/>
              <a:gdLst/>
              <a:ahLst/>
              <a:cxnLst/>
              <a:rect l="l" t="t" r="r" b="b"/>
              <a:pathLst>
                <a:path w="457" h="436" extrusionOk="0">
                  <a:moveTo>
                    <a:pt x="167" y="0"/>
                  </a:moveTo>
                  <a:lnTo>
                    <a:pt x="67" y="200"/>
                  </a:lnTo>
                  <a:lnTo>
                    <a:pt x="1" y="401"/>
                  </a:lnTo>
                  <a:lnTo>
                    <a:pt x="134" y="401"/>
                  </a:lnTo>
                  <a:lnTo>
                    <a:pt x="134" y="434"/>
                  </a:lnTo>
                  <a:cubicBezTo>
                    <a:pt x="145" y="435"/>
                    <a:pt x="155" y="436"/>
                    <a:pt x="165" y="436"/>
                  </a:cubicBezTo>
                  <a:cubicBezTo>
                    <a:pt x="406" y="436"/>
                    <a:pt x="457" y="64"/>
                    <a:pt x="2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6"/>
            <p:cNvSpPr/>
            <p:nvPr/>
          </p:nvSpPr>
          <p:spPr>
            <a:xfrm>
              <a:off x="3429275" y="1919325"/>
              <a:ext cx="25" cy="25"/>
            </a:xfrm>
            <a:custGeom>
              <a:avLst/>
              <a:gdLst/>
              <a:ahLst/>
              <a:cxnLst/>
              <a:rect l="l" t="t" r="r" b="b"/>
              <a:pathLst>
                <a:path w="1" h="1" extrusionOk="0">
                  <a:moveTo>
                    <a:pt x="1" y="0"/>
                  </a:move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6"/>
            <p:cNvSpPr/>
            <p:nvPr/>
          </p:nvSpPr>
          <p:spPr>
            <a:xfrm>
              <a:off x="3424275" y="1914475"/>
              <a:ext cx="10875" cy="10700"/>
            </a:xfrm>
            <a:custGeom>
              <a:avLst/>
              <a:gdLst/>
              <a:ahLst/>
              <a:cxnLst/>
              <a:rect l="l" t="t" r="r" b="b"/>
              <a:pathLst>
                <a:path w="435" h="428" extrusionOk="0">
                  <a:moveTo>
                    <a:pt x="212" y="1"/>
                  </a:moveTo>
                  <a:cubicBezTo>
                    <a:pt x="134" y="1"/>
                    <a:pt x="58" y="55"/>
                    <a:pt x="34" y="127"/>
                  </a:cubicBezTo>
                  <a:cubicBezTo>
                    <a:pt x="1" y="227"/>
                    <a:pt x="34" y="361"/>
                    <a:pt x="134" y="394"/>
                  </a:cubicBezTo>
                  <a:lnTo>
                    <a:pt x="234" y="394"/>
                  </a:lnTo>
                  <a:lnTo>
                    <a:pt x="234" y="428"/>
                  </a:lnTo>
                  <a:cubicBezTo>
                    <a:pt x="301" y="394"/>
                    <a:pt x="368" y="361"/>
                    <a:pt x="401" y="294"/>
                  </a:cubicBezTo>
                  <a:cubicBezTo>
                    <a:pt x="434" y="194"/>
                    <a:pt x="401" y="61"/>
                    <a:pt x="301" y="27"/>
                  </a:cubicBezTo>
                  <a:cubicBezTo>
                    <a:pt x="273" y="9"/>
                    <a:pt x="243" y="1"/>
                    <a:pt x="2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6"/>
            <p:cNvSpPr/>
            <p:nvPr/>
          </p:nvSpPr>
          <p:spPr>
            <a:xfrm>
              <a:off x="3428450" y="1918475"/>
              <a:ext cx="25" cy="25"/>
            </a:xfrm>
            <a:custGeom>
              <a:avLst/>
              <a:gdLst/>
              <a:ahLst/>
              <a:cxnLst/>
              <a:rect l="l" t="t" r="r" b="b"/>
              <a:pathLst>
                <a:path w="1" h="1" extrusionOk="0">
                  <a:moveTo>
                    <a:pt x="1" y="1"/>
                  </a:move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6"/>
            <p:cNvSpPr/>
            <p:nvPr/>
          </p:nvSpPr>
          <p:spPr>
            <a:xfrm>
              <a:off x="3426775" y="1914300"/>
              <a:ext cx="7550" cy="10050"/>
            </a:xfrm>
            <a:custGeom>
              <a:avLst/>
              <a:gdLst/>
              <a:ahLst/>
              <a:cxnLst/>
              <a:rect l="l" t="t" r="r" b="b"/>
              <a:pathLst>
                <a:path w="302" h="402" extrusionOk="0">
                  <a:moveTo>
                    <a:pt x="134" y="1"/>
                  </a:moveTo>
                  <a:lnTo>
                    <a:pt x="1" y="401"/>
                  </a:lnTo>
                  <a:lnTo>
                    <a:pt x="68" y="401"/>
                  </a:lnTo>
                  <a:cubicBezTo>
                    <a:pt x="134" y="401"/>
                    <a:pt x="234" y="335"/>
                    <a:pt x="268" y="268"/>
                  </a:cubicBezTo>
                  <a:cubicBezTo>
                    <a:pt x="301" y="168"/>
                    <a:pt x="268" y="34"/>
                    <a:pt x="1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6"/>
            <p:cNvSpPr/>
            <p:nvPr/>
          </p:nvSpPr>
          <p:spPr>
            <a:xfrm>
              <a:off x="3431800" y="1920150"/>
              <a:ext cx="3350" cy="1700"/>
            </a:xfrm>
            <a:custGeom>
              <a:avLst/>
              <a:gdLst/>
              <a:ahLst/>
              <a:cxnLst/>
              <a:rect l="l" t="t" r="r" b="b"/>
              <a:pathLst>
                <a:path w="134" h="68" extrusionOk="0">
                  <a:moveTo>
                    <a:pt x="0" y="0"/>
                  </a:moveTo>
                  <a:lnTo>
                    <a:pt x="133" y="67"/>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6"/>
            <p:cNvSpPr/>
            <p:nvPr/>
          </p:nvSpPr>
          <p:spPr>
            <a:xfrm>
              <a:off x="3425950" y="1915300"/>
              <a:ext cx="15025" cy="11550"/>
            </a:xfrm>
            <a:custGeom>
              <a:avLst/>
              <a:gdLst/>
              <a:ahLst/>
              <a:cxnLst/>
              <a:rect l="l" t="t" r="r" b="b"/>
              <a:pathLst>
                <a:path w="601" h="462" extrusionOk="0">
                  <a:moveTo>
                    <a:pt x="218" y="1"/>
                  </a:moveTo>
                  <a:cubicBezTo>
                    <a:pt x="147" y="1"/>
                    <a:pt x="82" y="56"/>
                    <a:pt x="34" y="128"/>
                  </a:cubicBezTo>
                  <a:cubicBezTo>
                    <a:pt x="1" y="228"/>
                    <a:pt x="34" y="361"/>
                    <a:pt x="134" y="395"/>
                  </a:cubicBezTo>
                  <a:lnTo>
                    <a:pt x="267" y="461"/>
                  </a:lnTo>
                  <a:lnTo>
                    <a:pt x="367" y="461"/>
                  </a:lnTo>
                  <a:cubicBezTo>
                    <a:pt x="434" y="461"/>
                    <a:pt x="501" y="428"/>
                    <a:pt x="568" y="361"/>
                  </a:cubicBezTo>
                  <a:cubicBezTo>
                    <a:pt x="601" y="261"/>
                    <a:pt x="568" y="128"/>
                    <a:pt x="434" y="94"/>
                  </a:cubicBezTo>
                  <a:lnTo>
                    <a:pt x="301" y="28"/>
                  </a:lnTo>
                  <a:cubicBezTo>
                    <a:pt x="273" y="9"/>
                    <a:pt x="245" y="1"/>
                    <a:pt x="2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6"/>
            <p:cNvSpPr/>
            <p:nvPr/>
          </p:nvSpPr>
          <p:spPr>
            <a:xfrm>
              <a:off x="3428450" y="1918475"/>
              <a:ext cx="850" cy="25"/>
            </a:xfrm>
            <a:custGeom>
              <a:avLst/>
              <a:gdLst/>
              <a:ahLst/>
              <a:cxnLst/>
              <a:rect l="l" t="t" r="r" b="b"/>
              <a:pathLst>
                <a:path w="34" h="1" extrusionOk="0">
                  <a:moveTo>
                    <a:pt x="1" y="1"/>
                  </a:moveTo>
                  <a:lnTo>
                    <a:pt x="3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6"/>
            <p:cNvSpPr/>
            <p:nvPr/>
          </p:nvSpPr>
          <p:spPr>
            <a:xfrm>
              <a:off x="3423450" y="1913650"/>
              <a:ext cx="7525" cy="10700"/>
            </a:xfrm>
            <a:custGeom>
              <a:avLst/>
              <a:gdLst/>
              <a:ahLst/>
              <a:cxnLst/>
              <a:rect l="l" t="t" r="r" b="b"/>
              <a:pathLst>
                <a:path w="301" h="428" extrusionOk="0">
                  <a:moveTo>
                    <a:pt x="212" y="0"/>
                  </a:moveTo>
                  <a:cubicBezTo>
                    <a:pt x="134" y="0"/>
                    <a:pt x="58" y="55"/>
                    <a:pt x="34" y="127"/>
                  </a:cubicBezTo>
                  <a:cubicBezTo>
                    <a:pt x="0" y="227"/>
                    <a:pt x="34" y="361"/>
                    <a:pt x="167" y="427"/>
                  </a:cubicBezTo>
                  <a:lnTo>
                    <a:pt x="234" y="227"/>
                  </a:lnTo>
                  <a:lnTo>
                    <a:pt x="301" y="27"/>
                  </a:lnTo>
                  <a:cubicBezTo>
                    <a:pt x="273" y="8"/>
                    <a:pt x="242" y="0"/>
                    <a:pt x="21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6"/>
            <p:cNvSpPr/>
            <p:nvPr/>
          </p:nvSpPr>
          <p:spPr>
            <a:xfrm>
              <a:off x="3435125" y="1921825"/>
              <a:ext cx="5850" cy="2525"/>
            </a:xfrm>
            <a:custGeom>
              <a:avLst/>
              <a:gdLst/>
              <a:ahLst/>
              <a:cxnLst/>
              <a:rect l="l" t="t" r="r" b="b"/>
              <a:pathLst>
                <a:path w="234" h="101" extrusionOk="0">
                  <a:moveTo>
                    <a:pt x="0" y="0"/>
                  </a:moveTo>
                  <a:lnTo>
                    <a:pt x="234" y="10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6"/>
            <p:cNvSpPr/>
            <p:nvPr/>
          </p:nvSpPr>
          <p:spPr>
            <a:xfrm>
              <a:off x="3427525" y="1917175"/>
              <a:ext cx="19300" cy="12800"/>
            </a:xfrm>
            <a:custGeom>
              <a:avLst/>
              <a:gdLst/>
              <a:ahLst/>
              <a:cxnLst/>
              <a:rect l="l" t="t" r="r" b="b"/>
              <a:pathLst>
                <a:path w="772" h="512" extrusionOk="0">
                  <a:moveTo>
                    <a:pt x="286" y="1"/>
                  </a:moveTo>
                  <a:cubicBezTo>
                    <a:pt x="102" y="1"/>
                    <a:pt x="1" y="270"/>
                    <a:pt x="204" y="386"/>
                  </a:cubicBezTo>
                  <a:lnTo>
                    <a:pt x="471" y="486"/>
                  </a:lnTo>
                  <a:cubicBezTo>
                    <a:pt x="471" y="503"/>
                    <a:pt x="480" y="511"/>
                    <a:pt x="492" y="511"/>
                  </a:cubicBezTo>
                  <a:cubicBezTo>
                    <a:pt x="505" y="511"/>
                    <a:pt x="521" y="503"/>
                    <a:pt x="538" y="486"/>
                  </a:cubicBezTo>
                  <a:cubicBezTo>
                    <a:pt x="605" y="486"/>
                    <a:pt x="705" y="453"/>
                    <a:pt x="738" y="386"/>
                  </a:cubicBezTo>
                  <a:cubicBezTo>
                    <a:pt x="771" y="286"/>
                    <a:pt x="738" y="153"/>
                    <a:pt x="638" y="119"/>
                  </a:cubicBezTo>
                  <a:lnTo>
                    <a:pt x="371" y="19"/>
                  </a:lnTo>
                  <a:cubicBezTo>
                    <a:pt x="341" y="7"/>
                    <a:pt x="313" y="1"/>
                    <a:pt x="28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6"/>
            <p:cNvSpPr/>
            <p:nvPr/>
          </p:nvSpPr>
          <p:spPr>
            <a:xfrm>
              <a:off x="3453475" y="1930150"/>
              <a:ext cx="25" cy="25"/>
            </a:xfrm>
            <a:custGeom>
              <a:avLst/>
              <a:gdLst/>
              <a:ahLst/>
              <a:cxnLst/>
              <a:rect l="l" t="t" r="r" b="b"/>
              <a:pathLst>
                <a:path w="1" h="1" extrusionOk="0">
                  <a:moveTo>
                    <a:pt x="0" y="1"/>
                  </a:move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6"/>
            <p:cNvSpPr/>
            <p:nvPr/>
          </p:nvSpPr>
          <p:spPr>
            <a:xfrm>
              <a:off x="3445875" y="1925525"/>
              <a:ext cx="14300" cy="10500"/>
            </a:xfrm>
            <a:custGeom>
              <a:avLst/>
              <a:gdLst/>
              <a:ahLst/>
              <a:cxnLst/>
              <a:rect l="l" t="t" r="r" b="b"/>
              <a:pathLst>
                <a:path w="572" h="420" extrusionOk="0">
                  <a:moveTo>
                    <a:pt x="308" y="1"/>
                  </a:moveTo>
                  <a:cubicBezTo>
                    <a:pt x="102" y="1"/>
                    <a:pt x="0" y="269"/>
                    <a:pt x="204" y="386"/>
                  </a:cubicBezTo>
                  <a:lnTo>
                    <a:pt x="271" y="419"/>
                  </a:lnTo>
                  <a:lnTo>
                    <a:pt x="371" y="419"/>
                  </a:lnTo>
                  <a:cubicBezTo>
                    <a:pt x="404" y="419"/>
                    <a:pt x="438" y="386"/>
                    <a:pt x="471" y="353"/>
                  </a:cubicBezTo>
                  <a:cubicBezTo>
                    <a:pt x="538" y="319"/>
                    <a:pt x="571" y="252"/>
                    <a:pt x="538" y="186"/>
                  </a:cubicBezTo>
                  <a:cubicBezTo>
                    <a:pt x="538" y="119"/>
                    <a:pt x="504" y="52"/>
                    <a:pt x="438" y="19"/>
                  </a:cubicBezTo>
                  <a:lnTo>
                    <a:pt x="404" y="19"/>
                  </a:lnTo>
                  <a:cubicBezTo>
                    <a:pt x="370" y="6"/>
                    <a:pt x="338" y="1"/>
                    <a:pt x="3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6"/>
            <p:cNvSpPr/>
            <p:nvPr/>
          </p:nvSpPr>
          <p:spPr>
            <a:xfrm>
              <a:off x="3450975" y="1929325"/>
              <a:ext cx="2525" cy="850"/>
            </a:xfrm>
            <a:custGeom>
              <a:avLst/>
              <a:gdLst/>
              <a:ahLst/>
              <a:cxnLst/>
              <a:rect l="l" t="t" r="r" b="b"/>
              <a:pathLst>
                <a:path w="101" h="34" extrusionOk="0">
                  <a:moveTo>
                    <a:pt x="0" y="0"/>
                  </a:moveTo>
                  <a:lnTo>
                    <a:pt x="100" y="34"/>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6"/>
            <p:cNvSpPr/>
            <p:nvPr/>
          </p:nvSpPr>
          <p:spPr>
            <a:xfrm>
              <a:off x="3445975" y="1924475"/>
              <a:ext cx="12525" cy="10700"/>
            </a:xfrm>
            <a:custGeom>
              <a:avLst/>
              <a:gdLst/>
              <a:ahLst/>
              <a:cxnLst/>
              <a:rect l="l" t="t" r="r" b="b"/>
              <a:pathLst>
                <a:path w="501" h="428" extrusionOk="0">
                  <a:moveTo>
                    <a:pt x="212" y="1"/>
                  </a:moveTo>
                  <a:cubicBezTo>
                    <a:pt x="134" y="1"/>
                    <a:pt x="58" y="56"/>
                    <a:pt x="33" y="128"/>
                  </a:cubicBezTo>
                  <a:cubicBezTo>
                    <a:pt x="0" y="228"/>
                    <a:pt x="33" y="328"/>
                    <a:pt x="134" y="395"/>
                  </a:cubicBezTo>
                  <a:lnTo>
                    <a:pt x="167" y="395"/>
                  </a:lnTo>
                  <a:lnTo>
                    <a:pt x="200" y="428"/>
                  </a:lnTo>
                  <a:lnTo>
                    <a:pt x="300" y="428"/>
                  </a:lnTo>
                  <a:cubicBezTo>
                    <a:pt x="367" y="428"/>
                    <a:pt x="434" y="395"/>
                    <a:pt x="467" y="328"/>
                  </a:cubicBezTo>
                  <a:cubicBezTo>
                    <a:pt x="500" y="228"/>
                    <a:pt x="467" y="94"/>
                    <a:pt x="367" y="61"/>
                  </a:cubicBezTo>
                  <a:lnTo>
                    <a:pt x="300" y="28"/>
                  </a:lnTo>
                  <a:cubicBezTo>
                    <a:pt x="272" y="9"/>
                    <a:pt x="242" y="1"/>
                    <a:pt x="2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6"/>
            <p:cNvSpPr/>
            <p:nvPr/>
          </p:nvSpPr>
          <p:spPr>
            <a:xfrm>
              <a:off x="3449300" y="1928500"/>
              <a:ext cx="1700" cy="850"/>
            </a:xfrm>
            <a:custGeom>
              <a:avLst/>
              <a:gdLst/>
              <a:ahLst/>
              <a:cxnLst/>
              <a:rect l="l" t="t" r="r" b="b"/>
              <a:pathLst>
                <a:path w="68" h="34" extrusionOk="0">
                  <a:moveTo>
                    <a:pt x="1" y="0"/>
                  </a:moveTo>
                  <a:lnTo>
                    <a:pt x="67" y="33"/>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6"/>
            <p:cNvSpPr/>
            <p:nvPr/>
          </p:nvSpPr>
          <p:spPr>
            <a:xfrm>
              <a:off x="3443475" y="1923650"/>
              <a:ext cx="13350" cy="10700"/>
            </a:xfrm>
            <a:custGeom>
              <a:avLst/>
              <a:gdLst/>
              <a:ahLst/>
              <a:cxnLst/>
              <a:rect l="l" t="t" r="r" b="b"/>
              <a:pathLst>
                <a:path w="534" h="428" extrusionOk="0">
                  <a:moveTo>
                    <a:pt x="245" y="0"/>
                  </a:moveTo>
                  <a:cubicBezTo>
                    <a:pt x="167" y="0"/>
                    <a:pt x="91" y="55"/>
                    <a:pt x="67" y="127"/>
                  </a:cubicBezTo>
                  <a:cubicBezTo>
                    <a:pt x="0" y="227"/>
                    <a:pt x="33" y="327"/>
                    <a:pt x="167" y="394"/>
                  </a:cubicBezTo>
                  <a:lnTo>
                    <a:pt x="234" y="428"/>
                  </a:lnTo>
                  <a:lnTo>
                    <a:pt x="300" y="428"/>
                  </a:lnTo>
                  <a:cubicBezTo>
                    <a:pt x="367" y="428"/>
                    <a:pt x="434" y="394"/>
                    <a:pt x="500" y="327"/>
                  </a:cubicBezTo>
                  <a:cubicBezTo>
                    <a:pt x="534" y="227"/>
                    <a:pt x="500" y="94"/>
                    <a:pt x="400" y="61"/>
                  </a:cubicBezTo>
                  <a:lnTo>
                    <a:pt x="334" y="27"/>
                  </a:lnTo>
                  <a:cubicBezTo>
                    <a:pt x="306" y="9"/>
                    <a:pt x="275" y="0"/>
                    <a:pt x="2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6"/>
            <p:cNvSpPr/>
            <p:nvPr/>
          </p:nvSpPr>
          <p:spPr>
            <a:xfrm>
              <a:off x="3440950" y="1924325"/>
              <a:ext cx="4200" cy="1675"/>
            </a:xfrm>
            <a:custGeom>
              <a:avLst/>
              <a:gdLst/>
              <a:ahLst/>
              <a:cxnLst/>
              <a:rect l="l" t="t" r="r" b="b"/>
              <a:pathLst>
                <a:path w="168" h="67" extrusionOk="0">
                  <a:moveTo>
                    <a:pt x="1" y="0"/>
                  </a:moveTo>
                  <a:lnTo>
                    <a:pt x="168" y="67"/>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6"/>
            <p:cNvSpPr/>
            <p:nvPr/>
          </p:nvSpPr>
          <p:spPr>
            <a:xfrm>
              <a:off x="3435125" y="1919475"/>
              <a:ext cx="18950" cy="13250"/>
            </a:xfrm>
            <a:custGeom>
              <a:avLst/>
              <a:gdLst/>
              <a:ahLst/>
              <a:cxnLst/>
              <a:rect l="l" t="t" r="r" b="b"/>
              <a:pathLst>
                <a:path w="758" h="530" extrusionOk="0">
                  <a:moveTo>
                    <a:pt x="245" y="1"/>
                  </a:moveTo>
                  <a:cubicBezTo>
                    <a:pt x="167" y="1"/>
                    <a:pt x="91" y="55"/>
                    <a:pt x="67" y="128"/>
                  </a:cubicBezTo>
                  <a:cubicBezTo>
                    <a:pt x="0" y="228"/>
                    <a:pt x="34" y="361"/>
                    <a:pt x="167" y="394"/>
                  </a:cubicBezTo>
                  <a:lnTo>
                    <a:pt x="301" y="494"/>
                  </a:lnTo>
                  <a:lnTo>
                    <a:pt x="401" y="494"/>
                  </a:lnTo>
                  <a:lnTo>
                    <a:pt x="401" y="528"/>
                  </a:lnTo>
                  <a:cubicBezTo>
                    <a:pt x="411" y="529"/>
                    <a:pt x="422" y="530"/>
                    <a:pt x="432" y="530"/>
                  </a:cubicBezTo>
                  <a:cubicBezTo>
                    <a:pt x="675" y="530"/>
                    <a:pt x="757" y="158"/>
                    <a:pt x="501" y="94"/>
                  </a:cubicBezTo>
                  <a:lnTo>
                    <a:pt x="334" y="27"/>
                  </a:lnTo>
                  <a:cubicBezTo>
                    <a:pt x="306" y="9"/>
                    <a:pt x="276" y="1"/>
                    <a:pt x="2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6"/>
            <p:cNvSpPr/>
            <p:nvPr/>
          </p:nvSpPr>
          <p:spPr>
            <a:xfrm>
              <a:off x="3445125" y="1925975"/>
              <a:ext cx="4200" cy="2550"/>
            </a:xfrm>
            <a:custGeom>
              <a:avLst/>
              <a:gdLst/>
              <a:ahLst/>
              <a:cxnLst/>
              <a:rect l="l" t="t" r="r" b="b"/>
              <a:pathLst>
                <a:path w="168" h="102" extrusionOk="0">
                  <a:moveTo>
                    <a:pt x="1" y="1"/>
                  </a:moveTo>
                  <a:lnTo>
                    <a:pt x="168" y="10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6"/>
            <p:cNvSpPr/>
            <p:nvPr/>
          </p:nvSpPr>
          <p:spPr>
            <a:xfrm>
              <a:off x="3438075" y="1921600"/>
              <a:ext cx="19950" cy="12925"/>
            </a:xfrm>
            <a:custGeom>
              <a:avLst/>
              <a:gdLst/>
              <a:ahLst/>
              <a:cxnLst/>
              <a:rect l="l" t="t" r="r" b="b"/>
              <a:pathLst>
                <a:path w="798" h="517" extrusionOk="0">
                  <a:moveTo>
                    <a:pt x="289" y="0"/>
                  </a:moveTo>
                  <a:cubicBezTo>
                    <a:pt x="95" y="0"/>
                    <a:pt x="0" y="288"/>
                    <a:pt x="183" y="409"/>
                  </a:cubicBezTo>
                  <a:lnTo>
                    <a:pt x="383" y="476"/>
                  </a:lnTo>
                  <a:lnTo>
                    <a:pt x="450" y="476"/>
                  </a:lnTo>
                  <a:lnTo>
                    <a:pt x="450" y="510"/>
                  </a:lnTo>
                  <a:cubicBezTo>
                    <a:pt x="471" y="514"/>
                    <a:pt x="491" y="517"/>
                    <a:pt x="510" y="517"/>
                  </a:cubicBezTo>
                  <a:cubicBezTo>
                    <a:pt x="758" y="517"/>
                    <a:pt x="797" y="140"/>
                    <a:pt x="550" y="109"/>
                  </a:cubicBezTo>
                  <a:lnTo>
                    <a:pt x="349" y="9"/>
                  </a:lnTo>
                  <a:cubicBezTo>
                    <a:pt x="329" y="3"/>
                    <a:pt x="309" y="0"/>
                    <a:pt x="28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6"/>
            <p:cNvSpPr/>
            <p:nvPr/>
          </p:nvSpPr>
          <p:spPr>
            <a:xfrm>
              <a:off x="3185775" y="1735875"/>
              <a:ext cx="965725" cy="217650"/>
            </a:xfrm>
            <a:custGeom>
              <a:avLst/>
              <a:gdLst/>
              <a:ahLst/>
              <a:cxnLst/>
              <a:rect l="l" t="t" r="r" b="b"/>
              <a:pathLst>
                <a:path w="38629" h="8706" extrusionOk="0">
                  <a:moveTo>
                    <a:pt x="17379" y="0"/>
                  </a:moveTo>
                  <a:cubicBezTo>
                    <a:pt x="14465" y="0"/>
                    <a:pt x="4850" y="1462"/>
                    <a:pt x="3336" y="2568"/>
                  </a:cubicBezTo>
                  <a:cubicBezTo>
                    <a:pt x="1635" y="3869"/>
                    <a:pt x="1" y="5170"/>
                    <a:pt x="668" y="7305"/>
                  </a:cubicBezTo>
                  <a:lnTo>
                    <a:pt x="3036" y="8706"/>
                  </a:lnTo>
                  <a:cubicBezTo>
                    <a:pt x="3036" y="8706"/>
                    <a:pt x="5945" y="7037"/>
                    <a:pt x="8296" y="7037"/>
                  </a:cubicBezTo>
                  <a:cubicBezTo>
                    <a:pt x="8804" y="7037"/>
                    <a:pt x="9287" y="7115"/>
                    <a:pt x="9708" y="7305"/>
                  </a:cubicBezTo>
                  <a:cubicBezTo>
                    <a:pt x="9708" y="7305"/>
                    <a:pt x="11842" y="4936"/>
                    <a:pt x="14211" y="4503"/>
                  </a:cubicBezTo>
                  <a:lnTo>
                    <a:pt x="21783" y="4569"/>
                  </a:lnTo>
                  <a:cubicBezTo>
                    <a:pt x="21783" y="4569"/>
                    <a:pt x="27120" y="6037"/>
                    <a:pt x="29588" y="7171"/>
                  </a:cubicBezTo>
                  <a:cubicBezTo>
                    <a:pt x="30054" y="7385"/>
                    <a:pt x="30615" y="7475"/>
                    <a:pt x="31223" y="7475"/>
                  </a:cubicBezTo>
                  <a:cubicBezTo>
                    <a:pt x="33838" y="7475"/>
                    <a:pt x="37326" y="5824"/>
                    <a:pt x="37894" y="5337"/>
                  </a:cubicBezTo>
                  <a:cubicBezTo>
                    <a:pt x="38628" y="4736"/>
                    <a:pt x="27554" y="3168"/>
                    <a:pt x="23851" y="2368"/>
                  </a:cubicBezTo>
                  <a:cubicBezTo>
                    <a:pt x="22967" y="2153"/>
                    <a:pt x="22066" y="2058"/>
                    <a:pt x="21173" y="2058"/>
                  </a:cubicBezTo>
                  <a:cubicBezTo>
                    <a:pt x="20818" y="2058"/>
                    <a:pt x="20465" y="2073"/>
                    <a:pt x="20115" y="2101"/>
                  </a:cubicBezTo>
                  <a:cubicBezTo>
                    <a:pt x="19882" y="1267"/>
                    <a:pt x="18647" y="433"/>
                    <a:pt x="18180" y="100"/>
                  </a:cubicBezTo>
                  <a:cubicBezTo>
                    <a:pt x="18087" y="32"/>
                    <a:pt x="17804" y="0"/>
                    <a:pt x="17379" y="0"/>
                  </a:cubicBezTo>
                  <a:close/>
                </a:path>
              </a:pathLst>
            </a:custGeom>
            <a:solidFill>
              <a:srgbClr val="FFDFCA">
                <a:alpha val="3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6"/>
            <p:cNvSpPr/>
            <p:nvPr/>
          </p:nvSpPr>
          <p:spPr>
            <a:xfrm>
              <a:off x="3179950" y="1731175"/>
              <a:ext cx="959875" cy="227350"/>
            </a:xfrm>
            <a:custGeom>
              <a:avLst/>
              <a:gdLst/>
              <a:ahLst/>
              <a:cxnLst/>
              <a:rect l="l" t="t" r="r" b="b"/>
              <a:pathLst>
                <a:path w="38395" h="9094" extrusionOk="0">
                  <a:moveTo>
                    <a:pt x="17689" y="389"/>
                  </a:moveTo>
                  <a:cubicBezTo>
                    <a:pt x="18020" y="389"/>
                    <a:pt x="18239" y="410"/>
                    <a:pt x="18313" y="454"/>
                  </a:cubicBezTo>
                  <a:lnTo>
                    <a:pt x="18347" y="488"/>
                  </a:lnTo>
                  <a:cubicBezTo>
                    <a:pt x="18780" y="788"/>
                    <a:pt x="19948" y="1622"/>
                    <a:pt x="20148" y="2356"/>
                  </a:cubicBezTo>
                  <a:cubicBezTo>
                    <a:pt x="20175" y="2438"/>
                    <a:pt x="20248" y="2498"/>
                    <a:pt x="20329" y="2498"/>
                  </a:cubicBezTo>
                  <a:cubicBezTo>
                    <a:pt x="20346" y="2498"/>
                    <a:pt x="20364" y="2495"/>
                    <a:pt x="20381" y="2489"/>
                  </a:cubicBezTo>
                  <a:cubicBezTo>
                    <a:pt x="20741" y="2460"/>
                    <a:pt x="21101" y="2445"/>
                    <a:pt x="21460" y="2445"/>
                  </a:cubicBezTo>
                  <a:cubicBezTo>
                    <a:pt x="22332" y="2445"/>
                    <a:pt x="23200" y="2534"/>
                    <a:pt x="24051" y="2723"/>
                  </a:cubicBezTo>
                  <a:cubicBezTo>
                    <a:pt x="25285" y="3023"/>
                    <a:pt x="27320" y="3356"/>
                    <a:pt x="29488" y="3723"/>
                  </a:cubicBezTo>
                  <a:cubicBezTo>
                    <a:pt x="32724" y="4290"/>
                    <a:pt x="37027" y="5024"/>
                    <a:pt x="37861" y="5458"/>
                  </a:cubicBezTo>
                  <a:cubicBezTo>
                    <a:pt x="37031" y="6046"/>
                    <a:pt x="33843" y="7450"/>
                    <a:pt x="31477" y="7450"/>
                  </a:cubicBezTo>
                  <a:cubicBezTo>
                    <a:pt x="30892" y="7450"/>
                    <a:pt x="30358" y="7364"/>
                    <a:pt x="29922" y="7159"/>
                  </a:cubicBezTo>
                  <a:cubicBezTo>
                    <a:pt x="27486" y="6058"/>
                    <a:pt x="22149" y="4557"/>
                    <a:pt x="22083" y="4557"/>
                  </a:cubicBezTo>
                  <a:lnTo>
                    <a:pt x="22016" y="4557"/>
                  </a:lnTo>
                  <a:lnTo>
                    <a:pt x="14410" y="4491"/>
                  </a:lnTo>
                  <a:cubicBezTo>
                    <a:pt x="12276" y="4891"/>
                    <a:pt x="10341" y="6759"/>
                    <a:pt x="9874" y="7259"/>
                  </a:cubicBezTo>
                  <a:cubicBezTo>
                    <a:pt x="9453" y="7092"/>
                    <a:pt x="8985" y="7023"/>
                    <a:pt x="8497" y="7023"/>
                  </a:cubicBezTo>
                  <a:cubicBezTo>
                    <a:pt x="6357" y="7023"/>
                    <a:pt x="3840" y="8361"/>
                    <a:pt x="3269" y="8660"/>
                  </a:cubicBezTo>
                  <a:lnTo>
                    <a:pt x="1068" y="7359"/>
                  </a:lnTo>
                  <a:cubicBezTo>
                    <a:pt x="567" y="5491"/>
                    <a:pt x="1835" y="4324"/>
                    <a:pt x="3703" y="2923"/>
                  </a:cubicBezTo>
                  <a:cubicBezTo>
                    <a:pt x="5332" y="1708"/>
                    <a:pt x="15063" y="389"/>
                    <a:pt x="17689" y="389"/>
                  </a:cubicBezTo>
                  <a:close/>
                  <a:moveTo>
                    <a:pt x="17593" y="0"/>
                  </a:moveTo>
                  <a:cubicBezTo>
                    <a:pt x="14469" y="0"/>
                    <a:pt x="4993" y="1468"/>
                    <a:pt x="3469" y="2589"/>
                  </a:cubicBezTo>
                  <a:cubicBezTo>
                    <a:pt x="1835" y="3823"/>
                    <a:pt x="0" y="5191"/>
                    <a:pt x="701" y="7559"/>
                  </a:cubicBezTo>
                  <a:cubicBezTo>
                    <a:pt x="734" y="7626"/>
                    <a:pt x="734" y="7660"/>
                    <a:pt x="801" y="7693"/>
                  </a:cubicBezTo>
                  <a:lnTo>
                    <a:pt x="3169" y="9094"/>
                  </a:lnTo>
                  <a:lnTo>
                    <a:pt x="3403" y="9094"/>
                  </a:lnTo>
                  <a:cubicBezTo>
                    <a:pt x="3403" y="9094"/>
                    <a:pt x="6262" y="7437"/>
                    <a:pt x="8518" y="7437"/>
                  </a:cubicBezTo>
                  <a:cubicBezTo>
                    <a:pt x="8997" y="7437"/>
                    <a:pt x="9449" y="7512"/>
                    <a:pt x="9841" y="7693"/>
                  </a:cubicBezTo>
                  <a:cubicBezTo>
                    <a:pt x="9870" y="7703"/>
                    <a:pt x="9899" y="7707"/>
                    <a:pt x="9927" y="7707"/>
                  </a:cubicBezTo>
                  <a:cubicBezTo>
                    <a:pt x="9994" y="7707"/>
                    <a:pt x="10050" y="7683"/>
                    <a:pt x="10074" y="7660"/>
                  </a:cubicBezTo>
                  <a:cubicBezTo>
                    <a:pt x="10107" y="7626"/>
                    <a:pt x="12209" y="5325"/>
                    <a:pt x="14444" y="4924"/>
                  </a:cubicBezTo>
                  <a:lnTo>
                    <a:pt x="21983" y="4958"/>
                  </a:lnTo>
                  <a:cubicBezTo>
                    <a:pt x="22416" y="5091"/>
                    <a:pt x="27420" y="6492"/>
                    <a:pt x="29755" y="7559"/>
                  </a:cubicBezTo>
                  <a:cubicBezTo>
                    <a:pt x="30241" y="7787"/>
                    <a:pt x="30825" y="7882"/>
                    <a:pt x="31456" y="7882"/>
                  </a:cubicBezTo>
                  <a:cubicBezTo>
                    <a:pt x="34155" y="7882"/>
                    <a:pt x="37720" y="6151"/>
                    <a:pt x="38261" y="5691"/>
                  </a:cubicBezTo>
                  <a:cubicBezTo>
                    <a:pt x="38361" y="5625"/>
                    <a:pt x="38394" y="5491"/>
                    <a:pt x="38361" y="5391"/>
                  </a:cubicBezTo>
                  <a:cubicBezTo>
                    <a:pt x="38227" y="4924"/>
                    <a:pt x="36159" y="4491"/>
                    <a:pt x="29555" y="3356"/>
                  </a:cubicBezTo>
                  <a:cubicBezTo>
                    <a:pt x="27420" y="2956"/>
                    <a:pt x="25352" y="2623"/>
                    <a:pt x="24151" y="2356"/>
                  </a:cubicBezTo>
                  <a:cubicBezTo>
                    <a:pt x="23257" y="2157"/>
                    <a:pt x="22344" y="2051"/>
                    <a:pt x="21427" y="2051"/>
                  </a:cubicBezTo>
                  <a:cubicBezTo>
                    <a:pt x="21112" y="2051"/>
                    <a:pt x="20797" y="2063"/>
                    <a:pt x="20481" y="2089"/>
                  </a:cubicBezTo>
                  <a:cubicBezTo>
                    <a:pt x="20148" y="1255"/>
                    <a:pt x="19080" y="488"/>
                    <a:pt x="18613" y="154"/>
                  </a:cubicBezTo>
                  <a:lnTo>
                    <a:pt x="18547" y="121"/>
                  </a:lnTo>
                  <a:cubicBezTo>
                    <a:pt x="18432" y="38"/>
                    <a:pt x="18094" y="0"/>
                    <a:pt x="17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6"/>
            <p:cNvSpPr/>
            <p:nvPr/>
          </p:nvSpPr>
          <p:spPr>
            <a:xfrm>
              <a:off x="3225800" y="1904100"/>
              <a:ext cx="65925" cy="176200"/>
            </a:xfrm>
            <a:custGeom>
              <a:avLst/>
              <a:gdLst/>
              <a:ahLst/>
              <a:cxnLst/>
              <a:rect l="l" t="t" r="r" b="b"/>
              <a:pathLst>
                <a:path w="2637" h="7048" extrusionOk="0">
                  <a:moveTo>
                    <a:pt x="1019" y="0"/>
                  </a:moveTo>
                  <a:cubicBezTo>
                    <a:pt x="1003" y="0"/>
                    <a:pt x="985" y="3"/>
                    <a:pt x="968" y="9"/>
                  </a:cubicBezTo>
                  <a:cubicBezTo>
                    <a:pt x="835" y="42"/>
                    <a:pt x="768" y="175"/>
                    <a:pt x="801" y="276"/>
                  </a:cubicBezTo>
                  <a:cubicBezTo>
                    <a:pt x="835" y="342"/>
                    <a:pt x="2136" y="5179"/>
                    <a:pt x="134" y="6680"/>
                  </a:cubicBezTo>
                  <a:cubicBezTo>
                    <a:pt x="34" y="6747"/>
                    <a:pt x="1" y="6880"/>
                    <a:pt x="101" y="6947"/>
                  </a:cubicBezTo>
                  <a:cubicBezTo>
                    <a:pt x="134" y="7014"/>
                    <a:pt x="168" y="7047"/>
                    <a:pt x="268" y="7047"/>
                  </a:cubicBezTo>
                  <a:cubicBezTo>
                    <a:pt x="301" y="7047"/>
                    <a:pt x="334" y="7047"/>
                    <a:pt x="368" y="7014"/>
                  </a:cubicBezTo>
                  <a:cubicBezTo>
                    <a:pt x="2636" y="5346"/>
                    <a:pt x="1268" y="376"/>
                    <a:pt x="1202" y="175"/>
                  </a:cubicBezTo>
                  <a:cubicBezTo>
                    <a:pt x="1174" y="65"/>
                    <a:pt x="1101"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6"/>
            <p:cNvSpPr/>
            <p:nvPr/>
          </p:nvSpPr>
          <p:spPr>
            <a:xfrm>
              <a:off x="3098275" y="1954100"/>
              <a:ext cx="45000" cy="139525"/>
            </a:xfrm>
            <a:custGeom>
              <a:avLst/>
              <a:gdLst/>
              <a:ahLst/>
              <a:cxnLst/>
              <a:rect l="l" t="t" r="r" b="b"/>
              <a:pathLst>
                <a:path w="1800" h="5581" extrusionOk="0">
                  <a:moveTo>
                    <a:pt x="279" y="0"/>
                  </a:moveTo>
                  <a:cubicBezTo>
                    <a:pt x="135" y="0"/>
                    <a:pt x="1" y="164"/>
                    <a:pt x="98" y="310"/>
                  </a:cubicBezTo>
                  <a:cubicBezTo>
                    <a:pt x="98" y="344"/>
                    <a:pt x="1366" y="1945"/>
                    <a:pt x="1199" y="2979"/>
                  </a:cubicBezTo>
                  <a:cubicBezTo>
                    <a:pt x="1066" y="3780"/>
                    <a:pt x="1066" y="4613"/>
                    <a:pt x="1199" y="5414"/>
                  </a:cubicBezTo>
                  <a:cubicBezTo>
                    <a:pt x="1199" y="5514"/>
                    <a:pt x="1299" y="5581"/>
                    <a:pt x="1399" y="5581"/>
                  </a:cubicBezTo>
                  <a:lnTo>
                    <a:pt x="1433" y="5581"/>
                  </a:lnTo>
                  <a:cubicBezTo>
                    <a:pt x="1533" y="5547"/>
                    <a:pt x="1633" y="5447"/>
                    <a:pt x="1599" y="5347"/>
                  </a:cubicBezTo>
                  <a:cubicBezTo>
                    <a:pt x="1499" y="4580"/>
                    <a:pt x="1499" y="3813"/>
                    <a:pt x="1599" y="3046"/>
                  </a:cubicBezTo>
                  <a:cubicBezTo>
                    <a:pt x="1799" y="1845"/>
                    <a:pt x="499" y="144"/>
                    <a:pt x="432" y="77"/>
                  </a:cubicBezTo>
                  <a:cubicBezTo>
                    <a:pt x="387" y="23"/>
                    <a:pt x="332" y="0"/>
                    <a:pt x="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6"/>
            <p:cNvSpPr/>
            <p:nvPr/>
          </p:nvSpPr>
          <p:spPr>
            <a:xfrm>
              <a:off x="3318375" y="2033800"/>
              <a:ext cx="198500" cy="124050"/>
            </a:xfrm>
            <a:custGeom>
              <a:avLst/>
              <a:gdLst/>
              <a:ahLst/>
              <a:cxnLst/>
              <a:rect l="l" t="t" r="r" b="b"/>
              <a:pathLst>
                <a:path w="7940" h="4962" extrusionOk="0">
                  <a:moveTo>
                    <a:pt x="1789" y="0"/>
                  </a:moveTo>
                  <a:cubicBezTo>
                    <a:pt x="1623" y="0"/>
                    <a:pt x="1471" y="8"/>
                    <a:pt x="1335" y="24"/>
                  </a:cubicBezTo>
                  <a:cubicBezTo>
                    <a:pt x="968" y="24"/>
                    <a:pt x="634" y="225"/>
                    <a:pt x="434" y="558"/>
                  </a:cubicBezTo>
                  <a:cubicBezTo>
                    <a:pt x="0" y="1359"/>
                    <a:pt x="668" y="2793"/>
                    <a:pt x="701" y="2860"/>
                  </a:cubicBezTo>
                  <a:cubicBezTo>
                    <a:pt x="751" y="2935"/>
                    <a:pt x="820" y="2972"/>
                    <a:pt x="893" y="2972"/>
                  </a:cubicBezTo>
                  <a:cubicBezTo>
                    <a:pt x="918" y="2972"/>
                    <a:pt x="943" y="2968"/>
                    <a:pt x="968" y="2960"/>
                  </a:cubicBezTo>
                  <a:cubicBezTo>
                    <a:pt x="1101" y="2893"/>
                    <a:pt x="1135" y="2793"/>
                    <a:pt x="1068" y="2660"/>
                  </a:cubicBezTo>
                  <a:cubicBezTo>
                    <a:pt x="901" y="2326"/>
                    <a:pt x="534" y="1292"/>
                    <a:pt x="834" y="758"/>
                  </a:cubicBezTo>
                  <a:cubicBezTo>
                    <a:pt x="934" y="558"/>
                    <a:pt x="1168" y="425"/>
                    <a:pt x="1401" y="425"/>
                  </a:cubicBezTo>
                  <a:cubicBezTo>
                    <a:pt x="1517" y="410"/>
                    <a:pt x="1649" y="404"/>
                    <a:pt x="1792" y="404"/>
                  </a:cubicBezTo>
                  <a:cubicBezTo>
                    <a:pt x="3301" y="404"/>
                    <a:pt x="6171" y="1143"/>
                    <a:pt x="6872" y="1325"/>
                  </a:cubicBezTo>
                  <a:cubicBezTo>
                    <a:pt x="6772" y="2526"/>
                    <a:pt x="6972" y="3727"/>
                    <a:pt x="7506" y="4828"/>
                  </a:cubicBezTo>
                  <a:cubicBezTo>
                    <a:pt x="7539" y="4895"/>
                    <a:pt x="7606" y="4961"/>
                    <a:pt x="7673" y="4961"/>
                  </a:cubicBezTo>
                  <a:cubicBezTo>
                    <a:pt x="7706" y="4961"/>
                    <a:pt x="7739" y="4961"/>
                    <a:pt x="7773" y="4928"/>
                  </a:cubicBezTo>
                  <a:cubicBezTo>
                    <a:pt x="7873" y="4861"/>
                    <a:pt x="7939" y="4761"/>
                    <a:pt x="7873" y="4661"/>
                  </a:cubicBezTo>
                  <a:cubicBezTo>
                    <a:pt x="7372" y="3560"/>
                    <a:pt x="7206" y="2359"/>
                    <a:pt x="7339" y="1192"/>
                  </a:cubicBezTo>
                  <a:cubicBezTo>
                    <a:pt x="7339" y="1092"/>
                    <a:pt x="7272" y="992"/>
                    <a:pt x="7172" y="958"/>
                  </a:cubicBezTo>
                  <a:cubicBezTo>
                    <a:pt x="7019" y="928"/>
                    <a:pt x="3614" y="0"/>
                    <a:pt x="1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6"/>
            <p:cNvSpPr/>
            <p:nvPr/>
          </p:nvSpPr>
          <p:spPr>
            <a:xfrm>
              <a:off x="3317550" y="1822550"/>
              <a:ext cx="95075" cy="92625"/>
            </a:xfrm>
            <a:custGeom>
              <a:avLst/>
              <a:gdLst/>
              <a:ahLst/>
              <a:cxnLst/>
              <a:rect l="l" t="t" r="r" b="b"/>
              <a:pathLst>
                <a:path w="3803" h="3705" extrusionOk="0">
                  <a:moveTo>
                    <a:pt x="244" y="0"/>
                  </a:moveTo>
                  <a:cubicBezTo>
                    <a:pt x="181" y="0"/>
                    <a:pt x="110" y="37"/>
                    <a:pt x="67" y="102"/>
                  </a:cubicBezTo>
                  <a:cubicBezTo>
                    <a:pt x="0" y="168"/>
                    <a:pt x="33" y="302"/>
                    <a:pt x="134" y="369"/>
                  </a:cubicBezTo>
                  <a:cubicBezTo>
                    <a:pt x="500" y="635"/>
                    <a:pt x="801" y="1002"/>
                    <a:pt x="1034" y="1403"/>
                  </a:cubicBezTo>
                  <a:cubicBezTo>
                    <a:pt x="1201" y="1870"/>
                    <a:pt x="1301" y="2370"/>
                    <a:pt x="1368" y="2870"/>
                  </a:cubicBezTo>
                  <a:cubicBezTo>
                    <a:pt x="1401" y="2937"/>
                    <a:pt x="1434" y="3004"/>
                    <a:pt x="1535" y="3037"/>
                  </a:cubicBezTo>
                  <a:cubicBezTo>
                    <a:pt x="1535" y="3037"/>
                    <a:pt x="2368" y="3304"/>
                    <a:pt x="3469" y="3704"/>
                  </a:cubicBezTo>
                  <a:lnTo>
                    <a:pt x="3569" y="3704"/>
                  </a:lnTo>
                  <a:cubicBezTo>
                    <a:pt x="3636" y="3704"/>
                    <a:pt x="3703" y="3671"/>
                    <a:pt x="3769" y="3604"/>
                  </a:cubicBezTo>
                  <a:cubicBezTo>
                    <a:pt x="3803" y="3471"/>
                    <a:pt x="3736" y="3371"/>
                    <a:pt x="3636" y="3337"/>
                  </a:cubicBezTo>
                  <a:cubicBezTo>
                    <a:pt x="2769" y="3004"/>
                    <a:pt x="2068" y="2770"/>
                    <a:pt x="1768" y="2670"/>
                  </a:cubicBezTo>
                  <a:cubicBezTo>
                    <a:pt x="1701" y="2203"/>
                    <a:pt x="1568" y="1703"/>
                    <a:pt x="1401" y="1236"/>
                  </a:cubicBezTo>
                  <a:cubicBezTo>
                    <a:pt x="1168" y="769"/>
                    <a:pt x="801" y="335"/>
                    <a:pt x="334" y="35"/>
                  </a:cubicBezTo>
                  <a:cubicBezTo>
                    <a:pt x="310" y="11"/>
                    <a:pt x="278" y="0"/>
                    <a:pt x="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6"/>
            <p:cNvSpPr/>
            <p:nvPr/>
          </p:nvSpPr>
          <p:spPr>
            <a:xfrm>
              <a:off x="3399175" y="1904750"/>
              <a:ext cx="195250" cy="156350"/>
            </a:xfrm>
            <a:custGeom>
              <a:avLst/>
              <a:gdLst/>
              <a:ahLst/>
              <a:cxnLst/>
              <a:rect l="l" t="t" r="r" b="b"/>
              <a:pathLst>
                <a:path w="7810" h="6254" extrusionOk="0">
                  <a:moveTo>
                    <a:pt x="288" y="0"/>
                  </a:moveTo>
                  <a:cubicBezTo>
                    <a:pt x="80" y="0"/>
                    <a:pt x="0" y="327"/>
                    <a:pt x="238" y="416"/>
                  </a:cubicBezTo>
                  <a:cubicBezTo>
                    <a:pt x="1939" y="1017"/>
                    <a:pt x="4107" y="1917"/>
                    <a:pt x="5008" y="2618"/>
                  </a:cubicBezTo>
                  <a:cubicBezTo>
                    <a:pt x="6442" y="3785"/>
                    <a:pt x="7343" y="6087"/>
                    <a:pt x="7343" y="6120"/>
                  </a:cubicBezTo>
                  <a:cubicBezTo>
                    <a:pt x="7376" y="6187"/>
                    <a:pt x="7443" y="6254"/>
                    <a:pt x="7543" y="6254"/>
                  </a:cubicBezTo>
                  <a:cubicBezTo>
                    <a:pt x="7576" y="6254"/>
                    <a:pt x="7610" y="6221"/>
                    <a:pt x="7643" y="6221"/>
                  </a:cubicBezTo>
                  <a:cubicBezTo>
                    <a:pt x="7743" y="6187"/>
                    <a:pt x="7810" y="6054"/>
                    <a:pt x="7776" y="5954"/>
                  </a:cubicBezTo>
                  <a:cubicBezTo>
                    <a:pt x="7710" y="5854"/>
                    <a:pt x="6776" y="3552"/>
                    <a:pt x="5275" y="2284"/>
                  </a:cubicBezTo>
                  <a:cubicBezTo>
                    <a:pt x="4341" y="1551"/>
                    <a:pt x="2106" y="650"/>
                    <a:pt x="371" y="16"/>
                  </a:cubicBezTo>
                  <a:cubicBezTo>
                    <a:pt x="342" y="5"/>
                    <a:pt x="314"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56"/>
            <p:cNvSpPr/>
            <p:nvPr/>
          </p:nvSpPr>
          <p:spPr>
            <a:xfrm>
              <a:off x="3292525" y="1880750"/>
              <a:ext cx="44225" cy="15250"/>
            </a:xfrm>
            <a:custGeom>
              <a:avLst/>
              <a:gdLst/>
              <a:ahLst/>
              <a:cxnLst/>
              <a:rect l="l" t="t" r="r" b="b"/>
              <a:pathLst>
                <a:path w="1769" h="610" extrusionOk="0">
                  <a:moveTo>
                    <a:pt x="202" y="0"/>
                  </a:moveTo>
                  <a:cubicBezTo>
                    <a:pt x="102" y="0"/>
                    <a:pt x="34" y="65"/>
                    <a:pt x="34" y="175"/>
                  </a:cubicBezTo>
                  <a:cubicBezTo>
                    <a:pt x="0" y="276"/>
                    <a:pt x="67" y="376"/>
                    <a:pt x="201" y="409"/>
                  </a:cubicBezTo>
                  <a:lnTo>
                    <a:pt x="1435" y="609"/>
                  </a:lnTo>
                  <a:lnTo>
                    <a:pt x="1468" y="609"/>
                  </a:lnTo>
                  <a:cubicBezTo>
                    <a:pt x="1735" y="609"/>
                    <a:pt x="1768" y="209"/>
                    <a:pt x="1468" y="175"/>
                  </a:cubicBezTo>
                  <a:lnTo>
                    <a:pt x="267" y="9"/>
                  </a:lnTo>
                  <a:cubicBezTo>
                    <a:pt x="244" y="3"/>
                    <a:pt x="222"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56"/>
            <p:cNvSpPr/>
            <p:nvPr/>
          </p:nvSpPr>
          <p:spPr>
            <a:xfrm>
              <a:off x="3521025" y="1923175"/>
              <a:ext cx="198500" cy="116250"/>
            </a:xfrm>
            <a:custGeom>
              <a:avLst/>
              <a:gdLst/>
              <a:ahLst/>
              <a:cxnLst/>
              <a:rect l="l" t="t" r="r" b="b"/>
              <a:pathLst>
                <a:path w="7940" h="4650" extrusionOk="0">
                  <a:moveTo>
                    <a:pt x="5692" y="0"/>
                  </a:moveTo>
                  <a:cubicBezTo>
                    <a:pt x="5181" y="0"/>
                    <a:pt x="4557" y="73"/>
                    <a:pt x="3870" y="146"/>
                  </a:cubicBezTo>
                  <a:cubicBezTo>
                    <a:pt x="3303" y="213"/>
                    <a:pt x="2736" y="246"/>
                    <a:pt x="2168" y="280"/>
                  </a:cubicBezTo>
                  <a:cubicBezTo>
                    <a:pt x="34" y="380"/>
                    <a:pt x="0" y="1681"/>
                    <a:pt x="0" y="1714"/>
                  </a:cubicBezTo>
                  <a:cubicBezTo>
                    <a:pt x="0" y="1848"/>
                    <a:pt x="109" y="1914"/>
                    <a:pt x="217" y="1914"/>
                  </a:cubicBezTo>
                  <a:cubicBezTo>
                    <a:pt x="325" y="1914"/>
                    <a:pt x="434" y="1848"/>
                    <a:pt x="434" y="1714"/>
                  </a:cubicBezTo>
                  <a:cubicBezTo>
                    <a:pt x="434" y="1714"/>
                    <a:pt x="434" y="780"/>
                    <a:pt x="2202" y="713"/>
                  </a:cubicBezTo>
                  <a:cubicBezTo>
                    <a:pt x="2769" y="680"/>
                    <a:pt x="3369" y="613"/>
                    <a:pt x="3936" y="547"/>
                  </a:cubicBezTo>
                  <a:cubicBezTo>
                    <a:pt x="4537" y="480"/>
                    <a:pt x="5162" y="413"/>
                    <a:pt x="5663" y="413"/>
                  </a:cubicBezTo>
                  <a:cubicBezTo>
                    <a:pt x="6163" y="413"/>
                    <a:pt x="6538" y="480"/>
                    <a:pt x="6638" y="680"/>
                  </a:cubicBezTo>
                  <a:cubicBezTo>
                    <a:pt x="7005" y="1414"/>
                    <a:pt x="7472" y="3115"/>
                    <a:pt x="7039" y="3682"/>
                  </a:cubicBezTo>
                  <a:cubicBezTo>
                    <a:pt x="6772" y="4083"/>
                    <a:pt x="4437" y="4249"/>
                    <a:pt x="2869" y="4249"/>
                  </a:cubicBezTo>
                  <a:cubicBezTo>
                    <a:pt x="2602" y="4249"/>
                    <a:pt x="2602" y="4650"/>
                    <a:pt x="2869" y="4650"/>
                  </a:cubicBezTo>
                  <a:cubicBezTo>
                    <a:pt x="3536" y="4650"/>
                    <a:pt x="6872" y="4616"/>
                    <a:pt x="7372" y="3916"/>
                  </a:cubicBezTo>
                  <a:cubicBezTo>
                    <a:pt x="7939" y="3115"/>
                    <a:pt x="7339" y="1180"/>
                    <a:pt x="7005" y="513"/>
                  </a:cubicBezTo>
                  <a:cubicBezTo>
                    <a:pt x="6818" y="120"/>
                    <a:pt x="6347" y="0"/>
                    <a:pt x="5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56"/>
            <p:cNvSpPr/>
            <p:nvPr/>
          </p:nvSpPr>
          <p:spPr>
            <a:xfrm>
              <a:off x="3426775" y="1779000"/>
              <a:ext cx="85100" cy="69450"/>
            </a:xfrm>
            <a:custGeom>
              <a:avLst/>
              <a:gdLst/>
              <a:ahLst/>
              <a:cxnLst/>
              <a:rect l="l" t="t" r="r" b="b"/>
              <a:pathLst>
                <a:path w="3404" h="2778" extrusionOk="0">
                  <a:moveTo>
                    <a:pt x="246" y="0"/>
                  </a:moveTo>
                  <a:cubicBezTo>
                    <a:pt x="157" y="0"/>
                    <a:pt x="62" y="60"/>
                    <a:pt x="34" y="143"/>
                  </a:cubicBezTo>
                  <a:cubicBezTo>
                    <a:pt x="1" y="243"/>
                    <a:pt x="68" y="376"/>
                    <a:pt x="168" y="409"/>
                  </a:cubicBezTo>
                  <a:cubicBezTo>
                    <a:pt x="701" y="643"/>
                    <a:pt x="1168" y="910"/>
                    <a:pt x="1635" y="1243"/>
                  </a:cubicBezTo>
                  <a:cubicBezTo>
                    <a:pt x="2169" y="1644"/>
                    <a:pt x="2636" y="2111"/>
                    <a:pt x="2970" y="2678"/>
                  </a:cubicBezTo>
                  <a:cubicBezTo>
                    <a:pt x="3003" y="2744"/>
                    <a:pt x="3070" y="2778"/>
                    <a:pt x="3170" y="2778"/>
                  </a:cubicBezTo>
                  <a:lnTo>
                    <a:pt x="3237" y="2778"/>
                  </a:lnTo>
                  <a:cubicBezTo>
                    <a:pt x="3337" y="2711"/>
                    <a:pt x="3403" y="2578"/>
                    <a:pt x="3337" y="2478"/>
                  </a:cubicBezTo>
                  <a:cubicBezTo>
                    <a:pt x="2936" y="1877"/>
                    <a:pt x="2436" y="1343"/>
                    <a:pt x="1869" y="910"/>
                  </a:cubicBezTo>
                  <a:cubicBezTo>
                    <a:pt x="1369" y="543"/>
                    <a:pt x="868" y="243"/>
                    <a:pt x="301" y="9"/>
                  </a:cubicBezTo>
                  <a:cubicBezTo>
                    <a:pt x="283" y="3"/>
                    <a:pt x="265" y="0"/>
                    <a:pt x="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6"/>
            <p:cNvSpPr/>
            <p:nvPr/>
          </p:nvSpPr>
          <p:spPr>
            <a:xfrm>
              <a:off x="2955625" y="1225475"/>
              <a:ext cx="408950" cy="458700"/>
            </a:xfrm>
            <a:custGeom>
              <a:avLst/>
              <a:gdLst/>
              <a:ahLst/>
              <a:cxnLst/>
              <a:rect l="l" t="t" r="r" b="b"/>
              <a:pathLst>
                <a:path w="16358" h="18348" extrusionOk="0">
                  <a:moveTo>
                    <a:pt x="14942" y="1"/>
                  </a:moveTo>
                  <a:cubicBezTo>
                    <a:pt x="14900" y="1"/>
                    <a:pt x="14855" y="12"/>
                    <a:pt x="14811" y="34"/>
                  </a:cubicBezTo>
                  <a:cubicBezTo>
                    <a:pt x="13443" y="902"/>
                    <a:pt x="11975" y="1569"/>
                    <a:pt x="10441" y="2069"/>
                  </a:cubicBezTo>
                  <a:cubicBezTo>
                    <a:pt x="8406" y="2636"/>
                    <a:pt x="4370" y="3570"/>
                    <a:pt x="4337" y="3570"/>
                  </a:cubicBezTo>
                  <a:cubicBezTo>
                    <a:pt x="4270" y="3604"/>
                    <a:pt x="4203" y="3637"/>
                    <a:pt x="4170" y="3704"/>
                  </a:cubicBezTo>
                  <a:cubicBezTo>
                    <a:pt x="4170" y="3704"/>
                    <a:pt x="2936" y="6339"/>
                    <a:pt x="2202" y="7840"/>
                  </a:cubicBezTo>
                  <a:cubicBezTo>
                    <a:pt x="1601" y="8907"/>
                    <a:pt x="901" y="9908"/>
                    <a:pt x="67" y="10809"/>
                  </a:cubicBezTo>
                  <a:cubicBezTo>
                    <a:pt x="0" y="10842"/>
                    <a:pt x="0" y="10942"/>
                    <a:pt x="33" y="11009"/>
                  </a:cubicBezTo>
                  <a:cubicBezTo>
                    <a:pt x="33" y="11009"/>
                    <a:pt x="334" y="12076"/>
                    <a:pt x="767" y="13911"/>
                  </a:cubicBezTo>
                  <a:cubicBezTo>
                    <a:pt x="1234" y="15746"/>
                    <a:pt x="767" y="18081"/>
                    <a:pt x="767" y="18081"/>
                  </a:cubicBezTo>
                  <a:cubicBezTo>
                    <a:pt x="767" y="18214"/>
                    <a:pt x="834" y="18314"/>
                    <a:pt x="934" y="18347"/>
                  </a:cubicBezTo>
                  <a:lnTo>
                    <a:pt x="967" y="18347"/>
                  </a:lnTo>
                  <a:cubicBezTo>
                    <a:pt x="1068" y="18347"/>
                    <a:pt x="1168" y="18247"/>
                    <a:pt x="1168" y="18147"/>
                  </a:cubicBezTo>
                  <a:cubicBezTo>
                    <a:pt x="1201" y="18081"/>
                    <a:pt x="1668" y="15746"/>
                    <a:pt x="1168" y="13844"/>
                  </a:cubicBezTo>
                  <a:cubicBezTo>
                    <a:pt x="801" y="12310"/>
                    <a:pt x="534" y="11342"/>
                    <a:pt x="467" y="11009"/>
                  </a:cubicBezTo>
                  <a:cubicBezTo>
                    <a:pt x="1268" y="10108"/>
                    <a:pt x="2002" y="9107"/>
                    <a:pt x="2569" y="8040"/>
                  </a:cubicBezTo>
                  <a:cubicBezTo>
                    <a:pt x="3236" y="6706"/>
                    <a:pt x="4303" y="4471"/>
                    <a:pt x="4503" y="3970"/>
                  </a:cubicBezTo>
                  <a:cubicBezTo>
                    <a:pt x="5137" y="3837"/>
                    <a:pt x="8673" y="3003"/>
                    <a:pt x="10541" y="2503"/>
                  </a:cubicBezTo>
                  <a:cubicBezTo>
                    <a:pt x="12042" y="2002"/>
                    <a:pt x="13476" y="1369"/>
                    <a:pt x="14811" y="535"/>
                  </a:cubicBezTo>
                  <a:cubicBezTo>
                    <a:pt x="15078" y="1302"/>
                    <a:pt x="15444" y="2036"/>
                    <a:pt x="15911" y="2703"/>
                  </a:cubicBezTo>
                  <a:cubicBezTo>
                    <a:pt x="15948" y="2767"/>
                    <a:pt x="16002" y="2793"/>
                    <a:pt x="16057" y="2793"/>
                  </a:cubicBezTo>
                  <a:cubicBezTo>
                    <a:pt x="16203" y="2793"/>
                    <a:pt x="16357" y="2606"/>
                    <a:pt x="16212" y="2436"/>
                  </a:cubicBezTo>
                  <a:cubicBezTo>
                    <a:pt x="15745" y="1736"/>
                    <a:pt x="15378" y="968"/>
                    <a:pt x="15144" y="134"/>
                  </a:cubicBezTo>
                  <a:cubicBezTo>
                    <a:pt x="15100" y="45"/>
                    <a:pt x="15026" y="1"/>
                    <a:pt x="149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6"/>
            <p:cNvSpPr/>
            <p:nvPr/>
          </p:nvSpPr>
          <p:spPr>
            <a:xfrm>
              <a:off x="3130375" y="1489300"/>
              <a:ext cx="55425" cy="29750"/>
            </a:xfrm>
            <a:custGeom>
              <a:avLst/>
              <a:gdLst/>
              <a:ahLst/>
              <a:cxnLst/>
              <a:rect l="l" t="t" r="r" b="b"/>
              <a:pathLst>
                <a:path w="2217" h="1190" extrusionOk="0">
                  <a:moveTo>
                    <a:pt x="313" y="1"/>
                  </a:moveTo>
                  <a:cubicBezTo>
                    <a:pt x="132" y="1"/>
                    <a:pt x="0" y="282"/>
                    <a:pt x="215" y="389"/>
                  </a:cubicBezTo>
                  <a:cubicBezTo>
                    <a:pt x="749" y="756"/>
                    <a:pt x="1316" y="1023"/>
                    <a:pt x="1950" y="1190"/>
                  </a:cubicBezTo>
                  <a:lnTo>
                    <a:pt x="2017" y="1190"/>
                  </a:lnTo>
                  <a:cubicBezTo>
                    <a:pt x="2083" y="1190"/>
                    <a:pt x="2183" y="1123"/>
                    <a:pt x="2183" y="1023"/>
                  </a:cubicBezTo>
                  <a:cubicBezTo>
                    <a:pt x="2217" y="923"/>
                    <a:pt x="2150" y="823"/>
                    <a:pt x="2050" y="789"/>
                  </a:cubicBezTo>
                  <a:cubicBezTo>
                    <a:pt x="1483" y="623"/>
                    <a:pt x="916" y="389"/>
                    <a:pt x="449" y="56"/>
                  </a:cubicBezTo>
                  <a:cubicBezTo>
                    <a:pt x="403" y="17"/>
                    <a:pt x="357" y="1"/>
                    <a:pt x="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6"/>
            <p:cNvSpPr/>
            <p:nvPr/>
          </p:nvSpPr>
          <p:spPr>
            <a:xfrm>
              <a:off x="3077325" y="1430900"/>
              <a:ext cx="43425" cy="49800"/>
            </a:xfrm>
            <a:custGeom>
              <a:avLst/>
              <a:gdLst/>
              <a:ahLst/>
              <a:cxnLst/>
              <a:rect l="l" t="t" r="r" b="b"/>
              <a:pathLst>
                <a:path w="1737" h="1992" extrusionOk="0">
                  <a:moveTo>
                    <a:pt x="271" y="1"/>
                  </a:moveTo>
                  <a:cubicBezTo>
                    <a:pt x="136" y="1"/>
                    <a:pt x="0" y="130"/>
                    <a:pt x="69" y="290"/>
                  </a:cubicBezTo>
                  <a:cubicBezTo>
                    <a:pt x="436" y="890"/>
                    <a:pt x="836" y="1424"/>
                    <a:pt x="1337" y="1925"/>
                  </a:cubicBezTo>
                  <a:cubicBezTo>
                    <a:pt x="1370" y="1958"/>
                    <a:pt x="1437" y="1991"/>
                    <a:pt x="1503" y="1991"/>
                  </a:cubicBezTo>
                  <a:cubicBezTo>
                    <a:pt x="1537" y="1991"/>
                    <a:pt x="1603" y="1958"/>
                    <a:pt x="1637" y="1925"/>
                  </a:cubicBezTo>
                  <a:cubicBezTo>
                    <a:pt x="1737" y="1824"/>
                    <a:pt x="1737" y="1691"/>
                    <a:pt x="1637" y="1624"/>
                  </a:cubicBezTo>
                  <a:cubicBezTo>
                    <a:pt x="1170" y="1157"/>
                    <a:pt x="769" y="657"/>
                    <a:pt x="436" y="90"/>
                  </a:cubicBezTo>
                  <a:cubicBezTo>
                    <a:pt x="394" y="27"/>
                    <a:pt x="333"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6"/>
            <p:cNvSpPr/>
            <p:nvPr/>
          </p:nvSpPr>
          <p:spPr>
            <a:xfrm>
              <a:off x="3320050" y="1046200"/>
              <a:ext cx="26700" cy="99250"/>
            </a:xfrm>
            <a:custGeom>
              <a:avLst/>
              <a:gdLst/>
              <a:ahLst/>
              <a:cxnLst/>
              <a:rect l="l" t="t" r="r" b="b"/>
              <a:pathLst>
                <a:path w="1068" h="3970" extrusionOk="0">
                  <a:moveTo>
                    <a:pt x="795" y="0"/>
                  </a:moveTo>
                  <a:cubicBezTo>
                    <a:pt x="723" y="0"/>
                    <a:pt x="656" y="45"/>
                    <a:pt x="634" y="134"/>
                  </a:cubicBezTo>
                  <a:cubicBezTo>
                    <a:pt x="200" y="1268"/>
                    <a:pt x="0" y="2502"/>
                    <a:pt x="100" y="3770"/>
                  </a:cubicBezTo>
                  <a:cubicBezTo>
                    <a:pt x="134" y="3870"/>
                    <a:pt x="200" y="3970"/>
                    <a:pt x="334" y="3970"/>
                  </a:cubicBezTo>
                  <a:cubicBezTo>
                    <a:pt x="434" y="3936"/>
                    <a:pt x="534" y="3836"/>
                    <a:pt x="534" y="3736"/>
                  </a:cubicBezTo>
                  <a:cubicBezTo>
                    <a:pt x="434" y="2569"/>
                    <a:pt x="601" y="1401"/>
                    <a:pt x="1001" y="300"/>
                  </a:cubicBezTo>
                  <a:cubicBezTo>
                    <a:pt x="1068" y="200"/>
                    <a:pt x="1034" y="67"/>
                    <a:pt x="901" y="33"/>
                  </a:cubicBezTo>
                  <a:cubicBezTo>
                    <a:pt x="867" y="11"/>
                    <a:pt x="830" y="0"/>
                    <a:pt x="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6"/>
            <p:cNvSpPr/>
            <p:nvPr/>
          </p:nvSpPr>
          <p:spPr>
            <a:xfrm>
              <a:off x="3325875" y="1173775"/>
              <a:ext cx="15875" cy="36725"/>
            </a:xfrm>
            <a:custGeom>
              <a:avLst/>
              <a:gdLst/>
              <a:ahLst/>
              <a:cxnLst/>
              <a:rect l="l" t="t" r="r" b="b"/>
              <a:pathLst>
                <a:path w="635" h="1469" extrusionOk="0">
                  <a:moveTo>
                    <a:pt x="201" y="1"/>
                  </a:moveTo>
                  <a:cubicBezTo>
                    <a:pt x="101" y="34"/>
                    <a:pt x="1" y="134"/>
                    <a:pt x="34" y="234"/>
                  </a:cubicBezTo>
                  <a:cubicBezTo>
                    <a:pt x="101" y="868"/>
                    <a:pt x="201" y="1268"/>
                    <a:pt x="201" y="1268"/>
                  </a:cubicBezTo>
                  <a:cubicBezTo>
                    <a:pt x="234" y="1368"/>
                    <a:pt x="301" y="1435"/>
                    <a:pt x="401" y="1469"/>
                  </a:cubicBezTo>
                  <a:lnTo>
                    <a:pt x="434" y="1435"/>
                  </a:lnTo>
                  <a:cubicBezTo>
                    <a:pt x="568" y="1435"/>
                    <a:pt x="634" y="1302"/>
                    <a:pt x="601" y="1202"/>
                  </a:cubicBezTo>
                  <a:cubicBezTo>
                    <a:pt x="601" y="1202"/>
                    <a:pt x="534" y="801"/>
                    <a:pt x="434" y="201"/>
                  </a:cubicBezTo>
                  <a:cubicBezTo>
                    <a:pt x="434" y="68"/>
                    <a:pt x="301" y="1"/>
                    <a:pt x="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56"/>
            <p:cNvSpPr/>
            <p:nvPr/>
          </p:nvSpPr>
          <p:spPr>
            <a:xfrm>
              <a:off x="2971450" y="1195125"/>
              <a:ext cx="105950" cy="130450"/>
            </a:xfrm>
            <a:custGeom>
              <a:avLst/>
              <a:gdLst/>
              <a:ahLst/>
              <a:cxnLst/>
              <a:rect l="l" t="t" r="r" b="b"/>
              <a:pathLst>
                <a:path w="4238" h="5218" extrusionOk="0">
                  <a:moveTo>
                    <a:pt x="255" y="1"/>
                  </a:moveTo>
                  <a:cubicBezTo>
                    <a:pt x="195" y="1"/>
                    <a:pt x="138" y="26"/>
                    <a:pt x="101" y="81"/>
                  </a:cubicBezTo>
                  <a:cubicBezTo>
                    <a:pt x="1" y="148"/>
                    <a:pt x="34" y="281"/>
                    <a:pt x="101" y="381"/>
                  </a:cubicBezTo>
                  <a:cubicBezTo>
                    <a:pt x="1135" y="1215"/>
                    <a:pt x="3737" y="3750"/>
                    <a:pt x="3537" y="4984"/>
                  </a:cubicBezTo>
                  <a:cubicBezTo>
                    <a:pt x="3503" y="5084"/>
                    <a:pt x="3570" y="5184"/>
                    <a:pt x="3704" y="5218"/>
                  </a:cubicBezTo>
                  <a:lnTo>
                    <a:pt x="3737" y="5218"/>
                  </a:lnTo>
                  <a:cubicBezTo>
                    <a:pt x="3837" y="5218"/>
                    <a:pt x="3937" y="5151"/>
                    <a:pt x="3937" y="5051"/>
                  </a:cubicBezTo>
                  <a:cubicBezTo>
                    <a:pt x="4237" y="3383"/>
                    <a:pt x="768" y="381"/>
                    <a:pt x="401" y="47"/>
                  </a:cubicBezTo>
                  <a:cubicBezTo>
                    <a:pt x="356" y="17"/>
                    <a:pt x="304"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6"/>
            <p:cNvSpPr/>
            <p:nvPr/>
          </p:nvSpPr>
          <p:spPr>
            <a:xfrm>
              <a:off x="2880550" y="1435625"/>
              <a:ext cx="67575" cy="55075"/>
            </a:xfrm>
            <a:custGeom>
              <a:avLst/>
              <a:gdLst/>
              <a:ahLst/>
              <a:cxnLst/>
              <a:rect l="l" t="t" r="r" b="b"/>
              <a:pathLst>
                <a:path w="2703" h="2203" extrusionOk="0">
                  <a:moveTo>
                    <a:pt x="253" y="0"/>
                  </a:moveTo>
                  <a:cubicBezTo>
                    <a:pt x="225" y="0"/>
                    <a:pt x="207" y="1"/>
                    <a:pt x="201" y="1"/>
                  </a:cubicBezTo>
                  <a:cubicBezTo>
                    <a:pt x="68" y="1"/>
                    <a:pt x="1" y="101"/>
                    <a:pt x="1" y="201"/>
                  </a:cubicBezTo>
                  <a:cubicBezTo>
                    <a:pt x="1" y="335"/>
                    <a:pt x="101" y="401"/>
                    <a:pt x="234" y="401"/>
                  </a:cubicBezTo>
                  <a:cubicBezTo>
                    <a:pt x="236" y="401"/>
                    <a:pt x="239" y="401"/>
                    <a:pt x="243" y="401"/>
                  </a:cubicBezTo>
                  <a:cubicBezTo>
                    <a:pt x="360" y="401"/>
                    <a:pt x="1531" y="432"/>
                    <a:pt x="2269" y="2069"/>
                  </a:cubicBezTo>
                  <a:cubicBezTo>
                    <a:pt x="2303" y="2136"/>
                    <a:pt x="2403" y="2203"/>
                    <a:pt x="2469" y="2203"/>
                  </a:cubicBezTo>
                  <a:cubicBezTo>
                    <a:pt x="2503" y="2203"/>
                    <a:pt x="2536" y="2203"/>
                    <a:pt x="2569" y="2169"/>
                  </a:cubicBezTo>
                  <a:cubicBezTo>
                    <a:pt x="2670" y="2136"/>
                    <a:pt x="2703" y="2002"/>
                    <a:pt x="2670" y="1902"/>
                  </a:cubicBezTo>
                  <a:cubicBezTo>
                    <a:pt x="1851" y="83"/>
                    <a:pt x="536" y="0"/>
                    <a:pt x="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56"/>
            <p:cNvSpPr/>
            <p:nvPr/>
          </p:nvSpPr>
          <p:spPr>
            <a:xfrm>
              <a:off x="2837200" y="1032850"/>
              <a:ext cx="980725" cy="980725"/>
            </a:xfrm>
            <a:custGeom>
              <a:avLst/>
              <a:gdLst/>
              <a:ahLst/>
              <a:cxnLst/>
              <a:rect l="l" t="t" r="r" b="b"/>
              <a:pathLst>
                <a:path w="39229" h="39229" extrusionOk="0">
                  <a:moveTo>
                    <a:pt x="33624" y="0"/>
                  </a:moveTo>
                  <a:lnTo>
                    <a:pt x="15678" y="17813"/>
                  </a:lnTo>
                  <a:lnTo>
                    <a:pt x="0" y="35226"/>
                  </a:lnTo>
                  <a:lnTo>
                    <a:pt x="2002" y="37227"/>
                  </a:lnTo>
                  <a:lnTo>
                    <a:pt x="4003" y="39229"/>
                  </a:lnTo>
                  <a:lnTo>
                    <a:pt x="21416" y="23551"/>
                  </a:lnTo>
                  <a:lnTo>
                    <a:pt x="39228" y="5604"/>
                  </a:lnTo>
                  <a:lnTo>
                    <a:pt x="36426" y="2802"/>
                  </a:lnTo>
                  <a:lnTo>
                    <a:pt x="336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56"/>
            <p:cNvSpPr/>
            <p:nvPr/>
          </p:nvSpPr>
          <p:spPr>
            <a:xfrm>
              <a:off x="2831350" y="1027425"/>
              <a:ext cx="992400" cy="991150"/>
            </a:xfrm>
            <a:custGeom>
              <a:avLst/>
              <a:gdLst/>
              <a:ahLst/>
              <a:cxnLst/>
              <a:rect l="l" t="t" r="r" b="b"/>
              <a:pathLst>
                <a:path w="39696" h="39646" extrusionOk="0">
                  <a:moveTo>
                    <a:pt x="33858" y="518"/>
                  </a:moveTo>
                  <a:lnTo>
                    <a:pt x="39162" y="5821"/>
                  </a:lnTo>
                  <a:lnTo>
                    <a:pt x="21516" y="23601"/>
                  </a:lnTo>
                  <a:lnTo>
                    <a:pt x="4237" y="39145"/>
                  </a:lnTo>
                  <a:lnTo>
                    <a:pt x="535" y="35443"/>
                  </a:lnTo>
                  <a:lnTo>
                    <a:pt x="16079" y="18164"/>
                  </a:lnTo>
                  <a:lnTo>
                    <a:pt x="33858" y="518"/>
                  </a:lnTo>
                  <a:close/>
                  <a:moveTo>
                    <a:pt x="33863" y="1"/>
                  </a:moveTo>
                  <a:cubicBezTo>
                    <a:pt x="33808" y="1"/>
                    <a:pt x="33758" y="17"/>
                    <a:pt x="33725" y="51"/>
                  </a:cubicBezTo>
                  <a:lnTo>
                    <a:pt x="15779" y="17863"/>
                  </a:lnTo>
                  <a:lnTo>
                    <a:pt x="101" y="35309"/>
                  </a:lnTo>
                  <a:cubicBezTo>
                    <a:pt x="1" y="35376"/>
                    <a:pt x="1" y="35509"/>
                    <a:pt x="101" y="35576"/>
                  </a:cubicBezTo>
                  <a:lnTo>
                    <a:pt x="4104" y="39579"/>
                  </a:lnTo>
                  <a:cubicBezTo>
                    <a:pt x="4137" y="39612"/>
                    <a:pt x="4171" y="39646"/>
                    <a:pt x="4237" y="39646"/>
                  </a:cubicBezTo>
                  <a:cubicBezTo>
                    <a:pt x="4304" y="39646"/>
                    <a:pt x="4337" y="39612"/>
                    <a:pt x="4371" y="39579"/>
                  </a:cubicBezTo>
                  <a:lnTo>
                    <a:pt x="21816" y="23901"/>
                  </a:lnTo>
                  <a:lnTo>
                    <a:pt x="39629" y="5955"/>
                  </a:lnTo>
                  <a:cubicBezTo>
                    <a:pt x="39696" y="5888"/>
                    <a:pt x="39696" y="5755"/>
                    <a:pt x="39629" y="5655"/>
                  </a:cubicBezTo>
                  <a:lnTo>
                    <a:pt x="34025" y="51"/>
                  </a:lnTo>
                  <a:cubicBezTo>
                    <a:pt x="33975" y="17"/>
                    <a:pt x="33917" y="1"/>
                    <a:pt x="338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6"/>
            <p:cNvSpPr/>
            <p:nvPr/>
          </p:nvSpPr>
          <p:spPr>
            <a:xfrm>
              <a:off x="3633600" y="464100"/>
              <a:ext cx="753050" cy="752250"/>
            </a:xfrm>
            <a:custGeom>
              <a:avLst/>
              <a:gdLst/>
              <a:ahLst/>
              <a:cxnLst/>
              <a:rect l="l" t="t" r="r" b="b"/>
              <a:pathLst>
                <a:path w="30122" h="30090" extrusionOk="0">
                  <a:moveTo>
                    <a:pt x="25118" y="1"/>
                  </a:moveTo>
                  <a:cubicBezTo>
                    <a:pt x="25118" y="1"/>
                    <a:pt x="18614" y="6005"/>
                    <a:pt x="10808" y="13477"/>
                  </a:cubicBezTo>
                  <a:cubicBezTo>
                    <a:pt x="3036" y="20949"/>
                    <a:pt x="0" y="24085"/>
                    <a:pt x="0" y="24085"/>
                  </a:cubicBezTo>
                  <a:lnTo>
                    <a:pt x="3003" y="27087"/>
                  </a:lnTo>
                  <a:lnTo>
                    <a:pt x="6005" y="30089"/>
                  </a:lnTo>
                  <a:cubicBezTo>
                    <a:pt x="6005" y="30089"/>
                    <a:pt x="9140" y="27120"/>
                    <a:pt x="16612" y="19315"/>
                  </a:cubicBezTo>
                  <a:cubicBezTo>
                    <a:pt x="24118" y="11509"/>
                    <a:pt x="30122" y="5004"/>
                    <a:pt x="30122" y="5004"/>
                  </a:cubicBezTo>
                  <a:lnTo>
                    <a:pt x="27620" y="2503"/>
                  </a:lnTo>
                  <a:lnTo>
                    <a:pt x="25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6"/>
            <p:cNvSpPr/>
            <p:nvPr/>
          </p:nvSpPr>
          <p:spPr>
            <a:xfrm>
              <a:off x="3627750" y="458675"/>
              <a:ext cx="764750" cy="763500"/>
            </a:xfrm>
            <a:custGeom>
              <a:avLst/>
              <a:gdLst/>
              <a:ahLst/>
              <a:cxnLst/>
              <a:rect l="l" t="t" r="r" b="b"/>
              <a:pathLst>
                <a:path w="30590" h="30540" extrusionOk="0">
                  <a:moveTo>
                    <a:pt x="25352" y="485"/>
                  </a:moveTo>
                  <a:lnTo>
                    <a:pt x="30089" y="5188"/>
                  </a:lnTo>
                  <a:cubicBezTo>
                    <a:pt x="29155" y="6222"/>
                    <a:pt x="23518" y="12293"/>
                    <a:pt x="16713" y="19365"/>
                  </a:cubicBezTo>
                  <a:cubicBezTo>
                    <a:pt x="10175" y="26170"/>
                    <a:pt x="6973" y="29339"/>
                    <a:pt x="6272" y="30039"/>
                  </a:cubicBezTo>
                  <a:lnTo>
                    <a:pt x="535" y="24302"/>
                  </a:lnTo>
                  <a:cubicBezTo>
                    <a:pt x="1235" y="23601"/>
                    <a:pt x="4404" y="20366"/>
                    <a:pt x="11176" y="13861"/>
                  </a:cubicBezTo>
                  <a:cubicBezTo>
                    <a:pt x="18281" y="7056"/>
                    <a:pt x="24352" y="1419"/>
                    <a:pt x="25352" y="485"/>
                  </a:cubicBezTo>
                  <a:close/>
                  <a:moveTo>
                    <a:pt x="25386" y="1"/>
                  </a:moveTo>
                  <a:cubicBezTo>
                    <a:pt x="25336" y="1"/>
                    <a:pt x="25286" y="18"/>
                    <a:pt x="25252" y="51"/>
                  </a:cubicBezTo>
                  <a:cubicBezTo>
                    <a:pt x="25186" y="118"/>
                    <a:pt x="18614" y="6155"/>
                    <a:pt x="10909" y="13561"/>
                  </a:cubicBezTo>
                  <a:cubicBezTo>
                    <a:pt x="3203" y="20966"/>
                    <a:pt x="134" y="24135"/>
                    <a:pt x="101" y="24168"/>
                  </a:cubicBezTo>
                  <a:cubicBezTo>
                    <a:pt x="1" y="24235"/>
                    <a:pt x="1" y="24368"/>
                    <a:pt x="101" y="24468"/>
                  </a:cubicBezTo>
                  <a:lnTo>
                    <a:pt x="6105" y="30473"/>
                  </a:lnTo>
                  <a:cubicBezTo>
                    <a:pt x="6139" y="30506"/>
                    <a:pt x="6205" y="30540"/>
                    <a:pt x="6272" y="30540"/>
                  </a:cubicBezTo>
                  <a:cubicBezTo>
                    <a:pt x="6305" y="30540"/>
                    <a:pt x="6372" y="30506"/>
                    <a:pt x="6406" y="30473"/>
                  </a:cubicBezTo>
                  <a:cubicBezTo>
                    <a:pt x="6439" y="30439"/>
                    <a:pt x="9608" y="27371"/>
                    <a:pt x="17013" y="19665"/>
                  </a:cubicBezTo>
                  <a:cubicBezTo>
                    <a:pt x="24418" y="11960"/>
                    <a:pt x="30456" y="5388"/>
                    <a:pt x="30523" y="5355"/>
                  </a:cubicBezTo>
                  <a:cubicBezTo>
                    <a:pt x="30589" y="5255"/>
                    <a:pt x="30589" y="5121"/>
                    <a:pt x="30523" y="5055"/>
                  </a:cubicBezTo>
                  <a:lnTo>
                    <a:pt x="25519" y="51"/>
                  </a:lnTo>
                  <a:cubicBezTo>
                    <a:pt x="25486" y="18"/>
                    <a:pt x="25436" y="1"/>
                    <a:pt x="25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6"/>
            <p:cNvSpPr/>
            <p:nvPr/>
          </p:nvSpPr>
          <p:spPr>
            <a:xfrm>
              <a:off x="3796225" y="1096250"/>
              <a:ext cx="53050" cy="51700"/>
            </a:xfrm>
            <a:custGeom>
              <a:avLst/>
              <a:gdLst/>
              <a:ahLst/>
              <a:cxnLst/>
              <a:rect l="l" t="t" r="r" b="b"/>
              <a:pathLst>
                <a:path w="2122" h="2068" extrusionOk="0">
                  <a:moveTo>
                    <a:pt x="1816" y="0"/>
                  </a:moveTo>
                  <a:cubicBezTo>
                    <a:pt x="1766" y="0"/>
                    <a:pt x="1714" y="20"/>
                    <a:pt x="1668" y="66"/>
                  </a:cubicBezTo>
                  <a:lnTo>
                    <a:pt x="100" y="1701"/>
                  </a:lnTo>
                  <a:cubicBezTo>
                    <a:pt x="0" y="1768"/>
                    <a:pt x="0" y="1901"/>
                    <a:pt x="100" y="2001"/>
                  </a:cubicBezTo>
                  <a:cubicBezTo>
                    <a:pt x="134" y="2034"/>
                    <a:pt x="167" y="2068"/>
                    <a:pt x="234" y="2068"/>
                  </a:cubicBezTo>
                  <a:cubicBezTo>
                    <a:pt x="267" y="2034"/>
                    <a:pt x="334" y="2034"/>
                    <a:pt x="367" y="2001"/>
                  </a:cubicBezTo>
                  <a:lnTo>
                    <a:pt x="1968" y="367"/>
                  </a:lnTo>
                  <a:cubicBezTo>
                    <a:pt x="2122" y="213"/>
                    <a:pt x="1981" y="0"/>
                    <a:pt x="18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6"/>
            <p:cNvSpPr/>
            <p:nvPr/>
          </p:nvSpPr>
          <p:spPr>
            <a:xfrm>
              <a:off x="3870425" y="583150"/>
              <a:ext cx="478700" cy="488925"/>
            </a:xfrm>
            <a:custGeom>
              <a:avLst/>
              <a:gdLst/>
              <a:ahLst/>
              <a:cxnLst/>
              <a:rect l="l" t="t" r="r" b="b"/>
              <a:pathLst>
                <a:path w="19148" h="19557" extrusionOk="0">
                  <a:moveTo>
                    <a:pt x="18919" y="1"/>
                  </a:moveTo>
                  <a:cubicBezTo>
                    <a:pt x="18864" y="1"/>
                    <a:pt x="18814" y="26"/>
                    <a:pt x="18781" y="76"/>
                  </a:cubicBezTo>
                  <a:lnTo>
                    <a:pt x="68" y="19189"/>
                  </a:lnTo>
                  <a:cubicBezTo>
                    <a:pt x="1" y="19289"/>
                    <a:pt x="1" y="19423"/>
                    <a:pt x="68" y="19489"/>
                  </a:cubicBezTo>
                  <a:cubicBezTo>
                    <a:pt x="101" y="19523"/>
                    <a:pt x="168" y="19556"/>
                    <a:pt x="201" y="19556"/>
                  </a:cubicBezTo>
                  <a:cubicBezTo>
                    <a:pt x="268" y="19556"/>
                    <a:pt x="334" y="19523"/>
                    <a:pt x="368" y="19489"/>
                  </a:cubicBezTo>
                  <a:lnTo>
                    <a:pt x="19081" y="376"/>
                  </a:lnTo>
                  <a:cubicBezTo>
                    <a:pt x="19148" y="276"/>
                    <a:pt x="19148" y="142"/>
                    <a:pt x="19081" y="76"/>
                  </a:cubicBezTo>
                  <a:cubicBezTo>
                    <a:pt x="19031" y="26"/>
                    <a:pt x="18973" y="1"/>
                    <a:pt x="189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6"/>
            <p:cNvSpPr/>
            <p:nvPr/>
          </p:nvSpPr>
          <p:spPr>
            <a:xfrm>
              <a:off x="3519350" y="1199425"/>
              <a:ext cx="220175" cy="225400"/>
            </a:xfrm>
            <a:custGeom>
              <a:avLst/>
              <a:gdLst/>
              <a:ahLst/>
              <a:cxnLst/>
              <a:rect l="l" t="t" r="r" b="b"/>
              <a:pathLst>
                <a:path w="8807" h="9016" extrusionOk="0">
                  <a:moveTo>
                    <a:pt x="8577" y="1"/>
                  </a:moveTo>
                  <a:cubicBezTo>
                    <a:pt x="8523" y="1"/>
                    <a:pt x="8473" y="26"/>
                    <a:pt x="8440" y="76"/>
                  </a:cubicBezTo>
                  <a:lnTo>
                    <a:pt x="101" y="8648"/>
                  </a:lnTo>
                  <a:cubicBezTo>
                    <a:pt x="1" y="8715"/>
                    <a:pt x="1" y="8882"/>
                    <a:pt x="101" y="8949"/>
                  </a:cubicBezTo>
                  <a:cubicBezTo>
                    <a:pt x="134" y="8982"/>
                    <a:pt x="167" y="9015"/>
                    <a:pt x="234" y="9015"/>
                  </a:cubicBezTo>
                  <a:cubicBezTo>
                    <a:pt x="301" y="9015"/>
                    <a:pt x="334" y="8982"/>
                    <a:pt x="401" y="8949"/>
                  </a:cubicBezTo>
                  <a:lnTo>
                    <a:pt x="8740" y="342"/>
                  </a:lnTo>
                  <a:cubicBezTo>
                    <a:pt x="8807" y="276"/>
                    <a:pt x="8807" y="142"/>
                    <a:pt x="8740" y="76"/>
                  </a:cubicBezTo>
                  <a:cubicBezTo>
                    <a:pt x="8690" y="26"/>
                    <a:pt x="8632" y="1"/>
                    <a:pt x="85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56"/>
            <p:cNvSpPr/>
            <p:nvPr/>
          </p:nvSpPr>
          <p:spPr>
            <a:xfrm>
              <a:off x="3633600" y="1044525"/>
              <a:ext cx="172650" cy="172650"/>
            </a:xfrm>
            <a:custGeom>
              <a:avLst/>
              <a:gdLst/>
              <a:ahLst/>
              <a:cxnLst/>
              <a:rect l="l" t="t" r="r" b="b"/>
              <a:pathLst>
                <a:path w="6906" h="6906" extrusionOk="0">
                  <a:moveTo>
                    <a:pt x="868" y="0"/>
                  </a:moveTo>
                  <a:lnTo>
                    <a:pt x="0" y="868"/>
                  </a:lnTo>
                  <a:lnTo>
                    <a:pt x="6038" y="6905"/>
                  </a:lnTo>
                  <a:cubicBezTo>
                    <a:pt x="6038" y="6905"/>
                    <a:pt x="6305" y="6639"/>
                    <a:pt x="6905" y="6038"/>
                  </a:cubicBezTo>
                  <a:lnTo>
                    <a:pt x="86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6"/>
            <p:cNvSpPr/>
            <p:nvPr/>
          </p:nvSpPr>
          <p:spPr>
            <a:xfrm>
              <a:off x="3627750" y="1039525"/>
              <a:ext cx="183500" cy="182650"/>
            </a:xfrm>
            <a:custGeom>
              <a:avLst/>
              <a:gdLst/>
              <a:ahLst/>
              <a:cxnLst/>
              <a:rect l="l" t="t" r="r" b="b"/>
              <a:pathLst>
                <a:path w="7340" h="7306" extrusionOk="0">
                  <a:moveTo>
                    <a:pt x="1102" y="501"/>
                  </a:moveTo>
                  <a:lnTo>
                    <a:pt x="6839" y="6238"/>
                  </a:lnTo>
                  <a:lnTo>
                    <a:pt x="6272" y="6805"/>
                  </a:lnTo>
                  <a:lnTo>
                    <a:pt x="535" y="1068"/>
                  </a:lnTo>
                  <a:cubicBezTo>
                    <a:pt x="635" y="968"/>
                    <a:pt x="835" y="767"/>
                    <a:pt x="1102" y="501"/>
                  </a:cubicBezTo>
                  <a:close/>
                  <a:moveTo>
                    <a:pt x="1102" y="0"/>
                  </a:moveTo>
                  <a:cubicBezTo>
                    <a:pt x="1035" y="0"/>
                    <a:pt x="1002" y="34"/>
                    <a:pt x="968" y="67"/>
                  </a:cubicBezTo>
                  <a:cubicBezTo>
                    <a:pt x="368" y="634"/>
                    <a:pt x="101" y="934"/>
                    <a:pt x="101" y="934"/>
                  </a:cubicBezTo>
                  <a:cubicBezTo>
                    <a:pt x="1" y="1001"/>
                    <a:pt x="1" y="1134"/>
                    <a:pt x="101" y="1234"/>
                  </a:cubicBezTo>
                  <a:lnTo>
                    <a:pt x="6105" y="7239"/>
                  </a:lnTo>
                  <a:cubicBezTo>
                    <a:pt x="6139" y="7272"/>
                    <a:pt x="6205" y="7306"/>
                    <a:pt x="6272" y="7306"/>
                  </a:cubicBezTo>
                  <a:cubicBezTo>
                    <a:pt x="6305" y="7306"/>
                    <a:pt x="6372" y="7272"/>
                    <a:pt x="6406" y="7239"/>
                  </a:cubicBezTo>
                  <a:lnTo>
                    <a:pt x="7273" y="6372"/>
                  </a:lnTo>
                  <a:cubicBezTo>
                    <a:pt x="7306" y="6338"/>
                    <a:pt x="7340" y="6305"/>
                    <a:pt x="7340" y="6238"/>
                  </a:cubicBezTo>
                  <a:cubicBezTo>
                    <a:pt x="7340" y="6171"/>
                    <a:pt x="7306" y="6138"/>
                    <a:pt x="7273" y="6071"/>
                  </a:cubicBezTo>
                  <a:lnTo>
                    <a:pt x="1235" y="67"/>
                  </a:lnTo>
                  <a:cubicBezTo>
                    <a:pt x="1202" y="34"/>
                    <a:pt x="1168" y="0"/>
                    <a:pt x="11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6"/>
            <p:cNvSpPr/>
            <p:nvPr/>
          </p:nvSpPr>
          <p:spPr>
            <a:xfrm>
              <a:off x="2799675" y="1918475"/>
              <a:ext cx="126775" cy="125950"/>
            </a:xfrm>
            <a:custGeom>
              <a:avLst/>
              <a:gdLst/>
              <a:ahLst/>
              <a:cxnLst/>
              <a:rect l="l" t="t" r="r" b="b"/>
              <a:pathLst>
                <a:path w="5071" h="5038" extrusionOk="0">
                  <a:moveTo>
                    <a:pt x="1768" y="1"/>
                  </a:moveTo>
                  <a:lnTo>
                    <a:pt x="0" y="1735"/>
                  </a:lnTo>
                  <a:lnTo>
                    <a:pt x="3303" y="5038"/>
                  </a:lnTo>
                  <a:lnTo>
                    <a:pt x="5071" y="3303"/>
                  </a:lnTo>
                  <a:lnTo>
                    <a:pt x="17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6"/>
            <p:cNvSpPr/>
            <p:nvPr/>
          </p:nvSpPr>
          <p:spPr>
            <a:xfrm>
              <a:off x="2793825" y="1913275"/>
              <a:ext cx="138475" cy="137000"/>
            </a:xfrm>
            <a:custGeom>
              <a:avLst/>
              <a:gdLst/>
              <a:ahLst/>
              <a:cxnLst/>
              <a:rect l="l" t="t" r="r" b="b"/>
              <a:pathLst>
                <a:path w="5539" h="5480" extrusionOk="0">
                  <a:moveTo>
                    <a:pt x="2002" y="509"/>
                  </a:moveTo>
                  <a:lnTo>
                    <a:pt x="5004" y="3511"/>
                  </a:lnTo>
                  <a:lnTo>
                    <a:pt x="3537" y="4979"/>
                  </a:lnTo>
                  <a:lnTo>
                    <a:pt x="535" y="1943"/>
                  </a:lnTo>
                  <a:lnTo>
                    <a:pt x="2002" y="509"/>
                  </a:lnTo>
                  <a:close/>
                  <a:moveTo>
                    <a:pt x="1998" y="0"/>
                  </a:moveTo>
                  <a:cubicBezTo>
                    <a:pt x="1944" y="0"/>
                    <a:pt x="1885" y="25"/>
                    <a:pt x="1835" y="75"/>
                  </a:cubicBezTo>
                  <a:lnTo>
                    <a:pt x="101" y="1810"/>
                  </a:lnTo>
                  <a:cubicBezTo>
                    <a:pt x="1" y="1877"/>
                    <a:pt x="1" y="2010"/>
                    <a:pt x="101" y="2110"/>
                  </a:cubicBezTo>
                  <a:lnTo>
                    <a:pt x="3403" y="5413"/>
                  </a:lnTo>
                  <a:cubicBezTo>
                    <a:pt x="3437" y="5446"/>
                    <a:pt x="3503" y="5479"/>
                    <a:pt x="3537" y="5479"/>
                  </a:cubicBezTo>
                  <a:cubicBezTo>
                    <a:pt x="3603" y="5479"/>
                    <a:pt x="3670" y="5446"/>
                    <a:pt x="3703" y="5413"/>
                  </a:cubicBezTo>
                  <a:lnTo>
                    <a:pt x="5438" y="3678"/>
                  </a:lnTo>
                  <a:cubicBezTo>
                    <a:pt x="5538" y="3578"/>
                    <a:pt x="5538" y="3444"/>
                    <a:pt x="5438" y="3378"/>
                  </a:cubicBezTo>
                  <a:lnTo>
                    <a:pt x="2136" y="75"/>
                  </a:lnTo>
                  <a:cubicBezTo>
                    <a:pt x="2102" y="25"/>
                    <a:pt x="2052" y="0"/>
                    <a:pt x="19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6"/>
            <p:cNvSpPr/>
            <p:nvPr/>
          </p:nvSpPr>
          <p:spPr>
            <a:xfrm>
              <a:off x="2742975" y="1961850"/>
              <a:ext cx="139275" cy="132625"/>
            </a:xfrm>
            <a:custGeom>
              <a:avLst/>
              <a:gdLst/>
              <a:ahLst/>
              <a:cxnLst/>
              <a:rect l="l" t="t" r="r" b="b"/>
              <a:pathLst>
                <a:path w="5571" h="5305" extrusionOk="0">
                  <a:moveTo>
                    <a:pt x="2268" y="0"/>
                  </a:moveTo>
                  <a:lnTo>
                    <a:pt x="0" y="4270"/>
                  </a:lnTo>
                  <a:lnTo>
                    <a:pt x="1034" y="5304"/>
                  </a:lnTo>
                  <a:lnTo>
                    <a:pt x="5571" y="3336"/>
                  </a:lnTo>
                  <a:lnTo>
                    <a:pt x="22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6"/>
            <p:cNvSpPr/>
            <p:nvPr/>
          </p:nvSpPr>
          <p:spPr>
            <a:xfrm>
              <a:off x="2737125" y="1956850"/>
              <a:ext cx="150975" cy="142625"/>
            </a:xfrm>
            <a:custGeom>
              <a:avLst/>
              <a:gdLst/>
              <a:ahLst/>
              <a:cxnLst/>
              <a:rect l="l" t="t" r="r" b="b"/>
              <a:pathLst>
                <a:path w="6039" h="5705" extrusionOk="0">
                  <a:moveTo>
                    <a:pt x="2569" y="567"/>
                  </a:moveTo>
                  <a:lnTo>
                    <a:pt x="5471" y="3469"/>
                  </a:lnTo>
                  <a:lnTo>
                    <a:pt x="1335" y="5271"/>
                  </a:lnTo>
                  <a:lnTo>
                    <a:pt x="501" y="4437"/>
                  </a:lnTo>
                  <a:lnTo>
                    <a:pt x="2569" y="567"/>
                  </a:lnTo>
                  <a:close/>
                  <a:moveTo>
                    <a:pt x="2469" y="0"/>
                  </a:moveTo>
                  <a:cubicBezTo>
                    <a:pt x="2402" y="0"/>
                    <a:pt x="2369" y="67"/>
                    <a:pt x="2336" y="100"/>
                  </a:cubicBezTo>
                  <a:lnTo>
                    <a:pt x="67" y="4370"/>
                  </a:lnTo>
                  <a:cubicBezTo>
                    <a:pt x="1" y="4437"/>
                    <a:pt x="34" y="4537"/>
                    <a:pt x="101" y="4604"/>
                  </a:cubicBezTo>
                  <a:lnTo>
                    <a:pt x="1135" y="5638"/>
                  </a:lnTo>
                  <a:cubicBezTo>
                    <a:pt x="1168" y="5704"/>
                    <a:pt x="1235" y="5704"/>
                    <a:pt x="1268" y="5704"/>
                  </a:cubicBezTo>
                  <a:lnTo>
                    <a:pt x="1368" y="5704"/>
                  </a:lnTo>
                  <a:lnTo>
                    <a:pt x="5905" y="3736"/>
                  </a:lnTo>
                  <a:cubicBezTo>
                    <a:pt x="5971" y="3703"/>
                    <a:pt x="6005" y="3636"/>
                    <a:pt x="6005" y="3569"/>
                  </a:cubicBezTo>
                  <a:cubicBezTo>
                    <a:pt x="6038" y="3503"/>
                    <a:pt x="6005" y="3436"/>
                    <a:pt x="5971" y="3403"/>
                  </a:cubicBezTo>
                  <a:lnTo>
                    <a:pt x="2669" y="67"/>
                  </a:lnTo>
                  <a:cubicBezTo>
                    <a:pt x="2602" y="34"/>
                    <a:pt x="2536" y="0"/>
                    <a:pt x="2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6"/>
            <p:cNvSpPr/>
            <p:nvPr/>
          </p:nvSpPr>
          <p:spPr>
            <a:xfrm>
              <a:off x="2733800" y="2076100"/>
              <a:ext cx="28375" cy="29200"/>
            </a:xfrm>
            <a:custGeom>
              <a:avLst/>
              <a:gdLst/>
              <a:ahLst/>
              <a:cxnLst/>
              <a:rect l="l" t="t" r="r" b="b"/>
              <a:pathLst>
                <a:path w="1135" h="1168" extrusionOk="0">
                  <a:moveTo>
                    <a:pt x="601" y="0"/>
                  </a:moveTo>
                  <a:lnTo>
                    <a:pt x="0" y="1168"/>
                  </a:lnTo>
                  <a:lnTo>
                    <a:pt x="1134" y="534"/>
                  </a:lnTo>
                  <a:lnTo>
                    <a:pt x="6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6"/>
            <p:cNvSpPr/>
            <p:nvPr/>
          </p:nvSpPr>
          <p:spPr>
            <a:xfrm>
              <a:off x="2727125" y="2070475"/>
              <a:ext cx="40875" cy="39825"/>
            </a:xfrm>
            <a:custGeom>
              <a:avLst/>
              <a:gdLst/>
              <a:ahLst/>
              <a:cxnLst/>
              <a:rect l="l" t="t" r="r" b="b"/>
              <a:pathLst>
                <a:path w="1635" h="1593" extrusionOk="0">
                  <a:moveTo>
                    <a:pt x="901" y="559"/>
                  </a:moveTo>
                  <a:lnTo>
                    <a:pt x="1068" y="726"/>
                  </a:lnTo>
                  <a:lnTo>
                    <a:pt x="767" y="892"/>
                  </a:lnTo>
                  <a:lnTo>
                    <a:pt x="901" y="559"/>
                  </a:lnTo>
                  <a:close/>
                  <a:moveTo>
                    <a:pt x="862" y="0"/>
                  </a:moveTo>
                  <a:cubicBezTo>
                    <a:pt x="785" y="0"/>
                    <a:pt x="708" y="44"/>
                    <a:pt x="667" y="125"/>
                  </a:cubicBezTo>
                  <a:lnTo>
                    <a:pt x="67" y="1293"/>
                  </a:lnTo>
                  <a:cubicBezTo>
                    <a:pt x="0" y="1426"/>
                    <a:pt x="100" y="1593"/>
                    <a:pt x="267" y="1593"/>
                  </a:cubicBezTo>
                  <a:lnTo>
                    <a:pt x="367" y="1593"/>
                  </a:lnTo>
                  <a:lnTo>
                    <a:pt x="1501" y="959"/>
                  </a:lnTo>
                  <a:cubicBezTo>
                    <a:pt x="1568" y="926"/>
                    <a:pt x="1601" y="859"/>
                    <a:pt x="1601" y="792"/>
                  </a:cubicBezTo>
                  <a:cubicBezTo>
                    <a:pt x="1635" y="726"/>
                    <a:pt x="1601" y="659"/>
                    <a:pt x="1535" y="626"/>
                  </a:cubicBezTo>
                  <a:lnTo>
                    <a:pt x="1001" y="59"/>
                  </a:lnTo>
                  <a:cubicBezTo>
                    <a:pt x="961" y="19"/>
                    <a:pt x="912" y="0"/>
                    <a:pt x="86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6"/>
            <p:cNvSpPr/>
            <p:nvPr/>
          </p:nvSpPr>
          <p:spPr>
            <a:xfrm>
              <a:off x="4276550" y="458475"/>
              <a:ext cx="123450" cy="119900"/>
            </a:xfrm>
            <a:custGeom>
              <a:avLst/>
              <a:gdLst/>
              <a:ahLst/>
              <a:cxnLst/>
              <a:rect l="l" t="t" r="r" b="b"/>
              <a:pathLst>
                <a:path w="4938" h="4796" extrusionOk="0">
                  <a:moveTo>
                    <a:pt x="1402" y="1"/>
                  </a:moveTo>
                  <a:cubicBezTo>
                    <a:pt x="1027" y="1"/>
                    <a:pt x="651" y="142"/>
                    <a:pt x="368" y="426"/>
                  </a:cubicBezTo>
                  <a:lnTo>
                    <a:pt x="1" y="793"/>
                  </a:lnTo>
                  <a:lnTo>
                    <a:pt x="3970" y="4796"/>
                  </a:lnTo>
                  <a:lnTo>
                    <a:pt x="4337" y="4429"/>
                  </a:lnTo>
                  <a:cubicBezTo>
                    <a:pt x="4938" y="3862"/>
                    <a:pt x="4938" y="2928"/>
                    <a:pt x="4337" y="2327"/>
                  </a:cubicBezTo>
                  <a:lnTo>
                    <a:pt x="2436" y="426"/>
                  </a:lnTo>
                  <a:cubicBezTo>
                    <a:pt x="2152" y="142"/>
                    <a:pt x="1777"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6"/>
            <p:cNvSpPr/>
            <p:nvPr/>
          </p:nvSpPr>
          <p:spPr>
            <a:xfrm>
              <a:off x="4270725" y="453275"/>
              <a:ext cx="135125" cy="130450"/>
            </a:xfrm>
            <a:custGeom>
              <a:avLst/>
              <a:gdLst/>
              <a:ahLst/>
              <a:cxnLst/>
              <a:rect l="l" t="t" r="r" b="b"/>
              <a:pathLst>
                <a:path w="5405" h="5218" extrusionOk="0">
                  <a:moveTo>
                    <a:pt x="1635" y="425"/>
                  </a:moveTo>
                  <a:cubicBezTo>
                    <a:pt x="1960" y="425"/>
                    <a:pt x="2285" y="551"/>
                    <a:pt x="2535" y="801"/>
                  </a:cubicBezTo>
                  <a:lnTo>
                    <a:pt x="4437" y="2702"/>
                  </a:lnTo>
                  <a:cubicBezTo>
                    <a:pt x="4937" y="3202"/>
                    <a:pt x="4937" y="4003"/>
                    <a:pt x="4437" y="4503"/>
                  </a:cubicBezTo>
                  <a:lnTo>
                    <a:pt x="4203" y="4737"/>
                  </a:lnTo>
                  <a:lnTo>
                    <a:pt x="501" y="1034"/>
                  </a:lnTo>
                  <a:lnTo>
                    <a:pt x="734" y="801"/>
                  </a:lnTo>
                  <a:cubicBezTo>
                    <a:pt x="984" y="551"/>
                    <a:pt x="1310" y="425"/>
                    <a:pt x="1635" y="425"/>
                  </a:cubicBezTo>
                  <a:close/>
                  <a:moveTo>
                    <a:pt x="1635" y="0"/>
                  </a:moveTo>
                  <a:cubicBezTo>
                    <a:pt x="1201" y="0"/>
                    <a:pt x="768" y="167"/>
                    <a:pt x="434" y="501"/>
                  </a:cubicBezTo>
                  <a:lnTo>
                    <a:pt x="67" y="867"/>
                  </a:lnTo>
                  <a:cubicBezTo>
                    <a:pt x="0" y="934"/>
                    <a:pt x="0" y="1101"/>
                    <a:pt x="67" y="1168"/>
                  </a:cubicBezTo>
                  <a:lnTo>
                    <a:pt x="4070" y="5171"/>
                  </a:lnTo>
                  <a:cubicBezTo>
                    <a:pt x="4093" y="5194"/>
                    <a:pt x="4134" y="5218"/>
                    <a:pt x="4167" y="5218"/>
                  </a:cubicBezTo>
                  <a:cubicBezTo>
                    <a:pt x="4181" y="5218"/>
                    <a:pt x="4194" y="5214"/>
                    <a:pt x="4203" y="5204"/>
                  </a:cubicBezTo>
                  <a:cubicBezTo>
                    <a:pt x="4270" y="5204"/>
                    <a:pt x="4337" y="5204"/>
                    <a:pt x="4370" y="5171"/>
                  </a:cubicBezTo>
                  <a:lnTo>
                    <a:pt x="4737" y="4804"/>
                  </a:lnTo>
                  <a:cubicBezTo>
                    <a:pt x="5404" y="4136"/>
                    <a:pt x="5404" y="3069"/>
                    <a:pt x="4737" y="2402"/>
                  </a:cubicBezTo>
                  <a:lnTo>
                    <a:pt x="2836" y="501"/>
                  </a:lnTo>
                  <a:cubicBezTo>
                    <a:pt x="2502" y="167"/>
                    <a:pt x="2068" y="0"/>
                    <a:pt x="16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56"/>
            <p:cNvSpPr/>
            <p:nvPr/>
          </p:nvSpPr>
          <p:spPr>
            <a:xfrm>
              <a:off x="3693650" y="462450"/>
              <a:ext cx="558750" cy="493750"/>
            </a:xfrm>
            <a:custGeom>
              <a:avLst/>
              <a:gdLst/>
              <a:ahLst/>
              <a:cxnLst/>
              <a:rect l="l" t="t" r="r" b="b"/>
              <a:pathLst>
                <a:path w="22350" h="19750" extrusionOk="0">
                  <a:moveTo>
                    <a:pt x="21215" y="0"/>
                  </a:moveTo>
                  <a:lnTo>
                    <a:pt x="0" y="19314"/>
                  </a:lnTo>
                  <a:cubicBezTo>
                    <a:pt x="0" y="19314"/>
                    <a:pt x="404" y="19749"/>
                    <a:pt x="673" y="19749"/>
                  </a:cubicBezTo>
                  <a:cubicBezTo>
                    <a:pt x="682" y="19749"/>
                    <a:pt x="691" y="19749"/>
                    <a:pt x="701" y="19748"/>
                  </a:cubicBezTo>
                  <a:cubicBezTo>
                    <a:pt x="934" y="19681"/>
                    <a:pt x="2936" y="18814"/>
                    <a:pt x="3836" y="17713"/>
                  </a:cubicBezTo>
                  <a:cubicBezTo>
                    <a:pt x="4737" y="16612"/>
                    <a:pt x="4603" y="15945"/>
                    <a:pt x="5337" y="15278"/>
                  </a:cubicBezTo>
                  <a:lnTo>
                    <a:pt x="22349" y="500"/>
                  </a:lnTo>
                  <a:lnTo>
                    <a:pt x="21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6"/>
            <p:cNvSpPr/>
            <p:nvPr/>
          </p:nvSpPr>
          <p:spPr>
            <a:xfrm>
              <a:off x="3687800" y="456900"/>
              <a:ext cx="569600" cy="503425"/>
            </a:xfrm>
            <a:custGeom>
              <a:avLst/>
              <a:gdLst/>
              <a:ahLst/>
              <a:cxnLst/>
              <a:rect l="l" t="t" r="r" b="b"/>
              <a:pathLst>
                <a:path w="22784" h="20137" extrusionOk="0">
                  <a:moveTo>
                    <a:pt x="21483" y="456"/>
                  </a:moveTo>
                  <a:lnTo>
                    <a:pt x="22183" y="789"/>
                  </a:lnTo>
                  <a:lnTo>
                    <a:pt x="5438" y="15333"/>
                  </a:lnTo>
                  <a:cubicBezTo>
                    <a:pt x="5104" y="15633"/>
                    <a:pt x="4837" y="16033"/>
                    <a:pt x="4671" y="16467"/>
                  </a:cubicBezTo>
                  <a:cubicBezTo>
                    <a:pt x="4471" y="16967"/>
                    <a:pt x="4237" y="17401"/>
                    <a:pt x="3903" y="17768"/>
                  </a:cubicBezTo>
                  <a:cubicBezTo>
                    <a:pt x="3036" y="18869"/>
                    <a:pt x="1068" y="19703"/>
                    <a:pt x="901" y="19736"/>
                  </a:cubicBezTo>
                  <a:cubicBezTo>
                    <a:pt x="768" y="19703"/>
                    <a:pt x="634" y="19636"/>
                    <a:pt x="534" y="19536"/>
                  </a:cubicBezTo>
                  <a:lnTo>
                    <a:pt x="21483" y="456"/>
                  </a:lnTo>
                  <a:close/>
                  <a:moveTo>
                    <a:pt x="21433" y="0"/>
                  </a:moveTo>
                  <a:cubicBezTo>
                    <a:pt x="21394" y="0"/>
                    <a:pt x="21355" y="16"/>
                    <a:pt x="21316" y="55"/>
                  </a:cubicBezTo>
                  <a:lnTo>
                    <a:pt x="67" y="19369"/>
                  </a:lnTo>
                  <a:cubicBezTo>
                    <a:pt x="34" y="19436"/>
                    <a:pt x="1" y="19469"/>
                    <a:pt x="1" y="19536"/>
                  </a:cubicBezTo>
                  <a:cubicBezTo>
                    <a:pt x="1" y="19603"/>
                    <a:pt x="1" y="19636"/>
                    <a:pt x="67" y="19669"/>
                  </a:cubicBezTo>
                  <a:cubicBezTo>
                    <a:pt x="268" y="19936"/>
                    <a:pt x="568" y="20103"/>
                    <a:pt x="901" y="20136"/>
                  </a:cubicBezTo>
                  <a:lnTo>
                    <a:pt x="935" y="20136"/>
                  </a:lnTo>
                  <a:cubicBezTo>
                    <a:pt x="1268" y="20070"/>
                    <a:pt x="3270" y="19202"/>
                    <a:pt x="4204" y="18035"/>
                  </a:cubicBezTo>
                  <a:cubicBezTo>
                    <a:pt x="4537" y="17635"/>
                    <a:pt x="4837" y="17168"/>
                    <a:pt x="5038" y="16667"/>
                  </a:cubicBezTo>
                  <a:cubicBezTo>
                    <a:pt x="5171" y="16267"/>
                    <a:pt x="5405" y="15933"/>
                    <a:pt x="5705" y="15633"/>
                  </a:cubicBezTo>
                  <a:cubicBezTo>
                    <a:pt x="6472" y="14999"/>
                    <a:pt x="22684" y="889"/>
                    <a:pt x="22684" y="889"/>
                  </a:cubicBezTo>
                  <a:cubicBezTo>
                    <a:pt x="22750" y="823"/>
                    <a:pt x="22784" y="756"/>
                    <a:pt x="22750" y="689"/>
                  </a:cubicBezTo>
                  <a:cubicBezTo>
                    <a:pt x="22750" y="622"/>
                    <a:pt x="22717" y="556"/>
                    <a:pt x="22650" y="522"/>
                  </a:cubicBezTo>
                  <a:lnTo>
                    <a:pt x="21516" y="22"/>
                  </a:lnTo>
                  <a:cubicBezTo>
                    <a:pt x="21488" y="8"/>
                    <a:pt x="21461" y="0"/>
                    <a:pt x="214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6"/>
            <p:cNvSpPr/>
            <p:nvPr/>
          </p:nvSpPr>
          <p:spPr>
            <a:xfrm>
              <a:off x="2814675" y="1377250"/>
              <a:ext cx="1584500" cy="608000"/>
            </a:xfrm>
            <a:custGeom>
              <a:avLst/>
              <a:gdLst/>
              <a:ahLst/>
              <a:cxnLst/>
              <a:rect l="l" t="t" r="r" b="b"/>
              <a:pathLst>
                <a:path w="63380" h="24320" extrusionOk="0">
                  <a:moveTo>
                    <a:pt x="35593" y="1"/>
                  </a:moveTo>
                  <a:cubicBezTo>
                    <a:pt x="35593" y="1"/>
                    <a:pt x="26486" y="4071"/>
                    <a:pt x="20082" y="5472"/>
                  </a:cubicBezTo>
                  <a:cubicBezTo>
                    <a:pt x="13677" y="6906"/>
                    <a:pt x="11075" y="7440"/>
                    <a:pt x="10175" y="8240"/>
                  </a:cubicBezTo>
                  <a:cubicBezTo>
                    <a:pt x="9241" y="9007"/>
                    <a:pt x="5204" y="13310"/>
                    <a:pt x="3270" y="15512"/>
                  </a:cubicBezTo>
                  <a:cubicBezTo>
                    <a:pt x="1302" y="17747"/>
                    <a:pt x="1" y="20482"/>
                    <a:pt x="3403" y="22951"/>
                  </a:cubicBezTo>
                  <a:cubicBezTo>
                    <a:pt x="4745" y="23934"/>
                    <a:pt x="5865" y="24319"/>
                    <a:pt x="7041" y="24319"/>
                  </a:cubicBezTo>
                  <a:cubicBezTo>
                    <a:pt x="8817" y="24319"/>
                    <a:pt x="10720" y="23441"/>
                    <a:pt x="13711" y="22417"/>
                  </a:cubicBezTo>
                  <a:cubicBezTo>
                    <a:pt x="18647" y="20749"/>
                    <a:pt x="20349" y="18014"/>
                    <a:pt x="20349" y="18014"/>
                  </a:cubicBezTo>
                  <a:cubicBezTo>
                    <a:pt x="20349" y="18014"/>
                    <a:pt x="23001" y="15587"/>
                    <a:pt x="27891" y="15587"/>
                  </a:cubicBezTo>
                  <a:cubicBezTo>
                    <a:pt x="28318" y="15587"/>
                    <a:pt x="28761" y="15605"/>
                    <a:pt x="29222" y="15645"/>
                  </a:cubicBezTo>
                  <a:cubicBezTo>
                    <a:pt x="34959" y="16179"/>
                    <a:pt x="37027" y="17480"/>
                    <a:pt x="45633" y="19682"/>
                  </a:cubicBezTo>
                  <a:cubicBezTo>
                    <a:pt x="47417" y="20169"/>
                    <a:pt x="49239" y="20409"/>
                    <a:pt x="51050" y="20409"/>
                  </a:cubicBezTo>
                  <a:cubicBezTo>
                    <a:pt x="55437" y="20409"/>
                    <a:pt x="59767" y="19004"/>
                    <a:pt x="63379" y="16313"/>
                  </a:cubicBezTo>
                  <a:lnTo>
                    <a:pt x="355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56"/>
            <p:cNvSpPr/>
            <p:nvPr/>
          </p:nvSpPr>
          <p:spPr>
            <a:xfrm>
              <a:off x="2838875" y="1372425"/>
              <a:ext cx="1567675" cy="618625"/>
            </a:xfrm>
            <a:custGeom>
              <a:avLst/>
              <a:gdLst/>
              <a:ahLst/>
              <a:cxnLst/>
              <a:rect l="l" t="t" r="r" b="b"/>
              <a:pathLst>
                <a:path w="62707" h="24745" extrusionOk="0">
                  <a:moveTo>
                    <a:pt x="34652" y="0"/>
                  </a:moveTo>
                  <a:cubicBezTo>
                    <a:pt x="34622" y="0"/>
                    <a:pt x="34591" y="8"/>
                    <a:pt x="34558" y="27"/>
                  </a:cubicBezTo>
                  <a:cubicBezTo>
                    <a:pt x="34458" y="61"/>
                    <a:pt x="25385" y="4063"/>
                    <a:pt x="19080" y="5464"/>
                  </a:cubicBezTo>
                  <a:lnTo>
                    <a:pt x="17346" y="5865"/>
                  </a:lnTo>
                  <a:cubicBezTo>
                    <a:pt x="12109" y="7032"/>
                    <a:pt x="9974" y="7466"/>
                    <a:pt x="9073" y="8266"/>
                  </a:cubicBezTo>
                  <a:cubicBezTo>
                    <a:pt x="8173" y="9034"/>
                    <a:pt x="4170" y="13303"/>
                    <a:pt x="2135" y="15572"/>
                  </a:cubicBezTo>
                  <a:cubicBezTo>
                    <a:pt x="667" y="17273"/>
                    <a:pt x="0" y="18741"/>
                    <a:pt x="134" y="20108"/>
                  </a:cubicBezTo>
                  <a:cubicBezTo>
                    <a:pt x="267" y="21276"/>
                    <a:pt x="1001" y="22376"/>
                    <a:pt x="2302" y="23311"/>
                  </a:cubicBezTo>
                  <a:cubicBezTo>
                    <a:pt x="3703" y="24345"/>
                    <a:pt x="4870" y="24745"/>
                    <a:pt x="6071" y="24745"/>
                  </a:cubicBezTo>
                  <a:cubicBezTo>
                    <a:pt x="7505" y="24745"/>
                    <a:pt x="8973" y="24211"/>
                    <a:pt x="10908" y="23511"/>
                  </a:cubicBezTo>
                  <a:cubicBezTo>
                    <a:pt x="11475" y="23277"/>
                    <a:pt x="12109" y="23077"/>
                    <a:pt x="12809" y="22844"/>
                  </a:cubicBezTo>
                  <a:cubicBezTo>
                    <a:pt x="17579" y="21209"/>
                    <a:pt x="19347" y="18640"/>
                    <a:pt x="19547" y="18340"/>
                  </a:cubicBezTo>
                  <a:cubicBezTo>
                    <a:pt x="19790" y="18128"/>
                    <a:pt x="22356" y="16007"/>
                    <a:pt x="26843" y="16007"/>
                  </a:cubicBezTo>
                  <a:cubicBezTo>
                    <a:pt x="27284" y="16007"/>
                    <a:pt x="27743" y="16027"/>
                    <a:pt x="28220" y="16072"/>
                  </a:cubicBezTo>
                  <a:cubicBezTo>
                    <a:pt x="31890" y="16372"/>
                    <a:pt x="34058" y="17039"/>
                    <a:pt x="37393" y="18040"/>
                  </a:cubicBezTo>
                  <a:cubicBezTo>
                    <a:pt x="39228" y="18607"/>
                    <a:pt x="41530" y="19308"/>
                    <a:pt x="44632" y="20108"/>
                  </a:cubicBezTo>
                  <a:cubicBezTo>
                    <a:pt x="46432" y="20595"/>
                    <a:pt x="48270" y="20834"/>
                    <a:pt x="50097" y="20834"/>
                  </a:cubicBezTo>
                  <a:cubicBezTo>
                    <a:pt x="54532" y="20834"/>
                    <a:pt x="58907" y="19423"/>
                    <a:pt x="62545" y="16706"/>
                  </a:cubicBezTo>
                  <a:cubicBezTo>
                    <a:pt x="62707" y="16571"/>
                    <a:pt x="62585" y="16327"/>
                    <a:pt x="62409" y="16327"/>
                  </a:cubicBezTo>
                  <a:cubicBezTo>
                    <a:pt x="62367" y="16327"/>
                    <a:pt x="62323" y="16340"/>
                    <a:pt x="62278" y="16372"/>
                  </a:cubicBezTo>
                  <a:cubicBezTo>
                    <a:pt x="58703" y="19024"/>
                    <a:pt x="54406" y="20415"/>
                    <a:pt x="50054" y="20415"/>
                  </a:cubicBezTo>
                  <a:cubicBezTo>
                    <a:pt x="48274" y="20415"/>
                    <a:pt x="46485" y="20182"/>
                    <a:pt x="44732" y="19708"/>
                  </a:cubicBezTo>
                  <a:cubicBezTo>
                    <a:pt x="41630" y="18907"/>
                    <a:pt x="39362" y="18207"/>
                    <a:pt x="37527" y="17673"/>
                  </a:cubicBezTo>
                  <a:cubicBezTo>
                    <a:pt x="34191" y="16672"/>
                    <a:pt x="31956" y="16005"/>
                    <a:pt x="28254" y="15672"/>
                  </a:cubicBezTo>
                  <a:cubicBezTo>
                    <a:pt x="27755" y="15625"/>
                    <a:pt x="27277" y="15604"/>
                    <a:pt x="26818" y="15604"/>
                  </a:cubicBezTo>
                  <a:cubicBezTo>
                    <a:pt x="21994" y="15604"/>
                    <a:pt x="19369" y="17949"/>
                    <a:pt x="19247" y="18040"/>
                  </a:cubicBezTo>
                  <a:cubicBezTo>
                    <a:pt x="19214" y="18073"/>
                    <a:pt x="19214" y="18073"/>
                    <a:pt x="19214" y="18107"/>
                  </a:cubicBezTo>
                  <a:cubicBezTo>
                    <a:pt x="19180" y="18140"/>
                    <a:pt x="17479" y="20775"/>
                    <a:pt x="12676" y="22443"/>
                  </a:cubicBezTo>
                  <a:cubicBezTo>
                    <a:pt x="11975" y="22710"/>
                    <a:pt x="11342" y="22910"/>
                    <a:pt x="10774" y="23110"/>
                  </a:cubicBezTo>
                  <a:cubicBezTo>
                    <a:pt x="8825" y="23814"/>
                    <a:pt x="7404" y="24333"/>
                    <a:pt x="6065" y="24333"/>
                  </a:cubicBezTo>
                  <a:cubicBezTo>
                    <a:pt x="4930" y="24333"/>
                    <a:pt x="3855" y="23960"/>
                    <a:pt x="2569" y="23010"/>
                  </a:cubicBezTo>
                  <a:cubicBezTo>
                    <a:pt x="1334" y="22110"/>
                    <a:pt x="667" y="21109"/>
                    <a:pt x="567" y="20075"/>
                  </a:cubicBezTo>
                  <a:cubicBezTo>
                    <a:pt x="434" y="18841"/>
                    <a:pt x="1034" y="17440"/>
                    <a:pt x="2469" y="15872"/>
                  </a:cubicBezTo>
                  <a:cubicBezTo>
                    <a:pt x="4437" y="13637"/>
                    <a:pt x="8473" y="9334"/>
                    <a:pt x="9340" y="8567"/>
                  </a:cubicBezTo>
                  <a:cubicBezTo>
                    <a:pt x="10141" y="7899"/>
                    <a:pt x="12442" y="7399"/>
                    <a:pt x="17446" y="6265"/>
                  </a:cubicBezTo>
                  <a:lnTo>
                    <a:pt x="19180" y="5898"/>
                  </a:lnTo>
                  <a:cubicBezTo>
                    <a:pt x="25485" y="4464"/>
                    <a:pt x="34625" y="427"/>
                    <a:pt x="34725" y="394"/>
                  </a:cubicBezTo>
                  <a:cubicBezTo>
                    <a:pt x="34926" y="308"/>
                    <a:pt x="34831" y="0"/>
                    <a:pt x="346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56"/>
            <p:cNvSpPr/>
            <p:nvPr/>
          </p:nvSpPr>
          <p:spPr>
            <a:xfrm>
              <a:off x="2863875" y="1695000"/>
              <a:ext cx="198500" cy="256150"/>
            </a:xfrm>
            <a:custGeom>
              <a:avLst/>
              <a:gdLst/>
              <a:ahLst/>
              <a:cxnLst/>
              <a:rect l="l" t="t" r="r" b="b"/>
              <a:pathLst>
                <a:path w="7940" h="10246" extrusionOk="0">
                  <a:moveTo>
                    <a:pt x="4938" y="0"/>
                  </a:moveTo>
                  <a:cubicBezTo>
                    <a:pt x="4938" y="0"/>
                    <a:pt x="501" y="4637"/>
                    <a:pt x="301" y="5104"/>
                  </a:cubicBezTo>
                  <a:cubicBezTo>
                    <a:pt x="1" y="6138"/>
                    <a:pt x="68" y="7272"/>
                    <a:pt x="501" y="8306"/>
                  </a:cubicBezTo>
                  <a:cubicBezTo>
                    <a:pt x="967" y="9321"/>
                    <a:pt x="2448" y="10245"/>
                    <a:pt x="3962" y="10245"/>
                  </a:cubicBezTo>
                  <a:cubicBezTo>
                    <a:pt x="4289" y="10245"/>
                    <a:pt x="4617" y="10202"/>
                    <a:pt x="4938" y="10107"/>
                  </a:cubicBezTo>
                  <a:cubicBezTo>
                    <a:pt x="6706" y="9540"/>
                    <a:pt x="7940" y="7272"/>
                    <a:pt x="7940" y="7272"/>
                  </a:cubicBezTo>
                  <a:cubicBezTo>
                    <a:pt x="7206" y="6905"/>
                    <a:pt x="6606" y="6338"/>
                    <a:pt x="6172" y="5671"/>
                  </a:cubicBezTo>
                  <a:cubicBezTo>
                    <a:pt x="5305" y="4437"/>
                    <a:pt x="4938" y="0"/>
                    <a:pt x="4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6"/>
            <p:cNvSpPr/>
            <p:nvPr/>
          </p:nvSpPr>
          <p:spPr>
            <a:xfrm>
              <a:off x="2858875" y="1689425"/>
              <a:ext cx="209350" cy="266600"/>
            </a:xfrm>
            <a:custGeom>
              <a:avLst/>
              <a:gdLst/>
              <a:ahLst/>
              <a:cxnLst/>
              <a:rect l="l" t="t" r="r" b="b"/>
              <a:pathLst>
                <a:path w="8374" h="10664" extrusionOk="0">
                  <a:moveTo>
                    <a:pt x="4971" y="690"/>
                  </a:moveTo>
                  <a:cubicBezTo>
                    <a:pt x="5104" y="1891"/>
                    <a:pt x="5471" y="4960"/>
                    <a:pt x="6172" y="5994"/>
                  </a:cubicBezTo>
                  <a:cubicBezTo>
                    <a:pt x="6605" y="6628"/>
                    <a:pt x="7172" y="7161"/>
                    <a:pt x="7840" y="7562"/>
                  </a:cubicBezTo>
                  <a:cubicBezTo>
                    <a:pt x="7506" y="8095"/>
                    <a:pt x="6472" y="9663"/>
                    <a:pt x="5071" y="10097"/>
                  </a:cubicBezTo>
                  <a:cubicBezTo>
                    <a:pt x="4761" y="10198"/>
                    <a:pt x="4438" y="10244"/>
                    <a:pt x="4115" y="10244"/>
                  </a:cubicBezTo>
                  <a:cubicBezTo>
                    <a:pt x="2731" y="10244"/>
                    <a:pt x="1334" y="9402"/>
                    <a:pt x="901" y="8429"/>
                  </a:cubicBezTo>
                  <a:cubicBezTo>
                    <a:pt x="501" y="7462"/>
                    <a:pt x="434" y="6394"/>
                    <a:pt x="701" y="5393"/>
                  </a:cubicBezTo>
                  <a:cubicBezTo>
                    <a:pt x="835" y="5093"/>
                    <a:pt x="3270" y="2491"/>
                    <a:pt x="4971" y="690"/>
                  </a:cubicBezTo>
                  <a:close/>
                  <a:moveTo>
                    <a:pt x="5111" y="1"/>
                  </a:moveTo>
                  <a:cubicBezTo>
                    <a:pt x="5066" y="1"/>
                    <a:pt x="5024" y="17"/>
                    <a:pt x="5004" y="56"/>
                  </a:cubicBezTo>
                  <a:cubicBezTo>
                    <a:pt x="4237" y="823"/>
                    <a:pt x="534" y="4726"/>
                    <a:pt x="334" y="5227"/>
                  </a:cubicBezTo>
                  <a:cubicBezTo>
                    <a:pt x="1" y="6327"/>
                    <a:pt x="67" y="7528"/>
                    <a:pt x="534" y="8596"/>
                  </a:cubicBezTo>
                  <a:cubicBezTo>
                    <a:pt x="1035" y="9730"/>
                    <a:pt x="2569" y="10664"/>
                    <a:pt x="4137" y="10664"/>
                  </a:cubicBezTo>
                  <a:cubicBezTo>
                    <a:pt x="4504" y="10664"/>
                    <a:pt x="4871" y="10597"/>
                    <a:pt x="5238" y="10497"/>
                  </a:cubicBezTo>
                  <a:cubicBezTo>
                    <a:pt x="7072" y="9897"/>
                    <a:pt x="8307" y="7662"/>
                    <a:pt x="8373" y="7562"/>
                  </a:cubicBezTo>
                  <a:cubicBezTo>
                    <a:pt x="8373" y="7495"/>
                    <a:pt x="8373" y="7462"/>
                    <a:pt x="8373" y="7395"/>
                  </a:cubicBezTo>
                  <a:cubicBezTo>
                    <a:pt x="8340" y="7328"/>
                    <a:pt x="8307" y="7295"/>
                    <a:pt x="8240" y="7261"/>
                  </a:cubicBezTo>
                  <a:cubicBezTo>
                    <a:pt x="7539" y="6928"/>
                    <a:pt x="6972" y="6394"/>
                    <a:pt x="6539" y="5760"/>
                  </a:cubicBezTo>
                  <a:cubicBezTo>
                    <a:pt x="5738" y="4593"/>
                    <a:pt x="5338" y="223"/>
                    <a:pt x="5338" y="190"/>
                  </a:cubicBezTo>
                  <a:cubicBezTo>
                    <a:pt x="5338" y="123"/>
                    <a:pt x="5304" y="23"/>
                    <a:pt x="5204" y="23"/>
                  </a:cubicBezTo>
                  <a:cubicBezTo>
                    <a:pt x="5177" y="9"/>
                    <a:pt x="5143" y="1"/>
                    <a:pt x="5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6"/>
            <p:cNvSpPr/>
            <p:nvPr/>
          </p:nvSpPr>
          <p:spPr>
            <a:xfrm>
              <a:off x="3079875" y="1614925"/>
              <a:ext cx="25875" cy="100925"/>
            </a:xfrm>
            <a:custGeom>
              <a:avLst/>
              <a:gdLst/>
              <a:ahLst/>
              <a:cxnLst/>
              <a:rect l="l" t="t" r="r" b="b"/>
              <a:pathLst>
                <a:path w="1035" h="4037" extrusionOk="0">
                  <a:moveTo>
                    <a:pt x="0" y="1"/>
                  </a:moveTo>
                  <a:cubicBezTo>
                    <a:pt x="200" y="1368"/>
                    <a:pt x="534" y="2736"/>
                    <a:pt x="1034" y="4037"/>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6"/>
            <p:cNvSpPr/>
            <p:nvPr/>
          </p:nvSpPr>
          <p:spPr>
            <a:xfrm>
              <a:off x="3074025" y="1609100"/>
              <a:ext cx="37550" cy="111775"/>
            </a:xfrm>
            <a:custGeom>
              <a:avLst/>
              <a:gdLst/>
              <a:ahLst/>
              <a:cxnLst/>
              <a:rect l="l" t="t" r="r" b="b"/>
              <a:pathLst>
                <a:path w="1502" h="4471" extrusionOk="0">
                  <a:moveTo>
                    <a:pt x="201" y="0"/>
                  </a:moveTo>
                  <a:cubicBezTo>
                    <a:pt x="68" y="34"/>
                    <a:pt x="1" y="134"/>
                    <a:pt x="1" y="234"/>
                  </a:cubicBezTo>
                  <a:cubicBezTo>
                    <a:pt x="234" y="1635"/>
                    <a:pt x="568" y="3002"/>
                    <a:pt x="1068" y="4337"/>
                  </a:cubicBezTo>
                  <a:cubicBezTo>
                    <a:pt x="1102" y="4403"/>
                    <a:pt x="1202" y="4470"/>
                    <a:pt x="1268" y="4470"/>
                  </a:cubicBezTo>
                  <a:lnTo>
                    <a:pt x="1335" y="4470"/>
                  </a:lnTo>
                  <a:cubicBezTo>
                    <a:pt x="1469" y="4403"/>
                    <a:pt x="1502" y="4303"/>
                    <a:pt x="1469" y="4203"/>
                  </a:cubicBezTo>
                  <a:cubicBezTo>
                    <a:pt x="968" y="2902"/>
                    <a:pt x="635" y="1568"/>
                    <a:pt x="434" y="200"/>
                  </a:cubicBezTo>
                  <a:cubicBezTo>
                    <a:pt x="401" y="67"/>
                    <a:pt x="301"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56"/>
            <p:cNvSpPr/>
            <p:nvPr/>
          </p:nvSpPr>
          <p:spPr>
            <a:xfrm>
              <a:off x="3119900" y="1748350"/>
              <a:ext cx="25875" cy="40075"/>
            </a:xfrm>
            <a:custGeom>
              <a:avLst/>
              <a:gdLst/>
              <a:ahLst/>
              <a:cxnLst/>
              <a:rect l="l" t="t" r="r" b="b"/>
              <a:pathLst>
                <a:path w="1035" h="1603" extrusionOk="0">
                  <a:moveTo>
                    <a:pt x="0" y="1"/>
                  </a:moveTo>
                  <a:cubicBezTo>
                    <a:pt x="301" y="535"/>
                    <a:pt x="634" y="1102"/>
                    <a:pt x="1035" y="1602"/>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6"/>
            <p:cNvSpPr/>
            <p:nvPr/>
          </p:nvSpPr>
          <p:spPr>
            <a:xfrm>
              <a:off x="3113525" y="1742675"/>
              <a:ext cx="38100" cy="50750"/>
            </a:xfrm>
            <a:custGeom>
              <a:avLst/>
              <a:gdLst/>
              <a:ahLst/>
              <a:cxnLst/>
              <a:rect l="l" t="t" r="r" b="b"/>
              <a:pathLst>
                <a:path w="1524" h="2030" extrusionOk="0">
                  <a:moveTo>
                    <a:pt x="268" y="1"/>
                  </a:moveTo>
                  <a:cubicBezTo>
                    <a:pt x="131" y="1"/>
                    <a:pt x="0" y="140"/>
                    <a:pt x="89" y="295"/>
                  </a:cubicBezTo>
                  <a:cubicBezTo>
                    <a:pt x="356" y="895"/>
                    <a:pt x="722" y="1429"/>
                    <a:pt x="1123" y="1929"/>
                  </a:cubicBezTo>
                  <a:cubicBezTo>
                    <a:pt x="1156" y="1996"/>
                    <a:pt x="1223" y="2029"/>
                    <a:pt x="1290" y="2029"/>
                  </a:cubicBezTo>
                  <a:cubicBezTo>
                    <a:pt x="1323" y="2029"/>
                    <a:pt x="1356" y="1996"/>
                    <a:pt x="1390" y="1962"/>
                  </a:cubicBezTo>
                  <a:cubicBezTo>
                    <a:pt x="1490" y="1896"/>
                    <a:pt x="1523" y="1762"/>
                    <a:pt x="1423" y="1696"/>
                  </a:cubicBezTo>
                  <a:cubicBezTo>
                    <a:pt x="1056" y="1195"/>
                    <a:pt x="722" y="662"/>
                    <a:pt x="456" y="128"/>
                  </a:cubicBezTo>
                  <a:cubicBezTo>
                    <a:pt x="410" y="37"/>
                    <a:pt x="338" y="1"/>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6"/>
            <p:cNvSpPr/>
            <p:nvPr/>
          </p:nvSpPr>
          <p:spPr>
            <a:xfrm>
              <a:off x="3131575" y="1680800"/>
              <a:ext cx="27550" cy="69250"/>
            </a:xfrm>
            <a:custGeom>
              <a:avLst/>
              <a:gdLst/>
              <a:ahLst/>
              <a:cxnLst/>
              <a:rect l="l" t="t" r="r" b="b"/>
              <a:pathLst>
                <a:path w="1102" h="2770" extrusionOk="0">
                  <a:moveTo>
                    <a:pt x="0" y="1"/>
                  </a:moveTo>
                  <a:lnTo>
                    <a:pt x="1101" y="2770"/>
                  </a:lnTo>
                  <a:cubicBezTo>
                    <a:pt x="868" y="1802"/>
                    <a:pt x="501" y="868"/>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6"/>
            <p:cNvSpPr/>
            <p:nvPr/>
          </p:nvSpPr>
          <p:spPr>
            <a:xfrm>
              <a:off x="3124450" y="1675050"/>
              <a:ext cx="40500" cy="80000"/>
            </a:xfrm>
            <a:custGeom>
              <a:avLst/>
              <a:gdLst/>
              <a:ahLst/>
              <a:cxnLst/>
              <a:rect l="l" t="t" r="r" b="b"/>
              <a:pathLst>
                <a:path w="1620" h="3200" extrusionOk="0">
                  <a:moveTo>
                    <a:pt x="294" y="1"/>
                  </a:moveTo>
                  <a:cubicBezTo>
                    <a:pt x="150" y="1"/>
                    <a:pt x="1" y="166"/>
                    <a:pt x="119" y="331"/>
                  </a:cubicBezTo>
                  <a:cubicBezTo>
                    <a:pt x="586" y="1165"/>
                    <a:pt x="953" y="2099"/>
                    <a:pt x="1186" y="3033"/>
                  </a:cubicBezTo>
                  <a:cubicBezTo>
                    <a:pt x="1219" y="3133"/>
                    <a:pt x="1286" y="3200"/>
                    <a:pt x="1386" y="3200"/>
                  </a:cubicBezTo>
                  <a:lnTo>
                    <a:pt x="1420" y="3200"/>
                  </a:lnTo>
                  <a:cubicBezTo>
                    <a:pt x="1553" y="3166"/>
                    <a:pt x="1620" y="3066"/>
                    <a:pt x="1586" y="2933"/>
                  </a:cubicBezTo>
                  <a:cubicBezTo>
                    <a:pt x="1353" y="1966"/>
                    <a:pt x="986" y="998"/>
                    <a:pt x="452" y="98"/>
                  </a:cubicBezTo>
                  <a:cubicBezTo>
                    <a:pt x="413" y="29"/>
                    <a:pt x="354" y="1"/>
                    <a:pt x="2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7" name="Google Shape;1227;p56"/>
          <p:cNvSpPr/>
          <p:nvPr/>
        </p:nvSpPr>
        <p:spPr>
          <a:xfrm rot="-9121936">
            <a:off x="7667267" y="799370"/>
            <a:ext cx="875197" cy="936102"/>
          </a:xfrm>
          <a:custGeom>
            <a:avLst/>
            <a:gdLst/>
            <a:ahLst/>
            <a:cxnLst/>
            <a:rect l="l" t="t" r="r" b="b"/>
            <a:pathLst>
              <a:path w="96292" h="102993" extrusionOk="0">
                <a:moveTo>
                  <a:pt x="52540" y="12100"/>
                </a:moveTo>
                <a:lnTo>
                  <a:pt x="52540" y="12100"/>
                </a:lnTo>
                <a:cubicBezTo>
                  <a:pt x="51996" y="13000"/>
                  <a:pt x="51410" y="13983"/>
                  <a:pt x="50845" y="14946"/>
                </a:cubicBezTo>
                <a:cubicBezTo>
                  <a:pt x="50887" y="14527"/>
                  <a:pt x="50929" y="14151"/>
                  <a:pt x="50929" y="13774"/>
                </a:cubicBezTo>
                <a:cubicBezTo>
                  <a:pt x="51473" y="13188"/>
                  <a:pt x="51996" y="12644"/>
                  <a:pt x="52540" y="12100"/>
                </a:cubicBezTo>
                <a:close/>
                <a:moveTo>
                  <a:pt x="32783" y="2753"/>
                </a:moveTo>
                <a:cubicBezTo>
                  <a:pt x="32978" y="2753"/>
                  <a:pt x="33175" y="2772"/>
                  <a:pt x="33374" y="2810"/>
                </a:cubicBezTo>
                <a:cubicBezTo>
                  <a:pt x="34880" y="3103"/>
                  <a:pt x="35759" y="4421"/>
                  <a:pt x="36240" y="5928"/>
                </a:cubicBezTo>
                <a:cubicBezTo>
                  <a:pt x="33144" y="9547"/>
                  <a:pt x="30340" y="13439"/>
                  <a:pt x="27850" y="17603"/>
                </a:cubicBezTo>
                <a:cubicBezTo>
                  <a:pt x="26888" y="14883"/>
                  <a:pt x="25360" y="12749"/>
                  <a:pt x="23477" y="11472"/>
                </a:cubicBezTo>
                <a:cubicBezTo>
                  <a:pt x="24942" y="9422"/>
                  <a:pt x="26553" y="7455"/>
                  <a:pt x="28227" y="5572"/>
                </a:cubicBezTo>
                <a:cubicBezTo>
                  <a:pt x="29323" y="4325"/>
                  <a:pt x="30965" y="2753"/>
                  <a:pt x="32783" y="2753"/>
                </a:cubicBezTo>
                <a:close/>
                <a:moveTo>
                  <a:pt x="69990" y="8208"/>
                </a:moveTo>
                <a:cubicBezTo>
                  <a:pt x="70848" y="8208"/>
                  <a:pt x="71455" y="8459"/>
                  <a:pt x="71873" y="8941"/>
                </a:cubicBezTo>
                <a:cubicBezTo>
                  <a:pt x="72417" y="9631"/>
                  <a:pt x="72543" y="10698"/>
                  <a:pt x="72522" y="11870"/>
                </a:cubicBezTo>
                <a:cubicBezTo>
                  <a:pt x="69195" y="15720"/>
                  <a:pt x="66203" y="19863"/>
                  <a:pt x="63483" y="24236"/>
                </a:cubicBezTo>
                <a:cubicBezTo>
                  <a:pt x="63776" y="20470"/>
                  <a:pt x="63964" y="17143"/>
                  <a:pt x="63755" y="13900"/>
                </a:cubicBezTo>
                <a:cubicBezTo>
                  <a:pt x="63922" y="13690"/>
                  <a:pt x="64069" y="13439"/>
                  <a:pt x="64236" y="13209"/>
                </a:cubicBezTo>
                <a:cubicBezTo>
                  <a:pt x="65680" y="11096"/>
                  <a:pt x="67647" y="8208"/>
                  <a:pt x="69969" y="8208"/>
                </a:cubicBezTo>
                <a:close/>
                <a:moveTo>
                  <a:pt x="59310" y="6341"/>
                </a:moveTo>
                <a:cubicBezTo>
                  <a:pt x="59575" y="6341"/>
                  <a:pt x="59844" y="6382"/>
                  <a:pt x="60114" y="6472"/>
                </a:cubicBezTo>
                <a:cubicBezTo>
                  <a:pt x="61851" y="7037"/>
                  <a:pt x="62500" y="9275"/>
                  <a:pt x="62730" y="11054"/>
                </a:cubicBezTo>
                <a:cubicBezTo>
                  <a:pt x="62855" y="11912"/>
                  <a:pt x="62939" y="12791"/>
                  <a:pt x="63002" y="13669"/>
                </a:cubicBezTo>
                <a:cubicBezTo>
                  <a:pt x="62981" y="13690"/>
                  <a:pt x="62939" y="13732"/>
                  <a:pt x="62918" y="13774"/>
                </a:cubicBezTo>
                <a:cubicBezTo>
                  <a:pt x="59989" y="17770"/>
                  <a:pt x="57708" y="22248"/>
                  <a:pt x="55490" y="26517"/>
                </a:cubicBezTo>
                <a:cubicBezTo>
                  <a:pt x="55072" y="27333"/>
                  <a:pt x="54653" y="28169"/>
                  <a:pt x="54214" y="28986"/>
                </a:cubicBezTo>
                <a:cubicBezTo>
                  <a:pt x="54151" y="29069"/>
                  <a:pt x="54130" y="29132"/>
                  <a:pt x="54088" y="29216"/>
                </a:cubicBezTo>
                <a:cubicBezTo>
                  <a:pt x="55406" y="22102"/>
                  <a:pt x="56411" y="14883"/>
                  <a:pt x="57080" y="7643"/>
                </a:cubicBezTo>
                <a:cubicBezTo>
                  <a:pt x="57080" y="7518"/>
                  <a:pt x="57059" y="7413"/>
                  <a:pt x="56955" y="7330"/>
                </a:cubicBezTo>
                <a:cubicBezTo>
                  <a:pt x="57655" y="6756"/>
                  <a:pt x="58465" y="6341"/>
                  <a:pt x="59310" y="6341"/>
                </a:cubicBezTo>
                <a:close/>
                <a:moveTo>
                  <a:pt x="72396" y="13272"/>
                </a:moveTo>
                <a:cubicBezTo>
                  <a:pt x="72334" y="13732"/>
                  <a:pt x="72271" y="14213"/>
                  <a:pt x="72187" y="14653"/>
                </a:cubicBezTo>
                <a:cubicBezTo>
                  <a:pt x="71580" y="15511"/>
                  <a:pt x="71057" y="16431"/>
                  <a:pt x="70513" y="17331"/>
                </a:cubicBezTo>
                <a:cubicBezTo>
                  <a:pt x="70179" y="17896"/>
                  <a:pt x="69823" y="18482"/>
                  <a:pt x="69488" y="19026"/>
                </a:cubicBezTo>
                <a:cubicBezTo>
                  <a:pt x="67103" y="22792"/>
                  <a:pt x="64864" y="26893"/>
                  <a:pt x="62793" y="31203"/>
                </a:cubicBezTo>
                <a:cubicBezTo>
                  <a:pt x="63002" y="29488"/>
                  <a:pt x="63169" y="27793"/>
                  <a:pt x="63316" y="26056"/>
                </a:cubicBezTo>
                <a:cubicBezTo>
                  <a:pt x="65994" y="21558"/>
                  <a:pt x="69007" y="17268"/>
                  <a:pt x="72396" y="13272"/>
                </a:cubicBezTo>
                <a:close/>
                <a:moveTo>
                  <a:pt x="44959" y="786"/>
                </a:moveTo>
                <a:cubicBezTo>
                  <a:pt x="45434" y="786"/>
                  <a:pt x="45897" y="861"/>
                  <a:pt x="46347" y="1011"/>
                </a:cubicBezTo>
                <a:cubicBezTo>
                  <a:pt x="49820" y="2161"/>
                  <a:pt x="50322" y="7078"/>
                  <a:pt x="50259" y="9903"/>
                </a:cubicBezTo>
                <a:cubicBezTo>
                  <a:pt x="50259" y="11075"/>
                  <a:pt x="50217" y="12268"/>
                  <a:pt x="50155" y="13460"/>
                </a:cubicBezTo>
                <a:cubicBezTo>
                  <a:pt x="45007" y="18963"/>
                  <a:pt x="40467" y="25198"/>
                  <a:pt x="36722" y="31894"/>
                </a:cubicBezTo>
                <a:cubicBezTo>
                  <a:pt x="37642" y="24361"/>
                  <a:pt x="38019" y="16808"/>
                  <a:pt x="37580" y="9234"/>
                </a:cubicBezTo>
                <a:cubicBezTo>
                  <a:pt x="37538" y="8355"/>
                  <a:pt x="37391" y="7225"/>
                  <a:pt x="37077" y="6095"/>
                </a:cubicBezTo>
                <a:cubicBezTo>
                  <a:pt x="37454" y="5718"/>
                  <a:pt x="37810" y="5300"/>
                  <a:pt x="38186" y="4902"/>
                </a:cubicBezTo>
                <a:cubicBezTo>
                  <a:pt x="40648" y="2169"/>
                  <a:pt x="42917" y="786"/>
                  <a:pt x="44959" y="786"/>
                </a:cubicBezTo>
                <a:close/>
                <a:moveTo>
                  <a:pt x="83701" y="20077"/>
                </a:moveTo>
                <a:cubicBezTo>
                  <a:pt x="83856" y="20077"/>
                  <a:pt x="83998" y="20112"/>
                  <a:pt x="84114" y="20198"/>
                </a:cubicBezTo>
                <a:cubicBezTo>
                  <a:pt x="84448" y="20428"/>
                  <a:pt x="85160" y="21474"/>
                  <a:pt x="84260" y="26035"/>
                </a:cubicBezTo>
                <a:cubicBezTo>
                  <a:pt x="84072" y="26914"/>
                  <a:pt x="83863" y="27772"/>
                  <a:pt x="83612" y="28672"/>
                </a:cubicBezTo>
                <a:cubicBezTo>
                  <a:pt x="83528" y="28797"/>
                  <a:pt x="83423" y="28965"/>
                  <a:pt x="83339" y="29090"/>
                </a:cubicBezTo>
                <a:cubicBezTo>
                  <a:pt x="81749" y="31852"/>
                  <a:pt x="80138" y="34677"/>
                  <a:pt x="78569" y="37606"/>
                </a:cubicBezTo>
                <a:cubicBezTo>
                  <a:pt x="79197" y="32584"/>
                  <a:pt x="79720" y="27542"/>
                  <a:pt x="80138" y="22520"/>
                </a:cubicBezTo>
                <a:cubicBezTo>
                  <a:pt x="80850" y="21725"/>
                  <a:pt x="81624" y="21035"/>
                  <a:pt x="82523" y="20511"/>
                </a:cubicBezTo>
                <a:cubicBezTo>
                  <a:pt x="82865" y="20289"/>
                  <a:pt x="83322" y="20077"/>
                  <a:pt x="83701" y="20077"/>
                </a:cubicBezTo>
                <a:close/>
                <a:moveTo>
                  <a:pt x="77144" y="11483"/>
                </a:moveTo>
                <a:cubicBezTo>
                  <a:pt x="77315" y="11483"/>
                  <a:pt x="77477" y="11514"/>
                  <a:pt x="77627" y="11577"/>
                </a:cubicBezTo>
                <a:cubicBezTo>
                  <a:pt x="79469" y="12351"/>
                  <a:pt x="79741" y="17812"/>
                  <a:pt x="79448" y="21327"/>
                </a:cubicBezTo>
                <a:lnTo>
                  <a:pt x="79385" y="22185"/>
                </a:lnTo>
                <a:cubicBezTo>
                  <a:pt x="77041" y="24926"/>
                  <a:pt x="75556" y="28797"/>
                  <a:pt x="74217" y="32333"/>
                </a:cubicBezTo>
                <a:cubicBezTo>
                  <a:pt x="73694" y="33714"/>
                  <a:pt x="73171" y="35053"/>
                  <a:pt x="72648" y="36204"/>
                </a:cubicBezTo>
                <a:cubicBezTo>
                  <a:pt x="72062" y="37543"/>
                  <a:pt x="71476" y="38903"/>
                  <a:pt x="70911" y="40263"/>
                </a:cubicBezTo>
                <a:cubicBezTo>
                  <a:pt x="72083" y="31727"/>
                  <a:pt x="72878" y="23127"/>
                  <a:pt x="73275" y="14465"/>
                </a:cubicBezTo>
                <a:cubicBezTo>
                  <a:pt x="73464" y="14234"/>
                  <a:pt x="73652" y="14004"/>
                  <a:pt x="73861" y="13774"/>
                </a:cubicBezTo>
                <a:cubicBezTo>
                  <a:pt x="75185" y="12259"/>
                  <a:pt x="76291" y="11483"/>
                  <a:pt x="77144" y="11483"/>
                </a:cubicBezTo>
                <a:close/>
                <a:moveTo>
                  <a:pt x="91362" y="33718"/>
                </a:moveTo>
                <a:cubicBezTo>
                  <a:pt x="91932" y="33718"/>
                  <a:pt x="92514" y="33844"/>
                  <a:pt x="93111" y="34091"/>
                </a:cubicBezTo>
                <a:cubicBezTo>
                  <a:pt x="94052" y="35660"/>
                  <a:pt x="92881" y="41121"/>
                  <a:pt x="90621" y="47733"/>
                </a:cubicBezTo>
                <a:cubicBezTo>
                  <a:pt x="89596" y="49093"/>
                  <a:pt x="88445" y="50767"/>
                  <a:pt x="87294" y="52587"/>
                </a:cubicBezTo>
                <a:cubicBezTo>
                  <a:pt x="88863" y="46373"/>
                  <a:pt x="89889" y="40096"/>
                  <a:pt x="90328" y="33861"/>
                </a:cubicBezTo>
                <a:cubicBezTo>
                  <a:pt x="90669" y="33765"/>
                  <a:pt x="91014" y="33718"/>
                  <a:pt x="91362" y="33718"/>
                </a:cubicBezTo>
                <a:close/>
                <a:moveTo>
                  <a:pt x="27599" y="19549"/>
                </a:moveTo>
                <a:cubicBezTo>
                  <a:pt x="27913" y="20804"/>
                  <a:pt x="28080" y="22185"/>
                  <a:pt x="28164" y="23671"/>
                </a:cubicBezTo>
                <a:cubicBezTo>
                  <a:pt x="28478" y="30764"/>
                  <a:pt x="26490" y="38276"/>
                  <a:pt x="22473" y="45390"/>
                </a:cubicBezTo>
                <a:cubicBezTo>
                  <a:pt x="21050" y="47880"/>
                  <a:pt x="19146" y="50704"/>
                  <a:pt x="17053" y="53382"/>
                </a:cubicBezTo>
                <a:cubicBezTo>
                  <a:pt x="16823" y="53675"/>
                  <a:pt x="16551" y="53968"/>
                  <a:pt x="16300" y="54261"/>
                </a:cubicBezTo>
                <a:cubicBezTo>
                  <a:pt x="17618" y="42063"/>
                  <a:pt x="21468" y="30178"/>
                  <a:pt x="27599" y="19549"/>
                </a:cubicBezTo>
                <a:close/>
                <a:moveTo>
                  <a:pt x="22975" y="12100"/>
                </a:moveTo>
                <a:cubicBezTo>
                  <a:pt x="24921" y="13376"/>
                  <a:pt x="26406" y="15615"/>
                  <a:pt x="27306" y="18503"/>
                </a:cubicBezTo>
                <a:cubicBezTo>
                  <a:pt x="23707" y="24654"/>
                  <a:pt x="20841" y="31266"/>
                  <a:pt x="18769" y="38171"/>
                </a:cubicBezTo>
                <a:cubicBezTo>
                  <a:pt x="17137" y="43653"/>
                  <a:pt x="16028" y="49281"/>
                  <a:pt x="15442" y="54910"/>
                </a:cubicBezTo>
                <a:cubicBezTo>
                  <a:pt x="14426" y="55659"/>
                  <a:pt x="13246" y="56143"/>
                  <a:pt x="12134" y="56143"/>
                </a:cubicBezTo>
                <a:cubicBezTo>
                  <a:pt x="11507" y="56143"/>
                  <a:pt x="10901" y="55989"/>
                  <a:pt x="10358" y="55642"/>
                </a:cubicBezTo>
                <a:cubicBezTo>
                  <a:pt x="8768" y="54617"/>
                  <a:pt x="8203" y="52441"/>
                  <a:pt x="8600" y="48988"/>
                </a:cubicBezTo>
                <a:cubicBezTo>
                  <a:pt x="10170" y="35765"/>
                  <a:pt x="15191" y="22918"/>
                  <a:pt x="22975" y="12100"/>
                </a:cubicBezTo>
                <a:close/>
                <a:moveTo>
                  <a:pt x="87586" y="26458"/>
                </a:moveTo>
                <a:cubicBezTo>
                  <a:pt x="87842" y="26458"/>
                  <a:pt x="88102" y="26514"/>
                  <a:pt x="88361" y="26642"/>
                </a:cubicBezTo>
                <a:cubicBezTo>
                  <a:pt x="89365" y="27102"/>
                  <a:pt x="89784" y="28379"/>
                  <a:pt x="89700" y="30534"/>
                </a:cubicBezTo>
                <a:cubicBezTo>
                  <a:pt x="89679" y="31455"/>
                  <a:pt x="89617" y="32396"/>
                  <a:pt x="89575" y="33296"/>
                </a:cubicBezTo>
                <a:cubicBezTo>
                  <a:pt x="89491" y="33338"/>
                  <a:pt x="89407" y="33379"/>
                  <a:pt x="89303" y="33400"/>
                </a:cubicBezTo>
                <a:cubicBezTo>
                  <a:pt x="85181" y="35367"/>
                  <a:pt x="82879" y="42983"/>
                  <a:pt x="80871" y="49700"/>
                </a:cubicBezTo>
                <a:cubicBezTo>
                  <a:pt x="80264" y="51688"/>
                  <a:pt x="79678" y="53550"/>
                  <a:pt x="79134" y="55098"/>
                </a:cubicBezTo>
                <a:cubicBezTo>
                  <a:pt x="78109" y="57881"/>
                  <a:pt x="77251" y="60496"/>
                  <a:pt x="76539" y="62986"/>
                </a:cubicBezTo>
                <a:cubicBezTo>
                  <a:pt x="77146" y="60496"/>
                  <a:pt x="77753" y="58027"/>
                  <a:pt x="78297" y="55538"/>
                </a:cubicBezTo>
                <a:cubicBezTo>
                  <a:pt x="79741" y="49240"/>
                  <a:pt x="81017" y="42816"/>
                  <a:pt x="82147" y="36476"/>
                </a:cubicBezTo>
                <a:cubicBezTo>
                  <a:pt x="82461" y="34698"/>
                  <a:pt x="83047" y="32919"/>
                  <a:pt x="83591" y="31203"/>
                </a:cubicBezTo>
                <a:cubicBezTo>
                  <a:pt x="83821" y="30471"/>
                  <a:pt x="84051" y="29739"/>
                  <a:pt x="84302" y="28986"/>
                </a:cubicBezTo>
                <a:cubicBezTo>
                  <a:pt x="84937" y="28086"/>
                  <a:pt x="86212" y="26458"/>
                  <a:pt x="87586" y="26458"/>
                </a:cubicBezTo>
                <a:close/>
                <a:moveTo>
                  <a:pt x="89679" y="50369"/>
                </a:moveTo>
                <a:lnTo>
                  <a:pt x="89679" y="50369"/>
                </a:lnTo>
                <a:cubicBezTo>
                  <a:pt x="88131" y="54722"/>
                  <a:pt x="86206" y="59388"/>
                  <a:pt x="84156" y="63677"/>
                </a:cubicBezTo>
                <a:cubicBezTo>
                  <a:pt x="84616" y="62212"/>
                  <a:pt x="85034" y="60727"/>
                  <a:pt x="85411" y="59325"/>
                </a:cubicBezTo>
                <a:cubicBezTo>
                  <a:pt x="85704" y="58279"/>
                  <a:pt x="85997" y="57295"/>
                  <a:pt x="86269" y="56291"/>
                </a:cubicBezTo>
                <a:cubicBezTo>
                  <a:pt x="86352" y="55977"/>
                  <a:pt x="86457" y="55663"/>
                  <a:pt x="86541" y="55370"/>
                </a:cubicBezTo>
                <a:cubicBezTo>
                  <a:pt x="87587" y="53571"/>
                  <a:pt x="88654" y="51876"/>
                  <a:pt x="89679" y="50369"/>
                </a:cubicBezTo>
                <a:close/>
                <a:moveTo>
                  <a:pt x="94534" y="44657"/>
                </a:moveTo>
                <a:cubicBezTo>
                  <a:pt x="94534" y="44657"/>
                  <a:pt x="94617" y="44762"/>
                  <a:pt x="94638" y="45118"/>
                </a:cubicBezTo>
                <a:cubicBezTo>
                  <a:pt x="94701" y="48110"/>
                  <a:pt x="90495" y="57714"/>
                  <a:pt x="86457" y="62735"/>
                </a:cubicBezTo>
                <a:cubicBezTo>
                  <a:pt x="85871" y="62798"/>
                  <a:pt x="85285" y="63279"/>
                  <a:pt x="84909" y="63886"/>
                </a:cubicBezTo>
                <a:cubicBezTo>
                  <a:pt x="87210" y="58990"/>
                  <a:pt x="89575" y="53278"/>
                  <a:pt x="91332" y="48131"/>
                </a:cubicBezTo>
                <a:cubicBezTo>
                  <a:pt x="92755" y="46227"/>
                  <a:pt x="93864" y="44992"/>
                  <a:pt x="94157" y="44804"/>
                </a:cubicBezTo>
                <a:cubicBezTo>
                  <a:pt x="94408" y="44657"/>
                  <a:pt x="94513" y="44657"/>
                  <a:pt x="94534" y="44657"/>
                </a:cubicBezTo>
                <a:close/>
                <a:moveTo>
                  <a:pt x="84783" y="58781"/>
                </a:moveTo>
                <a:cubicBezTo>
                  <a:pt x="84762" y="58885"/>
                  <a:pt x="84741" y="59011"/>
                  <a:pt x="84679" y="59116"/>
                </a:cubicBezTo>
                <a:cubicBezTo>
                  <a:pt x="83821" y="62129"/>
                  <a:pt x="82942" y="65288"/>
                  <a:pt x="81812" y="68385"/>
                </a:cubicBezTo>
                <a:cubicBezTo>
                  <a:pt x="82063" y="65309"/>
                  <a:pt x="83256" y="61961"/>
                  <a:pt x="84783" y="58781"/>
                </a:cubicBezTo>
                <a:close/>
                <a:moveTo>
                  <a:pt x="49778" y="18335"/>
                </a:moveTo>
                <a:lnTo>
                  <a:pt x="49778" y="18335"/>
                </a:lnTo>
                <a:cubicBezTo>
                  <a:pt x="47811" y="37418"/>
                  <a:pt x="40300" y="55893"/>
                  <a:pt x="33458" y="72528"/>
                </a:cubicBezTo>
                <a:cubicBezTo>
                  <a:pt x="33248" y="63740"/>
                  <a:pt x="34671" y="54387"/>
                  <a:pt x="37705" y="44908"/>
                </a:cubicBezTo>
                <a:cubicBezTo>
                  <a:pt x="40844" y="35137"/>
                  <a:pt x="45384" y="26056"/>
                  <a:pt x="49778" y="18335"/>
                </a:cubicBezTo>
                <a:close/>
                <a:moveTo>
                  <a:pt x="35341" y="35995"/>
                </a:moveTo>
                <a:cubicBezTo>
                  <a:pt x="33353" y="49553"/>
                  <a:pt x="29712" y="62945"/>
                  <a:pt x="25967" y="75833"/>
                </a:cubicBezTo>
                <a:lnTo>
                  <a:pt x="25883" y="76064"/>
                </a:lnTo>
                <a:cubicBezTo>
                  <a:pt x="25611" y="75185"/>
                  <a:pt x="25507" y="74055"/>
                  <a:pt x="25548" y="72632"/>
                </a:cubicBezTo>
                <a:cubicBezTo>
                  <a:pt x="26260" y="59827"/>
                  <a:pt x="29650" y="47336"/>
                  <a:pt x="35341" y="35995"/>
                </a:cubicBezTo>
                <a:close/>
                <a:moveTo>
                  <a:pt x="50113" y="14653"/>
                </a:moveTo>
                <a:lnTo>
                  <a:pt x="50113" y="14653"/>
                </a:lnTo>
                <a:cubicBezTo>
                  <a:pt x="50092" y="15260"/>
                  <a:pt x="50029" y="15845"/>
                  <a:pt x="49987" y="16452"/>
                </a:cubicBezTo>
                <a:cubicBezTo>
                  <a:pt x="45300" y="24529"/>
                  <a:pt x="40362" y="34195"/>
                  <a:pt x="36973" y="44678"/>
                </a:cubicBezTo>
                <a:cubicBezTo>
                  <a:pt x="33709" y="54826"/>
                  <a:pt x="32307" y="64890"/>
                  <a:pt x="32746" y="74264"/>
                </a:cubicBezTo>
                <a:cubicBezTo>
                  <a:pt x="32328" y="75248"/>
                  <a:pt x="31805" y="76252"/>
                  <a:pt x="31051" y="76984"/>
                </a:cubicBezTo>
                <a:cubicBezTo>
                  <a:pt x="30397" y="77607"/>
                  <a:pt x="29407" y="78126"/>
                  <a:pt x="28434" y="78126"/>
                </a:cubicBezTo>
                <a:cubicBezTo>
                  <a:pt x="28100" y="78126"/>
                  <a:pt x="27768" y="78065"/>
                  <a:pt x="27453" y="77926"/>
                </a:cubicBezTo>
                <a:cubicBezTo>
                  <a:pt x="27034" y="77738"/>
                  <a:pt x="26699" y="77445"/>
                  <a:pt x="26448" y="77089"/>
                </a:cubicBezTo>
                <a:cubicBezTo>
                  <a:pt x="26553" y="76754"/>
                  <a:pt x="26637" y="76378"/>
                  <a:pt x="26762" y="76043"/>
                </a:cubicBezTo>
                <a:cubicBezTo>
                  <a:pt x="30696" y="62401"/>
                  <a:pt x="34546" y="48214"/>
                  <a:pt x="36492" y="33882"/>
                </a:cubicBezTo>
                <a:cubicBezTo>
                  <a:pt x="40195" y="26935"/>
                  <a:pt x="44777" y="20449"/>
                  <a:pt x="50113" y="14653"/>
                </a:cubicBezTo>
                <a:close/>
                <a:moveTo>
                  <a:pt x="52205" y="34614"/>
                </a:moveTo>
                <a:cubicBezTo>
                  <a:pt x="49004" y="49679"/>
                  <a:pt x="44338" y="64409"/>
                  <a:pt x="38186" y="78595"/>
                </a:cubicBezTo>
                <a:cubicBezTo>
                  <a:pt x="38647" y="63802"/>
                  <a:pt x="44798" y="49260"/>
                  <a:pt x="52205" y="34614"/>
                </a:cubicBezTo>
                <a:close/>
                <a:moveTo>
                  <a:pt x="89554" y="34195"/>
                </a:moveTo>
                <a:lnTo>
                  <a:pt x="89554" y="34195"/>
                </a:lnTo>
                <a:cubicBezTo>
                  <a:pt x="89052" y="41184"/>
                  <a:pt x="87796" y="48193"/>
                  <a:pt x="85871" y="55056"/>
                </a:cubicBezTo>
                <a:cubicBezTo>
                  <a:pt x="83381" y="59450"/>
                  <a:pt x="80850" y="65204"/>
                  <a:pt x="80996" y="70100"/>
                </a:cubicBezTo>
                <a:cubicBezTo>
                  <a:pt x="80996" y="70184"/>
                  <a:pt x="81017" y="70268"/>
                  <a:pt x="81080" y="70331"/>
                </a:cubicBezTo>
                <a:cubicBezTo>
                  <a:pt x="79657" y="73720"/>
                  <a:pt x="77941" y="76901"/>
                  <a:pt x="75661" y="79537"/>
                </a:cubicBezTo>
                <a:cubicBezTo>
                  <a:pt x="74991" y="78365"/>
                  <a:pt x="74405" y="76189"/>
                  <a:pt x="74531" y="74976"/>
                </a:cubicBezTo>
                <a:cubicBezTo>
                  <a:pt x="74677" y="73511"/>
                  <a:pt x="75096" y="72046"/>
                  <a:pt x="75472" y="70624"/>
                </a:cubicBezTo>
                <a:cubicBezTo>
                  <a:pt x="75723" y="69766"/>
                  <a:pt x="75974" y="68908"/>
                  <a:pt x="76163" y="68008"/>
                </a:cubicBezTo>
                <a:cubicBezTo>
                  <a:pt x="76958" y="64158"/>
                  <a:pt x="78192" y="60036"/>
                  <a:pt x="79887" y="55370"/>
                </a:cubicBezTo>
                <a:cubicBezTo>
                  <a:pt x="80473" y="53801"/>
                  <a:pt x="81038" y="51918"/>
                  <a:pt x="81645" y="49930"/>
                </a:cubicBezTo>
                <a:cubicBezTo>
                  <a:pt x="83507" y="43758"/>
                  <a:pt x="85829" y="36120"/>
                  <a:pt x="89554" y="34195"/>
                </a:cubicBezTo>
                <a:close/>
                <a:moveTo>
                  <a:pt x="36450" y="6806"/>
                </a:moveTo>
                <a:cubicBezTo>
                  <a:pt x="36638" y="7664"/>
                  <a:pt x="36743" y="8543"/>
                  <a:pt x="36764" y="9234"/>
                </a:cubicBezTo>
                <a:cubicBezTo>
                  <a:pt x="37245" y="17394"/>
                  <a:pt x="36743" y="25575"/>
                  <a:pt x="35655" y="33756"/>
                </a:cubicBezTo>
                <a:cubicBezTo>
                  <a:pt x="35131" y="34760"/>
                  <a:pt x="34608" y="35786"/>
                  <a:pt x="34106" y="36811"/>
                </a:cubicBezTo>
                <a:cubicBezTo>
                  <a:pt x="28666" y="48047"/>
                  <a:pt x="25423" y="60392"/>
                  <a:pt x="24774" y="72569"/>
                </a:cubicBezTo>
                <a:cubicBezTo>
                  <a:pt x="24670" y="74578"/>
                  <a:pt x="24921" y="76126"/>
                  <a:pt x="25528" y="77173"/>
                </a:cubicBezTo>
                <a:cubicBezTo>
                  <a:pt x="25193" y="78344"/>
                  <a:pt x="24712" y="79495"/>
                  <a:pt x="23979" y="80416"/>
                </a:cubicBezTo>
                <a:cubicBezTo>
                  <a:pt x="23226" y="81306"/>
                  <a:pt x="21968" y="82112"/>
                  <a:pt x="20676" y="82112"/>
                </a:cubicBezTo>
                <a:cubicBezTo>
                  <a:pt x="20389" y="82112"/>
                  <a:pt x="20101" y="82072"/>
                  <a:pt x="19815" y="81985"/>
                </a:cubicBezTo>
                <a:cubicBezTo>
                  <a:pt x="18225" y="81483"/>
                  <a:pt x="17242" y="79704"/>
                  <a:pt x="16740" y="76608"/>
                </a:cubicBezTo>
                <a:cubicBezTo>
                  <a:pt x="15673" y="69556"/>
                  <a:pt x="15484" y="62421"/>
                  <a:pt x="16154" y="55370"/>
                </a:cubicBezTo>
                <a:cubicBezTo>
                  <a:pt x="16719" y="54931"/>
                  <a:pt x="17242" y="54408"/>
                  <a:pt x="17660" y="53864"/>
                </a:cubicBezTo>
                <a:cubicBezTo>
                  <a:pt x="19753" y="51144"/>
                  <a:pt x="21699" y="48256"/>
                  <a:pt x="23121" y="45745"/>
                </a:cubicBezTo>
                <a:cubicBezTo>
                  <a:pt x="27222" y="38506"/>
                  <a:pt x="29231" y="30848"/>
                  <a:pt x="28917" y="23629"/>
                </a:cubicBezTo>
                <a:cubicBezTo>
                  <a:pt x="28854" y="21809"/>
                  <a:pt x="28561" y="20114"/>
                  <a:pt x="28122" y="18545"/>
                </a:cubicBezTo>
                <a:cubicBezTo>
                  <a:pt x="30549" y="14423"/>
                  <a:pt x="33353" y="10489"/>
                  <a:pt x="36450" y="6806"/>
                </a:cubicBezTo>
                <a:close/>
                <a:moveTo>
                  <a:pt x="61349" y="36288"/>
                </a:moveTo>
                <a:cubicBezTo>
                  <a:pt x="59215" y="51918"/>
                  <a:pt x="55448" y="67276"/>
                  <a:pt x="50113" y="82131"/>
                </a:cubicBezTo>
                <a:cubicBezTo>
                  <a:pt x="50092" y="81378"/>
                  <a:pt x="50092" y="80625"/>
                  <a:pt x="50092" y="79830"/>
                </a:cubicBezTo>
                <a:cubicBezTo>
                  <a:pt x="50155" y="72256"/>
                  <a:pt x="51933" y="64786"/>
                  <a:pt x="53691" y="58488"/>
                </a:cubicBezTo>
                <a:cubicBezTo>
                  <a:pt x="55930" y="50307"/>
                  <a:pt x="58482" y="42983"/>
                  <a:pt x="61349" y="36288"/>
                </a:cubicBezTo>
                <a:close/>
                <a:moveTo>
                  <a:pt x="56160" y="8585"/>
                </a:moveTo>
                <a:lnTo>
                  <a:pt x="56160" y="8585"/>
                </a:lnTo>
                <a:cubicBezTo>
                  <a:pt x="55386" y="16348"/>
                  <a:pt x="54277" y="24068"/>
                  <a:pt x="52749" y="31706"/>
                </a:cubicBezTo>
                <a:cubicBezTo>
                  <a:pt x="48230" y="40494"/>
                  <a:pt x="43438" y="50432"/>
                  <a:pt x="40488" y="60538"/>
                </a:cubicBezTo>
                <a:cubicBezTo>
                  <a:pt x="38479" y="67569"/>
                  <a:pt x="37433" y="74139"/>
                  <a:pt x="37391" y="80416"/>
                </a:cubicBezTo>
                <a:cubicBezTo>
                  <a:pt x="36952" y="81399"/>
                  <a:pt x="36533" y="82362"/>
                  <a:pt x="36073" y="83345"/>
                </a:cubicBezTo>
                <a:cubicBezTo>
                  <a:pt x="35801" y="83910"/>
                  <a:pt x="35550" y="84203"/>
                  <a:pt x="35278" y="84203"/>
                </a:cubicBezTo>
                <a:cubicBezTo>
                  <a:pt x="34922" y="84203"/>
                  <a:pt x="34671" y="83596"/>
                  <a:pt x="34546" y="83052"/>
                </a:cubicBezTo>
                <a:cubicBezTo>
                  <a:pt x="34002" y="80248"/>
                  <a:pt x="33667" y="77382"/>
                  <a:pt x="33499" y="74390"/>
                </a:cubicBezTo>
                <a:cubicBezTo>
                  <a:pt x="33604" y="74139"/>
                  <a:pt x="33730" y="73867"/>
                  <a:pt x="33834" y="73616"/>
                </a:cubicBezTo>
                <a:cubicBezTo>
                  <a:pt x="40990" y="56249"/>
                  <a:pt x="48983" y="36790"/>
                  <a:pt x="50678" y="16682"/>
                </a:cubicBezTo>
                <a:cubicBezTo>
                  <a:pt x="52017" y="14360"/>
                  <a:pt x="53356" y="12184"/>
                  <a:pt x="54611" y="10154"/>
                </a:cubicBezTo>
                <a:cubicBezTo>
                  <a:pt x="54653" y="10050"/>
                  <a:pt x="54737" y="9945"/>
                  <a:pt x="54800" y="9840"/>
                </a:cubicBezTo>
                <a:cubicBezTo>
                  <a:pt x="55239" y="9422"/>
                  <a:pt x="55699" y="9003"/>
                  <a:pt x="56160" y="8585"/>
                </a:cubicBezTo>
                <a:close/>
                <a:moveTo>
                  <a:pt x="62374" y="27709"/>
                </a:moveTo>
                <a:cubicBezTo>
                  <a:pt x="62186" y="29634"/>
                  <a:pt x="61956" y="31580"/>
                  <a:pt x="61725" y="33505"/>
                </a:cubicBezTo>
                <a:cubicBezTo>
                  <a:pt x="58378" y="40912"/>
                  <a:pt x="55490" y="49051"/>
                  <a:pt x="52937" y="58299"/>
                </a:cubicBezTo>
                <a:cubicBezTo>
                  <a:pt x="51180" y="64660"/>
                  <a:pt x="49380" y="72172"/>
                  <a:pt x="49297" y="79851"/>
                </a:cubicBezTo>
                <a:cubicBezTo>
                  <a:pt x="49276" y="81274"/>
                  <a:pt x="49318" y="82655"/>
                  <a:pt x="49422" y="84036"/>
                </a:cubicBezTo>
                <a:cubicBezTo>
                  <a:pt x="49401" y="84077"/>
                  <a:pt x="49380" y="84140"/>
                  <a:pt x="49360" y="84224"/>
                </a:cubicBezTo>
                <a:cubicBezTo>
                  <a:pt x="48062" y="64744"/>
                  <a:pt x="52728" y="44741"/>
                  <a:pt x="62374" y="27709"/>
                </a:cubicBezTo>
                <a:close/>
                <a:moveTo>
                  <a:pt x="69049" y="47356"/>
                </a:moveTo>
                <a:lnTo>
                  <a:pt x="69049" y="47356"/>
                </a:lnTo>
                <a:cubicBezTo>
                  <a:pt x="66747" y="61187"/>
                  <a:pt x="63420" y="74808"/>
                  <a:pt x="59089" y="88178"/>
                </a:cubicBezTo>
                <a:cubicBezTo>
                  <a:pt x="60282" y="77173"/>
                  <a:pt x="62688" y="66250"/>
                  <a:pt x="66224" y="55642"/>
                </a:cubicBezTo>
                <a:cubicBezTo>
                  <a:pt x="67103" y="52859"/>
                  <a:pt x="68044" y="50097"/>
                  <a:pt x="69049" y="47356"/>
                </a:cubicBezTo>
                <a:close/>
                <a:moveTo>
                  <a:pt x="77209" y="41937"/>
                </a:moveTo>
                <a:lnTo>
                  <a:pt x="77209" y="41937"/>
                </a:lnTo>
                <a:cubicBezTo>
                  <a:pt x="76937" y="43758"/>
                  <a:pt x="76686" y="45599"/>
                  <a:pt x="76393" y="47398"/>
                </a:cubicBezTo>
                <a:cubicBezTo>
                  <a:pt x="74217" y="61229"/>
                  <a:pt x="71162" y="74997"/>
                  <a:pt x="67291" y="88471"/>
                </a:cubicBezTo>
                <a:cubicBezTo>
                  <a:pt x="66098" y="78742"/>
                  <a:pt x="66956" y="69326"/>
                  <a:pt x="69823" y="59848"/>
                </a:cubicBezTo>
                <a:cubicBezTo>
                  <a:pt x="71748" y="53571"/>
                  <a:pt x="74321" y="47608"/>
                  <a:pt x="77209" y="41937"/>
                </a:cubicBezTo>
                <a:close/>
                <a:moveTo>
                  <a:pt x="82544" y="32103"/>
                </a:moveTo>
                <a:cubicBezTo>
                  <a:pt x="82084" y="33484"/>
                  <a:pt x="81707" y="34907"/>
                  <a:pt x="81435" y="36330"/>
                </a:cubicBezTo>
                <a:cubicBezTo>
                  <a:pt x="80326" y="42690"/>
                  <a:pt x="79029" y="49072"/>
                  <a:pt x="77586" y="55370"/>
                </a:cubicBezTo>
                <a:cubicBezTo>
                  <a:pt x="74824" y="67464"/>
                  <a:pt x="71497" y="79516"/>
                  <a:pt x="67689" y="91296"/>
                </a:cubicBezTo>
                <a:cubicBezTo>
                  <a:pt x="67626" y="90982"/>
                  <a:pt x="67584" y="90689"/>
                  <a:pt x="67563" y="90375"/>
                </a:cubicBezTo>
                <a:cubicBezTo>
                  <a:pt x="71685" y="76357"/>
                  <a:pt x="74907" y="61961"/>
                  <a:pt x="77188" y="47503"/>
                </a:cubicBezTo>
                <a:cubicBezTo>
                  <a:pt x="77565" y="44950"/>
                  <a:pt x="77962" y="42377"/>
                  <a:pt x="78297" y="39824"/>
                </a:cubicBezTo>
                <a:cubicBezTo>
                  <a:pt x="79657" y="37167"/>
                  <a:pt x="81101" y="34614"/>
                  <a:pt x="82544" y="32103"/>
                </a:cubicBezTo>
                <a:close/>
                <a:moveTo>
                  <a:pt x="71852" y="16620"/>
                </a:moveTo>
                <a:lnTo>
                  <a:pt x="71852" y="16620"/>
                </a:lnTo>
                <a:cubicBezTo>
                  <a:pt x="70534" y="25512"/>
                  <a:pt x="68860" y="34426"/>
                  <a:pt x="66831" y="43193"/>
                </a:cubicBezTo>
                <a:cubicBezTo>
                  <a:pt x="63002" y="59722"/>
                  <a:pt x="57875" y="76064"/>
                  <a:pt x="51577" y="91777"/>
                </a:cubicBezTo>
                <a:cubicBezTo>
                  <a:pt x="50887" y="89350"/>
                  <a:pt x="50448" y="86797"/>
                  <a:pt x="50238" y="84119"/>
                </a:cubicBezTo>
                <a:cubicBezTo>
                  <a:pt x="56222" y="67820"/>
                  <a:pt x="60324" y="50955"/>
                  <a:pt x="62479" y="33714"/>
                </a:cubicBezTo>
                <a:cubicBezTo>
                  <a:pt x="62772" y="33087"/>
                  <a:pt x="63065" y="32459"/>
                  <a:pt x="63378" y="31831"/>
                </a:cubicBezTo>
                <a:cubicBezTo>
                  <a:pt x="65471" y="27437"/>
                  <a:pt x="67730" y="23252"/>
                  <a:pt x="70137" y="19465"/>
                </a:cubicBezTo>
                <a:cubicBezTo>
                  <a:pt x="70513" y="18879"/>
                  <a:pt x="70848" y="18314"/>
                  <a:pt x="71183" y="17729"/>
                </a:cubicBezTo>
                <a:cubicBezTo>
                  <a:pt x="71392" y="17373"/>
                  <a:pt x="71643" y="16975"/>
                  <a:pt x="71852" y="16620"/>
                </a:cubicBezTo>
                <a:close/>
                <a:moveTo>
                  <a:pt x="49590" y="85793"/>
                </a:moveTo>
                <a:cubicBezTo>
                  <a:pt x="49883" y="88304"/>
                  <a:pt x="50406" y="90689"/>
                  <a:pt x="51075" y="92970"/>
                </a:cubicBezTo>
                <a:cubicBezTo>
                  <a:pt x="50929" y="93388"/>
                  <a:pt x="50741" y="93828"/>
                  <a:pt x="50552" y="94267"/>
                </a:cubicBezTo>
                <a:cubicBezTo>
                  <a:pt x="50092" y="91547"/>
                  <a:pt x="49715" y="88827"/>
                  <a:pt x="49485" y="86086"/>
                </a:cubicBezTo>
                <a:cubicBezTo>
                  <a:pt x="49506" y="85981"/>
                  <a:pt x="49569" y="85898"/>
                  <a:pt x="49590" y="85793"/>
                </a:cubicBezTo>
                <a:close/>
                <a:moveTo>
                  <a:pt x="63023" y="14967"/>
                </a:moveTo>
                <a:cubicBezTo>
                  <a:pt x="63127" y="17875"/>
                  <a:pt x="62939" y="20888"/>
                  <a:pt x="62688" y="24278"/>
                </a:cubicBezTo>
                <a:cubicBezTo>
                  <a:pt x="62625" y="24780"/>
                  <a:pt x="62604" y="25303"/>
                  <a:pt x="62562" y="25805"/>
                </a:cubicBezTo>
                <a:cubicBezTo>
                  <a:pt x="57896" y="33651"/>
                  <a:pt x="54298" y="42230"/>
                  <a:pt x="51849" y="51165"/>
                </a:cubicBezTo>
                <a:cubicBezTo>
                  <a:pt x="48774" y="62589"/>
                  <a:pt x="47707" y="74473"/>
                  <a:pt x="48690" y="85981"/>
                </a:cubicBezTo>
                <a:cubicBezTo>
                  <a:pt x="47790" y="88430"/>
                  <a:pt x="46807" y="90878"/>
                  <a:pt x="45803" y="93284"/>
                </a:cubicBezTo>
                <a:cubicBezTo>
                  <a:pt x="45405" y="94225"/>
                  <a:pt x="44924" y="95376"/>
                  <a:pt x="44087" y="96129"/>
                </a:cubicBezTo>
                <a:cubicBezTo>
                  <a:pt x="43604" y="96569"/>
                  <a:pt x="42910" y="96894"/>
                  <a:pt x="42239" y="96894"/>
                </a:cubicBezTo>
                <a:cubicBezTo>
                  <a:pt x="41921" y="96894"/>
                  <a:pt x="41608" y="96821"/>
                  <a:pt x="41325" y="96652"/>
                </a:cubicBezTo>
                <a:cubicBezTo>
                  <a:pt x="40530" y="96171"/>
                  <a:pt x="40195" y="95188"/>
                  <a:pt x="39965" y="94267"/>
                </a:cubicBezTo>
                <a:cubicBezTo>
                  <a:pt x="38730" y="89685"/>
                  <a:pt x="38186" y="85144"/>
                  <a:pt x="38144" y="80646"/>
                </a:cubicBezTo>
                <a:cubicBezTo>
                  <a:pt x="45049" y="64974"/>
                  <a:pt x="50217" y="48696"/>
                  <a:pt x="53523" y="31999"/>
                </a:cubicBezTo>
                <a:lnTo>
                  <a:pt x="54862" y="29404"/>
                </a:lnTo>
                <a:cubicBezTo>
                  <a:pt x="55281" y="28588"/>
                  <a:pt x="55720" y="27751"/>
                  <a:pt x="56139" y="26956"/>
                </a:cubicBezTo>
                <a:cubicBezTo>
                  <a:pt x="58210" y="22918"/>
                  <a:pt x="60365" y="18733"/>
                  <a:pt x="63023" y="14967"/>
                </a:cubicBezTo>
                <a:close/>
                <a:moveTo>
                  <a:pt x="72229" y="19361"/>
                </a:moveTo>
                <a:cubicBezTo>
                  <a:pt x="71706" y="27416"/>
                  <a:pt x="70869" y="35451"/>
                  <a:pt x="69676" y="43423"/>
                </a:cubicBezTo>
                <a:cubicBezTo>
                  <a:pt x="68191" y="47336"/>
                  <a:pt x="66831" y="51353"/>
                  <a:pt x="65471" y="55433"/>
                </a:cubicBezTo>
                <a:cubicBezTo>
                  <a:pt x="61537" y="67192"/>
                  <a:pt x="59026" y="79328"/>
                  <a:pt x="57959" y="91568"/>
                </a:cubicBezTo>
                <a:cubicBezTo>
                  <a:pt x="57018" y="94288"/>
                  <a:pt x="56013" y="97050"/>
                  <a:pt x="55009" y="99770"/>
                </a:cubicBezTo>
                <a:cubicBezTo>
                  <a:pt x="53754" y="97699"/>
                  <a:pt x="52728" y="95418"/>
                  <a:pt x="51933" y="92991"/>
                </a:cubicBezTo>
                <a:cubicBezTo>
                  <a:pt x="58419" y="76922"/>
                  <a:pt x="63692" y="60245"/>
                  <a:pt x="67605" y="43339"/>
                </a:cubicBezTo>
                <a:cubicBezTo>
                  <a:pt x="69446" y="35451"/>
                  <a:pt x="70974" y="27395"/>
                  <a:pt x="72229" y="19361"/>
                </a:cubicBezTo>
                <a:close/>
                <a:moveTo>
                  <a:pt x="79280" y="23629"/>
                </a:moveTo>
                <a:lnTo>
                  <a:pt x="79280" y="23629"/>
                </a:lnTo>
                <a:cubicBezTo>
                  <a:pt x="78820" y="28944"/>
                  <a:pt x="78255" y="34279"/>
                  <a:pt x="77544" y="39573"/>
                </a:cubicBezTo>
                <a:cubicBezTo>
                  <a:pt x="74259" y="45892"/>
                  <a:pt x="71267" y="52546"/>
                  <a:pt x="69091" y="59618"/>
                </a:cubicBezTo>
                <a:cubicBezTo>
                  <a:pt x="65994" y="69766"/>
                  <a:pt x="65220" y="79830"/>
                  <a:pt x="66768" y="90313"/>
                </a:cubicBezTo>
                <a:cubicBezTo>
                  <a:pt x="65952" y="93033"/>
                  <a:pt x="65115" y="95732"/>
                  <a:pt x="64257" y="98431"/>
                </a:cubicBezTo>
                <a:cubicBezTo>
                  <a:pt x="63703" y="100175"/>
                  <a:pt x="62686" y="102241"/>
                  <a:pt x="60989" y="102241"/>
                </a:cubicBezTo>
                <a:cubicBezTo>
                  <a:pt x="60956" y="102241"/>
                  <a:pt x="60922" y="102241"/>
                  <a:pt x="60888" y="102239"/>
                </a:cubicBezTo>
                <a:cubicBezTo>
                  <a:pt x="59780" y="102197"/>
                  <a:pt x="58984" y="101256"/>
                  <a:pt x="58629" y="100314"/>
                </a:cubicBezTo>
                <a:cubicBezTo>
                  <a:pt x="58273" y="99289"/>
                  <a:pt x="58294" y="98159"/>
                  <a:pt x="58357" y="96904"/>
                </a:cubicBezTo>
                <a:cubicBezTo>
                  <a:pt x="58461" y="95188"/>
                  <a:pt x="58566" y="93430"/>
                  <a:pt x="58712" y="91715"/>
                </a:cubicBezTo>
                <a:cubicBezTo>
                  <a:pt x="64048" y="76022"/>
                  <a:pt x="67940" y="59932"/>
                  <a:pt x="70430" y="43611"/>
                </a:cubicBezTo>
                <a:cubicBezTo>
                  <a:pt x="71350" y="41205"/>
                  <a:pt x="72313" y="38841"/>
                  <a:pt x="73380" y="36518"/>
                </a:cubicBezTo>
                <a:cubicBezTo>
                  <a:pt x="73903" y="35346"/>
                  <a:pt x="74426" y="34028"/>
                  <a:pt x="74949" y="32626"/>
                </a:cubicBezTo>
                <a:cubicBezTo>
                  <a:pt x="76142" y="29530"/>
                  <a:pt x="77418" y="26182"/>
                  <a:pt x="79280" y="23629"/>
                </a:cubicBezTo>
                <a:close/>
                <a:moveTo>
                  <a:pt x="45068" y="1"/>
                </a:moveTo>
                <a:cubicBezTo>
                  <a:pt x="42793" y="1"/>
                  <a:pt x="40313" y="1464"/>
                  <a:pt x="37684" y="4379"/>
                </a:cubicBezTo>
                <a:cubicBezTo>
                  <a:pt x="37433" y="4651"/>
                  <a:pt x="37161" y="4944"/>
                  <a:pt x="36931" y="5237"/>
                </a:cubicBezTo>
                <a:cubicBezTo>
                  <a:pt x="36345" y="3689"/>
                  <a:pt x="35341" y="2350"/>
                  <a:pt x="33604" y="2036"/>
                </a:cubicBezTo>
                <a:cubicBezTo>
                  <a:pt x="33361" y="1989"/>
                  <a:pt x="33122" y="1968"/>
                  <a:pt x="32886" y="1968"/>
                </a:cubicBezTo>
                <a:cubicBezTo>
                  <a:pt x="30783" y="1968"/>
                  <a:pt x="28966" y="3696"/>
                  <a:pt x="27725" y="5070"/>
                </a:cubicBezTo>
                <a:cubicBezTo>
                  <a:pt x="25988" y="6995"/>
                  <a:pt x="24377" y="9003"/>
                  <a:pt x="22849" y="11075"/>
                </a:cubicBezTo>
                <a:cubicBezTo>
                  <a:pt x="22452" y="10866"/>
                  <a:pt x="22012" y="10677"/>
                  <a:pt x="21594" y="10510"/>
                </a:cubicBezTo>
                <a:cubicBezTo>
                  <a:pt x="20879" y="10281"/>
                  <a:pt x="20151" y="10168"/>
                  <a:pt x="19415" y="10168"/>
                </a:cubicBezTo>
                <a:cubicBezTo>
                  <a:pt x="16387" y="10168"/>
                  <a:pt x="13237" y="12087"/>
                  <a:pt x="10358" y="15741"/>
                </a:cubicBezTo>
                <a:cubicBezTo>
                  <a:pt x="6926" y="20114"/>
                  <a:pt x="1" y="34342"/>
                  <a:pt x="4792" y="40598"/>
                </a:cubicBezTo>
                <a:cubicBezTo>
                  <a:pt x="4866" y="40708"/>
                  <a:pt x="4974" y="40761"/>
                  <a:pt x="5090" y="40761"/>
                </a:cubicBezTo>
                <a:cubicBezTo>
                  <a:pt x="5172" y="40761"/>
                  <a:pt x="5258" y="40734"/>
                  <a:pt x="5336" y="40682"/>
                </a:cubicBezTo>
                <a:cubicBezTo>
                  <a:pt x="5525" y="40535"/>
                  <a:pt x="5545" y="40305"/>
                  <a:pt x="5420" y="40117"/>
                </a:cubicBezTo>
                <a:cubicBezTo>
                  <a:pt x="1131" y="34509"/>
                  <a:pt x="7366" y="20846"/>
                  <a:pt x="10986" y="16243"/>
                </a:cubicBezTo>
                <a:cubicBezTo>
                  <a:pt x="13703" y="12783"/>
                  <a:pt x="16625" y="10970"/>
                  <a:pt x="19411" y="10970"/>
                </a:cubicBezTo>
                <a:cubicBezTo>
                  <a:pt x="20078" y="10970"/>
                  <a:pt x="20738" y="11074"/>
                  <a:pt x="21385" y="11284"/>
                </a:cubicBezTo>
                <a:cubicBezTo>
                  <a:pt x="21761" y="11389"/>
                  <a:pt x="22096" y="11535"/>
                  <a:pt x="22431" y="11703"/>
                </a:cubicBezTo>
                <a:cubicBezTo>
                  <a:pt x="14584" y="22625"/>
                  <a:pt x="9542" y="35556"/>
                  <a:pt x="7973" y="48884"/>
                </a:cubicBezTo>
                <a:cubicBezTo>
                  <a:pt x="7533" y="52671"/>
                  <a:pt x="8203" y="55077"/>
                  <a:pt x="10065" y="56291"/>
                </a:cubicBezTo>
                <a:cubicBezTo>
                  <a:pt x="10763" y="56736"/>
                  <a:pt x="11520" y="56934"/>
                  <a:pt x="12291" y="56934"/>
                </a:cubicBezTo>
                <a:cubicBezTo>
                  <a:pt x="13368" y="56934"/>
                  <a:pt x="14472" y="56548"/>
                  <a:pt x="15484" y="55914"/>
                </a:cubicBezTo>
                <a:lnTo>
                  <a:pt x="15484" y="55914"/>
                </a:lnTo>
                <a:cubicBezTo>
                  <a:pt x="14857" y="62903"/>
                  <a:pt x="15066" y="69912"/>
                  <a:pt x="16112" y="76712"/>
                </a:cubicBezTo>
                <a:cubicBezTo>
                  <a:pt x="16635" y="80144"/>
                  <a:pt x="17807" y="82111"/>
                  <a:pt x="19711" y="82696"/>
                </a:cubicBezTo>
                <a:cubicBezTo>
                  <a:pt x="20086" y="82816"/>
                  <a:pt x="20465" y="82871"/>
                  <a:pt x="20840" y="82871"/>
                </a:cubicBezTo>
                <a:cubicBezTo>
                  <a:pt x="22365" y="82871"/>
                  <a:pt x="23821" y="81968"/>
                  <a:pt x="24712" y="80876"/>
                </a:cubicBezTo>
                <a:cubicBezTo>
                  <a:pt x="25423" y="79976"/>
                  <a:pt x="25883" y="78972"/>
                  <a:pt x="26281" y="77947"/>
                </a:cubicBezTo>
                <a:cubicBezTo>
                  <a:pt x="26574" y="78240"/>
                  <a:pt x="26909" y="78470"/>
                  <a:pt x="27264" y="78616"/>
                </a:cubicBezTo>
                <a:cubicBezTo>
                  <a:pt x="27708" y="78812"/>
                  <a:pt x="28166" y="78899"/>
                  <a:pt x="28620" y="78899"/>
                </a:cubicBezTo>
                <a:cubicBezTo>
                  <a:pt x="29811" y="78899"/>
                  <a:pt x="30969" y="78301"/>
                  <a:pt x="31742" y="77528"/>
                </a:cubicBezTo>
                <a:cubicBezTo>
                  <a:pt x="32244" y="77026"/>
                  <a:pt x="32663" y="76419"/>
                  <a:pt x="32997" y="75833"/>
                </a:cubicBezTo>
                <a:cubicBezTo>
                  <a:pt x="33186" y="78344"/>
                  <a:pt x="33499" y="80792"/>
                  <a:pt x="33960" y="83178"/>
                </a:cubicBezTo>
                <a:cubicBezTo>
                  <a:pt x="34169" y="84308"/>
                  <a:pt x="34734" y="84956"/>
                  <a:pt x="35466" y="84956"/>
                </a:cubicBezTo>
                <a:cubicBezTo>
                  <a:pt x="36345" y="84956"/>
                  <a:pt x="36805" y="83994"/>
                  <a:pt x="36952" y="83638"/>
                </a:cubicBezTo>
                <a:cubicBezTo>
                  <a:pt x="37161" y="83178"/>
                  <a:pt x="37370" y="82696"/>
                  <a:pt x="37580" y="82257"/>
                </a:cubicBezTo>
                <a:cubicBezTo>
                  <a:pt x="37705" y="86463"/>
                  <a:pt x="38291" y="90522"/>
                  <a:pt x="39358" y="94476"/>
                </a:cubicBezTo>
                <a:cubicBezTo>
                  <a:pt x="39672" y="95627"/>
                  <a:pt x="40090" y="96757"/>
                  <a:pt x="41095" y="97322"/>
                </a:cubicBezTo>
                <a:cubicBezTo>
                  <a:pt x="41502" y="97563"/>
                  <a:pt x="41943" y="97666"/>
                  <a:pt x="42383" y="97666"/>
                </a:cubicBezTo>
                <a:cubicBezTo>
                  <a:pt x="43280" y="97666"/>
                  <a:pt x="44174" y="97241"/>
                  <a:pt x="44777" y="96694"/>
                </a:cubicBezTo>
                <a:cubicBezTo>
                  <a:pt x="45740" y="95816"/>
                  <a:pt x="46263" y="94581"/>
                  <a:pt x="46681" y="93577"/>
                </a:cubicBezTo>
                <a:cubicBezTo>
                  <a:pt x="47497" y="91652"/>
                  <a:pt x="48272" y="89685"/>
                  <a:pt x="49046" y="87760"/>
                </a:cubicBezTo>
                <a:cubicBezTo>
                  <a:pt x="49318" y="90438"/>
                  <a:pt x="49715" y="93116"/>
                  <a:pt x="50217" y="95753"/>
                </a:cubicBezTo>
                <a:cubicBezTo>
                  <a:pt x="50238" y="95941"/>
                  <a:pt x="50406" y="96046"/>
                  <a:pt x="50552" y="96067"/>
                </a:cubicBezTo>
                <a:cubicBezTo>
                  <a:pt x="50568" y="96068"/>
                  <a:pt x="50584" y="96069"/>
                  <a:pt x="50600" y="96069"/>
                </a:cubicBezTo>
                <a:cubicBezTo>
                  <a:pt x="50765" y="96069"/>
                  <a:pt x="50892" y="95970"/>
                  <a:pt x="50950" y="95836"/>
                </a:cubicBezTo>
                <a:lnTo>
                  <a:pt x="51640" y="94100"/>
                </a:lnTo>
                <a:cubicBezTo>
                  <a:pt x="52519" y="96548"/>
                  <a:pt x="53586" y="98808"/>
                  <a:pt x="54925" y="100858"/>
                </a:cubicBezTo>
                <a:cubicBezTo>
                  <a:pt x="54988" y="100984"/>
                  <a:pt x="55155" y="101046"/>
                  <a:pt x="55281" y="101046"/>
                </a:cubicBezTo>
                <a:cubicBezTo>
                  <a:pt x="55448" y="101005"/>
                  <a:pt x="55553" y="100942"/>
                  <a:pt x="55595" y="100774"/>
                </a:cubicBezTo>
                <a:cubicBezTo>
                  <a:pt x="56369" y="98745"/>
                  <a:pt x="57122" y="96694"/>
                  <a:pt x="57855" y="94623"/>
                </a:cubicBezTo>
                <a:lnTo>
                  <a:pt x="57855" y="94623"/>
                </a:lnTo>
                <a:cubicBezTo>
                  <a:pt x="57792" y="95355"/>
                  <a:pt x="57750" y="96129"/>
                  <a:pt x="57708" y="96862"/>
                </a:cubicBezTo>
                <a:cubicBezTo>
                  <a:pt x="57645" y="98222"/>
                  <a:pt x="57603" y="99414"/>
                  <a:pt x="58064" y="100565"/>
                </a:cubicBezTo>
                <a:cubicBezTo>
                  <a:pt x="58482" y="101737"/>
                  <a:pt x="59570" y="102950"/>
                  <a:pt x="61014" y="102992"/>
                </a:cubicBezTo>
                <a:lnTo>
                  <a:pt x="61140" y="102992"/>
                </a:lnTo>
                <a:cubicBezTo>
                  <a:pt x="62834" y="102992"/>
                  <a:pt x="64236" y="101486"/>
                  <a:pt x="65178" y="98640"/>
                </a:cubicBezTo>
                <a:cubicBezTo>
                  <a:pt x="65868" y="96464"/>
                  <a:pt x="66559" y="94267"/>
                  <a:pt x="67207" y="92070"/>
                </a:cubicBezTo>
                <a:lnTo>
                  <a:pt x="67375" y="92928"/>
                </a:lnTo>
                <a:cubicBezTo>
                  <a:pt x="67396" y="93116"/>
                  <a:pt x="67542" y="93242"/>
                  <a:pt x="67730" y="93242"/>
                </a:cubicBezTo>
                <a:cubicBezTo>
                  <a:pt x="67744" y="93243"/>
                  <a:pt x="67758" y="93244"/>
                  <a:pt x="67771" y="93244"/>
                </a:cubicBezTo>
                <a:cubicBezTo>
                  <a:pt x="67940" y="93244"/>
                  <a:pt x="68070" y="93127"/>
                  <a:pt x="68128" y="92991"/>
                </a:cubicBezTo>
                <a:cubicBezTo>
                  <a:pt x="70890" y="84538"/>
                  <a:pt x="73443" y="75938"/>
                  <a:pt x="75661" y="67276"/>
                </a:cubicBezTo>
                <a:lnTo>
                  <a:pt x="75661" y="67276"/>
                </a:lnTo>
                <a:cubicBezTo>
                  <a:pt x="75640" y="67464"/>
                  <a:pt x="75577" y="67611"/>
                  <a:pt x="75556" y="67799"/>
                </a:cubicBezTo>
                <a:cubicBezTo>
                  <a:pt x="75368" y="68657"/>
                  <a:pt x="75137" y="69515"/>
                  <a:pt x="74907" y="70351"/>
                </a:cubicBezTo>
                <a:cubicBezTo>
                  <a:pt x="74489" y="71795"/>
                  <a:pt x="74070" y="73323"/>
                  <a:pt x="73924" y="74829"/>
                </a:cubicBezTo>
                <a:cubicBezTo>
                  <a:pt x="73777" y="76419"/>
                  <a:pt x="74552" y="79181"/>
                  <a:pt x="75493" y="80374"/>
                </a:cubicBezTo>
                <a:cubicBezTo>
                  <a:pt x="75577" y="80458"/>
                  <a:pt x="75681" y="80541"/>
                  <a:pt x="75786" y="80541"/>
                </a:cubicBezTo>
                <a:cubicBezTo>
                  <a:pt x="75891" y="80541"/>
                  <a:pt x="76016" y="80479"/>
                  <a:pt x="76100" y="80395"/>
                </a:cubicBezTo>
                <a:cubicBezTo>
                  <a:pt x="79050" y="77152"/>
                  <a:pt x="81080" y="73113"/>
                  <a:pt x="82649" y="68866"/>
                </a:cubicBezTo>
                <a:cubicBezTo>
                  <a:pt x="83381" y="67485"/>
                  <a:pt x="84135" y="65958"/>
                  <a:pt x="84888" y="64346"/>
                </a:cubicBezTo>
                <a:lnTo>
                  <a:pt x="84888" y="64346"/>
                </a:lnTo>
                <a:cubicBezTo>
                  <a:pt x="84846" y="64493"/>
                  <a:pt x="84783" y="64681"/>
                  <a:pt x="84762" y="64849"/>
                </a:cubicBezTo>
                <a:cubicBezTo>
                  <a:pt x="84741" y="64995"/>
                  <a:pt x="84804" y="65162"/>
                  <a:pt x="84972" y="65225"/>
                </a:cubicBezTo>
                <a:cubicBezTo>
                  <a:pt x="85033" y="65260"/>
                  <a:pt x="85097" y="65277"/>
                  <a:pt x="85161" y="65277"/>
                </a:cubicBezTo>
                <a:cubicBezTo>
                  <a:pt x="85250" y="65277"/>
                  <a:pt x="85338" y="65244"/>
                  <a:pt x="85411" y="65183"/>
                </a:cubicBezTo>
                <a:cubicBezTo>
                  <a:pt x="85934" y="64744"/>
                  <a:pt x="86457" y="64158"/>
                  <a:pt x="87001" y="63509"/>
                </a:cubicBezTo>
                <a:cubicBezTo>
                  <a:pt x="87106" y="63551"/>
                  <a:pt x="87252" y="63698"/>
                  <a:pt x="87357" y="64012"/>
                </a:cubicBezTo>
                <a:cubicBezTo>
                  <a:pt x="87482" y="64388"/>
                  <a:pt x="87399" y="64807"/>
                  <a:pt x="87148" y="65267"/>
                </a:cubicBezTo>
                <a:cubicBezTo>
                  <a:pt x="86729" y="65958"/>
                  <a:pt x="85892" y="66460"/>
                  <a:pt x="85285" y="66627"/>
                </a:cubicBezTo>
                <a:cubicBezTo>
                  <a:pt x="85306" y="66460"/>
                  <a:pt x="85327" y="66230"/>
                  <a:pt x="85160" y="65999"/>
                </a:cubicBezTo>
                <a:cubicBezTo>
                  <a:pt x="85071" y="65885"/>
                  <a:pt x="84950" y="65832"/>
                  <a:pt x="84828" y="65832"/>
                </a:cubicBezTo>
                <a:cubicBezTo>
                  <a:pt x="84749" y="65832"/>
                  <a:pt x="84669" y="65854"/>
                  <a:pt x="84595" y="65895"/>
                </a:cubicBezTo>
                <a:cubicBezTo>
                  <a:pt x="84428" y="66020"/>
                  <a:pt x="84386" y="66250"/>
                  <a:pt x="84490" y="66439"/>
                </a:cubicBezTo>
                <a:cubicBezTo>
                  <a:pt x="84490" y="66460"/>
                  <a:pt x="84490" y="66481"/>
                  <a:pt x="84469" y="66522"/>
                </a:cubicBezTo>
                <a:cubicBezTo>
                  <a:pt x="84344" y="66962"/>
                  <a:pt x="84532" y="67255"/>
                  <a:pt x="85055" y="67401"/>
                </a:cubicBezTo>
                <a:cubicBezTo>
                  <a:pt x="85076" y="67412"/>
                  <a:pt x="85102" y="67417"/>
                  <a:pt x="85131" y="67417"/>
                </a:cubicBezTo>
                <a:cubicBezTo>
                  <a:pt x="85160" y="67417"/>
                  <a:pt x="85191" y="67412"/>
                  <a:pt x="85223" y="67401"/>
                </a:cubicBezTo>
                <a:cubicBezTo>
                  <a:pt x="86206" y="67255"/>
                  <a:pt x="87273" y="66522"/>
                  <a:pt x="87817" y="65623"/>
                </a:cubicBezTo>
                <a:cubicBezTo>
                  <a:pt x="88215" y="64995"/>
                  <a:pt x="88298" y="64346"/>
                  <a:pt x="88089" y="63740"/>
                </a:cubicBezTo>
                <a:cubicBezTo>
                  <a:pt x="87922" y="63300"/>
                  <a:pt x="87713" y="63028"/>
                  <a:pt x="87503" y="62882"/>
                </a:cubicBezTo>
                <a:cubicBezTo>
                  <a:pt x="89282" y="60601"/>
                  <a:pt x="91165" y="57379"/>
                  <a:pt x="92839" y="53717"/>
                </a:cubicBezTo>
                <a:cubicBezTo>
                  <a:pt x="93257" y="52441"/>
                  <a:pt x="96291" y="45683"/>
                  <a:pt x="95203" y="44176"/>
                </a:cubicBezTo>
                <a:cubicBezTo>
                  <a:pt x="95088" y="44036"/>
                  <a:pt x="94888" y="43857"/>
                  <a:pt x="94559" y="43857"/>
                </a:cubicBezTo>
                <a:cubicBezTo>
                  <a:pt x="94349" y="43857"/>
                  <a:pt x="94086" y="43930"/>
                  <a:pt x="93759" y="44134"/>
                </a:cubicBezTo>
                <a:cubicBezTo>
                  <a:pt x="93508" y="44281"/>
                  <a:pt x="92881" y="44950"/>
                  <a:pt x="92065" y="45913"/>
                </a:cubicBezTo>
                <a:cubicBezTo>
                  <a:pt x="93948" y="39991"/>
                  <a:pt x="94868" y="35095"/>
                  <a:pt x="93718" y="33505"/>
                </a:cubicBezTo>
                <a:cubicBezTo>
                  <a:pt x="93655" y="33463"/>
                  <a:pt x="93592" y="33400"/>
                  <a:pt x="93550" y="33379"/>
                </a:cubicBezTo>
                <a:cubicBezTo>
                  <a:pt x="92821" y="33085"/>
                  <a:pt x="92111" y="32922"/>
                  <a:pt x="91420" y="32922"/>
                </a:cubicBezTo>
                <a:cubicBezTo>
                  <a:pt x="91079" y="32922"/>
                  <a:pt x="90743" y="32962"/>
                  <a:pt x="90412" y="33045"/>
                </a:cubicBezTo>
                <a:cubicBezTo>
                  <a:pt x="90474" y="32208"/>
                  <a:pt x="90495" y="31371"/>
                  <a:pt x="90537" y="30534"/>
                </a:cubicBezTo>
                <a:cubicBezTo>
                  <a:pt x="90621" y="28044"/>
                  <a:pt x="90056" y="26517"/>
                  <a:pt x="88759" y="25889"/>
                </a:cubicBezTo>
                <a:cubicBezTo>
                  <a:pt x="88390" y="25713"/>
                  <a:pt x="88019" y="25632"/>
                  <a:pt x="87652" y="25632"/>
                </a:cubicBezTo>
                <a:cubicBezTo>
                  <a:pt x="86668" y="25632"/>
                  <a:pt x="85711" y="26212"/>
                  <a:pt x="84888" y="27081"/>
                </a:cubicBezTo>
                <a:cubicBezTo>
                  <a:pt x="84972" y="26789"/>
                  <a:pt x="85034" y="26475"/>
                  <a:pt x="85076" y="26161"/>
                </a:cubicBezTo>
                <a:cubicBezTo>
                  <a:pt x="85808" y="22415"/>
                  <a:pt x="85662" y="20239"/>
                  <a:pt x="84616" y="19507"/>
                </a:cubicBezTo>
                <a:cubicBezTo>
                  <a:pt x="84367" y="19336"/>
                  <a:pt x="84080" y="19249"/>
                  <a:pt x="83757" y="19249"/>
                </a:cubicBezTo>
                <a:cubicBezTo>
                  <a:pt x="83292" y="19249"/>
                  <a:pt x="82752" y="19429"/>
                  <a:pt x="82147" y="19800"/>
                </a:cubicBezTo>
                <a:cubicBezTo>
                  <a:pt x="81477" y="20198"/>
                  <a:pt x="80850" y="20700"/>
                  <a:pt x="80285" y="21244"/>
                </a:cubicBezTo>
                <a:cubicBezTo>
                  <a:pt x="80389" y="19884"/>
                  <a:pt x="80808" y="12016"/>
                  <a:pt x="77962" y="10803"/>
                </a:cubicBezTo>
                <a:cubicBezTo>
                  <a:pt x="77710" y="10696"/>
                  <a:pt x="77448" y="10643"/>
                  <a:pt x="77175" y="10643"/>
                </a:cubicBezTo>
                <a:cubicBezTo>
                  <a:pt x="76106" y="10643"/>
                  <a:pt x="74862" y="11460"/>
                  <a:pt x="73380" y="13125"/>
                </a:cubicBezTo>
                <a:cubicBezTo>
                  <a:pt x="73422" y="12749"/>
                  <a:pt x="73422" y="12351"/>
                  <a:pt x="73443" y="11933"/>
                </a:cubicBezTo>
                <a:cubicBezTo>
                  <a:pt x="73443" y="11849"/>
                  <a:pt x="73422" y="11744"/>
                  <a:pt x="73359" y="11703"/>
                </a:cubicBezTo>
                <a:cubicBezTo>
                  <a:pt x="73380" y="10447"/>
                  <a:pt x="73212" y="9255"/>
                  <a:pt x="72522" y="8459"/>
                </a:cubicBezTo>
                <a:cubicBezTo>
                  <a:pt x="71978" y="7769"/>
                  <a:pt x="71141" y="7434"/>
                  <a:pt x="70074" y="7434"/>
                </a:cubicBezTo>
                <a:lnTo>
                  <a:pt x="70032" y="7434"/>
                </a:lnTo>
                <a:cubicBezTo>
                  <a:pt x="67375" y="7434"/>
                  <a:pt x="65282" y="10384"/>
                  <a:pt x="63755" y="12644"/>
                </a:cubicBezTo>
                <a:cubicBezTo>
                  <a:pt x="63713" y="12058"/>
                  <a:pt x="63650" y="11493"/>
                  <a:pt x="63588" y="10928"/>
                </a:cubicBezTo>
                <a:cubicBezTo>
                  <a:pt x="63190" y="8041"/>
                  <a:pt x="62144" y="6283"/>
                  <a:pt x="60449" y="5739"/>
                </a:cubicBezTo>
                <a:cubicBezTo>
                  <a:pt x="60099" y="5624"/>
                  <a:pt x="59746" y="5567"/>
                  <a:pt x="59391" y="5567"/>
                </a:cubicBezTo>
                <a:cubicBezTo>
                  <a:pt x="57683" y="5567"/>
                  <a:pt x="55929" y="6883"/>
                  <a:pt x="54318" y="9359"/>
                </a:cubicBezTo>
                <a:cubicBezTo>
                  <a:pt x="53230" y="10405"/>
                  <a:pt x="52121" y="11493"/>
                  <a:pt x="51075" y="12581"/>
                </a:cubicBezTo>
                <a:lnTo>
                  <a:pt x="51159" y="9924"/>
                </a:lnTo>
                <a:cubicBezTo>
                  <a:pt x="51180" y="6890"/>
                  <a:pt x="50636" y="1597"/>
                  <a:pt x="46681" y="257"/>
                </a:cubicBezTo>
                <a:cubicBezTo>
                  <a:pt x="46156" y="86"/>
                  <a:pt x="45618" y="1"/>
                  <a:pt x="450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5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Parts and whole</a:t>
            </a:r>
            <a:endParaRPr/>
          </a:p>
        </p:txBody>
      </p:sp>
      <p:sp>
        <p:nvSpPr>
          <p:cNvPr id="1233" name="Google Shape;1233;p57"/>
          <p:cNvSpPr/>
          <p:nvPr/>
        </p:nvSpPr>
        <p:spPr>
          <a:xfrm>
            <a:off x="720025" y="1580131"/>
            <a:ext cx="1766700" cy="282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 and the smallest one in the entire Solar System</a:t>
            </a:r>
            <a:endParaRPr>
              <a:solidFill>
                <a:schemeClr val="dk1"/>
              </a:solidFill>
              <a:latin typeface="Lato"/>
              <a:ea typeface="Lato"/>
              <a:cs typeface="Lato"/>
              <a:sym typeface="Lato"/>
            </a:endParaRPr>
          </a:p>
        </p:txBody>
      </p:sp>
      <p:sp>
        <p:nvSpPr>
          <p:cNvPr id="1234" name="Google Shape;1234;p57"/>
          <p:cNvSpPr/>
          <p:nvPr/>
        </p:nvSpPr>
        <p:spPr>
          <a:xfrm>
            <a:off x="4783150" y="1580226"/>
            <a:ext cx="3640800" cy="108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Venus has a beautiful name and is the second planet from the Sun. It’s hot and has a poisonous atmosphere</a:t>
            </a:r>
            <a:endParaRPr>
              <a:solidFill>
                <a:schemeClr val="dk1"/>
              </a:solidFill>
              <a:latin typeface="Lato"/>
              <a:ea typeface="Lato"/>
              <a:cs typeface="Lato"/>
              <a:sym typeface="Lato"/>
            </a:endParaRPr>
          </a:p>
        </p:txBody>
      </p:sp>
      <p:sp>
        <p:nvSpPr>
          <p:cNvPr id="1235" name="Google Shape;1235;p57"/>
          <p:cNvSpPr/>
          <p:nvPr/>
        </p:nvSpPr>
        <p:spPr>
          <a:xfrm>
            <a:off x="2751576" y="1302525"/>
            <a:ext cx="1766700" cy="277500"/>
          </a:xfrm>
          <a:prstGeom prst="rect">
            <a:avLst/>
          </a:prstGeom>
          <a:solidFill>
            <a:schemeClr val="dk2"/>
          </a:solidFill>
          <a:ln>
            <a:noFill/>
          </a:ln>
        </p:spPr>
        <p:txBody>
          <a:bodyPr spcFirstLastPara="1" wrap="square" lIns="54000" tIns="91425" rIns="54000"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Lato"/>
                <a:ea typeface="Lato"/>
                <a:cs typeface="Lato"/>
                <a:sym typeface="Lato"/>
              </a:rPr>
              <a:t>Parts of the object</a:t>
            </a:r>
            <a:endParaRPr sz="1600" b="1">
              <a:solidFill>
                <a:schemeClr val="dk1"/>
              </a:solidFill>
              <a:latin typeface="Lato"/>
              <a:ea typeface="Lato"/>
              <a:cs typeface="Lato"/>
              <a:sym typeface="Lato"/>
            </a:endParaRPr>
          </a:p>
        </p:txBody>
      </p:sp>
      <p:sp>
        <p:nvSpPr>
          <p:cNvPr id="1236" name="Google Shape;1236;p57"/>
          <p:cNvSpPr/>
          <p:nvPr/>
        </p:nvSpPr>
        <p:spPr>
          <a:xfrm>
            <a:off x="2751601" y="1580220"/>
            <a:ext cx="1766700" cy="50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a:t>
            </a:r>
            <a:endParaRPr>
              <a:solidFill>
                <a:schemeClr val="dk1"/>
              </a:solidFill>
              <a:latin typeface="Lato"/>
              <a:ea typeface="Lato"/>
              <a:cs typeface="Lato"/>
              <a:sym typeface="Lato"/>
            </a:endParaRPr>
          </a:p>
        </p:txBody>
      </p:sp>
      <p:sp>
        <p:nvSpPr>
          <p:cNvPr id="1237" name="Google Shape;1237;p57"/>
          <p:cNvSpPr/>
          <p:nvPr/>
        </p:nvSpPr>
        <p:spPr>
          <a:xfrm>
            <a:off x="2751601" y="2162158"/>
            <a:ext cx="1766700" cy="50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Mars</a:t>
            </a:r>
            <a:endParaRPr>
              <a:solidFill>
                <a:schemeClr val="dk1"/>
              </a:solidFill>
              <a:latin typeface="Lato"/>
              <a:ea typeface="Lato"/>
              <a:cs typeface="Lato"/>
              <a:sym typeface="Lato"/>
            </a:endParaRPr>
          </a:p>
        </p:txBody>
      </p:sp>
      <p:sp>
        <p:nvSpPr>
          <p:cNvPr id="1238" name="Google Shape;1238;p57"/>
          <p:cNvSpPr/>
          <p:nvPr/>
        </p:nvSpPr>
        <p:spPr>
          <a:xfrm>
            <a:off x="2751601" y="2744097"/>
            <a:ext cx="1766700" cy="50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Saturn</a:t>
            </a:r>
            <a:endParaRPr>
              <a:solidFill>
                <a:schemeClr val="dk1"/>
              </a:solidFill>
              <a:latin typeface="Lato"/>
              <a:ea typeface="Lato"/>
              <a:cs typeface="Lato"/>
              <a:sym typeface="Lato"/>
            </a:endParaRPr>
          </a:p>
        </p:txBody>
      </p:sp>
      <p:sp>
        <p:nvSpPr>
          <p:cNvPr id="1239" name="Google Shape;1239;p57"/>
          <p:cNvSpPr/>
          <p:nvPr/>
        </p:nvSpPr>
        <p:spPr>
          <a:xfrm>
            <a:off x="2751601" y="3326035"/>
            <a:ext cx="1766700" cy="50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Venus</a:t>
            </a:r>
            <a:endParaRPr>
              <a:solidFill>
                <a:schemeClr val="dk1"/>
              </a:solidFill>
              <a:latin typeface="Lato"/>
              <a:ea typeface="Lato"/>
              <a:cs typeface="Lato"/>
              <a:sym typeface="Lato"/>
            </a:endParaRPr>
          </a:p>
        </p:txBody>
      </p:sp>
      <p:sp>
        <p:nvSpPr>
          <p:cNvPr id="1240" name="Google Shape;1240;p57"/>
          <p:cNvSpPr/>
          <p:nvPr/>
        </p:nvSpPr>
        <p:spPr>
          <a:xfrm>
            <a:off x="2751601" y="3907973"/>
            <a:ext cx="1766700" cy="50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Jupiter</a:t>
            </a:r>
            <a:endParaRPr>
              <a:solidFill>
                <a:schemeClr val="dk1"/>
              </a:solidFill>
              <a:latin typeface="Lato"/>
              <a:ea typeface="Lato"/>
              <a:cs typeface="Lato"/>
              <a:sym typeface="Lato"/>
            </a:endParaRPr>
          </a:p>
        </p:txBody>
      </p:sp>
      <p:sp>
        <p:nvSpPr>
          <p:cNvPr id="1241" name="Google Shape;1241;p57"/>
          <p:cNvSpPr/>
          <p:nvPr/>
        </p:nvSpPr>
        <p:spPr>
          <a:xfrm>
            <a:off x="720000" y="1302525"/>
            <a:ext cx="1766700" cy="277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Lato"/>
                <a:ea typeface="Lato"/>
                <a:cs typeface="Lato"/>
                <a:sym typeface="Lato"/>
              </a:rPr>
              <a:t>The whole object</a:t>
            </a:r>
            <a:endParaRPr sz="1600" b="1">
              <a:solidFill>
                <a:schemeClr val="dk1"/>
              </a:solidFill>
              <a:latin typeface="Lato"/>
              <a:ea typeface="Lato"/>
              <a:cs typeface="Lato"/>
              <a:sym typeface="Lato"/>
            </a:endParaRPr>
          </a:p>
        </p:txBody>
      </p:sp>
      <p:sp>
        <p:nvSpPr>
          <p:cNvPr id="1242" name="Google Shape;1242;p57"/>
          <p:cNvSpPr/>
          <p:nvPr/>
        </p:nvSpPr>
        <p:spPr>
          <a:xfrm>
            <a:off x="4783138" y="1302525"/>
            <a:ext cx="3640800" cy="288600"/>
          </a:xfrm>
          <a:prstGeom prst="rect">
            <a:avLst/>
          </a:prstGeom>
          <a:solidFill>
            <a:schemeClr val="dk2"/>
          </a:solidFill>
          <a:ln>
            <a:noFill/>
          </a:ln>
        </p:spPr>
        <p:txBody>
          <a:bodyPr spcFirstLastPara="1" wrap="square" lIns="0" tIns="91425" rIns="0"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Lato"/>
                <a:ea typeface="Lato"/>
                <a:cs typeface="Lato"/>
                <a:sym typeface="Lato"/>
              </a:rPr>
              <a:t>What happens if the parts are missing?</a:t>
            </a:r>
            <a:endParaRPr sz="1600" b="1">
              <a:solidFill>
                <a:schemeClr val="dk1"/>
              </a:solidFill>
              <a:latin typeface="Lato"/>
              <a:ea typeface="Lato"/>
              <a:cs typeface="Lato"/>
              <a:sym typeface="Lato"/>
            </a:endParaRPr>
          </a:p>
        </p:txBody>
      </p:sp>
      <p:sp>
        <p:nvSpPr>
          <p:cNvPr id="1243" name="Google Shape;1243;p57"/>
          <p:cNvSpPr/>
          <p:nvPr/>
        </p:nvSpPr>
        <p:spPr>
          <a:xfrm>
            <a:off x="4783175" y="3325875"/>
            <a:ext cx="3640800" cy="108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Saturn is a gas giant and has several rings. It’s mostly composed of hydrogen and helium</a:t>
            </a:r>
            <a:endParaRPr>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a:solidFill>
                <a:schemeClr val="dk1"/>
              </a:solidFill>
              <a:latin typeface="Lato"/>
              <a:ea typeface="Lato"/>
              <a:cs typeface="Lato"/>
              <a:sym typeface="Lato"/>
            </a:endParaRPr>
          </a:p>
        </p:txBody>
      </p:sp>
      <p:sp>
        <p:nvSpPr>
          <p:cNvPr id="1244" name="Google Shape;1244;p57"/>
          <p:cNvSpPr/>
          <p:nvPr/>
        </p:nvSpPr>
        <p:spPr>
          <a:xfrm>
            <a:off x="4783138" y="3048248"/>
            <a:ext cx="3640800" cy="288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Lato"/>
                <a:ea typeface="Lato"/>
                <a:cs typeface="Lato"/>
                <a:sym typeface="Lato"/>
              </a:rPr>
              <a:t>What’s the function of the parts?</a:t>
            </a:r>
            <a:endParaRPr sz="1600" b="1">
              <a:solidFill>
                <a:schemeClr val="dk1"/>
              </a:solidFill>
              <a:latin typeface="Lato"/>
              <a:ea typeface="Lato"/>
              <a:cs typeface="Lato"/>
              <a:sym typeface="Lato"/>
            </a:endParaRPr>
          </a:p>
        </p:txBody>
      </p:sp>
      <p:cxnSp>
        <p:nvCxnSpPr>
          <p:cNvPr id="1245" name="Google Shape;1245;p57"/>
          <p:cNvCxnSpPr>
            <a:stCxn id="1241" idx="3"/>
            <a:endCxn id="1235" idx="1"/>
          </p:cNvCxnSpPr>
          <p:nvPr/>
        </p:nvCxnSpPr>
        <p:spPr>
          <a:xfrm>
            <a:off x="2486700" y="1441275"/>
            <a:ext cx="264900" cy="0"/>
          </a:xfrm>
          <a:prstGeom prst="straightConnector1">
            <a:avLst/>
          </a:prstGeom>
          <a:noFill/>
          <a:ln w="19050" cap="flat" cmpd="sng">
            <a:solidFill>
              <a:schemeClr val="dk1"/>
            </a:solidFill>
            <a:prstDash val="solid"/>
            <a:round/>
            <a:headEnd type="none" w="med" len="med"/>
            <a:tailEnd type="triangle" w="med" len="med"/>
          </a:ln>
        </p:spPr>
      </p:cxnSp>
      <p:cxnSp>
        <p:nvCxnSpPr>
          <p:cNvPr id="1246" name="Google Shape;1246;p57"/>
          <p:cNvCxnSpPr>
            <a:stCxn id="1235" idx="3"/>
            <a:endCxn id="1242" idx="1"/>
          </p:cNvCxnSpPr>
          <p:nvPr/>
        </p:nvCxnSpPr>
        <p:spPr>
          <a:xfrm>
            <a:off x="4518276" y="1441275"/>
            <a:ext cx="264900" cy="5700"/>
          </a:xfrm>
          <a:prstGeom prst="straightConnector1">
            <a:avLst/>
          </a:prstGeom>
          <a:noFill/>
          <a:ln w="19050" cap="flat" cmpd="sng">
            <a:solidFill>
              <a:schemeClr val="dk1"/>
            </a:solidFill>
            <a:prstDash val="solid"/>
            <a:round/>
            <a:headEnd type="none" w="med" len="med"/>
            <a:tailEnd type="triangle" w="med" len="med"/>
          </a:ln>
        </p:spPr>
      </p:cxnSp>
      <p:cxnSp>
        <p:nvCxnSpPr>
          <p:cNvPr id="1247" name="Google Shape;1247;p57"/>
          <p:cNvCxnSpPr>
            <a:stCxn id="1234" idx="2"/>
            <a:endCxn id="1244" idx="0"/>
          </p:cNvCxnSpPr>
          <p:nvPr/>
        </p:nvCxnSpPr>
        <p:spPr>
          <a:xfrm>
            <a:off x="6603550" y="2664126"/>
            <a:ext cx="0" cy="384000"/>
          </a:xfrm>
          <a:prstGeom prst="straightConnector1">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use this graph</a:t>
            </a:r>
            <a:endParaRPr/>
          </a:p>
        </p:txBody>
      </p:sp>
      <p:sp>
        <p:nvSpPr>
          <p:cNvPr id="1253" name="Google Shape;1253;p58"/>
          <p:cNvSpPr txBox="1"/>
          <p:nvPr/>
        </p:nvSpPr>
        <p:spPr>
          <a:xfrm>
            <a:off x="981900" y="4270575"/>
            <a:ext cx="71802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333333"/>
                </a:solidFill>
                <a:latin typeface="Lato"/>
                <a:ea typeface="Lato"/>
                <a:cs typeface="Lato"/>
                <a:sym typeface="Lato"/>
              </a:rPr>
              <a:t>Follow the link in the graph to modify its data and then paste the new one here. </a:t>
            </a:r>
            <a:r>
              <a:rPr lang="en" sz="1000" b="1" u="sng">
                <a:solidFill>
                  <a:srgbClr val="333333"/>
                </a:solid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u="sng">
              <a:solidFill>
                <a:srgbClr val="333333"/>
              </a:solidFill>
              <a:latin typeface="Lato"/>
              <a:ea typeface="Lato"/>
              <a:cs typeface="Lato"/>
              <a:sym typeface="Lato"/>
            </a:endParaRPr>
          </a:p>
        </p:txBody>
      </p:sp>
      <p:sp>
        <p:nvSpPr>
          <p:cNvPr id="1254" name="Google Shape;1254;p58"/>
          <p:cNvSpPr txBox="1"/>
          <p:nvPr/>
        </p:nvSpPr>
        <p:spPr>
          <a:xfrm>
            <a:off x="1895624" y="3439679"/>
            <a:ext cx="2777700" cy="39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Arbutus Slab"/>
                <a:ea typeface="Arbutus Slab"/>
                <a:cs typeface="Arbutus Slab"/>
                <a:sym typeface="Arbutus Slab"/>
              </a:rPr>
              <a:t>Emotional impact</a:t>
            </a:r>
            <a:endParaRPr sz="2000" b="1">
              <a:solidFill>
                <a:schemeClr val="dk1"/>
              </a:solidFill>
              <a:latin typeface="Arbutus Slab"/>
              <a:ea typeface="Arbutus Slab"/>
              <a:cs typeface="Arbutus Slab"/>
              <a:sym typeface="Arbutus Slab"/>
            </a:endParaRPr>
          </a:p>
        </p:txBody>
      </p:sp>
      <p:sp>
        <p:nvSpPr>
          <p:cNvPr id="1255" name="Google Shape;1255;p58"/>
          <p:cNvSpPr txBox="1"/>
          <p:nvPr/>
        </p:nvSpPr>
        <p:spPr>
          <a:xfrm>
            <a:off x="1895625" y="3691018"/>
            <a:ext cx="27777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Mars is actually a cold place. It’s full of iron oxide dust</a:t>
            </a:r>
            <a:endParaRPr>
              <a:solidFill>
                <a:schemeClr val="dk1"/>
              </a:solidFill>
              <a:latin typeface="Lato"/>
              <a:ea typeface="Lato"/>
              <a:cs typeface="Lato"/>
              <a:sym typeface="Lato"/>
            </a:endParaRPr>
          </a:p>
        </p:txBody>
      </p:sp>
      <p:sp>
        <p:nvSpPr>
          <p:cNvPr id="1256" name="Google Shape;1256;p58"/>
          <p:cNvSpPr txBox="1"/>
          <p:nvPr/>
        </p:nvSpPr>
        <p:spPr>
          <a:xfrm>
            <a:off x="1895624" y="2391929"/>
            <a:ext cx="2777700" cy="39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Arbutus Slab"/>
                <a:ea typeface="Arbutus Slab"/>
                <a:cs typeface="Arbutus Slab"/>
                <a:sym typeface="Arbutus Slab"/>
              </a:rPr>
              <a:t>Suspense</a:t>
            </a:r>
            <a:endParaRPr sz="2000" b="1">
              <a:solidFill>
                <a:schemeClr val="dk1"/>
              </a:solidFill>
              <a:latin typeface="Arbutus Slab"/>
              <a:ea typeface="Arbutus Slab"/>
              <a:cs typeface="Arbutus Slab"/>
              <a:sym typeface="Arbutus Slab"/>
            </a:endParaRPr>
          </a:p>
        </p:txBody>
      </p:sp>
      <p:sp>
        <p:nvSpPr>
          <p:cNvPr id="1257" name="Google Shape;1257;p58"/>
          <p:cNvSpPr txBox="1"/>
          <p:nvPr/>
        </p:nvSpPr>
        <p:spPr>
          <a:xfrm>
            <a:off x="1895625" y="2644428"/>
            <a:ext cx="27777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Venus has a beautiful name and is the second planet from the Sun</a:t>
            </a:r>
            <a:endParaRPr>
              <a:solidFill>
                <a:schemeClr val="dk1"/>
              </a:solidFill>
              <a:latin typeface="Lato"/>
              <a:ea typeface="Lato"/>
              <a:cs typeface="Lato"/>
              <a:sym typeface="Lato"/>
            </a:endParaRPr>
          </a:p>
        </p:txBody>
      </p:sp>
      <p:sp>
        <p:nvSpPr>
          <p:cNvPr id="1258" name="Google Shape;1258;p58"/>
          <p:cNvSpPr txBox="1"/>
          <p:nvPr/>
        </p:nvSpPr>
        <p:spPr>
          <a:xfrm>
            <a:off x="1895624" y="1344179"/>
            <a:ext cx="2777700" cy="39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Arbutus Slab"/>
                <a:ea typeface="Arbutus Slab"/>
                <a:cs typeface="Arbutus Slab"/>
                <a:sym typeface="Arbutus Slab"/>
              </a:rPr>
              <a:t>Plot twist</a:t>
            </a:r>
            <a:endParaRPr sz="2000" b="1">
              <a:solidFill>
                <a:schemeClr val="dk1"/>
              </a:solidFill>
              <a:latin typeface="Arbutus Slab"/>
              <a:ea typeface="Arbutus Slab"/>
              <a:cs typeface="Arbutus Slab"/>
              <a:sym typeface="Arbutus Slab"/>
            </a:endParaRPr>
          </a:p>
        </p:txBody>
      </p:sp>
      <p:sp>
        <p:nvSpPr>
          <p:cNvPr id="1259" name="Google Shape;1259;p58"/>
          <p:cNvSpPr txBox="1"/>
          <p:nvPr/>
        </p:nvSpPr>
        <p:spPr>
          <a:xfrm>
            <a:off x="1895625" y="1597837"/>
            <a:ext cx="27777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 and the smallest one</a:t>
            </a:r>
            <a:endParaRPr>
              <a:solidFill>
                <a:schemeClr val="dk1"/>
              </a:solidFill>
              <a:latin typeface="Lato"/>
              <a:ea typeface="Lato"/>
              <a:cs typeface="Lato"/>
              <a:sym typeface="Lato"/>
            </a:endParaRPr>
          </a:p>
        </p:txBody>
      </p:sp>
      <p:sp>
        <p:nvSpPr>
          <p:cNvPr id="1260" name="Google Shape;1260;p58"/>
          <p:cNvSpPr/>
          <p:nvPr/>
        </p:nvSpPr>
        <p:spPr>
          <a:xfrm>
            <a:off x="713225" y="1113246"/>
            <a:ext cx="992640" cy="855454"/>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8"/>
          <p:cNvSpPr/>
          <p:nvPr/>
        </p:nvSpPr>
        <p:spPr>
          <a:xfrm>
            <a:off x="713225" y="2160541"/>
            <a:ext cx="992640" cy="855454"/>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8"/>
          <p:cNvSpPr/>
          <p:nvPr/>
        </p:nvSpPr>
        <p:spPr>
          <a:xfrm>
            <a:off x="713225" y="3207837"/>
            <a:ext cx="992640" cy="855454"/>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8"/>
          <p:cNvSpPr txBox="1"/>
          <p:nvPr/>
        </p:nvSpPr>
        <p:spPr>
          <a:xfrm>
            <a:off x="720000" y="1344170"/>
            <a:ext cx="9927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Arbutus Slab"/>
                <a:ea typeface="Arbutus Slab"/>
                <a:cs typeface="Arbutus Slab"/>
                <a:sym typeface="Arbutus Slab"/>
              </a:rPr>
              <a:t>40%</a:t>
            </a:r>
            <a:endParaRPr sz="2000" b="1">
              <a:solidFill>
                <a:schemeClr val="dk1"/>
              </a:solidFill>
              <a:latin typeface="Arbutus Slab"/>
              <a:ea typeface="Arbutus Slab"/>
              <a:cs typeface="Arbutus Slab"/>
              <a:sym typeface="Arbutus Slab"/>
            </a:endParaRPr>
          </a:p>
        </p:txBody>
      </p:sp>
      <p:sp>
        <p:nvSpPr>
          <p:cNvPr id="1264" name="Google Shape;1264;p58"/>
          <p:cNvSpPr txBox="1"/>
          <p:nvPr/>
        </p:nvSpPr>
        <p:spPr>
          <a:xfrm>
            <a:off x="720000" y="2391920"/>
            <a:ext cx="9927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Arbutus Slab"/>
                <a:ea typeface="Arbutus Slab"/>
                <a:cs typeface="Arbutus Slab"/>
                <a:sym typeface="Arbutus Slab"/>
              </a:rPr>
              <a:t>30%</a:t>
            </a:r>
            <a:endParaRPr sz="2000" b="1">
              <a:solidFill>
                <a:schemeClr val="dk1"/>
              </a:solidFill>
              <a:latin typeface="Arbutus Slab"/>
              <a:ea typeface="Arbutus Slab"/>
              <a:cs typeface="Arbutus Slab"/>
              <a:sym typeface="Arbutus Slab"/>
            </a:endParaRPr>
          </a:p>
        </p:txBody>
      </p:sp>
      <p:sp>
        <p:nvSpPr>
          <p:cNvPr id="1265" name="Google Shape;1265;p58"/>
          <p:cNvSpPr txBox="1"/>
          <p:nvPr/>
        </p:nvSpPr>
        <p:spPr>
          <a:xfrm>
            <a:off x="720000" y="3439670"/>
            <a:ext cx="9927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Arbutus Slab"/>
                <a:ea typeface="Arbutus Slab"/>
                <a:cs typeface="Arbutus Slab"/>
                <a:sym typeface="Arbutus Slab"/>
              </a:rPr>
              <a:t>30%</a:t>
            </a:r>
            <a:endParaRPr sz="2000" b="1">
              <a:solidFill>
                <a:schemeClr val="dk1"/>
              </a:solidFill>
              <a:latin typeface="Arbutus Slab"/>
              <a:ea typeface="Arbutus Slab"/>
              <a:cs typeface="Arbutus Slab"/>
              <a:sym typeface="Arbutus Slab"/>
            </a:endParaRPr>
          </a:p>
        </p:txBody>
      </p:sp>
      <p:pic>
        <p:nvPicPr>
          <p:cNvPr id="1266" name="Google Shape;1266;p58" title="Chart">
            <a:hlinkClick r:id="rId4"/>
          </p:cNvPr>
          <p:cNvPicPr preferRelativeResize="0"/>
          <p:nvPr/>
        </p:nvPicPr>
        <p:blipFill>
          <a:blip r:embed="rId5">
            <a:alphaModFix/>
          </a:blip>
          <a:stretch>
            <a:fillRect/>
          </a:stretch>
        </p:blipFill>
        <p:spPr>
          <a:xfrm>
            <a:off x="5443099" y="1170125"/>
            <a:ext cx="3083135" cy="29480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p59"/>
          <p:cNvSpPr txBox="1"/>
          <p:nvPr/>
        </p:nvSpPr>
        <p:spPr>
          <a:xfrm flipH="1">
            <a:off x="5875359" y="1250357"/>
            <a:ext cx="2143200" cy="4500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Venus</a:t>
            </a:r>
            <a:endParaRPr sz="2000" b="1">
              <a:solidFill>
                <a:schemeClr val="dk1"/>
              </a:solidFill>
              <a:latin typeface="Arbutus Slab"/>
              <a:ea typeface="Arbutus Slab"/>
              <a:cs typeface="Arbutus Slab"/>
              <a:sym typeface="Arbutus Slab"/>
            </a:endParaRPr>
          </a:p>
        </p:txBody>
      </p:sp>
      <p:sp>
        <p:nvSpPr>
          <p:cNvPr id="1272" name="Google Shape;1272;p59"/>
          <p:cNvSpPr txBox="1"/>
          <p:nvPr/>
        </p:nvSpPr>
        <p:spPr>
          <a:xfrm flipH="1">
            <a:off x="5875359" y="3484338"/>
            <a:ext cx="2143200" cy="4500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Mars</a:t>
            </a:r>
            <a:endParaRPr sz="2000" b="1">
              <a:solidFill>
                <a:schemeClr val="dk1"/>
              </a:solidFill>
              <a:latin typeface="Arbutus Slab"/>
              <a:ea typeface="Arbutus Slab"/>
              <a:cs typeface="Arbutus Slab"/>
              <a:sym typeface="Arbutus Slab"/>
            </a:endParaRPr>
          </a:p>
        </p:txBody>
      </p:sp>
      <p:sp>
        <p:nvSpPr>
          <p:cNvPr id="1273" name="Google Shape;1273;p59"/>
          <p:cNvSpPr txBox="1"/>
          <p:nvPr/>
        </p:nvSpPr>
        <p:spPr>
          <a:xfrm flipH="1">
            <a:off x="5875384" y="2367347"/>
            <a:ext cx="2143200" cy="4500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Arbutus Slab"/>
                <a:ea typeface="Arbutus Slab"/>
                <a:cs typeface="Arbutus Slab"/>
                <a:sym typeface="Arbutus Slab"/>
              </a:rPr>
              <a:t>Mercury</a:t>
            </a:r>
            <a:endParaRPr sz="2000" b="1">
              <a:solidFill>
                <a:schemeClr val="dk1"/>
              </a:solidFill>
              <a:latin typeface="Arbutus Slab"/>
              <a:ea typeface="Arbutus Slab"/>
              <a:cs typeface="Arbutus Slab"/>
              <a:sym typeface="Arbutus Slab"/>
            </a:endParaRPr>
          </a:p>
        </p:txBody>
      </p:sp>
      <p:sp>
        <p:nvSpPr>
          <p:cNvPr id="1274" name="Google Shape;1274;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a:t>
            </a:r>
            <a:r>
              <a:rPr lang="en">
                <a:solidFill>
                  <a:srgbClr val="F4C5B1"/>
                </a:solidFill>
              </a:rPr>
              <a:t> </a:t>
            </a:r>
            <a:r>
              <a:rPr lang="en"/>
              <a:t>map</a:t>
            </a:r>
            <a:endParaRPr/>
          </a:p>
        </p:txBody>
      </p:sp>
      <p:sp>
        <p:nvSpPr>
          <p:cNvPr id="1275" name="Google Shape;1275;p59"/>
          <p:cNvSpPr txBox="1"/>
          <p:nvPr/>
        </p:nvSpPr>
        <p:spPr>
          <a:xfrm flipH="1">
            <a:off x="5875371" y="1574556"/>
            <a:ext cx="21432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276" name="Google Shape;1276;p59"/>
          <p:cNvSpPr txBox="1"/>
          <p:nvPr/>
        </p:nvSpPr>
        <p:spPr>
          <a:xfrm flipH="1">
            <a:off x="5875372" y="3808536"/>
            <a:ext cx="21432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Lato"/>
                <a:ea typeface="Lato"/>
                <a:cs typeface="Lato"/>
                <a:sym typeface="Lato"/>
              </a:rPr>
              <a:t>Despite being red, Mars is a very cold place</a:t>
            </a:r>
            <a:endParaRPr>
              <a:solidFill>
                <a:schemeClr val="dk1"/>
              </a:solidFill>
              <a:latin typeface="Lato"/>
              <a:ea typeface="Lato"/>
              <a:cs typeface="Lato"/>
              <a:sym typeface="Lato"/>
            </a:endParaRPr>
          </a:p>
        </p:txBody>
      </p:sp>
      <p:sp>
        <p:nvSpPr>
          <p:cNvPr id="1277" name="Google Shape;1277;p59"/>
          <p:cNvSpPr txBox="1"/>
          <p:nvPr/>
        </p:nvSpPr>
        <p:spPr>
          <a:xfrm flipH="1">
            <a:off x="5875386" y="2691546"/>
            <a:ext cx="21432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grpSp>
        <p:nvGrpSpPr>
          <p:cNvPr id="1278" name="Google Shape;1278;p59"/>
          <p:cNvGrpSpPr/>
          <p:nvPr/>
        </p:nvGrpSpPr>
        <p:grpSpPr>
          <a:xfrm>
            <a:off x="762048" y="1453118"/>
            <a:ext cx="5115303" cy="2724728"/>
            <a:chOff x="233350" y="949250"/>
            <a:chExt cx="7137300" cy="3802300"/>
          </a:xfrm>
        </p:grpSpPr>
        <p:sp>
          <p:nvSpPr>
            <p:cNvPr id="1279" name="Google Shape;1279;p59"/>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9"/>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9"/>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9"/>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9"/>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9"/>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9"/>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9"/>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9"/>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9"/>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9"/>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9"/>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9"/>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9"/>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59"/>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9"/>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9"/>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9"/>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59"/>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59"/>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9"/>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9"/>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9"/>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59"/>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59"/>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59"/>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9"/>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9"/>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59"/>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59"/>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9"/>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9"/>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9"/>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59"/>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59"/>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59"/>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9"/>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9"/>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59"/>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9"/>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9"/>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9"/>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59"/>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59"/>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59"/>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9"/>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9"/>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9"/>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59"/>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9"/>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9"/>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0" name="Google Shape;1330;p59"/>
          <p:cNvSpPr/>
          <p:nvPr/>
        </p:nvSpPr>
        <p:spPr>
          <a:xfrm flipH="1">
            <a:off x="1396784" y="1807633"/>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9"/>
          <p:cNvSpPr/>
          <p:nvPr/>
        </p:nvSpPr>
        <p:spPr>
          <a:xfrm flipH="1">
            <a:off x="3384834" y="2618620"/>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9"/>
          <p:cNvSpPr/>
          <p:nvPr/>
        </p:nvSpPr>
        <p:spPr>
          <a:xfrm flipH="1">
            <a:off x="5238484" y="2809645"/>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9"/>
          <p:cNvSpPr/>
          <p:nvPr/>
        </p:nvSpPr>
        <p:spPr>
          <a:xfrm>
            <a:off x="8114567" y="1270901"/>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9"/>
          <p:cNvSpPr/>
          <p:nvPr/>
        </p:nvSpPr>
        <p:spPr>
          <a:xfrm>
            <a:off x="8114567" y="2388749"/>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9"/>
          <p:cNvSpPr/>
          <p:nvPr/>
        </p:nvSpPr>
        <p:spPr>
          <a:xfrm>
            <a:off x="8114567" y="3506597"/>
            <a:ext cx="267384" cy="393474"/>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60"/>
          <p:cNvSpPr txBox="1">
            <a:spLocks noGrp="1"/>
          </p:cNvSpPr>
          <p:nvPr>
            <p:ph type="title"/>
          </p:nvPr>
        </p:nvSpPr>
        <p:spPr>
          <a:xfrm>
            <a:off x="720000" y="1529150"/>
            <a:ext cx="35979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Mockups</a:t>
            </a:r>
            <a:endParaRPr/>
          </a:p>
        </p:txBody>
      </p:sp>
      <p:sp>
        <p:nvSpPr>
          <p:cNvPr id="1341" name="Google Shape;1341;p60"/>
          <p:cNvSpPr txBox="1">
            <a:spLocks noGrp="1"/>
          </p:cNvSpPr>
          <p:nvPr>
            <p:ph type="subTitle" idx="1"/>
          </p:nvPr>
        </p:nvSpPr>
        <p:spPr>
          <a:xfrm>
            <a:off x="720000" y="2592350"/>
            <a:ext cx="3597900" cy="8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images on the screen with your own work. Just right-click on it and select “Replace images”</a:t>
            </a:r>
            <a:endParaRPr/>
          </a:p>
        </p:txBody>
      </p:sp>
      <p:grpSp>
        <p:nvGrpSpPr>
          <p:cNvPr id="1342" name="Google Shape;1342;p60"/>
          <p:cNvGrpSpPr/>
          <p:nvPr/>
        </p:nvGrpSpPr>
        <p:grpSpPr>
          <a:xfrm>
            <a:off x="5151205" y="1323607"/>
            <a:ext cx="3432984" cy="2496295"/>
            <a:chOff x="331763" y="414153"/>
            <a:chExt cx="6903246" cy="5019697"/>
          </a:xfrm>
        </p:grpSpPr>
        <p:sp>
          <p:nvSpPr>
            <p:cNvPr id="1343" name="Google Shape;1343;p60"/>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60"/>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60"/>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0"/>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47" name="Google Shape;1347;p60"/>
          <p:cNvPicPr preferRelativeResize="0"/>
          <p:nvPr/>
        </p:nvPicPr>
        <p:blipFill rotWithShape="1">
          <a:blip r:embed="rId3">
            <a:alphaModFix/>
          </a:blip>
          <a:srcRect l="3891" r="3882"/>
          <a:stretch/>
        </p:blipFill>
        <p:spPr>
          <a:xfrm>
            <a:off x="5243103" y="1415833"/>
            <a:ext cx="3249110" cy="1981718"/>
          </a:xfrm>
          <a:prstGeom prst="rect">
            <a:avLst/>
          </a:prstGeom>
          <a:noFill/>
          <a:ln>
            <a:noFill/>
          </a:ln>
        </p:spPr>
      </p:pic>
      <p:sp>
        <p:nvSpPr>
          <p:cNvPr id="1348" name="Google Shape;1348;p60"/>
          <p:cNvSpPr/>
          <p:nvPr/>
        </p:nvSpPr>
        <p:spPr>
          <a:xfrm>
            <a:off x="4671285" y="1927043"/>
            <a:ext cx="1101924" cy="2102546"/>
          </a:xfrm>
          <a:custGeom>
            <a:avLst/>
            <a:gdLst/>
            <a:ahLst/>
            <a:cxnLst/>
            <a:rect l="l" t="t" r="r" b="b"/>
            <a:pathLst>
              <a:path w="84552" h="161331" extrusionOk="0">
                <a:moveTo>
                  <a:pt x="1" y="1"/>
                </a:moveTo>
                <a:lnTo>
                  <a:pt x="1" y="161331"/>
                </a:lnTo>
                <a:lnTo>
                  <a:pt x="84551" y="161331"/>
                </a:lnTo>
                <a:lnTo>
                  <a:pt x="8455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9" name="Google Shape;1349;p60"/>
          <p:cNvGrpSpPr/>
          <p:nvPr/>
        </p:nvGrpSpPr>
        <p:grpSpPr>
          <a:xfrm>
            <a:off x="4615119" y="1806239"/>
            <a:ext cx="1214752" cy="2465737"/>
            <a:chOff x="5186401" y="494525"/>
            <a:chExt cx="1834973" cy="3724678"/>
          </a:xfrm>
        </p:grpSpPr>
        <p:sp>
          <p:nvSpPr>
            <p:cNvPr id="1350" name="Google Shape;1350;p60"/>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60"/>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52" name="Google Shape;1352;p60"/>
          <p:cNvPicPr preferRelativeResize="0"/>
          <p:nvPr/>
        </p:nvPicPr>
        <p:blipFill rotWithShape="1">
          <a:blip r:embed="rId4">
            <a:alphaModFix/>
          </a:blip>
          <a:srcRect l="62755" r="7764"/>
          <a:stretch/>
        </p:blipFill>
        <p:spPr>
          <a:xfrm>
            <a:off x="4671290" y="1927046"/>
            <a:ext cx="1101895" cy="2102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61"/>
          <p:cNvSpPr txBox="1">
            <a:spLocks noGrp="1"/>
          </p:cNvSpPr>
          <p:nvPr>
            <p:ph type="subTitle" idx="1"/>
          </p:nvPr>
        </p:nvSpPr>
        <p:spPr>
          <a:xfrm>
            <a:off x="2221100" y="1798927"/>
            <a:ext cx="4701600" cy="110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a:t>Do you have any questions?</a:t>
            </a:r>
            <a:endParaRPr sz="2000"/>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1358" name="Google Shape;1358;p61"/>
          <p:cNvSpPr txBox="1">
            <a:spLocks noGrp="1"/>
          </p:cNvSpPr>
          <p:nvPr>
            <p:ph type="title"/>
          </p:nvPr>
        </p:nvSpPr>
        <p:spPr>
          <a:xfrm>
            <a:off x="2221140" y="768600"/>
            <a:ext cx="47016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1359" name="Google Shape;1359;p61"/>
          <p:cNvSpPr txBox="1"/>
          <p:nvPr/>
        </p:nvSpPr>
        <p:spPr>
          <a:xfrm>
            <a:off x="2496150" y="4288383"/>
            <a:ext cx="41517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Please keep this slide for attribution</a:t>
            </a:r>
            <a:endParaRPr sz="1200">
              <a:solidFill>
                <a:schemeClr val="dk1"/>
              </a:solidFill>
              <a:latin typeface="Lato"/>
              <a:ea typeface="Lato"/>
              <a:cs typeface="Lato"/>
              <a:sym typeface="Lato"/>
            </a:endParaRPr>
          </a:p>
        </p:txBody>
      </p:sp>
      <p:sp>
        <p:nvSpPr>
          <p:cNvPr id="1360" name="Google Shape;1360;p61"/>
          <p:cNvSpPr/>
          <p:nvPr/>
        </p:nvSpPr>
        <p:spPr>
          <a:xfrm>
            <a:off x="5368312" y="3003425"/>
            <a:ext cx="653750" cy="563399"/>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61"/>
          <p:cNvSpPr/>
          <p:nvPr/>
        </p:nvSpPr>
        <p:spPr>
          <a:xfrm>
            <a:off x="4245018" y="3003425"/>
            <a:ext cx="653750" cy="563399"/>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61"/>
          <p:cNvSpPr/>
          <p:nvPr/>
        </p:nvSpPr>
        <p:spPr>
          <a:xfrm>
            <a:off x="3121725" y="3003425"/>
            <a:ext cx="653750" cy="563399"/>
          </a:xfrm>
          <a:custGeom>
            <a:avLst/>
            <a:gdLst/>
            <a:ahLst/>
            <a:cxnLst/>
            <a:rect l="l" t="t" r="r" b="b"/>
            <a:pathLst>
              <a:path w="196174" h="169062" extrusionOk="0">
                <a:moveTo>
                  <a:pt x="103037" y="0"/>
                </a:moveTo>
                <a:cubicBezTo>
                  <a:pt x="99866" y="0"/>
                  <a:pt x="96462" y="157"/>
                  <a:pt x="92800" y="483"/>
                </a:cubicBezTo>
                <a:cubicBezTo>
                  <a:pt x="29021" y="6154"/>
                  <a:pt x="33858" y="59592"/>
                  <a:pt x="16912" y="87745"/>
                </a:cubicBezTo>
                <a:cubicBezTo>
                  <a:pt x="0" y="115899"/>
                  <a:pt x="8607" y="139749"/>
                  <a:pt x="31690" y="152125"/>
                </a:cubicBezTo>
                <a:cubicBezTo>
                  <a:pt x="41807" y="157541"/>
                  <a:pt x="51510" y="158025"/>
                  <a:pt x="62293" y="158025"/>
                </a:cubicBezTo>
                <a:cubicBezTo>
                  <a:pt x="64636" y="158025"/>
                  <a:pt x="67030" y="158002"/>
                  <a:pt x="69490" y="158002"/>
                </a:cubicBezTo>
                <a:cubicBezTo>
                  <a:pt x="81578" y="158002"/>
                  <a:pt x="95268" y="158553"/>
                  <a:pt x="112381" y="165067"/>
                </a:cubicBezTo>
                <a:cubicBezTo>
                  <a:pt x="119588" y="167811"/>
                  <a:pt x="126525" y="169062"/>
                  <a:pt x="133085" y="169062"/>
                </a:cubicBezTo>
                <a:cubicBezTo>
                  <a:pt x="159858" y="169062"/>
                  <a:pt x="180354" y="148229"/>
                  <a:pt x="187401" y="123071"/>
                </a:cubicBezTo>
                <a:cubicBezTo>
                  <a:pt x="196174" y="91748"/>
                  <a:pt x="191204" y="79406"/>
                  <a:pt x="167887" y="52220"/>
                </a:cubicBezTo>
                <a:cubicBezTo>
                  <a:pt x="146253" y="26960"/>
                  <a:pt x="144634" y="0"/>
                  <a:pt x="1030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61"/>
          <p:cNvSpPr/>
          <p:nvPr/>
        </p:nvSpPr>
        <p:spPr>
          <a:xfrm>
            <a:off x="4399056" y="3112099"/>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4" name="Google Shape;1364;p61"/>
          <p:cNvGrpSpPr/>
          <p:nvPr/>
        </p:nvGrpSpPr>
        <p:grpSpPr>
          <a:xfrm>
            <a:off x="3275572" y="3112290"/>
            <a:ext cx="346056" cy="345674"/>
            <a:chOff x="3303268" y="3817349"/>
            <a:chExt cx="346056" cy="345674"/>
          </a:xfrm>
        </p:grpSpPr>
        <p:sp>
          <p:nvSpPr>
            <p:cNvPr id="1365" name="Google Shape;1365;p61"/>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61"/>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61"/>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61"/>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61"/>
          <p:cNvGrpSpPr/>
          <p:nvPr/>
        </p:nvGrpSpPr>
        <p:grpSpPr>
          <a:xfrm>
            <a:off x="5522159" y="3112290"/>
            <a:ext cx="346056" cy="345674"/>
            <a:chOff x="2238181" y="4120624"/>
            <a:chExt cx="346056" cy="345674"/>
          </a:xfrm>
        </p:grpSpPr>
        <p:grpSp>
          <p:nvGrpSpPr>
            <p:cNvPr id="1370" name="Google Shape;1370;p61"/>
            <p:cNvGrpSpPr/>
            <p:nvPr/>
          </p:nvGrpSpPr>
          <p:grpSpPr>
            <a:xfrm>
              <a:off x="2309155" y="4177413"/>
              <a:ext cx="203862" cy="231903"/>
              <a:chOff x="1512725" y="258500"/>
              <a:chExt cx="4570900" cy="5199625"/>
            </a:xfrm>
          </p:grpSpPr>
          <p:sp>
            <p:nvSpPr>
              <p:cNvPr id="1371" name="Google Shape;1371;p61"/>
              <p:cNvSpPr/>
              <p:nvPr/>
            </p:nvSpPr>
            <p:spPr>
              <a:xfrm>
                <a:off x="1512725" y="2700900"/>
                <a:ext cx="2654475" cy="2757225"/>
              </a:xfrm>
              <a:custGeom>
                <a:avLst/>
                <a:gdLst/>
                <a:ahLst/>
                <a:cxnLst/>
                <a:rect l="l" t="t" r="r" b="b"/>
                <a:pathLst>
                  <a:path w="106179" h="110289" extrusionOk="0">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61"/>
              <p:cNvSpPr/>
              <p:nvPr/>
            </p:nvSpPr>
            <p:spPr>
              <a:xfrm>
                <a:off x="2323325" y="258500"/>
                <a:ext cx="3760300" cy="4390225"/>
              </a:xfrm>
              <a:custGeom>
                <a:avLst/>
                <a:gdLst/>
                <a:ahLst/>
                <a:cxnLst/>
                <a:rect l="l" t="t" r="r" b="b"/>
                <a:pathLst>
                  <a:path w="150412" h="175609" extrusionOk="0">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3" name="Google Shape;1373;p61"/>
            <p:cNvSpPr/>
            <p:nvPr/>
          </p:nvSpPr>
          <p:spPr>
            <a:xfrm>
              <a:off x="2238181" y="4120624"/>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How to Write a Plot Twist Workshop by Slidesgo">
  <a:themeElements>
    <a:clrScheme name="Simple Light">
      <a:dk1>
        <a:srgbClr val="330407"/>
      </a:dk1>
      <a:lt1>
        <a:srgbClr val="FFF1E8"/>
      </a:lt1>
      <a:dk2>
        <a:srgbClr val="FFDFCA"/>
      </a:dk2>
      <a:lt2>
        <a:srgbClr val="778B9C"/>
      </a:lt2>
      <a:accent1>
        <a:srgbClr val="F5F1F1"/>
      </a:accent1>
      <a:accent2>
        <a:srgbClr val="F7E397"/>
      </a:accent2>
      <a:accent3>
        <a:srgbClr val="ECB8E2"/>
      </a:accent3>
      <a:accent4>
        <a:srgbClr val="F79797"/>
      </a:accent4>
      <a:accent5>
        <a:srgbClr val="FFFFFF"/>
      </a:accent5>
      <a:accent6>
        <a:srgbClr val="FFFFFF"/>
      </a:accent6>
      <a:hlink>
        <a:srgbClr val="33040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1454</Words>
  <Application>Microsoft Office PowerPoint</Application>
  <PresentationFormat>Экран (16:9)</PresentationFormat>
  <Paragraphs>232</Paragraphs>
  <Slides>29</Slides>
  <Notes>29</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29</vt:i4>
      </vt:variant>
    </vt:vector>
  </HeadingPairs>
  <TitlesOfParts>
    <vt:vector size="36" baseType="lpstr">
      <vt:lpstr>Lato</vt:lpstr>
      <vt:lpstr>Arbutus Slab</vt:lpstr>
      <vt:lpstr>Bebas Neue</vt:lpstr>
      <vt:lpstr>PT Sans</vt:lpstr>
      <vt:lpstr>Open Sans</vt:lpstr>
      <vt:lpstr>Arial</vt:lpstr>
      <vt:lpstr>How to Write a Plot Twist Workshop by Slidesgo</vt:lpstr>
      <vt:lpstr>How to Write a Plot Twist Workshop</vt:lpstr>
      <vt:lpstr>Contents of this template</vt:lpstr>
      <vt:lpstr>Table of contents</vt:lpstr>
      <vt:lpstr>Theory lesson</vt:lpstr>
      <vt:lpstr>Introduction</vt:lpstr>
      <vt:lpstr>—Someone Famous</vt:lpstr>
      <vt:lpstr>Concepts</vt:lpstr>
      <vt:lpstr>What is this topic about?</vt:lpstr>
      <vt:lpstr>Features of the topic</vt:lpstr>
      <vt:lpstr>Examples</vt:lpstr>
      <vt:lpstr>Recommendations</vt:lpstr>
      <vt:lpstr>A picture always reinforces  the concept</vt:lpstr>
      <vt:lpstr>4,498,300</vt:lpstr>
      <vt:lpstr>9h 55m 23s</vt:lpstr>
      <vt:lpstr>Awesome words</vt:lpstr>
      <vt:lpstr>Practical exercise</vt:lpstr>
      <vt:lpstr>KWL (brainstorming)</vt:lpstr>
      <vt:lpstr>Main topic and details</vt:lpstr>
      <vt:lpstr>Common mistakes</vt:lpstr>
      <vt:lpstr>Sequence</vt:lpstr>
      <vt:lpstr>Classification</vt:lpstr>
      <vt:lpstr>Cause and effect </vt:lpstr>
      <vt:lpstr>Question and answer</vt:lpstr>
      <vt:lpstr>Timeline</vt:lpstr>
      <vt:lpstr>Parts and whole</vt:lpstr>
      <vt:lpstr>You can use this graph</vt:lpstr>
      <vt:lpstr>This is a map</vt:lpstr>
      <vt:lpstr>Mockups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a Plot Twist Workshop</dc:title>
  <cp:lastModifiedBy>я</cp:lastModifiedBy>
  <cp:revision>1</cp:revision>
  <dcterms:modified xsi:type="dcterms:W3CDTF">2026-02-19T10:20:03Z</dcterms:modified>
</cp:coreProperties>
</file>
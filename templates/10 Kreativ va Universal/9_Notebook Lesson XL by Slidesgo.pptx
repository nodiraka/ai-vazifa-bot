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Lst>
  <p:notesMasterIdLst>
    <p:notesMasterId r:id="rId38"/>
  </p:notesMasterIdLst>
  <p:sldIdLst>
    <p:sldId id="256" r:id="rId2"/>
    <p:sldId id="257" r:id="rId3"/>
    <p:sldId id="258" r:id="rId4"/>
    <p:sldId id="259" r:id="rId5"/>
    <p:sldId id="260" r:id="rId6"/>
    <p:sldId id="261" r:id="rId7"/>
    <p:sldId id="262" r:id="rId8"/>
    <p:sldId id="266" r:id="rId9"/>
    <p:sldId id="267" r:id="rId10"/>
    <p:sldId id="269" r:id="rId11"/>
    <p:sldId id="270" r:id="rId12"/>
    <p:sldId id="271" r:id="rId13"/>
    <p:sldId id="272" r:id="rId14"/>
    <p:sldId id="274" r:id="rId15"/>
    <p:sldId id="275" r:id="rId16"/>
    <p:sldId id="280" r:id="rId17"/>
    <p:sldId id="281" r:id="rId18"/>
    <p:sldId id="282" r:id="rId19"/>
    <p:sldId id="283" r:id="rId20"/>
    <p:sldId id="285" r:id="rId21"/>
    <p:sldId id="286" r:id="rId22"/>
    <p:sldId id="288" r:id="rId23"/>
    <p:sldId id="289" r:id="rId24"/>
    <p:sldId id="291" r:id="rId25"/>
    <p:sldId id="292" r:id="rId26"/>
    <p:sldId id="293" r:id="rId27"/>
    <p:sldId id="294" r:id="rId28"/>
    <p:sldId id="295" r:id="rId29"/>
    <p:sldId id="296" r:id="rId30"/>
    <p:sldId id="301" r:id="rId31"/>
    <p:sldId id="304" r:id="rId32"/>
    <p:sldId id="305" r:id="rId33"/>
    <p:sldId id="306" r:id="rId34"/>
    <p:sldId id="309" r:id="rId35"/>
    <p:sldId id="313" r:id="rId36"/>
    <p:sldId id="315" r:id="rId37"/>
  </p:sldIdLst>
  <p:sldSz cx="9144000" cy="5143500" type="screen16x9"/>
  <p:notesSz cx="6858000" cy="9144000"/>
  <p:embeddedFontLst>
    <p:embeddedFont>
      <p:font typeface="Roboto Mono Medium" panose="020B0604020202020204" charset="0"/>
      <p:regular r:id="rId39"/>
      <p:bold r:id="rId40"/>
      <p:italic r:id="rId41"/>
      <p:boldItalic r:id="rId42"/>
    </p:embeddedFont>
    <p:embeddedFont>
      <p:font typeface="Roboto Mono" panose="020B0604020202020204" charset="0"/>
      <p:regular r:id="rId43"/>
      <p:bold r:id="rId44"/>
      <p:italic r:id="rId45"/>
      <p:boldItalic r:id="rId46"/>
    </p:embeddedFont>
    <p:embeddedFont>
      <p:font typeface="Concert One" panose="020B0604020202020204" charset="0"/>
      <p:regular r:id="rId47"/>
    </p:embeddedFont>
    <p:embeddedFont>
      <p:font typeface="Coming Soon" panose="020B0604020202020204" charset="0"/>
      <p:regular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05FBE6-79DC-481F-849F-70B190148581}">
  <a:tblStyle styleId="{5B05FBE6-79DC-481F-849F-70B19014858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853034354b_0_247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853034354b_0_24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777e314435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777e31443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85303435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85303435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777e314435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777e314435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1209571f4d9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1209571f4d9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853034354b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853034354b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1209571f4d9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1209571f4d9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8506521a88_4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8506521a88_4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1209571f4d9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1209571f4d9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120f6c89457_0_5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20f6c89457_0_5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853034354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853034354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853034354b_0_24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853034354b_0_24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853034354b_0_245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853034354b_0_24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853034354b_0_246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853034354b_0_246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1209571f4d9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1209571f4d9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1209571f4d9_0_8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6" name="Google Shape;746;g1209571f4d9_0_8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1209571f4d9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 name="Google Shape;771;g1209571f4d9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1209571f4d9_0_9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1209571f4d9_0_9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120f6c89457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0" name="Google Shape;840;g120f6c89457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120f6c89457_0_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6" name="Google Shape;866;g120f6c89457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1209571f4d9_0_9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1209571f4d9_0_9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1209571f4d9_0_8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3" name="Google Shape;923;g1209571f4d9_0_8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1209571f4d9_0_7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8" name="Google Shape;948;g1209571f4d9_0_7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1209571f4d9_0_9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7" name="Google Shape;957;g1209571f4d9_0_9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120f6c89457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6" name="Google Shape;976;g120f6c89457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120f6c89457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5" name="Google Shape;985;g120f6c89457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120f6c89457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120f6c89457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0f6c89457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0f6c89457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g120f6c89457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8" name="Google Shape;1178;g120f6c89457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853034354b_0_247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853034354b_0_247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1209571f4d9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 name="Google Shape;1215;g1209571f4d9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4"/>
        <p:cNvGrpSpPr/>
        <p:nvPr/>
      </p:nvGrpSpPr>
      <p:grpSpPr>
        <a:xfrm>
          <a:off x="0" y="0"/>
          <a:ext cx="0" cy="0"/>
          <a:chOff x="0" y="0"/>
          <a:chExt cx="0" cy="0"/>
        </a:xfrm>
      </p:grpSpPr>
      <p:sp>
        <p:nvSpPr>
          <p:cNvPr id="1315" name="Google Shape;1315;g853034354b_0_248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6" name="Google Shape;1316;g853034354b_0_248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9"/>
        <p:cNvGrpSpPr/>
        <p:nvPr/>
      </p:nvGrpSpPr>
      <p:grpSpPr>
        <a:xfrm>
          <a:off x="0" y="0"/>
          <a:ext cx="0" cy="0"/>
          <a:chOff x="0" y="0"/>
          <a:chExt cx="0" cy="0"/>
        </a:xfrm>
      </p:grpSpPr>
      <p:sp>
        <p:nvSpPr>
          <p:cNvPr id="1430" name="Google Shape;1430;g853034354b_0_248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1" name="Google Shape;1431;g853034354b_0_248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2"/>
        <p:cNvGrpSpPr/>
        <p:nvPr/>
      </p:nvGrpSpPr>
      <p:grpSpPr>
        <a:xfrm>
          <a:off x="0" y="0"/>
          <a:ext cx="0" cy="0"/>
          <a:chOff x="0" y="0"/>
          <a:chExt cx="0" cy="0"/>
        </a:xfrm>
      </p:grpSpPr>
      <p:sp>
        <p:nvSpPr>
          <p:cNvPr id="1453" name="Google Shape;1453;g853034354b_0_24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4" name="Google Shape;1454;g853034354b_0_24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hyperlink" Target="http://bit.ly/2TtBDfr"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bit.ly/2TyoMsr" TargetMode="External"/><Relationship Id="rId5" Type="http://schemas.openxmlformats.org/officeDocument/2006/relationships/hyperlink" Target="http://bit.ly/2Tynxth" TargetMode="Externa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0" name="Google Shape;10;p2"/>
          <p:cNvPicPr preferRelativeResize="0"/>
          <p:nvPr/>
        </p:nvPicPr>
        <p:blipFill rotWithShape="1">
          <a:blip r:embed="rId3">
            <a:alphaModFix/>
          </a:blip>
          <a:srcRect b="61089"/>
          <a:stretch/>
        </p:blipFill>
        <p:spPr>
          <a:xfrm rot="-620881">
            <a:off x="1853551" y="40483"/>
            <a:ext cx="2068426" cy="1772790"/>
          </a:xfrm>
          <a:prstGeom prst="rect">
            <a:avLst/>
          </a:prstGeom>
          <a:noFill/>
          <a:ln>
            <a:noFill/>
          </a:ln>
        </p:spPr>
      </p:pic>
      <p:pic>
        <p:nvPicPr>
          <p:cNvPr id="11" name="Google Shape;11;p2"/>
          <p:cNvPicPr preferRelativeResize="0"/>
          <p:nvPr/>
        </p:nvPicPr>
        <p:blipFill rotWithShape="1">
          <a:blip r:embed="rId4">
            <a:alphaModFix/>
          </a:blip>
          <a:srcRect r="1545" b="6838"/>
          <a:stretch/>
        </p:blipFill>
        <p:spPr>
          <a:xfrm>
            <a:off x="1047887" y="524012"/>
            <a:ext cx="7048226" cy="4102024"/>
          </a:xfrm>
          <a:prstGeom prst="rect">
            <a:avLst/>
          </a:prstGeom>
          <a:noFill/>
          <a:ln>
            <a:noFill/>
          </a:ln>
        </p:spPr>
      </p:pic>
      <p:pic>
        <p:nvPicPr>
          <p:cNvPr id="12" name="Google Shape;12;p2"/>
          <p:cNvPicPr preferRelativeResize="0"/>
          <p:nvPr/>
        </p:nvPicPr>
        <p:blipFill>
          <a:blip r:embed="rId5">
            <a:alphaModFix/>
          </a:blip>
          <a:stretch>
            <a:fillRect/>
          </a:stretch>
        </p:blipFill>
        <p:spPr>
          <a:xfrm>
            <a:off x="1593925" y="2989525"/>
            <a:ext cx="1584774" cy="1852801"/>
          </a:xfrm>
          <a:prstGeom prst="rect">
            <a:avLst/>
          </a:prstGeom>
          <a:noFill/>
          <a:ln>
            <a:noFill/>
          </a:ln>
          <a:effectLst>
            <a:outerShdw blurRad="57150" dist="19050" dir="3300000" algn="bl" rotWithShape="0">
              <a:srgbClr val="000000">
                <a:alpha val="34000"/>
              </a:srgbClr>
            </a:outerShdw>
          </a:effectLst>
        </p:spPr>
      </p:pic>
      <p:sp>
        <p:nvSpPr>
          <p:cNvPr id="13" name="Google Shape;13;p2"/>
          <p:cNvSpPr txBox="1">
            <a:spLocks noGrp="1"/>
          </p:cNvSpPr>
          <p:nvPr>
            <p:ph type="ctrTitle"/>
          </p:nvPr>
        </p:nvSpPr>
        <p:spPr>
          <a:xfrm>
            <a:off x="1532100" y="1728423"/>
            <a:ext cx="6079800" cy="16551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SzPts val="6000"/>
              <a:buNone/>
              <a:defRPr sz="6000"/>
            </a:lvl1pPr>
            <a:lvl2pPr lvl="1" algn="ctr">
              <a:lnSpc>
                <a:spcPct val="80000"/>
              </a:lnSpc>
              <a:spcBef>
                <a:spcPts val="0"/>
              </a:spcBef>
              <a:spcAft>
                <a:spcPts val="0"/>
              </a:spcAft>
              <a:buClr>
                <a:srgbClr val="0B5394"/>
              </a:buClr>
              <a:buSzPts val="6000"/>
              <a:buNone/>
              <a:defRPr sz="6000">
                <a:solidFill>
                  <a:srgbClr val="0B5394"/>
                </a:solidFill>
              </a:defRPr>
            </a:lvl2pPr>
            <a:lvl3pPr lvl="2" algn="ctr">
              <a:lnSpc>
                <a:spcPct val="80000"/>
              </a:lnSpc>
              <a:spcBef>
                <a:spcPts val="0"/>
              </a:spcBef>
              <a:spcAft>
                <a:spcPts val="0"/>
              </a:spcAft>
              <a:buClr>
                <a:srgbClr val="0B5394"/>
              </a:buClr>
              <a:buSzPts val="6000"/>
              <a:buNone/>
              <a:defRPr sz="6000">
                <a:solidFill>
                  <a:srgbClr val="0B5394"/>
                </a:solidFill>
              </a:defRPr>
            </a:lvl3pPr>
            <a:lvl4pPr lvl="3" algn="ctr">
              <a:lnSpc>
                <a:spcPct val="80000"/>
              </a:lnSpc>
              <a:spcBef>
                <a:spcPts val="0"/>
              </a:spcBef>
              <a:spcAft>
                <a:spcPts val="0"/>
              </a:spcAft>
              <a:buClr>
                <a:srgbClr val="0B5394"/>
              </a:buClr>
              <a:buSzPts val="6000"/>
              <a:buNone/>
              <a:defRPr sz="6000">
                <a:solidFill>
                  <a:srgbClr val="0B5394"/>
                </a:solidFill>
              </a:defRPr>
            </a:lvl4pPr>
            <a:lvl5pPr lvl="4" algn="ctr">
              <a:lnSpc>
                <a:spcPct val="80000"/>
              </a:lnSpc>
              <a:spcBef>
                <a:spcPts val="0"/>
              </a:spcBef>
              <a:spcAft>
                <a:spcPts val="0"/>
              </a:spcAft>
              <a:buClr>
                <a:srgbClr val="0B5394"/>
              </a:buClr>
              <a:buSzPts val="6000"/>
              <a:buNone/>
              <a:defRPr sz="6000">
                <a:solidFill>
                  <a:srgbClr val="0B5394"/>
                </a:solidFill>
              </a:defRPr>
            </a:lvl5pPr>
            <a:lvl6pPr lvl="5" algn="ctr">
              <a:lnSpc>
                <a:spcPct val="80000"/>
              </a:lnSpc>
              <a:spcBef>
                <a:spcPts val="0"/>
              </a:spcBef>
              <a:spcAft>
                <a:spcPts val="0"/>
              </a:spcAft>
              <a:buClr>
                <a:srgbClr val="0B5394"/>
              </a:buClr>
              <a:buSzPts val="6000"/>
              <a:buNone/>
              <a:defRPr sz="6000">
                <a:solidFill>
                  <a:srgbClr val="0B5394"/>
                </a:solidFill>
              </a:defRPr>
            </a:lvl6pPr>
            <a:lvl7pPr lvl="6" algn="ctr">
              <a:lnSpc>
                <a:spcPct val="80000"/>
              </a:lnSpc>
              <a:spcBef>
                <a:spcPts val="0"/>
              </a:spcBef>
              <a:spcAft>
                <a:spcPts val="0"/>
              </a:spcAft>
              <a:buClr>
                <a:srgbClr val="0B5394"/>
              </a:buClr>
              <a:buSzPts val="6000"/>
              <a:buNone/>
              <a:defRPr sz="6000">
                <a:solidFill>
                  <a:srgbClr val="0B5394"/>
                </a:solidFill>
              </a:defRPr>
            </a:lvl7pPr>
            <a:lvl8pPr lvl="7" algn="ctr">
              <a:lnSpc>
                <a:spcPct val="80000"/>
              </a:lnSpc>
              <a:spcBef>
                <a:spcPts val="0"/>
              </a:spcBef>
              <a:spcAft>
                <a:spcPts val="0"/>
              </a:spcAft>
              <a:buClr>
                <a:srgbClr val="0B5394"/>
              </a:buClr>
              <a:buSzPts val="6000"/>
              <a:buNone/>
              <a:defRPr sz="6000">
                <a:solidFill>
                  <a:srgbClr val="0B5394"/>
                </a:solidFill>
              </a:defRPr>
            </a:lvl8pPr>
            <a:lvl9pPr lvl="8" algn="ctr">
              <a:lnSpc>
                <a:spcPct val="80000"/>
              </a:lnSpc>
              <a:spcBef>
                <a:spcPts val="0"/>
              </a:spcBef>
              <a:spcAft>
                <a:spcPts val="0"/>
              </a:spcAft>
              <a:buClr>
                <a:srgbClr val="0B5394"/>
              </a:buClr>
              <a:buSzPts val="6000"/>
              <a:buNone/>
              <a:defRPr sz="6000">
                <a:solidFill>
                  <a:srgbClr val="0B5394"/>
                </a:solidFill>
              </a:defRPr>
            </a:lvl9pPr>
          </a:lstStyle>
          <a:p>
            <a:endParaRPr/>
          </a:p>
        </p:txBody>
      </p:sp>
      <p:sp>
        <p:nvSpPr>
          <p:cNvPr id="14" name="Google Shape;14;p2"/>
          <p:cNvSpPr txBox="1">
            <a:spLocks noGrp="1"/>
          </p:cNvSpPr>
          <p:nvPr>
            <p:ph type="subTitle" idx="1"/>
          </p:nvPr>
        </p:nvSpPr>
        <p:spPr>
          <a:xfrm>
            <a:off x="1672763" y="3769325"/>
            <a:ext cx="1427100" cy="7926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Clr>
                <a:schemeClr val="dk2"/>
              </a:buClr>
              <a:buSzPts val="1400"/>
              <a:buNone/>
              <a:defRPr sz="1400">
                <a:solidFill>
                  <a:schemeClr val="dk2"/>
                </a:solidFill>
              </a:defRPr>
            </a:lvl1pPr>
            <a:lvl2pPr lvl="1"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2pPr>
            <a:lvl3pPr lvl="2"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3pPr>
            <a:lvl4pPr lvl="3"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4pPr>
            <a:lvl5pPr lvl="4"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5pPr>
            <a:lvl6pPr lvl="5"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6pPr>
            <a:lvl7pPr lvl="6"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7pPr>
            <a:lvl8pPr lvl="7"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8pPr>
            <a:lvl9pPr lvl="8"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7" name="Google Shape;17;p3"/>
          <p:cNvPicPr preferRelativeResize="0"/>
          <p:nvPr/>
        </p:nvPicPr>
        <p:blipFill>
          <a:blip r:embed="rId3">
            <a:alphaModFix/>
          </a:blip>
          <a:stretch>
            <a:fillRect/>
          </a:stretch>
        </p:blipFill>
        <p:spPr>
          <a:xfrm>
            <a:off x="1874151" y="447699"/>
            <a:ext cx="5395700" cy="4248101"/>
          </a:xfrm>
          <a:prstGeom prst="rect">
            <a:avLst/>
          </a:prstGeom>
          <a:noFill/>
          <a:ln>
            <a:noFill/>
          </a:ln>
          <a:effectLst>
            <a:outerShdw blurRad="57150" dist="19050" dir="5400000" algn="bl" rotWithShape="0">
              <a:srgbClr val="000000">
                <a:alpha val="50000"/>
              </a:srgbClr>
            </a:outerShdw>
          </a:effectLst>
        </p:spPr>
      </p:pic>
      <p:sp>
        <p:nvSpPr>
          <p:cNvPr id="18" name="Google Shape;18;p3"/>
          <p:cNvSpPr txBox="1">
            <a:spLocks noGrp="1"/>
          </p:cNvSpPr>
          <p:nvPr>
            <p:ph type="title"/>
          </p:nvPr>
        </p:nvSpPr>
        <p:spPr>
          <a:xfrm>
            <a:off x="2673000" y="2550900"/>
            <a:ext cx="3798000" cy="815700"/>
          </a:xfrm>
          <a:prstGeom prst="rect">
            <a:avLst/>
          </a:prstGeom>
        </p:spPr>
        <p:txBody>
          <a:bodyPr spcFirstLastPara="1" wrap="square" lIns="91425" tIns="91425" rIns="91425" bIns="91425" anchor="t"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9" name="Google Shape;19;p3"/>
          <p:cNvSpPr txBox="1">
            <a:spLocks noGrp="1"/>
          </p:cNvSpPr>
          <p:nvPr>
            <p:ph type="subTitle" idx="1"/>
          </p:nvPr>
        </p:nvSpPr>
        <p:spPr>
          <a:xfrm>
            <a:off x="2937741" y="3307350"/>
            <a:ext cx="3268500" cy="792600"/>
          </a:xfrm>
          <a:prstGeom prst="rect">
            <a:avLst/>
          </a:prstGeom>
        </p:spPr>
        <p:txBody>
          <a:bodyPr spcFirstLastPara="1" wrap="square" lIns="91425" tIns="91425" rIns="91425" bIns="91425" anchor="t" anchorCtr="0">
            <a:noAutofit/>
          </a:bodyPr>
          <a:lstStyle>
            <a:lvl1pPr lvl="0" algn="ctr" rtl="0">
              <a:lnSpc>
                <a:spcPct val="90000"/>
              </a:lnSpc>
              <a:spcBef>
                <a:spcPts val="0"/>
              </a:spcBef>
              <a:spcAft>
                <a:spcPts val="0"/>
              </a:spcAft>
              <a:buClr>
                <a:schemeClr val="dk2"/>
              </a:buClr>
              <a:buSzPts val="1600"/>
              <a:buNone/>
              <a:defRPr sz="1600">
                <a:solidFill>
                  <a:schemeClr val="dk2"/>
                </a:solidFill>
              </a:defRPr>
            </a:lvl1pPr>
            <a:lvl2pPr lvl="1"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2pPr>
            <a:lvl3pPr lvl="2"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3pPr>
            <a:lvl4pPr lvl="3"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4pPr>
            <a:lvl5pPr lvl="4"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5pPr>
            <a:lvl6pPr lvl="5"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6pPr>
            <a:lvl7pPr lvl="6"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7pPr>
            <a:lvl8pPr lvl="7"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8pPr>
            <a:lvl9pPr lvl="8"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9pPr>
          </a:lstStyle>
          <a:p>
            <a:endParaRPr/>
          </a:p>
        </p:txBody>
      </p:sp>
      <p:sp>
        <p:nvSpPr>
          <p:cNvPr id="20" name="Google Shape;20;p3"/>
          <p:cNvSpPr txBox="1">
            <a:spLocks noGrp="1"/>
          </p:cNvSpPr>
          <p:nvPr>
            <p:ph type="title" idx="2" hasCustomPrompt="1"/>
          </p:nvPr>
        </p:nvSpPr>
        <p:spPr>
          <a:xfrm>
            <a:off x="3778200" y="1403800"/>
            <a:ext cx="1587600" cy="1002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4800"/>
              <a:buNone/>
              <a:defRPr sz="4800" b="0">
                <a:solidFill>
                  <a:schemeClr val="dk1"/>
                </a:solidFill>
              </a:defRPr>
            </a:lvl1pPr>
            <a:lvl2pPr lvl="1" algn="ctr" rtl="0">
              <a:spcBef>
                <a:spcPts val="0"/>
              </a:spcBef>
              <a:spcAft>
                <a:spcPts val="0"/>
              </a:spcAft>
              <a:buClr>
                <a:schemeClr val="dk2"/>
              </a:buClr>
              <a:buSzPts val="4800"/>
              <a:buNone/>
              <a:defRPr sz="4800">
                <a:solidFill>
                  <a:schemeClr val="dk2"/>
                </a:solidFill>
              </a:defRPr>
            </a:lvl2pPr>
            <a:lvl3pPr lvl="2" algn="ctr" rtl="0">
              <a:spcBef>
                <a:spcPts val="0"/>
              </a:spcBef>
              <a:spcAft>
                <a:spcPts val="0"/>
              </a:spcAft>
              <a:buClr>
                <a:schemeClr val="dk2"/>
              </a:buClr>
              <a:buSzPts val="4800"/>
              <a:buNone/>
              <a:defRPr sz="4800">
                <a:solidFill>
                  <a:schemeClr val="dk2"/>
                </a:solidFill>
              </a:defRPr>
            </a:lvl3pPr>
            <a:lvl4pPr lvl="3" algn="ctr" rtl="0">
              <a:spcBef>
                <a:spcPts val="0"/>
              </a:spcBef>
              <a:spcAft>
                <a:spcPts val="0"/>
              </a:spcAft>
              <a:buClr>
                <a:schemeClr val="dk2"/>
              </a:buClr>
              <a:buSzPts val="4800"/>
              <a:buNone/>
              <a:defRPr sz="4800">
                <a:solidFill>
                  <a:schemeClr val="dk2"/>
                </a:solidFill>
              </a:defRPr>
            </a:lvl4pPr>
            <a:lvl5pPr lvl="4" algn="ctr" rtl="0">
              <a:spcBef>
                <a:spcPts val="0"/>
              </a:spcBef>
              <a:spcAft>
                <a:spcPts val="0"/>
              </a:spcAft>
              <a:buClr>
                <a:schemeClr val="dk2"/>
              </a:buClr>
              <a:buSzPts val="4800"/>
              <a:buNone/>
              <a:defRPr sz="4800">
                <a:solidFill>
                  <a:schemeClr val="dk2"/>
                </a:solidFill>
              </a:defRPr>
            </a:lvl5pPr>
            <a:lvl6pPr lvl="5" algn="ctr" rtl="0">
              <a:spcBef>
                <a:spcPts val="0"/>
              </a:spcBef>
              <a:spcAft>
                <a:spcPts val="0"/>
              </a:spcAft>
              <a:buClr>
                <a:schemeClr val="dk2"/>
              </a:buClr>
              <a:buSzPts val="4800"/>
              <a:buNone/>
              <a:defRPr sz="4800">
                <a:solidFill>
                  <a:schemeClr val="dk2"/>
                </a:solidFill>
              </a:defRPr>
            </a:lvl6pPr>
            <a:lvl7pPr lvl="6" algn="ctr" rtl="0">
              <a:spcBef>
                <a:spcPts val="0"/>
              </a:spcBef>
              <a:spcAft>
                <a:spcPts val="0"/>
              </a:spcAft>
              <a:buClr>
                <a:schemeClr val="dk2"/>
              </a:buClr>
              <a:buSzPts val="4800"/>
              <a:buNone/>
              <a:defRPr sz="4800">
                <a:solidFill>
                  <a:schemeClr val="dk2"/>
                </a:solidFill>
              </a:defRPr>
            </a:lvl7pPr>
            <a:lvl8pPr lvl="7" algn="ctr" rtl="0">
              <a:spcBef>
                <a:spcPts val="0"/>
              </a:spcBef>
              <a:spcAft>
                <a:spcPts val="0"/>
              </a:spcAft>
              <a:buClr>
                <a:schemeClr val="dk2"/>
              </a:buClr>
              <a:buSzPts val="4800"/>
              <a:buNone/>
              <a:defRPr sz="4800">
                <a:solidFill>
                  <a:schemeClr val="dk2"/>
                </a:solidFill>
              </a:defRPr>
            </a:lvl8pPr>
            <a:lvl9pPr lvl="8" algn="ctr" rtl="0">
              <a:spcBef>
                <a:spcPts val="0"/>
              </a:spcBef>
              <a:spcAft>
                <a:spcPts val="0"/>
              </a:spcAft>
              <a:buClr>
                <a:schemeClr val="dk2"/>
              </a:buClr>
              <a:buSzPts val="4800"/>
              <a:buNone/>
              <a:defRPr sz="4800">
                <a:solidFill>
                  <a:schemeClr val="dk2"/>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pic>
        <p:nvPicPr>
          <p:cNvPr id="22" name="Google Shape;22;p4"/>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3" name="Google Shape;23;p4"/>
          <p:cNvPicPr preferRelativeResize="0"/>
          <p:nvPr/>
        </p:nvPicPr>
        <p:blipFill rotWithShape="1">
          <a:blip r:embed="rId3">
            <a:alphaModFix/>
          </a:blip>
          <a:srcRect r="1545" b="6838"/>
          <a:stretch/>
        </p:blipFill>
        <p:spPr>
          <a:xfrm>
            <a:off x="384887" y="134900"/>
            <a:ext cx="8374226" cy="4873724"/>
          </a:xfrm>
          <a:prstGeom prst="rect">
            <a:avLst/>
          </a:prstGeom>
          <a:noFill/>
          <a:ln>
            <a:noFill/>
          </a:ln>
        </p:spPr>
      </p:pic>
      <p:sp>
        <p:nvSpPr>
          <p:cNvPr id="24" name="Google Shape;24;p4"/>
          <p:cNvSpPr txBox="1">
            <a:spLocks noGrp="1"/>
          </p:cNvSpPr>
          <p:nvPr>
            <p:ph type="title"/>
          </p:nvPr>
        </p:nvSpPr>
        <p:spPr>
          <a:xfrm>
            <a:off x="1836900" y="711175"/>
            <a:ext cx="5470200" cy="572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
        <p:nvSpPr>
          <p:cNvPr id="25" name="Google Shape;25;p4"/>
          <p:cNvSpPr txBox="1">
            <a:spLocks noGrp="1"/>
          </p:cNvSpPr>
          <p:nvPr>
            <p:ph type="body" idx="1"/>
          </p:nvPr>
        </p:nvSpPr>
        <p:spPr>
          <a:xfrm>
            <a:off x="1398275" y="1401825"/>
            <a:ext cx="6963300" cy="3063000"/>
          </a:xfrm>
          <a:prstGeom prst="rect">
            <a:avLst/>
          </a:prstGeom>
        </p:spPr>
        <p:txBody>
          <a:bodyPr spcFirstLastPara="1" wrap="square" lIns="91425" tIns="91425" rIns="91425" bIns="91425" anchor="t" anchorCtr="0">
            <a:noAutofit/>
          </a:bodyPr>
          <a:lstStyle>
            <a:lvl1pPr marL="457200" lvl="0" indent="-307975">
              <a:spcBef>
                <a:spcPts val="0"/>
              </a:spcBef>
              <a:spcAft>
                <a:spcPts val="0"/>
              </a:spcAft>
              <a:buSzPts val="1250"/>
              <a:buFont typeface="Concert One"/>
              <a:buAutoNum type="arabicPeriod"/>
              <a:defRPr sz="950">
                <a:solidFill>
                  <a:schemeClr val="dk2"/>
                </a:solidFill>
              </a:defRPr>
            </a:lvl1pPr>
            <a:lvl2pPr marL="914400" lvl="1" indent="-292100">
              <a:spcBef>
                <a:spcPts val="1600"/>
              </a:spcBef>
              <a:spcAft>
                <a:spcPts val="0"/>
              </a:spcAft>
              <a:buClr>
                <a:srgbClr val="4D719D"/>
              </a:buClr>
              <a:buSzPts val="1000"/>
              <a:buFont typeface="Muli"/>
              <a:buAutoNum type="alphaLcPeriod"/>
              <a:defRPr sz="950">
                <a:solidFill>
                  <a:schemeClr val="dk2"/>
                </a:solidFill>
              </a:defRPr>
            </a:lvl2pPr>
            <a:lvl3pPr marL="1371600" lvl="2" indent="-292100">
              <a:spcBef>
                <a:spcPts val="1600"/>
              </a:spcBef>
              <a:spcAft>
                <a:spcPts val="0"/>
              </a:spcAft>
              <a:buClr>
                <a:srgbClr val="4D719D"/>
              </a:buClr>
              <a:buSzPts val="1000"/>
              <a:buFont typeface="Muli"/>
              <a:buAutoNum type="romanLcPeriod"/>
              <a:defRPr sz="950">
                <a:solidFill>
                  <a:schemeClr val="dk2"/>
                </a:solidFill>
              </a:defRPr>
            </a:lvl3pPr>
            <a:lvl4pPr marL="1828800" lvl="3" indent="-292100">
              <a:spcBef>
                <a:spcPts val="1600"/>
              </a:spcBef>
              <a:spcAft>
                <a:spcPts val="0"/>
              </a:spcAft>
              <a:buClr>
                <a:srgbClr val="4D719D"/>
              </a:buClr>
              <a:buSzPts val="1000"/>
              <a:buFont typeface="Muli"/>
              <a:buAutoNum type="arabicPeriod"/>
              <a:defRPr sz="950">
                <a:solidFill>
                  <a:schemeClr val="dk2"/>
                </a:solidFill>
              </a:defRPr>
            </a:lvl4pPr>
            <a:lvl5pPr marL="2286000" lvl="4" indent="-292100">
              <a:spcBef>
                <a:spcPts val="1600"/>
              </a:spcBef>
              <a:spcAft>
                <a:spcPts val="0"/>
              </a:spcAft>
              <a:buClr>
                <a:srgbClr val="4D719D"/>
              </a:buClr>
              <a:buSzPts val="1000"/>
              <a:buFont typeface="Muli"/>
              <a:buAutoNum type="alphaLcPeriod"/>
              <a:defRPr sz="950">
                <a:solidFill>
                  <a:schemeClr val="dk2"/>
                </a:solidFill>
              </a:defRPr>
            </a:lvl5pPr>
            <a:lvl6pPr marL="2743200" lvl="5" indent="-292100">
              <a:spcBef>
                <a:spcPts val="1600"/>
              </a:spcBef>
              <a:spcAft>
                <a:spcPts val="0"/>
              </a:spcAft>
              <a:buClr>
                <a:srgbClr val="4D719D"/>
              </a:buClr>
              <a:buSzPts val="1000"/>
              <a:buFont typeface="Muli"/>
              <a:buAutoNum type="romanLcPeriod"/>
              <a:defRPr sz="950">
                <a:solidFill>
                  <a:schemeClr val="dk2"/>
                </a:solidFill>
              </a:defRPr>
            </a:lvl6pPr>
            <a:lvl7pPr marL="3200400" lvl="6" indent="-292100">
              <a:spcBef>
                <a:spcPts val="1600"/>
              </a:spcBef>
              <a:spcAft>
                <a:spcPts val="0"/>
              </a:spcAft>
              <a:buClr>
                <a:srgbClr val="4D719D"/>
              </a:buClr>
              <a:buSzPts val="1000"/>
              <a:buFont typeface="Muli"/>
              <a:buAutoNum type="arabicPeriod"/>
              <a:defRPr sz="950">
                <a:solidFill>
                  <a:schemeClr val="dk2"/>
                </a:solidFill>
              </a:defRPr>
            </a:lvl7pPr>
            <a:lvl8pPr marL="3657600" lvl="7" indent="-292100">
              <a:spcBef>
                <a:spcPts val="1600"/>
              </a:spcBef>
              <a:spcAft>
                <a:spcPts val="0"/>
              </a:spcAft>
              <a:buClr>
                <a:srgbClr val="4D719D"/>
              </a:buClr>
              <a:buSzPts val="1000"/>
              <a:buFont typeface="Muli"/>
              <a:buAutoNum type="alphaLcPeriod"/>
              <a:defRPr sz="950">
                <a:solidFill>
                  <a:schemeClr val="dk2"/>
                </a:solidFill>
              </a:defRPr>
            </a:lvl8pPr>
            <a:lvl9pPr marL="4114800" lvl="8" indent="-292100">
              <a:spcBef>
                <a:spcPts val="1600"/>
              </a:spcBef>
              <a:spcAft>
                <a:spcPts val="1600"/>
              </a:spcAft>
              <a:buClr>
                <a:srgbClr val="4D719D"/>
              </a:buClr>
              <a:buSzPts val="1000"/>
              <a:buFont typeface="Muli"/>
              <a:buAutoNum type="romanLcPeriod"/>
              <a:defRPr sz="950">
                <a:solidFill>
                  <a:schemeClr val="dk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pic>
        <p:nvPicPr>
          <p:cNvPr id="33" name="Google Shape;33;p6"/>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34" name="Google Shape;34;p6"/>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35" name="Google Shape;35;p6"/>
          <p:cNvSpPr txBox="1">
            <a:spLocks noGrp="1"/>
          </p:cNvSpPr>
          <p:nvPr>
            <p:ph type="title"/>
          </p:nvPr>
        </p:nvSpPr>
        <p:spPr>
          <a:xfrm>
            <a:off x="1002325" y="711175"/>
            <a:ext cx="3273900" cy="8124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pic>
        <p:nvPicPr>
          <p:cNvPr id="37" name="Google Shape;37;p7"/>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38" name="Google Shape;38;p7"/>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39" name="Google Shape;39;p7"/>
          <p:cNvSpPr txBox="1">
            <a:spLocks noGrp="1"/>
          </p:cNvSpPr>
          <p:nvPr>
            <p:ph type="body" idx="1"/>
          </p:nvPr>
        </p:nvSpPr>
        <p:spPr>
          <a:xfrm>
            <a:off x="996375" y="1900525"/>
            <a:ext cx="2901600" cy="2270400"/>
          </a:xfrm>
          <a:prstGeom prst="rect">
            <a:avLst/>
          </a:prstGeom>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2"/>
              </a:buClr>
              <a:buSzPts val="1600"/>
              <a:buChar char="●"/>
              <a:defRPr sz="1600">
                <a:solidFill>
                  <a:schemeClr val="dk2"/>
                </a:solidFill>
              </a:defRPr>
            </a:lvl1pPr>
            <a:lvl2pPr marL="914400" lvl="1" indent="-330200">
              <a:lnSpc>
                <a:spcPct val="100000"/>
              </a:lnSpc>
              <a:spcBef>
                <a:spcPts val="1600"/>
              </a:spcBef>
              <a:spcAft>
                <a:spcPts val="0"/>
              </a:spcAft>
              <a:buClr>
                <a:schemeClr val="dk2"/>
              </a:buClr>
              <a:buSzPts val="1600"/>
              <a:buChar char="○"/>
              <a:defRPr sz="1600">
                <a:solidFill>
                  <a:schemeClr val="dk2"/>
                </a:solidFill>
              </a:defRPr>
            </a:lvl2pPr>
            <a:lvl3pPr marL="1371600" lvl="2" indent="-330200">
              <a:lnSpc>
                <a:spcPct val="100000"/>
              </a:lnSpc>
              <a:spcBef>
                <a:spcPts val="1600"/>
              </a:spcBef>
              <a:spcAft>
                <a:spcPts val="0"/>
              </a:spcAft>
              <a:buClr>
                <a:schemeClr val="dk2"/>
              </a:buClr>
              <a:buSzPts val="1600"/>
              <a:buChar char="■"/>
              <a:defRPr sz="1600">
                <a:solidFill>
                  <a:schemeClr val="dk2"/>
                </a:solidFill>
              </a:defRPr>
            </a:lvl3pPr>
            <a:lvl4pPr marL="1828800" lvl="3" indent="-330200">
              <a:lnSpc>
                <a:spcPct val="100000"/>
              </a:lnSpc>
              <a:spcBef>
                <a:spcPts val="1600"/>
              </a:spcBef>
              <a:spcAft>
                <a:spcPts val="0"/>
              </a:spcAft>
              <a:buClr>
                <a:schemeClr val="dk2"/>
              </a:buClr>
              <a:buSzPts val="1600"/>
              <a:buChar char="●"/>
              <a:defRPr sz="1600">
                <a:solidFill>
                  <a:schemeClr val="dk2"/>
                </a:solidFill>
              </a:defRPr>
            </a:lvl4pPr>
            <a:lvl5pPr marL="2286000" lvl="4" indent="-330200">
              <a:lnSpc>
                <a:spcPct val="100000"/>
              </a:lnSpc>
              <a:spcBef>
                <a:spcPts val="1600"/>
              </a:spcBef>
              <a:spcAft>
                <a:spcPts val="0"/>
              </a:spcAft>
              <a:buClr>
                <a:schemeClr val="dk2"/>
              </a:buClr>
              <a:buSzPts val="1600"/>
              <a:buChar char="○"/>
              <a:defRPr sz="1600">
                <a:solidFill>
                  <a:schemeClr val="dk2"/>
                </a:solidFill>
              </a:defRPr>
            </a:lvl5pPr>
            <a:lvl6pPr marL="2743200" lvl="5" indent="-330200">
              <a:lnSpc>
                <a:spcPct val="100000"/>
              </a:lnSpc>
              <a:spcBef>
                <a:spcPts val="1600"/>
              </a:spcBef>
              <a:spcAft>
                <a:spcPts val="0"/>
              </a:spcAft>
              <a:buClr>
                <a:schemeClr val="dk2"/>
              </a:buClr>
              <a:buSzPts val="1600"/>
              <a:buChar char="■"/>
              <a:defRPr sz="1600">
                <a:solidFill>
                  <a:schemeClr val="dk2"/>
                </a:solidFill>
              </a:defRPr>
            </a:lvl6pPr>
            <a:lvl7pPr marL="3200400" lvl="6" indent="-330200">
              <a:lnSpc>
                <a:spcPct val="100000"/>
              </a:lnSpc>
              <a:spcBef>
                <a:spcPts val="1600"/>
              </a:spcBef>
              <a:spcAft>
                <a:spcPts val="0"/>
              </a:spcAft>
              <a:buClr>
                <a:schemeClr val="dk2"/>
              </a:buClr>
              <a:buSzPts val="1600"/>
              <a:buChar char="●"/>
              <a:defRPr sz="1600">
                <a:solidFill>
                  <a:schemeClr val="dk2"/>
                </a:solidFill>
              </a:defRPr>
            </a:lvl7pPr>
            <a:lvl8pPr marL="3657600" lvl="7" indent="-330200">
              <a:lnSpc>
                <a:spcPct val="100000"/>
              </a:lnSpc>
              <a:spcBef>
                <a:spcPts val="1600"/>
              </a:spcBef>
              <a:spcAft>
                <a:spcPts val="0"/>
              </a:spcAft>
              <a:buClr>
                <a:schemeClr val="dk2"/>
              </a:buClr>
              <a:buSzPts val="1600"/>
              <a:buChar char="○"/>
              <a:defRPr sz="1600">
                <a:solidFill>
                  <a:schemeClr val="dk2"/>
                </a:solidFill>
              </a:defRPr>
            </a:lvl8pPr>
            <a:lvl9pPr marL="4114800" lvl="8" indent="-330200">
              <a:lnSpc>
                <a:spcPct val="100000"/>
              </a:lnSpc>
              <a:spcBef>
                <a:spcPts val="1600"/>
              </a:spcBef>
              <a:spcAft>
                <a:spcPts val="1600"/>
              </a:spcAft>
              <a:buClr>
                <a:schemeClr val="dk2"/>
              </a:buClr>
              <a:buSzPts val="1600"/>
              <a:buChar char="■"/>
              <a:defRPr sz="1600">
                <a:solidFill>
                  <a:schemeClr val="dk2"/>
                </a:solidFill>
              </a:defRPr>
            </a:lvl9pPr>
          </a:lstStyle>
          <a:p>
            <a:endParaRPr/>
          </a:p>
        </p:txBody>
      </p:sp>
      <p:sp>
        <p:nvSpPr>
          <p:cNvPr id="40" name="Google Shape;40;p7"/>
          <p:cNvSpPr txBox="1">
            <a:spLocks noGrp="1"/>
          </p:cNvSpPr>
          <p:nvPr>
            <p:ph type="title"/>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pic>
        <p:nvPicPr>
          <p:cNvPr id="51" name="Google Shape;51;p10"/>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52" name="Google Shape;52;p10"/>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53" name="Google Shape;53;p10"/>
          <p:cNvSpPr txBox="1">
            <a:spLocks noGrp="1"/>
          </p:cNvSpPr>
          <p:nvPr>
            <p:ph type="title"/>
          </p:nvPr>
        </p:nvSpPr>
        <p:spPr>
          <a:xfrm>
            <a:off x="1002325" y="711173"/>
            <a:ext cx="2403900" cy="1385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SECTION_TITLE_AND_DESCRIPTION_1">
    <p:spTree>
      <p:nvGrpSpPr>
        <p:cNvPr id="1" name="Shape 62"/>
        <p:cNvGrpSpPr/>
        <p:nvPr/>
      </p:nvGrpSpPr>
      <p:grpSpPr>
        <a:xfrm>
          <a:off x="0" y="0"/>
          <a:ext cx="0" cy="0"/>
          <a:chOff x="0" y="0"/>
          <a:chExt cx="0" cy="0"/>
        </a:xfrm>
      </p:grpSpPr>
      <p:pic>
        <p:nvPicPr>
          <p:cNvPr id="63" name="Google Shape;63;p1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64" name="Google Shape;64;p13"/>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65" name="Google Shape;65;p13"/>
          <p:cNvSpPr txBox="1">
            <a:spLocks noGrp="1"/>
          </p:cNvSpPr>
          <p:nvPr>
            <p:ph type="title"/>
          </p:nvPr>
        </p:nvSpPr>
        <p:spPr>
          <a:xfrm>
            <a:off x="907470" y="1705233"/>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66" name="Google Shape;66;p13"/>
          <p:cNvSpPr txBox="1">
            <a:spLocks noGrp="1"/>
          </p:cNvSpPr>
          <p:nvPr>
            <p:ph type="subTitle" idx="1"/>
          </p:nvPr>
        </p:nvSpPr>
        <p:spPr>
          <a:xfrm>
            <a:off x="929350" y="2161275"/>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67" name="Google Shape;67;p13"/>
          <p:cNvSpPr txBox="1">
            <a:spLocks noGrp="1"/>
          </p:cNvSpPr>
          <p:nvPr>
            <p:ph type="title" idx="2"/>
          </p:nvPr>
        </p:nvSpPr>
        <p:spPr>
          <a:xfrm>
            <a:off x="5318730" y="1705233"/>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68" name="Google Shape;68;p13"/>
          <p:cNvSpPr txBox="1">
            <a:spLocks noGrp="1"/>
          </p:cNvSpPr>
          <p:nvPr>
            <p:ph type="subTitle" idx="3"/>
          </p:nvPr>
        </p:nvSpPr>
        <p:spPr>
          <a:xfrm>
            <a:off x="5340612" y="2161275"/>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69" name="Google Shape;69;p13"/>
          <p:cNvSpPr txBox="1">
            <a:spLocks noGrp="1"/>
          </p:cNvSpPr>
          <p:nvPr>
            <p:ph type="title" idx="4"/>
          </p:nvPr>
        </p:nvSpPr>
        <p:spPr>
          <a:xfrm>
            <a:off x="907470" y="3221098"/>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70" name="Google Shape;70;p13"/>
          <p:cNvSpPr txBox="1">
            <a:spLocks noGrp="1"/>
          </p:cNvSpPr>
          <p:nvPr>
            <p:ph type="subTitle" idx="5"/>
          </p:nvPr>
        </p:nvSpPr>
        <p:spPr>
          <a:xfrm>
            <a:off x="929350" y="3685875"/>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71" name="Google Shape;71;p13"/>
          <p:cNvSpPr txBox="1">
            <a:spLocks noGrp="1"/>
          </p:cNvSpPr>
          <p:nvPr>
            <p:ph type="title" idx="6"/>
          </p:nvPr>
        </p:nvSpPr>
        <p:spPr>
          <a:xfrm>
            <a:off x="5318730" y="3221098"/>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72" name="Google Shape;72;p13"/>
          <p:cNvSpPr txBox="1">
            <a:spLocks noGrp="1"/>
          </p:cNvSpPr>
          <p:nvPr>
            <p:ph type="subTitle" idx="7"/>
          </p:nvPr>
        </p:nvSpPr>
        <p:spPr>
          <a:xfrm>
            <a:off x="5340612" y="3685874"/>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73" name="Google Shape;73;p13"/>
          <p:cNvSpPr txBox="1">
            <a:spLocks noGrp="1"/>
          </p:cNvSpPr>
          <p:nvPr>
            <p:ph type="title" idx="8"/>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1">
  <p:cSld name="MAIN_POINT_1">
    <p:spTree>
      <p:nvGrpSpPr>
        <p:cNvPr id="1" name="Shape 85"/>
        <p:cNvGrpSpPr/>
        <p:nvPr/>
      </p:nvGrpSpPr>
      <p:grpSpPr>
        <a:xfrm>
          <a:off x="0" y="0"/>
          <a:ext cx="0" cy="0"/>
          <a:chOff x="0" y="0"/>
          <a:chExt cx="0" cy="0"/>
        </a:xfrm>
      </p:grpSpPr>
      <p:pic>
        <p:nvPicPr>
          <p:cNvPr id="86" name="Google Shape;86;p16"/>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87" name="Google Shape;87;p16"/>
          <p:cNvPicPr preferRelativeResize="0"/>
          <p:nvPr/>
        </p:nvPicPr>
        <p:blipFill rotWithShape="1">
          <a:blip r:embed="rId3">
            <a:alphaModFix/>
          </a:blip>
          <a:srcRect b="61089"/>
          <a:stretch/>
        </p:blipFill>
        <p:spPr>
          <a:xfrm rot="1142343">
            <a:off x="6222976" y="2291982"/>
            <a:ext cx="2068425" cy="1772790"/>
          </a:xfrm>
          <a:prstGeom prst="rect">
            <a:avLst/>
          </a:prstGeom>
          <a:noFill/>
          <a:ln>
            <a:noFill/>
          </a:ln>
        </p:spPr>
      </p:pic>
      <p:pic>
        <p:nvPicPr>
          <p:cNvPr id="88" name="Google Shape;88;p16"/>
          <p:cNvPicPr preferRelativeResize="0"/>
          <p:nvPr/>
        </p:nvPicPr>
        <p:blipFill rotWithShape="1">
          <a:blip r:embed="rId3">
            <a:alphaModFix/>
          </a:blip>
          <a:srcRect b="61089"/>
          <a:stretch/>
        </p:blipFill>
        <p:spPr>
          <a:xfrm rot="-1920292">
            <a:off x="925352" y="1011382"/>
            <a:ext cx="2068424" cy="1772792"/>
          </a:xfrm>
          <a:prstGeom prst="rect">
            <a:avLst/>
          </a:prstGeom>
          <a:noFill/>
          <a:ln>
            <a:noFill/>
          </a:ln>
        </p:spPr>
      </p:pic>
      <p:pic>
        <p:nvPicPr>
          <p:cNvPr id="89" name="Google Shape;89;p16"/>
          <p:cNvPicPr preferRelativeResize="0"/>
          <p:nvPr/>
        </p:nvPicPr>
        <p:blipFill>
          <a:blip r:embed="rId4">
            <a:alphaModFix/>
          </a:blip>
          <a:stretch>
            <a:fillRect/>
          </a:stretch>
        </p:blipFill>
        <p:spPr>
          <a:xfrm>
            <a:off x="1874151" y="447699"/>
            <a:ext cx="5395700" cy="4248101"/>
          </a:xfrm>
          <a:prstGeom prst="rect">
            <a:avLst/>
          </a:prstGeom>
          <a:noFill/>
          <a:ln>
            <a:noFill/>
          </a:ln>
          <a:effectLst>
            <a:outerShdw blurRad="57150" dist="19050" dir="5400000" algn="bl" rotWithShape="0">
              <a:srgbClr val="000000">
                <a:alpha val="50000"/>
              </a:srgbClr>
            </a:outerShdw>
          </a:effectLst>
        </p:spPr>
      </p:pic>
      <p:sp>
        <p:nvSpPr>
          <p:cNvPr id="90" name="Google Shape;90;p16"/>
          <p:cNvSpPr txBox="1">
            <a:spLocks noGrp="1"/>
          </p:cNvSpPr>
          <p:nvPr>
            <p:ph type="title"/>
          </p:nvPr>
        </p:nvSpPr>
        <p:spPr>
          <a:xfrm>
            <a:off x="2426100" y="1386676"/>
            <a:ext cx="4291800" cy="2476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sz="8200"/>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 name="Shape 102"/>
        <p:cNvGrpSpPr/>
        <p:nvPr/>
      </p:nvGrpSpPr>
      <p:grpSpPr>
        <a:xfrm>
          <a:off x="0" y="0"/>
          <a:ext cx="0" cy="0"/>
          <a:chOff x="0" y="0"/>
          <a:chExt cx="0" cy="0"/>
        </a:xfrm>
      </p:grpSpPr>
      <p:pic>
        <p:nvPicPr>
          <p:cNvPr id="103" name="Google Shape;103;p19"/>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04" name="Google Shape;104;p19"/>
          <p:cNvPicPr preferRelativeResize="0"/>
          <p:nvPr/>
        </p:nvPicPr>
        <p:blipFill>
          <a:blip r:embed="rId3">
            <a:alphaModFix/>
          </a:blip>
          <a:stretch>
            <a:fillRect/>
          </a:stretch>
        </p:blipFill>
        <p:spPr>
          <a:xfrm>
            <a:off x="1874151" y="447699"/>
            <a:ext cx="5395700" cy="4248101"/>
          </a:xfrm>
          <a:prstGeom prst="rect">
            <a:avLst/>
          </a:prstGeom>
          <a:noFill/>
          <a:ln>
            <a:noFill/>
          </a:ln>
          <a:effectLst>
            <a:outerShdw blurRad="57150" dist="19050" dir="5400000" algn="bl" rotWithShape="0">
              <a:srgbClr val="000000">
                <a:alpha val="50000"/>
              </a:srgbClr>
            </a:outerShdw>
          </a:effectLst>
        </p:spPr>
      </p:pic>
      <p:sp>
        <p:nvSpPr>
          <p:cNvPr id="105" name="Google Shape;105;p19"/>
          <p:cNvSpPr txBox="1">
            <a:spLocks noGrp="1"/>
          </p:cNvSpPr>
          <p:nvPr>
            <p:ph type="body" idx="1"/>
          </p:nvPr>
        </p:nvSpPr>
        <p:spPr>
          <a:xfrm>
            <a:off x="2649000" y="2142600"/>
            <a:ext cx="3846000" cy="1891500"/>
          </a:xfrm>
          <a:prstGeom prst="rect">
            <a:avLst/>
          </a:prstGeom>
        </p:spPr>
        <p:txBody>
          <a:bodyPr spcFirstLastPara="1" wrap="square" lIns="91425" tIns="91425" rIns="91425" bIns="91425" anchor="t" anchorCtr="0">
            <a:noAutofit/>
          </a:bodyPr>
          <a:lstStyle>
            <a:lvl1pPr marL="457200" lvl="0" indent="-330200" algn="ctr" rtl="0">
              <a:lnSpc>
                <a:spcPct val="100000"/>
              </a:lnSpc>
              <a:spcBef>
                <a:spcPts val="0"/>
              </a:spcBef>
              <a:spcAft>
                <a:spcPts val="0"/>
              </a:spcAft>
              <a:buClr>
                <a:schemeClr val="dk2"/>
              </a:buClr>
              <a:buSzPts val="1600"/>
              <a:buChar char="●"/>
              <a:defRPr sz="1600">
                <a:solidFill>
                  <a:schemeClr val="dk2"/>
                </a:solidFill>
              </a:defRPr>
            </a:lvl1pPr>
            <a:lvl2pPr marL="914400" lvl="1" indent="-330200" rtl="0">
              <a:lnSpc>
                <a:spcPct val="100000"/>
              </a:lnSpc>
              <a:spcBef>
                <a:spcPts val="1600"/>
              </a:spcBef>
              <a:spcAft>
                <a:spcPts val="0"/>
              </a:spcAft>
              <a:buClr>
                <a:schemeClr val="dk2"/>
              </a:buClr>
              <a:buSzPts val="1600"/>
              <a:buChar char="○"/>
              <a:defRPr sz="1600">
                <a:solidFill>
                  <a:schemeClr val="dk2"/>
                </a:solidFill>
              </a:defRPr>
            </a:lvl2pPr>
            <a:lvl3pPr marL="1371600" lvl="2" indent="-330200" rtl="0">
              <a:lnSpc>
                <a:spcPct val="100000"/>
              </a:lnSpc>
              <a:spcBef>
                <a:spcPts val="1600"/>
              </a:spcBef>
              <a:spcAft>
                <a:spcPts val="0"/>
              </a:spcAft>
              <a:buClr>
                <a:schemeClr val="dk2"/>
              </a:buClr>
              <a:buSzPts val="1600"/>
              <a:buChar char="■"/>
              <a:defRPr sz="1600">
                <a:solidFill>
                  <a:schemeClr val="dk2"/>
                </a:solidFill>
              </a:defRPr>
            </a:lvl3pPr>
            <a:lvl4pPr marL="1828800" lvl="3" indent="-330200" rtl="0">
              <a:lnSpc>
                <a:spcPct val="100000"/>
              </a:lnSpc>
              <a:spcBef>
                <a:spcPts val="1600"/>
              </a:spcBef>
              <a:spcAft>
                <a:spcPts val="0"/>
              </a:spcAft>
              <a:buClr>
                <a:schemeClr val="dk2"/>
              </a:buClr>
              <a:buSzPts val="1600"/>
              <a:buChar char="●"/>
              <a:defRPr sz="1600">
                <a:solidFill>
                  <a:schemeClr val="dk2"/>
                </a:solidFill>
              </a:defRPr>
            </a:lvl4pPr>
            <a:lvl5pPr marL="2286000" lvl="4" indent="-330200" rtl="0">
              <a:lnSpc>
                <a:spcPct val="100000"/>
              </a:lnSpc>
              <a:spcBef>
                <a:spcPts val="1600"/>
              </a:spcBef>
              <a:spcAft>
                <a:spcPts val="0"/>
              </a:spcAft>
              <a:buClr>
                <a:schemeClr val="dk2"/>
              </a:buClr>
              <a:buSzPts val="1600"/>
              <a:buChar char="○"/>
              <a:defRPr sz="1600">
                <a:solidFill>
                  <a:schemeClr val="dk2"/>
                </a:solidFill>
              </a:defRPr>
            </a:lvl5pPr>
            <a:lvl6pPr marL="2743200" lvl="5" indent="-330200" rtl="0">
              <a:lnSpc>
                <a:spcPct val="100000"/>
              </a:lnSpc>
              <a:spcBef>
                <a:spcPts val="1600"/>
              </a:spcBef>
              <a:spcAft>
                <a:spcPts val="0"/>
              </a:spcAft>
              <a:buClr>
                <a:schemeClr val="dk2"/>
              </a:buClr>
              <a:buSzPts val="1600"/>
              <a:buChar char="■"/>
              <a:defRPr sz="1600">
                <a:solidFill>
                  <a:schemeClr val="dk2"/>
                </a:solidFill>
              </a:defRPr>
            </a:lvl6pPr>
            <a:lvl7pPr marL="3200400" lvl="6" indent="-330200" rtl="0">
              <a:lnSpc>
                <a:spcPct val="100000"/>
              </a:lnSpc>
              <a:spcBef>
                <a:spcPts val="1600"/>
              </a:spcBef>
              <a:spcAft>
                <a:spcPts val="0"/>
              </a:spcAft>
              <a:buClr>
                <a:schemeClr val="dk2"/>
              </a:buClr>
              <a:buSzPts val="1600"/>
              <a:buChar char="●"/>
              <a:defRPr sz="1600">
                <a:solidFill>
                  <a:schemeClr val="dk2"/>
                </a:solidFill>
              </a:defRPr>
            </a:lvl7pPr>
            <a:lvl8pPr marL="3657600" lvl="7" indent="-330200" rtl="0">
              <a:lnSpc>
                <a:spcPct val="100000"/>
              </a:lnSpc>
              <a:spcBef>
                <a:spcPts val="1600"/>
              </a:spcBef>
              <a:spcAft>
                <a:spcPts val="0"/>
              </a:spcAft>
              <a:buClr>
                <a:schemeClr val="dk2"/>
              </a:buClr>
              <a:buSzPts val="1600"/>
              <a:buChar char="○"/>
              <a:defRPr sz="1600">
                <a:solidFill>
                  <a:schemeClr val="dk2"/>
                </a:solidFill>
              </a:defRPr>
            </a:lvl8pPr>
            <a:lvl9pPr marL="4114800" lvl="8" indent="-330200" rtl="0">
              <a:lnSpc>
                <a:spcPct val="100000"/>
              </a:lnSpc>
              <a:spcBef>
                <a:spcPts val="1600"/>
              </a:spcBef>
              <a:spcAft>
                <a:spcPts val="1600"/>
              </a:spcAft>
              <a:buClr>
                <a:schemeClr val="dk2"/>
              </a:buClr>
              <a:buSzPts val="1600"/>
              <a:buChar char="■"/>
              <a:defRPr sz="1600">
                <a:solidFill>
                  <a:schemeClr val="dk2"/>
                </a:solidFill>
              </a:defRPr>
            </a:lvl9pPr>
          </a:lstStyle>
          <a:p>
            <a:endParaRPr/>
          </a:p>
        </p:txBody>
      </p:sp>
      <p:sp>
        <p:nvSpPr>
          <p:cNvPr id="106" name="Google Shape;106;p19"/>
          <p:cNvSpPr txBox="1">
            <a:spLocks noGrp="1"/>
          </p:cNvSpPr>
          <p:nvPr>
            <p:ph type="title"/>
          </p:nvPr>
        </p:nvSpPr>
        <p:spPr>
          <a:xfrm>
            <a:off x="3127075" y="1366750"/>
            <a:ext cx="2901600" cy="572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13"/>
        <p:cNvGrpSpPr/>
        <p:nvPr/>
      </p:nvGrpSpPr>
      <p:grpSpPr>
        <a:xfrm>
          <a:off x="0" y="0"/>
          <a:ext cx="0" cy="0"/>
          <a:chOff x="0" y="0"/>
          <a:chExt cx="0" cy="0"/>
        </a:xfrm>
      </p:grpSpPr>
      <p:pic>
        <p:nvPicPr>
          <p:cNvPr id="114" name="Google Shape;114;p21"/>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15" name="Google Shape;115;p21"/>
          <p:cNvPicPr preferRelativeResize="0"/>
          <p:nvPr/>
        </p:nvPicPr>
        <p:blipFill rotWithShape="1">
          <a:blip r:embed="rId3">
            <a:alphaModFix/>
          </a:blip>
          <a:srcRect r="1545" b="6838"/>
          <a:stretch/>
        </p:blipFill>
        <p:spPr>
          <a:xfrm>
            <a:off x="384887" y="134900"/>
            <a:ext cx="8374226" cy="4873724"/>
          </a:xfrm>
          <a:prstGeom prst="rect">
            <a:avLst/>
          </a:prstGeom>
          <a:noFill/>
          <a:ln>
            <a:noFill/>
          </a:ln>
        </p:spPr>
      </p:pic>
      <p:sp>
        <p:nvSpPr>
          <p:cNvPr id="116" name="Google Shape;116;p21"/>
          <p:cNvSpPr txBox="1">
            <a:spLocks noGrp="1"/>
          </p:cNvSpPr>
          <p:nvPr>
            <p:ph type="title"/>
          </p:nvPr>
        </p:nvSpPr>
        <p:spPr>
          <a:xfrm>
            <a:off x="1781550" y="711175"/>
            <a:ext cx="5933700" cy="6099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117"/>
        <p:cNvGrpSpPr/>
        <p:nvPr/>
      </p:nvGrpSpPr>
      <p:grpSpPr>
        <a:xfrm>
          <a:off x="0" y="0"/>
          <a:ext cx="0" cy="0"/>
          <a:chOff x="0" y="0"/>
          <a:chExt cx="0" cy="0"/>
        </a:xfrm>
      </p:grpSpPr>
      <p:pic>
        <p:nvPicPr>
          <p:cNvPr id="118" name="Google Shape;118;p22"/>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19" name="Google Shape;119;p22"/>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120" name="Google Shape;120;p22"/>
          <p:cNvSpPr txBox="1">
            <a:spLocks noGrp="1"/>
          </p:cNvSpPr>
          <p:nvPr>
            <p:ph type="title"/>
          </p:nvPr>
        </p:nvSpPr>
        <p:spPr>
          <a:xfrm>
            <a:off x="1002325" y="711175"/>
            <a:ext cx="3082200" cy="9420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SECTION_TITLE_AND_DESCRIPTION_1_1">
    <p:spTree>
      <p:nvGrpSpPr>
        <p:cNvPr id="1" name="Shape 126"/>
        <p:cNvGrpSpPr/>
        <p:nvPr/>
      </p:nvGrpSpPr>
      <p:grpSpPr>
        <a:xfrm>
          <a:off x="0" y="0"/>
          <a:ext cx="0" cy="0"/>
          <a:chOff x="0" y="0"/>
          <a:chExt cx="0" cy="0"/>
        </a:xfrm>
      </p:grpSpPr>
      <p:pic>
        <p:nvPicPr>
          <p:cNvPr id="127" name="Google Shape;127;p24"/>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28" name="Google Shape;128;p24"/>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129" name="Google Shape;129;p24"/>
          <p:cNvSpPr txBox="1">
            <a:spLocks noGrp="1"/>
          </p:cNvSpPr>
          <p:nvPr>
            <p:ph type="title"/>
          </p:nvPr>
        </p:nvSpPr>
        <p:spPr>
          <a:xfrm>
            <a:off x="6013614" y="838400"/>
            <a:ext cx="23331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30" name="Google Shape;130;p24"/>
          <p:cNvSpPr txBox="1">
            <a:spLocks noGrp="1"/>
          </p:cNvSpPr>
          <p:nvPr>
            <p:ph type="subTitle" idx="1"/>
          </p:nvPr>
        </p:nvSpPr>
        <p:spPr>
          <a:xfrm>
            <a:off x="6013614" y="1199352"/>
            <a:ext cx="2333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131" name="Google Shape;131;p24"/>
          <p:cNvSpPr txBox="1">
            <a:spLocks noGrp="1"/>
          </p:cNvSpPr>
          <p:nvPr>
            <p:ph type="title" idx="2"/>
          </p:nvPr>
        </p:nvSpPr>
        <p:spPr>
          <a:xfrm>
            <a:off x="6013603" y="2104924"/>
            <a:ext cx="23331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32" name="Google Shape;132;p24"/>
          <p:cNvSpPr txBox="1">
            <a:spLocks noGrp="1"/>
          </p:cNvSpPr>
          <p:nvPr>
            <p:ph type="subTitle" idx="3"/>
          </p:nvPr>
        </p:nvSpPr>
        <p:spPr>
          <a:xfrm>
            <a:off x="6013601" y="2465876"/>
            <a:ext cx="2333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133" name="Google Shape;133;p24"/>
          <p:cNvSpPr txBox="1">
            <a:spLocks noGrp="1"/>
          </p:cNvSpPr>
          <p:nvPr>
            <p:ph type="title" idx="4"/>
          </p:nvPr>
        </p:nvSpPr>
        <p:spPr>
          <a:xfrm>
            <a:off x="6013618" y="3371448"/>
            <a:ext cx="23331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34" name="Google Shape;134;p24"/>
          <p:cNvSpPr txBox="1">
            <a:spLocks noGrp="1"/>
          </p:cNvSpPr>
          <p:nvPr>
            <p:ph type="subTitle" idx="5"/>
          </p:nvPr>
        </p:nvSpPr>
        <p:spPr>
          <a:xfrm>
            <a:off x="6013615" y="3732400"/>
            <a:ext cx="2333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135" name="Google Shape;135;p24"/>
          <p:cNvSpPr txBox="1">
            <a:spLocks noGrp="1"/>
          </p:cNvSpPr>
          <p:nvPr>
            <p:ph type="title" idx="6"/>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1">
  <p:cSld name="SECTION_TITLE_AND_DESCRIPTION_1_1_4">
    <p:spTree>
      <p:nvGrpSpPr>
        <p:cNvPr id="1" name="Shape 136"/>
        <p:cNvGrpSpPr/>
        <p:nvPr/>
      </p:nvGrpSpPr>
      <p:grpSpPr>
        <a:xfrm>
          <a:off x="0" y="0"/>
          <a:ext cx="0" cy="0"/>
          <a:chOff x="0" y="0"/>
          <a:chExt cx="0" cy="0"/>
        </a:xfrm>
      </p:grpSpPr>
      <p:pic>
        <p:nvPicPr>
          <p:cNvPr id="137" name="Google Shape;137;p25"/>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38" name="Google Shape;138;p25"/>
          <p:cNvPicPr preferRelativeResize="0"/>
          <p:nvPr/>
        </p:nvPicPr>
        <p:blipFill rotWithShape="1">
          <a:blip r:embed="rId3">
            <a:alphaModFix/>
          </a:blip>
          <a:srcRect r="1545" b="6838"/>
          <a:stretch/>
        </p:blipFill>
        <p:spPr>
          <a:xfrm>
            <a:off x="384887" y="134900"/>
            <a:ext cx="8374226" cy="4873724"/>
          </a:xfrm>
          <a:prstGeom prst="rect">
            <a:avLst/>
          </a:prstGeom>
          <a:noFill/>
          <a:ln>
            <a:noFill/>
          </a:ln>
        </p:spPr>
      </p:pic>
      <p:sp>
        <p:nvSpPr>
          <p:cNvPr id="139" name="Google Shape;139;p25"/>
          <p:cNvSpPr txBox="1">
            <a:spLocks noGrp="1"/>
          </p:cNvSpPr>
          <p:nvPr>
            <p:ph type="title"/>
          </p:nvPr>
        </p:nvSpPr>
        <p:spPr>
          <a:xfrm>
            <a:off x="3628589" y="2942625"/>
            <a:ext cx="23331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40" name="Google Shape;140;p25"/>
          <p:cNvSpPr txBox="1">
            <a:spLocks noGrp="1"/>
          </p:cNvSpPr>
          <p:nvPr>
            <p:ph type="subTitle" idx="1"/>
          </p:nvPr>
        </p:nvSpPr>
        <p:spPr>
          <a:xfrm>
            <a:off x="3628600" y="3303578"/>
            <a:ext cx="2333100" cy="833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4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141" name="Google Shape;141;p25"/>
          <p:cNvSpPr txBox="1">
            <a:spLocks noGrp="1"/>
          </p:cNvSpPr>
          <p:nvPr>
            <p:ph type="title" idx="2"/>
          </p:nvPr>
        </p:nvSpPr>
        <p:spPr>
          <a:xfrm>
            <a:off x="1295503" y="2130949"/>
            <a:ext cx="23331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42" name="Google Shape;142;p25"/>
          <p:cNvSpPr txBox="1">
            <a:spLocks noGrp="1"/>
          </p:cNvSpPr>
          <p:nvPr>
            <p:ph type="subTitle" idx="3"/>
          </p:nvPr>
        </p:nvSpPr>
        <p:spPr>
          <a:xfrm>
            <a:off x="1295511" y="2491901"/>
            <a:ext cx="2333100" cy="833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4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143" name="Google Shape;143;p25"/>
          <p:cNvSpPr txBox="1">
            <a:spLocks noGrp="1"/>
          </p:cNvSpPr>
          <p:nvPr>
            <p:ph type="title" idx="4"/>
          </p:nvPr>
        </p:nvSpPr>
        <p:spPr>
          <a:xfrm>
            <a:off x="5964918" y="2130948"/>
            <a:ext cx="23331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44" name="Google Shape;144;p25"/>
          <p:cNvSpPr txBox="1">
            <a:spLocks noGrp="1"/>
          </p:cNvSpPr>
          <p:nvPr>
            <p:ph type="subTitle" idx="5"/>
          </p:nvPr>
        </p:nvSpPr>
        <p:spPr>
          <a:xfrm>
            <a:off x="5964925" y="2491900"/>
            <a:ext cx="2333100" cy="833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4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145" name="Google Shape;145;p25"/>
          <p:cNvSpPr txBox="1">
            <a:spLocks noGrp="1"/>
          </p:cNvSpPr>
          <p:nvPr>
            <p:ph type="title" idx="6"/>
          </p:nvPr>
        </p:nvSpPr>
        <p:spPr>
          <a:xfrm>
            <a:off x="2569750" y="711175"/>
            <a:ext cx="4004400" cy="572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SECTION_TITLE_AND_DESCRIPTION_1_1_1">
    <p:spTree>
      <p:nvGrpSpPr>
        <p:cNvPr id="1" name="Shape 146"/>
        <p:cNvGrpSpPr/>
        <p:nvPr/>
      </p:nvGrpSpPr>
      <p:grpSpPr>
        <a:xfrm>
          <a:off x="0" y="0"/>
          <a:ext cx="0" cy="0"/>
          <a:chOff x="0" y="0"/>
          <a:chExt cx="0" cy="0"/>
        </a:xfrm>
      </p:grpSpPr>
      <p:pic>
        <p:nvPicPr>
          <p:cNvPr id="147" name="Google Shape;147;p26"/>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48" name="Google Shape;148;p26"/>
          <p:cNvPicPr preferRelativeResize="0"/>
          <p:nvPr/>
        </p:nvPicPr>
        <p:blipFill rotWithShape="1">
          <a:blip r:embed="rId3">
            <a:alphaModFix/>
          </a:blip>
          <a:srcRect t="16734" r="8892" b="18300"/>
          <a:stretch/>
        </p:blipFill>
        <p:spPr>
          <a:xfrm rot="-5400000">
            <a:off x="650175" y="465007"/>
            <a:ext cx="2036850" cy="846042"/>
          </a:xfrm>
          <a:prstGeom prst="rect">
            <a:avLst/>
          </a:prstGeom>
          <a:noFill/>
          <a:ln>
            <a:noFill/>
          </a:ln>
        </p:spPr>
      </p:pic>
      <p:pic>
        <p:nvPicPr>
          <p:cNvPr id="149" name="Google Shape;149;p26"/>
          <p:cNvPicPr preferRelativeResize="0"/>
          <p:nvPr/>
        </p:nvPicPr>
        <p:blipFill rotWithShape="1">
          <a:blip r:embed="rId3">
            <a:alphaModFix/>
          </a:blip>
          <a:srcRect t="16734" r="8892" b="18300"/>
          <a:stretch/>
        </p:blipFill>
        <p:spPr>
          <a:xfrm rot="-5400000">
            <a:off x="1262550" y="465007"/>
            <a:ext cx="2036850" cy="846042"/>
          </a:xfrm>
          <a:prstGeom prst="rect">
            <a:avLst/>
          </a:prstGeom>
          <a:noFill/>
          <a:ln>
            <a:noFill/>
          </a:ln>
        </p:spPr>
      </p:pic>
      <p:pic>
        <p:nvPicPr>
          <p:cNvPr id="150" name="Google Shape;150;p26"/>
          <p:cNvPicPr preferRelativeResize="0"/>
          <p:nvPr/>
        </p:nvPicPr>
        <p:blipFill rotWithShape="1">
          <a:blip r:embed="rId4">
            <a:alphaModFix/>
          </a:blip>
          <a:srcRect r="1545" b="6838"/>
          <a:stretch/>
        </p:blipFill>
        <p:spPr>
          <a:xfrm>
            <a:off x="384887" y="134900"/>
            <a:ext cx="8374226" cy="4873724"/>
          </a:xfrm>
          <a:prstGeom prst="rect">
            <a:avLst/>
          </a:prstGeom>
          <a:noFill/>
          <a:ln>
            <a:noFill/>
          </a:ln>
        </p:spPr>
      </p:pic>
      <p:sp>
        <p:nvSpPr>
          <p:cNvPr id="151" name="Google Shape;151;p26"/>
          <p:cNvSpPr txBox="1">
            <a:spLocks noGrp="1"/>
          </p:cNvSpPr>
          <p:nvPr>
            <p:ph type="title"/>
          </p:nvPr>
        </p:nvSpPr>
        <p:spPr>
          <a:xfrm>
            <a:off x="1922400" y="3538630"/>
            <a:ext cx="2140200" cy="488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600"/>
              <a:buFont typeface="Anonymous Pro"/>
              <a:buNone/>
              <a:defRPr sz="1600" b="0">
                <a:solidFill>
                  <a:schemeClr val="dk2"/>
                </a:solidFill>
                <a:latin typeface="Roboto Mono Medium"/>
                <a:ea typeface="Roboto Mono Medium"/>
                <a:cs typeface="Roboto Mono Medium"/>
                <a:sym typeface="Roboto Mono Medium"/>
              </a:defRPr>
            </a:lvl1pPr>
            <a:lvl2pPr lvl="1" rtl="0">
              <a:spcBef>
                <a:spcPts val="0"/>
              </a:spcBef>
              <a:spcAft>
                <a:spcPts val="0"/>
              </a:spcAft>
              <a:buSzPts val="2000"/>
              <a:buNone/>
              <a:defRPr sz="2000" b="1"/>
            </a:lvl2pPr>
            <a:lvl3pPr lvl="2" rtl="0">
              <a:spcBef>
                <a:spcPts val="0"/>
              </a:spcBef>
              <a:spcAft>
                <a:spcPts val="0"/>
              </a:spcAft>
              <a:buSzPts val="2000"/>
              <a:buNone/>
              <a:defRPr sz="2000" b="1"/>
            </a:lvl3pPr>
            <a:lvl4pPr lvl="3" rtl="0">
              <a:spcBef>
                <a:spcPts val="0"/>
              </a:spcBef>
              <a:spcAft>
                <a:spcPts val="0"/>
              </a:spcAft>
              <a:buSzPts val="2000"/>
              <a:buNone/>
              <a:defRPr sz="2000" b="1"/>
            </a:lvl4pPr>
            <a:lvl5pPr lvl="4" rtl="0">
              <a:spcBef>
                <a:spcPts val="0"/>
              </a:spcBef>
              <a:spcAft>
                <a:spcPts val="0"/>
              </a:spcAft>
              <a:buSzPts val="2000"/>
              <a:buNone/>
              <a:defRPr sz="2000" b="1"/>
            </a:lvl5pPr>
            <a:lvl6pPr lvl="5" rtl="0">
              <a:spcBef>
                <a:spcPts val="0"/>
              </a:spcBef>
              <a:spcAft>
                <a:spcPts val="0"/>
              </a:spcAft>
              <a:buSzPts val="2000"/>
              <a:buNone/>
              <a:defRPr sz="2000" b="1"/>
            </a:lvl6pPr>
            <a:lvl7pPr lvl="6" rtl="0">
              <a:spcBef>
                <a:spcPts val="0"/>
              </a:spcBef>
              <a:spcAft>
                <a:spcPts val="0"/>
              </a:spcAft>
              <a:buSzPts val="2000"/>
              <a:buNone/>
              <a:defRPr sz="2000" b="1"/>
            </a:lvl7pPr>
            <a:lvl8pPr lvl="7" rtl="0">
              <a:spcBef>
                <a:spcPts val="0"/>
              </a:spcBef>
              <a:spcAft>
                <a:spcPts val="0"/>
              </a:spcAft>
              <a:buSzPts val="2000"/>
              <a:buNone/>
              <a:defRPr sz="2000" b="1"/>
            </a:lvl8pPr>
            <a:lvl9pPr lvl="8" rtl="0">
              <a:spcBef>
                <a:spcPts val="0"/>
              </a:spcBef>
              <a:spcAft>
                <a:spcPts val="0"/>
              </a:spcAft>
              <a:buSzPts val="2000"/>
              <a:buNone/>
              <a:defRPr sz="2000" b="1"/>
            </a:lvl9pPr>
          </a:lstStyle>
          <a:p>
            <a:endParaRPr/>
          </a:p>
        </p:txBody>
      </p:sp>
      <p:sp>
        <p:nvSpPr>
          <p:cNvPr id="152" name="Google Shape;152;p26"/>
          <p:cNvSpPr txBox="1">
            <a:spLocks noGrp="1"/>
          </p:cNvSpPr>
          <p:nvPr>
            <p:ph type="subTitle" idx="1"/>
          </p:nvPr>
        </p:nvSpPr>
        <p:spPr>
          <a:xfrm>
            <a:off x="1922400" y="1269487"/>
            <a:ext cx="3439500" cy="218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Concert One"/>
              <a:buNone/>
              <a:defRPr sz="2400" b="1">
                <a:latin typeface="Concert One"/>
                <a:ea typeface="Concert One"/>
                <a:cs typeface="Concert One"/>
                <a:sym typeface="Concert One"/>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SECTION_TITLE_AND_DESCRIPTION_1_2">
    <p:spTree>
      <p:nvGrpSpPr>
        <p:cNvPr id="1" name="Shape 158"/>
        <p:cNvGrpSpPr/>
        <p:nvPr/>
      </p:nvGrpSpPr>
      <p:grpSpPr>
        <a:xfrm>
          <a:off x="0" y="0"/>
          <a:ext cx="0" cy="0"/>
          <a:chOff x="0" y="0"/>
          <a:chExt cx="0" cy="0"/>
        </a:xfrm>
      </p:grpSpPr>
      <p:pic>
        <p:nvPicPr>
          <p:cNvPr id="159" name="Google Shape;159;p28"/>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60" name="Google Shape;160;p28"/>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161" name="Google Shape;161;p28"/>
          <p:cNvSpPr txBox="1">
            <a:spLocks noGrp="1"/>
          </p:cNvSpPr>
          <p:nvPr>
            <p:ph type="title"/>
          </p:nvPr>
        </p:nvSpPr>
        <p:spPr>
          <a:xfrm>
            <a:off x="800975" y="2010025"/>
            <a:ext cx="2459400" cy="488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100"/>
              <a:buNone/>
              <a:defRPr sz="2100"/>
            </a:lvl1pPr>
            <a:lvl2pPr lvl="1" algn="r" rtl="0">
              <a:spcBef>
                <a:spcPts val="0"/>
              </a:spcBef>
              <a:spcAft>
                <a:spcPts val="0"/>
              </a:spcAft>
              <a:buSzPts val="3900"/>
              <a:buNone/>
              <a:defRPr sz="3900"/>
            </a:lvl2pPr>
            <a:lvl3pPr lvl="2" algn="r" rtl="0">
              <a:spcBef>
                <a:spcPts val="0"/>
              </a:spcBef>
              <a:spcAft>
                <a:spcPts val="0"/>
              </a:spcAft>
              <a:buSzPts val="3900"/>
              <a:buNone/>
              <a:defRPr sz="3900"/>
            </a:lvl3pPr>
            <a:lvl4pPr lvl="3" algn="r" rtl="0">
              <a:spcBef>
                <a:spcPts val="0"/>
              </a:spcBef>
              <a:spcAft>
                <a:spcPts val="0"/>
              </a:spcAft>
              <a:buSzPts val="3900"/>
              <a:buNone/>
              <a:defRPr sz="3900"/>
            </a:lvl4pPr>
            <a:lvl5pPr lvl="4" algn="r" rtl="0">
              <a:spcBef>
                <a:spcPts val="0"/>
              </a:spcBef>
              <a:spcAft>
                <a:spcPts val="0"/>
              </a:spcAft>
              <a:buSzPts val="3900"/>
              <a:buNone/>
              <a:defRPr sz="3900"/>
            </a:lvl5pPr>
            <a:lvl6pPr lvl="5" algn="r" rtl="0">
              <a:spcBef>
                <a:spcPts val="0"/>
              </a:spcBef>
              <a:spcAft>
                <a:spcPts val="0"/>
              </a:spcAft>
              <a:buSzPts val="3900"/>
              <a:buNone/>
              <a:defRPr sz="3900"/>
            </a:lvl6pPr>
            <a:lvl7pPr lvl="6" algn="r" rtl="0">
              <a:spcBef>
                <a:spcPts val="0"/>
              </a:spcBef>
              <a:spcAft>
                <a:spcPts val="0"/>
              </a:spcAft>
              <a:buSzPts val="3900"/>
              <a:buNone/>
              <a:defRPr sz="3900"/>
            </a:lvl7pPr>
            <a:lvl8pPr lvl="7" algn="r" rtl="0">
              <a:spcBef>
                <a:spcPts val="0"/>
              </a:spcBef>
              <a:spcAft>
                <a:spcPts val="0"/>
              </a:spcAft>
              <a:buSzPts val="3900"/>
              <a:buNone/>
              <a:defRPr sz="3900"/>
            </a:lvl8pPr>
            <a:lvl9pPr lvl="8" algn="r" rtl="0">
              <a:spcBef>
                <a:spcPts val="0"/>
              </a:spcBef>
              <a:spcAft>
                <a:spcPts val="0"/>
              </a:spcAft>
              <a:buSzPts val="3900"/>
              <a:buNone/>
              <a:defRPr sz="3900"/>
            </a:lvl9pPr>
          </a:lstStyle>
          <a:p>
            <a:endParaRPr/>
          </a:p>
        </p:txBody>
      </p:sp>
      <p:sp>
        <p:nvSpPr>
          <p:cNvPr id="162" name="Google Shape;162;p28"/>
          <p:cNvSpPr txBox="1">
            <a:spLocks noGrp="1"/>
          </p:cNvSpPr>
          <p:nvPr>
            <p:ph type="subTitle" idx="1"/>
          </p:nvPr>
        </p:nvSpPr>
        <p:spPr>
          <a:xfrm>
            <a:off x="801101" y="2400094"/>
            <a:ext cx="2459400" cy="71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2"/>
              </a:buClr>
              <a:buSzPts val="1400"/>
              <a:buNone/>
              <a:defRPr sz="1400">
                <a:solidFill>
                  <a:schemeClr val="dk2"/>
                </a:solidFill>
              </a:defRPr>
            </a:lvl1pPr>
            <a:lvl2pPr lvl="1" algn="r" rtl="0">
              <a:lnSpc>
                <a:spcPct val="100000"/>
              </a:lnSpc>
              <a:spcBef>
                <a:spcPts val="0"/>
              </a:spcBef>
              <a:spcAft>
                <a:spcPts val="0"/>
              </a:spcAft>
              <a:buClr>
                <a:schemeClr val="dk2"/>
              </a:buClr>
              <a:buSzPts val="1400"/>
              <a:buNone/>
              <a:defRPr>
                <a:solidFill>
                  <a:schemeClr val="dk2"/>
                </a:solidFill>
              </a:defRPr>
            </a:lvl2pPr>
            <a:lvl3pPr lvl="2" algn="r" rtl="0">
              <a:lnSpc>
                <a:spcPct val="100000"/>
              </a:lnSpc>
              <a:spcBef>
                <a:spcPts val="0"/>
              </a:spcBef>
              <a:spcAft>
                <a:spcPts val="0"/>
              </a:spcAft>
              <a:buClr>
                <a:schemeClr val="dk2"/>
              </a:buClr>
              <a:buSzPts val="1400"/>
              <a:buNone/>
              <a:defRPr>
                <a:solidFill>
                  <a:schemeClr val="dk2"/>
                </a:solidFill>
              </a:defRPr>
            </a:lvl3pPr>
            <a:lvl4pPr lvl="3" algn="r" rtl="0">
              <a:lnSpc>
                <a:spcPct val="100000"/>
              </a:lnSpc>
              <a:spcBef>
                <a:spcPts val="0"/>
              </a:spcBef>
              <a:spcAft>
                <a:spcPts val="0"/>
              </a:spcAft>
              <a:buClr>
                <a:schemeClr val="dk2"/>
              </a:buClr>
              <a:buSzPts val="1400"/>
              <a:buNone/>
              <a:defRPr>
                <a:solidFill>
                  <a:schemeClr val="dk2"/>
                </a:solidFill>
              </a:defRPr>
            </a:lvl4pPr>
            <a:lvl5pPr lvl="4" algn="r" rtl="0">
              <a:lnSpc>
                <a:spcPct val="100000"/>
              </a:lnSpc>
              <a:spcBef>
                <a:spcPts val="0"/>
              </a:spcBef>
              <a:spcAft>
                <a:spcPts val="0"/>
              </a:spcAft>
              <a:buClr>
                <a:schemeClr val="dk2"/>
              </a:buClr>
              <a:buSzPts val="1400"/>
              <a:buNone/>
              <a:defRPr>
                <a:solidFill>
                  <a:schemeClr val="dk2"/>
                </a:solidFill>
              </a:defRPr>
            </a:lvl5pPr>
            <a:lvl6pPr lvl="5" algn="r" rtl="0">
              <a:lnSpc>
                <a:spcPct val="100000"/>
              </a:lnSpc>
              <a:spcBef>
                <a:spcPts val="0"/>
              </a:spcBef>
              <a:spcAft>
                <a:spcPts val="0"/>
              </a:spcAft>
              <a:buClr>
                <a:schemeClr val="dk2"/>
              </a:buClr>
              <a:buSzPts val="1400"/>
              <a:buNone/>
              <a:defRPr>
                <a:solidFill>
                  <a:schemeClr val="dk2"/>
                </a:solidFill>
              </a:defRPr>
            </a:lvl6pPr>
            <a:lvl7pPr lvl="6" algn="r" rtl="0">
              <a:lnSpc>
                <a:spcPct val="100000"/>
              </a:lnSpc>
              <a:spcBef>
                <a:spcPts val="0"/>
              </a:spcBef>
              <a:spcAft>
                <a:spcPts val="0"/>
              </a:spcAft>
              <a:buClr>
                <a:schemeClr val="dk2"/>
              </a:buClr>
              <a:buSzPts val="1400"/>
              <a:buNone/>
              <a:defRPr>
                <a:solidFill>
                  <a:schemeClr val="dk2"/>
                </a:solidFill>
              </a:defRPr>
            </a:lvl7pPr>
            <a:lvl8pPr lvl="7" algn="r" rtl="0">
              <a:lnSpc>
                <a:spcPct val="100000"/>
              </a:lnSpc>
              <a:spcBef>
                <a:spcPts val="0"/>
              </a:spcBef>
              <a:spcAft>
                <a:spcPts val="0"/>
              </a:spcAft>
              <a:buClr>
                <a:schemeClr val="dk2"/>
              </a:buClr>
              <a:buSzPts val="1400"/>
              <a:buNone/>
              <a:defRPr>
                <a:solidFill>
                  <a:schemeClr val="dk2"/>
                </a:solidFill>
              </a:defRPr>
            </a:lvl8pPr>
            <a:lvl9pPr lvl="8" algn="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63" name="Google Shape;163;p28"/>
          <p:cNvSpPr txBox="1">
            <a:spLocks noGrp="1"/>
          </p:cNvSpPr>
          <p:nvPr>
            <p:ph type="title" idx="2"/>
          </p:nvPr>
        </p:nvSpPr>
        <p:spPr>
          <a:xfrm>
            <a:off x="5850883" y="2010025"/>
            <a:ext cx="24594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164" name="Google Shape;164;p28"/>
          <p:cNvSpPr txBox="1">
            <a:spLocks noGrp="1"/>
          </p:cNvSpPr>
          <p:nvPr>
            <p:ph type="subTitle" idx="3"/>
          </p:nvPr>
        </p:nvSpPr>
        <p:spPr>
          <a:xfrm>
            <a:off x="5850880" y="2400101"/>
            <a:ext cx="2459400" cy="71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65" name="Google Shape;165;p28"/>
          <p:cNvSpPr txBox="1">
            <a:spLocks noGrp="1"/>
          </p:cNvSpPr>
          <p:nvPr>
            <p:ph type="title" idx="4"/>
          </p:nvPr>
        </p:nvSpPr>
        <p:spPr>
          <a:xfrm>
            <a:off x="800975" y="3449700"/>
            <a:ext cx="2459400" cy="488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100"/>
              <a:buNone/>
              <a:defRPr sz="2100"/>
            </a:lvl1pPr>
            <a:lvl2pPr lvl="1" algn="r" rtl="0">
              <a:spcBef>
                <a:spcPts val="0"/>
              </a:spcBef>
              <a:spcAft>
                <a:spcPts val="0"/>
              </a:spcAft>
              <a:buSzPts val="3900"/>
              <a:buNone/>
              <a:defRPr sz="3900"/>
            </a:lvl2pPr>
            <a:lvl3pPr lvl="2" algn="r" rtl="0">
              <a:spcBef>
                <a:spcPts val="0"/>
              </a:spcBef>
              <a:spcAft>
                <a:spcPts val="0"/>
              </a:spcAft>
              <a:buSzPts val="3900"/>
              <a:buNone/>
              <a:defRPr sz="3900"/>
            </a:lvl3pPr>
            <a:lvl4pPr lvl="3" algn="r" rtl="0">
              <a:spcBef>
                <a:spcPts val="0"/>
              </a:spcBef>
              <a:spcAft>
                <a:spcPts val="0"/>
              </a:spcAft>
              <a:buSzPts val="3900"/>
              <a:buNone/>
              <a:defRPr sz="3900"/>
            </a:lvl4pPr>
            <a:lvl5pPr lvl="4" algn="r" rtl="0">
              <a:spcBef>
                <a:spcPts val="0"/>
              </a:spcBef>
              <a:spcAft>
                <a:spcPts val="0"/>
              </a:spcAft>
              <a:buSzPts val="3900"/>
              <a:buNone/>
              <a:defRPr sz="3900"/>
            </a:lvl5pPr>
            <a:lvl6pPr lvl="5" algn="r" rtl="0">
              <a:spcBef>
                <a:spcPts val="0"/>
              </a:spcBef>
              <a:spcAft>
                <a:spcPts val="0"/>
              </a:spcAft>
              <a:buSzPts val="3900"/>
              <a:buNone/>
              <a:defRPr sz="3900"/>
            </a:lvl6pPr>
            <a:lvl7pPr lvl="6" algn="r" rtl="0">
              <a:spcBef>
                <a:spcPts val="0"/>
              </a:spcBef>
              <a:spcAft>
                <a:spcPts val="0"/>
              </a:spcAft>
              <a:buSzPts val="3900"/>
              <a:buNone/>
              <a:defRPr sz="3900"/>
            </a:lvl7pPr>
            <a:lvl8pPr lvl="7" algn="r" rtl="0">
              <a:spcBef>
                <a:spcPts val="0"/>
              </a:spcBef>
              <a:spcAft>
                <a:spcPts val="0"/>
              </a:spcAft>
              <a:buSzPts val="3900"/>
              <a:buNone/>
              <a:defRPr sz="3900"/>
            </a:lvl8pPr>
            <a:lvl9pPr lvl="8" algn="r" rtl="0">
              <a:spcBef>
                <a:spcPts val="0"/>
              </a:spcBef>
              <a:spcAft>
                <a:spcPts val="0"/>
              </a:spcAft>
              <a:buSzPts val="3900"/>
              <a:buNone/>
              <a:defRPr sz="3900"/>
            </a:lvl9pPr>
          </a:lstStyle>
          <a:p>
            <a:endParaRPr/>
          </a:p>
        </p:txBody>
      </p:sp>
      <p:sp>
        <p:nvSpPr>
          <p:cNvPr id="166" name="Google Shape;166;p28"/>
          <p:cNvSpPr txBox="1">
            <a:spLocks noGrp="1"/>
          </p:cNvSpPr>
          <p:nvPr>
            <p:ph type="subTitle" idx="5"/>
          </p:nvPr>
        </p:nvSpPr>
        <p:spPr>
          <a:xfrm>
            <a:off x="801101" y="3838273"/>
            <a:ext cx="2459400" cy="71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2"/>
              </a:buClr>
              <a:buSzPts val="1400"/>
              <a:buNone/>
              <a:defRPr sz="1400">
                <a:solidFill>
                  <a:schemeClr val="dk2"/>
                </a:solidFill>
              </a:defRPr>
            </a:lvl1pPr>
            <a:lvl2pPr lvl="1" algn="r" rtl="0">
              <a:lnSpc>
                <a:spcPct val="100000"/>
              </a:lnSpc>
              <a:spcBef>
                <a:spcPts val="0"/>
              </a:spcBef>
              <a:spcAft>
                <a:spcPts val="0"/>
              </a:spcAft>
              <a:buClr>
                <a:schemeClr val="dk2"/>
              </a:buClr>
              <a:buSzPts val="1400"/>
              <a:buNone/>
              <a:defRPr>
                <a:solidFill>
                  <a:schemeClr val="dk2"/>
                </a:solidFill>
              </a:defRPr>
            </a:lvl2pPr>
            <a:lvl3pPr lvl="2" algn="r" rtl="0">
              <a:lnSpc>
                <a:spcPct val="100000"/>
              </a:lnSpc>
              <a:spcBef>
                <a:spcPts val="0"/>
              </a:spcBef>
              <a:spcAft>
                <a:spcPts val="0"/>
              </a:spcAft>
              <a:buClr>
                <a:schemeClr val="dk2"/>
              </a:buClr>
              <a:buSzPts val="1400"/>
              <a:buNone/>
              <a:defRPr>
                <a:solidFill>
                  <a:schemeClr val="dk2"/>
                </a:solidFill>
              </a:defRPr>
            </a:lvl3pPr>
            <a:lvl4pPr lvl="3" algn="r" rtl="0">
              <a:lnSpc>
                <a:spcPct val="100000"/>
              </a:lnSpc>
              <a:spcBef>
                <a:spcPts val="0"/>
              </a:spcBef>
              <a:spcAft>
                <a:spcPts val="0"/>
              </a:spcAft>
              <a:buClr>
                <a:schemeClr val="dk2"/>
              </a:buClr>
              <a:buSzPts val="1400"/>
              <a:buNone/>
              <a:defRPr>
                <a:solidFill>
                  <a:schemeClr val="dk2"/>
                </a:solidFill>
              </a:defRPr>
            </a:lvl4pPr>
            <a:lvl5pPr lvl="4" algn="r" rtl="0">
              <a:lnSpc>
                <a:spcPct val="100000"/>
              </a:lnSpc>
              <a:spcBef>
                <a:spcPts val="0"/>
              </a:spcBef>
              <a:spcAft>
                <a:spcPts val="0"/>
              </a:spcAft>
              <a:buClr>
                <a:schemeClr val="dk2"/>
              </a:buClr>
              <a:buSzPts val="1400"/>
              <a:buNone/>
              <a:defRPr>
                <a:solidFill>
                  <a:schemeClr val="dk2"/>
                </a:solidFill>
              </a:defRPr>
            </a:lvl5pPr>
            <a:lvl6pPr lvl="5" algn="r" rtl="0">
              <a:lnSpc>
                <a:spcPct val="100000"/>
              </a:lnSpc>
              <a:spcBef>
                <a:spcPts val="0"/>
              </a:spcBef>
              <a:spcAft>
                <a:spcPts val="0"/>
              </a:spcAft>
              <a:buClr>
                <a:schemeClr val="dk2"/>
              </a:buClr>
              <a:buSzPts val="1400"/>
              <a:buNone/>
              <a:defRPr>
                <a:solidFill>
                  <a:schemeClr val="dk2"/>
                </a:solidFill>
              </a:defRPr>
            </a:lvl6pPr>
            <a:lvl7pPr lvl="6" algn="r" rtl="0">
              <a:lnSpc>
                <a:spcPct val="100000"/>
              </a:lnSpc>
              <a:spcBef>
                <a:spcPts val="0"/>
              </a:spcBef>
              <a:spcAft>
                <a:spcPts val="0"/>
              </a:spcAft>
              <a:buClr>
                <a:schemeClr val="dk2"/>
              </a:buClr>
              <a:buSzPts val="1400"/>
              <a:buNone/>
              <a:defRPr>
                <a:solidFill>
                  <a:schemeClr val="dk2"/>
                </a:solidFill>
              </a:defRPr>
            </a:lvl7pPr>
            <a:lvl8pPr lvl="7" algn="r" rtl="0">
              <a:lnSpc>
                <a:spcPct val="100000"/>
              </a:lnSpc>
              <a:spcBef>
                <a:spcPts val="0"/>
              </a:spcBef>
              <a:spcAft>
                <a:spcPts val="0"/>
              </a:spcAft>
              <a:buClr>
                <a:schemeClr val="dk2"/>
              </a:buClr>
              <a:buSzPts val="1400"/>
              <a:buNone/>
              <a:defRPr>
                <a:solidFill>
                  <a:schemeClr val="dk2"/>
                </a:solidFill>
              </a:defRPr>
            </a:lvl8pPr>
            <a:lvl9pPr lvl="8" algn="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67" name="Google Shape;167;p28"/>
          <p:cNvSpPr txBox="1">
            <a:spLocks noGrp="1"/>
          </p:cNvSpPr>
          <p:nvPr>
            <p:ph type="title" idx="6"/>
          </p:nvPr>
        </p:nvSpPr>
        <p:spPr>
          <a:xfrm>
            <a:off x="5850883" y="3449699"/>
            <a:ext cx="24594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168" name="Google Shape;168;p28"/>
          <p:cNvSpPr txBox="1">
            <a:spLocks noGrp="1"/>
          </p:cNvSpPr>
          <p:nvPr>
            <p:ph type="subTitle" idx="7"/>
          </p:nvPr>
        </p:nvSpPr>
        <p:spPr>
          <a:xfrm>
            <a:off x="5850880" y="3838276"/>
            <a:ext cx="2459400" cy="71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69" name="Google Shape;169;p28"/>
          <p:cNvSpPr txBox="1">
            <a:spLocks noGrp="1"/>
          </p:cNvSpPr>
          <p:nvPr>
            <p:ph type="title" idx="8"/>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1">
  <p:cSld name="SECTION_TITLE_AND_DESCRIPTION_1_2_1">
    <p:spTree>
      <p:nvGrpSpPr>
        <p:cNvPr id="1" name="Shape 170"/>
        <p:cNvGrpSpPr/>
        <p:nvPr/>
      </p:nvGrpSpPr>
      <p:grpSpPr>
        <a:xfrm>
          <a:off x="0" y="0"/>
          <a:ext cx="0" cy="0"/>
          <a:chOff x="0" y="0"/>
          <a:chExt cx="0" cy="0"/>
        </a:xfrm>
      </p:grpSpPr>
      <p:pic>
        <p:nvPicPr>
          <p:cNvPr id="171" name="Google Shape;171;p29"/>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72" name="Google Shape;172;p29"/>
          <p:cNvPicPr preferRelativeResize="0"/>
          <p:nvPr/>
        </p:nvPicPr>
        <p:blipFill rotWithShape="1">
          <a:blip r:embed="rId3">
            <a:alphaModFix/>
          </a:blip>
          <a:srcRect r="1545" b="6838"/>
          <a:stretch/>
        </p:blipFill>
        <p:spPr>
          <a:xfrm>
            <a:off x="384887" y="134900"/>
            <a:ext cx="8374226" cy="4873724"/>
          </a:xfrm>
          <a:prstGeom prst="rect">
            <a:avLst/>
          </a:prstGeom>
          <a:noFill/>
          <a:ln>
            <a:noFill/>
          </a:ln>
        </p:spPr>
      </p:pic>
      <p:sp>
        <p:nvSpPr>
          <p:cNvPr id="173" name="Google Shape;173;p29"/>
          <p:cNvSpPr txBox="1">
            <a:spLocks noGrp="1"/>
          </p:cNvSpPr>
          <p:nvPr>
            <p:ph type="title"/>
          </p:nvPr>
        </p:nvSpPr>
        <p:spPr>
          <a:xfrm>
            <a:off x="2598373" y="1548225"/>
            <a:ext cx="1971900" cy="488400"/>
          </a:xfrm>
          <a:prstGeom prst="rect">
            <a:avLst/>
          </a:prstGeom>
        </p:spPr>
        <p:txBody>
          <a:bodyPr spcFirstLastPara="1" wrap="square" lIns="91425" tIns="91425" rIns="91425" bIns="91425" anchor="ctr" anchorCtr="0">
            <a:noAutofit/>
          </a:bodyPr>
          <a:lstStyle>
            <a:lvl1pPr lvl="0" rtl="0">
              <a:spcBef>
                <a:spcPts val="0"/>
              </a:spcBef>
              <a:spcAft>
                <a:spcPts val="0"/>
              </a:spcAft>
              <a:buSzPts val="2100"/>
              <a:buNone/>
              <a:defRPr sz="2100"/>
            </a:lvl1pPr>
            <a:lvl2pPr lvl="1" algn="r" rtl="0">
              <a:spcBef>
                <a:spcPts val="0"/>
              </a:spcBef>
              <a:spcAft>
                <a:spcPts val="0"/>
              </a:spcAft>
              <a:buSzPts val="3900"/>
              <a:buNone/>
              <a:defRPr sz="3900"/>
            </a:lvl2pPr>
            <a:lvl3pPr lvl="2" algn="r" rtl="0">
              <a:spcBef>
                <a:spcPts val="0"/>
              </a:spcBef>
              <a:spcAft>
                <a:spcPts val="0"/>
              </a:spcAft>
              <a:buSzPts val="3900"/>
              <a:buNone/>
              <a:defRPr sz="3900"/>
            </a:lvl3pPr>
            <a:lvl4pPr lvl="3" algn="r" rtl="0">
              <a:spcBef>
                <a:spcPts val="0"/>
              </a:spcBef>
              <a:spcAft>
                <a:spcPts val="0"/>
              </a:spcAft>
              <a:buSzPts val="3900"/>
              <a:buNone/>
              <a:defRPr sz="3900"/>
            </a:lvl4pPr>
            <a:lvl5pPr lvl="4" algn="r" rtl="0">
              <a:spcBef>
                <a:spcPts val="0"/>
              </a:spcBef>
              <a:spcAft>
                <a:spcPts val="0"/>
              </a:spcAft>
              <a:buSzPts val="3900"/>
              <a:buNone/>
              <a:defRPr sz="3900"/>
            </a:lvl5pPr>
            <a:lvl6pPr lvl="5" algn="r" rtl="0">
              <a:spcBef>
                <a:spcPts val="0"/>
              </a:spcBef>
              <a:spcAft>
                <a:spcPts val="0"/>
              </a:spcAft>
              <a:buSzPts val="3900"/>
              <a:buNone/>
              <a:defRPr sz="3900"/>
            </a:lvl6pPr>
            <a:lvl7pPr lvl="6" algn="r" rtl="0">
              <a:spcBef>
                <a:spcPts val="0"/>
              </a:spcBef>
              <a:spcAft>
                <a:spcPts val="0"/>
              </a:spcAft>
              <a:buSzPts val="3900"/>
              <a:buNone/>
              <a:defRPr sz="3900"/>
            </a:lvl7pPr>
            <a:lvl8pPr lvl="7" algn="r" rtl="0">
              <a:spcBef>
                <a:spcPts val="0"/>
              </a:spcBef>
              <a:spcAft>
                <a:spcPts val="0"/>
              </a:spcAft>
              <a:buSzPts val="3900"/>
              <a:buNone/>
              <a:defRPr sz="3900"/>
            </a:lvl8pPr>
            <a:lvl9pPr lvl="8" algn="r" rtl="0">
              <a:spcBef>
                <a:spcPts val="0"/>
              </a:spcBef>
              <a:spcAft>
                <a:spcPts val="0"/>
              </a:spcAft>
              <a:buSzPts val="3900"/>
              <a:buNone/>
              <a:defRPr sz="3900"/>
            </a:lvl9pPr>
          </a:lstStyle>
          <a:p>
            <a:endParaRPr/>
          </a:p>
        </p:txBody>
      </p:sp>
      <p:sp>
        <p:nvSpPr>
          <p:cNvPr id="174" name="Google Shape;174;p29"/>
          <p:cNvSpPr txBox="1">
            <a:spLocks noGrp="1"/>
          </p:cNvSpPr>
          <p:nvPr>
            <p:ph type="subTitle" idx="1"/>
          </p:nvPr>
        </p:nvSpPr>
        <p:spPr>
          <a:xfrm>
            <a:off x="2598375" y="1928075"/>
            <a:ext cx="1971900" cy="71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algn="r" rtl="0">
              <a:lnSpc>
                <a:spcPct val="100000"/>
              </a:lnSpc>
              <a:spcBef>
                <a:spcPts val="0"/>
              </a:spcBef>
              <a:spcAft>
                <a:spcPts val="0"/>
              </a:spcAft>
              <a:buClr>
                <a:schemeClr val="dk2"/>
              </a:buClr>
              <a:buSzPts val="1400"/>
              <a:buNone/>
              <a:defRPr>
                <a:solidFill>
                  <a:schemeClr val="dk2"/>
                </a:solidFill>
              </a:defRPr>
            </a:lvl2pPr>
            <a:lvl3pPr lvl="2" algn="r" rtl="0">
              <a:lnSpc>
                <a:spcPct val="100000"/>
              </a:lnSpc>
              <a:spcBef>
                <a:spcPts val="0"/>
              </a:spcBef>
              <a:spcAft>
                <a:spcPts val="0"/>
              </a:spcAft>
              <a:buClr>
                <a:schemeClr val="dk2"/>
              </a:buClr>
              <a:buSzPts val="1400"/>
              <a:buNone/>
              <a:defRPr>
                <a:solidFill>
                  <a:schemeClr val="dk2"/>
                </a:solidFill>
              </a:defRPr>
            </a:lvl3pPr>
            <a:lvl4pPr lvl="3" algn="r" rtl="0">
              <a:lnSpc>
                <a:spcPct val="100000"/>
              </a:lnSpc>
              <a:spcBef>
                <a:spcPts val="0"/>
              </a:spcBef>
              <a:spcAft>
                <a:spcPts val="0"/>
              </a:spcAft>
              <a:buClr>
                <a:schemeClr val="dk2"/>
              </a:buClr>
              <a:buSzPts val="1400"/>
              <a:buNone/>
              <a:defRPr>
                <a:solidFill>
                  <a:schemeClr val="dk2"/>
                </a:solidFill>
              </a:defRPr>
            </a:lvl4pPr>
            <a:lvl5pPr lvl="4" algn="r" rtl="0">
              <a:lnSpc>
                <a:spcPct val="100000"/>
              </a:lnSpc>
              <a:spcBef>
                <a:spcPts val="0"/>
              </a:spcBef>
              <a:spcAft>
                <a:spcPts val="0"/>
              </a:spcAft>
              <a:buClr>
                <a:schemeClr val="dk2"/>
              </a:buClr>
              <a:buSzPts val="1400"/>
              <a:buNone/>
              <a:defRPr>
                <a:solidFill>
                  <a:schemeClr val="dk2"/>
                </a:solidFill>
              </a:defRPr>
            </a:lvl5pPr>
            <a:lvl6pPr lvl="5" algn="r" rtl="0">
              <a:lnSpc>
                <a:spcPct val="100000"/>
              </a:lnSpc>
              <a:spcBef>
                <a:spcPts val="0"/>
              </a:spcBef>
              <a:spcAft>
                <a:spcPts val="0"/>
              </a:spcAft>
              <a:buClr>
                <a:schemeClr val="dk2"/>
              </a:buClr>
              <a:buSzPts val="1400"/>
              <a:buNone/>
              <a:defRPr>
                <a:solidFill>
                  <a:schemeClr val="dk2"/>
                </a:solidFill>
              </a:defRPr>
            </a:lvl6pPr>
            <a:lvl7pPr lvl="6" algn="r" rtl="0">
              <a:lnSpc>
                <a:spcPct val="100000"/>
              </a:lnSpc>
              <a:spcBef>
                <a:spcPts val="0"/>
              </a:spcBef>
              <a:spcAft>
                <a:spcPts val="0"/>
              </a:spcAft>
              <a:buClr>
                <a:schemeClr val="dk2"/>
              </a:buClr>
              <a:buSzPts val="1400"/>
              <a:buNone/>
              <a:defRPr>
                <a:solidFill>
                  <a:schemeClr val="dk2"/>
                </a:solidFill>
              </a:defRPr>
            </a:lvl7pPr>
            <a:lvl8pPr lvl="7" algn="r" rtl="0">
              <a:lnSpc>
                <a:spcPct val="100000"/>
              </a:lnSpc>
              <a:spcBef>
                <a:spcPts val="0"/>
              </a:spcBef>
              <a:spcAft>
                <a:spcPts val="0"/>
              </a:spcAft>
              <a:buClr>
                <a:schemeClr val="dk2"/>
              </a:buClr>
              <a:buSzPts val="1400"/>
              <a:buNone/>
              <a:defRPr>
                <a:solidFill>
                  <a:schemeClr val="dk2"/>
                </a:solidFill>
              </a:defRPr>
            </a:lvl8pPr>
            <a:lvl9pPr lvl="8" algn="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75" name="Google Shape;175;p29"/>
          <p:cNvSpPr txBox="1">
            <a:spLocks noGrp="1"/>
          </p:cNvSpPr>
          <p:nvPr>
            <p:ph type="title" idx="2"/>
          </p:nvPr>
        </p:nvSpPr>
        <p:spPr>
          <a:xfrm>
            <a:off x="5835074" y="1548225"/>
            <a:ext cx="1971900" cy="488400"/>
          </a:xfrm>
          <a:prstGeom prst="rect">
            <a:avLst/>
          </a:prstGeom>
        </p:spPr>
        <p:txBody>
          <a:bodyPr spcFirstLastPara="1" wrap="square" lIns="91425" tIns="91425" rIns="91425" bIns="91425" anchor="ctr" anchorCtr="0">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176" name="Google Shape;176;p29"/>
          <p:cNvSpPr txBox="1">
            <a:spLocks noGrp="1"/>
          </p:cNvSpPr>
          <p:nvPr>
            <p:ph type="subTitle" idx="3"/>
          </p:nvPr>
        </p:nvSpPr>
        <p:spPr>
          <a:xfrm>
            <a:off x="5835075" y="1928075"/>
            <a:ext cx="1971900" cy="71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77" name="Google Shape;177;p29"/>
          <p:cNvSpPr txBox="1">
            <a:spLocks noGrp="1"/>
          </p:cNvSpPr>
          <p:nvPr>
            <p:ph type="title" idx="4"/>
          </p:nvPr>
        </p:nvSpPr>
        <p:spPr>
          <a:xfrm>
            <a:off x="2598373" y="2987900"/>
            <a:ext cx="1971900" cy="488400"/>
          </a:xfrm>
          <a:prstGeom prst="rect">
            <a:avLst/>
          </a:prstGeom>
        </p:spPr>
        <p:txBody>
          <a:bodyPr spcFirstLastPara="1" wrap="square" lIns="91425" tIns="91425" rIns="91425" bIns="91425" anchor="ctr" anchorCtr="0">
            <a:noAutofit/>
          </a:bodyPr>
          <a:lstStyle>
            <a:lvl1pPr lvl="0" rtl="0">
              <a:spcBef>
                <a:spcPts val="0"/>
              </a:spcBef>
              <a:spcAft>
                <a:spcPts val="0"/>
              </a:spcAft>
              <a:buSzPts val="2100"/>
              <a:buNone/>
              <a:defRPr sz="2100"/>
            </a:lvl1pPr>
            <a:lvl2pPr lvl="1" algn="r" rtl="0">
              <a:spcBef>
                <a:spcPts val="0"/>
              </a:spcBef>
              <a:spcAft>
                <a:spcPts val="0"/>
              </a:spcAft>
              <a:buSzPts val="3900"/>
              <a:buNone/>
              <a:defRPr sz="3900"/>
            </a:lvl2pPr>
            <a:lvl3pPr lvl="2" algn="r" rtl="0">
              <a:spcBef>
                <a:spcPts val="0"/>
              </a:spcBef>
              <a:spcAft>
                <a:spcPts val="0"/>
              </a:spcAft>
              <a:buSzPts val="3900"/>
              <a:buNone/>
              <a:defRPr sz="3900"/>
            </a:lvl3pPr>
            <a:lvl4pPr lvl="3" algn="r" rtl="0">
              <a:spcBef>
                <a:spcPts val="0"/>
              </a:spcBef>
              <a:spcAft>
                <a:spcPts val="0"/>
              </a:spcAft>
              <a:buSzPts val="3900"/>
              <a:buNone/>
              <a:defRPr sz="3900"/>
            </a:lvl4pPr>
            <a:lvl5pPr lvl="4" algn="r" rtl="0">
              <a:spcBef>
                <a:spcPts val="0"/>
              </a:spcBef>
              <a:spcAft>
                <a:spcPts val="0"/>
              </a:spcAft>
              <a:buSzPts val="3900"/>
              <a:buNone/>
              <a:defRPr sz="3900"/>
            </a:lvl5pPr>
            <a:lvl6pPr lvl="5" algn="r" rtl="0">
              <a:spcBef>
                <a:spcPts val="0"/>
              </a:spcBef>
              <a:spcAft>
                <a:spcPts val="0"/>
              </a:spcAft>
              <a:buSzPts val="3900"/>
              <a:buNone/>
              <a:defRPr sz="3900"/>
            </a:lvl6pPr>
            <a:lvl7pPr lvl="6" algn="r" rtl="0">
              <a:spcBef>
                <a:spcPts val="0"/>
              </a:spcBef>
              <a:spcAft>
                <a:spcPts val="0"/>
              </a:spcAft>
              <a:buSzPts val="3900"/>
              <a:buNone/>
              <a:defRPr sz="3900"/>
            </a:lvl7pPr>
            <a:lvl8pPr lvl="7" algn="r" rtl="0">
              <a:spcBef>
                <a:spcPts val="0"/>
              </a:spcBef>
              <a:spcAft>
                <a:spcPts val="0"/>
              </a:spcAft>
              <a:buSzPts val="3900"/>
              <a:buNone/>
              <a:defRPr sz="3900"/>
            </a:lvl8pPr>
            <a:lvl9pPr lvl="8" algn="r" rtl="0">
              <a:spcBef>
                <a:spcPts val="0"/>
              </a:spcBef>
              <a:spcAft>
                <a:spcPts val="0"/>
              </a:spcAft>
              <a:buSzPts val="3900"/>
              <a:buNone/>
              <a:defRPr sz="3900"/>
            </a:lvl9pPr>
          </a:lstStyle>
          <a:p>
            <a:endParaRPr/>
          </a:p>
        </p:txBody>
      </p:sp>
      <p:sp>
        <p:nvSpPr>
          <p:cNvPr id="178" name="Google Shape;178;p29"/>
          <p:cNvSpPr txBox="1">
            <a:spLocks noGrp="1"/>
          </p:cNvSpPr>
          <p:nvPr>
            <p:ph type="subTitle" idx="5"/>
          </p:nvPr>
        </p:nvSpPr>
        <p:spPr>
          <a:xfrm>
            <a:off x="2598375" y="3369312"/>
            <a:ext cx="1971900" cy="71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algn="r" rtl="0">
              <a:lnSpc>
                <a:spcPct val="100000"/>
              </a:lnSpc>
              <a:spcBef>
                <a:spcPts val="0"/>
              </a:spcBef>
              <a:spcAft>
                <a:spcPts val="0"/>
              </a:spcAft>
              <a:buClr>
                <a:schemeClr val="dk2"/>
              </a:buClr>
              <a:buSzPts val="1400"/>
              <a:buNone/>
              <a:defRPr>
                <a:solidFill>
                  <a:schemeClr val="dk2"/>
                </a:solidFill>
              </a:defRPr>
            </a:lvl2pPr>
            <a:lvl3pPr lvl="2" algn="r" rtl="0">
              <a:lnSpc>
                <a:spcPct val="100000"/>
              </a:lnSpc>
              <a:spcBef>
                <a:spcPts val="0"/>
              </a:spcBef>
              <a:spcAft>
                <a:spcPts val="0"/>
              </a:spcAft>
              <a:buClr>
                <a:schemeClr val="dk2"/>
              </a:buClr>
              <a:buSzPts val="1400"/>
              <a:buNone/>
              <a:defRPr>
                <a:solidFill>
                  <a:schemeClr val="dk2"/>
                </a:solidFill>
              </a:defRPr>
            </a:lvl3pPr>
            <a:lvl4pPr lvl="3" algn="r" rtl="0">
              <a:lnSpc>
                <a:spcPct val="100000"/>
              </a:lnSpc>
              <a:spcBef>
                <a:spcPts val="0"/>
              </a:spcBef>
              <a:spcAft>
                <a:spcPts val="0"/>
              </a:spcAft>
              <a:buClr>
                <a:schemeClr val="dk2"/>
              </a:buClr>
              <a:buSzPts val="1400"/>
              <a:buNone/>
              <a:defRPr>
                <a:solidFill>
                  <a:schemeClr val="dk2"/>
                </a:solidFill>
              </a:defRPr>
            </a:lvl4pPr>
            <a:lvl5pPr lvl="4" algn="r" rtl="0">
              <a:lnSpc>
                <a:spcPct val="100000"/>
              </a:lnSpc>
              <a:spcBef>
                <a:spcPts val="0"/>
              </a:spcBef>
              <a:spcAft>
                <a:spcPts val="0"/>
              </a:spcAft>
              <a:buClr>
                <a:schemeClr val="dk2"/>
              </a:buClr>
              <a:buSzPts val="1400"/>
              <a:buNone/>
              <a:defRPr>
                <a:solidFill>
                  <a:schemeClr val="dk2"/>
                </a:solidFill>
              </a:defRPr>
            </a:lvl5pPr>
            <a:lvl6pPr lvl="5" algn="r" rtl="0">
              <a:lnSpc>
                <a:spcPct val="100000"/>
              </a:lnSpc>
              <a:spcBef>
                <a:spcPts val="0"/>
              </a:spcBef>
              <a:spcAft>
                <a:spcPts val="0"/>
              </a:spcAft>
              <a:buClr>
                <a:schemeClr val="dk2"/>
              </a:buClr>
              <a:buSzPts val="1400"/>
              <a:buNone/>
              <a:defRPr>
                <a:solidFill>
                  <a:schemeClr val="dk2"/>
                </a:solidFill>
              </a:defRPr>
            </a:lvl6pPr>
            <a:lvl7pPr lvl="6" algn="r" rtl="0">
              <a:lnSpc>
                <a:spcPct val="100000"/>
              </a:lnSpc>
              <a:spcBef>
                <a:spcPts val="0"/>
              </a:spcBef>
              <a:spcAft>
                <a:spcPts val="0"/>
              </a:spcAft>
              <a:buClr>
                <a:schemeClr val="dk2"/>
              </a:buClr>
              <a:buSzPts val="1400"/>
              <a:buNone/>
              <a:defRPr>
                <a:solidFill>
                  <a:schemeClr val="dk2"/>
                </a:solidFill>
              </a:defRPr>
            </a:lvl7pPr>
            <a:lvl8pPr lvl="7" algn="r" rtl="0">
              <a:lnSpc>
                <a:spcPct val="100000"/>
              </a:lnSpc>
              <a:spcBef>
                <a:spcPts val="0"/>
              </a:spcBef>
              <a:spcAft>
                <a:spcPts val="0"/>
              </a:spcAft>
              <a:buClr>
                <a:schemeClr val="dk2"/>
              </a:buClr>
              <a:buSzPts val="1400"/>
              <a:buNone/>
              <a:defRPr>
                <a:solidFill>
                  <a:schemeClr val="dk2"/>
                </a:solidFill>
              </a:defRPr>
            </a:lvl8pPr>
            <a:lvl9pPr lvl="8" algn="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79" name="Google Shape;179;p29"/>
          <p:cNvSpPr txBox="1">
            <a:spLocks noGrp="1"/>
          </p:cNvSpPr>
          <p:nvPr>
            <p:ph type="title" idx="6"/>
          </p:nvPr>
        </p:nvSpPr>
        <p:spPr>
          <a:xfrm>
            <a:off x="5835074" y="2987898"/>
            <a:ext cx="1971900" cy="488400"/>
          </a:xfrm>
          <a:prstGeom prst="rect">
            <a:avLst/>
          </a:prstGeom>
        </p:spPr>
        <p:txBody>
          <a:bodyPr spcFirstLastPara="1" wrap="square" lIns="91425" tIns="91425" rIns="91425" bIns="91425" anchor="ctr" anchorCtr="0">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180" name="Google Shape;180;p29"/>
          <p:cNvSpPr txBox="1">
            <a:spLocks noGrp="1"/>
          </p:cNvSpPr>
          <p:nvPr>
            <p:ph type="subTitle" idx="7"/>
          </p:nvPr>
        </p:nvSpPr>
        <p:spPr>
          <a:xfrm>
            <a:off x="5835075" y="3369311"/>
            <a:ext cx="1971900" cy="71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81" name="Google Shape;181;p29"/>
          <p:cNvSpPr txBox="1">
            <a:spLocks noGrp="1"/>
          </p:cNvSpPr>
          <p:nvPr>
            <p:ph type="title" idx="8"/>
          </p:nvPr>
        </p:nvSpPr>
        <p:spPr>
          <a:xfrm>
            <a:off x="1926750" y="711175"/>
            <a:ext cx="5290500" cy="572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p:cSld name="BIG_NUMBER_1">
    <p:spTree>
      <p:nvGrpSpPr>
        <p:cNvPr id="1" name="Shape 182"/>
        <p:cNvGrpSpPr/>
        <p:nvPr/>
      </p:nvGrpSpPr>
      <p:grpSpPr>
        <a:xfrm>
          <a:off x="0" y="0"/>
          <a:ext cx="0" cy="0"/>
          <a:chOff x="0" y="0"/>
          <a:chExt cx="0" cy="0"/>
        </a:xfrm>
      </p:grpSpPr>
      <p:pic>
        <p:nvPicPr>
          <p:cNvPr id="183" name="Google Shape;183;p30"/>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84" name="Google Shape;184;p30"/>
          <p:cNvPicPr preferRelativeResize="0"/>
          <p:nvPr/>
        </p:nvPicPr>
        <p:blipFill rotWithShape="1">
          <a:blip r:embed="rId3">
            <a:alphaModFix/>
          </a:blip>
          <a:srcRect b="61089"/>
          <a:stretch/>
        </p:blipFill>
        <p:spPr>
          <a:xfrm rot="635655">
            <a:off x="1848552" y="3058534"/>
            <a:ext cx="2068426" cy="1772790"/>
          </a:xfrm>
          <a:prstGeom prst="rect">
            <a:avLst/>
          </a:prstGeom>
          <a:noFill/>
          <a:ln>
            <a:noFill/>
          </a:ln>
        </p:spPr>
      </p:pic>
      <p:pic>
        <p:nvPicPr>
          <p:cNvPr id="185" name="Google Shape;185;p30"/>
          <p:cNvPicPr preferRelativeResize="0"/>
          <p:nvPr/>
        </p:nvPicPr>
        <p:blipFill rotWithShape="1">
          <a:blip r:embed="rId3">
            <a:alphaModFix/>
          </a:blip>
          <a:srcRect b="61089"/>
          <a:stretch/>
        </p:blipFill>
        <p:spPr>
          <a:xfrm rot="1903775">
            <a:off x="6763976" y="866659"/>
            <a:ext cx="2068425" cy="1772790"/>
          </a:xfrm>
          <a:prstGeom prst="rect">
            <a:avLst/>
          </a:prstGeom>
          <a:noFill/>
          <a:ln>
            <a:noFill/>
          </a:ln>
        </p:spPr>
      </p:pic>
      <p:pic>
        <p:nvPicPr>
          <p:cNvPr id="186" name="Google Shape;186;p30"/>
          <p:cNvPicPr preferRelativeResize="0"/>
          <p:nvPr/>
        </p:nvPicPr>
        <p:blipFill rotWithShape="1">
          <a:blip r:embed="rId4">
            <a:alphaModFix/>
          </a:blip>
          <a:srcRect r="1545" b="6838"/>
          <a:stretch/>
        </p:blipFill>
        <p:spPr>
          <a:xfrm>
            <a:off x="129175" y="134900"/>
            <a:ext cx="8374226" cy="4873724"/>
          </a:xfrm>
          <a:prstGeom prst="rect">
            <a:avLst/>
          </a:prstGeom>
          <a:noFill/>
          <a:ln>
            <a:noFill/>
          </a:ln>
        </p:spPr>
      </p:pic>
      <p:sp>
        <p:nvSpPr>
          <p:cNvPr id="187" name="Google Shape;187;p30"/>
          <p:cNvSpPr txBox="1">
            <a:spLocks noGrp="1"/>
          </p:cNvSpPr>
          <p:nvPr>
            <p:ph type="title" hasCustomPrompt="1"/>
          </p:nvPr>
        </p:nvSpPr>
        <p:spPr>
          <a:xfrm>
            <a:off x="1301450" y="2719788"/>
            <a:ext cx="2101200" cy="6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4200" b="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88" name="Google Shape;188;p30"/>
          <p:cNvSpPr txBox="1">
            <a:spLocks noGrp="1"/>
          </p:cNvSpPr>
          <p:nvPr>
            <p:ph type="subTitle" idx="1"/>
          </p:nvPr>
        </p:nvSpPr>
        <p:spPr>
          <a:xfrm>
            <a:off x="1301450" y="3383388"/>
            <a:ext cx="21012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89" name="Google Shape;189;p30"/>
          <p:cNvSpPr txBox="1">
            <a:spLocks noGrp="1"/>
          </p:cNvSpPr>
          <p:nvPr>
            <p:ph type="title" idx="2" hasCustomPrompt="1"/>
          </p:nvPr>
        </p:nvSpPr>
        <p:spPr>
          <a:xfrm>
            <a:off x="3521400" y="2719788"/>
            <a:ext cx="2101200" cy="6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4200" b="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90" name="Google Shape;190;p30"/>
          <p:cNvSpPr txBox="1">
            <a:spLocks noGrp="1"/>
          </p:cNvSpPr>
          <p:nvPr>
            <p:ph type="subTitle" idx="3"/>
          </p:nvPr>
        </p:nvSpPr>
        <p:spPr>
          <a:xfrm>
            <a:off x="3521400" y="3383388"/>
            <a:ext cx="21012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91" name="Google Shape;191;p30"/>
          <p:cNvSpPr txBox="1">
            <a:spLocks noGrp="1"/>
          </p:cNvSpPr>
          <p:nvPr>
            <p:ph type="title" idx="4" hasCustomPrompt="1"/>
          </p:nvPr>
        </p:nvSpPr>
        <p:spPr>
          <a:xfrm>
            <a:off x="5741350" y="2719788"/>
            <a:ext cx="2101200" cy="6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4200" b="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92" name="Google Shape;192;p30"/>
          <p:cNvSpPr txBox="1">
            <a:spLocks noGrp="1"/>
          </p:cNvSpPr>
          <p:nvPr>
            <p:ph type="subTitle" idx="5"/>
          </p:nvPr>
        </p:nvSpPr>
        <p:spPr>
          <a:xfrm>
            <a:off x="5741350" y="3383388"/>
            <a:ext cx="21012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1">
  <p:cSld name="BIG_NUMBER_1_3">
    <p:spTree>
      <p:nvGrpSpPr>
        <p:cNvPr id="1" name="Shape 193"/>
        <p:cNvGrpSpPr/>
        <p:nvPr/>
      </p:nvGrpSpPr>
      <p:grpSpPr>
        <a:xfrm>
          <a:off x="0" y="0"/>
          <a:ext cx="0" cy="0"/>
          <a:chOff x="0" y="0"/>
          <a:chExt cx="0" cy="0"/>
        </a:xfrm>
      </p:grpSpPr>
      <p:pic>
        <p:nvPicPr>
          <p:cNvPr id="194" name="Google Shape;194;p31"/>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95" name="Google Shape;195;p31"/>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196" name="Google Shape;196;p31"/>
          <p:cNvSpPr txBox="1">
            <a:spLocks noGrp="1"/>
          </p:cNvSpPr>
          <p:nvPr>
            <p:ph type="title" hasCustomPrompt="1"/>
          </p:nvPr>
        </p:nvSpPr>
        <p:spPr>
          <a:xfrm>
            <a:off x="5097100" y="965775"/>
            <a:ext cx="3042000" cy="49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4600" b="0">
                <a:solidFill>
                  <a:schemeClr val="dk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97" name="Google Shape;197;p31"/>
          <p:cNvSpPr txBox="1">
            <a:spLocks noGrp="1"/>
          </p:cNvSpPr>
          <p:nvPr>
            <p:ph type="subTitle" idx="1"/>
          </p:nvPr>
        </p:nvSpPr>
        <p:spPr>
          <a:xfrm>
            <a:off x="5097050" y="1461113"/>
            <a:ext cx="3042000" cy="534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98" name="Google Shape;198;p31"/>
          <p:cNvSpPr txBox="1">
            <a:spLocks noGrp="1"/>
          </p:cNvSpPr>
          <p:nvPr>
            <p:ph type="title" idx="2" hasCustomPrompt="1"/>
          </p:nvPr>
        </p:nvSpPr>
        <p:spPr>
          <a:xfrm>
            <a:off x="5097100" y="2148512"/>
            <a:ext cx="3042000" cy="49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4600" b="0">
                <a:solidFill>
                  <a:schemeClr val="dk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99" name="Google Shape;199;p31"/>
          <p:cNvSpPr txBox="1">
            <a:spLocks noGrp="1"/>
          </p:cNvSpPr>
          <p:nvPr>
            <p:ph type="subTitle" idx="3"/>
          </p:nvPr>
        </p:nvSpPr>
        <p:spPr>
          <a:xfrm>
            <a:off x="5097050" y="2643851"/>
            <a:ext cx="3042000" cy="534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00" name="Google Shape;200;p31"/>
          <p:cNvSpPr txBox="1">
            <a:spLocks noGrp="1"/>
          </p:cNvSpPr>
          <p:nvPr>
            <p:ph type="title" idx="4" hasCustomPrompt="1"/>
          </p:nvPr>
        </p:nvSpPr>
        <p:spPr>
          <a:xfrm>
            <a:off x="5097100" y="3331249"/>
            <a:ext cx="3042000" cy="49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4600" b="0">
                <a:solidFill>
                  <a:schemeClr val="dk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01" name="Google Shape;201;p31"/>
          <p:cNvSpPr txBox="1">
            <a:spLocks noGrp="1"/>
          </p:cNvSpPr>
          <p:nvPr>
            <p:ph type="subTitle" idx="5"/>
          </p:nvPr>
        </p:nvSpPr>
        <p:spPr>
          <a:xfrm>
            <a:off x="5097050" y="3826588"/>
            <a:ext cx="3042000" cy="534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02" name="Google Shape;202;p31"/>
          <p:cNvSpPr txBox="1">
            <a:spLocks noGrp="1"/>
          </p:cNvSpPr>
          <p:nvPr>
            <p:ph type="title" idx="6"/>
          </p:nvPr>
        </p:nvSpPr>
        <p:spPr>
          <a:xfrm>
            <a:off x="1002325" y="711175"/>
            <a:ext cx="3042000" cy="8106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p:cSld name="SECTION_TITLE_AND_DESCRIPTION_1_1_2">
    <p:spTree>
      <p:nvGrpSpPr>
        <p:cNvPr id="1" name="Shape 214"/>
        <p:cNvGrpSpPr/>
        <p:nvPr/>
      </p:nvGrpSpPr>
      <p:grpSpPr>
        <a:xfrm>
          <a:off x="0" y="0"/>
          <a:ext cx="0" cy="0"/>
          <a:chOff x="0" y="0"/>
          <a:chExt cx="0" cy="0"/>
        </a:xfrm>
      </p:grpSpPr>
      <p:pic>
        <p:nvPicPr>
          <p:cNvPr id="215" name="Google Shape;215;p3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16" name="Google Shape;216;p33"/>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217" name="Google Shape;217;p33"/>
          <p:cNvSpPr txBox="1">
            <a:spLocks noGrp="1"/>
          </p:cNvSpPr>
          <p:nvPr>
            <p:ph type="title"/>
          </p:nvPr>
        </p:nvSpPr>
        <p:spPr>
          <a:xfrm>
            <a:off x="6166050" y="1183210"/>
            <a:ext cx="21402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18" name="Google Shape;218;p33"/>
          <p:cNvSpPr txBox="1">
            <a:spLocks noGrp="1"/>
          </p:cNvSpPr>
          <p:nvPr>
            <p:ph type="subTitle" idx="1"/>
          </p:nvPr>
        </p:nvSpPr>
        <p:spPr>
          <a:xfrm>
            <a:off x="6166050" y="1620375"/>
            <a:ext cx="2140200" cy="92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219" name="Google Shape;219;p33"/>
          <p:cNvSpPr txBox="1">
            <a:spLocks noGrp="1"/>
          </p:cNvSpPr>
          <p:nvPr>
            <p:ph type="title" idx="2"/>
          </p:nvPr>
        </p:nvSpPr>
        <p:spPr>
          <a:xfrm>
            <a:off x="6166040" y="2678335"/>
            <a:ext cx="21402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20" name="Google Shape;220;p33"/>
          <p:cNvSpPr txBox="1">
            <a:spLocks noGrp="1"/>
          </p:cNvSpPr>
          <p:nvPr>
            <p:ph type="subTitle" idx="3"/>
          </p:nvPr>
        </p:nvSpPr>
        <p:spPr>
          <a:xfrm>
            <a:off x="6166050" y="3115508"/>
            <a:ext cx="2140200" cy="92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221" name="Google Shape;221;p33"/>
          <p:cNvSpPr txBox="1">
            <a:spLocks noGrp="1"/>
          </p:cNvSpPr>
          <p:nvPr>
            <p:ph type="title" idx="4"/>
          </p:nvPr>
        </p:nvSpPr>
        <p:spPr>
          <a:xfrm>
            <a:off x="1002325" y="711175"/>
            <a:ext cx="2666700" cy="11664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2">
  <p:cSld name="CAPTION_ONLY_1_2">
    <p:spTree>
      <p:nvGrpSpPr>
        <p:cNvPr id="1" name="Shape 237"/>
        <p:cNvGrpSpPr/>
        <p:nvPr/>
      </p:nvGrpSpPr>
      <p:grpSpPr>
        <a:xfrm>
          <a:off x="0" y="0"/>
          <a:ext cx="0" cy="0"/>
          <a:chOff x="0" y="0"/>
          <a:chExt cx="0" cy="0"/>
        </a:xfrm>
      </p:grpSpPr>
      <p:pic>
        <p:nvPicPr>
          <p:cNvPr id="238" name="Google Shape;238;p36"/>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39" name="Google Shape;239;p36"/>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240" name="Google Shape;240;p36"/>
          <p:cNvSpPr txBox="1">
            <a:spLocks noGrp="1"/>
          </p:cNvSpPr>
          <p:nvPr>
            <p:ph type="title"/>
          </p:nvPr>
        </p:nvSpPr>
        <p:spPr>
          <a:xfrm>
            <a:off x="1687410" y="2127912"/>
            <a:ext cx="1600800" cy="8424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241" name="Google Shape;241;p36"/>
          <p:cNvSpPr txBox="1">
            <a:spLocks noGrp="1"/>
          </p:cNvSpPr>
          <p:nvPr>
            <p:ph type="subTitle" idx="1"/>
          </p:nvPr>
        </p:nvSpPr>
        <p:spPr>
          <a:xfrm>
            <a:off x="1472443" y="3203876"/>
            <a:ext cx="2457000" cy="101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4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242" name="Google Shape;242;p36"/>
          <p:cNvSpPr txBox="1">
            <a:spLocks noGrp="1"/>
          </p:cNvSpPr>
          <p:nvPr>
            <p:ph type="title" idx="2"/>
          </p:nvPr>
        </p:nvSpPr>
        <p:spPr>
          <a:xfrm>
            <a:off x="5946969" y="2127900"/>
            <a:ext cx="1600800" cy="8424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243" name="Google Shape;243;p36"/>
          <p:cNvSpPr txBox="1">
            <a:spLocks noGrp="1"/>
          </p:cNvSpPr>
          <p:nvPr>
            <p:ph type="subTitle" idx="3"/>
          </p:nvPr>
        </p:nvSpPr>
        <p:spPr>
          <a:xfrm>
            <a:off x="5745267" y="3203876"/>
            <a:ext cx="2457000" cy="101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4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244" name="Google Shape;244;p36"/>
          <p:cNvSpPr txBox="1">
            <a:spLocks noGrp="1"/>
          </p:cNvSpPr>
          <p:nvPr>
            <p:ph type="title" idx="4"/>
          </p:nvPr>
        </p:nvSpPr>
        <p:spPr>
          <a:xfrm>
            <a:off x="1002325" y="711175"/>
            <a:ext cx="2517600" cy="9126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p:cSld name="BIG_NUMBER_1_1">
    <p:spTree>
      <p:nvGrpSpPr>
        <p:cNvPr id="1" name="Shape 245"/>
        <p:cNvGrpSpPr/>
        <p:nvPr/>
      </p:nvGrpSpPr>
      <p:grpSpPr>
        <a:xfrm>
          <a:off x="0" y="0"/>
          <a:ext cx="0" cy="0"/>
          <a:chOff x="0" y="0"/>
          <a:chExt cx="0" cy="0"/>
        </a:xfrm>
      </p:grpSpPr>
      <p:pic>
        <p:nvPicPr>
          <p:cNvPr id="246" name="Google Shape;246;p37"/>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47" name="Google Shape;247;p37"/>
          <p:cNvPicPr preferRelativeResize="0"/>
          <p:nvPr/>
        </p:nvPicPr>
        <p:blipFill rotWithShape="1">
          <a:blip r:embed="rId3">
            <a:alphaModFix/>
          </a:blip>
          <a:srcRect r="1545" b="6838"/>
          <a:stretch/>
        </p:blipFill>
        <p:spPr>
          <a:xfrm>
            <a:off x="384887" y="134900"/>
            <a:ext cx="8374226" cy="4873724"/>
          </a:xfrm>
          <a:prstGeom prst="rect">
            <a:avLst/>
          </a:prstGeom>
          <a:noFill/>
          <a:ln>
            <a:noFill/>
          </a:ln>
        </p:spPr>
      </p:pic>
      <p:sp>
        <p:nvSpPr>
          <p:cNvPr id="248" name="Google Shape;248;p37"/>
          <p:cNvSpPr txBox="1">
            <a:spLocks noGrp="1"/>
          </p:cNvSpPr>
          <p:nvPr>
            <p:ph type="title"/>
          </p:nvPr>
        </p:nvSpPr>
        <p:spPr>
          <a:xfrm>
            <a:off x="1761575" y="711175"/>
            <a:ext cx="5620800" cy="572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Six Columns">
  <p:cSld name="BIG_NUMBER_1_1_1">
    <p:spTree>
      <p:nvGrpSpPr>
        <p:cNvPr id="1" name="Shape 249"/>
        <p:cNvGrpSpPr/>
        <p:nvPr/>
      </p:nvGrpSpPr>
      <p:grpSpPr>
        <a:xfrm>
          <a:off x="0" y="0"/>
          <a:ext cx="0" cy="0"/>
          <a:chOff x="0" y="0"/>
          <a:chExt cx="0" cy="0"/>
        </a:xfrm>
      </p:grpSpPr>
      <p:pic>
        <p:nvPicPr>
          <p:cNvPr id="250" name="Google Shape;250;p38"/>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51" name="Google Shape;251;p38"/>
          <p:cNvPicPr preferRelativeResize="0"/>
          <p:nvPr/>
        </p:nvPicPr>
        <p:blipFill rotWithShape="1">
          <a:blip r:embed="rId3">
            <a:alphaModFix/>
          </a:blip>
          <a:srcRect r="1545" b="6838"/>
          <a:stretch/>
        </p:blipFill>
        <p:spPr>
          <a:xfrm>
            <a:off x="384887" y="134900"/>
            <a:ext cx="8374226" cy="4873724"/>
          </a:xfrm>
          <a:prstGeom prst="rect">
            <a:avLst/>
          </a:prstGeom>
          <a:noFill/>
          <a:ln>
            <a:noFill/>
          </a:ln>
        </p:spPr>
      </p:pic>
      <p:sp>
        <p:nvSpPr>
          <p:cNvPr id="252" name="Google Shape;252;p38"/>
          <p:cNvSpPr txBox="1">
            <a:spLocks noGrp="1"/>
          </p:cNvSpPr>
          <p:nvPr>
            <p:ph type="title"/>
          </p:nvPr>
        </p:nvSpPr>
        <p:spPr>
          <a:xfrm>
            <a:off x="2308050" y="711175"/>
            <a:ext cx="4527900" cy="572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
        <p:nvSpPr>
          <p:cNvPr id="253" name="Google Shape;253;p38"/>
          <p:cNvSpPr txBox="1">
            <a:spLocks noGrp="1"/>
          </p:cNvSpPr>
          <p:nvPr>
            <p:ph type="title" idx="2"/>
          </p:nvPr>
        </p:nvSpPr>
        <p:spPr>
          <a:xfrm>
            <a:off x="1664325" y="1787225"/>
            <a:ext cx="19089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54" name="Google Shape;254;p38"/>
          <p:cNvSpPr txBox="1">
            <a:spLocks noGrp="1"/>
          </p:cNvSpPr>
          <p:nvPr>
            <p:ph type="subTitle" idx="1"/>
          </p:nvPr>
        </p:nvSpPr>
        <p:spPr>
          <a:xfrm>
            <a:off x="1664334" y="2148198"/>
            <a:ext cx="1908900" cy="67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55" name="Google Shape;255;p38"/>
          <p:cNvSpPr txBox="1">
            <a:spLocks noGrp="1"/>
          </p:cNvSpPr>
          <p:nvPr>
            <p:ph type="title" idx="3"/>
          </p:nvPr>
        </p:nvSpPr>
        <p:spPr>
          <a:xfrm>
            <a:off x="3817459" y="1787225"/>
            <a:ext cx="19089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56" name="Google Shape;256;p38"/>
          <p:cNvSpPr txBox="1">
            <a:spLocks noGrp="1"/>
          </p:cNvSpPr>
          <p:nvPr>
            <p:ph type="subTitle" idx="4"/>
          </p:nvPr>
        </p:nvSpPr>
        <p:spPr>
          <a:xfrm>
            <a:off x="3817468" y="2148198"/>
            <a:ext cx="1908900" cy="67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57" name="Google Shape;257;p38"/>
          <p:cNvSpPr txBox="1">
            <a:spLocks noGrp="1"/>
          </p:cNvSpPr>
          <p:nvPr>
            <p:ph type="title" idx="5"/>
          </p:nvPr>
        </p:nvSpPr>
        <p:spPr>
          <a:xfrm>
            <a:off x="5970592" y="1787225"/>
            <a:ext cx="19089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58" name="Google Shape;258;p38"/>
          <p:cNvSpPr txBox="1">
            <a:spLocks noGrp="1"/>
          </p:cNvSpPr>
          <p:nvPr>
            <p:ph type="subTitle" idx="6"/>
          </p:nvPr>
        </p:nvSpPr>
        <p:spPr>
          <a:xfrm>
            <a:off x="5970602" y="2148198"/>
            <a:ext cx="1908900" cy="67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59" name="Google Shape;259;p38"/>
          <p:cNvSpPr txBox="1">
            <a:spLocks noGrp="1"/>
          </p:cNvSpPr>
          <p:nvPr>
            <p:ph type="title" idx="7"/>
          </p:nvPr>
        </p:nvSpPr>
        <p:spPr>
          <a:xfrm>
            <a:off x="1664325" y="3201025"/>
            <a:ext cx="19089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60" name="Google Shape;260;p38"/>
          <p:cNvSpPr txBox="1">
            <a:spLocks noGrp="1"/>
          </p:cNvSpPr>
          <p:nvPr>
            <p:ph type="subTitle" idx="8"/>
          </p:nvPr>
        </p:nvSpPr>
        <p:spPr>
          <a:xfrm>
            <a:off x="1664334" y="3561998"/>
            <a:ext cx="1908900" cy="67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61" name="Google Shape;261;p38"/>
          <p:cNvSpPr txBox="1">
            <a:spLocks noGrp="1"/>
          </p:cNvSpPr>
          <p:nvPr>
            <p:ph type="title" idx="9"/>
          </p:nvPr>
        </p:nvSpPr>
        <p:spPr>
          <a:xfrm>
            <a:off x="3817459" y="3201025"/>
            <a:ext cx="19089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62" name="Google Shape;262;p38"/>
          <p:cNvSpPr txBox="1">
            <a:spLocks noGrp="1"/>
          </p:cNvSpPr>
          <p:nvPr>
            <p:ph type="subTitle" idx="13"/>
          </p:nvPr>
        </p:nvSpPr>
        <p:spPr>
          <a:xfrm>
            <a:off x="3817468" y="3561998"/>
            <a:ext cx="1908900" cy="67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63" name="Google Shape;263;p38"/>
          <p:cNvSpPr txBox="1">
            <a:spLocks noGrp="1"/>
          </p:cNvSpPr>
          <p:nvPr>
            <p:ph type="title" idx="14"/>
          </p:nvPr>
        </p:nvSpPr>
        <p:spPr>
          <a:xfrm>
            <a:off x="5970592" y="3201025"/>
            <a:ext cx="19089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64" name="Google Shape;264;p38"/>
          <p:cNvSpPr txBox="1">
            <a:spLocks noGrp="1"/>
          </p:cNvSpPr>
          <p:nvPr>
            <p:ph type="subTitle" idx="15"/>
          </p:nvPr>
        </p:nvSpPr>
        <p:spPr>
          <a:xfrm>
            <a:off x="5970602" y="3561998"/>
            <a:ext cx="1908900" cy="67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ix Columns 1">
  <p:cSld name="BIG_NUMBER_1_1_1_1">
    <p:spTree>
      <p:nvGrpSpPr>
        <p:cNvPr id="1" name="Shape 265"/>
        <p:cNvGrpSpPr/>
        <p:nvPr/>
      </p:nvGrpSpPr>
      <p:grpSpPr>
        <a:xfrm>
          <a:off x="0" y="0"/>
          <a:ext cx="0" cy="0"/>
          <a:chOff x="0" y="0"/>
          <a:chExt cx="0" cy="0"/>
        </a:xfrm>
      </p:grpSpPr>
      <p:pic>
        <p:nvPicPr>
          <p:cNvPr id="266" name="Google Shape;266;p39"/>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67" name="Google Shape;267;p39"/>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268" name="Google Shape;268;p39"/>
          <p:cNvSpPr txBox="1">
            <a:spLocks noGrp="1"/>
          </p:cNvSpPr>
          <p:nvPr>
            <p:ph type="title"/>
          </p:nvPr>
        </p:nvSpPr>
        <p:spPr>
          <a:xfrm>
            <a:off x="1002325" y="711175"/>
            <a:ext cx="32628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
        <p:nvSpPr>
          <p:cNvPr id="269" name="Google Shape;269;p39"/>
          <p:cNvSpPr txBox="1">
            <a:spLocks noGrp="1"/>
          </p:cNvSpPr>
          <p:nvPr>
            <p:ph type="title" idx="2"/>
          </p:nvPr>
        </p:nvSpPr>
        <p:spPr>
          <a:xfrm>
            <a:off x="1782625" y="1406874"/>
            <a:ext cx="1908900" cy="3948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0" name="Google Shape;270;p39"/>
          <p:cNvSpPr txBox="1">
            <a:spLocks noGrp="1"/>
          </p:cNvSpPr>
          <p:nvPr>
            <p:ph type="subTitle" idx="1"/>
          </p:nvPr>
        </p:nvSpPr>
        <p:spPr>
          <a:xfrm>
            <a:off x="1782625" y="1719827"/>
            <a:ext cx="1908900" cy="5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71" name="Google Shape;271;p39"/>
          <p:cNvSpPr txBox="1">
            <a:spLocks noGrp="1"/>
          </p:cNvSpPr>
          <p:nvPr>
            <p:ph type="title" idx="3"/>
          </p:nvPr>
        </p:nvSpPr>
        <p:spPr>
          <a:xfrm>
            <a:off x="6120353" y="1406874"/>
            <a:ext cx="1908900" cy="3948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2" name="Google Shape;272;p39"/>
          <p:cNvSpPr txBox="1">
            <a:spLocks noGrp="1"/>
          </p:cNvSpPr>
          <p:nvPr>
            <p:ph type="subTitle" idx="4"/>
          </p:nvPr>
        </p:nvSpPr>
        <p:spPr>
          <a:xfrm>
            <a:off x="6120370" y="1719827"/>
            <a:ext cx="1908900" cy="5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73" name="Google Shape;273;p39"/>
          <p:cNvSpPr txBox="1">
            <a:spLocks noGrp="1"/>
          </p:cNvSpPr>
          <p:nvPr>
            <p:ph type="title" idx="5"/>
          </p:nvPr>
        </p:nvSpPr>
        <p:spPr>
          <a:xfrm>
            <a:off x="6120348" y="2473545"/>
            <a:ext cx="1908900" cy="3948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1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4" name="Google Shape;274;p39"/>
          <p:cNvSpPr txBox="1">
            <a:spLocks noGrp="1"/>
          </p:cNvSpPr>
          <p:nvPr>
            <p:ph type="subTitle" idx="6"/>
          </p:nvPr>
        </p:nvSpPr>
        <p:spPr>
          <a:xfrm>
            <a:off x="6120348" y="2787719"/>
            <a:ext cx="19089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75" name="Google Shape;275;p39"/>
          <p:cNvSpPr txBox="1">
            <a:spLocks noGrp="1"/>
          </p:cNvSpPr>
          <p:nvPr>
            <p:ph type="title" idx="7"/>
          </p:nvPr>
        </p:nvSpPr>
        <p:spPr>
          <a:xfrm>
            <a:off x="1782625" y="2473545"/>
            <a:ext cx="1908900" cy="3948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1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6" name="Google Shape;276;p39"/>
          <p:cNvSpPr txBox="1">
            <a:spLocks noGrp="1"/>
          </p:cNvSpPr>
          <p:nvPr>
            <p:ph type="subTitle" idx="8"/>
          </p:nvPr>
        </p:nvSpPr>
        <p:spPr>
          <a:xfrm>
            <a:off x="1782625" y="2787719"/>
            <a:ext cx="19089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77" name="Google Shape;277;p39"/>
          <p:cNvSpPr txBox="1">
            <a:spLocks noGrp="1"/>
          </p:cNvSpPr>
          <p:nvPr>
            <p:ph type="title" idx="9"/>
          </p:nvPr>
        </p:nvSpPr>
        <p:spPr>
          <a:xfrm>
            <a:off x="1782625" y="3540220"/>
            <a:ext cx="1908900" cy="3948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8" name="Google Shape;278;p39"/>
          <p:cNvSpPr txBox="1">
            <a:spLocks noGrp="1"/>
          </p:cNvSpPr>
          <p:nvPr>
            <p:ph type="subTitle" idx="13"/>
          </p:nvPr>
        </p:nvSpPr>
        <p:spPr>
          <a:xfrm>
            <a:off x="1782625" y="3854394"/>
            <a:ext cx="19089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279" name="Google Shape;279;p39"/>
          <p:cNvSpPr txBox="1">
            <a:spLocks noGrp="1"/>
          </p:cNvSpPr>
          <p:nvPr>
            <p:ph type="title" idx="14"/>
          </p:nvPr>
        </p:nvSpPr>
        <p:spPr>
          <a:xfrm>
            <a:off x="6120374" y="3540220"/>
            <a:ext cx="1908900" cy="3948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80" name="Google Shape;280;p39"/>
          <p:cNvSpPr txBox="1">
            <a:spLocks noGrp="1"/>
          </p:cNvSpPr>
          <p:nvPr>
            <p:ph type="subTitle" idx="15"/>
          </p:nvPr>
        </p:nvSpPr>
        <p:spPr>
          <a:xfrm>
            <a:off x="6120374" y="3854394"/>
            <a:ext cx="19089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anks">
  <p:cSld name="SECTION_TITLE_AND_DESCRIPTION_1_1_3">
    <p:spTree>
      <p:nvGrpSpPr>
        <p:cNvPr id="1" name="Shape 281"/>
        <p:cNvGrpSpPr/>
        <p:nvPr/>
      </p:nvGrpSpPr>
      <p:grpSpPr>
        <a:xfrm>
          <a:off x="0" y="0"/>
          <a:ext cx="0" cy="0"/>
          <a:chOff x="0" y="0"/>
          <a:chExt cx="0" cy="0"/>
        </a:xfrm>
      </p:grpSpPr>
      <p:pic>
        <p:nvPicPr>
          <p:cNvPr id="282" name="Google Shape;282;p40"/>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83" name="Google Shape;283;p40"/>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284" name="Google Shape;284;p40"/>
          <p:cNvSpPr txBox="1">
            <a:spLocks noGrp="1"/>
          </p:cNvSpPr>
          <p:nvPr>
            <p:ph type="title"/>
          </p:nvPr>
        </p:nvSpPr>
        <p:spPr>
          <a:xfrm>
            <a:off x="1041650" y="1003422"/>
            <a:ext cx="2802600" cy="722400"/>
          </a:xfrm>
          <a:prstGeom prst="rect">
            <a:avLst/>
          </a:prstGeom>
        </p:spPr>
        <p:txBody>
          <a:bodyPr spcFirstLastPara="1" wrap="square" lIns="91425" tIns="91425" rIns="91425" bIns="91425" anchor="b" anchorCtr="0">
            <a:noAutofit/>
          </a:bodyPr>
          <a:lstStyle>
            <a:lvl1pPr lvl="0" rtl="0">
              <a:lnSpc>
                <a:spcPct val="80000"/>
              </a:lnSpc>
              <a:spcBef>
                <a:spcPts val="0"/>
              </a:spcBef>
              <a:spcAft>
                <a:spcPts val="0"/>
              </a:spcAft>
              <a:buSzPts val="4800"/>
              <a:buNone/>
              <a:defRPr sz="4800"/>
            </a:lvl1pPr>
            <a:lvl2pPr lvl="1" rtl="0">
              <a:lnSpc>
                <a:spcPct val="80000"/>
              </a:lnSpc>
              <a:spcBef>
                <a:spcPts val="0"/>
              </a:spcBef>
              <a:spcAft>
                <a:spcPts val="0"/>
              </a:spcAft>
              <a:buSzPts val="4800"/>
              <a:buNone/>
              <a:defRPr sz="4800"/>
            </a:lvl2pPr>
            <a:lvl3pPr lvl="2" rtl="0">
              <a:lnSpc>
                <a:spcPct val="80000"/>
              </a:lnSpc>
              <a:spcBef>
                <a:spcPts val="0"/>
              </a:spcBef>
              <a:spcAft>
                <a:spcPts val="0"/>
              </a:spcAft>
              <a:buSzPts val="4800"/>
              <a:buNone/>
              <a:defRPr sz="4800"/>
            </a:lvl3pPr>
            <a:lvl4pPr lvl="3" rtl="0">
              <a:lnSpc>
                <a:spcPct val="80000"/>
              </a:lnSpc>
              <a:spcBef>
                <a:spcPts val="0"/>
              </a:spcBef>
              <a:spcAft>
                <a:spcPts val="0"/>
              </a:spcAft>
              <a:buSzPts val="4800"/>
              <a:buNone/>
              <a:defRPr sz="4800"/>
            </a:lvl4pPr>
            <a:lvl5pPr lvl="4" rtl="0">
              <a:lnSpc>
                <a:spcPct val="80000"/>
              </a:lnSpc>
              <a:spcBef>
                <a:spcPts val="0"/>
              </a:spcBef>
              <a:spcAft>
                <a:spcPts val="0"/>
              </a:spcAft>
              <a:buSzPts val="4800"/>
              <a:buNone/>
              <a:defRPr sz="4800"/>
            </a:lvl5pPr>
            <a:lvl6pPr lvl="5" rtl="0">
              <a:lnSpc>
                <a:spcPct val="80000"/>
              </a:lnSpc>
              <a:spcBef>
                <a:spcPts val="0"/>
              </a:spcBef>
              <a:spcAft>
                <a:spcPts val="0"/>
              </a:spcAft>
              <a:buSzPts val="4800"/>
              <a:buNone/>
              <a:defRPr sz="4800"/>
            </a:lvl6pPr>
            <a:lvl7pPr lvl="6" rtl="0">
              <a:lnSpc>
                <a:spcPct val="80000"/>
              </a:lnSpc>
              <a:spcBef>
                <a:spcPts val="0"/>
              </a:spcBef>
              <a:spcAft>
                <a:spcPts val="0"/>
              </a:spcAft>
              <a:buSzPts val="4800"/>
              <a:buNone/>
              <a:defRPr sz="4800"/>
            </a:lvl7pPr>
            <a:lvl8pPr lvl="7" rtl="0">
              <a:lnSpc>
                <a:spcPct val="80000"/>
              </a:lnSpc>
              <a:spcBef>
                <a:spcPts val="0"/>
              </a:spcBef>
              <a:spcAft>
                <a:spcPts val="0"/>
              </a:spcAft>
              <a:buSzPts val="4800"/>
              <a:buNone/>
              <a:defRPr sz="4800"/>
            </a:lvl8pPr>
            <a:lvl9pPr lvl="8" rtl="0">
              <a:lnSpc>
                <a:spcPct val="80000"/>
              </a:lnSpc>
              <a:spcBef>
                <a:spcPts val="0"/>
              </a:spcBef>
              <a:spcAft>
                <a:spcPts val="0"/>
              </a:spcAft>
              <a:buSzPts val="4800"/>
              <a:buNone/>
              <a:defRPr sz="4800"/>
            </a:lvl9pPr>
          </a:lstStyle>
          <a:p>
            <a:endParaRPr/>
          </a:p>
        </p:txBody>
      </p:sp>
      <p:sp>
        <p:nvSpPr>
          <p:cNvPr id="285" name="Google Shape;285;p40"/>
          <p:cNvSpPr txBox="1">
            <a:spLocks noGrp="1"/>
          </p:cNvSpPr>
          <p:nvPr>
            <p:ph type="subTitle" idx="1"/>
          </p:nvPr>
        </p:nvSpPr>
        <p:spPr>
          <a:xfrm>
            <a:off x="1058450" y="1757352"/>
            <a:ext cx="2769000" cy="137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pic>
        <p:nvPicPr>
          <p:cNvPr id="286" name="Google Shape;286;p40"/>
          <p:cNvPicPr preferRelativeResize="0"/>
          <p:nvPr/>
        </p:nvPicPr>
        <p:blipFill>
          <a:blip r:embed="rId4">
            <a:alphaModFix/>
          </a:blip>
          <a:stretch>
            <a:fillRect/>
          </a:stretch>
        </p:blipFill>
        <p:spPr>
          <a:xfrm rot="-405240">
            <a:off x="6284102" y="2385388"/>
            <a:ext cx="1961516" cy="2293291"/>
          </a:xfrm>
          <a:prstGeom prst="rect">
            <a:avLst/>
          </a:prstGeom>
          <a:noFill/>
          <a:ln>
            <a:noFill/>
          </a:ln>
        </p:spPr>
      </p:pic>
      <p:pic>
        <p:nvPicPr>
          <p:cNvPr id="287" name="Google Shape;287;p40"/>
          <p:cNvPicPr preferRelativeResize="0"/>
          <p:nvPr/>
        </p:nvPicPr>
        <p:blipFill>
          <a:blip r:embed="rId4">
            <a:alphaModFix/>
          </a:blip>
          <a:stretch>
            <a:fillRect/>
          </a:stretch>
        </p:blipFill>
        <p:spPr>
          <a:xfrm rot="417625">
            <a:off x="4378962" y="1324630"/>
            <a:ext cx="2803901" cy="2815133"/>
          </a:xfrm>
          <a:prstGeom prst="rect">
            <a:avLst/>
          </a:prstGeom>
          <a:noFill/>
          <a:ln>
            <a:noFill/>
          </a:ln>
        </p:spPr>
      </p:pic>
      <p:sp>
        <p:nvSpPr>
          <p:cNvPr id="288" name="Google Shape;288;p40"/>
          <p:cNvSpPr txBox="1"/>
          <p:nvPr/>
        </p:nvSpPr>
        <p:spPr>
          <a:xfrm rot="420963">
            <a:off x="4549033" y="2333911"/>
            <a:ext cx="2308687" cy="1497649"/>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a:solidFill>
                  <a:schemeClr val="dk2"/>
                </a:solidFill>
                <a:latin typeface="Roboto Mono"/>
                <a:ea typeface="Roboto Mono"/>
                <a:cs typeface="Roboto Mono"/>
                <a:sym typeface="Roboto Mono"/>
              </a:rPr>
              <a:t>CREDITS: This presentation template was created by </a:t>
            </a:r>
            <a:r>
              <a:rPr lang="en" sz="1200">
                <a:solidFill>
                  <a:schemeClr val="dk2"/>
                </a:solidFill>
                <a:uFill>
                  <a:noFill/>
                </a:uFill>
                <a:latin typeface="Roboto Mono"/>
                <a:ea typeface="Roboto Mono"/>
                <a:cs typeface="Roboto Mono"/>
                <a:sym typeface="Roboto Mon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2"/>
                </a:solidFill>
                <a:latin typeface="Roboto Mono"/>
                <a:ea typeface="Roboto Mono"/>
                <a:cs typeface="Roboto Mono"/>
                <a:sym typeface="Roboto Mono"/>
              </a:rPr>
              <a:t>, including icons by </a:t>
            </a:r>
            <a:r>
              <a:rPr lang="en" sz="1200">
                <a:solidFill>
                  <a:schemeClr val="dk2"/>
                </a:solidFill>
                <a:uFill>
                  <a:noFill/>
                </a:uFill>
                <a:latin typeface="Roboto Mono"/>
                <a:ea typeface="Roboto Mono"/>
                <a:cs typeface="Roboto Mono"/>
                <a:sym typeface="Roboto Mono"/>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2"/>
                </a:solidFill>
                <a:latin typeface="Roboto Mono"/>
                <a:ea typeface="Roboto Mono"/>
                <a:cs typeface="Roboto Mono"/>
                <a:sym typeface="Roboto Mono"/>
              </a:rPr>
              <a:t>, and infographics &amp; images by </a:t>
            </a:r>
            <a:r>
              <a:rPr lang="en" sz="1200">
                <a:solidFill>
                  <a:schemeClr val="dk2"/>
                </a:solidFill>
                <a:uFill>
                  <a:noFill/>
                </a:uFill>
                <a:latin typeface="Roboto Mono"/>
                <a:ea typeface="Roboto Mono"/>
                <a:cs typeface="Roboto Mono"/>
                <a:sym typeface="Roboto Mono"/>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a:solidFill>
                  <a:schemeClr val="dk2"/>
                </a:solidFill>
                <a:latin typeface="Roboto Mono"/>
                <a:ea typeface="Roboto Mono"/>
                <a:cs typeface="Roboto Mono"/>
                <a:sym typeface="Roboto Mono"/>
              </a:rPr>
              <a:t>. </a:t>
            </a:r>
            <a:endParaRPr sz="1200">
              <a:solidFill>
                <a:schemeClr val="dk2"/>
              </a:solidFill>
              <a:latin typeface="Roboto Mono"/>
              <a:ea typeface="Roboto Mono"/>
              <a:cs typeface="Roboto Mono"/>
              <a:sym typeface="Roboto Mono"/>
            </a:endParaRPr>
          </a:p>
          <a:p>
            <a:pPr marL="0" lvl="0" indent="0" algn="ctr" rtl="0">
              <a:spcBef>
                <a:spcPts val="300"/>
              </a:spcBef>
              <a:spcAft>
                <a:spcPts val="0"/>
              </a:spcAft>
              <a:buNone/>
            </a:pPr>
            <a:endParaRPr sz="1200">
              <a:solidFill>
                <a:schemeClr val="dk2"/>
              </a:solidFill>
              <a:latin typeface="Roboto Mono"/>
              <a:ea typeface="Roboto Mono"/>
              <a:cs typeface="Roboto Mono"/>
              <a:sym typeface="Roboto Mon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p:cSld name="BLANK_1">
    <p:spTree>
      <p:nvGrpSpPr>
        <p:cNvPr id="1" name="Shape 289"/>
        <p:cNvGrpSpPr/>
        <p:nvPr/>
      </p:nvGrpSpPr>
      <p:grpSpPr>
        <a:xfrm>
          <a:off x="0" y="0"/>
          <a:ext cx="0" cy="0"/>
          <a:chOff x="0" y="0"/>
          <a:chExt cx="0" cy="0"/>
        </a:xfrm>
      </p:grpSpPr>
      <p:pic>
        <p:nvPicPr>
          <p:cNvPr id="290" name="Google Shape;290;p41"/>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1">
  <p:cSld name="CAPTION_ONLY_1_1">
    <p:spTree>
      <p:nvGrpSpPr>
        <p:cNvPr id="1" name="Shape 291"/>
        <p:cNvGrpSpPr/>
        <p:nvPr/>
      </p:nvGrpSpPr>
      <p:grpSpPr>
        <a:xfrm>
          <a:off x="0" y="0"/>
          <a:ext cx="0" cy="0"/>
          <a:chOff x="0" y="0"/>
          <a:chExt cx="0" cy="0"/>
        </a:xfrm>
      </p:grpSpPr>
      <p:pic>
        <p:nvPicPr>
          <p:cNvPr id="292" name="Google Shape;292;p42"/>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93" name="Google Shape;293;p42"/>
          <p:cNvPicPr preferRelativeResize="0"/>
          <p:nvPr/>
        </p:nvPicPr>
        <p:blipFill>
          <a:blip r:embed="rId3">
            <a:alphaModFix/>
          </a:blip>
          <a:stretch>
            <a:fillRect/>
          </a:stretch>
        </p:blipFill>
        <p:spPr>
          <a:xfrm>
            <a:off x="255775" y="186275"/>
            <a:ext cx="8632448" cy="4770949"/>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2">
  <p:cSld name="SECTION_TITLE_AND_DESCRIPTION_1_1_3_1">
    <p:spTree>
      <p:nvGrpSpPr>
        <p:cNvPr id="1" name="Shape 294"/>
        <p:cNvGrpSpPr/>
        <p:nvPr/>
      </p:nvGrpSpPr>
      <p:grpSpPr>
        <a:xfrm>
          <a:off x="0" y="0"/>
          <a:ext cx="0" cy="0"/>
          <a:chOff x="0" y="0"/>
          <a:chExt cx="0" cy="0"/>
        </a:xfrm>
      </p:grpSpPr>
      <p:pic>
        <p:nvPicPr>
          <p:cNvPr id="295" name="Google Shape;295;p4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96" name="Google Shape;296;p43"/>
          <p:cNvPicPr preferRelativeResize="0"/>
          <p:nvPr/>
        </p:nvPicPr>
        <p:blipFill>
          <a:blip r:embed="rId3">
            <a:alphaModFix/>
          </a:blip>
          <a:stretch>
            <a:fillRect/>
          </a:stretch>
        </p:blipFill>
        <p:spPr>
          <a:xfrm>
            <a:off x="254425" y="201113"/>
            <a:ext cx="8635149" cy="4741275"/>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3">
  <p:cSld name="BIG_NUMBER_1_1_2">
    <p:spTree>
      <p:nvGrpSpPr>
        <p:cNvPr id="1" name="Shape 297"/>
        <p:cNvGrpSpPr/>
        <p:nvPr/>
      </p:nvGrpSpPr>
      <p:grpSpPr>
        <a:xfrm>
          <a:off x="0" y="0"/>
          <a:ext cx="0" cy="0"/>
          <a:chOff x="0" y="0"/>
          <a:chExt cx="0" cy="0"/>
        </a:xfrm>
      </p:grpSpPr>
      <p:pic>
        <p:nvPicPr>
          <p:cNvPr id="298" name="Google Shape;298;p44"/>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99" name="Google Shape;299;p44"/>
          <p:cNvPicPr preferRelativeResize="0"/>
          <p:nvPr/>
        </p:nvPicPr>
        <p:blipFill rotWithShape="1">
          <a:blip r:embed="rId3">
            <a:alphaModFix/>
          </a:blip>
          <a:srcRect r="1545" b="6838"/>
          <a:stretch/>
        </p:blipFill>
        <p:spPr>
          <a:xfrm>
            <a:off x="384887" y="134900"/>
            <a:ext cx="8374226" cy="487372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2"/>
              </a:buClr>
              <a:buSzPts val="2800"/>
              <a:buFont typeface="Concert One"/>
              <a:buNone/>
              <a:defRPr sz="2800" b="1">
                <a:solidFill>
                  <a:schemeClr val="accent2"/>
                </a:solidFill>
                <a:latin typeface="Concert One"/>
                <a:ea typeface="Concert One"/>
                <a:cs typeface="Concert One"/>
                <a:sym typeface="Concert One"/>
              </a:defRPr>
            </a:lvl1pPr>
            <a:lvl2pPr lvl="1">
              <a:spcBef>
                <a:spcPts val="0"/>
              </a:spcBef>
              <a:spcAft>
                <a:spcPts val="0"/>
              </a:spcAft>
              <a:buClr>
                <a:schemeClr val="accent2"/>
              </a:buClr>
              <a:buSzPts val="2800"/>
              <a:buNone/>
              <a:defRPr sz="2800">
                <a:solidFill>
                  <a:schemeClr val="accent2"/>
                </a:solidFill>
              </a:defRPr>
            </a:lvl2pPr>
            <a:lvl3pPr lvl="2">
              <a:spcBef>
                <a:spcPts val="0"/>
              </a:spcBef>
              <a:spcAft>
                <a:spcPts val="0"/>
              </a:spcAft>
              <a:buClr>
                <a:schemeClr val="accent2"/>
              </a:buClr>
              <a:buSzPts val="2800"/>
              <a:buNone/>
              <a:defRPr sz="2800">
                <a:solidFill>
                  <a:schemeClr val="accent2"/>
                </a:solidFill>
              </a:defRPr>
            </a:lvl3pPr>
            <a:lvl4pPr lvl="3">
              <a:spcBef>
                <a:spcPts val="0"/>
              </a:spcBef>
              <a:spcAft>
                <a:spcPts val="0"/>
              </a:spcAft>
              <a:buClr>
                <a:schemeClr val="accent2"/>
              </a:buClr>
              <a:buSzPts val="2800"/>
              <a:buNone/>
              <a:defRPr sz="2800">
                <a:solidFill>
                  <a:schemeClr val="accent2"/>
                </a:solidFill>
              </a:defRPr>
            </a:lvl4pPr>
            <a:lvl5pPr lvl="4">
              <a:spcBef>
                <a:spcPts val="0"/>
              </a:spcBef>
              <a:spcAft>
                <a:spcPts val="0"/>
              </a:spcAft>
              <a:buClr>
                <a:schemeClr val="accent2"/>
              </a:buClr>
              <a:buSzPts val="2800"/>
              <a:buNone/>
              <a:defRPr sz="2800">
                <a:solidFill>
                  <a:schemeClr val="accent2"/>
                </a:solidFill>
              </a:defRPr>
            </a:lvl5pPr>
            <a:lvl6pPr lvl="5">
              <a:spcBef>
                <a:spcPts val="0"/>
              </a:spcBef>
              <a:spcAft>
                <a:spcPts val="0"/>
              </a:spcAft>
              <a:buClr>
                <a:schemeClr val="accent2"/>
              </a:buClr>
              <a:buSzPts val="2800"/>
              <a:buNone/>
              <a:defRPr sz="2800">
                <a:solidFill>
                  <a:schemeClr val="accent2"/>
                </a:solidFill>
              </a:defRPr>
            </a:lvl6pPr>
            <a:lvl7pPr lvl="6">
              <a:spcBef>
                <a:spcPts val="0"/>
              </a:spcBef>
              <a:spcAft>
                <a:spcPts val="0"/>
              </a:spcAft>
              <a:buClr>
                <a:schemeClr val="accent2"/>
              </a:buClr>
              <a:buSzPts val="2800"/>
              <a:buNone/>
              <a:defRPr sz="2800">
                <a:solidFill>
                  <a:schemeClr val="accent2"/>
                </a:solidFill>
              </a:defRPr>
            </a:lvl7pPr>
            <a:lvl8pPr lvl="7">
              <a:spcBef>
                <a:spcPts val="0"/>
              </a:spcBef>
              <a:spcAft>
                <a:spcPts val="0"/>
              </a:spcAft>
              <a:buClr>
                <a:schemeClr val="accent2"/>
              </a:buClr>
              <a:buSzPts val="2800"/>
              <a:buNone/>
              <a:defRPr sz="2800">
                <a:solidFill>
                  <a:schemeClr val="accent2"/>
                </a:solidFill>
              </a:defRPr>
            </a:lvl8pPr>
            <a:lvl9pPr lvl="8">
              <a:spcBef>
                <a:spcPts val="0"/>
              </a:spcBef>
              <a:spcAft>
                <a:spcPts val="0"/>
              </a:spcAft>
              <a:buClr>
                <a:schemeClr val="accent2"/>
              </a:buClr>
              <a:buSzPts val="2800"/>
              <a:buNone/>
              <a:defRPr sz="2800">
                <a:solidFill>
                  <a:schemeClr val="accent2"/>
                </a:solidFill>
              </a:defRPr>
            </a:lvl9pPr>
          </a:lstStyle>
          <a:p>
            <a:endParaRPr/>
          </a:p>
        </p:txBody>
      </p:sp>
      <p:sp>
        <p:nvSpPr>
          <p:cNvPr id="7" name="Google Shape;7;p1"/>
          <p:cNvSpPr txBox="1">
            <a:spLocks noGrp="1"/>
          </p:cNvSpPr>
          <p:nvPr>
            <p:ph type="body" idx="1"/>
          </p:nvPr>
        </p:nvSpPr>
        <p:spPr>
          <a:xfrm>
            <a:off x="311700" y="1124900"/>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2"/>
              </a:buClr>
              <a:buSzPts val="1800"/>
              <a:buFont typeface="Roboto Mono Medium"/>
              <a:buChar char="●"/>
              <a:defRPr sz="1800">
                <a:solidFill>
                  <a:schemeClr val="accent2"/>
                </a:solidFill>
                <a:latin typeface="Roboto Mono Medium"/>
                <a:ea typeface="Roboto Mono Medium"/>
                <a:cs typeface="Roboto Mono Medium"/>
                <a:sym typeface="Roboto Mono Medium"/>
              </a:defRPr>
            </a:lvl1pPr>
            <a:lvl2pPr marL="914400" lvl="1"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2pPr>
            <a:lvl3pPr marL="1371600" lvl="2"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3pPr>
            <a:lvl4pPr marL="1828800" lvl="3"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4pPr>
            <a:lvl5pPr marL="2286000" lvl="4"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5pPr>
            <a:lvl6pPr marL="2743200" lvl="5"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6pPr>
            <a:lvl7pPr marL="3200400" lvl="6"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7pPr>
            <a:lvl8pPr marL="3657600" lvl="7"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8pPr>
            <a:lvl9pPr marL="4114800" lvl="8" indent="-317500">
              <a:lnSpc>
                <a:spcPct val="100000"/>
              </a:lnSpc>
              <a:spcBef>
                <a:spcPts val="1600"/>
              </a:spcBef>
              <a:spcAft>
                <a:spcPts val="160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6" r:id="rId6"/>
    <p:sldLayoutId id="2147483658" r:id="rId7"/>
    <p:sldLayoutId id="2147483659" r:id="rId8"/>
    <p:sldLayoutId id="2147483662" r:id="rId9"/>
    <p:sldLayoutId id="2147483665" r:id="rId10"/>
    <p:sldLayoutId id="2147483667" r:id="rId11"/>
    <p:sldLayoutId id="2147483668" r:id="rId12"/>
    <p:sldLayoutId id="2147483670" r:id="rId13"/>
    <p:sldLayoutId id="2147483671" r:id="rId14"/>
    <p:sldLayoutId id="2147483672" r:id="rId15"/>
    <p:sldLayoutId id="2147483674" r:id="rId16"/>
    <p:sldLayoutId id="2147483675" r:id="rId17"/>
    <p:sldLayoutId id="2147483676" r:id="rId18"/>
    <p:sldLayoutId id="2147483677" r:id="rId19"/>
    <p:sldLayoutId id="2147483679"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Lst>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hyperlink" Target="http://bit.ly/2Tynxth" TargetMode="External"/><Relationship Id="rId7" Type="http://schemas.openxmlformats.org/officeDocument/2006/relationships/hyperlink" Target="https://storyset.com/?utm_source=slidesgo_template&amp;utm_medium=referral-link&amp;utm_campaign=slidesgo_contents_of_this_template&amp;utm_term=storyset&amp;utm_content=storyset"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36.xml"/><Relationship Id="rId5" Type="http://schemas.openxmlformats.org/officeDocument/2006/relationships/hyperlink" Target="http://bit.ly/33VAFh3" TargetMode="External"/><Relationship Id="rId4" Type="http://schemas.openxmlformats.org/officeDocument/2006/relationships/hyperlink" Target="http://bit.ly/30B07Gq" TargetMode="Externa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slide" Target="slide9.xml"/><Relationship Id="rId5" Type="http://schemas.openxmlformats.org/officeDocument/2006/relationships/slide" Target="slide10.xml"/><Relationship Id="rId4" Type="http://schemas.openxmlformats.org/officeDocument/2006/relationships/slide" Target="slide35.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14.jpg"/><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9.xml"/><Relationship Id="rId4" Type="http://schemas.openxmlformats.org/officeDocument/2006/relationships/image" Target="../media/image17.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hyperlink" Target="https://docs.google.com/spreadsheets/d/1IoChHPn9zQovN-oXGeckM8EsBgU8LvPpjdEc63kivqg/copy#gid=0" TargetMode="Externa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2.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1.xml"/><Relationship Id="rId5" Type="http://schemas.openxmlformats.org/officeDocument/2006/relationships/image" Target="../media/image29.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hyperlink" Target="https://docs.google.com/spreadsheets/d/1IoChHPn9zQovN-oXGeckM8EsBgU8LvPpjdEc63kivqg/copy#gid=118637324" TargetMode="External"/><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32.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0"/>
          <p:cNvSpPr txBox="1">
            <a:spLocks noGrp="1"/>
          </p:cNvSpPr>
          <p:nvPr>
            <p:ph type="ctrTitle"/>
          </p:nvPr>
        </p:nvSpPr>
        <p:spPr>
          <a:xfrm>
            <a:off x="1532100" y="1728423"/>
            <a:ext cx="6079800" cy="1655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NOTEBOOK</a:t>
            </a:r>
            <a:r>
              <a:rPr lang="en">
                <a:solidFill>
                  <a:schemeClr val="accent2"/>
                </a:solidFill>
              </a:rPr>
              <a:t> LESSON</a:t>
            </a:r>
            <a:endParaRPr>
              <a:solidFill>
                <a:schemeClr val="accent2"/>
              </a:solidFill>
            </a:endParaRPr>
          </a:p>
        </p:txBody>
      </p:sp>
      <p:sp>
        <p:nvSpPr>
          <p:cNvPr id="315" name="Google Shape;315;p50"/>
          <p:cNvSpPr txBox="1">
            <a:spLocks noGrp="1"/>
          </p:cNvSpPr>
          <p:nvPr>
            <p:ph type="subTitle" idx="1"/>
          </p:nvPr>
        </p:nvSpPr>
        <p:spPr>
          <a:xfrm>
            <a:off x="1672763" y="3769325"/>
            <a:ext cx="14271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t>Here starts the lesson!</a:t>
            </a:r>
            <a:endParaRPr b="0"/>
          </a:p>
        </p:txBody>
      </p:sp>
      <p:sp>
        <p:nvSpPr>
          <p:cNvPr id="316" name="Google Shape;316;p50"/>
          <p:cNvSpPr/>
          <p:nvPr/>
        </p:nvSpPr>
        <p:spPr>
          <a:xfrm>
            <a:off x="2640700" y="2929265"/>
            <a:ext cx="617075" cy="15875"/>
          </a:xfrm>
          <a:custGeom>
            <a:avLst/>
            <a:gdLst/>
            <a:ahLst/>
            <a:cxnLst/>
            <a:rect l="l" t="t" r="r" b="b"/>
            <a:pathLst>
              <a:path w="24683" h="635" extrusionOk="0">
                <a:moveTo>
                  <a:pt x="0" y="635"/>
                </a:moveTo>
                <a:cubicBezTo>
                  <a:pt x="8115" y="-719"/>
                  <a:pt x="16455" y="635"/>
                  <a:pt x="24683" y="635"/>
                </a:cubicBezTo>
              </a:path>
            </a:pathLst>
          </a:custGeom>
          <a:noFill/>
          <a:ln w="76200" cap="flat" cmpd="sng">
            <a:solidFill>
              <a:schemeClr val="accent1"/>
            </a:solidFill>
            <a:prstDash val="solid"/>
            <a:round/>
            <a:headEnd type="none" w="med" len="med"/>
            <a:tailEnd type="none" w="med" len="med"/>
          </a:ln>
        </p:spPr>
      </p:sp>
      <p:sp>
        <p:nvSpPr>
          <p:cNvPr id="317" name="Google Shape;317;p50"/>
          <p:cNvSpPr/>
          <p:nvPr/>
        </p:nvSpPr>
        <p:spPr>
          <a:xfrm>
            <a:off x="5822625" y="2886561"/>
            <a:ext cx="613650" cy="13775"/>
          </a:xfrm>
          <a:custGeom>
            <a:avLst/>
            <a:gdLst/>
            <a:ahLst/>
            <a:cxnLst/>
            <a:rect l="l" t="t" r="r" b="b"/>
            <a:pathLst>
              <a:path w="24546" h="551" extrusionOk="0">
                <a:moveTo>
                  <a:pt x="0" y="551"/>
                </a:moveTo>
                <a:cubicBezTo>
                  <a:pt x="8133" y="-353"/>
                  <a:pt x="16363" y="137"/>
                  <a:pt x="24546" y="137"/>
                </a:cubicBezTo>
              </a:path>
            </a:pathLst>
          </a:custGeom>
          <a:noFill/>
          <a:ln w="76200" cap="flat" cmpd="sng">
            <a:solidFill>
              <a:schemeClr val="accent1"/>
            </a:solidFill>
            <a:prstDash val="solid"/>
            <a:round/>
            <a:headEnd type="none" w="med" len="med"/>
            <a:tailEnd type="none" w="med" len="med"/>
          </a:ln>
        </p:spPr>
      </p:sp>
      <p:sp>
        <p:nvSpPr>
          <p:cNvPr id="318" name="Google Shape;318;p50"/>
          <p:cNvSpPr/>
          <p:nvPr/>
        </p:nvSpPr>
        <p:spPr>
          <a:xfrm>
            <a:off x="1889900" y="4413504"/>
            <a:ext cx="992850" cy="102600"/>
          </a:xfrm>
          <a:custGeom>
            <a:avLst/>
            <a:gdLst/>
            <a:ahLst/>
            <a:cxnLst/>
            <a:rect l="l" t="t" r="r" b="b"/>
            <a:pathLst>
              <a:path w="39714" h="4104" extrusionOk="0">
                <a:moveTo>
                  <a:pt x="0" y="4104"/>
                </a:moveTo>
                <a:cubicBezTo>
                  <a:pt x="11382" y="-2730"/>
                  <a:pt x="26437" y="1070"/>
                  <a:pt x="39714" y="1070"/>
                </a:cubicBezTo>
              </a:path>
            </a:pathLst>
          </a:custGeom>
          <a:noFill/>
          <a:ln w="28575" cap="flat" cmpd="sng">
            <a:solidFill>
              <a:schemeClr val="accent4"/>
            </a:solidFill>
            <a:prstDash val="solid"/>
            <a:round/>
            <a:headEnd type="none" w="med" len="med"/>
            <a:tailEnd type="none" w="med" len="med"/>
          </a:ln>
        </p:spPr>
      </p:sp>
      <p:pic>
        <p:nvPicPr>
          <p:cNvPr id="319" name="Google Shape;319;p50"/>
          <p:cNvPicPr preferRelativeResize="0"/>
          <p:nvPr/>
        </p:nvPicPr>
        <p:blipFill rotWithShape="1">
          <a:blip r:embed="rId3">
            <a:alphaModFix/>
          </a:blip>
          <a:srcRect t="16970" r="8892" b="21025"/>
          <a:stretch/>
        </p:blipFill>
        <p:spPr>
          <a:xfrm>
            <a:off x="6539175" y="3603223"/>
            <a:ext cx="2036850" cy="810276"/>
          </a:xfrm>
          <a:prstGeom prst="rect">
            <a:avLst/>
          </a:prstGeom>
          <a:noFill/>
          <a:ln>
            <a:noFill/>
          </a:ln>
        </p:spPr>
      </p:pic>
      <p:pic>
        <p:nvPicPr>
          <p:cNvPr id="320" name="Google Shape;320;p50"/>
          <p:cNvPicPr preferRelativeResize="0"/>
          <p:nvPr/>
        </p:nvPicPr>
        <p:blipFill rotWithShape="1">
          <a:blip r:embed="rId4">
            <a:alphaModFix/>
          </a:blip>
          <a:srcRect t="16734" r="8892" b="18300"/>
          <a:stretch/>
        </p:blipFill>
        <p:spPr>
          <a:xfrm>
            <a:off x="6539175" y="3055100"/>
            <a:ext cx="2036850" cy="84604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14"/>
                                        </p:tgtEl>
                                        <p:attrNameLst>
                                          <p:attrName>style.visibility</p:attrName>
                                        </p:attrNameLst>
                                      </p:cBhvr>
                                      <p:to>
                                        <p:strVal val="visible"/>
                                      </p:to>
                                    </p:set>
                                    <p:anim calcmode="lin" valueType="num">
                                      <p:cBhvr additive="base">
                                        <p:cTn id="7" dur="1000"/>
                                        <p:tgtEl>
                                          <p:spTgt spid="3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1"/>
          <p:cNvSpPr txBox="1">
            <a:spLocks noGrp="1"/>
          </p:cNvSpPr>
          <p:nvPr>
            <p:ph type="title"/>
          </p:nvPr>
        </p:nvSpPr>
        <p:spPr>
          <a:xfrm>
            <a:off x="1836900" y="711175"/>
            <a:ext cx="5470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sp>
        <p:nvSpPr>
          <p:cNvPr id="326" name="Google Shape;326;p51"/>
          <p:cNvSpPr txBox="1">
            <a:spLocks noGrp="1"/>
          </p:cNvSpPr>
          <p:nvPr>
            <p:ph type="body" idx="1"/>
          </p:nvPr>
        </p:nvSpPr>
        <p:spPr>
          <a:xfrm>
            <a:off x="1398275" y="1401825"/>
            <a:ext cx="6963300" cy="306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4D719D"/>
              </a:buClr>
              <a:buSzPts val="1100"/>
              <a:buFont typeface="Arial"/>
              <a:buNone/>
            </a:pPr>
            <a:r>
              <a:rPr lang="en"/>
              <a:t>Here’s what you’ll find in this </a:t>
            </a:r>
            <a:r>
              <a:rPr lang="en" b="1">
                <a:solidFill>
                  <a:schemeClr val="accent2"/>
                </a:solidFill>
                <a:uFill>
                  <a:noFill/>
                </a:uFill>
                <a:latin typeface="Roboto Mono"/>
                <a:ea typeface="Roboto Mono"/>
                <a:cs typeface="Roboto Mono"/>
                <a:sym typeface="Roboto Mon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a:t> template: </a:t>
            </a:r>
            <a:endParaRPr/>
          </a:p>
          <a:p>
            <a:pPr marL="0" lvl="0" indent="0" algn="l" rtl="0">
              <a:spcBef>
                <a:spcPts val="0"/>
              </a:spcBef>
              <a:spcAft>
                <a:spcPts val="0"/>
              </a:spcAft>
              <a:buClr>
                <a:srgbClr val="4D719D"/>
              </a:buClr>
              <a:buSzPts val="1100"/>
              <a:buFont typeface="Arial"/>
              <a:buNone/>
            </a:pPr>
            <a:endParaRPr/>
          </a:p>
          <a:p>
            <a:pPr marL="457200" lvl="0" indent="-288925" algn="l" rtl="0">
              <a:spcBef>
                <a:spcPts val="0"/>
              </a:spcBef>
              <a:spcAft>
                <a:spcPts val="0"/>
              </a:spcAft>
              <a:buSzPts val="950"/>
              <a:buAutoNum type="arabicPeriod"/>
            </a:pPr>
            <a:r>
              <a:rPr lang="en"/>
              <a:t>A slide structure based on a lesson presentation, which you can easily adapt to your needs. For more info on how to edit the template, please visit </a:t>
            </a:r>
            <a:r>
              <a:rPr lang="en" b="1">
                <a:solidFill>
                  <a:schemeClr val="accent2"/>
                </a:solidFill>
                <a:uFill>
                  <a:noFill/>
                </a:uFill>
                <a:latin typeface="Roboto Mono"/>
                <a:ea typeface="Roboto Mono"/>
                <a:cs typeface="Roboto Mono"/>
                <a:sym typeface="Roboto Mon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School</a:t>
            </a:r>
            <a:r>
              <a:rPr lang="en"/>
              <a:t> or read our </a:t>
            </a:r>
            <a:r>
              <a:rPr lang="en">
                <a:solidFill>
                  <a:schemeClr val="accent2"/>
                </a:solidFill>
                <a:uFill>
                  <a:noFill/>
                </a:uFil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r>
              <a:rPr lang="en"/>
              <a:t>.</a:t>
            </a:r>
            <a:endParaRPr/>
          </a:p>
          <a:p>
            <a:pPr marL="457200" lvl="0" indent="-288925" algn="l" rtl="0">
              <a:spcBef>
                <a:spcPts val="0"/>
              </a:spcBef>
              <a:spcAft>
                <a:spcPts val="0"/>
              </a:spcAft>
              <a:buSzPts val="950"/>
              <a:buAutoNum type="arabicPeriod"/>
            </a:pPr>
            <a:r>
              <a:rPr lang="en"/>
              <a:t>An assortment of illustrations to use in the presentation can be found in the </a:t>
            </a:r>
            <a:r>
              <a:rPr lang="en" b="1">
                <a:solidFill>
                  <a:schemeClr val="accent2"/>
                </a:solidFill>
                <a:uFill>
                  <a:noFill/>
                </a:uFill>
                <a:latin typeface="Roboto Mono"/>
                <a:ea typeface="Roboto Mono"/>
                <a:cs typeface="Roboto Mono"/>
                <a:sym typeface="Roboto Mon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alternative resources slide</a:t>
            </a:r>
            <a:r>
              <a:rPr lang="en"/>
              <a:t>.</a:t>
            </a:r>
            <a:endParaRPr/>
          </a:p>
          <a:p>
            <a:pPr marL="457200" lvl="0" indent="-288925" algn="l" rtl="0">
              <a:spcBef>
                <a:spcPts val="0"/>
              </a:spcBef>
              <a:spcAft>
                <a:spcPts val="0"/>
              </a:spcAft>
              <a:buSzPts val="950"/>
              <a:buAutoNum type="arabicPeriod"/>
            </a:pPr>
            <a:r>
              <a:rPr lang="en"/>
              <a:t>A </a:t>
            </a:r>
            <a:r>
              <a:rPr lang="en" b="1">
                <a:solidFill>
                  <a:schemeClr val="accent2"/>
                </a:solidFill>
                <a:uFill>
                  <a:noFill/>
                </a:uFill>
                <a:latin typeface="Roboto Mono"/>
                <a:ea typeface="Roboto Mono"/>
                <a:cs typeface="Roboto Mono"/>
                <a:sym typeface="Roboto Mono"/>
                <a:hlinkClick r:id="rId6"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a:t>
            </a:r>
            <a:r>
              <a:rPr lang="en"/>
              <a:t>, which you must keep so that proper credits for our design are given.</a:t>
            </a:r>
            <a:endParaRPr/>
          </a:p>
          <a:p>
            <a:pPr marL="457200" lvl="0" indent="-288925" algn="l" rtl="0">
              <a:spcBef>
                <a:spcPts val="0"/>
              </a:spcBef>
              <a:spcAft>
                <a:spcPts val="0"/>
              </a:spcAft>
              <a:buSzPts val="950"/>
              <a:buAutoNum type="arabicPeriod"/>
            </a:pPr>
            <a:r>
              <a:rPr lang="en"/>
              <a:t>A </a:t>
            </a:r>
            <a:r>
              <a:rPr lang="en" b="1">
                <a:solidFill>
                  <a:schemeClr val="accent2"/>
                </a:solidFill>
                <a:uFill>
                  <a:noFill/>
                </a:uFill>
                <a:latin typeface="Roboto Mono"/>
                <a:ea typeface="Roboto Mono"/>
                <a:cs typeface="Roboto Mono"/>
                <a:sym typeface="Roboto Mon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resources slide</a:t>
            </a:r>
            <a:r>
              <a:rPr lang="en"/>
              <a:t>, where you’ll find links to all the elements used in the template.</a:t>
            </a:r>
            <a:endParaRPr/>
          </a:p>
          <a:p>
            <a:pPr marL="457200" lvl="0" indent="-288925" algn="l" rtl="0">
              <a:spcBef>
                <a:spcPts val="0"/>
              </a:spcBef>
              <a:spcAft>
                <a:spcPts val="0"/>
              </a:spcAft>
              <a:buSzPts val="950"/>
              <a:buAutoNum type="arabicPeriod"/>
            </a:pPr>
            <a:r>
              <a:rPr lang="en" b="1">
                <a:solidFill>
                  <a:schemeClr val="accent2"/>
                </a:solidFill>
                <a:uFill>
                  <a:noFill/>
                </a:uFill>
                <a:latin typeface="Roboto Mono"/>
                <a:ea typeface="Roboto Mono"/>
                <a:cs typeface="Roboto Mono"/>
                <a:sym typeface="Roboto Mono"/>
                <a:hlinkClick r:id="">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Instructions for use</a:t>
            </a:r>
            <a:r>
              <a:rPr lang="en"/>
              <a:t>.</a:t>
            </a:r>
            <a:endParaRPr/>
          </a:p>
          <a:p>
            <a:pPr marL="457200" lvl="0" indent="-288925" algn="l" rtl="0">
              <a:spcBef>
                <a:spcPts val="0"/>
              </a:spcBef>
              <a:spcAft>
                <a:spcPts val="0"/>
              </a:spcAft>
              <a:buSzPts val="950"/>
              <a:buAutoNum type="arabicPeriod"/>
            </a:pPr>
            <a:r>
              <a:rPr lang="en"/>
              <a:t>Final slides with: </a:t>
            </a:r>
            <a:endParaRPr/>
          </a:p>
          <a:p>
            <a:pPr marL="914400" lvl="0" indent="-288925" algn="l" rtl="0">
              <a:spcBef>
                <a:spcPts val="0"/>
              </a:spcBef>
              <a:spcAft>
                <a:spcPts val="0"/>
              </a:spcAft>
              <a:buClr>
                <a:schemeClr val="dk2"/>
              </a:buClr>
              <a:buSzPts val="950"/>
              <a:buAutoNum type="arabicPeriod"/>
            </a:pPr>
            <a:r>
              <a:rPr lang="en"/>
              <a:t>The</a:t>
            </a:r>
            <a:r>
              <a:rPr lang="en" b="1">
                <a:solidFill>
                  <a:schemeClr val="accent2"/>
                </a:solidFill>
                <a:uFill>
                  <a:noFill/>
                </a:uFill>
                <a:latin typeface="Roboto Mono"/>
                <a:ea typeface="Roboto Mono"/>
                <a:cs typeface="Roboto Mono"/>
                <a:sym typeface="Roboto Mon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fonts and colors used</a:t>
            </a:r>
            <a:r>
              <a:rPr lang="en"/>
              <a:t> in the template.</a:t>
            </a:r>
            <a:endParaRPr/>
          </a:p>
          <a:p>
            <a:pPr marL="914400" lvl="0" indent="-288925" algn="l" rtl="0">
              <a:spcBef>
                <a:spcPts val="0"/>
              </a:spcBef>
              <a:spcAft>
                <a:spcPts val="0"/>
              </a:spcAft>
              <a:buClr>
                <a:schemeClr val="dk2"/>
              </a:buClr>
              <a:buSzPts val="950"/>
              <a:buAutoNum type="arabicPeriod"/>
            </a:pPr>
            <a:r>
              <a:rPr lang="en"/>
              <a:t>A selection of </a:t>
            </a:r>
            <a:r>
              <a:rPr lang="en" b="1">
                <a:solidFill>
                  <a:schemeClr val="accent2"/>
                </a:solidFill>
                <a:uFill>
                  <a:noFill/>
                </a:uFill>
                <a:latin typeface="Roboto Mono"/>
                <a:ea typeface="Roboto Mono"/>
                <a:cs typeface="Roboto Mono"/>
                <a:sym typeface="Roboto Mono"/>
                <a:hlinkClick r:id="">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illustrations</a:t>
            </a:r>
            <a:r>
              <a:rPr lang="en"/>
              <a:t>. You can also customize and animate them as you wish with the online editor. Visit </a:t>
            </a:r>
            <a:r>
              <a:rPr lang="en" b="1">
                <a:solidFill>
                  <a:schemeClr val="accent2"/>
                </a:solidFill>
                <a:uFill>
                  <a:noFill/>
                </a:uFill>
                <a:latin typeface="Roboto Mono"/>
                <a:ea typeface="Roboto Mono"/>
                <a:cs typeface="Roboto Mono"/>
                <a:sym typeface="Roboto Mono"/>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a:t> to find more. </a:t>
            </a:r>
            <a:endParaRPr/>
          </a:p>
          <a:p>
            <a:pPr marL="914400" lvl="0" indent="-288925" algn="l" rtl="0">
              <a:spcBef>
                <a:spcPts val="0"/>
              </a:spcBef>
              <a:spcAft>
                <a:spcPts val="0"/>
              </a:spcAft>
              <a:buClr>
                <a:schemeClr val="dk2"/>
              </a:buClr>
              <a:buSzPts val="950"/>
              <a:buAutoNum type="arabicPeriod"/>
            </a:pPr>
            <a:r>
              <a:rPr lang="en"/>
              <a:t>More</a:t>
            </a:r>
            <a:r>
              <a:rPr lang="en" b="1">
                <a:solidFill>
                  <a:schemeClr val="accent2"/>
                </a:solidFill>
                <a:uFill>
                  <a:noFill/>
                </a:uFill>
                <a:latin typeface="Roboto Mono"/>
                <a:ea typeface="Roboto Mono"/>
                <a:cs typeface="Roboto Mono"/>
                <a:sym typeface="Roboto Mon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infographic resources</a:t>
            </a:r>
            <a:r>
              <a:rPr lang="en"/>
              <a:t>, whose size and color can be edited. </a:t>
            </a:r>
            <a:endParaRPr/>
          </a:p>
          <a:p>
            <a:pPr marL="914400" lvl="0" indent="-288925" algn="l" rtl="0">
              <a:spcBef>
                <a:spcPts val="0"/>
              </a:spcBef>
              <a:spcAft>
                <a:spcPts val="0"/>
              </a:spcAft>
              <a:buClr>
                <a:schemeClr val="dk2"/>
              </a:buClr>
              <a:buSzPts val="950"/>
              <a:buAutoNum type="arabicPeriod"/>
            </a:pPr>
            <a:r>
              <a:rPr lang="en" b="1">
                <a:solidFill>
                  <a:schemeClr val="accent2"/>
                </a:solidFill>
                <a:uFill>
                  <a:noFill/>
                </a:uFill>
                <a:latin typeface="Roboto Mono"/>
                <a:ea typeface="Roboto Mono"/>
                <a:cs typeface="Roboto Mono"/>
                <a:sym typeface="Roboto Mono"/>
                <a:hlinkClick r:id="">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Sets of customizable icons </a:t>
            </a:r>
            <a:r>
              <a:rPr lang="en"/>
              <a:t>of the following themes: general, business, avatar, creative process, education, help &amp; support, medical, nature, performing arts, SEO &amp; marketing, and teamwork.</a:t>
            </a:r>
            <a:endParaRPr/>
          </a:p>
          <a:p>
            <a:pPr marL="0" lvl="0" indent="0" algn="l" rtl="0">
              <a:spcBef>
                <a:spcPts val="0"/>
              </a:spcBef>
              <a:spcAft>
                <a:spcPts val="1600"/>
              </a:spcAft>
              <a:buNone/>
            </a:pPr>
            <a:endParaRPr/>
          </a:p>
        </p:txBody>
      </p:sp>
      <p:sp>
        <p:nvSpPr>
          <p:cNvPr id="327" name="Google Shape;327;p51"/>
          <p:cNvSpPr txBox="1"/>
          <p:nvPr/>
        </p:nvSpPr>
        <p:spPr>
          <a:xfrm>
            <a:off x="1405150" y="4312435"/>
            <a:ext cx="5478600" cy="219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200">
                <a:solidFill>
                  <a:schemeClr val="accent2"/>
                </a:solidFill>
                <a:latin typeface="Concert One"/>
                <a:ea typeface="Concert One"/>
                <a:cs typeface="Concert One"/>
                <a:sym typeface="Concert One"/>
              </a:rPr>
              <a:t>You can delete this slide when you’re done editing the presentation.</a:t>
            </a:r>
            <a:endParaRPr sz="1200">
              <a:solidFill>
                <a:schemeClr val="accent2"/>
              </a:solidFill>
              <a:latin typeface="Concert One"/>
              <a:ea typeface="Concert One"/>
              <a:cs typeface="Concert One"/>
              <a:sym typeface="Concert On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2"/>
          <p:cNvSpPr txBox="1">
            <a:spLocks noGrp="1"/>
          </p:cNvSpPr>
          <p:nvPr>
            <p:ph type="title" idx="8"/>
          </p:nvPr>
        </p:nvSpPr>
        <p:spPr>
          <a:xfrm>
            <a:off x="1002325" y="711181"/>
            <a:ext cx="240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333" name="Google Shape;333;p52"/>
          <p:cNvSpPr/>
          <p:nvPr/>
        </p:nvSpPr>
        <p:spPr>
          <a:xfrm>
            <a:off x="7639575" y="711175"/>
            <a:ext cx="674863" cy="488424"/>
          </a:xfrm>
          <a:custGeom>
            <a:avLst/>
            <a:gdLst/>
            <a:ahLst/>
            <a:cxnLst/>
            <a:rect l="l" t="t" r="r" b="b"/>
            <a:pathLst>
              <a:path w="35347" h="25582" extrusionOk="0">
                <a:moveTo>
                  <a:pt x="32086" y="1331"/>
                </a:moveTo>
                <a:cubicBezTo>
                  <a:pt x="32060" y="1725"/>
                  <a:pt x="32014" y="2116"/>
                  <a:pt x="31884" y="2511"/>
                </a:cubicBezTo>
                <a:cubicBezTo>
                  <a:pt x="31710" y="3037"/>
                  <a:pt x="31422" y="3448"/>
                  <a:pt x="31140" y="3873"/>
                </a:cubicBezTo>
                <a:lnTo>
                  <a:pt x="31140" y="3875"/>
                </a:lnTo>
                <a:cubicBezTo>
                  <a:pt x="31045" y="3802"/>
                  <a:pt x="30957" y="3717"/>
                  <a:pt x="30879" y="3626"/>
                </a:cubicBezTo>
                <a:cubicBezTo>
                  <a:pt x="30960" y="3537"/>
                  <a:pt x="31004" y="3420"/>
                  <a:pt x="31004" y="3300"/>
                </a:cubicBezTo>
                <a:cubicBezTo>
                  <a:pt x="31012" y="2456"/>
                  <a:pt x="31170" y="1364"/>
                  <a:pt x="32086" y="1331"/>
                </a:cubicBezTo>
                <a:close/>
                <a:moveTo>
                  <a:pt x="33448" y="2151"/>
                </a:moveTo>
                <a:lnTo>
                  <a:pt x="33448" y="2151"/>
                </a:lnTo>
                <a:cubicBezTo>
                  <a:pt x="33674" y="2664"/>
                  <a:pt x="33586" y="3318"/>
                  <a:pt x="33167" y="3795"/>
                </a:cubicBezTo>
                <a:cubicBezTo>
                  <a:pt x="33046" y="3933"/>
                  <a:pt x="32896" y="4044"/>
                  <a:pt x="32729" y="4118"/>
                </a:cubicBezTo>
                <a:cubicBezTo>
                  <a:pt x="33098" y="3528"/>
                  <a:pt x="33326" y="2819"/>
                  <a:pt x="33448" y="2151"/>
                </a:cubicBezTo>
                <a:close/>
                <a:moveTo>
                  <a:pt x="32524" y="1387"/>
                </a:moveTo>
                <a:cubicBezTo>
                  <a:pt x="32540" y="1390"/>
                  <a:pt x="32555" y="1392"/>
                  <a:pt x="32571" y="1397"/>
                </a:cubicBezTo>
                <a:cubicBezTo>
                  <a:pt x="32884" y="1486"/>
                  <a:pt x="33123" y="1661"/>
                  <a:pt x="33289" y="1878"/>
                </a:cubicBezTo>
                <a:cubicBezTo>
                  <a:pt x="33081" y="2445"/>
                  <a:pt x="32804" y="2943"/>
                  <a:pt x="32503" y="3432"/>
                </a:cubicBezTo>
                <a:cubicBezTo>
                  <a:pt x="32416" y="3432"/>
                  <a:pt x="32336" y="3480"/>
                  <a:pt x="32295" y="3557"/>
                </a:cubicBezTo>
                <a:cubicBezTo>
                  <a:pt x="32169" y="3777"/>
                  <a:pt x="32049" y="4000"/>
                  <a:pt x="31925" y="4221"/>
                </a:cubicBezTo>
                <a:cubicBezTo>
                  <a:pt x="31817" y="4204"/>
                  <a:pt x="31712" y="4175"/>
                  <a:pt x="31611" y="4138"/>
                </a:cubicBezTo>
                <a:cubicBezTo>
                  <a:pt x="32171" y="3413"/>
                  <a:pt x="32513" y="2340"/>
                  <a:pt x="32524" y="1387"/>
                </a:cubicBezTo>
                <a:close/>
                <a:moveTo>
                  <a:pt x="9407" y="5159"/>
                </a:moveTo>
                <a:cubicBezTo>
                  <a:pt x="10187" y="6580"/>
                  <a:pt x="10603" y="7882"/>
                  <a:pt x="10645" y="9398"/>
                </a:cubicBezTo>
                <a:cubicBezTo>
                  <a:pt x="10279" y="9775"/>
                  <a:pt x="9939" y="10175"/>
                  <a:pt x="9627" y="10596"/>
                </a:cubicBezTo>
                <a:lnTo>
                  <a:pt x="9626" y="10596"/>
                </a:lnTo>
                <a:cubicBezTo>
                  <a:pt x="9570" y="10548"/>
                  <a:pt x="9511" y="10506"/>
                  <a:pt x="9457" y="10455"/>
                </a:cubicBezTo>
                <a:cubicBezTo>
                  <a:pt x="8958" y="9988"/>
                  <a:pt x="8631" y="9478"/>
                  <a:pt x="8445" y="8950"/>
                </a:cubicBezTo>
                <a:cubicBezTo>
                  <a:pt x="8239" y="7563"/>
                  <a:pt x="8522" y="6110"/>
                  <a:pt x="9407" y="5159"/>
                </a:cubicBezTo>
                <a:close/>
                <a:moveTo>
                  <a:pt x="14031" y="4662"/>
                </a:moveTo>
                <a:lnTo>
                  <a:pt x="14031" y="4662"/>
                </a:lnTo>
                <a:cubicBezTo>
                  <a:pt x="15409" y="5488"/>
                  <a:pt x="16195" y="7133"/>
                  <a:pt x="15661" y="8877"/>
                </a:cubicBezTo>
                <a:lnTo>
                  <a:pt x="15659" y="8877"/>
                </a:lnTo>
                <a:cubicBezTo>
                  <a:pt x="15430" y="9624"/>
                  <a:pt x="15018" y="10217"/>
                  <a:pt x="14503" y="10657"/>
                </a:cubicBezTo>
                <a:cubicBezTo>
                  <a:pt x="15162" y="8733"/>
                  <a:pt x="15142" y="6226"/>
                  <a:pt x="14031" y="4662"/>
                </a:cubicBezTo>
                <a:close/>
                <a:moveTo>
                  <a:pt x="12255" y="4111"/>
                </a:moveTo>
                <a:lnTo>
                  <a:pt x="12255" y="4111"/>
                </a:lnTo>
                <a:cubicBezTo>
                  <a:pt x="12734" y="4141"/>
                  <a:pt x="13204" y="4257"/>
                  <a:pt x="13641" y="4456"/>
                </a:cubicBezTo>
                <a:cubicBezTo>
                  <a:pt x="13946" y="5706"/>
                  <a:pt x="14445" y="6784"/>
                  <a:pt x="14438" y="8128"/>
                </a:cubicBezTo>
                <a:cubicBezTo>
                  <a:pt x="14433" y="9221"/>
                  <a:pt x="14153" y="10170"/>
                  <a:pt x="13778" y="11136"/>
                </a:cubicBezTo>
                <a:lnTo>
                  <a:pt x="13777" y="11136"/>
                </a:lnTo>
                <a:cubicBezTo>
                  <a:pt x="13579" y="11237"/>
                  <a:pt x="13371" y="11320"/>
                  <a:pt x="13158" y="11383"/>
                </a:cubicBezTo>
                <a:cubicBezTo>
                  <a:pt x="13508" y="10596"/>
                  <a:pt x="13480" y="9389"/>
                  <a:pt x="13480" y="8738"/>
                </a:cubicBezTo>
                <a:cubicBezTo>
                  <a:pt x="13481" y="7105"/>
                  <a:pt x="13101" y="5512"/>
                  <a:pt x="12255" y="4111"/>
                </a:cubicBezTo>
                <a:close/>
                <a:moveTo>
                  <a:pt x="10574" y="4370"/>
                </a:moveTo>
                <a:cubicBezTo>
                  <a:pt x="11032" y="5394"/>
                  <a:pt x="11434" y="6425"/>
                  <a:pt x="11654" y="7535"/>
                </a:cubicBezTo>
                <a:cubicBezTo>
                  <a:pt x="11731" y="7917"/>
                  <a:pt x="12221" y="10964"/>
                  <a:pt x="11674" y="11503"/>
                </a:cubicBezTo>
                <a:cubicBezTo>
                  <a:pt x="11256" y="11451"/>
                  <a:pt x="10850" y="11331"/>
                  <a:pt x="10471" y="11147"/>
                </a:cubicBezTo>
                <a:cubicBezTo>
                  <a:pt x="10513" y="11076"/>
                  <a:pt x="10551" y="11003"/>
                  <a:pt x="10593" y="10933"/>
                </a:cubicBezTo>
                <a:cubicBezTo>
                  <a:pt x="10613" y="10979"/>
                  <a:pt x="10666" y="11005"/>
                  <a:pt x="10718" y="11005"/>
                </a:cubicBezTo>
                <a:cubicBezTo>
                  <a:pt x="10776" y="11005"/>
                  <a:pt x="10833" y="10974"/>
                  <a:pt x="10849" y="10909"/>
                </a:cubicBezTo>
                <a:cubicBezTo>
                  <a:pt x="10901" y="10692"/>
                  <a:pt x="10939" y="10473"/>
                  <a:pt x="10966" y="10253"/>
                </a:cubicBezTo>
                <a:cubicBezTo>
                  <a:pt x="11086" y="10020"/>
                  <a:pt x="11201" y="9789"/>
                  <a:pt x="11304" y="9554"/>
                </a:cubicBezTo>
                <a:cubicBezTo>
                  <a:pt x="11399" y="9337"/>
                  <a:pt x="11239" y="9113"/>
                  <a:pt x="11045" y="9113"/>
                </a:cubicBezTo>
                <a:cubicBezTo>
                  <a:pt x="11035" y="9113"/>
                  <a:pt x="11025" y="9113"/>
                  <a:pt x="11016" y="9115"/>
                </a:cubicBezTo>
                <a:cubicBezTo>
                  <a:pt x="10959" y="7642"/>
                  <a:pt x="10449" y="6136"/>
                  <a:pt x="9532" y="5039"/>
                </a:cubicBezTo>
                <a:cubicBezTo>
                  <a:pt x="9833" y="4751"/>
                  <a:pt x="10187" y="4523"/>
                  <a:pt x="10574" y="4370"/>
                </a:cubicBezTo>
                <a:close/>
                <a:moveTo>
                  <a:pt x="12017" y="4105"/>
                </a:moveTo>
                <a:cubicBezTo>
                  <a:pt x="12017" y="4115"/>
                  <a:pt x="12020" y="4125"/>
                  <a:pt x="12023" y="4134"/>
                </a:cubicBezTo>
                <a:cubicBezTo>
                  <a:pt x="12459" y="5230"/>
                  <a:pt x="12828" y="6325"/>
                  <a:pt x="12963" y="7502"/>
                </a:cubicBezTo>
                <a:cubicBezTo>
                  <a:pt x="13008" y="7897"/>
                  <a:pt x="13034" y="10935"/>
                  <a:pt x="12588" y="11499"/>
                </a:cubicBezTo>
                <a:lnTo>
                  <a:pt x="12586" y="11499"/>
                </a:lnTo>
                <a:cubicBezTo>
                  <a:pt x="12468" y="11513"/>
                  <a:pt x="12349" y="11524"/>
                  <a:pt x="12230" y="11527"/>
                </a:cubicBezTo>
                <a:cubicBezTo>
                  <a:pt x="12489" y="10895"/>
                  <a:pt x="12334" y="9818"/>
                  <a:pt x="12313" y="9394"/>
                </a:cubicBezTo>
                <a:cubicBezTo>
                  <a:pt x="12224" y="7606"/>
                  <a:pt x="11756" y="5824"/>
                  <a:pt x="10864" y="4269"/>
                </a:cubicBezTo>
                <a:cubicBezTo>
                  <a:pt x="11115" y="4193"/>
                  <a:pt x="11375" y="4142"/>
                  <a:pt x="11637" y="4117"/>
                </a:cubicBezTo>
                <a:cubicBezTo>
                  <a:pt x="11766" y="4105"/>
                  <a:pt x="11891" y="4105"/>
                  <a:pt x="12017" y="4105"/>
                </a:cubicBezTo>
                <a:close/>
                <a:moveTo>
                  <a:pt x="25741" y="16319"/>
                </a:moveTo>
                <a:cubicBezTo>
                  <a:pt x="26033" y="16319"/>
                  <a:pt x="26325" y="16353"/>
                  <a:pt x="26608" y="16425"/>
                </a:cubicBezTo>
                <a:cubicBezTo>
                  <a:pt x="26757" y="16463"/>
                  <a:pt x="26903" y="16513"/>
                  <a:pt x="27044" y="16574"/>
                </a:cubicBezTo>
                <a:cubicBezTo>
                  <a:pt x="28124" y="17916"/>
                  <a:pt x="26413" y="20133"/>
                  <a:pt x="25036" y="20799"/>
                </a:cubicBezTo>
                <a:cubicBezTo>
                  <a:pt x="24616" y="21002"/>
                  <a:pt x="24156" y="21111"/>
                  <a:pt x="23701" y="21111"/>
                </a:cubicBezTo>
                <a:cubicBezTo>
                  <a:pt x="23171" y="21111"/>
                  <a:pt x="22648" y="20963"/>
                  <a:pt x="22200" y="20645"/>
                </a:cubicBezTo>
                <a:cubicBezTo>
                  <a:pt x="21851" y="20398"/>
                  <a:pt x="21618" y="20077"/>
                  <a:pt x="21492" y="19731"/>
                </a:cubicBezTo>
                <a:cubicBezTo>
                  <a:pt x="21476" y="19396"/>
                  <a:pt x="21503" y="19061"/>
                  <a:pt x="21572" y="18733"/>
                </a:cubicBezTo>
                <a:cubicBezTo>
                  <a:pt x="21617" y="18728"/>
                  <a:pt x="21662" y="18715"/>
                  <a:pt x="21702" y="18694"/>
                </a:cubicBezTo>
                <a:cubicBezTo>
                  <a:pt x="22164" y="18440"/>
                  <a:pt x="22446" y="18033"/>
                  <a:pt x="22768" y="17649"/>
                </a:cubicBezTo>
                <a:cubicBezTo>
                  <a:pt x="23416" y="18221"/>
                  <a:pt x="24064" y="18791"/>
                  <a:pt x="24704" y="19359"/>
                </a:cubicBezTo>
                <a:cubicBezTo>
                  <a:pt x="24857" y="19496"/>
                  <a:pt x="25027" y="19554"/>
                  <a:pt x="25190" y="19554"/>
                </a:cubicBezTo>
                <a:cubicBezTo>
                  <a:pt x="25767" y="19554"/>
                  <a:pt x="26268" y="18836"/>
                  <a:pt x="25734" y="18328"/>
                </a:cubicBezTo>
                <a:cubicBezTo>
                  <a:pt x="25166" y="17789"/>
                  <a:pt x="24597" y="17246"/>
                  <a:pt x="24027" y="16699"/>
                </a:cubicBezTo>
                <a:cubicBezTo>
                  <a:pt x="24563" y="16456"/>
                  <a:pt x="25153" y="16319"/>
                  <a:pt x="25741" y="16319"/>
                </a:cubicBezTo>
                <a:close/>
                <a:moveTo>
                  <a:pt x="27895" y="17098"/>
                </a:moveTo>
                <a:cubicBezTo>
                  <a:pt x="28227" y="17383"/>
                  <a:pt x="28508" y="17724"/>
                  <a:pt x="28723" y="18106"/>
                </a:cubicBezTo>
                <a:cubicBezTo>
                  <a:pt x="28458" y="19552"/>
                  <a:pt x="27924" y="20816"/>
                  <a:pt x="26655" y="21718"/>
                </a:cubicBezTo>
                <a:cubicBezTo>
                  <a:pt x="25884" y="22266"/>
                  <a:pt x="25025" y="22582"/>
                  <a:pt x="24076" y="22639"/>
                </a:cubicBezTo>
                <a:cubicBezTo>
                  <a:pt x="24017" y="22642"/>
                  <a:pt x="23950" y="22644"/>
                  <a:pt x="23875" y="22644"/>
                </a:cubicBezTo>
                <a:cubicBezTo>
                  <a:pt x="23571" y="22644"/>
                  <a:pt x="23149" y="22613"/>
                  <a:pt x="22716" y="22526"/>
                </a:cubicBezTo>
                <a:cubicBezTo>
                  <a:pt x="22231" y="22010"/>
                  <a:pt x="21886" y="21431"/>
                  <a:pt x="21690" y="20830"/>
                </a:cubicBezTo>
                <a:lnTo>
                  <a:pt x="21690" y="20830"/>
                </a:lnTo>
                <a:cubicBezTo>
                  <a:pt x="22236" y="21348"/>
                  <a:pt x="23021" y="21617"/>
                  <a:pt x="23774" y="21617"/>
                </a:cubicBezTo>
                <a:cubicBezTo>
                  <a:pt x="23888" y="21617"/>
                  <a:pt x="24001" y="21610"/>
                  <a:pt x="24112" y="21598"/>
                </a:cubicBezTo>
                <a:cubicBezTo>
                  <a:pt x="25882" y="21400"/>
                  <a:pt x="28208" y="18898"/>
                  <a:pt x="27895" y="17098"/>
                </a:cubicBezTo>
                <a:close/>
                <a:moveTo>
                  <a:pt x="4132" y="21347"/>
                </a:moveTo>
                <a:lnTo>
                  <a:pt x="4132" y="21347"/>
                </a:lnTo>
                <a:cubicBezTo>
                  <a:pt x="4450" y="21713"/>
                  <a:pt x="4661" y="22218"/>
                  <a:pt x="4648" y="22688"/>
                </a:cubicBezTo>
                <a:cubicBezTo>
                  <a:pt x="4476" y="22239"/>
                  <a:pt x="4293" y="21798"/>
                  <a:pt x="4132" y="21347"/>
                </a:cubicBezTo>
                <a:close/>
                <a:moveTo>
                  <a:pt x="2094" y="22062"/>
                </a:moveTo>
                <a:cubicBezTo>
                  <a:pt x="2166" y="22580"/>
                  <a:pt x="2241" y="23104"/>
                  <a:pt x="2354" y="23612"/>
                </a:cubicBezTo>
                <a:cubicBezTo>
                  <a:pt x="2209" y="23502"/>
                  <a:pt x="2084" y="23367"/>
                  <a:pt x="1985" y="23213"/>
                </a:cubicBezTo>
                <a:cubicBezTo>
                  <a:pt x="1858" y="23010"/>
                  <a:pt x="1761" y="22723"/>
                  <a:pt x="1712" y="22412"/>
                </a:cubicBezTo>
                <a:cubicBezTo>
                  <a:pt x="1816" y="22378"/>
                  <a:pt x="1908" y="22323"/>
                  <a:pt x="1972" y="22248"/>
                </a:cubicBezTo>
                <a:cubicBezTo>
                  <a:pt x="2019" y="22190"/>
                  <a:pt x="2059" y="22128"/>
                  <a:pt x="2094" y="22062"/>
                </a:cubicBezTo>
                <a:close/>
                <a:moveTo>
                  <a:pt x="29081" y="18929"/>
                </a:moveTo>
                <a:lnTo>
                  <a:pt x="29081" y="18930"/>
                </a:lnTo>
                <a:cubicBezTo>
                  <a:pt x="29363" y="19840"/>
                  <a:pt x="29336" y="20848"/>
                  <a:pt x="28921" y="21706"/>
                </a:cubicBezTo>
                <a:cubicBezTo>
                  <a:pt x="28288" y="23017"/>
                  <a:pt x="26888" y="23727"/>
                  <a:pt x="25492" y="23727"/>
                </a:cubicBezTo>
                <a:cubicBezTo>
                  <a:pt x="24668" y="23727"/>
                  <a:pt x="23846" y="23480"/>
                  <a:pt x="23183" y="22963"/>
                </a:cubicBezTo>
                <a:lnTo>
                  <a:pt x="23183" y="22963"/>
                </a:lnTo>
                <a:cubicBezTo>
                  <a:pt x="23552" y="23022"/>
                  <a:pt x="23905" y="23051"/>
                  <a:pt x="24198" y="23051"/>
                </a:cubicBezTo>
                <a:cubicBezTo>
                  <a:pt x="24347" y="23051"/>
                  <a:pt x="24480" y="23044"/>
                  <a:pt x="24592" y="23029"/>
                </a:cubicBezTo>
                <a:cubicBezTo>
                  <a:pt x="26773" y="22734"/>
                  <a:pt x="28616" y="21040"/>
                  <a:pt x="29081" y="18929"/>
                </a:cubicBezTo>
                <a:close/>
                <a:moveTo>
                  <a:pt x="3135" y="20825"/>
                </a:moveTo>
                <a:cubicBezTo>
                  <a:pt x="3311" y="20825"/>
                  <a:pt x="3491" y="20875"/>
                  <a:pt x="3656" y="20961"/>
                </a:cubicBezTo>
                <a:cubicBezTo>
                  <a:pt x="3657" y="20976"/>
                  <a:pt x="3661" y="20993"/>
                  <a:pt x="3663" y="21009"/>
                </a:cubicBezTo>
                <a:cubicBezTo>
                  <a:pt x="3656" y="21030"/>
                  <a:pt x="3647" y="21051"/>
                  <a:pt x="3641" y="21072"/>
                </a:cubicBezTo>
                <a:cubicBezTo>
                  <a:pt x="3621" y="21137"/>
                  <a:pt x="3651" y="21196"/>
                  <a:pt x="3697" y="21233"/>
                </a:cubicBezTo>
                <a:cubicBezTo>
                  <a:pt x="3821" y="21992"/>
                  <a:pt x="4033" y="22752"/>
                  <a:pt x="4420" y="23383"/>
                </a:cubicBezTo>
                <a:cubicBezTo>
                  <a:pt x="4377" y="23441"/>
                  <a:pt x="4329" y="23494"/>
                  <a:pt x="4277" y="23544"/>
                </a:cubicBezTo>
                <a:lnTo>
                  <a:pt x="4276" y="23544"/>
                </a:lnTo>
                <a:cubicBezTo>
                  <a:pt x="4147" y="23661"/>
                  <a:pt x="3999" y="23755"/>
                  <a:pt x="3838" y="23822"/>
                </a:cubicBezTo>
                <a:cubicBezTo>
                  <a:pt x="3681" y="23377"/>
                  <a:pt x="3463" y="22951"/>
                  <a:pt x="3325" y="22494"/>
                </a:cubicBezTo>
                <a:cubicBezTo>
                  <a:pt x="3162" y="21951"/>
                  <a:pt x="3080" y="21394"/>
                  <a:pt x="2974" y="20839"/>
                </a:cubicBezTo>
                <a:cubicBezTo>
                  <a:pt x="3027" y="20830"/>
                  <a:pt x="3081" y="20825"/>
                  <a:pt x="3135" y="20825"/>
                </a:cubicBezTo>
                <a:close/>
                <a:moveTo>
                  <a:pt x="2618" y="21003"/>
                </a:moveTo>
                <a:lnTo>
                  <a:pt x="2618" y="21003"/>
                </a:lnTo>
                <a:cubicBezTo>
                  <a:pt x="2610" y="21938"/>
                  <a:pt x="2832" y="23104"/>
                  <a:pt x="3325" y="23932"/>
                </a:cubicBezTo>
                <a:cubicBezTo>
                  <a:pt x="3310" y="23933"/>
                  <a:pt x="3294" y="23933"/>
                  <a:pt x="3278" y="23933"/>
                </a:cubicBezTo>
                <a:cubicBezTo>
                  <a:pt x="3134" y="23933"/>
                  <a:pt x="2991" y="23913"/>
                  <a:pt x="2853" y="23872"/>
                </a:cubicBezTo>
                <a:cubicBezTo>
                  <a:pt x="2744" y="23067"/>
                  <a:pt x="2516" y="22253"/>
                  <a:pt x="2314" y="21464"/>
                </a:cubicBezTo>
                <a:cubicBezTo>
                  <a:pt x="2350" y="21361"/>
                  <a:pt x="2400" y="21260"/>
                  <a:pt x="2462" y="21169"/>
                </a:cubicBezTo>
                <a:cubicBezTo>
                  <a:pt x="2506" y="21107"/>
                  <a:pt x="2558" y="21051"/>
                  <a:pt x="2618" y="21003"/>
                </a:cubicBezTo>
                <a:close/>
                <a:moveTo>
                  <a:pt x="32126" y="1"/>
                </a:moveTo>
                <a:cubicBezTo>
                  <a:pt x="31323" y="1"/>
                  <a:pt x="30546" y="369"/>
                  <a:pt x="30075" y="1049"/>
                </a:cubicBezTo>
                <a:cubicBezTo>
                  <a:pt x="29894" y="1313"/>
                  <a:pt x="29762" y="1606"/>
                  <a:pt x="29685" y="1915"/>
                </a:cubicBezTo>
                <a:cubicBezTo>
                  <a:pt x="29466" y="2456"/>
                  <a:pt x="29447" y="3070"/>
                  <a:pt x="29668" y="3630"/>
                </a:cubicBezTo>
                <a:cubicBezTo>
                  <a:pt x="29978" y="4415"/>
                  <a:pt x="30637" y="4960"/>
                  <a:pt x="31382" y="5195"/>
                </a:cubicBezTo>
                <a:cubicBezTo>
                  <a:pt x="30546" y="6732"/>
                  <a:pt x="29755" y="8294"/>
                  <a:pt x="29009" y="9878"/>
                </a:cubicBezTo>
                <a:cubicBezTo>
                  <a:pt x="28225" y="11546"/>
                  <a:pt x="27286" y="13351"/>
                  <a:pt x="26770" y="15158"/>
                </a:cubicBezTo>
                <a:cubicBezTo>
                  <a:pt x="26431" y="15086"/>
                  <a:pt x="26084" y="15051"/>
                  <a:pt x="25737" y="15051"/>
                </a:cubicBezTo>
                <a:cubicBezTo>
                  <a:pt x="25060" y="15051"/>
                  <a:pt x="24380" y="15183"/>
                  <a:pt x="23751" y="15430"/>
                </a:cubicBezTo>
                <a:cubicBezTo>
                  <a:pt x="23471" y="15476"/>
                  <a:pt x="23197" y="15553"/>
                  <a:pt x="22935" y="15660"/>
                </a:cubicBezTo>
                <a:cubicBezTo>
                  <a:pt x="20905" y="13737"/>
                  <a:pt x="18830" y="11837"/>
                  <a:pt x="16633" y="10158"/>
                </a:cubicBezTo>
                <a:cubicBezTo>
                  <a:pt x="16751" y="9931"/>
                  <a:pt x="16852" y="9696"/>
                  <a:pt x="16936" y="9456"/>
                </a:cubicBezTo>
                <a:cubicBezTo>
                  <a:pt x="18116" y="5988"/>
                  <a:pt x="15474" y="2670"/>
                  <a:pt x="12008" y="2670"/>
                </a:cubicBezTo>
                <a:cubicBezTo>
                  <a:pt x="11713" y="2670"/>
                  <a:pt x="11413" y="2694"/>
                  <a:pt x="11109" y="2743"/>
                </a:cubicBezTo>
                <a:cubicBezTo>
                  <a:pt x="7757" y="3292"/>
                  <a:pt x="5808" y="7543"/>
                  <a:pt x="7713" y="10306"/>
                </a:cubicBezTo>
                <a:cubicBezTo>
                  <a:pt x="7866" y="10571"/>
                  <a:pt x="8043" y="10822"/>
                  <a:pt x="8242" y="11054"/>
                </a:cubicBezTo>
                <a:cubicBezTo>
                  <a:pt x="8437" y="11277"/>
                  <a:pt x="8650" y="11485"/>
                  <a:pt x="8877" y="11673"/>
                </a:cubicBezTo>
                <a:cubicBezTo>
                  <a:pt x="8169" y="12760"/>
                  <a:pt x="7533" y="13914"/>
                  <a:pt x="6898" y="14949"/>
                </a:cubicBezTo>
                <a:cubicBezTo>
                  <a:pt x="6032" y="16364"/>
                  <a:pt x="5044" y="17822"/>
                  <a:pt x="4317" y="19357"/>
                </a:cubicBezTo>
                <a:cubicBezTo>
                  <a:pt x="3940" y="19175"/>
                  <a:pt x="3537" y="19084"/>
                  <a:pt x="3136" y="19084"/>
                </a:cubicBezTo>
                <a:cubicBezTo>
                  <a:pt x="2551" y="19084"/>
                  <a:pt x="1971" y="19278"/>
                  <a:pt x="1493" y="19666"/>
                </a:cubicBezTo>
                <a:cubicBezTo>
                  <a:pt x="1421" y="19724"/>
                  <a:pt x="1353" y="19788"/>
                  <a:pt x="1288" y="19853"/>
                </a:cubicBezTo>
                <a:cubicBezTo>
                  <a:pt x="1005" y="19986"/>
                  <a:pt x="760" y="20189"/>
                  <a:pt x="578" y="20442"/>
                </a:cubicBezTo>
                <a:cubicBezTo>
                  <a:pt x="3" y="21266"/>
                  <a:pt x="0" y="22476"/>
                  <a:pt x="318" y="23394"/>
                </a:cubicBezTo>
                <a:cubicBezTo>
                  <a:pt x="793" y="24766"/>
                  <a:pt x="2029" y="25582"/>
                  <a:pt x="3317" y="25582"/>
                </a:cubicBezTo>
                <a:cubicBezTo>
                  <a:pt x="3993" y="25582"/>
                  <a:pt x="4683" y="25357"/>
                  <a:pt x="5286" y="24870"/>
                </a:cubicBezTo>
                <a:cubicBezTo>
                  <a:pt x="6926" y="23545"/>
                  <a:pt x="6474" y="21038"/>
                  <a:pt x="4975" y="19786"/>
                </a:cubicBezTo>
                <a:cubicBezTo>
                  <a:pt x="5861" y="18451"/>
                  <a:pt x="6601" y="16991"/>
                  <a:pt x="7440" y="15647"/>
                </a:cubicBezTo>
                <a:cubicBezTo>
                  <a:pt x="8141" y="14525"/>
                  <a:pt x="8983" y="13408"/>
                  <a:pt x="9754" y="12263"/>
                </a:cubicBezTo>
                <a:cubicBezTo>
                  <a:pt x="10515" y="12669"/>
                  <a:pt x="11345" y="12866"/>
                  <a:pt x="12168" y="12866"/>
                </a:cubicBezTo>
                <a:cubicBezTo>
                  <a:pt x="13591" y="12866"/>
                  <a:pt x="14989" y="12276"/>
                  <a:pt x="15959" y="11158"/>
                </a:cubicBezTo>
                <a:cubicBezTo>
                  <a:pt x="17703" y="13071"/>
                  <a:pt x="19638" y="14863"/>
                  <a:pt x="21595" y="16608"/>
                </a:cubicBezTo>
                <a:cubicBezTo>
                  <a:pt x="20579" y="17737"/>
                  <a:pt x="20201" y="19474"/>
                  <a:pt x="20622" y="21087"/>
                </a:cubicBezTo>
                <a:cubicBezTo>
                  <a:pt x="20529" y="21504"/>
                  <a:pt x="20700" y="21849"/>
                  <a:pt x="21021" y="22127"/>
                </a:cubicBezTo>
                <a:cubicBezTo>
                  <a:pt x="21030" y="22145"/>
                  <a:pt x="21037" y="22162"/>
                  <a:pt x="21047" y="22181"/>
                </a:cubicBezTo>
                <a:cubicBezTo>
                  <a:pt x="21464" y="22969"/>
                  <a:pt x="22080" y="23635"/>
                  <a:pt x="22834" y="24112"/>
                </a:cubicBezTo>
                <a:cubicBezTo>
                  <a:pt x="23111" y="24337"/>
                  <a:pt x="23434" y="24500"/>
                  <a:pt x="23779" y="24592"/>
                </a:cubicBezTo>
                <a:cubicBezTo>
                  <a:pt x="24377" y="24820"/>
                  <a:pt x="25014" y="24938"/>
                  <a:pt x="25653" y="24938"/>
                </a:cubicBezTo>
                <a:cubicBezTo>
                  <a:pt x="26938" y="24938"/>
                  <a:pt x="28232" y="24460"/>
                  <a:pt x="29242" y="23441"/>
                </a:cubicBezTo>
                <a:cubicBezTo>
                  <a:pt x="31489" y="21171"/>
                  <a:pt x="30665" y="17008"/>
                  <a:pt x="27890" y="15554"/>
                </a:cubicBezTo>
                <a:cubicBezTo>
                  <a:pt x="27687" y="15450"/>
                  <a:pt x="27477" y="15363"/>
                  <a:pt x="27260" y="15293"/>
                </a:cubicBezTo>
                <a:cubicBezTo>
                  <a:pt x="28160" y="13554"/>
                  <a:pt x="28800" y="11634"/>
                  <a:pt x="29632" y="9868"/>
                </a:cubicBezTo>
                <a:cubicBezTo>
                  <a:pt x="30359" y="8325"/>
                  <a:pt x="31134" y="6808"/>
                  <a:pt x="31942" y="5308"/>
                </a:cubicBezTo>
                <a:cubicBezTo>
                  <a:pt x="32029" y="5316"/>
                  <a:pt x="32117" y="5321"/>
                  <a:pt x="32204" y="5321"/>
                </a:cubicBezTo>
                <a:cubicBezTo>
                  <a:pt x="32892" y="5321"/>
                  <a:pt x="33575" y="5053"/>
                  <a:pt x="34071" y="4464"/>
                </a:cubicBezTo>
                <a:cubicBezTo>
                  <a:pt x="35347" y="2948"/>
                  <a:pt x="34697" y="521"/>
                  <a:pt x="32711" y="67"/>
                </a:cubicBezTo>
                <a:cubicBezTo>
                  <a:pt x="32517" y="22"/>
                  <a:pt x="32320" y="1"/>
                  <a:pt x="32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2"/>
          <p:cNvSpPr/>
          <p:nvPr/>
        </p:nvSpPr>
        <p:spPr>
          <a:xfrm>
            <a:off x="7125750" y="544900"/>
            <a:ext cx="564034" cy="445373"/>
          </a:xfrm>
          <a:custGeom>
            <a:avLst/>
            <a:gdLst/>
            <a:ahLst/>
            <a:cxnLst/>
            <a:rect l="l" t="t" r="r" b="b"/>
            <a:pathLst>
              <a:path w="39020" h="30811" extrusionOk="0">
                <a:moveTo>
                  <a:pt x="30681" y="3474"/>
                </a:moveTo>
                <a:cubicBezTo>
                  <a:pt x="32090" y="5955"/>
                  <a:pt x="33478" y="8448"/>
                  <a:pt x="34883" y="10930"/>
                </a:cubicBezTo>
                <a:cubicBezTo>
                  <a:pt x="35369" y="11788"/>
                  <a:pt x="35855" y="12647"/>
                  <a:pt x="36340" y="13505"/>
                </a:cubicBezTo>
                <a:cubicBezTo>
                  <a:pt x="34784" y="12409"/>
                  <a:pt x="33095" y="11459"/>
                  <a:pt x="31412" y="10597"/>
                </a:cubicBezTo>
                <a:cubicBezTo>
                  <a:pt x="29978" y="9864"/>
                  <a:pt x="28301" y="8917"/>
                  <a:pt x="26670" y="8527"/>
                </a:cubicBezTo>
                <a:cubicBezTo>
                  <a:pt x="27959" y="6807"/>
                  <a:pt x="29296" y="5122"/>
                  <a:pt x="30681" y="3474"/>
                </a:cubicBezTo>
                <a:close/>
                <a:moveTo>
                  <a:pt x="29411" y="1254"/>
                </a:moveTo>
                <a:cubicBezTo>
                  <a:pt x="29708" y="1768"/>
                  <a:pt x="30001" y="2286"/>
                  <a:pt x="30296" y="2802"/>
                </a:cubicBezTo>
                <a:cubicBezTo>
                  <a:pt x="30250" y="2825"/>
                  <a:pt x="30209" y="2858"/>
                  <a:pt x="30176" y="2898"/>
                </a:cubicBezTo>
                <a:cubicBezTo>
                  <a:pt x="28464" y="4922"/>
                  <a:pt x="26824" y="7005"/>
                  <a:pt x="25256" y="9144"/>
                </a:cubicBezTo>
                <a:cubicBezTo>
                  <a:pt x="24435" y="10273"/>
                  <a:pt x="23639" y="11420"/>
                  <a:pt x="22870" y="12586"/>
                </a:cubicBezTo>
                <a:cubicBezTo>
                  <a:pt x="22370" y="13341"/>
                  <a:pt x="21985" y="14172"/>
                  <a:pt x="21048" y="14438"/>
                </a:cubicBezTo>
                <a:cubicBezTo>
                  <a:pt x="20343" y="14637"/>
                  <a:pt x="19521" y="14657"/>
                  <a:pt x="18799" y="14757"/>
                </a:cubicBezTo>
                <a:cubicBezTo>
                  <a:pt x="15724" y="15183"/>
                  <a:pt x="12643" y="15575"/>
                  <a:pt x="9548" y="15813"/>
                </a:cubicBezTo>
                <a:cubicBezTo>
                  <a:pt x="6956" y="16012"/>
                  <a:pt x="4377" y="15977"/>
                  <a:pt x="1788" y="16009"/>
                </a:cubicBezTo>
                <a:cubicBezTo>
                  <a:pt x="1837" y="15879"/>
                  <a:pt x="1855" y="15736"/>
                  <a:pt x="1816" y="15615"/>
                </a:cubicBezTo>
                <a:cubicBezTo>
                  <a:pt x="1798" y="15556"/>
                  <a:pt x="1778" y="15497"/>
                  <a:pt x="1759" y="15438"/>
                </a:cubicBezTo>
                <a:cubicBezTo>
                  <a:pt x="1745" y="15392"/>
                  <a:pt x="1726" y="15347"/>
                  <a:pt x="1703" y="15306"/>
                </a:cubicBezTo>
                <a:cubicBezTo>
                  <a:pt x="10986" y="10717"/>
                  <a:pt x="20120" y="5833"/>
                  <a:pt x="29411" y="1254"/>
                </a:cubicBezTo>
                <a:close/>
                <a:moveTo>
                  <a:pt x="26395" y="8892"/>
                </a:moveTo>
                <a:cubicBezTo>
                  <a:pt x="28004" y="9838"/>
                  <a:pt x="29911" y="10434"/>
                  <a:pt x="31549" y="11326"/>
                </a:cubicBezTo>
                <a:cubicBezTo>
                  <a:pt x="33390" y="12329"/>
                  <a:pt x="35083" y="13505"/>
                  <a:pt x="36814" y="14674"/>
                </a:cubicBezTo>
                <a:cubicBezTo>
                  <a:pt x="36810" y="14693"/>
                  <a:pt x="36810" y="14712"/>
                  <a:pt x="36805" y="14732"/>
                </a:cubicBezTo>
                <a:cubicBezTo>
                  <a:pt x="36673" y="15199"/>
                  <a:pt x="36153" y="15305"/>
                  <a:pt x="35745" y="15521"/>
                </a:cubicBezTo>
                <a:cubicBezTo>
                  <a:pt x="33939" y="16469"/>
                  <a:pt x="32140" y="17429"/>
                  <a:pt x="30339" y="18384"/>
                </a:cubicBezTo>
                <a:lnTo>
                  <a:pt x="10312" y="29005"/>
                </a:lnTo>
                <a:cubicBezTo>
                  <a:pt x="10650" y="26988"/>
                  <a:pt x="10593" y="24814"/>
                  <a:pt x="10861" y="22800"/>
                </a:cubicBezTo>
                <a:cubicBezTo>
                  <a:pt x="11148" y="20642"/>
                  <a:pt x="11717" y="18486"/>
                  <a:pt x="11935" y="16319"/>
                </a:cubicBezTo>
                <a:cubicBezTo>
                  <a:pt x="14570" y="16042"/>
                  <a:pt x="17185" y="15652"/>
                  <a:pt x="19712" y="15320"/>
                </a:cubicBezTo>
                <a:cubicBezTo>
                  <a:pt x="20602" y="15204"/>
                  <a:pt x="21612" y="15215"/>
                  <a:pt x="22318" y="14591"/>
                </a:cubicBezTo>
                <a:cubicBezTo>
                  <a:pt x="23239" y="13777"/>
                  <a:pt x="23839" y="12448"/>
                  <a:pt x="24543" y="11446"/>
                </a:cubicBezTo>
                <a:cubicBezTo>
                  <a:pt x="25149" y="10585"/>
                  <a:pt x="25769" y="9736"/>
                  <a:pt x="26395" y="8892"/>
                </a:cubicBezTo>
                <a:close/>
                <a:moveTo>
                  <a:pt x="11565" y="16355"/>
                </a:moveTo>
                <a:cubicBezTo>
                  <a:pt x="10848" y="18447"/>
                  <a:pt x="10590" y="20799"/>
                  <a:pt x="10286" y="22960"/>
                </a:cubicBezTo>
                <a:cubicBezTo>
                  <a:pt x="10010" y="24932"/>
                  <a:pt x="9540" y="27177"/>
                  <a:pt x="9673" y="29206"/>
                </a:cubicBezTo>
                <a:cubicBezTo>
                  <a:pt x="8215" y="27203"/>
                  <a:pt x="6825" y="25154"/>
                  <a:pt x="5529" y="23041"/>
                </a:cubicBezTo>
                <a:cubicBezTo>
                  <a:pt x="4815" y="21877"/>
                  <a:pt x="4127" y="20697"/>
                  <a:pt x="3466" y="19503"/>
                </a:cubicBezTo>
                <a:cubicBezTo>
                  <a:pt x="3136" y="18907"/>
                  <a:pt x="2811" y="18305"/>
                  <a:pt x="2495" y="17701"/>
                </a:cubicBezTo>
                <a:cubicBezTo>
                  <a:pt x="2372" y="17469"/>
                  <a:pt x="2008" y="16935"/>
                  <a:pt x="1782" y="16461"/>
                </a:cubicBezTo>
                <a:lnTo>
                  <a:pt x="1782" y="16461"/>
                </a:lnTo>
                <a:cubicBezTo>
                  <a:pt x="3104" y="16615"/>
                  <a:pt x="4445" y="16680"/>
                  <a:pt x="5796" y="16680"/>
                </a:cubicBezTo>
                <a:cubicBezTo>
                  <a:pt x="7709" y="16680"/>
                  <a:pt x="9641" y="16549"/>
                  <a:pt x="11565" y="16355"/>
                </a:cubicBezTo>
                <a:close/>
                <a:moveTo>
                  <a:pt x="29638" y="1"/>
                </a:moveTo>
                <a:cubicBezTo>
                  <a:pt x="29542" y="1"/>
                  <a:pt x="29444" y="23"/>
                  <a:pt x="29354" y="67"/>
                </a:cubicBezTo>
                <a:cubicBezTo>
                  <a:pt x="19808" y="4672"/>
                  <a:pt x="10218" y="9366"/>
                  <a:pt x="1071" y="14724"/>
                </a:cubicBezTo>
                <a:cubicBezTo>
                  <a:pt x="965" y="14785"/>
                  <a:pt x="908" y="14870"/>
                  <a:pt x="886" y="14959"/>
                </a:cubicBezTo>
                <a:cubicBezTo>
                  <a:pt x="700" y="14987"/>
                  <a:pt x="517" y="15082"/>
                  <a:pt x="443" y="15256"/>
                </a:cubicBezTo>
                <a:cubicBezTo>
                  <a:pt x="1" y="16298"/>
                  <a:pt x="752" y="17207"/>
                  <a:pt x="1237" y="18139"/>
                </a:cubicBezTo>
                <a:cubicBezTo>
                  <a:pt x="1987" y="19577"/>
                  <a:pt x="2773" y="20994"/>
                  <a:pt x="3599" y="22390"/>
                </a:cubicBezTo>
                <a:cubicBezTo>
                  <a:pt x="5248" y="25185"/>
                  <a:pt x="7051" y="27880"/>
                  <a:pt x="8980" y="30488"/>
                </a:cubicBezTo>
                <a:cubicBezTo>
                  <a:pt x="9128" y="30689"/>
                  <a:pt x="9332" y="30810"/>
                  <a:pt x="9556" y="30810"/>
                </a:cubicBezTo>
                <a:cubicBezTo>
                  <a:pt x="9661" y="30810"/>
                  <a:pt x="9771" y="30783"/>
                  <a:pt x="9882" y="30724"/>
                </a:cubicBezTo>
                <a:lnTo>
                  <a:pt x="33215" y="18348"/>
                </a:lnTo>
                <a:cubicBezTo>
                  <a:pt x="34116" y="17871"/>
                  <a:pt x="35016" y="17394"/>
                  <a:pt x="35917" y="16917"/>
                </a:cubicBezTo>
                <a:cubicBezTo>
                  <a:pt x="36568" y="16569"/>
                  <a:pt x="37474" y="16245"/>
                  <a:pt x="37968" y="15675"/>
                </a:cubicBezTo>
                <a:cubicBezTo>
                  <a:pt x="39019" y="14464"/>
                  <a:pt x="37236" y="12516"/>
                  <a:pt x="36631" y="11474"/>
                </a:cubicBezTo>
                <a:cubicBezTo>
                  <a:pt x="34460" y="7732"/>
                  <a:pt x="32244" y="4018"/>
                  <a:pt x="30100" y="262"/>
                </a:cubicBezTo>
                <a:cubicBezTo>
                  <a:pt x="29998" y="84"/>
                  <a:pt x="29822" y="1"/>
                  <a:pt x="296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52"/>
          <p:cNvSpPr txBox="1">
            <a:spLocks noGrp="1"/>
          </p:cNvSpPr>
          <p:nvPr>
            <p:ph type="title"/>
          </p:nvPr>
        </p:nvSpPr>
        <p:spPr>
          <a:xfrm>
            <a:off x="907470" y="1705233"/>
            <a:ext cx="29178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uFill>
                  <a:noFill/>
                </a:uFill>
                <a:hlinkClick r:id="rId3" action="ppaction://hlinksldjump"/>
              </a:rPr>
              <a:t>Overview</a:t>
            </a:r>
            <a:endParaRPr/>
          </a:p>
        </p:txBody>
      </p:sp>
      <p:sp>
        <p:nvSpPr>
          <p:cNvPr id="336" name="Google Shape;336;p52"/>
          <p:cNvSpPr txBox="1">
            <a:spLocks noGrp="1"/>
          </p:cNvSpPr>
          <p:nvPr>
            <p:ph type="subTitle" idx="1"/>
          </p:nvPr>
        </p:nvSpPr>
        <p:spPr>
          <a:xfrm>
            <a:off x="929350" y="2161275"/>
            <a:ext cx="2874000"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Describe the topic of the section here</a:t>
            </a:r>
            <a:endParaRPr/>
          </a:p>
        </p:txBody>
      </p:sp>
      <p:sp>
        <p:nvSpPr>
          <p:cNvPr id="337" name="Google Shape;337;p52"/>
          <p:cNvSpPr txBox="1">
            <a:spLocks noGrp="1"/>
          </p:cNvSpPr>
          <p:nvPr>
            <p:ph type="title" idx="2"/>
          </p:nvPr>
        </p:nvSpPr>
        <p:spPr>
          <a:xfrm>
            <a:off x="5318730" y="1705233"/>
            <a:ext cx="29178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uFill>
                  <a:noFill/>
                </a:uFill>
                <a:hlinkClick r:id="rId4" action="ppaction://hlinksldjump"/>
              </a:rPr>
              <a:t>Assignment</a:t>
            </a:r>
            <a:endParaRPr/>
          </a:p>
        </p:txBody>
      </p:sp>
      <p:sp>
        <p:nvSpPr>
          <p:cNvPr id="338" name="Google Shape;338;p52"/>
          <p:cNvSpPr txBox="1">
            <a:spLocks noGrp="1"/>
          </p:cNvSpPr>
          <p:nvPr>
            <p:ph type="subTitle" idx="3"/>
          </p:nvPr>
        </p:nvSpPr>
        <p:spPr>
          <a:xfrm>
            <a:off x="5340612" y="2161275"/>
            <a:ext cx="2874000"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Describe the topic of the section here</a:t>
            </a:r>
            <a:endParaRPr/>
          </a:p>
          <a:p>
            <a:pPr marL="0" lvl="0" indent="0" algn="ctr" rtl="0">
              <a:spcBef>
                <a:spcPts val="0"/>
              </a:spcBef>
              <a:spcAft>
                <a:spcPts val="0"/>
              </a:spcAft>
              <a:buNone/>
            </a:pPr>
            <a:endParaRPr/>
          </a:p>
        </p:txBody>
      </p:sp>
      <p:sp>
        <p:nvSpPr>
          <p:cNvPr id="339" name="Google Shape;339;p52"/>
          <p:cNvSpPr txBox="1">
            <a:spLocks noGrp="1"/>
          </p:cNvSpPr>
          <p:nvPr>
            <p:ph type="title" idx="4"/>
          </p:nvPr>
        </p:nvSpPr>
        <p:spPr>
          <a:xfrm>
            <a:off x="907470" y="3221098"/>
            <a:ext cx="29178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uFill>
                  <a:noFill/>
                </a:uFill>
                <a:hlinkClick r:id="rId5" action="ppaction://hlinksldjump"/>
              </a:rPr>
              <a:t>Topic features</a:t>
            </a:r>
            <a:endParaRPr/>
          </a:p>
        </p:txBody>
      </p:sp>
      <p:sp>
        <p:nvSpPr>
          <p:cNvPr id="340" name="Google Shape;340;p52"/>
          <p:cNvSpPr txBox="1">
            <a:spLocks noGrp="1"/>
          </p:cNvSpPr>
          <p:nvPr>
            <p:ph type="subTitle" idx="5"/>
          </p:nvPr>
        </p:nvSpPr>
        <p:spPr>
          <a:xfrm>
            <a:off x="929350" y="3685875"/>
            <a:ext cx="2874000"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Describe the topic of the section here</a:t>
            </a:r>
            <a:endParaRPr/>
          </a:p>
          <a:p>
            <a:pPr marL="0" lvl="0" indent="0" algn="ctr" rtl="0">
              <a:spcBef>
                <a:spcPts val="0"/>
              </a:spcBef>
              <a:spcAft>
                <a:spcPts val="0"/>
              </a:spcAft>
              <a:buNone/>
            </a:pPr>
            <a:endParaRPr/>
          </a:p>
        </p:txBody>
      </p:sp>
      <p:sp>
        <p:nvSpPr>
          <p:cNvPr id="341" name="Google Shape;341;p52"/>
          <p:cNvSpPr txBox="1">
            <a:spLocks noGrp="1"/>
          </p:cNvSpPr>
          <p:nvPr>
            <p:ph type="title" idx="6"/>
          </p:nvPr>
        </p:nvSpPr>
        <p:spPr>
          <a:xfrm>
            <a:off x="5318730" y="3221098"/>
            <a:ext cx="29178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uFill>
                  <a:noFill/>
                </a:uFill>
                <a:hlinkClick r:id="rId6" action="ppaction://hlinksldjump"/>
              </a:rPr>
              <a:t>About the topic</a:t>
            </a:r>
            <a:endParaRPr/>
          </a:p>
        </p:txBody>
      </p:sp>
      <p:sp>
        <p:nvSpPr>
          <p:cNvPr id="342" name="Google Shape;342;p52"/>
          <p:cNvSpPr txBox="1">
            <a:spLocks noGrp="1"/>
          </p:cNvSpPr>
          <p:nvPr>
            <p:ph type="subTitle" idx="7"/>
          </p:nvPr>
        </p:nvSpPr>
        <p:spPr>
          <a:xfrm>
            <a:off x="5340612" y="3685874"/>
            <a:ext cx="2874000"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Describe the topic of the section here</a:t>
            </a:r>
            <a:endParaRPr/>
          </a:p>
          <a:p>
            <a:pPr marL="0" lvl="0" indent="0" algn="ctr" rtl="0">
              <a:spcBef>
                <a:spcPts val="0"/>
              </a:spcBef>
              <a:spcAft>
                <a:spcPts val="0"/>
              </a:spcAft>
              <a:buNone/>
            </a:pPr>
            <a:endParaRPr/>
          </a:p>
        </p:txBody>
      </p:sp>
      <p:pic>
        <p:nvPicPr>
          <p:cNvPr id="343" name="Google Shape;343;p52"/>
          <p:cNvPicPr preferRelativeResize="0"/>
          <p:nvPr/>
        </p:nvPicPr>
        <p:blipFill>
          <a:blip r:embed="rId7">
            <a:alphaModFix amt="80000"/>
          </a:blip>
          <a:stretch>
            <a:fillRect/>
          </a:stretch>
        </p:blipFill>
        <p:spPr>
          <a:xfrm rot="-8782544" flipH="1">
            <a:off x="2490549" y="1039473"/>
            <a:ext cx="1124399" cy="51003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35"/>
                                        </p:tgtEl>
                                        <p:attrNameLst>
                                          <p:attrName>style.visibility</p:attrName>
                                        </p:attrNameLst>
                                      </p:cBhvr>
                                      <p:to>
                                        <p:strVal val="visible"/>
                                      </p:to>
                                    </p:set>
                                    <p:anim calcmode="lin" valueType="num">
                                      <p:cBhvr additive="base">
                                        <p:cTn id="7" dur="1000"/>
                                        <p:tgtEl>
                                          <p:spTgt spid="33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36"/>
                                        </p:tgtEl>
                                        <p:attrNameLst>
                                          <p:attrName>style.visibility</p:attrName>
                                        </p:attrNameLst>
                                      </p:cBhvr>
                                      <p:to>
                                        <p:strVal val="visible"/>
                                      </p:to>
                                    </p:set>
                                    <p:anim calcmode="lin" valueType="num">
                                      <p:cBhvr additive="base">
                                        <p:cTn id="10" dur="1000"/>
                                        <p:tgtEl>
                                          <p:spTgt spid="336"/>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339"/>
                                        </p:tgtEl>
                                        <p:attrNameLst>
                                          <p:attrName>style.visibility</p:attrName>
                                        </p:attrNameLst>
                                      </p:cBhvr>
                                      <p:to>
                                        <p:strVal val="visible"/>
                                      </p:to>
                                    </p:set>
                                    <p:anim calcmode="lin" valueType="num">
                                      <p:cBhvr additive="base">
                                        <p:cTn id="13" dur="1000"/>
                                        <p:tgtEl>
                                          <p:spTgt spid="339"/>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40"/>
                                        </p:tgtEl>
                                        <p:attrNameLst>
                                          <p:attrName>style.visibility</p:attrName>
                                        </p:attrNameLst>
                                      </p:cBhvr>
                                      <p:to>
                                        <p:strVal val="visible"/>
                                      </p:to>
                                    </p:set>
                                    <p:anim calcmode="lin" valueType="num">
                                      <p:cBhvr additive="base">
                                        <p:cTn id="16" dur="1000"/>
                                        <p:tgtEl>
                                          <p:spTgt spid="340"/>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37"/>
                                        </p:tgtEl>
                                        <p:attrNameLst>
                                          <p:attrName>style.visibility</p:attrName>
                                        </p:attrNameLst>
                                      </p:cBhvr>
                                      <p:to>
                                        <p:strVal val="visible"/>
                                      </p:to>
                                    </p:set>
                                    <p:anim calcmode="lin" valueType="num">
                                      <p:cBhvr additive="base">
                                        <p:cTn id="19" dur="1000"/>
                                        <p:tgtEl>
                                          <p:spTgt spid="337"/>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38"/>
                                        </p:tgtEl>
                                        <p:attrNameLst>
                                          <p:attrName>style.visibility</p:attrName>
                                        </p:attrNameLst>
                                      </p:cBhvr>
                                      <p:to>
                                        <p:strVal val="visible"/>
                                      </p:to>
                                    </p:set>
                                    <p:anim calcmode="lin" valueType="num">
                                      <p:cBhvr additive="base">
                                        <p:cTn id="22" dur="1000"/>
                                        <p:tgtEl>
                                          <p:spTgt spid="338"/>
                                        </p:tgtEl>
                                        <p:attrNameLst>
                                          <p:attrName>ppt_y</p:attrName>
                                        </p:attrNameLst>
                                      </p:cBhvr>
                                      <p:tavLst>
                                        <p:tav tm="0">
                                          <p:val>
                                            <p:strVal val="#ppt_y+1"/>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41"/>
                                        </p:tgtEl>
                                        <p:attrNameLst>
                                          <p:attrName>style.visibility</p:attrName>
                                        </p:attrNameLst>
                                      </p:cBhvr>
                                      <p:to>
                                        <p:strVal val="visible"/>
                                      </p:to>
                                    </p:set>
                                    <p:anim calcmode="lin" valueType="num">
                                      <p:cBhvr additive="base">
                                        <p:cTn id="25" dur="1000"/>
                                        <p:tgtEl>
                                          <p:spTgt spid="341"/>
                                        </p:tgtEl>
                                        <p:attrNameLst>
                                          <p:attrName>ppt_y</p:attrName>
                                        </p:attrNameLst>
                                      </p:cBhvr>
                                      <p:tavLst>
                                        <p:tav tm="0">
                                          <p:val>
                                            <p:strVal val="#ppt_y+1"/>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42"/>
                                        </p:tgtEl>
                                        <p:attrNameLst>
                                          <p:attrName>style.visibility</p:attrName>
                                        </p:attrNameLst>
                                      </p:cBhvr>
                                      <p:to>
                                        <p:strVal val="visible"/>
                                      </p:to>
                                    </p:set>
                                    <p:anim calcmode="lin" valueType="num">
                                      <p:cBhvr additive="base">
                                        <p:cTn id="28" dur="1000"/>
                                        <p:tgtEl>
                                          <p:spTgt spid="3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53"/>
          <p:cNvPicPr preferRelativeResize="0"/>
          <p:nvPr/>
        </p:nvPicPr>
        <p:blipFill>
          <a:blip r:embed="rId3">
            <a:alphaModFix amt="86000"/>
          </a:blip>
          <a:stretch>
            <a:fillRect/>
          </a:stretch>
        </p:blipFill>
        <p:spPr>
          <a:xfrm rot="1344117">
            <a:off x="3823925" y="1324475"/>
            <a:ext cx="1496149" cy="1160650"/>
          </a:xfrm>
          <a:prstGeom prst="rect">
            <a:avLst/>
          </a:prstGeom>
          <a:noFill/>
          <a:ln>
            <a:noFill/>
          </a:ln>
        </p:spPr>
      </p:pic>
      <p:sp>
        <p:nvSpPr>
          <p:cNvPr id="349" name="Google Shape;349;p53"/>
          <p:cNvSpPr txBox="1">
            <a:spLocks noGrp="1"/>
          </p:cNvSpPr>
          <p:nvPr>
            <p:ph type="title" idx="2"/>
          </p:nvPr>
        </p:nvSpPr>
        <p:spPr>
          <a:xfrm>
            <a:off x="3778200" y="1403800"/>
            <a:ext cx="1587600" cy="10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pic>
        <p:nvPicPr>
          <p:cNvPr id="350" name="Google Shape;350;p53"/>
          <p:cNvPicPr preferRelativeResize="0"/>
          <p:nvPr/>
        </p:nvPicPr>
        <p:blipFill rotWithShape="1">
          <a:blip r:embed="rId4">
            <a:alphaModFix/>
          </a:blip>
          <a:srcRect t="16970" r="8892" b="21025"/>
          <a:stretch/>
        </p:blipFill>
        <p:spPr>
          <a:xfrm rot="10800000">
            <a:off x="833700" y="1225600"/>
            <a:ext cx="2036850" cy="810276"/>
          </a:xfrm>
          <a:prstGeom prst="rect">
            <a:avLst/>
          </a:prstGeom>
          <a:noFill/>
          <a:ln>
            <a:noFill/>
          </a:ln>
        </p:spPr>
      </p:pic>
      <p:pic>
        <p:nvPicPr>
          <p:cNvPr id="351" name="Google Shape;351;p53"/>
          <p:cNvPicPr preferRelativeResize="0"/>
          <p:nvPr/>
        </p:nvPicPr>
        <p:blipFill rotWithShape="1">
          <a:blip r:embed="rId5">
            <a:alphaModFix/>
          </a:blip>
          <a:srcRect t="16734" r="8892" b="18300"/>
          <a:stretch/>
        </p:blipFill>
        <p:spPr>
          <a:xfrm rot="10800000">
            <a:off x="833700" y="1737957"/>
            <a:ext cx="2036850" cy="846042"/>
          </a:xfrm>
          <a:prstGeom prst="rect">
            <a:avLst/>
          </a:prstGeom>
          <a:noFill/>
          <a:ln>
            <a:noFill/>
          </a:ln>
        </p:spPr>
      </p:pic>
      <p:sp>
        <p:nvSpPr>
          <p:cNvPr id="352" name="Google Shape;352;p53"/>
          <p:cNvSpPr txBox="1">
            <a:spLocks noGrp="1"/>
          </p:cNvSpPr>
          <p:nvPr>
            <p:ph type="title"/>
          </p:nvPr>
        </p:nvSpPr>
        <p:spPr>
          <a:xfrm>
            <a:off x="2673000" y="2550900"/>
            <a:ext cx="3798000" cy="81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OVERVIEW</a:t>
            </a:r>
            <a:endParaRPr/>
          </a:p>
        </p:txBody>
      </p:sp>
      <p:sp>
        <p:nvSpPr>
          <p:cNvPr id="353" name="Google Shape;353;p53"/>
          <p:cNvSpPr txBox="1">
            <a:spLocks noGrp="1"/>
          </p:cNvSpPr>
          <p:nvPr>
            <p:ph type="subTitle" idx="1"/>
          </p:nvPr>
        </p:nvSpPr>
        <p:spPr>
          <a:xfrm>
            <a:off x="2937741" y="3307350"/>
            <a:ext cx="3268500" cy="7926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You can enter a subtitle here if you need it</a:t>
            </a:r>
            <a:endParaRPr/>
          </a:p>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49"/>
                                        </p:tgtEl>
                                        <p:attrNameLst>
                                          <p:attrName>style.visibility</p:attrName>
                                        </p:attrNameLst>
                                      </p:cBhvr>
                                      <p:to>
                                        <p:strVal val="visible"/>
                                      </p:to>
                                    </p:set>
                                    <p:animEffect transition="in" filter="fade">
                                      <p:cBhvr>
                                        <p:cTn id="7" dur="1000"/>
                                        <p:tgtEl>
                                          <p:spTgt spid="349"/>
                                        </p:tgtEl>
                                      </p:cBhvr>
                                    </p:animEffect>
                                  </p:childTnLst>
                                </p:cTn>
                              </p:par>
                            </p:childTnLst>
                          </p:cTn>
                        </p:par>
                        <p:par>
                          <p:cTn id="8" fill="hold">
                            <p:stCondLst>
                              <p:cond delay="1000"/>
                            </p:stCondLst>
                            <p:childTnLst>
                              <p:par>
                                <p:cTn id="9" presetID="2" presetClass="entr" presetSubtype="4" fill="hold" nodeType="afterEffect">
                                  <p:stCondLst>
                                    <p:cond delay="0"/>
                                  </p:stCondLst>
                                  <p:childTnLst>
                                    <p:set>
                                      <p:cBhvr>
                                        <p:cTn id="10" dur="1" fill="hold">
                                          <p:stCondLst>
                                            <p:cond delay="0"/>
                                          </p:stCondLst>
                                        </p:cTn>
                                        <p:tgtEl>
                                          <p:spTgt spid="353"/>
                                        </p:tgtEl>
                                        <p:attrNameLst>
                                          <p:attrName>style.visibility</p:attrName>
                                        </p:attrNameLst>
                                      </p:cBhvr>
                                      <p:to>
                                        <p:strVal val="visible"/>
                                      </p:to>
                                    </p:set>
                                    <p:anim calcmode="lin" valueType="num">
                                      <p:cBhvr additive="base">
                                        <p:cTn id="11" dur="1000"/>
                                        <p:tgtEl>
                                          <p:spTgt spid="353"/>
                                        </p:tgtEl>
                                        <p:attrNameLst>
                                          <p:attrName>ppt_y</p:attrName>
                                        </p:attrNameLst>
                                      </p:cBhvr>
                                      <p:tavLst>
                                        <p:tav tm="0">
                                          <p:val>
                                            <p:strVal val="#ppt_y+1"/>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352"/>
                                        </p:tgtEl>
                                        <p:attrNameLst>
                                          <p:attrName>style.visibility</p:attrName>
                                        </p:attrNameLst>
                                      </p:cBhvr>
                                      <p:to>
                                        <p:strVal val="visible"/>
                                      </p:to>
                                    </p:set>
                                    <p:anim calcmode="lin" valueType="num">
                                      <p:cBhvr additive="base">
                                        <p:cTn id="14" dur="1000"/>
                                        <p:tgtEl>
                                          <p:spTgt spid="3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4"/>
          <p:cNvSpPr txBox="1">
            <a:spLocks noGrp="1"/>
          </p:cNvSpPr>
          <p:nvPr>
            <p:ph type="body" idx="1"/>
          </p:nvPr>
        </p:nvSpPr>
        <p:spPr>
          <a:xfrm>
            <a:off x="996375" y="1900525"/>
            <a:ext cx="2901600" cy="2270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Neptune is the farthest planet from the Sun and also the fourth-largest by diameter in the entire Solar System</a:t>
            </a:r>
            <a:endParaRPr sz="2000"/>
          </a:p>
        </p:txBody>
      </p:sp>
      <p:sp>
        <p:nvSpPr>
          <p:cNvPr id="359" name="Google Shape;359;p54"/>
          <p:cNvSpPr txBox="1">
            <a:spLocks noGrp="1"/>
          </p:cNvSpPr>
          <p:nvPr>
            <p:ph type="title"/>
          </p:nvPr>
        </p:nvSpPr>
        <p:spPr>
          <a:xfrm>
            <a:off x="1002325" y="711181"/>
            <a:ext cx="240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pic>
        <p:nvPicPr>
          <p:cNvPr id="360" name="Google Shape;360;p54"/>
          <p:cNvPicPr preferRelativeResize="0"/>
          <p:nvPr/>
        </p:nvPicPr>
        <p:blipFill>
          <a:blip r:embed="rId3">
            <a:alphaModFix amt="56000"/>
          </a:blip>
          <a:stretch>
            <a:fillRect/>
          </a:stretch>
        </p:blipFill>
        <p:spPr>
          <a:xfrm rot="10800000">
            <a:off x="1124175" y="1103650"/>
            <a:ext cx="1918825" cy="216200"/>
          </a:xfrm>
          <a:prstGeom prst="rect">
            <a:avLst/>
          </a:prstGeom>
          <a:noFill/>
          <a:ln>
            <a:noFill/>
          </a:ln>
        </p:spPr>
      </p:pic>
      <p:pic>
        <p:nvPicPr>
          <p:cNvPr id="361" name="Google Shape;361;p54"/>
          <p:cNvPicPr preferRelativeResize="0"/>
          <p:nvPr/>
        </p:nvPicPr>
        <p:blipFill rotWithShape="1">
          <a:blip r:embed="rId4">
            <a:alphaModFix/>
          </a:blip>
          <a:srcRect l="8880" r="18745"/>
          <a:stretch/>
        </p:blipFill>
        <p:spPr>
          <a:xfrm rot="473094">
            <a:off x="6001750" y="2654026"/>
            <a:ext cx="1844901" cy="1699400"/>
          </a:xfrm>
          <a:prstGeom prst="rect">
            <a:avLst/>
          </a:prstGeom>
          <a:noFill/>
          <a:ln>
            <a:noFill/>
          </a:ln>
          <a:effectLst>
            <a:outerShdw blurRad="57150" dist="19050" dir="5400000" algn="bl" rotWithShape="0">
              <a:srgbClr val="000000">
                <a:alpha val="50000"/>
              </a:srgbClr>
            </a:outerShdw>
          </a:effectLst>
        </p:spPr>
      </p:pic>
      <p:sp>
        <p:nvSpPr>
          <p:cNvPr id="362" name="Google Shape;362;p54"/>
          <p:cNvSpPr/>
          <p:nvPr/>
        </p:nvSpPr>
        <p:spPr>
          <a:xfrm rot="-391042">
            <a:off x="5665714" y="2448475"/>
            <a:ext cx="1101258" cy="649000"/>
          </a:xfrm>
          <a:custGeom>
            <a:avLst/>
            <a:gdLst/>
            <a:ahLst/>
            <a:cxnLst/>
            <a:rect l="l" t="t" r="r" b="b"/>
            <a:pathLst>
              <a:path w="44052" h="25961" extrusionOk="0">
                <a:moveTo>
                  <a:pt x="0" y="15402"/>
                </a:moveTo>
                <a:lnTo>
                  <a:pt x="40035" y="0"/>
                </a:lnTo>
                <a:cubicBezTo>
                  <a:pt x="40035" y="0"/>
                  <a:pt x="39175" y="1442"/>
                  <a:pt x="39491" y="2221"/>
                </a:cubicBezTo>
                <a:cubicBezTo>
                  <a:pt x="39806" y="2993"/>
                  <a:pt x="41434" y="3418"/>
                  <a:pt x="41434" y="3418"/>
                </a:cubicBezTo>
                <a:cubicBezTo>
                  <a:pt x="41434" y="3418"/>
                  <a:pt x="40574" y="5040"/>
                  <a:pt x="41047" y="5753"/>
                </a:cubicBezTo>
                <a:cubicBezTo>
                  <a:pt x="41521" y="6466"/>
                  <a:pt x="42609" y="7168"/>
                  <a:pt x="42609" y="7168"/>
                </a:cubicBezTo>
                <a:cubicBezTo>
                  <a:pt x="42609" y="7168"/>
                  <a:pt x="41510" y="9791"/>
                  <a:pt x="44051" y="10684"/>
                </a:cubicBezTo>
                <a:lnTo>
                  <a:pt x="4327" y="25960"/>
                </a:lnTo>
                <a:cubicBezTo>
                  <a:pt x="4327" y="25960"/>
                  <a:pt x="4958" y="24252"/>
                  <a:pt x="4703" y="23631"/>
                </a:cubicBezTo>
                <a:cubicBezTo>
                  <a:pt x="4447" y="23011"/>
                  <a:pt x="2885" y="22439"/>
                  <a:pt x="2885" y="22439"/>
                </a:cubicBezTo>
                <a:cubicBezTo>
                  <a:pt x="2885" y="22439"/>
                  <a:pt x="3767" y="20752"/>
                  <a:pt x="3380" y="19816"/>
                </a:cubicBezTo>
                <a:cubicBezTo>
                  <a:pt x="2999" y="18885"/>
                  <a:pt x="1524" y="18526"/>
                  <a:pt x="1524" y="18526"/>
                </a:cubicBezTo>
                <a:cubicBezTo>
                  <a:pt x="1524" y="18526"/>
                  <a:pt x="2237" y="17514"/>
                  <a:pt x="1873" y="16638"/>
                </a:cubicBezTo>
                <a:cubicBezTo>
                  <a:pt x="1513" y="15761"/>
                  <a:pt x="0" y="15402"/>
                  <a:pt x="0" y="15402"/>
                </a:cubicBez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3" name="Google Shape;363;p54"/>
          <p:cNvPicPr preferRelativeResize="0"/>
          <p:nvPr/>
        </p:nvPicPr>
        <p:blipFill>
          <a:blip r:embed="rId5">
            <a:alphaModFix/>
          </a:blip>
          <a:stretch>
            <a:fillRect/>
          </a:stretch>
        </p:blipFill>
        <p:spPr>
          <a:xfrm>
            <a:off x="5860267" y="1103650"/>
            <a:ext cx="1999856" cy="1334776"/>
          </a:xfrm>
          <a:prstGeom prst="rect">
            <a:avLst/>
          </a:prstGeom>
          <a:noFill/>
          <a:ln>
            <a:noFill/>
          </a:ln>
          <a:effectLst>
            <a:outerShdw blurRad="57150" dist="19050" dir="5400000" algn="bl" rotWithShape="0">
              <a:srgbClr val="000000">
                <a:alpha val="50000"/>
              </a:srgbClr>
            </a:outerShdw>
          </a:effectLst>
        </p:spPr>
      </p:pic>
      <p:sp>
        <p:nvSpPr>
          <p:cNvPr id="364" name="Google Shape;364;p54"/>
          <p:cNvSpPr/>
          <p:nvPr/>
        </p:nvSpPr>
        <p:spPr>
          <a:xfrm rot="-2148808">
            <a:off x="5649174" y="1078575"/>
            <a:ext cx="647414" cy="266322"/>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65" name="Google Shape;365;p54"/>
          <p:cNvSpPr/>
          <p:nvPr/>
        </p:nvSpPr>
        <p:spPr>
          <a:xfrm>
            <a:off x="7449875" y="914336"/>
            <a:ext cx="504629" cy="656495"/>
          </a:xfrm>
          <a:custGeom>
            <a:avLst/>
            <a:gdLst/>
            <a:ahLst/>
            <a:cxnLst/>
            <a:rect l="l" t="t" r="r" b="b"/>
            <a:pathLst>
              <a:path w="28231" h="36727" extrusionOk="0">
                <a:moveTo>
                  <a:pt x="9835" y="1"/>
                </a:moveTo>
                <a:cubicBezTo>
                  <a:pt x="9835" y="1"/>
                  <a:pt x="9694" y="1552"/>
                  <a:pt x="8877" y="2031"/>
                </a:cubicBezTo>
                <a:cubicBezTo>
                  <a:pt x="8631" y="2175"/>
                  <a:pt x="8359" y="2226"/>
                  <a:pt x="8099" y="2226"/>
                </a:cubicBezTo>
                <a:cubicBezTo>
                  <a:pt x="7495" y="2226"/>
                  <a:pt x="6956" y="1955"/>
                  <a:pt x="6956" y="1955"/>
                </a:cubicBezTo>
                <a:cubicBezTo>
                  <a:pt x="6956" y="1955"/>
                  <a:pt x="6815" y="3468"/>
                  <a:pt x="5944" y="3979"/>
                </a:cubicBezTo>
                <a:cubicBezTo>
                  <a:pt x="5694" y="4127"/>
                  <a:pt x="5367" y="4179"/>
                  <a:pt x="5027" y="4179"/>
                </a:cubicBezTo>
                <a:cubicBezTo>
                  <a:pt x="4189" y="4179"/>
                  <a:pt x="3277" y="3860"/>
                  <a:pt x="3277" y="3860"/>
                </a:cubicBezTo>
                <a:cubicBezTo>
                  <a:pt x="3277" y="3860"/>
                  <a:pt x="2940" y="5492"/>
                  <a:pt x="2363" y="5830"/>
                </a:cubicBezTo>
                <a:cubicBezTo>
                  <a:pt x="2184" y="5936"/>
                  <a:pt x="1888" y="5973"/>
                  <a:pt x="1566" y="5973"/>
                </a:cubicBezTo>
                <a:cubicBezTo>
                  <a:pt x="850" y="5973"/>
                  <a:pt x="1" y="5792"/>
                  <a:pt x="1" y="5792"/>
                </a:cubicBezTo>
                <a:lnTo>
                  <a:pt x="1" y="5792"/>
                </a:lnTo>
                <a:lnTo>
                  <a:pt x="18233" y="36726"/>
                </a:lnTo>
                <a:cubicBezTo>
                  <a:pt x="18569" y="35013"/>
                  <a:pt x="19849" y="34712"/>
                  <a:pt x="20707" y="34712"/>
                </a:cubicBezTo>
                <a:cubicBezTo>
                  <a:pt x="21170" y="34712"/>
                  <a:pt x="21509" y="34800"/>
                  <a:pt x="21509" y="34800"/>
                </a:cubicBezTo>
                <a:cubicBezTo>
                  <a:pt x="21509" y="34800"/>
                  <a:pt x="22048" y="33624"/>
                  <a:pt x="22685" y="33053"/>
                </a:cubicBezTo>
                <a:cubicBezTo>
                  <a:pt x="22886" y="32873"/>
                  <a:pt x="23195" y="32811"/>
                  <a:pt x="23525" y="32811"/>
                </a:cubicBezTo>
                <a:cubicBezTo>
                  <a:pt x="24241" y="32811"/>
                  <a:pt x="25052" y="33102"/>
                  <a:pt x="25052" y="33102"/>
                </a:cubicBezTo>
                <a:cubicBezTo>
                  <a:pt x="25052" y="33102"/>
                  <a:pt x="25237" y="31431"/>
                  <a:pt x="25961" y="31006"/>
                </a:cubicBezTo>
                <a:cubicBezTo>
                  <a:pt x="26140" y="30901"/>
                  <a:pt x="26369" y="30861"/>
                  <a:pt x="26614" y="30861"/>
                </a:cubicBezTo>
                <a:cubicBezTo>
                  <a:pt x="27354" y="30861"/>
                  <a:pt x="28231" y="31224"/>
                  <a:pt x="28231" y="31224"/>
                </a:cubicBezTo>
                <a:lnTo>
                  <a:pt x="9835" y="1"/>
                </a:ln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pic>
        <p:nvPicPr>
          <p:cNvPr id="366" name="Google Shape;366;p54"/>
          <p:cNvPicPr preferRelativeResize="0"/>
          <p:nvPr/>
        </p:nvPicPr>
        <p:blipFill>
          <a:blip r:embed="rId6">
            <a:alphaModFix amt="80000"/>
          </a:blip>
          <a:stretch>
            <a:fillRect/>
          </a:stretch>
        </p:blipFill>
        <p:spPr>
          <a:xfrm rot="6023610" flipH="1">
            <a:off x="4575756" y="2456753"/>
            <a:ext cx="1579416" cy="71644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1"/>
                                        </p:tgtEl>
                                        <p:attrNameLst>
                                          <p:attrName>style.visibility</p:attrName>
                                        </p:attrNameLst>
                                      </p:cBhvr>
                                      <p:to>
                                        <p:strVal val="visible"/>
                                      </p:to>
                                    </p:set>
                                    <p:animEffect transition="in" filter="fade">
                                      <p:cBhvr>
                                        <p:cTn id="7" dur="1000"/>
                                        <p:tgtEl>
                                          <p:spTgt spid="361"/>
                                        </p:tgtEl>
                                      </p:cBhvr>
                                    </p:animEffect>
                                  </p:childTnLst>
                                </p:cTn>
                              </p:par>
                              <p:par>
                                <p:cTn id="8" presetID="10" presetClass="entr" presetSubtype="0" fill="hold" nodeType="withEffect">
                                  <p:stCondLst>
                                    <p:cond delay="0"/>
                                  </p:stCondLst>
                                  <p:childTnLst>
                                    <p:set>
                                      <p:cBhvr>
                                        <p:cTn id="9" dur="1" fill="hold">
                                          <p:stCondLst>
                                            <p:cond delay="0"/>
                                          </p:stCondLst>
                                        </p:cTn>
                                        <p:tgtEl>
                                          <p:spTgt spid="362"/>
                                        </p:tgtEl>
                                        <p:attrNameLst>
                                          <p:attrName>style.visibility</p:attrName>
                                        </p:attrNameLst>
                                      </p:cBhvr>
                                      <p:to>
                                        <p:strVal val="visible"/>
                                      </p:to>
                                    </p:set>
                                    <p:animEffect transition="in" filter="fade">
                                      <p:cBhvr>
                                        <p:cTn id="10" dur="1000"/>
                                        <p:tgtEl>
                                          <p:spTgt spid="362"/>
                                        </p:tgtEl>
                                      </p:cBhvr>
                                    </p:animEffect>
                                  </p:childTnLst>
                                </p:cTn>
                              </p:par>
                              <p:par>
                                <p:cTn id="11" presetID="10" presetClass="entr" presetSubtype="0" fill="hold" nodeType="withEffect">
                                  <p:stCondLst>
                                    <p:cond delay="0"/>
                                  </p:stCondLst>
                                  <p:childTnLst>
                                    <p:set>
                                      <p:cBhvr>
                                        <p:cTn id="12" dur="1" fill="hold">
                                          <p:stCondLst>
                                            <p:cond delay="0"/>
                                          </p:stCondLst>
                                        </p:cTn>
                                        <p:tgtEl>
                                          <p:spTgt spid="363"/>
                                        </p:tgtEl>
                                        <p:attrNameLst>
                                          <p:attrName>style.visibility</p:attrName>
                                        </p:attrNameLst>
                                      </p:cBhvr>
                                      <p:to>
                                        <p:strVal val="visible"/>
                                      </p:to>
                                    </p:set>
                                    <p:animEffect transition="in" filter="fade">
                                      <p:cBhvr>
                                        <p:cTn id="13" dur="1000"/>
                                        <p:tgtEl>
                                          <p:spTgt spid="363"/>
                                        </p:tgtEl>
                                      </p:cBhvr>
                                    </p:animEffect>
                                  </p:childTnLst>
                                </p:cTn>
                              </p:par>
                              <p:par>
                                <p:cTn id="14" presetID="10" presetClass="entr" presetSubtype="0" fill="hold" nodeType="withEffect">
                                  <p:stCondLst>
                                    <p:cond delay="0"/>
                                  </p:stCondLst>
                                  <p:childTnLst>
                                    <p:set>
                                      <p:cBhvr>
                                        <p:cTn id="15" dur="1" fill="hold">
                                          <p:stCondLst>
                                            <p:cond delay="0"/>
                                          </p:stCondLst>
                                        </p:cTn>
                                        <p:tgtEl>
                                          <p:spTgt spid="364"/>
                                        </p:tgtEl>
                                        <p:attrNameLst>
                                          <p:attrName>style.visibility</p:attrName>
                                        </p:attrNameLst>
                                      </p:cBhvr>
                                      <p:to>
                                        <p:strVal val="visible"/>
                                      </p:to>
                                    </p:set>
                                    <p:animEffect transition="in" filter="fade">
                                      <p:cBhvr>
                                        <p:cTn id="16" dur="1000"/>
                                        <p:tgtEl>
                                          <p:spTgt spid="364"/>
                                        </p:tgtEl>
                                      </p:cBhvr>
                                    </p:animEffect>
                                  </p:childTnLst>
                                </p:cTn>
                              </p:par>
                              <p:par>
                                <p:cTn id="17" presetID="10" presetClass="entr" presetSubtype="0" fill="hold" nodeType="withEffect">
                                  <p:stCondLst>
                                    <p:cond delay="0"/>
                                  </p:stCondLst>
                                  <p:childTnLst>
                                    <p:set>
                                      <p:cBhvr>
                                        <p:cTn id="18" dur="1" fill="hold">
                                          <p:stCondLst>
                                            <p:cond delay="0"/>
                                          </p:stCondLst>
                                        </p:cTn>
                                        <p:tgtEl>
                                          <p:spTgt spid="365"/>
                                        </p:tgtEl>
                                        <p:attrNameLst>
                                          <p:attrName>style.visibility</p:attrName>
                                        </p:attrNameLst>
                                      </p:cBhvr>
                                      <p:to>
                                        <p:strVal val="visible"/>
                                      </p:to>
                                    </p:set>
                                    <p:animEffect transition="in" filter="fade">
                                      <p:cBhvr>
                                        <p:cTn id="19" dur="1000"/>
                                        <p:tgtEl>
                                          <p:spTgt spid="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5"/>
          <p:cNvSpPr txBox="1">
            <a:spLocks noGrp="1"/>
          </p:cNvSpPr>
          <p:nvPr>
            <p:ph type="body" idx="1"/>
          </p:nvPr>
        </p:nvSpPr>
        <p:spPr>
          <a:xfrm>
            <a:off x="2649000" y="2142600"/>
            <a:ext cx="3846000" cy="1891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You can give a brief description of the topic you want to talk about here. For example, if you want to talk about Mercury, you can say that it’s the smallest planet in the entire Solar System</a:t>
            </a:r>
            <a:endParaRPr/>
          </a:p>
        </p:txBody>
      </p:sp>
      <p:sp>
        <p:nvSpPr>
          <p:cNvPr id="372" name="Google Shape;372;p55"/>
          <p:cNvSpPr txBox="1">
            <a:spLocks noGrp="1"/>
          </p:cNvSpPr>
          <p:nvPr>
            <p:ph type="title"/>
          </p:nvPr>
        </p:nvSpPr>
        <p:spPr>
          <a:xfrm>
            <a:off x="3127075" y="1366750"/>
            <a:ext cx="2901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a:t>
            </a:r>
            <a:endParaRPr/>
          </a:p>
        </p:txBody>
      </p:sp>
      <p:pic>
        <p:nvPicPr>
          <p:cNvPr id="373" name="Google Shape;373;p55"/>
          <p:cNvPicPr preferRelativeResize="0"/>
          <p:nvPr/>
        </p:nvPicPr>
        <p:blipFill>
          <a:blip r:embed="rId3">
            <a:alphaModFix amt="56000"/>
          </a:blip>
          <a:stretch>
            <a:fillRect/>
          </a:stretch>
        </p:blipFill>
        <p:spPr>
          <a:xfrm rot="10800000">
            <a:off x="3618463" y="1839900"/>
            <a:ext cx="1918825" cy="216200"/>
          </a:xfrm>
          <a:prstGeom prst="rect">
            <a:avLst/>
          </a:prstGeom>
          <a:noFill/>
          <a:ln>
            <a:noFill/>
          </a:ln>
        </p:spPr>
      </p:pic>
      <p:pic>
        <p:nvPicPr>
          <p:cNvPr id="374" name="Google Shape;374;p55"/>
          <p:cNvPicPr preferRelativeResize="0"/>
          <p:nvPr/>
        </p:nvPicPr>
        <p:blipFill rotWithShape="1">
          <a:blip r:embed="rId4">
            <a:alphaModFix/>
          </a:blip>
          <a:srcRect t="16734" r="8892" b="18300"/>
          <a:stretch/>
        </p:blipFill>
        <p:spPr>
          <a:xfrm>
            <a:off x="6385650" y="1079132"/>
            <a:ext cx="2036850" cy="846042"/>
          </a:xfrm>
          <a:prstGeom prst="rect">
            <a:avLst/>
          </a:prstGeom>
          <a:noFill/>
          <a:ln>
            <a:noFill/>
          </a:ln>
        </p:spPr>
      </p:pic>
      <p:pic>
        <p:nvPicPr>
          <p:cNvPr id="375" name="Google Shape;375;p55"/>
          <p:cNvPicPr preferRelativeResize="0"/>
          <p:nvPr/>
        </p:nvPicPr>
        <p:blipFill rotWithShape="1">
          <a:blip r:embed="rId4">
            <a:alphaModFix/>
          </a:blip>
          <a:srcRect t="16734" r="8892" b="18300"/>
          <a:stretch/>
        </p:blipFill>
        <p:spPr>
          <a:xfrm>
            <a:off x="6385650" y="1685357"/>
            <a:ext cx="2036850" cy="84604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71"/>
                                        </p:tgtEl>
                                        <p:attrNameLst>
                                          <p:attrName>style.visibility</p:attrName>
                                        </p:attrNameLst>
                                      </p:cBhvr>
                                      <p:to>
                                        <p:strVal val="visible"/>
                                      </p:to>
                                    </p:set>
                                    <p:animEffect transition="in" filter="fade">
                                      <p:cBhvr>
                                        <p:cTn id="7" dur="1000"/>
                                        <p:tgtEl>
                                          <p:spTgt spid="371"/>
                                        </p:tgtEl>
                                      </p:cBhvr>
                                    </p:animEffect>
                                  </p:childTnLst>
                                </p:cTn>
                              </p:par>
                              <p:par>
                                <p:cTn id="8" presetID="10" presetClass="entr" presetSubtype="0" fill="hold" nodeType="withEffect">
                                  <p:stCondLst>
                                    <p:cond delay="0"/>
                                  </p:stCondLst>
                                  <p:childTnLst>
                                    <p:set>
                                      <p:cBhvr>
                                        <p:cTn id="9" dur="1" fill="hold">
                                          <p:stCondLst>
                                            <p:cond delay="0"/>
                                          </p:stCondLst>
                                        </p:cTn>
                                        <p:tgtEl>
                                          <p:spTgt spid="372"/>
                                        </p:tgtEl>
                                        <p:attrNameLst>
                                          <p:attrName>style.visibility</p:attrName>
                                        </p:attrNameLst>
                                      </p:cBhvr>
                                      <p:to>
                                        <p:strVal val="visible"/>
                                      </p:to>
                                    </p:set>
                                    <p:animEffect transition="in" filter="fade">
                                      <p:cBhvr>
                                        <p:cTn id="10" dur="1000"/>
                                        <p:tgtEl>
                                          <p:spTgt spid="372"/>
                                        </p:tgtEl>
                                      </p:cBhvr>
                                    </p:animEffect>
                                  </p:childTnLst>
                                </p:cTn>
                              </p:par>
                              <p:par>
                                <p:cTn id="11" presetID="10" presetClass="entr" presetSubtype="0" fill="hold" nodeType="withEffect">
                                  <p:stCondLst>
                                    <p:cond delay="0"/>
                                  </p:stCondLst>
                                  <p:childTnLst>
                                    <p:set>
                                      <p:cBhvr>
                                        <p:cTn id="12" dur="1" fill="hold">
                                          <p:stCondLst>
                                            <p:cond delay="0"/>
                                          </p:stCondLst>
                                        </p:cTn>
                                        <p:tgtEl>
                                          <p:spTgt spid="373"/>
                                        </p:tgtEl>
                                        <p:attrNameLst>
                                          <p:attrName>style.visibility</p:attrName>
                                        </p:attrNameLst>
                                      </p:cBhvr>
                                      <p:to>
                                        <p:strVal val="visible"/>
                                      </p:to>
                                    </p:set>
                                    <p:animEffect transition="in" filter="fade">
                                      <p:cBhvr>
                                        <p:cTn id="13" dur="1000"/>
                                        <p:tgtEl>
                                          <p:spTgt spid="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56"/>
          <p:cNvSpPr txBox="1">
            <a:spLocks noGrp="1"/>
          </p:cNvSpPr>
          <p:nvPr>
            <p:ph type="title"/>
          </p:nvPr>
        </p:nvSpPr>
        <p:spPr>
          <a:xfrm>
            <a:off x="1922400" y="3538630"/>
            <a:ext cx="2140200" cy="48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—Someone Famous</a:t>
            </a:r>
            <a:endParaRPr/>
          </a:p>
        </p:txBody>
      </p:sp>
      <p:sp>
        <p:nvSpPr>
          <p:cNvPr id="381" name="Google Shape;381;p56"/>
          <p:cNvSpPr txBox="1">
            <a:spLocks noGrp="1"/>
          </p:cNvSpPr>
          <p:nvPr>
            <p:ph type="subTitle" idx="1"/>
          </p:nvPr>
        </p:nvSpPr>
        <p:spPr>
          <a:xfrm>
            <a:off x="1922400" y="1269487"/>
            <a:ext cx="3439500" cy="21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a quote. Words full of wisdom that someone important said and can make the reader get inspired.”</a:t>
            </a:r>
            <a:endParaRPr/>
          </a:p>
        </p:txBody>
      </p:sp>
      <p:pic>
        <p:nvPicPr>
          <p:cNvPr id="382" name="Google Shape;382;p56"/>
          <p:cNvPicPr preferRelativeResize="0"/>
          <p:nvPr/>
        </p:nvPicPr>
        <p:blipFill>
          <a:blip r:embed="rId3">
            <a:alphaModFix/>
          </a:blip>
          <a:stretch>
            <a:fillRect/>
          </a:stretch>
        </p:blipFill>
        <p:spPr>
          <a:xfrm rot="-695460">
            <a:off x="5811775" y="2292778"/>
            <a:ext cx="1796100" cy="2099898"/>
          </a:xfrm>
          <a:prstGeom prst="rect">
            <a:avLst/>
          </a:prstGeom>
          <a:noFill/>
          <a:ln>
            <a:noFill/>
          </a:ln>
          <a:effectLst>
            <a:outerShdw blurRad="57150" dist="19050" dir="5400000" algn="bl" rotWithShape="0">
              <a:srgbClr val="000000">
                <a:alpha val="50000"/>
              </a:srgbClr>
            </a:outerShdw>
          </a:effectLst>
        </p:spPr>
      </p:pic>
      <p:grpSp>
        <p:nvGrpSpPr>
          <p:cNvPr id="383" name="Google Shape;383;p56"/>
          <p:cNvGrpSpPr/>
          <p:nvPr/>
        </p:nvGrpSpPr>
        <p:grpSpPr>
          <a:xfrm>
            <a:off x="6297734" y="3136796"/>
            <a:ext cx="824184" cy="712067"/>
            <a:chOff x="2341425" y="238100"/>
            <a:chExt cx="1328900" cy="1148125"/>
          </a:xfrm>
        </p:grpSpPr>
        <p:sp>
          <p:nvSpPr>
            <p:cNvPr id="384" name="Google Shape;384;p56"/>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6"/>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6"/>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6"/>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6"/>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6"/>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6"/>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6"/>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6"/>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3" name="Google Shape;393;p56"/>
          <p:cNvSpPr txBox="1">
            <a:spLocks noGrp="1"/>
          </p:cNvSpPr>
          <p:nvPr>
            <p:ph type="title"/>
          </p:nvPr>
        </p:nvSpPr>
        <p:spPr>
          <a:xfrm rot="-694782">
            <a:off x="6013162" y="3823654"/>
            <a:ext cx="1661926" cy="48845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000" b="0" i="1">
                <a:latin typeface="Roboto Mono Medium"/>
                <a:ea typeface="Roboto Mono Medium"/>
                <a:cs typeface="Roboto Mono Medium"/>
                <a:sym typeface="Roboto Mono Medium"/>
              </a:rPr>
              <a:t>Book Title. P52</a:t>
            </a:r>
            <a:endParaRPr sz="1000" b="0" i="1">
              <a:latin typeface="Roboto Mono Medium"/>
              <a:ea typeface="Roboto Mono Medium"/>
              <a:cs typeface="Roboto Mono Medium"/>
              <a:sym typeface="Roboto Mono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81"/>
                                        </p:tgtEl>
                                        <p:attrNameLst>
                                          <p:attrName>style.visibility</p:attrName>
                                        </p:attrNameLst>
                                      </p:cBhvr>
                                      <p:to>
                                        <p:strVal val="visible"/>
                                      </p:to>
                                    </p:set>
                                    <p:anim calcmode="lin" valueType="num">
                                      <p:cBhvr additive="base">
                                        <p:cTn id="7" dur="1000"/>
                                        <p:tgtEl>
                                          <p:spTgt spid="3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60"/>
          <p:cNvSpPr txBox="1">
            <a:spLocks noGrp="1"/>
          </p:cNvSpPr>
          <p:nvPr>
            <p:ph type="title" idx="4"/>
          </p:nvPr>
        </p:nvSpPr>
        <p:spPr>
          <a:xfrm>
            <a:off x="800975" y="3449700"/>
            <a:ext cx="2459400" cy="488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Saturn</a:t>
            </a:r>
            <a:endParaRPr/>
          </a:p>
        </p:txBody>
      </p:sp>
      <p:sp>
        <p:nvSpPr>
          <p:cNvPr id="432" name="Google Shape;432;p60"/>
          <p:cNvSpPr txBox="1">
            <a:spLocks noGrp="1"/>
          </p:cNvSpPr>
          <p:nvPr>
            <p:ph type="title" idx="8"/>
          </p:nvPr>
        </p:nvSpPr>
        <p:spPr>
          <a:xfrm>
            <a:off x="1002325" y="711181"/>
            <a:ext cx="240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Definition of concepts</a:t>
            </a:r>
            <a:endParaRPr/>
          </a:p>
        </p:txBody>
      </p:sp>
      <p:sp>
        <p:nvSpPr>
          <p:cNvPr id="433" name="Google Shape;433;p60"/>
          <p:cNvSpPr/>
          <p:nvPr/>
        </p:nvSpPr>
        <p:spPr>
          <a:xfrm>
            <a:off x="3520525" y="2390625"/>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60"/>
          <p:cNvSpPr/>
          <p:nvPr/>
        </p:nvSpPr>
        <p:spPr>
          <a:xfrm>
            <a:off x="5312158" y="2390625"/>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5" name="Google Shape;435;p60"/>
          <p:cNvPicPr preferRelativeResize="0"/>
          <p:nvPr/>
        </p:nvPicPr>
        <p:blipFill>
          <a:blip r:embed="rId3">
            <a:alphaModFix/>
          </a:blip>
          <a:stretch>
            <a:fillRect/>
          </a:stretch>
        </p:blipFill>
        <p:spPr>
          <a:xfrm rot="-695467">
            <a:off x="7428349" y="264518"/>
            <a:ext cx="1323877" cy="1547814"/>
          </a:xfrm>
          <a:prstGeom prst="rect">
            <a:avLst/>
          </a:prstGeom>
          <a:noFill/>
          <a:ln>
            <a:noFill/>
          </a:ln>
          <a:effectLst>
            <a:outerShdw blurRad="57150" dist="19050" dir="5400000" algn="bl" rotWithShape="0">
              <a:srgbClr val="000000">
                <a:alpha val="50000"/>
              </a:srgbClr>
            </a:outerShdw>
          </a:effectLst>
        </p:spPr>
      </p:pic>
      <p:grpSp>
        <p:nvGrpSpPr>
          <p:cNvPr id="436" name="Google Shape;436;p60"/>
          <p:cNvGrpSpPr/>
          <p:nvPr/>
        </p:nvGrpSpPr>
        <p:grpSpPr>
          <a:xfrm>
            <a:off x="7664560" y="910185"/>
            <a:ext cx="272906" cy="434118"/>
            <a:chOff x="1312450" y="4093350"/>
            <a:chExt cx="685350" cy="1090200"/>
          </a:xfrm>
        </p:grpSpPr>
        <p:sp>
          <p:nvSpPr>
            <p:cNvPr id="437" name="Google Shape;437;p60"/>
            <p:cNvSpPr/>
            <p:nvPr/>
          </p:nvSpPr>
          <p:spPr>
            <a:xfrm>
              <a:off x="1312450" y="4093350"/>
              <a:ext cx="685350" cy="1090200"/>
            </a:xfrm>
            <a:custGeom>
              <a:avLst/>
              <a:gdLst/>
              <a:ahLst/>
              <a:cxnLst/>
              <a:rect l="l" t="t" r="r" b="b"/>
              <a:pathLst>
                <a:path w="27414" h="43608" extrusionOk="0">
                  <a:moveTo>
                    <a:pt x="5201" y="10009"/>
                  </a:moveTo>
                  <a:lnTo>
                    <a:pt x="5201" y="10009"/>
                  </a:lnTo>
                  <a:cubicBezTo>
                    <a:pt x="5040" y="10996"/>
                    <a:pt x="5002" y="11987"/>
                    <a:pt x="5102" y="12937"/>
                  </a:cubicBezTo>
                  <a:cubicBezTo>
                    <a:pt x="5170" y="13571"/>
                    <a:pt x="5297" y="14196"/>
                    <a:pt x="5478" y="14807"/>
                  </a:cubicBezTo>
                  <a:cubicBezTo>
                    <a:pt x="4743" y="13294"/>
                    <a:pt x="4728" y="11634"/>
                    <a:pt x="5201" y="10009"/>
                  </a:cubicBezTo>
                  <a:close/>
                  <a:moveTo>
                    <a:pt x="15811" y="1265"/>
                  </a:moveTo>
                  <a:cubicBezTo>
                    <a:pt x="20541" y="1265"/>
                    <a:pt x="25145" y="5101"/>
                    <a:pt x="25884" y="9796"/>
                  </a:cubicBezTo>
                  <a:cubicBezTo>
                    <a:pt x="26649" y="14663"/>
                    <a:pt x="23581" y="19908"/>
                    <a:pt x="18734" y="21156"/>
                  </a:cubicBezTo>
                  <a:lnTo>
                    <a:pt x="18733" y="21156"/>
                  </a:lnTo>
                  <a:cubicBezTo>
                    <a:pt x="17919" y="21366"/>
                    <a:pt x="17082" y="21467"/>
                    <a:pt x="16245" y="21467"/>
                  </a:cubicBezTo>
                  <a:cubicBezTo>
                    <a:pt x="12150" y="21467"/>
                    <a:pt x="8059" y="19044"/>
                    <a:pt x="6641" y="15088"/>
                  </a:cubicBezTo>
                  <a:cubicBezTo>
                    <a:pt x="5469" y="11816"/>
                    <a:pt x="6172" y="7764"/>
                    <a:pt x="8270" y="4955"/>
                  </a:cubicBezTo>
                  <a:cubicBezTo>
                    <a:pt x="9623" y="3549"/>
                    <a:pt x="11222" y="2430"/>
                    <a:pt x="12774" y="1829"/>
                  </a:cubicBezTo>
                  <a:cubicBezTo>
                    <a:pt x="13408" y="1665"/>
                    <a:pt x="14061" y="1582"/>
                    <a:pt x="14715" y="1582"/>
                  </a:cubicBezTo>
                  <a:cubicBezTo>
                    <a:pt x="14773" y="1582"/>
                    <a:pt x="14831" y="1582"/>
                    <a:pt x="14889" y="1584"/>
                  </a:cubicBezTo>
                  <a:cubicBezTo>
                    <a:pt x="14890" y="1584"/>
                    <a:pt x="14891" y="1584"/>
                    <a:pt x="14891" y="1584"/>
                  </a:cubicBezTo>
                  <a:cubicBezTo>
                    <a:pt x="15042" y="1584"/>
                    <a:pt x="15084" y="1340"/>
                    <a:pt x="14936" y="1309"/>
                  </a:cubicBezTo>
                  <a:cubicBezTo>
                    <a:pt x="15228" y="1279"/>
                    <a:pt x="15519" y="1265"/>
                    <a:pt x="15811" y="1265"/>
                  </a:cubicBezTo>
                  <a:close/>
                  <a:moveTo>
                    <a:pt x="11744" y="28418"/>
                  </a:moveTo>
                  <a:lnTo>
                    <a:pt x="11744" y="28418"/>
                  </a:lnTo>
                  <a:cubicBezTo>
                    <a:pt x="12408" y="28787"/>
                    <a:pt x="13268" y="28878"/>
                    <a:pt x="14064" y="28978"/>
                  </a:cubicBezTo>
                  <a:cubicBezTo>
                    <a:pt x="13489" y="31053"/>
                    <a:pt x="12936" y="33136"/>
                    <a:pt x="12378" y="35217"/>
                  </a:cubicBezTo>
                  <a:lnTo>
                    <a:pt x="12377" y="35217"/>
                  </a:lnTo>
                  <a:lnTo>
                    <a:pt x="11752" y="37548"/>
                  </a:lnTo>
                  <a:cubicBezTo>
                    <a:pt x="11436" y="37515"/>
                    <a:pt x="11118" y="37500"/>
                    <a:pt x="10804" y="37432"/>
                  </a:cubicBezTo>
                  <a:cubicBezTo>
                    <a:pt x="10450" y="37354"/>
                    <a:pt x="10108" y="37230"/>
                    <a:pt x="9772" y="37098"/>
                  </a:cubicBezTo>
                  <a:cubicBezTo>
                    <a:pt x="9899" y="36422"/>
                    <a:pt x="10035" y="35749"/>
                    <a:pt x="10185" y="35077"/>
                  </a:cubicBezTo>
                  <a:cubicBezTo>
                    <a:pt x="10425" y="33999"/>
                    <a:pt x="10695" y="32928"/>
                    <a:pt x="10992" y="31864"/>
                  </a:cubicBezTo>
                  <a:cubicBezTo>
                    <a:pt x="11305" y="30745"/>
                    <a:pt x="11807" y="29661"/>
                    <a:pt x="11760" y="28491"/>
                  </a:cubicBezTo>
                  <a:cubicBezTo>
                    <a:pt x="11757" y="28467"/>
                    <a:pt x="11752" y="28442"/>
                    <a:pt x="11744" y="28418"/>
                  </a:cubicBezTo>
                  <a:close/>
                  <a:moveTo>
                    <a:pt x="9701" y="37483"/>
                  </a:moveTo>
                  <a:cubicBezTo>
                    <a:pt x="10246" y="37833"/>
                    <a:pt x="10942" y="38077"/>
                    <a:pt x="11595" y="38077"/>
                  </a:cubicBezTo>
                  <a:cubicBezTo>
                    <a:pt x="11600" y="38077"/>
                    <a:pt x="11605" y="38077"/>
                    <a:pt x="11609" y="38077"/>
                  </a:cubicBezTo>
                  <a:lnTo>
                    <a:pt x="11609" y="38077"/>
                  </a:lnTo>
                  <a:cubicBezTo>
                    <a:pt x="11580" y="38193"/>
                    <a:pt x="11549" y="38311"/>
                    <a:pt x="11517" y="38428"/>
                  </a:cubicBezTo>
                  <a:lnTo>
                    <a:pt x="11517" y="38427"/>
                  </a:lnTo>
                  <a:cubicBezTo>
                    <a:pt x="11470" y="38603"/>
                    <a:pt x="11418" y="38860"/>
                    <a:pt x="11359" y="39156"/>
                  </a:cubicBezTo>
                  <a:cubicBezTo>
                    <a:pt x="11204" y="39085"/>
                    <a:pt x="11033" y="39072"/>
                    <a:pt x="10858" y="39072"/>
                  </a:cubicBezTo>
                  <a:cubicBezTo>
                    <a:pt x="10752" y="39072"/>
                    <a:pt x="10645" y="39077"/>
                    <a:pt x="10540" y="39077"/>
                  </a:cubicBezTo>
                  <a:cubicBezTo>
                    <a:pt x="10481" y="39077"/>
                    <a:pt x="10423" y="39075"/>
                    <a:pt x="10366" y="39070"/>
                  </a:cubicBezTo>
                  <a:cubicBezTo>
                    <a:pt x="10056" y="39046"/>
                    <a:pt x="9752" y="38970"/>
                    <a:pt x="9446" y="38922"/>
                  </a:cubicBezTo>
                  <a:cubicBezTo>
                    <a:pt x="9465" y="38818"/>
                    <a:pt x="9482" y="38724"/>
                    <a:pt x="9492" y="38655"/>
                  </a:cubicBezTo>
                  <a:cubicBezTo>
                    <a:pt x="9556" y="38264"/>
                    <a:pt x="9631" y="37874"/>
                    <a:pt x="9701" y="37483"/>
                  </a:cubicBezTo>
                  <a:close/>
                  <a:moveTo>
                    <a:pt x="9371" y="39374"/>
                  </a:moveTo>
                  <a:cubicBezTo>
                    <a:pt x="9633" y="39480"/>
                    <a:pt x="9916" y="39543"/>
                    <a:pt x="10196" y="39580"/>
                  </a:cubicBezTo>
                  <a:cubicBezTo>
                    <a:pt x="10388" y="39606"/>
                    <a:pt x="10607" y="39642"/>
                    <a:pt x="10819" y="39642"/>
                  </a:cubicBezTo>
                  <a:cubicBezTo>
                    <a:pt x="10980" y="39642"/>
                    <a:pt x="11137" y="39622"/>
                    <a:pt x="11275" y="39560"/>
                  </a:cubicBezTo>
                  <a:lnTo>
                    <a:pt x="11275" y="39560"/>
                  </a:lnTo>
                  <a:cubicBezTo>
                    <a:pt x="11189" y="39985"/>
                    <a:pt x="11082" y="40437"/>
                    <a:pt x="10950" y="40815"/>
                  </a:cubicBezTo>
                  <a:cubicBezTo>
                    <a:pt x="10924" y="40814"/>
                    <a:pt x="10899" y="40814"/>
                    <a:pt x="10873" y="40814"/>
                  </a:cubicBezTo>
                  <a:cubicBezTo>
                    <a:pt x="10639" y="40814"/>
                    <a:pt x="10398" y="40862"/>
                    <a:pt x="10159" y="40862"/>
                  </a:cubicBezTo>
                  <a:cubicBezTo>
                    <a:pt x="10125" y="40862"/>
                    <a:pt x="10090" y="40861"/>
                    <a:pt x="10056" y="40859"/>
                  </a:cubicBezTo>
                  <a:cubicBezTo>
                    <a:pt x="9795" y="40841"/>
                    <a:pt x="9538" y="40801"/>
                    <a:pt x="9284" y="40736"/>
                  </a:cubicBezTo>
                  <a:cubicBezTo>
                    <a:pt x="9251" y="40301"/>
                    <a:pt x="9306" y="39796"/>
                    <a:pt x="9371" y="39374"/>
                  </a:cubicBezTo>
                  <a:close/>
                  <a:moveTo>
                    <a:pt x="9402" y="41289"/>
                  </a:moveTo>
                  <a:lnTo>
                    <a:pt x="9402" y="41289"/>
                  </a:lnTo>
                  <a:cubicBezTo>
                    <a:pt x="9559" y="41334"/>
                    <a:pt x="9718" y="41367"/>
                    <a:pt x="9881" y="41388"/>
                  </a:cubicBezTo>
                  <a:cubicBezTo>
                    <a:pt x="10049" y="41410"/>
                    <a:pt x="10255" y="41433"/>
                    <a:pt x="10462" y="41433"/>
                  </a:cubicBezTo>
                  <a:cubicBezTo>
                    <a:pt x="10528" y="41433"/>
                    <a:pt x="10593" y="41431"/>
                    <a:pt x="10658" y="41426"/>
                  </a:cubicBezTo>
                  <a:lnTo>
                    <a:pt x="10658" y="41426"/>
                  </a:lnTo>
                  <a:cubicBezTo>
                    <a:pt x="10569" y="41553"/>
                    <a:pt x="10471" y="41645"/>
                    <a:pt x="10362" y="41677"/>
                  </a:cubicBezTo>
                  <a:cubicBezTo>
                    <a:pt x="10234" y="41715"/>
                    <a:pt x="10121" y="41733"/>
                    <a:pt x="10020" y="41733"/>
                  </a:cubicBezTo>
                  <a:cubicBezTo>
                    <a:pt x="9703" y="41733"/>
                    <a:pt x="9511" y="41557"/>
                    <a:pt x="9402" y="41289"/>
                  </a:cubicBezTo>
                  <a:close/>
                  <a:moveTo>
                    <a:pt x="15893" y="1"/>
                  </a:moveTo>
                  <a:cubicBezTo>
                    <a:pt x="15395" y="1"/>
                    <a:pt x="14894" y="37"/>
                    <a:pt x="14392" y="112"/>
                  </a:cubicBezTo>
                  <a:cubicBezTo>
                    <a:pt x="8294" y="1027"/>
                    <a:pt x="1" y="10835"/>
                    <a:pt x="5909" y="16358"/>
                  </a:cubicBezTo>
                  <a:cubicBezTo>
                    <a:pt x="5961" y="16407"/>
                    <a:pt x="6017" y="16426"/>
                    <a:pt x="6069" y="16426"/>
                  </a:cubicBezTo>
                  <a:cubicBezTo>
                    <a:pt x="6083" y="16426"/>
                    <a:pt x="6096" y="16425"/>
                    <a:pt x="6110" y="16423"/>
                  </a:cubicBezTo>
                  <a:cubicBezTo>
                    <a:pt x="7517" y="19288"/>
                    <a:pt x="10185" y="21363"/>
                    <a:pt x="13288" y="22188"/>
                  </a:cubicBezTo>
                  <a:cubicBezTo>
                    <a:pt x="12902" y="23062"/>
                    <a:pt x="12749" y="24055"/>
                    <a:pt x="12540" y="24979"/>
                  </a:cubicBezTo>
                  <a:cubicBezTo>
                    <a:pt x="12385" y="25662"/>
                    <a:pt x="12080" y="26433"/>
                    <a:pt x="12061" y="27162"/>
                  </a:cubicBezTo>
                  <a:cubicBezTo>
                    <a:pt x="11762" y="27201"/>
                    <a:pt x="11473" y="27285"/>
                    <a:pt x="11204" y="27442"/>
                  </a:cubicBezTo>
                  <a:cubicBezTo>
                    <a:pt x="11018" y="27550"/>
                    <a:pt x="11015" y="27777"/>
                    <a:pt x="11142" y="27928"/>
                  </a:cubicBezTo>
                  <a:cubicBezTo>
                    <a:pt x="11145" y="27935"/>
                    <a:pt x="11150" y="27938"/>
                    <a:pt x="11155" y="27944"/>
                  </a:cubicBezTo>
                  <a:cubicBezTo>
                    <a:pt x="11028" y="27948"/>
                    <a:pt x="10910" y="28008"/>
                    <a:pt x="10832" y="28108"/>
                  </a:cubicBezTo>
                  <a:cubicBezTo>
                    <a:pt x="9928" y="29229"/>
                    <a:pt x="9683" y="30715"/>
                    <a:pt x="9312" y="32089"/>
                  </a:cubicBezTo>
                  <a:cubicBezTo>
                    <a:pt x="8852" y="33796"/>
                    <a:pt x="8465" y="35519"/>
                    <a:pt x="8149" y="37259"/>
                  </a:cubicBezTo>
                  <a:cubicBezTo>
                    <a:pt x="7935" y="38433"/>
                    <a:pt x="7369" y="40158"/>
                    <a:pt x="7613" y="41356"/>
                  </a:cubicBezTo>
                  <a:cubicBezTo>
                    <a:pt x="7832" y="42434"/>
                    <a:pt x="8920" y="43013"/>
                    <a:pt x="9873" y="43417"/>
                  </a:cubicBezTo>
                  <a:cubicBezTo>
                    <a:pt x="10183" y="43548"/>
                    <a:pt x="10458" y="43608"/>
                    <a:pt x="10702" y="43608"/>
                  </a:cubicBezTo>
                  <a:cubicBezTo>
                    <a:pt x="12509" y="43608"/>
                    <a:pt x="12630" y="40342"/>
                    <a:pt x="13029" y="38845"/>
                  </a:cubicBezTo>
                  <a:cubicBezTo>
                    <a:pt x="13941" y="35420"/>
                    <a:pt x="14878" y="31999"/>
                    <a:pt x="15749" y="28562"/>
                  </a:cubicBezTo>
                  <a:cubicBezTo>
                    <a:pt x="15842" y="28197"/>
                    <a:pt x="15632" y="27698"/>
                    <a:pt x="15220" y="27630"/>
                  </a:cubicBezTo>
                  <a:cubicBezTo>
                    <a:pt x="14854" y="27569"/>
                    <a:pt x="14466" y="27473"/>
                    <a:pt x="14071" y="27380"/>
                  </a:cubicBezTo>
                  <a:cubicBezTo>
                    <a:pt x="14478" y="25797"/>
                    <a:pt x="14896" y="24136"/>
                    <a:pt x="15010" y="22508"/>
                  </a:cubicBezTo>
                  <a:cubicBezTo>
                    <a:pt x="15443" y="22557"/>
                    <a:pt x="15877" y="22582"/>
                    <a:pt x="16312" y="22582"/>
                  </a:cubicBezTo>
                  <a:cubicBezTo>
                    <a:pt x="16645" y="22582"/>
                    <a:pt x="16978" y="22568"/>
                    <a:pt x="17310" y="22539"/>
                  </a:cubicBezTo>
                  <a:cubicBezTo>
                    <a:pt x="23190" y="22007"/>
                    <a:pt x="27413" y="16567"/>
                    <a:pt x="27170" y="10774"/>
                  </a:cubicBezTo>
                  <a:cubicBezTo>
                    <a:pt x="26925" y="4930"/>
                    <a:pt x="21682" y="1"/>
                    <a:pt x="158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60"/>
            <p:cNvSpPr/>
            <p:nvPr/>
          </p:nvSpPr>
          <p:spPr>
            <a:xfrm>
              <a:off x="1477975" y="4161250"/>
              <a:ext cx="487250" cy="450450"/>
            </a:xfrm>
            <a:custGeom>
              <a:avLst/>
              <a:gdLst/>
              <a:ahLst/>
              <a:cxnLst/>
              <a:rect l="l" t="t" r="r" b="b"/>
              <a:pathLst>
                <a:path w="19490" h="18018" extrusionOk="0">
                  <a:moveTo>
                    <a:pt x="1614" y="7205"/>
                  </a:moveTo>
                  <a:cubicBezTo>
                    <a:pt x="1122" y="9193"/>
                    <a:pt x="1161" y="11265"/>
                    <a:pt x="1871" y="12865"/>
                  </a:cubicBezTo>
                  <a:cubicBezTo>
                    <a:pt x="1911" y="12957"/>
                    <a:pt x="1956" y="13046"/>
                    <a:pt x="2001" y="13135"/>
                  </a:cubicBezTo>
                  <a:cubicBezTo>
                    <a:pt x="1442" y="12197"/>
                    <a:pt x="1127" y="11132"/>
                    <a:pt x="1088" y="10040"/>
                  </a:cubicBezTo>
                  <a:cubicBezTo>
                    <a:pt x="1052" y="9061"/>
                    <a:pt x="1251" y="8105"/>
                    <a:pt x="1614" y="7205"/>
                  </a:cubicBezTo>
                  <a:close/>
                  <a:moveTo>
                    <a:pt x="8769" y="1099"/>
                  </a:moveTo>
                  <a:cubicBezTo>
                    <a:pt x="10213" y="1099"/>
                    <a:pt x="11739" y="1834"/>
                    <a:pt x="12928" y="2514"/>
                  </a:cubicBezTo>
                  <a:cubicBezTo>
                    <a:pt x="15190" y="3806"/>
                    <a:pt x="17154" y="5801"/>
                    <a:pt x="17151" y="8562"/>
                  </a:cubicBezTo>
                  <a:cubicBezTo>
                    <a:pt x="17150" y="11027"/>
                    <a:pt x="16062" y="14041"/>
                    <a:pt x="14176" y="15676"/>
                  </a:cubicBezTo>
                  <a:cubicBezTo>
                    <a:pt x="13112" y="16598"/>
                    <a:pt x="11835" y="16976"/>
                    <a:pt x="10526" y="16976"/>
                  </a:cubicBezTo>
                  <a:cubicBezTo>
                    <a:pt x="8796" y="16976"/>
                    <a:pt x="7009" y="16315"/>
                    <a:pt x="5579" y="15381"/>
                  </a:cubicBezTo>
                  <a:cubicBezTo>
                    <a:pt x="2756" y="13536"/>
                    <a:pt x="1781" y="10776"/>
                    <a:pt x="2574" y="7531"/>
                  </a:cubicBezTo>
                  <a:cubicBezTo>
                    <a:pt x="2925" y="6098"/>
                    <a:pt x="3537" y="4567"/>
                    <a:pt x="4464" y="3322"/>
                  </a:cubicBezTo>
                  <a:cubicBezTo>
                    <a:pt x="4471" y="3316"/>
                    <a:pt x="4477" y="3308"/>
                    <a:pt x="4485" y="3302"/>
                  </a:cubicBezTo>
                  <a:cubicBezTo>
                    <a:pt x="5475" y="2436"/>
                    <a:pt x="6694" y="1440"/>
                    <a:pt x="8014" y="1172"/>
                  </a:cubicBezTo>
                  <a:cubicBezTo>
                    <a:pt x="8262" y="1122"/>
                    <a:pt x="8514" y="1099"/>
                    <a:pt x="8769" y="1099"/>
                  </a:cubicBezTo>
                  <a:close/>
                  <a:moveTo>
                    <a:pt x="8887" y="1"/>
                  </a:moveTo>
                  <a:cubicBezTo>
                    <a:pt x="8837" y="1"/>
                    <a:pt x="8788" y="1"/>
                    <a:pt x="8738" y="3"/>
                  </a:cubicBezTo>
                  <a:cubicBezTo>
                    <a:pt x="6181" y="71"/>
                    <a:pt x="3888" y="2245"/>
                    <a:pt x="2440" y="4180"/>
                  </a:cubicBezTo>
                  <a:cubicBezTo>
                    <a:pt x="877" y="6267"/>
                    <a:pt x="1" y="8911"/>
                    <a:pt x="661" y="11505"/>
                  </a:cubicBezTo>
                  <a:cubicBezTo>
                    <a:pt x="1175" y="13521"/>
                    <a:pt x="2542" y="15297"/>
                    <a:pt x="4474" y="15997"/>
                  </a:cubicBezTo>
                  <a:cubicBezTo>
                    <a:pt x="6169" y="17258"/>
                    <a:pt x="8337" y="18017"/>
                    <a:pt x="10414" y="18017"/>
                  </a:cubicBezTo>
                  <a:cubicBezTo>
                    <a:pt x="12074" y="18017"/>
                    <a:pt x="13676" y="17532"/>
                    <a:pt x="14932" y="16430"/>
                  </a:cubicBezTo>
                  <a:cubicBezTo>
                    <a:pt x="18721" y="13109"/>
                    <a:pt x="19489" y="6595"/>
                    <a:pt x="15668" y="3108"/>
                  </a:cubicBezTo>
                  <a:cubicBezTo>
                    <a:pt x="13933" y="1526"/>
                    <a:pt x="11308" y="1"/>
                    <a:pt x="88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60"/>
            <p:cNvSpPr/>
            <p:nvPr/>
          </p:nvSpPr>
          <p:spPr>
            <a:xfrm>
              <a:off x="1611400" y="4264325"/>
              <a:ext cx="204725" cy="224825"/>
            </a:xfrm>
            <a:custGeom>
              <a:avLst/>
              <a:gdLst/>
              <a:ahLst/>
              <a:cxnLst/>
              <a:rect l="l" t="t" r="r" b="b"/>
              <a:pathLst>
                <a:path w="8189" h="8993" extrusionOk="0">
                  <a:moveTo>
                    <a:pt x="3561" y="0"/>
                  </a:moveTo>
                  <a:cubicBezTo>
                    <a:pt x="1727" y="0"/>
                    <a:pt x="0" y="1490"/>
                    <a:pt x="935" y="3575"/>
                  </a:cubicBezTo>
                  <a:cubicBezTo>
                    <a:pt x="1077" y="3892"/>
                    <a:pt x="1311" y="4020"/>
                    <a:pt x="1557" y="4020"/>
                  </a:cubicBezTo>
                  <a:cubicBezTo>
                    <a:pt x="2000" y="4020"/>
                    <a:pt x="2483" y="3607"/>
                    <a:pt x="2546" y="3138"/>
                  </a:cubicBezTo>
                  <a:cubicBezTo>
                    <a:pt x="2652" y="2350"/>
                    <a:pt x="3006" y="2037"/>
                    <a:pt x="3405" y="2037"/>
                  </a:cubicBezTo>
                  <a:cubicBezTo>
                    <a:pt x="4054" y="2037"/>
                    <a:pt x="4819" y="2864"/>
                    <a:pt x="4821" y="3825"/>
                  </a:cubicBezTo>
                  <a:cubicBezTo>
                    <a:pt x="4825" y="5165"/>
                    <a:pt x="3942" y="6358"/>
                    <a:pt x="3228" y="7421"/>
                  </a:cubicBezTo>
                  <a:cubicBezTo>
                    <a:pt x="2689" y="8221"/>
                    <a:pt x="3437" y="8993"/>
                    <a:pt x="4195" y="8993"/>
                  </a:cubicBezTo>
                  <a:cubicBezTo>
                    <a:pt x="4522" y="8993"/>
                    <a:pt x="4850" y="8849"/>
                    <a:pt x="5078" y="8503"/>
                  </a:cubicBezTo>
                  <a:cubicBezTo>
                    <a:pt x="6537" y="6287"/>
                    <a:pt x="8188" y="2626"/>
                    <a:pt x="5438" y="602"/>
                  </a:cubicBezTo>
                  <a:cubicBezTo>
                    <a:pt x="4875" y="188"/>
                    <a:pt x="4211" y="0"/>
                    <a:pt x="35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60"/>
            <p:cNvSpPr/>
            <p:nvPr/>
          </p:nvSpPr>
          <p:spPr>
            <a:xfrm>
              <a:off x="1688575" y="4506825"/>
              <a:ext cx="60375" cy="62375"/>
            </a:xfrm>
            <a:custGeom>
              <a:avLst/>
              <a:gdLst/>
              <a:ahLst/>
              <a:cxnLst/>
              <a:rect l="l" t="t" r="r" b="b"/>
              <a:pathLst>
                <a:path w="2415" h="2495" extrusionOk="0">
                  <a:moveTo>
                    <a:pt x="1242" y="0"/>
                  </a:moveTo>
                  <a:cubicBezTo>
                    <a:pt x="1230" y="0"/>
                    <a:pt x="1219" y="1"/>
                    <a:pt x="1207" y="1"/>
                  </a:cubicBezTo>
                  <a:cubicBezTo>
                    <a:pt x="1005" y="10"/>
                    <a:pt x="807" y="63"/>
                    <a:pt x="629" y="158"/>
                  </a:cubicBezTo>
                  <a:cubicBezTo>
                    <a:pt x="403" y="277"/>
                    <a:pt x="150" y="585"/>
                    <a:pt x="103" y="841"/>
                  </a:cubicBezTo>
                  <a:cubicBezTo>
                    <a:pt x="93" y="897"/>
                    <a:pt x="83" y="952"/>
                    <a:pt x="73" y="1007"/>
                  </a:cubicBezTo>
                  <a:cubicBezTo>
                    <a:pt x="0" y="1417"/>
                    <a:pt x="50" y="1851"/>
                    <a:pt x="375" y="2151"/>
                  </a:cubicBezTo>
                  <a:cubicBezTo>
                    <a:pt x="605" y="2361"/>
                    <a:pt x="887" y="2495"/>
                    <a:pt x="1207" y="2495"/>
                  </a:cubicBezTo>
                  <a:cubicBezTo>
                    <a:pt x="1517" y="2490"/>
                    <a:pt x="1814" y="2367"/>
                    <a:pt x="2037" y="2151"/>
                  </a:cubicBezTo>
                  <a:cubicBezTo>
                    <a:pt x="2354" y="1833"/>
                    <a:pt x="2415" y="1430"/>
                    <a:pt x="2339" y="1007"/>
                  </a:cubicBezTo>
                  <a:cubicBezTo>
                    <a:pt x="2329" y="952"/>
                    <a:pt x="2319" y="897"/>
                    <a:pt x="2309" y="841"/>
                  </a:cubicBezTo>
                  <a:cubicBezTo>
                    <a:pt x="2267" y="605"/>
                    <a:pt x="2080" y="387"/>
                    <a:pt x="1900" y="247"/>
                  </a:cubicBezTo>
                  <a:cubicBezTo>
                    <a:pt x="1716" y="105"/>
                    <a:pt x="1480" y="0"/>
                    <a:pt x="12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1" name="Google Shape;441;p60"/>
          <p:cNvSpPr/>
          <p:nvPr/>
        </p:nvSpPr>
        <p:spPr>
          <a:xfrm>
            <a:off x="3562600" y="2371004"/>
            <a:ext cx="401886" cy="298579"/>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60"/>
          <p:cNvSpPr txBox="1">
            <a:spLocks noGrp="1"/>
          </p:cNvSpPr>
          <p:nvPr>
            <p:ph type="title"/>
          </p:nvPr>
        </p:nvSpPr>
        <p:spPr>
          <a:xfrm>
            <a:off x="800975" y="2010025"/>
            <a:ext cx="2459400" cy="488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Mercury</a:t>
            </a:r>
            <a:endParaRPr/>
          </a:p>
        </p:txBody>
      </p:sp>
      <p:sp>
        <p:nvSpPr>
          <p:cNvPr id="443" name="Google Shape;443;p60"/>
          <p:cNvSpPr txBox="1">
            <a:spLocks noGrp="1"/>
          </p:cNvSpPr>
          <p:nvPr>
            <p:ph type="subTitle" idx="1"/>
          </p:nvPr>
        </p:nvSpPr>
        <p:spPr>
          <a:xfrm>
            <a:off x="801101" y="2400094"/>
            <a:ext cx="2459400" cy="716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t>Mercury is the smallest planet</a:t>
            </a:r>
            <a:endParaRPr/>
          </a:p>
        </p:txBody>
      </p:sp>
      <p:sp>
        <p:nvSpPr>
          <p:cNvPr id="444" name="Google Shape;444;p60"/>
          <p:cNvSpPr txBox="1">
            <a:spLocks noGrp="1"/>
          </p:cNvSpPr>
          <p:nvPr>
            <p:ph type="title" idx="2"/>
          </p:nvPr>
        </p:nvSpPr>
        <p:spPr>
          <a:xfrm>
            <a:off x="5850883" y="2010025"/>
            <a:ext cx="24594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445" name="Google Shape;445;p60"/>
          <p:cNvSpPr txBox="1">
            <a:spLocks noGrp="1"/>
          </p:cNvSpPr>
          <p:nvPr>
            <p:ph type="subTitle" idx="3"/>
          </p:nvPr>
        </p:nvSpPr>
        <p:spPr>
          <a:xfrm>
            <a:off x="5850880" y="2400101"/>
            <a:ext cx="2459400" cy="71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 cold place</a:t>
            </a:r>
            <a:endParaRPr/>
          </a:p>
        </p:txBody>
      </p:sp>
      <p:sp>
        <p:nvSpPr>
          <p:cNvPr id="446" name="Google Shape;446;p60"/>
          <p:cNvSpPr txBox="1">
            <a:spLocks noGrp="1"/>
          </p:cNvSpPr>
          <p:nvPr>
            <p:ph type="subTitle" idx="5"/>
          </p:nvPr>
        </p:nvSpPr>
        <p:spPr>
          <a:xfrm>
            <a:off x="801101" y="3838273"/>
            <a:ext cx="2459400" cy="716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It’s composed of hydrogen and helium</a:t>
            </a:r>
            <a:endParaRPr/>
          </a:p>
        </p:txBody>
      </p:sp>
      <p:sp>
        <p:nvSpPr>
          <p:cNvPr id="447" name="Google Shape;447;p60"/>
          <p:cNvSpPr txBox="1">
            <a:spLocks noGrp="1"/>
          </p:cNvSpPr>
          <p:nvPr>
            <p:ph type="title" idx="6"/>
          </p:nvPr>
        </p:nvSpPr>
        <p:spPr>
          <a:xfrm>
            <a:off x="5850883" y="3449699"/>
            <a:ext cx="24594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448" name="Google Shape;448;p60"/>
          <p:cNvSpPr txBox="1">
            <a:spLocks noGrp="1"/>
          </p:cNvSpPr>
          <p:nvPr>
            <p:ph type="subTitle" idx="7"/>
          </p:nvPr>
        </p:nvSpPr>
        <p:spPr>
          <a:xfrm>
            <a:off x="5850880" y="3838276"/>
            <a:ext cx="2459400" cy="71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is the second planet from the Sun</a:t>
            </a:r>
            <a:endParaRPr/>
          </a:p>
        </p:txBody>
      </p:sp>
      <p:sp>
        <p:nvSpPr>
          <p:cNvPr id="449" name="Google Shape;449;p60"/>
          <p:cNvSpPr/>
          <p:nvPr/>
        </p:nvSpPr>
        <p:spPr>
          <a:xfrm>
            <a:off x="3520525" y="3831400"/>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60"/>
          <p:cNvSpPr/>
          <p:nvPr/>
        </p:nvSpPr>
        <p:spPr>
          <a:xfrm>
            <a:off x="5312158" y="3831400"/>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60"/>
          <p:cNvSpPr/>
          <p:nvPr/>
        </p:nvSpPr>
        <p:spPr>
          <a:xfrm>
            <a:off x="5348620" y="3793204"/>
            <a:ext cx="401886" cy="298579"/>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33"/>
                                        </p:tgtEl>
                                        <p:attrNameLst>
                                          <p:attrName>style.visibility</p:attrName>
                                        </p:attrNameLst>
                                      </p:cBhvr>
                                      <p:to>
                                        <p:strVal val="visible"/>
                                      </p:to>
                                    </p:set>
                                    <p:animEffect transition="in" filter="fade">
                                      <p:cBhvr>
                                        <p:cTn id="7" dur="1000"/>
                                        <p:tgtEl>
                                          <p:spTgt spid="433"/>
                                        </p:tgtEl>
                                      </p:cBhvr>
                                    </p:animEffect>
                                  </p:childTnLst>
                                </p:cTn>
                              </p:par>
                              <p:par>
                                <p:cTn id="8" presetID="10" presetClass="entr" presetSubtype="0" fill="hold" nodeType="withEffect">
                                  <p:stCondLst>
                                    <p:cond delay="0"/>
                                  </p:stCondLst>
                                  <p:childTnLst>
                                    <p:set>
                                      <p:cBhvr>
                                        <p:cTn id="9" dur="1" fill="hold">
                                          <p:stCondLst>
                                            <p:cond delay="0"/>
                                          </p:stCondLst>
                                        </p:cTn>
                                        <p:tgtEl>
                                          <p:spTgt spid="449"/>
                                        </p:tgtEl>
                                        <p:attrNameLst>
                                          <p:attrName>style.visibility</p:attrName>
                                        </p:attrNameLst>
                                      </p:cBhvr>
                                      <p:to>
                                        <p:strVal val="visible"/>
                                      </p:to>
                                    </p:set>
                                    <p:animEffect transition="in" filter="fade">
                                      <p:cBhvr>
                                        <p:cTn id="10" dur="1000"/>
                                        <p:tgtEl>
                                          <p:spTgt spid="449"/>
                                        </p:tgtEl>
                                      </p:cBhvr>
                                    </p:animEffect>
                                  </p:childTnLst>
                                </p:cTn>
                              </p:par>
                              <p:par>
                                <p:cTn id="11" presetID="10" presetClass="entr" presetSubtype="0" fill="hold" nodeType="withEffect">
                                  <p:stCondLst>
                                    <p:cond delay="0"/>
                                  </p:stCondLst>
                                  <p:childTnLst>
                                    <p:set>
                                      <p:cBhvr>
                                        <p:cTn id="12" dur="1" fill="hold">
                                          <p:stCondLst>
                                            <p:cond delay="0"/>
                                          </p:stCondLst>
                                        </p:cTn>
                                        <p:tgtEl>
                                          <p:spTgt spid="434"/>
                                        </p:tgtEl>
                                        <p:attrNameLst>
                                          <p:attrName>style.visibility</p:attrName>
                                        </p:attrNameLst>
                                      </p:cBhvr>
                                      <p:to>
                                        <p:strVal val="visible"/>
                                      </p:to>
                                    </p:set>
                                    <p:animEffect transition="in" filter="fade">
                                      <p:cBhvr>
                                        <p:cTn id="13" dur="1000"/>
                                        <p:tgtEl>
                                          <p:spTgt spid="434"/>
                                        </p:tgtEl>
                                      </p:cBhvr>
                                    </p:animEffect>
                                  </p:childTnLst>
                                </p:cTn>
                              </p:par>
                              <p:par>
                                <p:cTn id="14" presetID="10" presetClass="entr" presetSubtype="0" fill="hold" nodeType="withEffect">
                                  <p:stCondLst>
                                    <p:cond delay="0"/>
                                  </p:stCondLst>
                                  <p:childTnLst>
                                    <p:set>
                                      <p:cBhvr>
                                        <p:cTn id="15" dur="1" fill="hold">
                                          <p:stCondLst>
                                            <p:cond delay="0"/>
                                          </p:stCondLst>
                                        </p:cTn>
                                        <p:tgtEl>
                                          <p:spTgt spid="450"/>
                                        </p:tgtEl>
                                        <p:attrNameLst>
                                          <p:attrName>style.visibility</p:attrName>
                                        </p:attrNameLst>
                                      </p:cBhvr>
                                      <p:to>
                                        <p:strVal val="visible"/>
                                      </p:to>
                                    </p:set>
                                    <p:animEffect transition="in" filter="fade">
                                      <p:cBhvr>
                                        <p:cTn id="16" dur="1000"/>
                                        <p:tgtEl>
                                          <p:spTgt spid="45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441"/>
                                        </p:tgtEl>
                                        <p:attrNameLst>
                                          <p:attrName>style.visibility</p:attrName>
                                        </p:attrNameLst>
                                      </p:cBhvr>
                                      <p:to>
                                        <p:strVal val="visible"/>
                                      </p:to>
                                    </p:set>
                                    <p:animEffect transition="in" filter="fade">
                                      <p:cBhvr>
                                        <p:cTn id="20" dur="1000"/>
                                        <p:tgtEl>
                                          <p:spTgt spid="441"/>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451"/>
                                        </p:tgtEl>
                                        <p:attrNameLst>
                                          <p:attrName>style.visibility</p:attrName>
                                        </p:attrNameLst>
                                      </p:cBhvr>
                                      <p:to>
                                        <p:strVal val="visible"/>
                                      </p:to>
                                    </p:set>
                                    <p:animEffect transition="in" filter="fade">
                                      <p:cBhvr>
                                        <p:cTn id="24" dur="1000"/>
                                        <p:tgtEl>
                                          <p:spTgt spid="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61"/>
          <p:cNvSpPr txBox="1">
            <a:spLocks noGrp="1"/>
          </p:cNvSpPr>
          <p:nvPr>
            <p:ph type="title"/>
          </p:nvPr>
        </p:nvSpPr>
        <p:spPr>
          <a:xfrm>
            <a:off x="2598373" y="1548225"/>
            <a:ext cx="1971900" cy="48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a:t>
            </a:r>
            <a:endParaRPr/>
          </a:p>
        </p:txBody>
      </p:sp>
      <p:sp>
        <p:nvSpPr>
          <p:cNvPr id="457" name="Google Shape;457;p61"/>
          <p:cNvSpPr txBox="1">
            <a:spLocks noGrp="1"/>
          </p:cNvSpPr>
          <p:nvPr>
            <p:ph type="subTitle" idx="1"/>
          </p:nvPr>
        </p:nvSpPr>
        <p:spPr>
          <a:xfrm>
            <a:off x="2598375" y="1928075"/>
            <a:ext cx="1971900" cy="71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is the second planet from the Sun</a:t>
            </a:r>
            <a:endParaRPr/>
          </a:p>
        </p:txBody>
      </p:sp>
      <p:sp>
        <p:nvSpPr>
          <p:cNvPr id="458" name="Google Shape;458;p61"/>
          <p:cNvSpPr txBox="1">
            <a:spLocks noGrp="1"/>
          </p:cNvSpPr>
          <p:nvPr>
            <p:ph type="title" idx="2"/>
          </p:nvPr>
        </p:nvSpPr>
        <p:spPr>
          <a:xfrm>
            <a:off x="5835074" y="1548225"/>
            <a:ext cx="1971900" cy="48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Jupiter</a:t>
            </a:r>
            <a:endParaRPr/>
          </a:p>
        </p:txBody>
      </p:sp>
      <p:sp>
        <p:nvSpPr>
          <p:cNvPr id="459" name="Google Shape;459;p61"/>
          <p:cNvSpPr txBox="1">
            <a:spLocks noGrp="1"/>
          </p:cNvSpPr>
          <p:nvPr>
            <p:ph type="subTitle" idx="3"/>
          </p:nvPr>
        </p:nvSpPr>
        <p:spPr>
          <a:xfrm>
            <a:off x="5835075" y="1928075"/>
            <a:ext cx="1971900" cy="71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It’s the biggest planet in the Solar System</a:t>
            </a:r>
            <a:endParaRPr/>
          </a:p>
        </p:txBody>
      </p:sp>
      <p:sp>
        <p:nvSpPr>
          <p:cNvPr id="460" name="Google Shape;460;p61"/>
          <p:cNvSpPr txBox="1">
            <a:spLocks noGrp="1"/>
          </p:cNvSpPr>
          <p:nvPr>
            <p:ph type="title" idx="4"/>
          </p:nvPr>
        </p:nvSpPr>
        <p:spPr>
          <a:xfrm>
            <a:off x="2598373" y="2987900"/>
            <a:ext cx="1971900" cy="48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Mars</a:t>
            </a:r>
            <a:endParaRPr/>
          </a:p>
        </p:txBody>
      </p:sp>
      <p:sp>
        <p:nvSpPr>
          <p:cNvPr id="461" name="Google Shape;461;p61"/>
          <p:cNvSpPr txBox="1">
            <a:spLocks noGrp="1"/>
          </p:cNvSpPr>
          <p:nvPr>
            <p:ph type="subTitle" idx="5"/>
          </p:nvPr>
        </p:nvSpPr>
        <p:spPr>
          <a:xfrm>
            <a:off x="2598375" y="3369312"/>
            <a:ext cx="1971900" cy="71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 cold place</a:t>
            </a:r>
            <a:endParaRPr/>
          </a:p>
        </p:txBody>
      </p:sp>
      <p:sp>
        <p:nvSpPr>
          <p:cNvPr id="462" name="Google Shape;462;p61"/>
          <p:cNvSpPr txBox="1">
            <a:spLocks noGrp="1"/>
          </p:cNvSpPr>
          <p:nvPr>
            <p:ph type="title" idx="6"/>
          </p:nvPr>
        </p:nvSpPr>
        <p:spPr>
          <a:xfrm>
            <a:off x="5835074" y="2987898"/>
            <a:ext cx="1971900" cy="48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Saturn</a:t>
            </a:r>
            <a:endParaRPr/>
          </a:p>
        </p:txBody>
      </p:sp>
      <p:sp>
        <p:nvSpPr>
          <p:cNvPr id="463" name="Google Shape;463;p61"/>
          <p:cNvSpPr txBox="1">
            <a:spLocks noGrp="1"/>
          </p:cNvSpPr>
          <p:nvPr>
            <p:ph type="subTitle" idx="7"/>
          </p:nvPr>
        </p:nvSpPr>
        <p:spPr>
          <a:xfrm>
            <a:off x="5835075" y="3369311"/>
            <a:ext cx="1971900" cy="71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a:t>
            </a:r>
            <a:endParaRPr/>
          </a:p>
        </p:txBody>
      </p:sp>
      <p:sp>
        <p:nvSpPr>
          <p:cNvPr id="464" name="Google Shape;464;p61"/>
          <p:cNvSpPr txBox="1">
            <a:spLocks noGrp="1"/>
          </p:cNvSpPr>
          <p:nvPr>
            <p:ph type="title" idx="8"/>
          </p:nvPr>
        </p:nvSpPr>
        <p:spPr>
          <a:xfrm>
            <a:off x="1926750" y="711175"/>
            <a:ext cx="5290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Concepts we should not forget</a:t>
            </a:r>
            <a:endParaRPr/>
          </a:p>
        </p:txBody>
      </p:sp>
      <p:grpSp>
        <p:nvGrpSpPr>
          <p:cNvPr id="465" name="Google Shape;465;p61"/>
          <p:cNvGrpSpPr/>
          <p:nvPr/>
        </p:nvGrpSpPr>
        <p:grpSpPr>
          <a:xfrm>
            <a:off x="1973772" y="3476292"/>
            <a:ext cx="391667" cy="370360"/>
            <a:chOff x="1055550" y="4082050"/>
            <a:chExt cx="241725" cy="228575"/>
          </a:xfrm>
        </p:grpSpPr>
        <p:sp>
          <p:nvSpPr>
            <p:cNvPr id="466" name="Google Shape;466;p61"/>
            <p:cNvSpPr/>
            <p:nvPr/>
          </p:nvSpPr>
          <p:spPr>
            <a:xfrm>
              <a:off x="1055550" y="4082050"/>
              <a:ext cx="241725" cy="228575"/>
            </a:xfrm>
            <a:custGeom>
              <a:avLst/>
              <a:gdLst/>
              <a:ahLst/>
              <a:cxnLst/>
              <a:rect l="l" t="t" r="r" b="b"/>
              <a:pathLst>
                <a:path w="9669" h="9143" extrusionOk="0">
                  <a:moveTo>
                    <a:pt x="6787" y="969"/>
                  </a:moveTo>
                  <a:cubicBezTo>
                    <a:pt x="6811" y="1326"/>
                    <a:pt x="6883" y="1683"/>
                    <a:pt x="6930" y="2040"/>
                  </a:cubicBezTo>
                  <a:cubicBezTo>
                    <a:pt x="6997" y="2604"/>
                    <a:pt x="6752" y="2729"/>
                    <a:pt x="6388" y="2729"/>
                  </a:cubicBezTo>
                  <a:cubicBezTo>
                    <a:pt x="6229" y="2729"/>
                    <a:pt x="6047" y="2705"/>
                    <a:pt x="5859" y="2683"/>
                  </a:cubicBezTo>
                  <a:cubicBezTo>
                    <a:pt x="5359" y="2622"/>
                    <a:pt x="4854" y="2591"/>
                    <a:pt x="4349" y="2591"/>
                  </a:cubicBezTo>
                  <a:cubicBezTo>
                    <a:pt x="3675" y="2591"/>
                    <a:pt x="3001" y="2646"/>
                    <a:pt x="2334" y="2755"/>
                  </a:cubicBezTo>
                  <a:cubicBezTo>
                    <a:pt x="2263" y="2207"/>
                    <a:pt x="2263" y="1635"/>
                    <a:pt x="2334" y="1088"/>
                  </a:cubicBezTo>
                  <a:cubicBezTo>
                    <a:pt x="3811" y="1088"/>
                    <a:pt x="5311" y="1040"/>
                    <a:pt x="6787" y="969"/>
                  </a:cubicBezTo>
                  <a:close/>
                  <a:moveTo>
                    <a:pt x="7936" y="920"/>
                  </a:moveTo>
                  <a:cubicBezTo>
                    <a:pt x="8235" y="920"/>
                    <a:pt x="8560" y="934"/>
                    <a:pt x="8597" y="1064"/>
                  </a:cubicBezTo>
                  <a:cubicBezTo>
                    <a:pt x="8645" y="1493"/>
                    <a:pt x="8645" y="1945"/>
                    <a:pt x="8574" y="2374"/>
                  </a:cubicBezTo>
                  <a:cubicBezTo>
                    <a:pt x="8550" y="2921"/>
                    <a:pt x="8550" y="3469"/>
                    <a:pt x="8597" y="4017"/>
                  </a:cubicBezTo>
                  <a:cubicBezTo>
                    <a:pt x="8669" y="4827"/>
                    <a:pt x="8716" y="5660"/>
                    <a:pt x="8716" y="6494"/>
                  </a:cubicBezTo>
                  <a:cubicBezTo>
                    <a:pt x="8716" y="6851"/>
                    <a:pt x="8716" y="7232"/>
                    <a:pt x="8693" y="7565"/>
                  </a:cubicBezTo>
                  <a:cubicBezTo>
                    <a:pt x="8645" y="8041"/>
                    <a:pt x="8621" y="8065"/>
                    <a:pt x="8121" y="8089"/>
                  </a:cubicBezTo>
                  <a:lnTo>
                    <a:pt x="7407" y="8113"/>
                  </a:lnTo>
                  <a:cubicBezTo>
                    <a:pt x="7216" y="7113"/>
                    <a:pt x="7835" y="5517"/>
                    <a:pt x="6930" y="4779"/>
                  </a:cubicBezTo>
                  <a:cubicBezTo>
                    <a:pt x="6677" y="4565"/>
                    <a:pt x="6333" y="4509"/>
                    <a:pt x="5984" y="4509"/>
                  </a:cubicBezTo>
                  <a:cubicBezTo>
                    <a:pt x="5710" y="4509"/>
                    <a:pt x="5433" y="4544"/>
                    <a:pt x="5192" y="4565"/>
                  </a:cubicBezTo>
                  <a:cubicBezTo>
                    <a:pt x="4287" y="4636"/>
                    <a:pt x="3430" y="4612"/>
                    <a:pt x="2548" y="4779"/>
                  </a:cubicBezTo>
                  <a:cubicBezTo>
                    <a:pt x="2310" y="4850"/>
                    <a:pt x="2167" y="5112"/>
                    <a:pt x="2239" y="5350"/>
                  </a:cubicBezTo>
                  <a:cubicBezTo>
                    <a:pt x="2334" y="6303"/>
                    <a:pt x="2382" y="7279"/>
                    <a:pt x="2334" y="8232"/>
                  </a:cubicBezTo>
                  <a:cubicBezTo>
                    <a:pt x="1905" y="8232"/>
                    <a:pt x="1477" y="8232"/>
                    <a:pt x="1024" y="8208"/>
                  </a:cubicBezTo>
                  <a:cubicBezTo>
                    <a:pt x="1024" y="5827"/>
                    <a:pt x="929" y="3469"/>
                    <a:pt x="929" y="1112"/>
                  </a:cubicBezTo>
                  <a:lnTo>
                    <a:pt x="1405" y="1112"/>
                  </a:lnTo>
                  <a:cubicBezTo>
                    <a:pt x="1382" y="1897"/>
                    <a:pt x="1286" y="2683"/>
                    <a:pt x="1548" y="3445"/>
                  </a:cubicBezTo>
                  <a:cubicBezTo>
                    <a:pt x="1607" y="3642"/>
                    <a:pt x="1796" y="3773"/>
                    <a:pt x="1994" y="3773"/>
                  </a:cubicBezTo>
                  <a:cubicBezTo>
                    <a:pt x="2036" y="3773"/>
                    <a:pt x="2078" y="3767"/>
                    <a:pt x="2120" y="3755"/>
                  </a:cubicBezTo>
                  <a:cubicBezTo>
                    <a:pt x="2697" y="3594"/>
                    <a:pt x="3282" y="3554"/>
                    <a:pt x="3870" y="3554"/>
                  </a:cubicBezTo>
                  <a:cubicBezTo>
                    <a:pt x="4325" y="3554"/>
                    <a:pt x="4782" y="3578"/>
                    <a:pt x="5239" y="3588"/>
                  </a:cubicBezTo>
                  <a:cubicBezTo>
                    <a:pt x="5626" y="3605"/>
                    <a:pt x="6084" y="3693"/>
                    <a:pt x="6513" y="3693"/>
                  </a:cubicBezTo>
                  <a:cubicBezTo>
                    <a:pt x="6691" y="3693"/>
                    <a:pt x="6865" y="3678"/>
                    <a:pt x="7026" y="3636"/>
                  </a:cubicBezTo>
                  <a:cubicBezTo>
                    <a:pt x="8240" y="3302"/>
                    <a:pt x="7788" y="1874"/>
                    <a:pt x="7692" y="921"/>
                  </a:cubicBezTo>
                  <a:cubicBezTo>
                    <a:pt x="7766" y="921"/>
                    <a:pt x="7850" y="920"/>
                    <a:pt x="7936" y="920"/>
                  </a:cubicBezTo>
                  <a:close/>
                  <a:moveTo>
                    <a:pt x="5422" y="5406"/>
                  </a:moveTo>
                  <a:cubicBezTo>
                    <a:pt x="5955" y="5406"/>
                    <a:pt x="6370" y="5470"/>
                    <a:pt x="6430" y="5660"/>
                  </a:cubicBezTo>
                  <a:cubicBezTo>
                    <a:pt x="6668" y="6446"/>
                    <a:pt x="6383" y="7327"/>
                    <a:pt x="6478" y="8137"/>
                  </a:cubicBezTo>
                  <a:lnTo>
                    <a:pt x="6502" y="8137"/>
                  </a:lnTo>
                  <a:cubicBezTo>
                    <a:pt x="5406" y="8184"/>
                    <a:pt x="4335" y="8232"/>
                    <a:pt x="3263" y="8232"/>
                  </a:cubicBezTo>
                  <a:cubicBezTo>
                    <a:pt x="3287" y="7351"/>
                    <a:pt x="3263" y="6470"/>
                    <a:pt x="3168" y="5612"/>
                  </a:cubicBezTo>
                  <a:cubicBezTo>
                    <a:pt x="3721" y="5529"/>
                    <a:pt x="4684" y="5406"/>
                    <a:pt x="5422" y="5406"/>
                  </a:cubicBezTo>
                  <a:close/>
                  <a:moveTo>
                    <a:pt x="7764" y="0"/>
                  </a:moveTo>
                  <a:cubicBezTo>
                    <a:pt x="7063" y="0"/>
                    <a:pt x="6347" y="111"/>
                    <a:pt x="5644" y="111"/>
                  </a:cubicBezTo>
                  <a:cubicBezTo>
                    <a:pt x="3906" y="111"/>
                    <a:pt x="2191" y="183"/>
                    <a:pt x="453" y="183"/>
                  </a:cubicBezTo>
                  <a:cubicBezTo>
                    <a:pt x="334" y="183"/>
                    <a:pt x="238" y="230"/>
                    <a:pt x="143" y="302"/>
                  </a:cubicBezTo>
                  <a:cubicBezTo>
                    <a:pt x="48" y="373"/>
                    <a:pt x="0" y="516"/>
                    <a:pt x="0" y="635"/>
                  </a:cubicBezTo>
                  <a:cubicBezTo>
                    <a:pt x="0" y="3326"/>
                    <a:pt x="119" y="5993"/>
                    <a:pt x="119" y="8637"/>
                  </a:cubicBezTo>
                  <a:cubicBezTo>
                    <a:pt x="119" y="8899"/>
                    <a:pt x="334" y="9113"/>
                    <a:pt x="572" y="9113"/>
                  </a:cubicBezTo>
                  <a:cubicBezTo>
                    <a:pt x="1018" y="9134"/>
                    <a:pt x="1465" y="9143"/>
                    <a:pt x="1911" y="9143"/>
                  </a:cubicBezTo>
                  <a:cubicBezTo>
                    <a:pt x="2989" y="9143"/>
                    <a:pt x="4066" y="9092"/>
                    <a:pt x="5144" y="9042"/>
                  </a:cubicBezTo>
                  <a:cubicBezTo>
                    <a:pt x="5906" y="9018"/>
                    <a:pt x="6668" y="8994"/>
                    <a:pt x="7430" y="8994"/>
                  </a:cubicBezTo>
                  <a:cubicBezTo>
                    <a:pt x="7657" y="8994"/>
                    <a:pt x="7954" y="9030"/>
                    <a:pt x="8246" y="9030"/>
                  </a:cubicBezTo>
                  <a:cubicBezTo>
                    <a:pt x="8538" y="9030"/>
                    <a:pt x="8824" y="8994"/>
                    <a:pt x="9026" y="8851"/>
                  </a:cubicBezTo>
                  <a:cubicBezTo>
                    <a:pt x="9621" y="8446"/>
                    <a:pt x="9621" y="7732"/>
                    <a:pt x="9645" y="7065"/>
                  </a:cubicBezTo>
                  <a:cubicBezTo>
                    <a:pt x="9669" y="6041"/>
                    <a:pt x="9645" y="5017"/>
                    <a:pt x="9550" y="3993"/>
                  </a:cubicBezTo>
                  <a:cubicBezTo>
                    <a:pt x="9502" y="3255"/>
                    <a:pt x="9502" y="2493"/>
                    <a:pt x="9526" y="1731"/>
                  </a:cubicBezTo>
                  <a:cubicBezTo>
                    <a:pt x="9574" y="921"/>
                    <a:pt x="9478" y="230"/>
                    <a:pt x="8574" y="64"/>
                  </a:cubicBezTo>
                  <a:cubicBezTo>
                    <a:pt x="8307" y="17"/>
                    <a:pt x="8036" y="0"/>
                    <a:pt x="776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61"/>
            <p:cNvSpPr/>
            <p:nvPr/>
          </p:nvSpPr>
          <p:spPr>
            <a:xfrm>
              <a:off x="1187125" y="4233225"/>
              <a:ext cx="13825" cy="42325"/>
            </a:xfrm>
            <a:custGeom>
              <a:avLst/>
              <a:gdLst/>
              <a:ahLst/>
              <a:cxnLst/>
              <a:rect l="l" t="t" r="r" b="b"/>
              <a:pathLst>
                <a:path w="553" h="1693" extrusionOk="0">
                  <a:moveTo>
                    <a:pt x="289" y="0"/>
                  </a:moveTo>
                  <a:cubicBezTo>
                    <a:pt x="191" y="0"/>
                    <a:pt x="96" y="54"/>
                    <a:pt x="72" y="161"/>
                  </a:cubicBezTo>
                  <a:cubicBezTo>
                    <a:pt x="0" y="613"/>
                    <a:pt x="0" y="1066"/>
                    <a:pt x="72" y="1518"/>
                  </a:cubicBezTo>
                  <a:cubicBezTo>
                    <a:pt x="100" y="1641"/>
                    <a:pt x="184" y="1692"/>
                    <a:pt x="273" y="1692"/>
                  </a:cubicBezTo>
                  <a:cubicBezTo>
                    <a:pt x="408" y="1692"/>
                    <a:pt x="553" y="1572"/>
                    <a:pt x="524" y="1399"/>
                  </a:cubicBezTo>
                  <a:cubicBezTo>
                    <a:pt x="453" y="994"/>
                    <a:pt x="453" y="566"/>
                    <a:pt x="524" y="161"/>
                  </a:cubicBezTo>
                  <a:cubicBezTo>
                    <a:pt x="488" y="54"/>
                    <a:pt x="387" y="0"/>
                    <a:pt x="28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8" name="Google Shape;468;p61"/>
          <p:cNvGrpSpPr/>
          <p:nvPr/>
        </p:nvGrpSpPr>
        <p:grpSpPr>
          <a:xfrm>
            <a:off x="1952535" y="1935834"/>
            <a:ext cx="434159" cy="412002"/>
            <a:chOff x="4536025" y="2809375"/>
            <a:chExt cx="267950" cy="254275"/>
          </a:xfrm>
        </p:grpSpPr>
        <p:sp>
          <p:nvSpPr>
            <p:cNvPr id="469" name="Google Shape;469;p61"/>
            <p:cNvSpPr/>
            <p:nvPr/>
          </p:nvSpPr>
          <p:spPr>
            <a:xfrm>
              <a:off x="4593300" y="2809375"/>
              <a:ext cx="171375" cy="93075"/>
            </a:xfrm>
            <a:custGeom>
              <a:avLst/>
              <a:gdLst/>
              <a:ahLst/>
              <a:cxnLst/>
              <a:rect l="l" t="t" r="r" b="b"/>
              <a:pathLst>
                <a:path w="6855" h="3723" extrusionOk="0">
                  <a:moveTo>
                    <a:pt x="5783" y="2389"/>
                  </a:moveTo>
                  <a:cubicBezTo>
                    <a:pt x="5831" y="2508"/>
                    <a:pt x="5854" y="2628"/>
                    <a:pt x="5854" y="2747"/>
                  </a:cubicBezTo>
                  <a:lnTo>
                    <a:pt x="5497" y="2723"/>
                  </a:lnTo>
                  <a:cubicBezTo>
                    <a:pt x="5592" y="2628"/>
                    <a:pt x="5688" y="2508"/>
                    <a:pt x="5783" y="2389"/>
                  </a:cubicBezTo>
                  <a:close/>
                  <a:moveTo>
                    <a:pt x="2880" y="1"/>
                  </a:moveTo>
                  <a:cubicBezTo>
                    <a:pt x="2805" y="1"/>
                    <a:pt x="2733" y="11"/>
                    <a:pt x="2663" y="32"/>
                  </a:cubicBezTo>
                  <a:cubicBezTo>
                    <a:pt x="1615" y="389"/>
                    <a:pt x="806" y="1818"/>
                    <a:pt x="234" y="2699"/>
                  </a:cubicBezTo>
                  <a:cubicBezTo>
                    <a:pt x="1" y="3049"/>
                    <a:pt x="327" y="3387"/>
                    <a:pt x="651" y="3387"/>
                  </a:cubicBezTo>
                  <a:cubicBezTo>
                    <a:pt x="789" y="3387"/>
                    <a:pt x="927" y="3325"/>
                    <a:pt x="1020" y="3175"/>
                  </a:cubicBezTo>
                  <a:cubicBezTo>
                    <a:pt x="1496" y="2413"/>
                    <a:pt x="2044" y="1699"/>
                    <a:pt x="2663" y="1080"/>
                  </a:cubicBezTo>
                  <a:cubicBezTo>
                    <a:pt x="2714" y="1035"/>
                    <a:pt x="2776" y="1015"/>
                    <a:pt x="2848" y="1015"/>
                  </a:cubicBezTo>
                  <a:cubicBezTo>
                    <a:pt x="3314" y="1015"/>
                    <a:pt x="4165" y="1864"/>
                    <a:pt x="4640" y="2318"/>
                  </a:cubicBezTo>
                  <a:cubicBezTo>
                    <a:pt x="4497" y="2485"/>
                    <a:pt x="4330" y="2628"/>
                    <a:pt x="4163" y="2794"/>
                  </a:cubicBezTo>
                  <a:cubicBezTo>
                    <a:pt x="3830" y="3080"/>
                    <a:pt x="4116" y="3532"/>
                    <a:pt x="4497" y="3580"/>
                  </a:cubicBezTo>
                  <a:cubicBezTo>
                    <a:pt x="5116" y="3628"/>
                    <a:pt x="5735" y="3675"/>
                    <a:pt x="6354" y="3723"/>
                  </a:cubicBezTo>
                  <a:cubicBezTo>
                    <a:pt x="6593" y="3723"/>
                    <a:pt x="6807" y="3509"/>
                    <a:pt x="6807" y="3247"/>
                  </a:cubicBezTo>
                  <a:cubicBezTo>
                    <a:pt x="6855" y="2556"/>
                    <a:pt x="6664" y="1865"/>
                    <a:pt x="6283" y="1294"/>
                  </a:cubicBezTo>
                  <a:cubicBezTo>
                    <a:pt x="6235" y="1246"/>
                    <a:pt x="6188" y="1199"/>
                    <a:pt x="6116" y="1151"/>
                  </a:cubicBezTo>
                  <a:cubicBezTo>
                    <a:pt x="6045" y="1079"/>
                    <a:pt x="5955" y="1047"/>
                    <a:pt x="5867" y="1047"/>
                  </a:cubicBezTo>
                  <a:cubicBezTo>
                    <a:pt x="5751" y="1047"/>
                    <a:pt x="5636" y="1104"/>
                    <a:pt x="5569" y="1199"/>
                  </a:cubicBezTo>
                  <a:lnTo>
                    <a:pt x="5235" y="1604"/>
                  </a:lnTo>
                  <a:cubicBezTo>
                    <a:pt x="4628" y="1039"/>
                    <a:pt x="3644" y="1"/>
                    <a:pt x="28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61"/>
            <p:cNvSpPr/>
            <p:nvPr/>
          </p:nvSpPr>
          <p:spPr>
            <a:xfrm>
              <a:off x="4536025" y="2912700"/>
              <a:ext cx="128025" cy="128525"/>
            </a:xfrm>
            <a:custGeom>
              <a:avLst/>
              <a:gdLst/>
              <a:ahLst/>
              <a:cxnLst/>
              <a:rect l="l" t="t" r="r" b="b"/>
              <a:pathLst>
                <a:path w="5121" h="5141" extrusionOk="0">
                  <a:moveTo>
                    <a:pt x="1596" y="1090"/>
                  </a:moveTo>
                  <a:cubicBezTo>
                    <a:pt x="1644" y="1209"/>
                    <a:pt x="1692" y="1328"/>
                    <a:pt x="1715" y="1448"/>
                  </a:cubicBezTo>
                  <a:cubicBezTo>
                    <a:pt x="1573" y="1376"/>
                    <a:pt x="1430" y="1352"/>
                    <a:pt x="1287" y="1305"/>
                  </a:cubicBezTo>
                  <a:cubicBezTo>
                    <a:pt x="1382" y="1209"/>
                    <a:pt x="1501" y="1138"/>
                    <a:pt x="1596" y="1090"/>
                  </a:cubicBezTo>
                  <a:close/>
                  <a:moveTo>
                    <a:pt x="1898" y="0"/>
                  </a:moveTo>
                  <a:cubicBezTo>
                    <a:pt x="1854" y="0"/>
                    <a:pt x="1809" y="6"/>
                    <a:pt x="1763" y="19"/>
                  </a:cubicBezTo>
                  <a:cubicBezTo>
                    <a:pt x="1096" y="304"/>
                    <a:pt x="453" y="638"/>
                    <a:pt x="72" y="1305"/>
                  </a:cubicBezTo>
                  <a:cubicBezTo>
                    <a:pt x="1" y="1448"/>
                    <a:pt x="1" y="1614"/>
                    <a:pt x="72" y="1733"/>
                  </a:cubicBezTo>
                  <a:cubicBezTo>
                    <a:pt x="144" y="1852"/>
                    <a:pt x="239" y="1948"/>
                    <a:pt x="382" y="1971"/>
                  </a:cubicBezTo>
                  <a:lnTo>
                    <a:pt x="810" y="2114"/>
                  </a:lnTo>
                  <a:cubicBezTo>
                    <a:pt x="549" y="3043"/>
                    <a:pt x="72" y="4162"/>
                    <a:pt x="1025" y="4829"/>
                  </a:cubicBezTo>
                  <a:cubicBezTo>
                    <a:pt x="1430" y="5091"/>
                    <a:pt x="2096" y="5091"/>
                    <a:pt x="2573" y="5115"/>
                  </a:cubicBezTo>
                  <a:cubicBezTo>
                    <a:pt x="2810" y="5133"/>
                    <a:pt x="3048" y="5137"/>
                    <a:pt x="3286" y="5137"/>
                  </a:cubicBezTo>
                  <a:cubicBezTo>
                    <a:pt x="3548" y="5137"/>
                    <a:pt x="3810" y="5132"/>
                    <a:pt x="4076" y="5132"/>
                  </a:cubicBezTo>
                  <a:cubicBezTo>
                    <a:pt x="4225" y="5132"/>
                    <a:pt x="4374" y="5133"/>
                    <a:pt x="4526" y="5139"/>
                  </a:cubicBezTo>
                  <a:cubicBezTo>
                    <a:pt x="4540" y="5140"/>
                    <a:pt x="4555" y="5141"/>
                    <a:pt x="4569" y="5141"/>
                  </a:cubicBezTo>
                  <a:cubicBezTo>
                    <a:pt x="5121" y="5141"/>
                    <a:pt x="5106" y="4257"/>
                    <a:pt x="4526" y="4234"/>
                  </a:cubicBezTo>
                  <a:cubicBezTo>
                    <a:pt x="3692" y="4186"/>
                    <a:pt x="2882" y="4234"/>
                    <a:pt x="2049" y="4162"/>
                  </a:cubicBezTo>
                  <a:cubicBezTo>
                    <a:pt x="1525" y="4115"/>
                    <a:pt x="1311" y="3972"/>
                    <a:pt x="1406" y="3424"/>
                  </a:cubicBezTo>
                  <a:cubicBezTo>
                    <a:pt x="1477" y="3091"/>
                    <a:pt x="1596" y="2757"/>
                    <a:pt x="1715" y="2424"/>
                  </a:cubicBezTo>
                  <a:cubicBezTo>
                    <a:pt x="1882" y="2495"/>
                    <a:pt x="2073" y="2567"/>
                    <a:pt x="2239" y="2638"/>
                  </a:cubicBezTo>
                  <a:cubicBezTo>
                    <a:pt x="2309" y="2673"/>
                    <a:pt x="2384" y="2689"/>
                    <a:pt x="2459" y="2689"/>
                  </a:cubicBezTo>
                  <a:cubicBezTo>
                    <a:pt x="2744" y="2689"/>
                    <a:pt x="3019" y="2454"/>
                    <a:pt x="2906" y="2114"/>
                  </a:cubicBezTo>
                  <a:cubicBezTo>
                    <a:pt x="2716" y="1519"/>
                    <a:pt x="2525" y="924"/>
                    <a:pt x="2335" y="328"/>
                  </a:cubicBezTo>
                  <a:cubicBezTo>
                    <a:pt x="2276" y="132"/>
                    <a:pt x="2103" y="0"/>
                    <a:pt x="189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61"/>
            <p:cNvSpPr/>
            <p:nvPr/>
          </p:nvSpPr>
          <p:spPr>
            <a:xfrm>
              <a:off x="4675950" y="2919025"/>
              <a:ext cx="128025" cy="144625"/>
            </a:xfrm>
            <a:custGeom>
              <a:avLst/>
              <a:gdLst/>
              <a:ahLst/>
              <a:cxnLst/>
              <a:rect l="l" t="t" r="r" b="b"/>
              <a:pathLst>
                <a:path w="5121" h="5785" extrusionOk="0">
                  <a:moveTo>
                    <a:pt x="1524" y="4124"/>
                  </a:moveTo>
                  <a:cubicBezTo>
                    <a:pt x="1524" y="4267"/>
                    <a:pt x="1500" y="4433"/>
                    <a:pt x="1500" y="4576"/>
                  </a:cubicBezTo>
                  <a:cubicBezTo>
                    <a:pt x="1405" y="4505"/>
                    <a:pt x="1310" y="4409"/>
                    <a:pt x="1215" y="4314"/>
                  </a:cubicBezTo>
                  <a:lnTo>
                    <a:pt x="1524" y="4124"/>
                  </a:lnTo>
                  <a:close/>
                  <a:moveTo>
                    <a:pt x="3794" y="1"/>
                  </a:moveTo>
                  <a:cubicBezTo>
                    <a:pt x="3517" y="1"/>
                    <a:pt x="3215" y="239"/>
                    <a:pt x="3287" y="599"/>
                  </a:cubicBezTo>
                  <a:cubicBezTo>
                    <a:pt x="3453" y="1433"/>
                    <a:pt x="3739" y="2219"/>
                    <a:pt x="3858" y="3076"/>
                  </a:cubicBezTo>
                  <a:cubicBezTo>
                    <a:pt x="3930" y="3624"/>
                    <a:pt x="3739" y="3766"/>
                    <a:pt x="3191" y="3790"/>
                  </a:cubicBezTo>
                  <a:cubicBezTo>
                    <a:pt x="3112" y="3798"/>
                    <a:pt x="3033" y="3801"/>
                    <a:pt x="2953" y="3801"/>
                  </a:cubicBezTo>
                  <a:cubicBezTo>
                    <a:pt x="2794" y="3801"/>
                    <a:pt x="2636" y="3790"/>
                    <a:pt x="2477" y="3790"/>
                  </a:cubicBezTo>
                  <a:cubicBezTo>
                    <a:pt x="2501" y="3624"/>
                    <a:pt x="2525" y="3481"/>
                    <a:pt x="2548" y="3338"/>
                  </a:cubicBezTo>
                  <a:cubicBezTo>
                    <a:pt x="2623" y="3020"/>
                    <a:pt x="2390" y="2747"/>
                    <a:pt x="2114" y="2747"/>
                  </a:cubicBezTo>
                  <a:cubicBezTo>
                    <a:pt x="2038" y="2747"/>
                    <a:pt x="1959" y="2768"/>
                    <a:pt x="1882" y="2814"/>
                  </a:cubicBezTo>
                  <a:cubicBezTo>
                    <a:pt x="1358" y="3147"/>
                    <a:pt x="834" y="3481"/>
                    <a:pt x="310" y="3814"/>
                  </a:cubicBezTo>
                  <a:cubicBezTo>
                    <a:pt x="72" y="3933"/>
                    <a:pt x="0" y="4219"/>
                    <a:pt x="143" y="4433"/>
                  </a:cubicBezTo>
                  <a:cubicBezTo>
                    <a:pt x="596" y="5029"/>
                    <a:pt x="1072" y="5553"/>
                    <a:pt x="1810" y="5767"/>
                  </a:cubicBezTo>
                  <a:cubicBezTo>
                    <a:pt x="1852" y="5779"/>
                    <a:pt x="1895" y="5785"/>
                    <a:pt x="1938" y="5785"/>
                  </a:cubicBezTo>
                  <a:cubicBezTo>
                    <a:pt x="2066" y="5785"/>
                    <a:pt x="2191" y="5731"/>
                    <a:pt x="2263" y="5624"/>
                  </a:cubicBezTo>
                  <a:cubicBezTo>
                    <a:pt x="2334" y="5529"/>
                    <a:pt x="2382" y="5433"/>
                    <a:pt x="2405" y="5314"/>
                  </a:cubicBezTo>
                  <a:lnTo>
                    <a:pt x="2405" y="4719"/>
                  </a:lnTo>
                  <a:cubicBezTo>
                    <a:pt x="2634" y="4732"/>
                    <a:pt x="2882" y="4748"/>
                    <a:pt x="3129" y="4748"/>
                  </a:cubicBezTo>
                  <a:cubicBezTo>
                    <a:pt x="3805" y="4748"/>
                    <a:pt x="4471" y="4627"/>
                    <a:pt x="4715" y="3981"/>
                  </a:cubicBezTo>
                  <a:cubicBezTo>
                    <a:pt x="5120" y="2862"/>
                    <a:pt x="4406" y="1409"/>
                    <a:pt x="4192" y="337"/>
                  </a:cubicBezTo>
                  <a:cubicBezTo>
                    <a:pt x="4145" y="102"/>
                    <a:pt x="3975" y="1"/>
                    <a:pt x="37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2" name="Google Shape;472;p61"/>
          <p:cNvSpPr/>
          <p:nvPr/>
        </p:nvSpPr>
        <p:spPr>
          <a:xfrm>
            <a:off x="5232373" y="1947187"/>
            <a:ext cx="417754" cy="389277"/>
          </a:xfrm>
          <a:custGeom>
            <a:avLst/>
            <a:gdLst/>
            <a:ahLst/>
            <a:cxnLst/>
            <a:rect l="l" t="t" r="r" b="b"/>
            <a:pathLst>
              <a:path w="10313" h="9610" extrusionOk="0">
                <a:moveTo>
                  <a:pt x="4869" y="904"/>
                </a:moveTo>
                <a:cubicBezTo>
                  <a:pt x="5298" y="904"/>
                  <a:pt x="5750" y="967"/>
                  <a:pt x="6002" y="1303"/>
                </a:cubicBezTo>
                <a:cubicBezTo>
                  <a:pt x="6169" y="1565"/>
                  <a:pt x="6312" y="1874"/>
                  <a:pt x="6359" y="2184"/>
                </a:cubicBezTo>
                <a:cubicBezTo>
                  <a:pt x="6002" y="2208"/>
                  <a:pt x="5645" y="2232"/>
                  <a:pt x="5311" y="2232"/>
                </a:cubicBezTo>
                <a:cubicBezTo>
                  <a:pt x="4454" y="2232"/>
                  <a:pt x="3621" y="2255"/>
                  <a:pt x="2787" y="2279"/>
                </a:cubicBezTo>
                <a:cubicBezTo>
                  <a:pt x="2906" y="1422"/>
                  <a:pt x="3359" y="993"/>
                  <a:pt x="4359" y="922"/>
                </a:cubicBezTo>
                <a:cubicBezTo>
                  <a:pt x="4514" y="915"/>
                  <a:pt x="4689" y="904"/>
                  <a:pt x="4869" y="904"/>
                </a:cubicBezTo>
                <a:close/>
                <a:moveTo>
                  <a:pt x="7963" y="3027"/>
                </a:moveTo>
                <a:cubicBezTo>
                  <a:pt x="8293" y="3027"/>
                  <a:pt x="8561" y="3065"/>
                  <a:pt x="8598" y="3184"/>
                </a:cubicBezTo>
                <a:cubicBezTo>
                  <a:pt x="8669" y="3589"/>
                  <a:pt x="8669" y="4018"/>
                  <a:pt x="8598" y="4423"/>
                </a:cubicBezTo>
                <a:cubicBezTo>
                  <a:pt x="7764" y="4970"/>
                  <a:pt x="6836" y="5375"/>
                  <a:pt x="5859" y="5566"/>
                </a:cubicBezTo>
                <a:cubicBezTo>
                  <a:pt x="5815" y="5367"/>
                  <a:pt x="5648" y="5230"/>
                  <a:pt x="5472" y="5230"/>
                </a:cubicBezTo>
                <a:cubicBezTo>
                  <a:pt x="5458" y="5230"/>
                  <a:pt x="5444" y="5231"/>
                  <a:pt x="5431" y="5232"/>
                </a:cubicBezTo>
                <a:cubicBezTo>
                  <a:pt x="5263" y="5222"/>
                  <a:pt x="5091" y="5217"/>
                  <a:pt x="4919" y="5217"/>
                </a:cubicBezTo>
                <a:cubicBezTo>
                  <a:pt x="4675" y="5217"/>
                  <a:pt x="4429" y="5228"/>
                  <a:pt x="4192" y="5256"/>
                </a:cubicBezTo>
                <a:cubicBezTo>
                  <a:pt x="3978" y="5256"/>
                  <a:pt x="3811" y="5399"/>
                  <a:pt x="3740" y="5613"/>
                </a:cubicBezTo>
                <a:cubicBezTo>
                  <a:pt x="2763" y="5399"/>
                  <a:pt x="1835" y="5089"/>
                  <a:pt x="930" y="4637"/>
                </a:cubicBezTo>
                <a:cubicBezTo>
                  <a:pt x="930" y="4161"/>
                  <a:pt x="906" y="3708"/>
                  <a:pt x="906" y="3232"/>
                </a:cubicBezTo>
                <a:cubicBezTo>
                  <a:pt x="1668" y="3232"/>
                  <a:pt x="2430" y="3239"/>
                  <a:pt x="3190" y="3239"/>
                </a:cubicBezTo>
                <a:cubicBezTo>
                  <a:pt x="4331" y="3239"/>
                  <a:pt x="5469" y="3222"/>
                  <a:pt x="6597" y="3137"/>
                </a:cubicBezTo>
                <a:cubicBezTo>
                  <a:pt x="6758" y="3122"/>
                  <a:pt x="7439" y="3027"/>
                  <a:pt x="7963" y="3027"/>
                </a:cubicBezTo>
                <a:close/>
                <a:moveTo>
                  <a:pt x="8598" y="5518"/>
                </a:moveTo>
                <a:cubicBezTo>
                  <a:pt x="8622" y="6113"/>
                  <a:pt x="8693" y="6685"/>
                  <a:pt x="8717" y="7280"/>
                </a:cubicBezTo>
                <a:cubicBezTo>
                  <a:pt x="8741" y="7614"/>
                  <a:pt x="8717" y="7971"/>
                  <a:pt x="8669" y="8304"/>
                </a:cubicBezTo>
                <a:cubicBezTo>
                  <a:pt x="8620" y="8524"/>
                  <a:pt x="8377" y="8581"/>
                  <a:pt x="8106" y="8581"/>
                </a:cubicBezTo>
                <a:cubicBezTo>
                  <a:pt x="7850" y="8581"/>
                  <a:pt x="7569" y="8530"/>
                  <a:pt x="7407" y="8519"/>
                </a:cubicBezTo>
                <a:cubicBezTo>
                  <a:pt x="7228" y="8515"/>
                  <a:pt x="7050" y="8513"/>
                  <a:pt x="6871" y="8513"/>
                </a:cubicBezTo>
                <a:cubicBezTo>
                  <a:pt x="5187" y="8513"/>
                  <a:pt x="3502" y="8674"/>
                  <a:pt x="1804" y="8674"/>
                </a:cubicBezTo>
                <a:cubicBezTo>
                  <a:pt x="1545" y="8674"/>
                  <a:pt x="1285" y="8670"/>
                  <a:pt x="1025" y="8662"/>
                </a:cubicBezTo>
                <a:cubicBezTo>
                  <a:pt x="1025" y="7661"/>
                  <a:pt x="1001" y="6661"/>
                  <a:pt x="977" y="5637"/>
                </a:cubicBezTo>
                <a:lnTo>
                  <a:pt x="977" y="5637"/>
                </a:lnTo>
                <a:cubicBezTo>
                  <a:pt x="1858" y="6042"/>
                  <a:pt x="2811" y="6352"/>
                  <a:pt x="3764" y="6518"/>
                </a:cubicBezTo>
                <a:cubicBezTo>
                  <a:pt x="3611" y="6824"/>
                  <a:pt x="3838" y="7170"/>
                  <a:pt x="4171" y="7170"/>
                </a:cubicBezTo>
                <a:cubicBezTo>
                  <a:pt x="4201" y="7170"/>
                  <a:pt x="4232" y="7167"/>
                  <a:pt x="4264" y="7161"/>
                </a:cubicBezTo>
                <a:lnTo>
                  <a:pt x="5407" y="7161"/>
                </a:lnTo>
                <a:cubicBezTo>
                  <a:pt x="5428" y="7164"/>
                  <a:pt x="5450" y="7166"/>
                  <a:pt x="5471" y="7166"/>
                </a:cubicBezTo>
                <a:cubicBezTo>
                  <a:pt x="5794" y="7166"/>
                  <a:pt x="6017" y="6831"/>
                  <a:pt x="5883" y="6518"/>
                </a:cubicBezTo>
                <a:cubicBezTo>
                  <a:pt x="6836" y="6352"/>
                  <a:pt x="7741" y="5994"/>
                  <a:pt x="8598" y="5518"/>
                </a:cubicBezTo>
                <a:close/>
                <a:moveTo>
                  <a:pt x="4966" y="0"/>
                </a:moveTo>
                <a:cubicBezTo>
                  <a:pt x="4754" y="0"/>
                  <a:pt x="4548" y="10"/>
                  <a:pt x="4359" y="17"/>
                </a:cubicBezTo>
                <a:cubicBezTo>
                  <a:pt x="2811" y="65"/>
                  <a:pt x="2025" y="898"/>
                  <a:pt x="1858" y="2303"/>
                </a:cubicBezTo>
                <a:lnTo>
                  <a:pt x="453" y="2303"/>
                </a:lnTo>
                <a:cubicBezTo>
                  <a:pt x="334" y="2303"/>
                  <a:pt x="239" y="2351"/>
                  <a:pt x="168" y="2422"/>
                </a:cubicBezTo>
                <a:cubicBezTo>
                  <a:pt x="48" y="2494"/>
                  <a:pt x="1" y="2637"/>
                  <a:pt x="1" y="2756"/>
                </a:cubicBezTo>
                <a:cubicBezTo>
                  <a:pt x="1" y="4875"/>
                  <a:pt x="120" y="6995"/>
                  <a:pt x="120" y="9114"/>
                </a:cubicBezTo>
                <a:cubicBezTo>
                  <a:pt x="120" y="9352"/>
                  <a:pt x="310" y="9566"/>
                  <a:pt x="572" y="9590"/>
                </a:cubicBezTo>
                <a:cubicBezTo>
                  <a:pt x="965" y="9604"/>
                  <a:pt x="1359" y="9609"/>
                  <a:pt x="1754" y="9609"/>
                </a:cubicBezTo>
                <a:cubicBezTo>
                  <a:pt x="2774" y="9609"/>
                  <a:pt x="3799" y="9570"/>
                  <a:pt x="4811" y="9519"/>
                </a:cubicBezTo>
                <a:cubicBezTo>
                  <a:pt x="4999" y="9511"/>
                  <a:pt x="5190" y="9509"/>
                  <a:pt x="5382" y="9509"/>
                </a:cubicBezTo>
                <a:cubicBezTo>
                  <a:pt x="5928" y="9509"/>
                  <a:pt x="6491" y="9531"/>
                  <a:pt x="7048" y="9531"/>
                </a:cubicBezTo>
                <a:cubicBezTo>
                  <a:pt x="7542" y="9531"/>
                  <a:pt x="8031" y="9513"/>
                  <a:pt x="8503" y="9447"/>
                </a:cubicBezTo>
                <a:cubicBezTo>
                  <a:pt x="10313" y="9209"/>
                  <a:pt x="9574" y="6423"/>
                  <a:pt x="9479" y="5208"/>
                </a:cubicBezTo>
                <a:cubicBezTo>
                  <a:pt x="9431" y="4446"/>
                  <a:pt x="9598" y="3708"/>
                  <a:pt x="9479" y="2946"/>
                </a:cubicBezTo>
                <a:cubicBezTo>
                  <a:pt x="9384" y="2255"/>
                  <a:pt x="8622" y="2184"/>
                  <a:pt x="8074" y="2136"/>
                </a:cubicBezTo>
                <a:lnTo>
                  <a:pt x="7288" y="2136"/>
                </a:lnTo>
                <a:cubicBezTo>
                  <a:pt x="7121" y="1541"/>
                  <a:pt x="6955" y="946"/>
                  <a:pt x="6502" y="469"/>
                </a:cubicBezTo>
                <a:cubicBezTo>
                  <a:pt x="6122" y="71"/>
                  <a:pt x="5527" y="0"/>
                  <a:pt x="49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3" name="Google Shape;473;p61"/>
          <p:cNvGrpSpPr/>
          <p:nvPr/>
        </p:nvGrpSpPr>
        <p:grpSpPr>
          <a:xfrm>
            <a:off x="5287360" y="3450761"/>
            <a:ext cx="307776" cy="421440"/>
            <a:chOff x="3428650" y="2373900"/>
            <a:chExt cx="189950" cy="260100"/>
          </a:xfrm>
        </p:grpSpPr>
        <p:sp>
          <p:nvSpPr>
            <p:cNvPr id="474" name="Google Shape;474;p61"/>
            <p:cNvSpPr/>
            <p:nvPr/>
          </p:nvSpPr>
          <p:spPr>
            <a:xfrm>
              <a:off x="3428650" y="2373900"/>
              <a:ext cx="189950" cy="260100"/>
            </a:xfrm>
            <a:custGeom>
              <a:avLst/>
              <a:gdLst/>
              <a:ahLst/>
              <a:cxnLst/>
              <a:rect l="l" t="t" r="r" b="b"/>
              <a:pathLst>
                <a:path w="7598" h="10404" extrusionOk="0">
                  <a:moveTo>
                    <a:pt x="5145" y="1019"/>
                  </a:moveTo>
                  <a:cubicBezTo>
                    <a:pt x="5454" y="1114"/>
                    <a:pt x="5740" y="1233"/>
                    <a:pt x="6002" y="1400"/>
                  </a:cubicBezTo>
                  <a:cubicBezTo>
                    <a:pt x="6645" y="1757"/>
                    <a:pt x="6812" y="2352"/>
                    <a:pt x="6812" y="2972"/>
                  </a:cubicBezTo>
                  <a:lnTo>
                    <a:pt x="6669" y="2972"/>
                  </a:lnTo>
                  <a:cubicBezTo>
                    <a:pt x="6247" y="3107"/>
                    <a:pt x="5801" y="3170"/>
                    <a:pt x="5357" y="3170"/>
                  </a:cubicBezTo>
                  <a:cubicBezTo>
                    <a:pt x="5174" y="3170"/>
                    <a:pt x="4992" y="3159"/>
                    <a:pt x="4811" y="3138"/>
                  </a:cubicBezTo>
                  <a:cubicBezTo>
                    <a:pt x="4907" y="2424"/>
                    <a:pt x="5050" y="1733"/>
                    <a:pt x="5145" y="1019"/>
                  </a:cubicBezTo>
                  <a:close/>
                  <a:moveTo>
                    <a:pt x="763" y="733"/>
                  </a:moveTo>
                  <a:lnTo>
                    <a:pt x="763" y="733"/>
                  </a:lnTo>
                  <a:cubicBezTo>
                    <a:pt x="1089" y="759"/>
                    <a:pt x="1424" y="766"/>
                    <a:pt x="1764" y="766"/>
                  </a:cubicBezTo>
                  <a:cubicBezTo>
                    <a:pt x="2095" y="766"/>
                    <a:pt x="2430" y="759"/>
                    <a:pt x="2766" y="759"/>
                  </a:cubicBezTo>
                  <a:cubicBezTo>
                    <a:pt x="3343" y="759"/>
                    <a:pt x="3920" y="778"/>
                    <a:pt x="4478" y="876"/>
                  </a:cubicBezTo>
                  <a:cubicBezTo>
                    <a:pt x="4359" y="1709"/>
                    <a:pt x="4168" y="2567"/>
                    <a:pt x="4073" y="3400"/>
                  </a:cubicBezTo>
                  <a:cubicBezTo>
                    <a:pt x="4073" y="3567"/>
                    <a:pt x="4168" y="3710"/>
                    <a:pt x="4311" y="3734"/>
                  </a:cubicBezTo>
                  <a:cubicBezTo>
                    <a:pt x="4667" y="3815"/>
                    <a:pt x="5024" y="3853"/>
                    <a:pt x="5378" y="3853"/>
                  </a:cubicBezTo>
                  <a:cubicBezTo>
                    <a:pt x="5853" y="3853"/>
                    <a:pt x="6324" y="3785"/>
                    <a:pt x="6788" y="3662"/>
                  </a:cubicBezTo>
                  <a:lnTo>
                    <a:pt x="6788" y="3662"/>
                  </a:lnTo>
                  <a:cubicBezTo>
                    <a:pt x="6740" y="4043"/>
                    <a:pt x="6669" y="4400"/>
                    <a:pt x="6621" y="4734"/>
                  </a:cubicBezTo>
                  <a:cubicBezTo>
                    <a:pt x="6455" y="6329"/>
                    <a:pt x="6574" y="7925"/>
                    <a:pt x="6455" y="9521"/>
                  </a:cubicBezTo>
                  <a:cubicBezTo>
                    <a:pt x="5320" y="9594"/>
                    <a:pt x="4186" y="9704"/>
                    <a:pt x="3057" y="9704"/>
                  </a:cubicBezTo>
                  <a:cubicBezTo>
                    <a:pt x="2361" y="9704"/>
                    <a:pt x="1668" y="9662"/>
                    <a:pt x="977" y="9544"/>
                  </a:cubicBezTo>
                  <a:cubicBezTo>
                    <a:pt x="882" y="6615"/>
                    <a:pt x="715" y="3686"/>
                    <a:pt x="763" y="733"/>
                  </a:cubicBezTo>
                  <a:close/>
                  <a:moveTo>
                    <a:pt x="465" y="1"/>
                  </a:moveTo>
                  <a:cubicBezTo>
                    <a:pt x="447" y="1"/>
                    <a:pt x="429" y="7"/>
                    <a:pt x="406" y="19"/>
                  </a:cubicBezTo>
                  <a:cubicBezTo>
                    <a:pt x="239" y="19"/>
                    <a:pt x="96" y="162"/>
                    <a:pt x="96" y="352"/>
                  </a:cubicBezTo>
                  <a:cubicBezTo>
                    <a:pt x="1" y="3519"/>
                    <a:pt x="191" y="6687"/>
                    <a:pt x="287" y="9830"/>
                  </a:cubicBezTo>
                  <a:cubicBezTo>
                    <a:pt x="287" y="9997"/>
                    <a:pt x="382" y="10140"/>
                    <a:pt x="549" y="10187"/>
                  </a:cubicBezTo>
                  <a:cubicBezTo>
                    <a:pt x="1369" y="10348"/>
                    <a:pt x="2189" y="10403"/>
                    <a:pt x="3010" y="10403"/>
                  </a:cubicBezTo>
                  <a:cubicBezTo>
                    <a:pt x="4261" y="10403"/>
                    <a:pt x="5513" y="10274"/>
                    <a:pt x="6764" y="10187"/>
                  </a:cubicBezTo>
                  <a:cubicBezTo>
                    <a:pt x="6955" y="10187"/>
                    <a:pt x="7098" y="10021"/>
                    <a:pt x="7121" y="9854"/>
                  </a:cubicBezTo>
                  <a:cubicBezTo>
                    <a:pt x="7336" y="7925"/>
                    <a:pt x="7121" y="5996"/>
                    <a:pt x="7407" y="4091"/>
                  </a:cubicBezTo>
                  <a:cubicBezTo>
                    <a:pt x="7598" y="2948"/>
                    <a:pt x="7598" y="1876"/>
                    <a:pt x="6717" y="1043"/>
                  </a:cubicBezTo>
                  <a:cubicBezTo>
                    <a:pt x="5812" y="193"/>
                    <a:pt x="4537" y="77"/>
                    <a:pt x="3249" y="77"/>
                  </a:cubicBezTo>
                  <a:cubicBezTo>
                    <a:pt x="2765" y="77"/>
                    <a:pt x="2278" y="93"/>
                    <a:pt x="1810" y="93"/>
                  </a:cubicBezTo>
                  <a:cubicBezTo>
                    <a:pt x="1360" y="93"/>
                    <a:pt x="926" y="78"/>
                    <a:pt x="525" y="19"/>
                  </a:cubicBezTo>
                  <a:cubicBezTo>
                    <a:pt x="501" y="7"/>
                    <a:pt x="483" y="1"/>
                    <a:pt x="46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61"/>
            <p:cNvSpPr/>
            <p:nvPr/>
          </p:nvSpPr>
          <p:spPr>
            <a:xfrm>
              <a:off x="3460075" y="2481500"/>
              <a:ext cx="117975" cy="27275"/>
            </a:xfrm>
            <a:custGeom>
              <a:avLst/>
              <a:gdLst/>
              <a:ahLst/>
              <a:cxnLst/>
              <a:rect l="l" t="t" r="r" b="b"/>
              <a:pathLst>
                <a:path w="4719" h="1091" extrusionOk="0">
                  <a:moveTo>
                    <a:pt x="1646" y="0"/>
                  </a:moveTo>
                  <a:cubicBezTo>
                    <a:pt x="1163" y="0"/>
                    <a:pt x="651" y="270"/>
                    <a:pt x="244" y="454"/>
                  </a:cubicBezTo>
                  <a:cubicBezTo>
                    <a:pt x="0" y="576"/>
                    <a:pt x="138" y="889"/>
                    <a:pt x="347" y="889"/>
                  </a:cubicBezTo>
                  <a:cubicBezTo>
                    <a:pt x="382" y="889"/>
                    <a:pt x="420" y="879"/>
                    <a:pt x="458" y="859"/>
                  </a:cubicBezTo>
                  <a:cubicBezTo>
                    <a:pt x="840" y="644"/>
                    <a:pt x="1244" y="525"/>
                    <a:pt x="1649" y="478"/>
                  </a:cubicBezTo>
                  <a:cubicBezTo>
                    <a:pt x="1677" y="475"/>
                    <a:pt x="1703" y="474"/>
                    <a:pt x="1730" y="474"/>
                  </a:cubicBezTo>
                  <a:cubicBezTo>
                    <a:pt x="2181" y="474"/>
                    <a:pt x="2457" y="844"/>
                    <a:pt x="2840" y="1001"/>
                  </a:cubicBezTo>
                  <a:cubicBezTo>
                    <a:pt x="3016" y="1065"/>
                    <a:pt x="3180" y="1091"/>
                    <a:pt x="3338" y="1091"/>
                  </a:cubicBezTo>
                  <a:cubicBezTo>
                    <a:pt x="3714" y="1091"/>
                    <a:pt x="4057" y="945"/>
                    <a:pt x="4459" y="811"/>
                  </a:cubicBezTo>
                  <a:cubicBezTo>
                    <a:pt x="4718" y="746"/>
                    <a:pt x="4645" y="369"/>
                    <a:pt x="4417" y="369"/>
                  </a:cubicBezTo>
                  <a:cubicBezTo>
                    <a:pt x="4393" y="369"/>
                    <a:pt x="4367" y="373"/>
                    <a:pt x="4340" y="382"/>
                  </a:cubicBezTo>
                  <a:cubicBezTo>
                    <a:pt x="3989" y="485"/>
                    <a:pt x="3700" y="605"/>
                    <a:pt x="3397" y="605"/>
                  </a:cubicBezTo>
                  <a:cubicBezTo>
                    <a:pt x="3208" y="605"/>
                    <a:pt x="3012" y="558"/>
                    <a:pt x="2792" y="430"/>
                  </a:cubicBezTo>
                  <a:cubicBezTo>
                    <a:pt x="2507" y="239"/>
                    <a:pt x="2221" y="96"/>
                    <a:pt x="1887" y="25"/>
                  </a:cubicBezTo>
                  <a:cubicBezTo>
                    <a:pt x="1808" y="8"/>
                    <a:pt x="1727" y="0"/>
                    <a:pt x="164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61"/>
            <p:cNvSpPr/>
            <p:nvPr/>
          </p:nvSpPr>
          <p:spPr>
            <a:xfrm>
              <a:off x="3460075" y="2524950"/>
              <a:ext cx="117975" cy="27300"/>
            </a:xfrm>
            <a:custGeom>
              <a:avLst/>
              <a:gdLst/>
              <a:ahLst/>
              <a:cxnLst/>
              <a:rect l="l" t="t" r="r" b="b"/>
              <a:pathLst>
                <a:path w="4719" h="1092" extrusionOk="0">
                  <a:moveTo>
                    <a:pt x="1647" y="1"/>
                  </a:moveTo>
                  <a:cubicBezTo>
                    <a:pt x="1164" y="1"/>
                    <a:pt x="652" y="274"/>
                    <a:pt x="244" y="478"/>
                  </a:cubicBezTo>
                  <a:cubicBezTo>
                    <a:pt x="0" y="580"/>
                    <a:pt x="138" y="889"/>
                    <a:pt x="346" y="889"/>
                  </a:cubicBezTo>
                  <a:cubicBezTo>
                    <a:pt x="382" y="889"/>
                    <a:pt x="420" y="880"/>
                    <a:pt x="458" y="859"/>
                  </a:cubicBezTo>
                  <a:cubicBezTo>
                    <a:pt x="840" y="668"/>
                    <a:pt x="1244" y="526"/>
                    <a:pt x="1649" y="478"/>
                  </a:cubicBezTo>
                  <a:cubicBezTo>
                    <a:pt x="1675" y="475"/>
                    <a:pt x="1701" y="474"/>
                    <a:pt x="1726" y="474"/>
                  </a:cubicBezTo>
                  <a:cubicBezTo>
                    <a:pt x="2179" y="474"/>
                    <a:pt x="2456" y="866"/>
                    <a:pt x="2840" y="1002"/>
                  </a:cubicBezTo>
                  <a:cubicBezTo>
                    <a:pt x="3019" y="1066"/>
                    <a:pt x="3184" y="1092"/>
                    <a:pt x="3344" y="1092"/>
                  </a:cubicBezTo>
                  <a:cubicBezTo>
                    <a:pt x="3717" y="1092"/>
                    <a:pt x="4059" y="952"/>
                    <a:pt x="4459" y="835"/>
                  </a:cubicBezTo>
                  <a:cubicBezTo>
                    <a:pt x="4718" y="749"/>
                    <a:pt x="4645" y="370"/>
                    <a:pt x="4416" y="370"/>
                  </a:cubicBezTo>
                  <a:cubicBezTo>
                    <a:pt x="4393" y="370"/>
                    <a:pt x="4367" y="374"/>
                    <a:pt x="4340" y="383"/>
                  </a:cubicBezTo>
                  <a:cubicBezTo>
                    <a:pt x="3996" y="498"/>
                    <a:pt x="3712" y="612"/>
                    <a:pt x="3415" y="612"/>
                  </a:cubicBezTo>
                  <a:cubicBezTo>
                    <a:pt x="3220" y="612"/>
                    <a:pt x="3019" y="563"/>
                    <a:pt x="2792" y="430"/>
                  </a:cubicBezTo>
                  <a:cubicBezTo>
                    <a:pt x="2507" y="264"/>
                    <a:pt x="2221" y="121"/>
                    <a:pt x="1887" y="25"/>
                  </a:cubicBezTo>
                  <a:cubicBezTo>
                    <a:pt x="1808" y="8"/>
                    <a:pt x="1728" y="1"/>
                    <a:pt x="164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61"/>
            <p:cNvSpPr/>
            <p:nvPr/>
          </p:nvSpPr>
          <p:spPr>
            <a:xfrm>
              <a:off x="3459925" y="2568775"/>
              <a:ext cx="118125" cy="27075"/>
            </a:xfrm>
            <a:custGeom>
              <a:avLst/>
              <a:gdLst/>
              <a:ahLst/>
              <a:cxnLst/>
              <a:rect l="l" t="t" r="r" b="b"/>
              <a:pathLst>
                <a:path w="4725" h="1083" extrusionOk="0">
                  <a:moveTo>
                    <a:pt x="1615" y="0"/>
                  </a:moveTo>
                  <a:cubicBezTo>
                    <a:pt x="1143" y="0"/>
                    <a:pt x="647" y="265"/>
                    <a:pt x="250" y="463"/>
                  </a:cubicBezTo>
                  <a:cubicBezTo>
                    <a:pt x="0" y="568"/>
                    <a:pt x="151" y="890"/>
                    <a:pt x="368" y="890"/>
                  </a:cubicBezTo>
                  <a:cubicBezTo>
                    <a:pt x="399" y="890"/>
                    <a:pt x="431" y="883"/>
                    <a:pt x="464" y="868"/>
                  </a:cubicBezTo>
                  <a:cubicBezTo>
                    <a:pt x="846" y="654"/>
                    <a:pt x="1250" y="511"/>
                    <a:pt x="1655" y="463"/>
                  </a:cubicBezTo>
                  <a:cubicBezTo>
                    <a:pt x="1669" y="463"/>
                    <a:pt x="1683" y="462"/>
                    <a:pt x="1697" y="462"/>
                  </a:cubicBezTo>
                  <a:cubicBezTo>
                    <a:pt x="2172" y="462"/>
                    <a:pt x="2453" y="849"/>
                    <a:pt x="2846" y="987"/>
                  </a:cubicBezTo>
                  <a:cubicBezTo>
                    <a:pt x="3033" y="1055"/>
                    <a:pt x="3206" y="1082"/>
                    <a:pt x="3373" y="1082"/>
                  </a:cubicBezTo>
                  <a:cubicBezTo>
                    <a:pt x="3737" y="1082"/>
                    <a:pt x="4073" y="951"/>
                    <a:pt x="4465" y="821"/>
                  </a:cubicBezTo>
                  <a:cubicBezTo>
                    <a:pt x="4724" y="734"/>
                    <a:pt x="4651" y="355"/>
                    <a:pt x="4422" y="355"/>
                  </a:cubicBezTo>
                  <a:cubicBezTo>
                    <a:pt x="4399" y="355"/>
                    <a:pt x="4373" y="359"/>
                    <a:pt x="4346" y="368"/>
                  </a:cubicBezTo>
                  <a:cubicBezTo>
                    <a:pt x="3993" y="486"/>
                    <a:pt x="3704" y="603"/>
                    <a:pt x="3400" y="603"/>
                  </a:cubicBezTo>
                  <a:cubicBezTo>
                    <a:pt x="3211" y="603"/>
                    <a:pt x="3017" y="558"/>
                    <a:pt x="2798" y="440"/>
                  </a:cubicBezTo>
                  <a:cubicBezTo>
                    <a:pt x="2513" y="249"/>
                    <a:pt x="2227" y="106"/>
                    <a:pt x="1893" y="35"/>
                  </a:cubicBezTo>
                  <a:cubicBezTo>
                    <a:pt x="1802" y="11"/>
                    <a:pt x="1709" y="0"/>
                    <a:pt x="16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68"/>
                                        </p:tgtEl>
                                        <p:attrNameLst>
                                          <p:attrName>style.visibility</p:attrName>
                                        </p:attrNameLst>
                                      </p:cBhvr>
                                      <p:to>
                                        <p:strVal val="visible"/>
                                      </p:to>
                                    </p:set>
                                    <p:animEffect transition="in" filter="fade">
                                      <p:cBhvr>
                                        <p:cTn id="7" dur="1000"/>
                                        <p:tgtEl>
                                          <p:spTgt spid="46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65"/>
                                        </p:tgtEl>
                                        <p:attrNameLst>
                                          <p:attrName>style.visibility</p:attrName>
                                        </p:attrNameLst>
                                      </p:cBhvr>
                                      <p:to>
                                        <p:strVal val="visible"/>
                                      </p:to>
                                    </p:set>
                                    <p:animEffect transition="in" filter="fade">
                                      <p:cBhvr>
                                        <p:cTn id="11" dur="1000"/>
                                        <p:tgtEl>
                                          <p:spTgt spid="465"/>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472"/>
                                        </p:tgtEl>
                                        <p:attrNameLst>
                                          <p:attrName>style.visibility</p:attrName>
                                        </p:attrNameLst>
                                      </p:cBhvr>
                                      <p:to>
                                        <p:strVal val="visible"/>
                                      </p:to>
                                    </p:set>
                                    <p:animEffect transition="in" filter="fade">
                                      <p:cBhvr>
                                        <p:cTn id="15" dur="1000"/>
                                        <p:tgtEl>
                                          <p:spTgt spid="472"/>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473"/>
                                        </p:tgtEl>
                                        <p:attrNameLst>
                                          <p:attrName>style.visibility</p:attrName>
                                        </p:attrNameLst>
                                      </p:cBhvr>
                                      <p:to>
                                        <p:strVal val="visible"/>
                                      </p:to>
                                    </p:set>
                                    <p:animEffect transition="in" filter="fade">
                                      <p:cBhvr>
                                        <p:cTn id="19" dur="1000"/>
                                        <p:tgtEl>
                                          <p:spTgt spid="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3"/>
          <p:cNvSpPr txBox="1">
            <a:spLocks noGrp="1"/>
          </p:cNvSpPr>
          <p:nvPr>
            <p:ph type="title" idx="6"/>
          </p:nvPr>
        </p:nvSpPr>
        <p:spPr>
          <a:xfrm>
            <a:off x="1002325" y="711181"/>
            <a:ext cx="240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Features of the topic</a:t>
            </a:r>
            <a:endParaRPr/>
          </a:p>
        </p:txBody>
      </p:sp>
      <p:grpSp>
        <p:nvGrpSpPr>
          <p:cNvPr id="495" name="Google Shape;495;p63"/>
          <p:cNvGrpSpPr/>
          <p:nvPr/>
        </p:nvGrpSpPr>
        <p:grpSpPr>
          <a:xfrm>
            <a:off x="1448811" y="1982208"/>
            <a:ext cx="2140289" cy="2169401"/>
            <a:chOff x="-331425" y="1579700"/>
            <a:chExt cx="1880250" cy="1905825"/>
          </a:xfrm>
        </p:grpSpPr>
        <p:sp>
          <p:nvSpPr>
            <p:cNvPr id="496" name="Google Shape;496;p63"/>
            <p:cNvSpPr/>
            <p:nvPr/>
          </p:nvSpPr>
          <p:spPr>
            <a:xfrm>
              <a:off x="-72650" y="1864050"/>
              <a:ext cx="1621475" cy="1621475"/>
            </a:xfrm>
            <a:custGeom>
              <a:avLst/>
              <a:gdLst/>
              <a:ahLst/>
              <a:cxnLst/>
              <a:rect l="l" t="t" r="r" b="b"/>
              <a:pathLst>
                <a:path w="64859" h="64859" extrusionOk="0">
                  <a:moveTo>
                    <a:pt x="7060" y="1"/>
                  </a:moveTo>
                  <a:lnTo>
                    <a:pt x="1" y="57794"/>
                  </a:lnTo>
                  <a:lnTo>
                    <a:pt x="57800" y="64858"/>
                  </a:lnTo>
                  <a:lnTo>
                    <a:pt x="64858" y="7060"/>
                  </a:lnTo>
                  <a:lnTo>
                    <a:pt x="58170" y="6238"/>
                  </a:lnTo>
                  <a:lnTo>
                    <a:pt x="58170" y="6238"/>
                  </a:lnTo>
                  <a:cubicBezTo>
                    <a:pt x="59249" y="7937"/>
                    <a:pt x="58324" y="10802"/>
                    <a:pt x="55874" y="10802"/>
                  </a:cubicBezTo>
                  <a:cubicBezTo>
                    <a:pt x="55742" y="10802"/>
                    <a:pt x="55605" y="10794"/>
                    <a:pt x="55465" y="10777"/>
                  </a:cubicBezTo>
                  <a:cubicBezTo>
                    <a:pt x="52716" y="10439"/>
                    <a:pt x="52395" y="7185"/>
                    <a:pt x="53935" y="5721"/>
                  </a:cubicBezTo>
                  <a:lnTo>
                    <a:pt x="48068" y="5008"/>
                  </a:lnTo>
                  <a:lnTo>
                    <a:pt x="48068" y="5008"/>
                  </a:lnTo>
                  <a:cubicBezTo>
                    <a:pt x="48897" y="6661"/>
                    <a:pt x="47978" y="9180"/>
                    <a:pt x="45724" y="9180"/>
                  </a:cubicBezTo>
                  <a:cubicBezTo>
                    <a:pt x="45596" y="9180"/>
                    <a:pt x="45463" y="9172"/>
                    <a:pt x="45325" y="9155"/>
                  </a:cubicBezTo>
                  <a:cubicBezTo>
                    <a:pt x="42784" y="8845"/>
                    <a:pt x="42397" y="5955"/>
                    <a:pt x="43671" y="4464"/>
                  </a:cubicBezTo>
                  <a:lnTo>
                    <a:pt x="37369" y="3702"/>
                  </a:lnTo>
                  <a:lnTo>
                    <a:pt x="37369" y="3702"/>
                  </a:lnTo>
                  <a:cubicBezTo>
                    <a:pt x="37603" y="3974"/>
                    <a:pt x="37782" y="4284"/>
                    <a:pt x="37907" y="4621"/>
                  </a:cubicBezTo>
                  <a:cubicBezTo>
                    <a:pt x="38098" y="5062"/>
                    <a:pt x="38169" y="5547"/>
                    <a:pt x="38109" y="6026"/>
                  </a:cubicBezTo>
                  <a:lnTo>
                    <a:pt x="37929" y="6728"/>
                  </a:lnTo>
                  <a:cubicBezTo>
                    <a:pt x="37487" y="7799"/>
                    <a:pt x="36466" y="8409"/>
                    <a:pt x="35415" y="8409"/>
                  </a:cubicBezTo>
                  <a:cubicBezTo>
                    <a:pt x="34849" y="8409"/>
                    <a:pt x="34274" y="8232"/>
                    <a:pt x="33777" y="7854"/>
                  </a:cubicBezTo>
                  <a:cubicBezTo>
                    <a:pt x="33472" y="7647"/>
                    <a:pt x="33211" y="7392"/>
                    <a:pt x="32998" y="7092"/>
                  </a:cubicBezTo>
                  <a:cubicBezTo>
                    <a:pt x="32558" y="6494"/>
                    <a:pt x="32340" y="5802"/>
                    <a:pt x="32432" y="5051"/>
                  </a:cubicBezTo>
                  <a:cubicBezTo>
                    <a:pt x="32519" y="4333"/>
                    <a:pt x="32884" y="3674"/>
                    <a:pt x="33450" y="3223"/>
                  </a:cubicBezTo>
                  <a:lnTo>
                    <a:pt x="26761" y="2406"/>
                  </a:lnTo>
                  <a:lnTo>
                    <a:pt x="26761" y="2406"/>
                  </a:lnTo>
                  <a:cubicBezTo>
                    <a:pt x="27618" y="4006"/>
                    <a:pt x="26733" y="6506"/>
                    <a:pt x="24519" y="6506"/>
                  </a:cubicBezTo>
                  <a:cubicBezTo>
                    <a:pt x="24398" y="6506"/>
                    <a:pt x="24273" y="6498"/>
                    <a:pt x="24144" y="6483"/>
                  </a:cubicBezTo>
                  <a:cubicBezTo>
                    <a:pt x="21662" y="6178"/>
                    <a:pt x="21303" y="3315"/>
                    <a:pt x="22587" y="1895"/>
                  </a:cubicBezTo>
                  <a:lnTo>
                    <a:pt x="17493" y="1274"/>
                  </a:lnTo>
                  <a:lnTo>
                    <a:pt x="17493" y="1274"/>
                  </a:lnTo>
                  <a:cubicBezTo>
                    <a:pt x="17536" y="1405"/>
                    <a:pt x="17564" y="1541"/>
                    <a:pt x="17585" y="1677"/>
                  </a:cubicBezTo>
                  <a:cubicBezTo>
                    <a:pt x="17607" y="2194"/>
                    <a:pt x="17651" y="2787"/>
                    <a:pt x="17389" y="3266"/>
                  </a:cubicBezTo>
                  <a:cubicBezTo>
                    <a:pt x="17134" y="3729"/>
                    <a:pt x="16927" y="4164"/>
                    <a:pt x="16464" y="4469"/>
                  </a:cubicBezTo>
                  <a:cubicBezTo>
                    <a:pt x="16002" y="4779"/>
                    <a:pt x="15577" y="5030"/>
                    <a:pt x="15011" y="5089"/>
                  </a:cubicBezTo>
                  <a:cubicBezTo>
                    <a:pt x="14876" y="5109"/>
                    <a:pt x="14739" y="5118"/>
                    <a:pt x="14603" y="5118"/>
                  </a:cubicBezTo>
                  <a:cubicBezTo>
                    <a:pt x="14237" y="5118"/>
                    <a:pt x="13872" y="5049"/>
                    <a:pt x="13531" y="4910"/>
                  </a:cubicBezTo>
                  <a:cubicBezTo>
                    <a:pt x="11838" y="4213"/>
                    <a:pt x="11256" y="2112"/>
                    <a:pt x="12355" y="648"/>
                  </a:cubicBezTo>
                  <a:lnTo>
                    <a:pt x="7060" y="1"/>
                  </a:ln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63"/>
            <p:cNvSpPr/>
            <p:nvPr/>
          </p:nvSpPr>
          <p:spPr>
            <a:xfrm>
              <a:off x="-82425" y="1854000"/>
              <a:ext cx="1621450" cy="1621725"/>
            </a:xfrm>
            <a:custGeom>
              <a:avLst/>
              <a:gdLst/>
              <a:ahLst/>
              <a:cxnLst/>
              <a:rect l="l" t="t" r="r" b="b"/>
              <a:pathLst>
                <a:path w="64858" h="64869" extrusionOk="0">
                  <a:moveTo>
                    <a:pt x="7064" y="0"/>
                  </a:moveTo>
                  <a:lnTo>
                    <a:pt x="0" y="57810"/>
                  </a:lnTo>
                  <a:lnTo>
                    <a:pt x="57799" y="64868"/>
                  </a:lnTo>
                  <a:lnTo>
                    <a:pt x="64857" y="7064"/>
                  </a:lnTo>
                  <a:lnTo>
                    <a:pt x="58169" y="6248"/>
                  </a:lnTo>
                  <a:lnTo>
                    <a:pt x="58169" y="6248"/>
                  </a:lnTo>
                  <a:cubicBezTo>
                    <a:pt x="59248" y="7947"/>
                    <a:pt x="58323" y="10812"/>
                    <a:pt x="55873" y="10812"/>
                  </a:cubicBezTo>
                  <a:cubicBezTo>
                    <a:pt x="55741" y="10812"/>
                    <a:pt x="55605" y="10804"/>
                    <a:pt x="55464" y="10787"/>
                  </a:cubicBezTo>
                  <a:cubicBezTo>
                    <a:pt x="52715" y="10449"/>
                    <a:pt x="52394" y="7195"/>
                    <a:pt x="53935" y="5731"/>
                  </a:cubicBezTo>
                  <a:lnTo>
                    <a:pt x="48068" y="5018"/>
                  </a:lnTo>
                  <a:lnTo>
                    <a:pt x="48068" y="5018"/>
                  </a:lnTo>
                  <a:cubicBezTo>
                    <a:pt x="48897" y="6671"/>
                    <a:pt x="47982" y="9190"/>
                    <a:pt x="45724" y="9190"/>
                  </a:cubicBezTo>
                  <a:cubicBezTo>
                    <a:pt x="45595" y="9190"/>
                    <a:pt x="45462" y="9182"/>
                    <a:pt x="45325" y="9165"/>
                  </a:cubicBezTo>
                  <a:cubicBezTo>
                    <a:pt x="42783" y="8849"/>
                    <a:pt x="42397" y="5965"/>
                    <a:pt x="43670" y="4474"/>
                  </a:cubicBezTo>
                  <a:lnTo>
                    <a:pt x="37368" y="3701"/>
                  </a:lnTo>
                  <a:lnTo>
                    <a:pt x="37368" y="3701"/>
                  </a:lnTo>
                  <a:cubicBezTo>
                    <a:pt x="37602" y="3973"/>
                    <a:pt x="37781" y="4289"/>
                    <a:pt x="37907" y="4621"/>
                  </a:cubicBezTo>
                  <a:cubicBezTo>
                    <a:pt x="38097" y="5061"/>
                    <a:pt x="38168" y="5551"/>
                    <a:pt x="38108" y="6025"/>
                  </a:cubicBezTo>
                  <a:cubicBezTo>
                    <a:pt x="38048" y="6264"/>
                    <a:pt x="37988" y="6498"/>
                    <a:pt x="37928" y="6732"/>
                  </a:cubicBezTo>
                  <a:cubicBezTo>
                    <a:pt x="37486" y="7801"/>
                    <a:pt x="36463" y="8410"/>
                    <a:pt x="35412" y="8410"/>
                  </a:cubicBezTo>
                  <a:cubicBezTo>
                    <a:pt x="34846" y="8410"/>
                    <a:pt x="34272" y="8234"/>
                    <a:pt x="33776" y="7859"/>
                  </a:cubicBezTo>
                  <a:cubicBezTo>
                    <a:pt x="33471" y="7652"/>
                    <a:pt x="33210" y="7396"/>
                    <a:pt x="32998" y="7097"/>
                  </a:cubicBezTo>
                  <a:cubicBezTo>
                    <a:pt x="32557" y="6498"/>
                    <a:pt x="32339" y="5802"/>
                    <a:pt x="32432" y="5056"/>
                  </a:cubicBezTo>
                  <a:cubicBezTo>
                    <a:pt x="32519" y="4332"/>
                    <a:pt x="32889" y="3679"/>
                    <a:pt x="33455" y="3222"/>
                  </a:cubicBezTo>
                  <a:lnTo>
                    <a:pt x="26766" y="2406"/>
                  </a:lnTo>
                  <a:lnTo>
                    <a:pt x="26766" y="2406"/>
                  </a:lnTo>
                  <a:cubicBezTo>
                    <a:pt x="27623" y="4005"/>
                    <a:pt x="26737" y="6505"/>
                    <a:pt x="24523" y="6505"/>
                  </a:cubicBezTo>
                  <a:cubicBezTo>
                    <a:pt x="24402" y="6505"/>
                    <a:pt x="24277" y="6497"/>
                    <a:pt x="24148" y="6482"/>
                  </a:cubicBezTo>
                  <a:cubicBezTo>
                    <a:pt x="21666" y="6177"/>
                    <a:pt x="21307" y="3320"/>
                    <a:pt x="22592" y="1899"/>
                  </a:cubicBezTo>
                  <a:lnTo>
                    <a:pt x="17497" y="1274"/>
                  </a:lnTo>
                  <a:lnTo>
                    <a:pt x="17497" y="1274"/>
                  </a:lnTo>
                  <a:cubicBezTo>
                    <a:pt x="17541" y="1410"/>
                    <a:pt x="17568" y="1540"/>
                    <a:pt x="17590" y="1676"/>
                  </a:cubicBezTo>
                  <a:cubicBezTo>
                    <a:pt x="17612" y="2193"/>
                    <a:pt x="17655" y="2787"/>
                    <a:pt x="17394" y="3265"/>
                  </a:cubicBezTo>
                  <a:cubicBezTo>
                    <a:pt x="17138" y="3728"/>
                    <a:pt x="16931" y="4163"/>
                    <a:pt x="16469" y="4474"/>
                  </a:cubicBezTo>
                  <a:cubicBezTo>
                    <a:pt x="16006" y="4778"/>
                    <a:pt x="15582" y="5029"/>
                    <a:pt x="15016" y="5089"/>
                  </a:cubicBezTo>
                  <a:cubicBezTo>
                    <a:pt x="14879" y="5110"/>
                    <a:pt x="14741" y="5120"/>
                    <a:pt x="14604" y="5120"/>
                  </a:cubicBezTo>
                  <a:cubicBezTo>
                    <a:pt x="14238" y="5120"/>
                    <a:pt x="13875" y="5047"/>
                    <a:pt x="13535" y="4909"/>
                  </a:cubicBezTo>
                  <a:cubicBezTo>
                    <a:pt x="11843" y="4218"/>
                    <a:pt x="11260" y="2112"/>
                    <a:pt x="12360" y="648"/>
                  </a:cubicBezTo>
                  <a:lnTo>
                    <a:pt x="7064" y="0"/>
                  </a:lnTo>
                  <a:close/>
                </a:path>
              </a:pathLst>
            </a:custGeom>
            <a:solidFill>
              <a:schemeClr val="accent1"/>
            </a:solidFill>
            <a:ln>
              <a:noFill/>
            </a:ln>
            <a:effectLst>
              <a:outerShdw blurRad="42863" dist="38100" dir="216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63"/>
            <p:cNvSpPr/>
            <p:nvPr/>
          </p:nvSpPr>
          <p:spPr>
            <a:xfrm>
              <a:off x="-331425" y="1579700"/>
              <a:ext cx="1101300" cy="649025"/>
            </a:xfrm>
            <a:custGeom>
              <a:avLst/>
              <a:gdLst/>
              <a:ahLst/>
              <a:cxnLst/>
              <a:rect l="l" t="t" r="r" b="b"/>
              <a:pathLst>
                <a:path w="44052" h="25961" extrusionOk="0">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9" name="Google Shape;499;p63"/>
          <p:cNvSpPr txBox="1">
            <a:spLocks noGrp="1"/>
          </p:cNvSpPr>
          <p:nvPr>
            <p:ph type="body" idx="4294967295"/>
          </p:nvPr>
        </p:nvSpPr>
        <p:spPr>
          <a:xfrm rot="390862">
            <a:off x="1931498" y="2725345"/>
            <a:ext cx="1438488" cy="1131409"/>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a:solidFill>
                  <a:schemeClr val="dk2"/>
                </a:solidFill>
              </a:rPr>
              <a:t>Venus is the second planet from the Sun</a:t>
            </a:r>
            <a:endParaRPr sz="1400">
              <a:solidFill>
                <a:schemeClr val="dk2"/>
              </a:solidFill>
            </a:endParaRPr>
          </a:p>
        </p:txBody>
      </p:sp>
      <p:sp>
        <p:nvSpPr>
          <p:cNvPr id="500" name="Google Shape;500;p63"/>
          <p:cNvSpPr txBox="1">
            <a:spLocks noGrp="1"/>
          </p:cNvSpPr>
          <p:nvPr>
            <p:ph type="title"/>
          </p:nvPr>
        </p:nvSpPr>
        <p:spPr>
          <a:xfrm>
            <a:off x="6013614" y="838400"/>
            <a:ext cx="23331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501" name="Google Shape;501;p63"/>
          <p:cNvSpPr txBox="1">
            <a:spLocks noGrp="1"/>
          </p:cNvSpPr>
          <p:nvPr>
            <p:ph type="subTitle" idx="1"/>
          </p:nvPr>
        </p:nvSpPr>
        <p:spPr>
          <a:xfrm>
            <a:off x="6013614" y="1199352"/>
            <a:ext cx="2333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It’s the closest planet to the Sun</a:t>
            </a:r>
            <a:endParaRPr/>
          </a:p>
        </p:txBody>
      </p:sp>
      <p:sp>
        <p:nvSpPr>
          <p:cNvPr id="502" name="Google Shape;502;p63"/>
          <p:cNvSpPr txBox="1">
            <a:spLocks noGrp="1"/>
          </p:cNvSpPr>
          <p:nvPr>
            <p:ph type="title" idx="2"/>
          </p:nvPr>
        </p:nvSpPr>
        <p:spPr>
          <a:xfrm>
            <a:off x="6013603" y="2104924"/>
            <a:ext cx="23331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503" name="Google Shape;503;p63"/>
          <p:cNvSpPr txBox="1">
            <a:spLocks noGrp="1"/>
          </p:cNvSpPr>
          <p:nvPr>
            <p:ph type="subTitle" idx="3"/>
          </p:nvPr>
        </p:nvSpPr>
        <p:spPr>
          <a:xfrm>
            <a:off x="6013601" y="2465876"/>
            <a:ext cx="2333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a:t>
            </a:r>
            <a:endParaRPr/>
          </a:p>
        </p:txBody>
      </p:sp>
      <p:sp>
        <p:nvSpPr>
          <p:cNvPr id="504" name="Google Shape;504;p63"/>
          <p:cNvSpPr txBox="1">
            <a:spLocks noGrp="1"/>
          </p:cNvSpPr>
          <p:nvPr>
            <p:ph type="title" idx="4"/>
          </p:nvPr>
        </p:nvSpPr>
        <p:spPr>
          <a:xfrm>
            <a:off x="6013618" y="3371448"/>
            <a:ext cx="23331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505" name="Google Shape;505;p63"/>
          <p:cNvSpPr txBox="1">
            <a:spLocks noGrp="1"/>
          </p:cNvSpPr>
          <p:nvPr>
            <p:ph type="subTitle" idx="5"/>
          </p:nvPr>
        </p:nvSpPr>
        <p:spPr>
          <a:xfrm>
            <a:off x="6013615" y="3732400"/>
            <a:ext cx="2333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Mars is actually a cold place</a:t>
            </a:r>
            <a:endParaRPr/>
          </a:p>
        </p:txBody>
      </p:sp>
      <p:grpSp>
        <p:nvGrpSpPr>
          <p:cNvPr id="506" name="Google Shape;506;p63"/>
          <p:cNvGrpSpPr/>
          <p:nvPr/>
        </p:nvGrpSpPr>
        <p:grpSpPr>
          <a:xfrm>
            <a:off x="5172077" y="1048595"/>
            <a:ext cx="611754" cy="643200"/>
            <a:chOff x="1183375" y="2536600"/>
            <a:chExt cx="1060600" cy="1114925"/>
          </a:xfrm>
        </p:grpSpPr>
        <p:sp>
          <p:nvSpPr>
            <p:cNvPr id="507" name="Google Shape;507;p63"/>
            <p:cNvSpPr/>
            <p:nvPr/>
          </p:nvSpPr>
          <p:spPr>
            <a:xfrm>
              <a:off x="1393275" y="2759625"/>
              <a:ext cx="850700" cy="891900"/>
            </a:xfrm>
            <a:custGeom>
              <a:avLst/>
              <a:gdLst/>
              <a:ahLst/>
              <a:cxnLst/>
              <a:rect l="l" t="t" r="r" b="b"/>
              <a:pathLst>
                <a:path w="34028" h="35676" extrusionOk="0">
                  <a:moveTo>
                    <a:pt x="7050" y="3261"/>
                  </a:moveTo>
                  <a:cubicBezTo>
                    <a:pt x="5550" y="4510"/>
                    <a:pt x="4275" y="6086"/>
                    <a:pt x="3456" y="7646"/>
                  </a:cubicBezTo>
                  <a:cubicBezTo>
                    <a:pt x="1581" y="11215"/>
                    <a:pt x="2769" y="16037"/>
                    <a:pt x="5426" y="19346"/>
                  </a:cubicBezTo>
                  <a:cubicBezTo>
                    <a:pt x="5373" y="19294"/>
                    <a:pt x="5318" y="19243"/>
                    <a:pt x="5266" y="19190"/>
                  </a:cubicBezTo>
                  <a:cubicBezTo>
                    <a:pt x="3529" y="17393"/>
                    <a:pt x="2597" y="14904"/>
                    <a:pt x="2490" y="12427"/>
                  </a:cubicBezTo>
                  <a:cubicBezTo>
                    <a:pt x="2328" y="8626"/>
                    <a:pt x="4066" y="5198"/>
                    <a:pt x="7050" y="3261"/>
                  </a:cubicBezTo>
                  <a:close/>
                  <a:moveTo>
                    <a:pt x="12872" y="1594"/>
                  </a:moveTo>
                  <a:cubicBezTo>
                    <a:pt x="17362" y="1594"/>
                    <a:pt x="21289" y="4320"/>
                    <a:pt x="23215" y="8558"/>
                  </a:cubicBezTo>
                  <a:cubicBezTo>
                    <a:pt x="24531" y="11450"/>
                    <a:pt x="24911" y="14570"/>
                    <a:pt x="25312" y="17686"/>
                  </a:cubicBezTo>
                  <a:cubicBezTo>
                    <a:pt x="25632" y="20187"/>
                    <a:pt x="26126" y="22619"/>
                    <a:pt x="27636" y="24638"/>
                  </a:cubicBezTo>
                  <a:cubicBezTo>
                    <a:pt x="27210" y="25057"/>
                    <a:pt x="26813" y="25609"/>
                    <a:pt x="26440" y="26086"/>
                  </a:cubicBezTo>
                  <a:cubicBezTo>
                    <a:pt x="24902" y="23863"/>
                    <a:pt x="23078" y="21809"/>
                    <a:pt x="21412" y="19679"/>
                  </a:cubicBezTo>
                  <a:cubicBezTo>
                    <a:pt x="19699" y="17487"/>
                    <a:pt x="18109" y="14675"/>
                    <a:pt x="15926" y="12927"/>
                  </a:cubicBezTo>
                  <a:cubicBezTo>
                    <a:pt x="15858" y="12873"/>
                    <a:pt x="15784" y="12849"/>
                    <a:pt x="15714" y="12849"/>
                  </a:cubicBezTo>
                  <a:cubicBezTo>
                    <a:pt x="15506" y="12849"/>
                    <a:pt x="15331" y="13055"/>
                    <a:pt x="15448" y="13295"/>
                  </a:cubicBezTo>
                  <a:cubicBezTo>
                    <a:pt x="16616" y="15684"/>
                    <a:pt x="18827" y="17675"/>
                    <a:pt x="20505" y="19712"/>
                  </a:cubicBezTo>
                  <a:cubicBezTo>
                    <a:pt x="22338" y="21940"/>
                    <a:pt x="24054" y="24326"/>
                    <a:pt x="26013" y="26442"/>
                  </a:cubicBezTo>
                  <a:cubicBezTo>
                    <a:pt x="26037" y="26468"/>
                    <a:pt x="26065" y="26488"/>
                    <a:pt x="26097" y="26503"/>
                  </a:cubicBezTo>
                  <a:lnTo>
                    <a:pt x="26096" y="26504"/>
                  </a:lnTo>
                  <a:cubicBezTo>
                    <a:pt x="25736" y="26915"/>
                    <a:pt x="25293" y="27348"/>
                    <a:pt x="24854" y="27802"/>
                  </a:cubicBezTo>
                  <a:cubicBezTo>
                    <a:pt x="24840" y="27734"/>
                    <a:pt x="24803" y="27675"/>
                    <a:pt x="24747" y="27632"/>
                  </a:cubicBezTo>
                  <a:cubicBezTo>
                    <a:pt x="23632" y="26743"/>
                    <a:pt x="22473" y="25958"/>
                    <a:pt x="21485" y="24915"/>
                  </a:cubicBezTo>
                  <a:cubicBezTo>
                    <a:pt x="20557" y="23934"/>
                    <a:pt x="19757" y="22841"/>
                    <a:pt x="18913" y="21790"/>
                  </a:cubicBezTo>
                  <a:cubicBezTo>
                    <a:pt x="17213" y="19678"/>
                    <a:pt x="15464" y="17264"/>
                    <a:pt x="13199" y="15723"/>
                  </a:cubicBezTo>
                  <a:cubicBezTo>
                    <a:pt x="13148" y="15688"/>
                    <a:pt x="13091" y="15673"/>
                    <a:pt x="13036" y="15673"/>
                  </a:cubicBezTo>
                  <a:cubicBezTo>
                    <a:pt x="12787" y="15673"/>
                    <a:pt x="12543" y="15976"/>
                    <a:pt x="12717" y="16206"/>
                  </a:cubicBezTo>
                  <a:cubicBezTo>
                    <a:pt x="14441" y="18486"/>
                    <a:pt x="16715" y="20352"/>
                    <a:pt x="18522" y="22581"/>
                  </a:cubicBezTo>
                  <a:cubicBezTo>
                    <a:pt x="20195" y="24645"/>
                    <a:pt x="21902" y="26941"/>
                    <a:pt x="24320" y="28186"/>
                  </a:cubicBezTo>
                  <a:cubicBezTo>
                    <a:pt x="24364" y="28208"/>
                    <a:pt x="24412" y="28221"/>
                    <a:pt x="24461" y="28221"/>
                  </a:cubicBezTo>
                  <a:cubicBezTo>
                    <a:pt x="24065" y="28658"/>
                    <a:pt x="23695" y="29112"/>
                    <a:pt x="23428" y="29587"/>
                  </a:cubicBezTo>
                  <a:cubicBezTo>
                    <a:pt x="21392" y="26023"/>
                    <a:pt x="16324" y="24531"/>
                    <a:pt x="12758" y="23278"/>
                  </a:cubicBezTo>
                  <a:cubicBezTo>
                    <a:pt x="11285" y="22760"/>
                    <a:pt x="9776" y="22205"/>
                    <a:pt x="8379" y="21462"/>
                  </a:cubicBezTo>
                  <a:cubicBezTo>
                    <a:pt x="4075" y="18540"/>
                    <a:pt x="1276" y="12017"/>
                    <a:pt x="4103" y="7401"/>
                  </a:cubicBezTo>
                  <a:cubicBezTo>
                    <a:pt x="5380" y="5314"/>
                    <a:pt x="7446" y="3169"/>
                    <a:pt x="9759" y="2031"/>
                  </a:cubicBezTo>
                  <a:cubicBezTo>
                    <a:pt x="10018" y="1957"/>
                    <a:pt x="10281" y="1890"/>
                    <a:pt x="10551" y="1834"/>
                  </a:cubicBezTo>
                  <a:cubicBezTo>
                    <a:pt x="11336" y="1672"/>
                    <a:pt x="12112" y="1594"/>
                    <a:pt x="12872" y="1594"/>
                  </a:cubicBezTo>
                  <a:close/>
                  <a:moveTo>
                    <a:pt x="29133" y="26040"/>
                  </a:moveTo>
                  <a:cubicBezTo>
                    <a:pt x="29564" y="26323"/>
                    <a:pt x="29961" y="26654"/>
                    <a:pt x="30318" y="27026"/>
                  </a:cubicBezTo>
                  <a:cubicBezTo>
                    <a:pt x="29283" y="27507"/>
                    <a:pt x="28326" y="28252"/>
                    <a:pt x="27387" y="28869"/>
                  </a:cubicBezTo>
                  <a:cubicBezTo>
                    <a:pt x="26859" y="29217"/>
                    <a:pt x="26292" y="29555"/>
                    <a:pt x="25748" y="29924"/>
                  </a:cubicBezTo>
                  <a:cubicBezTo>
                    <a:pt x="26169" y="29433"/>
                    <a:pt x="26578" y="28931"/>
                    <a:pt x="26993" y="28463"/>
                  </a:cubicBezTo>
                  <a:cubicBezTo>
                    <a:pt x="27709" y="27658"/>
                    <a:pt x="28423" y="26849"/>
                    <a:pt x="29133" y="26040"/>
                  </a:cubicBezTo>
                  <a:close/>
                  <a:moveTo>
                    <a:pt x="28241" y="25335"/>
                  </a:moveTo>
                  <a:cubicBezTo>
                    <a:pt x="28315" y="25383"/>
                    <a:pt x="28401" y="25413"/>
                    <a:pt x="28490" y="25419"/>
                  </a:cubicBezTo>
                  <a:cubicBezTo>
                    <a:pt x="28464" y="25502"/>
                    <a:pt x="28470" y="25592"/>
                    <a:pt x="28527" y="25664"/>
                  </a:cubicBezTo>
                  <a:cubicBezTo>
                    <a:pt x="27790" y="26500"/>
                    <a:pt x="27057" y="27339"/>
                    <a:pt x="26325" y="28180"/>
                  </a:cubicBezTo>
                  <a:cubicBezTo>
                    <a:pt x="25623" y="28987"/>
                    <a:pt x="24828" y="29774"/>
                    <a:pt x="24179" y="30643"/>
                  </a:cubicBezTo>
                  <a:cubicBezTo>
                    <a:pt x="24054" y="30542"/>
                    <a:pt x="23927" y="30447"/>
                    <a:pt x="23798" y="30352"/>
                  </a:cubicBezTo>
                  <a:lnTo>
                    <a:pt x="23797" y="30352"/>
                  </a:lnTo>
                  <a:cubicBezTo>
                    <a:pt x="23778" y="30306"/>
                    <a:pt x="23761" y="30258"/>
                    <a:pt x="23740" y="30212"/>
                  </a:cubicBezTo>
                  <a:cubicBezTo>
                    <a:pt x="24654" y="29614"/>
                    <a:pt x="25367" y="28535"/>
                    <a:pt x="26069" y="27753"/>
                  </a:cubicBezTo>
                  <a:lnTo>
                    <a:pt x="27428" y="26241"/>
                  </a:lnTo>
                  <a:cubicBezTo>
                    <a:pt x="27630" y="26017"/>
                    <a:pt x="27830" y="25793"/>
                    <a:pt x="28032" y="25569"/>
                  </a:cubicBezTo>
                  <a:cubicBezTo>
                    <a:pt x="28101" y="25491"/>
                    <a:pt x="28172" y="25413"/>
                    <a:pt x="28241" y="25335"/>
                  </a:cubicBezTo>
                  <a:close/>
                  <a:moveTo>
                    <a:pt x="30826" y="27651"/>
                  </a:moveTo>
                  <a:cubicBezTo>
                    <a:pt x="30961" y="27858"/>
                    <a:pt x="31094" y="28068"/>
                    <a:pt x="31226" y="28280"/>
                  </a:cubicBezTo>
                  <a:cubicBezTo>
                    <a:pt x="30178" y="28962"/>
                    <a:pt x="29152" y="29677"/>
                    <a:pt x="28117" y="30379"/>
                  </a:cubicBezTo>
                  <a:cubicBezTo>
                    <a:pt x="27342" y="30905"/>
                    <a:pt x="26523" y="31406"/>
                    <a:pt x="25798" y="32010"/>
                  </a:cubicBezTo>
                  <a:cubicBezTo>
                    <a:pt x="25513" y="31764"/>
                    <a:pt x="25227" y="31514"/>
                    <a:pt x="24937" y="31265"/>
                  </a:cubicBezTo>
                  <a:cubicBezTo>
                    <a:pt x="25953" y="30849"/>
                    <a:pt x="26898" y="30175"/>
                    <a:pt x="27818" y="29608"/>
                  </a:cubicBezTo>
                  <a:cubicBezTo>
                    <a:pt x="28809" y="28997"/>
                    <a:pt x="29939" y="28426"/>
                    <a:pt x="30826" y="27651"/>
                  </a:cubicBezTo>
                  <a:close/>
                  <a:moveTo>
                    <a:pt x="31618" y="29042"/>
                  </a:moveTo>
                  <a:cubicBezTo>
                    <a:pt x="31638" y="29052"/>
                    <a:pt x="31652" y="29066"/>
                    <a:pt x="31674" y="29073"/>
                  </a:cubicBezTo>
                  <a:lnTo>
                    <a:pt x="31696" y="29078"/>
                  </a:lnTo>
                  <a:cubicBezTo>
                    <a:pt x="31983" y="29745"/>
                    <a:pt x="32137" y="30443"/>
                    <a:pt x="32111" y="31120"/>
                  </a:cubicBezTo>
                  <a:cubicBezTo>
                    <a:pt x="31133" y="31435"/>
                    <a:pt x="30224" y="31985"/>
                    <a:pt x="29308" y="32447"/>
                  </a:cubicBezTo>
                  <a:cubicBezTo>
                    <a:pt x="28689" y="32760"/>
                    <a:pt x="28039" y="33048"/>
                    <a:pt x="27443" y="33412"/>
                  </a:cubicBezTo>
                  <a:cubicBezTo>
                    <a:pt x="27080" y="33118"/>
                    <a:pt x="26731" y="32805"/>
                    <a:pt x="26382" y="32506"/>
                  </a:cubicBezTo>
                  <a:lnTo>
                    <a:pt x="26381" y="32505"/>
                  </a:lnTo>
                  <a:cubicBezTo>
                    <a:pt x="27135" y="32098"/>
                    <a:pt x="27845" y="31602"/>
                    <a:pt x="28563" y="31140"/>
                  </a:cubicBezTo>
                  <a:lnTo>
                    <a:pt x="30290" y="30028"/>
                  </a:lnTo>
                  <a:lnTo>
                    <a:pt x="31154" y="29471"/>
                  </a:lnTo>
                  <a:cubicBezTo>
                    <a:pt x="31460" y="29395"/>
                    <a:pt x="31612" y="29252"/>
                    <a:pt x="31618" y="29042"/>
                  </a:cubicBezTo>
                  <a:close/>
                  <a:moveTo>
                    <a:pt x="31974" y="31968"/>
                  </a:moveTo>
                  <a:lnTo>
                    <a:pt x="31974" y="31968"/>
                  </a:lnTo>
                  <a:cubicBezTo>
                    <a:pt x="31753" y="32724"/>
                    <a:pt x="31259" y="33426"/>
                    <a:pt x="30408" y="33994"/>
                  </a:cubicBezTo>
                  <a:lnTo>
                    <a:pt x="30407" y="33994"/>
                  </a:lnTo>
                  <a:cubicBezTo>
                    <a:pt x="30206" y="34129"/>
                    <a:pt x="30130" y="34322"/>
                    <a:pt x="30138" y="34510"/>
                  </a:cubicBezTo>
                  <a:cubicBezTo>
                    <a:pt x="30126" y="34519"/>
                    <a:pt x="30113" y="34524"/>
                    <a:pt x="30101" y="34531"/>
                  </a:cubicBezTo>
                  <a:cubicBezTo>
                    <a:pt x="30027" y="34539"/>
                    <a:pt x="29951" y="34542"/>
                    <a:pt x="29875" y="34542"/>
                  </a:cubicBezTo>
                  <a:cubicBezTo>
                    <a:pt x="29405" y="34542"/>
                    <a:pt x="28908" y="34400"/>
                    <a:pt x="28479" y="34150"/>
                  </a:cubicBezTo>
                  <a:cubicBezTo>
                    <a:pt x="28329" y="34062"/>
                    <a:pt x="28182" y="33964"/>
                    <a:pt x="28037" y="33864"/>
                  </a:cubicBezTo>
                  <a:cubicBezTo>
                    <a:pt x="28528" y="33651"/>
                    <a:pt x="29005" y="33399"/>
                    <a:pt x="29482" y="33172"/>
                  </a:cubicBezTo>
                  <a:cubicBezTo>
                    <a:pt x="30302" y="32784"/>
                    <a:pt x="31186" y="32436"/>
                    <a:pt x="31974" y="31968"/>
                  </a:cubicBezTo>
                  <a:close/>
                  <a:moveTo>
                    <a:pt x="12895" y="1"/>
                  </a:moveTo>
                  <a:cubicBezTo>
                    <a:pt x="12461" y="1"/>
                    <a:pt x="12022" y="23"/>
                    <a:pt x="11577" y="68"/>
                  </a:cubicBezTo>
                  <a:cubicBezTo>
                    <a:pt x="6648" y="567"/>
                    <a:pt x="2492" y="3825"/>
                    <a:pt x="1243" y="8687"/>
                  </a:cubicBezTo>
                  <a:cubicBezTo>
                    <a:pt x="0" y="13524"/>
                    <a:pt x="1648" y="18791"/>
                    <a:pt x="5726" y="21751"/>
                  </a:cubicBezTo>
                  <a:cubicBezTo>
                    <a:pt x="8537" y="23793"/>
                    <a:pt x="11959" y="24684"/>
                    <a:pt x="15175" y="25869"/>
                  </a:cubicBezTo>
                  <a:cubicBezTo>
                    <a:pt x="18563" y="27118"/>
                    <a:pt x="21162" y="28844"/>
                    <a:pt x="23541" y="31551"/>
                  </a:cubicBezTo>
                  <a:cubicBezTo>
                    <a:pt x="23593" y="31612"/>
                    <a:pt x="23668" y="31649"/>
                    <a:pt x="23749" y="31651"/>
                  </a:cubicBezTo>
                  <a:cubicBezTo>
                    <a:pt x="23773" y="31666"/>
                    <a:pt x="23801" y="31677"/>
                    <a:pt x="23829" y="31683"/>
                  </a:cubicBezTo>
                  <a:cubicBezTo>
                    <a:pt x="25011" y="33438"/>
                    <a:pt x="27308" y="35675"/>
                    <a:pt x="29358" y="35675"/>
                  </a:cubicBezTo>
                  <a:cubicBezTo>
                    <a:pt x="29938" y="35675"/>
                    <a:pt x="30499" y="35496"/>
                    <a:pt x="31008" y="35077"/>
                  </a:cubicBezTo>
                  <a:cubicBezTo>
                    <a:pt x="31069" y="35053"/>
                    <a:pt x="31125" y="35026"/>
                    <a:pt x="31181" y="34999"/>
                  </a:cubicBezTo>
                  <a:cubicBezTo>
                    <a:pt x="31335" y="35056"/>
                    <a:pt x="31499" y="35085"/>
                    <a:pt x="31664" y="35085"/>
                  </a:cubicBezTo>
                  <a:cubicBezTo>
                    <a:pt x="31927" y="35085"/>
                    <a:pt x="32189" y="35011"/>
                    <a:pt x="32405" y="34855"/>
                  </a:cubicBezTo>
                  <a:cubicBezTo>
                    <a:pt x="32740" y="34614"/>
                    <a:pt x="32909" y="34198"/>
                    <a:pt x="32910" y="33794"/>
                  </a:cubicBezTo>
                  <a:cubicBezTo>
                    <a:pt x="32912" y="33593"/>
                    <a:pt x="32865" y="33350"/>
                    <a:pt x="32759" y="33155"/>
                  </a:cubicBezTo>
                  <a:cubicBezTo>
                    <a:pt x="34028" y="30698"/>
                    <a:pt x="32829" y="27368"/>
                    <a:pt x="30389" y="25854"/>
                  </a:cubicBezTo>
                  <a:cubicBezTo>
                    <a:pt x="30210" y="25648"/>
                    <a:pt x="30019" y="25444"/>
                    <a:pt x="29815" y="25267"/>
                  </a:cubicBezTo>
                  <a:lnTo>
                    <a:pt x="29866" y="25210"/>
                  </a:lnTo>
                  <a:cubicBezTo>
                    <a:pt x="30035" y="25017"/>
                    <a:pt x="29982" y="24685"/>
                    <a:pt x="29709" y="24617"/>
                  </a:cubicBezTo>
                  <a:cubicBezTo>
                    <a:pt x="29506" y="24583"/>
                    <a:pt x="29308" y="24519"/>
                    <a:pt x="29126" y="24422"/>
                  </a:cubicBezTo>
                  <a:cubicBezTo>
                    <a:pt x="29100" y="24374"/>
                    <a:pt x="29068" y="24328"/>
                    <a:pt x="29032" y="24288"/>
                  </a:cubicBezTo>
                  <a:cubicBezTo>
                    <a:pt x="26794" y="21773"/>
                    <a:pt x="26734" y="18263"/>
                    <a:pt x="26291" y="15100"/>
                  </a:cubicBezTo>
                  <a:cubicBezTo>
                    <a:pt x="25902" y="12320"/>
                    <a:pt x="25246" y="9526"/>
                    <a:pt x="23961" y="7013"/>
                  </a:cubicBezTo>
                  <a:cubicBezTo>
                    <a:pt x="21748" y="2690"/>
                    <a:pt x="17675" y="1"/>
                    <a:pt x="128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63"/>
            <p:cNvSpPr/>
            <p:nvPr/>
          </p:nvSpPr>
          <p:spPr>
            <a:xfrm>
              <a:off x="2068925" y="2865800"/>
              <a:ext cx="105300" cy="69600"/>
            </a:xfrm>
            <a:custGeom>
              <a:avLst/>
              <a:gdLst/>
              <a:ahLst/>
              <a:cxnLst/>
              <a:rect l="l" t="t" r="r" b="b"/>
              <a:pathLst>
                <a:path w="4212" h="2784" extrusionOk="0">
                  <a:moveTo>
                    <a:pt x="3482" y="0"/>
                  </a:moveTo>
                  <a:cubicBezTo>
                    <a:pt x="2939" y="0"/>
                    <a:pt x="2396" y="490"/>
                    <a:pt x="1954" y="759"/>
                  </a:cubicBezTo>
                  <a:cubicBezTo>
                    <a:pt x="1329" y="1139"/>
                    <a:pt x="695" y="1545"/>
                    <a:pt x="234" y="2122"/>
                  </a:cubicBezTo>
                  <a:cubicBezTo>
                    <a:pt x="0" y="2412"/>
                    <a:pt x="185" y="2783"/>
                    <a:pt x="532" y="2783"/>
                  </a:cubicBezTo>
                  <a:cubicBezTo>
                    <a:pt x="559" y="2783"/>
                    <a:pt x="586" y="2781"/>
                    <a:pt x="615" y="2776"/>
                  </a:cubicBezTo>
                  <a:cubicBezTo>
                    <a:pt x="1386" y="2652"/>
                    <a:pt x="2084" y="2269"/>
                    <a:pt x="2756" y="1890"/>
                  </a:cubicBezTo>
                  <a:cubicBezTo>
                    <a:pt x="3380" y="1539"/>
                    <a:pt x="4085" y="1332"/>
                    <a:pt x="4181" y="556"/>
                  </a:cubicBezTo>
                  <a:cubicBezTo>
                    <a:pt x="4211" y="317"/>
                    <a:pt x="3998" y="143"/>
                    <a:pt x="3808" y="65"/>
                  </a:cubicBezTo>
                  <a:cubicBezTo>
                    <a:pt x="3700" y="20"/>
                    <a:pt x="3591" y="0"/>
                    <a:pt x="34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63"/>
            <p:cNvSpPr/>
            <p:nvPr/>
          </p:nvSpPr>
          <p:spPr>
            <a:xfrm>
              <a:off x="1930200" y="2690700"/>
              <a:ext cx="86325" cy="85700"/>
            </a:xfrm>
            <a:custGeom>
              <a:avLst/>
              <a:gdLst/>
              <a:ahLst/>
              <a:cxnLst/>
              <a:rect l="l" t="t" r="r" b="b"/>
              <a:pathLst>
                <a:path w="3453" h="3428" extrusionOk="0">
                  <a:moveTo>
                    <a:pt x="2611" y="1"/>
                  </a:moveTo>
                  <a:cubicBezTo>
                    <a:pt x="1961" y="1"/>
                    <a:pt x="1579" y="599"/>
                    <a:pt x="1173" y="1082"/>
                  </a:cubicBezTo>
                  <a:cubicBezTo>
                    <a:pt x="755" y="1577"/>
                    <a:pt x="213" y="2115"/>
                    <a:pt x="67" y="2763"/>
                  </a:cubicBezTo>
                  <a:cubicBezTo>
                    <a:pt x="0" y="3057"/>
                    <a:pt x="228" y="3428"/>
                    <a:pt x="540" y="3428"/>
                  </a:cubicBezTo>
                  <a:cubicBezTo>
                    <a:pt x="591" y="3428"/>
                    <a:pt x="645" y="3418"/>
                    <a:pt x="700" y="3395"/>
                  </a:cubicBezTo>
                  <a:cubicBezTo>
                    <a:pt x="1327" y="3145"/>
                    <a:pt x="1768" y="2617"/>
                    <a:pt x="2258" y="2168"/>
                  </a:cubicBezTo>
                  <a:cubicBezTo>
                    <a:pt x="2801" y="1672"/>
                    <a:pt x="3452" y="1318"/>
                    <a:pt x="3319" y="483"/>
                  </a:cubicBezTo>
                  <a:cubicBezTo>
                    <a:pt x="3285" y="276"/>
                    <a:pt x="3064" y="73"/>
                    <a:pt x="2863" y="29"/>
                  </a:cubicBezTo>
                  <a:cubicBezTo>
                    <a:pt x="2775" y="10"/>
                    <a:pt x="2691" y="1"/>
                    <a:pt x="2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63"/>
            <p:cNvSpPr/>
            <p:nvPr/>
          </p:nvSpPr>
          <p:spPr>
            <a:xfrm>
              <a:off x="1699200" y="2536600"/>
              <a:ext cx="54050" cy="112525"/>
            </a:xfrm>
            <a:custGeom>
              <a:avLst/>
              <a:gdLst/>
              <a:ahLst/>
              <a:cxnLst/>
              <a:rect l="l" t="t" r="r" b="b"/>
              <a:pathLst>
                <a:path w="2162" h="4501" extrusionOk="0">
                  <a:moveTo>
                    <a:pt x="1045" y="1"/>
                  </a:moveTo>
                  <a:cubicBezTo>
                    <a:pt x="625" y="1"/>
                    <a:pt x="229" y="224"/>
                    <a:pt x="162" y="722"/>
                  </a:cubicBezTo>
                  <a:cubicBezTo>
                    <a:pt x="24" y="1733"/>
                    <a:pt x="1" y="2910"/>
                    <a:pt x="339" y="3886"/>
                  </a:cubicBezTo>
                  <a:cubicBezTo>
                    <a:pt x="484" y="4307"/>
                    <a:pt x="817" y="4501"/>
                    <a:pt x="1151" y="4501"/>
                  </a:cubicBezTo>
                  <a:cubicBezTo>
                    <a:pt x="1570" y="4501"/>
                    <a:pt x="1989" y="4197"/>
                    <a:pt x="2040" y="3656"/>
                  </a:cubicBezTo>
                  <a:cubicBezTo>
                    <a:pt x="2122" y="2782"/>
                    <a:pt x="2101" y="1869"/>
                    <a:pt x="2137" y="988"/>
                  </a:cubicBezTo>
                  <a:cubicBezTo>
                    <a:pt x="2161" y="367"/>
                    <a:pt x="1584" y="1"/>
                    <a:pt x="1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63"/>
            <p:cNvSpPr/>
            <p:nvPr/>
          </p:nvSpPr>
          <p:spPr>
            <a:xfrm>
              <a:off x="1404800" y="2616275"/>
              <a:ext cx="97125" cy="109750"/>
            </a:xfrm>
            <a:custGeom>
              <a:avLst/>
              <a:gdLst/>
              <a:ahLst/>
              <a:cxnLst/>
              <a:rect l="l" t="t" r="r" b="b"/>
              <a:pathLst>
                <a:path w="3885" h="4390" extrusionOk="0">
                  <a:moveTo>
                    <a:pt x="1207" y="0"/>
                  </a:moveTo>
                  <a:cubicBezTo>
                    <a:pt x="598" y="0"/>
                    <a:pt x="1" y="458"/>
                    <a:pt x="257" y="1181"/>
                  </a:cubicBezTo>
                  <a:cubicBezTo>
                    <a:pt x="513" y="1899"/>
                    <a:pt x="1101" y="2464"/>
                    <a:pt x="1573" y="3055"/>
                  </a:cubicBezTo>
                  <a:cubicBezTo>
                    <a:pt x="1980" y="3567"/>
                    <a:pt x="2454" y="4230"/>
                    <a:pt x="3130" y="4375"/>
                  </a:cubicBezTo>
                  <a:cubicBezTo>
                    <a:pt x="3177" y="4385"/>
                    <a:pt x="3223" y="4390"/>
                    <a:pt x="3267" y="4390"/>
                  </a:cubicBezTo>
                  <a:cubicBezTo>
                    <a:pt x="3562" y="4390"/>
                    <a:pt x="3760" y="4170"/>
                    <a:pt x="3799" y="3864"/>
                  </a:cubicBezTo>
                  <a:cubicBezTo>
                    <a:pt x="3885" y="3209"/>
                    <a:pt x="3428" y="2551"/>
                    <a:pt x="3102" y="2015"/>
                  </a:cubicBezTo>
                  <a:cubicBezTo>
                    <a:pt x="2751" y="1436"/>
                    <a:pt x="2414" y="663"/>
                    <a:pt x="1888" y="232"/>
                  </a:cubicBezTo>
                  <a:cubicBezTo>
                    <a:pt x="1695" y="73"/>
                    <a:pt x="1450" y="0"/>
                    <a:pt x="12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63"/>
            <p:cNvSpPr/>
            <p:nvPr/>
          </p:nvSpPr>
          <p:spPr>
            <a:xfrm>
              <a:off x="1275700" y="2779650"/>
              <a:ext cx="103675" cy="78150"/>
            </a:xfrm>
            <a:custGeom>
              <a:avLst/>
              <a:gdLst/>
              <a:ahLst/>
              <a:cxnLst/>
              <a:rect l="l" t="t" r="r" b="b"/>
              <a:pathLst>
                <a:path w="4147" h="3126" extrusionOk="0">
                  <a:moveTo>
                    <a:pt x="1220" y="1"/>
                  </a:moveTo>
                  <a:cubicBezTo>
                    <a:pt x="626" y="1"/>
                    <a:pt x="38" y="406"/>
                    <a:pt x="17" y="1053"/>
                  </a:cubicBezTo>
                  <a:cubicBezTo>
                    <a:pt x="1" y="1549"/>
                    <a:pt x="288" y="1961"/>
                    <a:pt x="751" y="2122"/>
                  </a:cubicBezTo>
                  <a:cubicBezTo>
                    <a:pt x="815" y="2145"/>
                    <a:pt x="882" y="2156"/>
                    <a:pt x="948" y="2156"/>
                  </a:cubicBezTo>
                  <a:cubicBezTo>
                    <a:pt x="1042" y="2156"/>
                    <a:pt x="1135" y="2134"/>
                    <a:pt x="1220" y="2089"/>
                  </a:cubicBezTo>
                  <a:cubicBezTo>
                    <a:pt x="1570" y="2266"/>
                    <a:pt x="1904" y="2538"/>
                    <a:pt x="2241" y="2703"/>
                  </a:cubicBezTo>
                  <a:cubicBezTo>
                    <a:pt x="2660" y="2908"/>
                    <a:pt x="3070" y="3126"/>
                    <a:pt x="3523" y="3126"/>
                  </a:cubicBezTo>
                  <a:cubicBezTo>
                    <a:pt x="3622" y="3126"/>
                    <a:pt x="3723" y="3115"/>
                    <a:pt x="3826" y="3092"/>
                  </a:cubicBezTo>
                  <a:cubicBezTo>
                    <a:pt x="3986" y="3056"/>
                    <a:pt x="4147" y="2866"/>
                    <a:pt x="4128" y="2695"/>
                  </a:cubicBezTo>
                  <a:cubicBezTo>
                    <a:pt x="4060" y="2060"/>
                    <a:pt x="3606" y="1605"/>
                    <a:pt x="3154" y="1179"/>
                  </a:cubicBezTo>
                  <a:cubicBezTo>
                    <a:pt x="2707" y="758"/>
                    <a:pt x="2142" y="199"/>
                    <a:pt x="1535" y="40"/>
                  </a:cubicBezTo>
                  <a:cubicBezTo>
                    <a:pt x="1432" y="14"/>
                    <a:pt x="1326" y="1"/>
                    <a:pt x="1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63"/>
            <p:cNvSpPr/>
            <p:nvPr/>
          </p:nvSpPr>
          <p:spPr>
            <a:xfrm>
              <a:off x="1183375" y="3054325"/>
              <a:ext cx="119000" cy="52650"/>
            </a:xfrm>
            <a:custGeom>
              <a:avLst/>
              <a:gdLst/>
              <a:ahLst/>
              <a:cxnLst/>
              <a:rect l="l" t="t" r="r" b="b"/>
              <a:pathLst>
                <a:path w="4760" h="2106" extrusionOk="0">
                  <a:moveTo>
                    <a:pt x="1892" y="0"/>
                  </a:moveTo>
                  <a:cubicBezTo>
                    <a:pt x="1362" y="0"/>
                    <a:pt x="847" y="94"/>
                    <a:pt x="440" y="469"/>
                  </a:cubicBezTo>
                  <a:cubicBezTo>
                    <a:pt x="1" y="875"/>
                    <a:pt x="111" y="1671"/>
                    <a:pt x="632" y="1953"/>
                  </a:cubicBezTo>
                  <a:cubicBezTo>
                    <a:pt x="740" y="2013"/>
                    <a:pt x="856" y="2058"/>
                    <a:pt x="976" y="2087"/>
                  </a:cubicBezTo>
                  <a:cubicBezTo>
                    <a:pt x="1030" y="2099"/>
                    <a:pt x="1087" y="2105"/>
                    <a:pt x="1144" y="2105"/>
                  </a:cubicBezTo>
                  <a:cubicBezTo>
                    <a:pt x="1335" y="2105"/>
                    <a:pt x="1535" y="2038"/>
                    <a:pt x="1690" y="1919"/>
                  </a:cubicBezTo>
                  <a:cubicBezTo>
                    <a:pt x="1885" y="1862"/>
                    <a:pt x="2126" y="1848"/>
                    <a:pt x="2361" y="1848"/>
                  </a:cubicBezTo>
                  <a:cubicBezTo>
                    <a:pt x="2570" y="1848"/>
                    <a:pt x="2774" y="1859"/>
                    <a:pt x="2935" y="1860"/>
                  </a:cubicBezTo>
                  <a:cubicBezTo>
                    <a:pt x="2975" y="1860"/>
                    <a:pt x="3014" y="1860"/>
                    <a:pt x="3053" y="1860"/>
                  </a:cubicBezTo>
                  <a:cubicBezTo>
                    <a:pt x="3549" y="1860"/>
                    <a:pt x="3976" y="1832"/>
                    <a:pt x="4440" y="1595"/>
                  </a:cubicBezTo>
                  <a:cubicBezTo>
                    <a:pt x="4759" y="1434"/>
                    <a:pt x="4743" y="1025"/>
                    <a:pt x="4545" y="787"/>
                  </a:cubicBezTo>
                  <a:cubicBezTo>
                    <a:pt x="4041" y="187"/>
                    <a:pt x="3299" y="100"/>
                    <a:pt x="2558" y="36"/>
                  </a:cubicBezTo>
                  <a:cubicBezTo>
                    <a:pt x="2338" y="17"/>
                    <a:pt x="2113" y="0"/>
                    <a:pt x="1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63"/>
            <p:cNvSpPr/>
            <p:nvPr/>
          </p:nvSpPr>
          <p:spPr>
            <a:xfrm>
              <a:off x="1314050" y="3248700"/>
              <a:ext cx="98775" cy="64475"/>
            </a:xfrm>
            <a:custGeom>
              <a:avLst/>
              <a:gdLst/>
              <a:ahLst/>
              <a:cxnLst/>
              <a:rect l="l" t="t" r="r" b="b"/>
              <a:pathLst>
                <a:path w="3951" h="2579" extrusionOk="0">
                  <a:moveTo>
                    <a:pt x="2812" y="1"/>
                  </a:moveTo>
                  <a:cubicBezTo>
                    <a:pt x="1894" y="1"/>
                    <a:pt x="657" y="799"/>
                    <a:pt x="321" y="1329"/>
                  </a:cubicBezTo>
                  <a:cubicBezTo>
                    <a:pt x="0" y="1834"/>
                    <a:pt x="437" y="2578"/>
                    <a:pt x="1007" y="2578"/>
                  </a:cubicBezTo>
                  <a:cubicBezTo>
                    <a:pt x="1086" y="2578"/>
                    <a:pt x="1166" y="2564"/>
                    <a:pt x="1248" y="2534"/>
                  </a:cubicBezTo>
                  <a:cubicBezTo>
                    <a:pt x="1845" y="2311"/>
                    <a:pt x="2377" y="1860"/>
                    <a:pt x="2943" y="1553"/>
                  </a:cubicBezTo>
                  <a:cubicBezTo>
                    <a:pt x="3265" y="1379"/>
                    <a:pt x="3950" y="930"/>
                    <a:pt x="3688" y="462"/>
                  </a:cubicBezTo>
                  <a:cubicBezTo>
                    <a:pt x="3502" y="131"/>
                    <a:pt x="3183" y="1"/>
                    <a:pt x="28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63"/>
            <p:cNvSpPr/>
            <p:nvPr/>
          </p:nvSpPr>
          <p:spPr>
            <a:xfrm>
              <a:off x="1496975" y="3428975"/>
              <a:ext cx="61225" cy="72000"/>
            </a:xfrm>
            <a:custGeom>
              <a:avLst/>
              <a:gdLst/>
              <a:ahLst/>
              <a:cxnLst/>
              <a:rect l="l" t="t" r="r" b="b"/>
              <a:pathLst>
                <a:path w="2449" h="2880" extrusionOk="0">
                  <a:moveTo>
                    <a:pt x="2119" y="1"/>
                  </a:moveTo>
                  <a:cubicBezTo>
                    <a:pt x="2109" y="1"/>
                    <a:pt x="2100" y="1"/>
                    <a:pt x="2091" y="2"/>
                  </a:cubicBezTo>
                  <a:cubicBezTo>
                    <a:pt x="1563" y="75"/>
                    <a:pt x="1368" y="307"/>
                    <a:pt x="1058" y="718"/>
                  </a:cubicBezTo>
                  <a:cubicBezTo>
                    <a:pt x="810" y="1044"/>
                    <a:pt x="580" y="1384"/>
                    <a:pt x="363" y="1730"/>
                  </a:cubicBezTo>
                  <a:cubicBezTo>
                    <a:pt x="1" y="2314"/>
                    <a:pt x="567" y="2880"/>
                    <a:pt x="1092" y="2880"/>
                  </a:cubicBezTo>
                  <a:cubicBezTo>
                    <a:pt x="1324" y="2880"/>
                    <a:pt x="1548" y="2769"/>
                    <a:pt x="1680" y="2500"/>
                  </a:cubicBezTo>
                  <a:cubicBezTo>
                    <a:pt x="1875" y="2106"/>
                    <a:pt x="2047" y="1703"/>
                    <a:pt x="2206" y="1294"/>
                  </a:cubicBezTo>
                  <a:cubicBezTo>
                    <a:pt x="2392" y="820"/>
                    <a:pt x="2449" y="531"/>
                    <a:pt x="2236" y="62"/>
                  </a:cubicBezTo>
                  <a:cubicBezTo>
                    <a:pt x="2214" y="15"/>
                    <a:pt x="2165" y="1"/>
                    <a:pt x="2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63"/>
            <p:cNvSpPr/>
            <p:nvPr/>
          </p:nvSpPr>
          <p:spPr>
            <a:xfrm>
              <a:off x="1677700" y="3454750"/>
              <a:ext cx="45950" cy="107825"/>
            </a:xfrm>
            <a:custGeom>
              <a:avLst/>
              <a:gdLst/>
              <a:ahLst/>
              <a:cxnLst/>
              <a:rect l="l" t="t" r="r" b="b"/>
              <a:pathLst>
                <a:path w="1838" h="4313" extrusionOk="0">
                  <a:moveTo>
                    <a:pt x="1525" y="1"/>
                  </a:moveTo>
                  <a:cubicBezTo>
                    <a:pt x="1486" y="1"/>
                    <a:pt x="1447" y="10"/>
                    <a:pt x="1414" y="28"/>
                  </a:cubicBezTo>
                  <a:cubicBezTo>
                    <a:pt x="279" y="682"/>
                    <a:pt x="1" y="2576"/>
                    <a:pt x="171" y="3753"/>
                  </a:cubicBezTo>
                  <a:cubicBezTo>
                    <a:pt x="227" y="4140"/>
                    <a:pt x="529" y="4313"/>
                    <a:pt x="850" y="4313"/>
                  </a:cubicBezTo>
                  <a:cubicBezTo>
                    <a:pt x="1261" y="4313"/>
                    <a:pt x="1705" y="4029"/>
                    <a:pt x="1701" y="3547"/>
                  </a:cubicBezTo>
                  <a:cubicBezTo>
                    <a:pt x="1697" y="2933"/>
                    <a:pt x="1623" y="2341"/>
                    <a:pt x="1680" y="1724"/>
                  </a:cubicBezTo>
                  <a:cubicBezTo>
                    <a:pt x="1728" y="1194"/>
                    <a:pt x="1837" y="692"/>
                    <a:pt x="1744" y="163"/>
                  </a:cubicBezTo>
                  <a:cubicBezTo>
                    <a:pt x="1727" y="58"/>
                    <a:pt x="1624" y="1"/>
                    <a:pt x="15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63"/>
            <p:cNvSpPr/>
            <p:nvPr/>
          </p:nvSpPr>
          <p:spPr>
            <a:xfrm>
              <a:off x="2090625" y="3077850"/>
              <a:ext cx="104925" cy="44025"/>
            </a:xfrm>
            <a:custGeom>
              <a:avLst/>
              <a:gdLst/>
              <a:ahLst/>
              <a:cxnLst/>
              <a:rect l="l" t="t" r="r" b="b"/>
              <a:pathLst>
                <a:path w="4197" h="1761" extrusionOk="0">
                  <a:moveTo>
                    <a:pt x="2036" y="0"/>
                  </a:moveTo>
                  <a:cubicBezTo>
                    <a:pt x="1290" y="0"/>
                    <a:pt x="519" y="155"/>
                    <a:pt x="137" y="693"/>
                  </a:cubicBezTo>
                  <a:cubicBezTo>
                    <a:pt x="0" y="884"/>
                    <a:pt x="97" y="1204"/>
                    <a:pt x="299" y="1309"/>
                  </a:cubicBezTo>
                  <a:cubicBezTo>
                    <a:pt x="566" y="1448"/>
                    <a:pt x="847" y="1456"/>
                    <a:pt x="1135" y="1456"/>
                  </a:cubicBezTo>
                  <a:cubicBezTo>
                    <a:pt x="1169" y="1456"/>
                    <a:pt x="1204" y="1456"/>
                    <a:pt x="1238" y="1456"/>
                  </a:cubicBezTo>
                  <a:cubicBezTo>
                    <a:pt x="1326" y="1456"/>
                    <a:pt x="1413" y="1456"/>
                    <a:pt x="1502" y="1461"/>
                  </a:cubicBezTo>
                  <a:cubicBezTo>
                    <a:pt x="1943" y="1486"/>
                    <a:pt x="2372" y="1595"/>
                    <a:pt x="2795" y="1722"/>
                  </a:cubicBezTo>
                  <a:cubicBezTo>
                    <a:pt x="2881" y="1748"/>
                    <a:pt x="2963" y="1760"/>
                    <a:pt x="3041" y="1760"/>
                  </a:cubicBezTo>
                  <a:cubicBezTo>
                    <a:pt x="3899" y="1760"/>
                    <a:pt x="4196" y="288"/>
                    <a:pt x="3238" y="115"/>
                  </a:cubicBezTo>
                  <a:cubicBezTo>
                    <a:pt x="2902" y="54"/>
                    <a:pt x="2474" y="0"/>
                    <a:pt x="2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63"/>
          <p:cNvGrpSpPr/>
          <p:nvPr/>
        </p:nvGrpSpPr>
        <p:grpSpPr>
          <a:xfrm>
            <a:off x="5138035" y="2385451"/>
            <a:ext cx="679839" cy="489887"/>
            <a:chOff x="5310875" y="337375"/>
            <a:chExt cx="916225" cy="660225"/>
          </a:xfrm>
        </p:grpSpPr>
        <p:sp>
          <p:nvSpPr>
            <p:cNvPr id="519" name="Google Shape;519;p63"/>
            <p:cNvSpPr/>
            <p:nvPr/>
          </p:nvSpPr>
          <p:spPr>
            <a:xfrm>
              <a:off x="5310875" y="337375"/>
              <a:ext cx="916225" cy="660225"/>
            </a:xfrm>
            <a:custGeom>
              <a:avLst/>
              <a:gdLst/>
              <a:ahLst/>
              <a:cxnLst/>
              <a:rect l="l" t="t" r="r" b="b"/>
              <a:pathLst>
                <a:path w="36649" h="26409" extrusionOk="0">
                  <a:moveTo>
                    <a:pt x="22990" y="1502"/>
                  </a:moveTo>
                  <a:cubicBezTo>
                    <a:pt x="24636" y="1502"/>
                    <a:pt x="26251" y="1775"/>
                    <a:pt x="27734" y="2504"/>
                  </a:cubicBezTo>
                  <a:cubicBezTo>
                    <a:pt x="34704" y="5931"/>
                    <a:pt x="35360" y="15588"/>
                    <a:pt x="28935" y="19943"/>
                  </a:cubicBezTo>
                  <a:cubicBezTo>
                    <a:pt x="28675" y="20118"/>
                    <a:pt x="28439" y="20497"/>
                    <a:pt x="28574" y="20826"/>
                  </a:cubicBezTo>
                  <a:cubicBezTo>
                    <a:pt x="29254" y="22480"/>
                    <a:pt x="30274" y="23815"/>
                    <a:pt x="31605" y="24830"/>
                  </a:cubicBezTo>
                  <a:cubicBezTo>
                    <a:pt x="29557" y="24651"/>
                    <a:pt x="27668" y="23543"/>
                    <a:pt x="26518" y="21715"/>
                  </a:cubicBezTo>
                  <a:cubicBezTo>
                    <a:pt x="26364" y="21470"/>
                    <a:pt x="26128" y="21352"/>
                    <a:pt x="25885" y="21352"/>
                  </a:cubicBezTo>
                  <a:cubicBezTo>
                    <a:pt x="25695" y="21352"/>
                    <a:pt x="25502" y="21424"/>
                    <a:pt x="25338" y="21563"/>
                  </a:cubicBezTo>
                  <a:cubicBezTo>
                    <a:pt x="22839" y="23686"/>
                    <a:pt x="19493" y="24773"/>
                    <a:pt x="16164" y="24773"/>
                  </a:cubicBezTo>
                  <a:cubicBezTo>
                    <a:pt x="11835" y="24773"/>
                    <a:pt x="7535" y="22936"/>
                    <a:pt x="5160" y="19152"/>
                  </a:cubicBezTo>
                  <a:cubicBezTo>
                    <a:pt x="2622" y="15107"/>
                    <a:pt x="4899" y="10120"/>
                    <a:pt x="7851" y="6959"/>
                  </a:cubicBezTo>
                  <a:cubicBezTo>
                    <a:pt x="8283" y="6499"/>
                    <a:pt x="8743" y="6066"/>
                    <a:pt x="9230" y="5662"/>
                  </a:cubicBezTo>
                  <a:cubicBezTo>
                    <a:pt x="11347" y="4267"/>
                    <a:pt x="13707" y="3260"/>
                    <a:pt x="16182" y="2604"/>
                  </a:cubicBezTo>
                  <a:cubicBezTo>
                    <a:pt x="18320" y="2038"/>
                    <a:pt x="20684" y="1502"/>
                    <a:pt x="22990" y="1502"/>
                  </a:cubicBezTo>
                  <a:close/>
                  <a:moveTo>
                    <a:pt x="22921" y="0"/>
                  </a:moveTo>
                  <a:cubicBezTo>
                    <a:pt x="20883" y="0"/>
                    <a:pt x="18812" y="363"/>
                    <a:pt x="16843" y="849"/>
                  </a:cubicBezTo>
                  <a:cubicBezTo>
                    <a:pt x="15554" y="1167"/>
                    <a:pt x="14293" y="1584"/>
                    <a:pt x="13082" y="2104"/>
                  </a:cubicBezTo>
                  <a:cubicBezTo>
                    <a:pt x="6225" y="4767"/>
                    <a:pt x="1" y="12892"/>
                    <a:pt x="3814" y="19616"/>
                  </a:cubicBezTo>
                  <a:cubicBezTo>
                    <a:pt x="6346" y="24082"/>
                    <a:pt x="11197" y="26196"/>
                    <a:pt x="16102" y="26196"/>
                  </a:cubicBezTo>
                  <a:cubicBezTo>
                    <a:pt x="19536" y="26196"/>
                    <a:pt x="22996" y="25160"/>
                    <a:pt x="25706" y="23169"/>
                  </a:cubicBezTo>
                  <a:cubicBezTo>
                    <a:pt x="27286" y="25232"/>
                    <a:pt x="29698" y="26409"/>
                    <a:pt x="32242" y="26409"/>
                  </a:cubicBezTo>
                  <a:cubicBezTo>
                    <a:pt x="32931" y="26409"/>
                    <a:pt x="33630" y="26323"/>
                    <a:pt x="34324" y="26144"/>
                  </a:cubicBezTo>
                  <a:cubicBezTo>
                    <a:pt x="35137" y="25935"/>
                    <a:pt x="34984" y="24910"/>
                    <a:pt x="34324" y="24641"/>
                  </a:cubicBezTo>
                  <a:cubicBezTo>
                    <a:pt x="32541" y="23914"/>
                    <a:pt x="31137" y="22589"/>
                    <a:pt x="30302" y="20875"/>
                  </a:cubicBezTo>
                  <a:cubicBezTo>
                    <a:pt x="36648" y="16007"/>
                    <a:pt x="36480" y="6187"/>
                    <a:pt x="29567" y="1774"/>
                  </a:cubicBezTo>
                  <a:cubicBezTo>
                    <a:pt x="27529" y="473"/>
                    <a:pt x="25246" y="0"/>
                    <a:pt x="22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63"/>
            <p:cNvSpPr/>
            <p:nvPr/>
          </p:nvSpPr>
          <p:spPr>
            <a:xfrm>
              <a:off x="5603850" y="729950"/>
              <a:ext cx="44325" cy="37875"/>
            </a:xfrm>
            <a:custGeom>
              <a:avLst/>
              <a:gdLst/>
              <a:ahLst/>
              <a:cxnLst/>
              <a:rect l="l" t="t" r="r" b="b"/>
              <a:pathLst>
                <a:path w="1773" h="1515" extrusionOk="0">
                  <a:moveTo>
                    <a:pt x="894" y="0"/>
                  </a:moveTo>
                  <a:cubicBezTo>
                    <a:pt x="405" y="0"/>
                    <a:pt x="1" y="547"/>
                    <a:pt x="280" y="1044"/>
                  </a:cubicBezTo>
                  <a:cubicBezTo>
                    <a:pt x="405" y="1267"/>
                    <a:pt x="569" y="1455"/>
                    <a:pt x="836" y="1501"/>
                  </a:cubicBezTo>
                  <a:cubicBezTo>
                    <a:pt x="890" y="1510"/>
                    <a:pt x="942" y="1514"/>
                    <a:pt x="992" y="1514"/>
                  </a:cubicBezTo>
                  <a:cubicBezTo>
                    <a:pt x="1457" y="1514"/>
                    <a:pt x="1772" y="1142"/>
                    <a:pt x="1689" y="648"/>
                  </a:cubicBezTo>
                  <a:cubicBezTo>
                    <a:pt x="1644" y="385"/>
                    <a:pt x="1454" y="215"/>
                    <a:pt x="1232" y="91"/>
                  </a:cubicBezTo>
                  <a:cubicBezTo>
                    <a:pt x="1120" y="28"/>
                    <a:pt x="1004" y="0"/>
                    <a:pt x="8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63"/>
            <p:cNvSpPr/>
            <p:nvPr/>
          </p:nvSpPr>
          <p:spPr>
            <a:xfrm>
              <a:off x="5700025" y="697375"/>
              <a:ext cx="60225" cy="53675"/>
            </a:xfrm>
            <a:custGeom>
              <a:avLst/>
              <a:gdLst/>
              <a:ahLst/>
              <a:cxnLst/>
              <a:rect l="l" t="t" r="r" b="b"/>
              <a:pathLst>
                <a:path w="2409" h="2147" extrusionOk="0">
                  <a:moveTo>
                    <a:pt x="1180" y="1"/>
                  </a:moveTo>
                  <a:cubicBezTo>
                    <a:pt x="1097" y="1"/>
                    <a:pt x="1013" y="11"/>
                    <a:pt x="927" y="34"/>
                  </a:cubicBezTo>
                  <a:cubicBezTo>
                    <a:pt x="386" y="183"/>
                    <a:pt x="0" y="802"/>
                    <a:pt x="178" y="1352"/>
                  </a:cubicBezTo>
                  <a:cubicBezTo>
                    <a:pt x="321" y="1795"/>
                    <a:pt x="742" y="2147"/>
                    <a:pt x="1208" y="2147"/>
                  </a:cubicBezTo>
                  <a:cubicBezTo>
                    <a:pt x="1303" y="2147"/>
                    <a:pt x="1399" y="2132"/>
                    <a:pt x="1495" y="2101"/>
                  </a:cubicBezTo>
                  <a:cubicBezTo>
                    <a:pt x="2043" y="1923"/>
                    <a:pt x="2408" y="1365"/>
                    <a:pt x="2244" y="783"/>
                  </a:cubicBezTo>
                  <a:cubicBezTo>
                    <a:pt x="2231" y="741"/>
                    <a:pt x="2219" y="700"/>
                    <a:pt x="2209" y="658"/>
                  </a:cubicBezTo>
                  <a:cubicBezTo>
                    <a:pt x="2137" y="379"/>
                    <a:pt x="1900" y="141"/>
                    <a:pt x="1621" y="69"/>
                  </a:cubicBezTo>
                  <a:cubicBezTo>
                    <a:pt x="1473" y="32"/>
                    <a:pt x="1328" y="1"/>
                    <a:pt x="1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63"/>
            <p:cNvSpPr/>
            <p:nvPr/>
          </p:nvSpPr>
          <p:spPr>
            <a:xfrm>
              <a:off x="5785025" y="670025"/>
              <a:ext cx="64550" cy="50050"/>
            </a:xfrm>
            <a:custGeom>
              <a:avLst/>
              <a:gdLst/>
              <a:ahLst/>
              <a:cxnLst/>
              <a:rect l="l" t="t" r="r" b="b"/>
              <a:pathLst>
                <a:path w="2582" h="2002" extrusionOk="0">
                  <a:moveTo>
                    <a:pt x="1291" y="1"/>
                  </a:moveTo>
                  <a:cubicBezTo>
                    <a:pt x="3" y="1"/>
                    <a:pt x="1" y="2002"/>
                    <a:pt x="1291" y="2002"/>
                  </a:cubicBezTo>
                  <a:cubicBezTo>
                    <a:pt x="2579" y="2002"/>
                    <a:pt x="2581" y="1"/>
                    <a:pt x="12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63"/>
            <p:cNvSpPr/>
            <p:nvPr/>
          </p:nvSpPr>
          <p:spPr>
            <a:xfrm>
              <a:off x="5887850" y="638500"/>
              <a:ext cx="56125" cy="43525"/>
            </a:xfrm>
            <a:custGeom>
              <a:avLst/>
              <a:gdLst/>
              <a:ahLst/>
              <a:cxnLst/>
              <a:rect l="l" t="t" r="r" b="b"/>
              <a:pathLst>
                <a:path w="2245" h="1741" extrusionOk="0">
                  <a:moveTo>
                    <a:pt x="1123" y="1"/>
                  </a:moveTo>
                  <a:cubicBezTo>
                    <a:pt x="0" y="1"/>
                    <a:pt x="0" y="1741"/>
                    <a:pt x="1123" y="1741"/>
                  </a:cubicBezTo>
                  <a:cubicBezTo>
                    <a:pt x="2242" y="1741"/>
                    <a:pt x="2244" y="1"/>
                    <a:pt x="1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4" name="Google Shape;524;p63"/>
          <p:cNvSpPr/>
          <p:nvPr/>
        </p:nvSpPr>
        <p:spPr>
          <a:xfrm>
            <a:off x="5188898" y="3568998"/>
            <a:ext cx="578112" cy="572717"/>
          </a:xfrm>
          <a:custGeom>
            <a:avLst/>
            <a:gdLst/>
            <a:ahLst/>
            <a:cxnLst/>
            <a:rect l="l" t="t" r="r" b="b"/>
            <a:pathLst>
              <a:path w="29253" h="28980" extrusionOk="0">
                <a:moveTo>
                  <a:pt x="14143" y="2700"/>
                </a:moveTo>
                <a:lnTo>
                  <a:pt x="14143" y="2701"/>
                </a:lnTo>
                <a:cubicBezTo>
                  <a:pt x="14382" y="2879"/>
                  <a:pt x="14610" y="3071"/>
                  <a:pt x="14826" y="3275"/>
                </a:cubicBezTo>
                <a:cubicBezTo>
                  <a:pt x="16631" y="4989"/>
                  <a:pt x="17613" y="7527"/>
                  <a:pt x="17512" y="9952"/>
                </a:cubicBezTo>
                <a:cubicBezTo>
                  <a:pt x="16350" y="9553"/>
                  <a:pt x="15139" y="9334"/>
                  <a:pt x="13946" y="9334"/>
                </a:cubicBezTo>
                <a:cubicBezTo>
                  <a:pt x="13767" y="9334"/>
                  <a:pt x="13588" y="9339"/>
                  <a:pt x="13409" y="9349"/>
                </a:cubicBezTo>
                <a:cubicBezTo>
                  <a:pt x="12636" y="9391"/>
                  <a:pt x="11849" y="9550"/>
                  <a:pt x="11078" y="9803"/>
                </a:cubicBezTo>
                <a:cubicBezTo>
                  <a:pt x="11026" y="7418"/>
                  <a:pt x="12076" y="4911"/>
                  <a:pt x="13651" y="3031"/>
                </a:cubicBezTo>
                <a:cubicBezTo>
                  <a:pt x="13812" y="2912"/>
                  <a:pt x="13976" y="2804"/>
                  <a:pt x="14143" y="2700"/>
                </a:cubicBezTo>
                <a:close/>
                <a:moveTo>
                  <a:pt x="13886" y="10716"/>
                </a:moveTo>
                <a:cubicBezTo>
                  <a:pt x="14821" y="10716"/>
                  <a:pt x="15765" y="10856"/>
                  <a:pt x="16686" y="11136"/>
                </a:cubicBezTo>
                <a:cubicBezTo>
                  <a:pt x="16903" y="11202"/>
                  <a:pt x="17115" y="11275"/>
                  <a:pt x="17324" y="11354"/>
                </a:cubicBezTo>
                <a:cubicBezTo>
                  <a:pt x="16955" y="12973"/>
                  <a:pt x="16048" y="14448"/>
                  <a:pt x="14512" y="15473"/>
                </a:cubicBezTo>
                <a:cubicBezTo>
                  <a:pt x="14486" y="15490"/>
                  <a:pt x="14459" y="15506"/>
                  <a:pt x="14432" y="15523"/>
                </a:cubicBezTo>
                <a:cubicBezTo>
                  <a:pt x="13538" y="14957"/>
                  <a:pt x="12753" y="14234"/>
                  <a:pt x="12162" y="13355"/>
                </a:cubicBezTo>
                <a:cubicBezTo>
                  <a:pt x="11692" y="12657"/>
                  <a:pt x="11390" y="11899"/>
                  <a:pt x="11225" y="11110"/>
                </a:cubicBezTo>
                <a:cubicBezTo>
                  <a:pt x="12088" y="10847"/>
                  <a:pt x="12983" y="10716"/>
                  <a:pt x="13886" y="10716"/>
                </a:cubicBezTo>
                <a:close/>
                <a:moveTo>
                  <a:pt x="18312" y="1537"/>
                </a:moveTo>
                <a:cubicBezTo>
                  <a:pt x="20093" y="1537"/>
                  <a:pt x="21942" y="2089"/>
                  <a:pt x="23631" y="3166"/>
                </a:cubicBezTo>
                <a:cubicBezTo>
                  <a:pt x="27706" y="5766"/>
                  <a:pt x="28613" y="11589"/>
                  <a:pt x="24959" y="14979"/>
                </a:cubicBezTo>
                <a:cubicBezTo>
                  <a:pt x="24699" y="15219"/>
                  <a:pt x="24420" y="15438"/>
                  <a:pt x="24127" y="15635"/>
                </a:cubicBezTo>
                <a:cubicBezTo>
                  <a:pt x="23065" y="13370"/>
                  <a:pt x="21068" y="11550"/>
                  <a:pt x="18752" y="10457"/>
                </a:cubicBezTo>
                <a:cubicBezTo>
                  <a:pt x="19023" y="7350"/>
                  <a:pt x="17700" y="4138"/>
                  <a:pt x="15330" y="2098"/>
                </a:cubicBezTo>
                <a:cubicBezTo>
                  <a:pt x="16271" y="1722"/>
                  <a:pt x="17280" y="1537"/>
                  <a:pt x="18312" y="1537"/>
                </a:cubicBezTo>
                <a:close/>
                <a:moveTo>
                  <a:pt x="9622" y="1191"/>
                </a:moveTo>
                <a:cubicBezTo>
                  <a:pt x="10716" y="1191"/>
                  <a:pt x="11799" y="1430"/>
                  <a:pt x="12794" y="1893"/>
                </a:cubicBezTo>
                <a:cubicBezTo>
                  <a:pt x="11658" y="2800"/>
                  <a:pt x="10851" y="4091"/>
                  <a:pt x="10636" y="5807"/>
                </a:cubicBezTo>
                <a:cubicBezTo>
                  <a:pt x="10620" y="5931"/>
                  <a:pt x="10693" y="6020"/>
                  <a:pt x="10792" y="6065"/>
                </a:cubicBezTo>
                <a:cubicBezTo>
                  <a:pt x="10315" y="7423"/>
                  <a:pt x="10088" y="8858"/>
                  <a:pt x="10132" y="10167"/>
                </a:cubicBezTo>
                <a:cubicBezTo>
                  <a:pt x="7489" y="11328"/>
                  <a:pt x="5198" y="13597"/>
                  <a:pt x="4538" y="16234"/>
                </a:cubicBezTo>
                <a:lnTo>
                  <a:pt x="4538" y="16235"/>
                </a:lnTo>
                <a:cubicBezTo>
                  <a:pt x="3803" y="15782"/>
                  <a:pt x="3172" y="15179"/>
                  <a:pt x="2686" y="14467"/>
                </a:cubicBezTo>
                <a:cubicBezTo>
                  <a:pt x="535" y="11329"/>
                  <a:pt x="1003" y="6440"/>
                  <a:pt x="3533" y="3553"/>
                </a:cubicBezTo>
                <a:cubicBezTo>
                  <a:pt x="3546" y="3555"/>
                  <a:pt x="3559" y="3556"/>
                  <a:pt x="3573" y="3556"/>
                </a:cubicBezTo>
                <a:cubicBezTo>
                  <a:pt x="3623" y="3556"/>
                  <a:pt x="3673" y="3543"/>
                  <a:pt x="3717" y="3516"/>
                </a:cubicBezTo>
                <a:cubicBezTo>
                  <a:pt x="5532" y="2476"/>
                  <a:pt x="6944" y="1344"/>
                  <a:pt x="9136" y="1207"/>
                </a:cubicBezTo>
                <a:cubicBezTo>
                  <a:pt x="9298" y="1196"/>
                  <a:pt x="9460" y="1191"/>
                  <a:pt x="9622" y="1191"/>
                </a:cubicBezTo>
                <a:close/>
                <a:moveTo>
                  <a:pt x="18507" y="11885"/>
                </a:moveTo>
                <a:cubicBezTo>
                  <a:pt x="20445" y="12900"/>
                  <a:pt x="21976" y="14481"/>
                  <a:pt x="22813" y="16335"/>
                </a:cubicBezTo>
                <a:cubicBezTo>
                  <a:pt x="21780" y="16759"/>
                  <a:pt x="20647" y="16964"/>
                  <a:pt x="19504" y="16964"/>
                </a:cubicBezTo>
                <a:cubicBezTo>
                  <a:pt x="18187" y="16964"/>
                  <a:pt x="16856" y="16692"/>
                  <a:pt x="15649" y="16169"/>
                </a:cubicBezTo>
                <a:cubicBezTo>
                  <a:pt x="16800" y="15293"/>
                  <a:pt x="17727" y="14157"/>
                  <a:pt x="18254" y="12714"/>
                </a:cubicBezTo>
                <a:lnTo>
                  <a:pt x="18254" y="12715"/>
                </a:lnTo>
                <a:cubicBezTo>
                  <a:pt x="18352" y="12443"/>
                  <a:pt x="18438" y="12166"/>
                  <a:pt x="18507" y="11885"/>
                </a:cubicBezTo>
                <a:close/>
                <a:moveTo>
                  <a:pt x="10357" y="11801"/>
                </a:moveTo>
                <a:cubicBezTo>
                  <a:pt x="10814" y="13567"/>
                  <a:pt x="11948" y="15027"/>
                  <a:pt x="13414" y="16108"/>
                </a:cubicBezTo>
                <a:lnTo>
                  <a:pt x="13414" y="16109"/>
                </a:lnTo>
                <a:cubicBezTo>
                  <a:pt x="11937" y="16849"/>
                  <a:pt x="10221" y="17287"/>
                  <a:pt x="8552" y="17287"/>
                </a:cubicBezTo>
                <a:cubicBezTo>
                  <a:pt x="7559" y="17287"/>
                  <a:pt x="6583" y="17132"/>
                  <a:pt x="5684" y="16794"/>
                </a:cubicBezTo>
                <a:cubicBezTo>
                  <a:pt x="6276" y="14376"/>
                  <a:pt x="8033" y="12813"/>
                  <a:pt x="10357" y="11801"/>
                </a:cubicBezTo>
                <a:close/>
                <a:moveTo>
                  <a:pt x="14597" y="16860"/>
                </a:moveTo>
                <a:cubicBezTo>
                  <a:pt x="16211" y="17742"/>
                  <a:pt x="18071" y="18226"/>
                  <a:pt x="19836" y="18239"/>
                </a:cubicBezTo>
                <a:cubicBezTo>
                  <a:pt x="19855" y="18239"/>
                  <a:pt x="19875" y="18239"/>
                  <a:pt x="19894" y="18239"/>
                </a:cubicBezTo>
                <a:cubicBezTo>
                  <a:pt x="21057" y="18239"/>
                  <a:pt x="22193" y="17983"/>
                  <a:pt x="23243" y="17533"/>
                </a:cubicBezTo>
                <a:lnTo>
                  <a:pt x="23243" y="17533"/>
                </a:lnTo>
                <a:cubicBezTo>
                  <a:pt x="23754" y="19405"/>
                  <a:pt x="23580" y="21466"/>
                  <a:pt x="22464" y="23460"/>
                </a:cubicBezTo>
                <a:cubicBezTo>
                  <a:pt x="20882" y="26284"/>
                  <a:pt x="18005" y="27654"/>
                  <a:pt x="15044" y="27654"/>
                </a:cubicBezTo>
                <a:cubicBezTo>
                  <a:pt x="13094" y="27654"/>
                  <a:pt x="11108" y="27060"/>
                  <a:pt x="9432" y="25894"/>
                </a:cubicBezTo>
                <a:cubicBezTo>
                  <a:pt x="7730" y="24710"/>
                  <a:pt x="6408" y="22914"/>
                  <a:pt x="5813" y="20917"/>
                </a:cubicBezTo>
                <a:cubicBezTo>
                  <a:pt x="5908" y="20794"/>
                  <a:pt x="5926" y="20630"/>
                  <a:pt x="5860" y="20490"/>
                </a:cubicBezTo>
                <a:lnTo>
                  <a:pt x="5860" y="20490"/>
                </a:lnTo>
                <a:lnTo>
                  <a:pt x="5861" y="20491"/>
                </a:lnTo>
                <a:cubicBezTo>
                  <a:pt x="5707" y="20141"/>
                  <a:pt x="5589" y="19777"/>
                  <a:pt x="5511" y="19402"/>
                </a:cubicBezTo>
                <a:cubicBezTo>
                  <a:pt x="5467" y="18994"/>
                  <a:pt x="5455" y="18582"/>
                  <a:pt x="5478" y="18171"/>
                </a:cubicBezTo>
                <a:cubicBezTo>
                  <a:pt x="5480" y="18134"/>
                  <a:pt x="5485" y="18100"/>
                  <a:pt x="5488" y="18063"/>
                </a:cubicBezTo>
                <a:cubicBezTo>
                  <a:pt x="6301" y="18358"/>
                  <a:pt x="7183" y="18520"/>
                  <a:pt x="8115" y="18520"/>
                </a:cubicBezTo>
                <a:cubicBezTo>
                  <a:pt x="8208" y="18520"/>
                  <a:pt x="8302" y="18518"/>
                  <a:pt x="8396" y="18515"/>
                </a:cubicBezTo>
                <a:cubicBezTo>
                  <a:pt x="10491" y="18442"/>
                  <a:pt x="12735" y="17924"/>
                  <a:pt x="14597" y="16860"/>
                </a:cubicBezTo>
                <a:close/>
                <a:moveTo>
                  <a:pt x="9193" y="1"/>
                </a:moveTo>
                <a:cubicBezTo>
                  <a:pt x="6999" y="1"/>
                  <a:pt x="4863" y="714"/>
                  <a:pt x="3713" y="2437"/>
                </a:cubicBezTo>
                <a:cubicBezTo>
                  <a:pt x="1187" y="4294"/>
                  <a:pt x="0" y="7949"/>
                  <a:pt x="275" y="10991"/>
                </a:cubicBezTo>
                <a:cubicBezTo>
                  <a:pt x="530" y="13822"/>
                  <a:pt x="2073" y="16256"/>
                  <a:pt x="4353" y="17543"/>
                </a:cubicBezTo>
                <a:cubicBezTo>
                  <a:pt x="4334" y="18048"/>
                  <a:pt x="4379" y="18553"/>
                  <a:pt x="4485" y="19048"/>
                </a:cubicBezTo>
                <a:cubicBezTo>
                  <a:pt x="4501" y="20156"/>
                  <a:pt x="4704" y="21244"/>
                  <a:pt x="5099" y="22206"/>
                </a:cubicBezTo>
                <a:cubicBezTo>
                  <a:pt x="6782" y="26306"/>
                  <a:pt x="10993" y="28980"/>
                  <a:pt x="15346" y="28980"/>
                </a:cubicBezTo>
                <a:cubicBezTo>
                  <a:pt x="16130" y="28980"/>
                  <a:pt x="16918" y="28893"/>
                  <a:pt x="17698" y="28712"/>
                </a:cubicBezTo>
                <a:cubicBezTo>
                  <a:pt x="22311" y="27642"/>
                  <a:pt x="25477" y="22829"/>
                  <a:pt x="24876" y="18171"/>
                </a:cubicBezTo>
                <a:cubicBezTo>
                  <a:pt x="24815" y="17713"/>
                  <a:pt x="24717" y="17260"/>
                  <a:pt x="24582" y="16818"/>
                </a:cubicBezTo>
                <a:cubicBezTo>
                  <a:pt x="26550" y="15547"/>
                  <a:pt x="28024" y="13524"/>
                  <a:pt x="28441" y="11154"/>
                </a:cubicBezTo>
                <a:cubicBezTo>
                  <a:pt x="29253" y="6545"/>
                  <a:pt x="26353" y="2608"/>
                  <a:pt x="22191" y="938"/>
                </a:cubicBezTo>
                <a:cubicBezTo>
                  <a:pt x="20987" y="455"/>
                  <a:pt x="19607" y="199"/>
                  <a:pt x="18228" y="199"/>
                </a:cubicBezTo>
                <a:cubicBezTo>
                  <a:pt x="16729" y="199"/>
                  <a:pt x="15231" y="502"/>
                  <a:pt x="13964" y="1145"/>
                </a:cubicBezTo>
                <a:cubicBezTo>
                  <a:pt x="12626" y="428"/>
                  <a:pt x="10892" y="1"/>
                  <a:pt x="91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06"/>
                                        </p:tgtEl>
                                        <p:attrNameLst>
                                          <p:attrName>style.visibility</p:attrName>
                                        </p:attrNameLst>
                                      </p:cBhvr>
                                      <p:to>
                                        <p:strVal val="visible"/>
                                      </p:to>
                                    </p:set>
                                    <p:animEffect transition="in" filter="fade">
                                      <p:cBhvr>
                                        <p:cTn id="7" dur="1000"/>
                                        <p:tgtEl>
                                          <p:spTgt spid="506"/>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18"/>
                                        </p:tgtEl>
                                        <p:attrNameLst>
                                          <p:attrName>style.visibility</p:attrName>
                                        </p:attrNameLst>
                                      </p:cBhvr>
                                      <p:to>
                                        <p:strVal val="visible"/>
                                      </p:to>
                                    </p:set>
                                    <p:animEffect transition="in" filter="fade">
                                      <p:cBhvr>
                                        <p:cTn id="11" dur="1000"/>
                                        <p:tgtEl>
                                          <p:spTgt spid="518"/>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524"/>
                                        </p:tgtEl>
                                        <p:attrNameLst>
                                          <p:attrName>style.visibility</p:attrName>
                                        </p:attrNameLst>
                                      </p:cBhvr>
                                      <p:to>
                                        <p:strVal val="visible"/>
                                      </p:to>
                                    </p:set>
                                    <p:animEffect transition="in" filter="fade">
                                      <p:cBhvr>
                                        <p:cTn id="15" dur="1000"/>
                                        <p:tgtEl>
                                          <p:spTgt spid="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64"/>
          <p:cNvSpPr txBox="1">
            <a:spLocks noGrp="1"/>
          </p:cNvSpPr>
          <p:nvPr>
            <p:ph type="title"/>
          </p:nvPr>
        </p:nvSpPr>
        <p:spPr>
          <a:xfrm>
            <a:off x="3628589" y="2942625"/>
            <a:ext cx="23331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100"/>
              <a:t>Mercury</a:t>
            </a:r>
            <a:endParaRPr sz="2100"/>
          </a:p>
        </p:txBody>
      </p:sp>
      <p:sp>
        <p:nvSpPr>
          <p:cNvPr id="530" name="Google Shape;530;p64"/>
          <p:cNvSpPr txBox="1">
            <a:spLocks noGrp="1"/>
          </p:cNvSpPr>
          <p:nvPr>
            <p:ph type="subTitle" idx="1"/>
          </p:nvPr>
        </p:nvSpPr>
        <p:spPr>
          <a:xfrm>
            <a:off x="3628600" y="3303578"/>
            <a:ext cx="2333100" cy="83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closest planet to the Sun and the smallest one</a:t>
            </a:r>
            <a:endParaRPr/>
          </a:p>
        </p:txBody>
      </p:sp>
      <p:sp>
        <p:nvSpPr>
          <p:cNvPr id="531" name="Google Shape;531;p64"/>
          <p:cNvSpPr txBox="1">
            <a:spLocks noGrp="1"/>
          </p:cNvSpPr>
          <p:nvPr>
            <p:ph type="title" idx="2"/>
          </p:nvPr>
        </p:nvSpPr>
        <p:spPr>
          <a:xfrm>
            <a:off x="1295503" y="2130949"/>
            <a:ext cx="23331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100"/>
              <a:t>Venus</a:t>
            </a:r>
            <a:endParaRPr sz="2100"/>
          </a:p>
        </p:txBody>
      </p:sp>
      <p:sp>
        <p:nvSpPr>
          <p:cNvPr id="532" name="Google Shape;532;p64"/>
          <p:cNvSpPr txBox="1">
            <a:spLocks noGrp="1"/>
          </p:cNvSpPr>
          <p:nvPr>
            <p:ph type="subTitle" idx="3"/>
          </p:nvPr>
        </p:nvSpPr>
        <p:spPr>
          <a:xfrm>
            <a:off x="1295511" y="2491901"/>
            <a:ext cx="2333100" cy="83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it is very hot</a:t>
            </a:r>
            <a:endParaRPr/>
          </a:p>
        </p:txBody>
      </p:sp>
      <p:sp>
        <p:nvSpPr>
          <p:cNvPr id="533" name="Google Shape;533;p64"/>
          <p:cNvSpPr txBox="1">
            <a:spLocks noGrp="1"/>
          </p:cNvSpPr>
          <p:nvPr>
            <p:ph type="title" idx="4"/>
          </p:nvPr>
        </p:nvSpPr>
        <p:spPr>
          <a:xfrm>
            <a:off x="5964918" y="2130948"/>
            <a:ext cx="23331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100"/>
              <a:t>Mars</a:t>
            </a:r>
            <a:endParaRPr sz="2100"/>
          </a:p>
        </p:txBody>
      </p:sp>
      <p:sp>
        <p:nvSpPr>
          <p:cNvPr id="534" name="Google Shape;534;p64"/>
          <p:cNvSpPr txBox="1">
            <a:spLocks noGrp="1"/>
          </p:cNvSpPr>
          <p:nvPr>
            <p:ph type="subTitle" idx="5"/>
          </p:nvPr>
        </p:nvSpPr>
        <p:spPr>
          <a:xfrm>
            <a:off x="5964925" y="2491900"/>
            <a:ext cx="2333100" cy="83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cold place, despite its red color</a:t>
            </a:r>
            <a:endParaRPr/>
          </a:p>
        </p:txBody>
      </p:sp>
      <p:sp>
        <p:nvSpPr>
          <p:cNvPr id="535" name="Google Shape;535;p64"/>
          <p:cNvSpPr txBox="1">
            <a:spLocks noGrp="1"/>
          </p:cNvSpPr>
          <p:nvPr>
            <p:ph type="title" idx="6"/>
          </p:nvPr>
        </p:nvSpPr>
        <p:spPr>
          <a:xfrm>
            <a:off x="2569750" y="711175"/>
            <a:ext cx="4004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Main characteristics</a:t>
            </a:r>
            <a:endParaRPr/>
          </a:p>
        </p:txBody>
      </p:sp>
      <p:sp>
        <p:nvSpPr>
          <p:cNvPr id="536" name="Google Shape;536;p64"/>
          <p:cNvSpPr/>
          <p:nvPr/>
        </p:nvSpPr>
        <p:spPr>
          <a:xfrm>
            <a:off x="6908293" y="1608513"/>
            <a:ext cx="446360" cy="322962"/>
          </a:xfrm>
          <a:custGeom>
            <a:avLst/>
            <a:gdLst/>
            <a:ahLst/>
            <a:cxnLst/>
            <a:rect l="l" t="t" r="r" b="b"/>
            <a:pathLst>
              <a:path w="10336" h="7479" extrusionOk="0">
                <a:moveTo>
                  <a:pt x="7787" y="900"/>
                </a:moveTo>
                <a:cubicBezTo>
                  <a:pt x="7073" y="1733"/>
                  <a:pt x="6311" y="2638"/>
                  <a:pt x="5263" y="2948"/>
                </a:cubicBezTo>
                <a:cubicBezTo>
                  <a:pt x="5187" y="2970"/>
                  <a:pt x="5111" y="2980"/>
                  <a:pt x="5036" y="2980"/>
                </a:cubicBezTo>
                <a:cubicBezTo>
                  <a:pt x="4384" y="2980"/>
                  <a:pt x="3780" y="2215"/>
                  <a:pt x="3310" y="1852"/>
                </a:cubicBezTo>
                <a:cubicBezTo>
                  <a:pt x="2929" y="1566"/>
                  <a:pt x="2524" y="1328"/>
                  <a:pt x="2120" y="1114"/>
                </a:cubicBezTo>
                <a:cubicBezTo>
                  <a:pt x="3596" y="1114"/>
                  <a:pt x="5120" y="1114"/>
                  <a:pt x="6597" y="995"/>
                </a:cubicBezTo>
                <a:cubicBezTo>
                  <a:pt x="6740" y="995"/>
                  <a:pt x="7287" y="900"/>
                  <a:pt x="7787" y="900"/>
                </a:cubicBezTo>
                <a:close/>
                <a:moveTo>
                  <a:pt x="8669" y="1304"/>
                </a:moveTo>
                <a:cubicBezTo>
                  <a:pt x="8716" y="1852"/>
                  <a:pt x="8550" y="2495"/>
                  <a:pt x="8573" y="3067"/>
                </a:cubicBezTo>
                <a:cubicBezTo>
                  <a:pt x="8621" y="3757"/>
                  <a:pt x="8716" y="4448"/>
                  <a:pt x="8740" y="5138"/>
                </a:cubicBezTo>
                <a:cubicBezTo>
                  <a:pt x="8740" y="5377"/>
                  <a:pt x="8740" y="5615"/>
                  <a:pt x="8716" y="5853"/>
                </a:cubicBezTo>
                <a:cubicBezTo>
                  <a:pt x="8311" y="4829"/>
                  <a:pt x="7692" y="3900"/>
                  <a:pt x="6930" y="3090"/>
                </a:cubicBezTo>
                <a:cubicBezTo>
                  <a:pt x="7549" y="2543"/>
                  <a:pt x="8121" y="1947"/>
                  <a:pt x="8669" y="1304"/>
                </a:cubicBezTo>
                <a:close/>
                <a:moveTo>
                  <a:pt x="929" y="1543"/>
                </a:moveTo>
                <a:lnTo>
                  <a:pt x="929" y="1543"/>
                </a:lnTo>
                <a:cubicBezTo>
                  <a:pt x="1739" y="1947"/>
                  <a:pt x="2477" y="2424"/>
                  <a:pt x="3191" y="2971"/>
                </a:cubicBezTo>
                <a:cubicBezTo>
                  <a:pt x="2524" y="4186"/>
                  <a:pt x="1643" y="5258"/>
                  <a:pt x="1072" y="6544"/>
                </a:cubicBezTo>
                <a:lnTo>
                  <a:pt x="1048" y="6520"/>
                </a:lnTo>
                <a:cubicBezTo>
                  <a:pt x="1024" y="4877"/>
                  <a:pt x="976" y="3210"/>
                  <a:pt x="929" y="1543"/>
                </a:cubicBezTo>
                <a:close/>
                <a:moveTo>
                  <a:pt x="3929" y="3543"/>
                </a:moveTo>
                <a:cubicBezTo>
                  <a:pt x="4276" y="3767"/>
                  <a:pt x="4675" y="3887"/>
                  <a:pt x="5096" y="3887"/>
                </a:cubicBezTo>
                <a:cubicBezTo>
                  <a:pt x="5167" y="3887"/>
                  <a:pt x="5239" y="3883"/>
                  <a:pt x="5311" y="3876"/>
                </a:cubicBezTo>
                <a:cubicBezTo>
                  <a:pt x="5573" y="3829"/>
                  <a:pt x="5858" y="3733"/>
                  <a:pt x="6120" y="3614"/>
                </a:cubicBezTo>
                <a:cubicBezTo>
                  <a:pt x="6930" y="4400"/>
                  <a:pt x="7573" y="5377"/>
                  <a:pt x="7978" y="6448"/>
                </a:cubicBezTo>
                <a:cubicBezTo>
                  <a:pt x="7764" y="6424"/>
                  <a:pt x="7549" y="6401"/>
                  <a:pt x="7430" y="6401"/>
                </a:cubicBezTo>
                <a:cubicBezTo>
                  <a:pt x="7209" y="6395"/>
                  <a:pt x="6988" y="6392"/>
                  <a:pt x="6766" y="6392"/>
                </a:cubicBezTo>
                <a:cubicBezTo>
                  <a:pt x="5202" y="6392"/>
                  <a:pt x="3637" y="6523"/>
                  <a:pt x="2072" y="6544"/>
                </a:cubicBezTo>
                <a:cubicBezTo>
                  <a:pt x="2596" y="5496"/>
                  <a:pt x="3358" y="4567"/>
                  <a:pt x="3929" y="3543"/>
                </a:cubicBezTo>
                <a:close/>
                <a:moveTo>
                  <a:pt x="7605" y="1"/>
                </a:moveTo>
                <a:cubicBezTo>
                  <a:pt x="6840" y="1"/>
                  <a:pt x="6076" y="114"/>
                  <a:pt x="5311" y="114"/>
                </a:cubicBezTo>
                <a:cubicBezTo>
                  <a:pt x="3691" y="114"/>
                  <a:pt x="2096" y="161"/>
                  <a:pt x="476" y="185"/>
                </a:cubicBezTo>
                <a:cubicBezTo>
                  <a:pt x="456" y="181"/>
                  <a:pt x="436" y="179"/>
                  <a:pt x="415" y="179"/>
                </a:cubicBezTo>
                <a:cubicBezTo>
                  <a:pt x="318" y="179"/>
                  <a:pt x="226" y="225"/>
                  <a:pt x="167" y="304"/>
                </a:cubicBezTo>
                <a:cubicBezTo>
                  <a:pt x="72" y="376"/>
                  <a:pt x="0" y="495"/>
                  <a:pt x="24" y="638"/>
                </a:cubicBezTo>
                <a:cubicBezTo>
                  <a:pt x="24" y="2757"/>
                  <a:pt x="119" y="4877"/>
                  <a:pt x="143" y="6972"/>
                </a:cubicBezTo>
                <a:cubicBezTo>
                  <a:pt x="143" y="7234"/>
                  <a:pt x="334" y="7448"/>
                  <a:pt x="595" y="7448"/>
                </a:cubicBezTo>
                <a:cubicBezTo>
                  <a:pt x="1022" y="7470"/>
                  <a:pt x="1449" y="7479"/>
                  <a:pt x="1877" y="7479"/>
                </a:cubicBezTo>
                <a:cubicBezTo>
                  <a:pt x="2857" y="7479"/>
                  <a:pt x="3840" y="7434"/>
                  <a:pt x="4834" y="7401"/>
                </a:cubicBezTo>
                <a:cubicBezTo>
                  <a:pt x="5059" y="7392"/>
                  <a:pt x="5288" y="7389"/>
                  <a:pt x="5519" y="7389"/>
                </a:cubicBezTo>
                <a:cubicBezTo>
                  <a:pt x="6011" y="7389"/>
                  <a:pt x="6514" y="7403"/>
                  <a:pt x="7014" y="7403"/>
                </a:cubicBezTo>
                <a:cubicBezTo>
                  <a:pt x="7527" y="7403"/>
                  <a:pt x="8037" y="7388"/>
                  <a:pt x="8526" y="7329"/>
                </a:cubicBezTo>
                <a:cubicBezTo>
                  <a:pt x="10336" y="7067"/>
                  <a:pt x="9597" y="4281"/>
                  <a:pt x="9502" y="3067"/>
                </a:cubicBezTo>
                <a:cubicBezTo>
                  <a:pt x="9454" y="2305"/>
                  <a:pt x="9597" y="1566"/>
                  <a:pt x="9502" y="804"/>
                </a:cubicBezTo>
                <a:cubicBezTo>
                  <a:pt x="9454" y="542"/>
                  <a:pt x="9288" y="304"/>
                  <a:pt x="9026" y="185"/>
                </a:cubicBezTo>
                <a:cubicBezTo>
                  <a:pt x="8947" y="106"/>
                  <a:pt x="8835" y="60"/>
                  <a:pt x="8718" y="60"/>
                </a:cubicBezTo>
                <a:cubicBezTo>
                  <a:pt x="8694" y="60"/>
                  <a:pt x="8669" y="62"/>
                  <a:pt x="8645" y="66"/>
                </a:cubicBezTo>
                <a:cubicBezTo>
                  <a:pt x="8454" y="42"/>
                  <a:pt x="8288" y="18"/>
                  <a:pt x="8097" y="18"/>
                </a:cubicBezTo>
                <a:cubicBezTo>
                  <a:pt x="7933" y="6"/>
                  <a:pt x="7769" y="1"/>
                  <a:pt x="760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64"/>
          <p:cNvSpPr/>
          <p:nvPr/>
        </p:nvSpPr>
        <p:spPr>
          <a:xfrm>
            <a:off x="4604357" y="2348657"/>
            <a:ext cx="381583" cy="466026"/>
          </a:xfrm>
          <a:custGeom>
            <a:avLst/>
            <a:gdLst/>
            <a:ahLst/>
            <a:cxnLst/>
            <a:rect l="l" t="t" r="r" b="b"/>
            <a:pathLst>
              <a:path w="8836" h="10792" extrusionOk="0">
                <a:moveTo>
                  <a:pt x="4591" y="1049"/>
                </a:moveTo>
                <a:cubicBezTo>
                  <a:pt x="4609" y="1049"/>
                  <a:pt x="4626" y="1049"/>
                  <a:pt x="4644" y="1050"/>
                </a:cubicBezTo>
                <a:cubicBezTo>
                  <a:pt x="6502" y="1050"/>
                  <a:pt x="6883" y="3550"/>
                  <a:pt x="5430" y="4455"/>
                </a:cubicBezTo>
                <a:cubicBezTo>
                  <a:pt x="5131" y="4652"/>
                  <a:pt x="4810" y="4740"/>
                  <a:pt x="4493" y="4740"/>
                </a:cubicBezTo>
                <a:cubicBezTo>
                  <a:pt x="3551" y="4740"/>
                  <a:pt x="2655" y="3960"/>
                  <a:pt x="2548" y="2979"/>
                </a:cubicBezTo>
                <a:cubicBezTo>
                  <a:pt x="2408" y="1760"/>
                  <a:pt x="3512" y="1049"/>
                  <a:pt x="4591" y="1049"/>
                </a:cubicBezTo>
                <a:close/>
                <a:moveTo>
                  <a:pt x="3096" y="5384"/>
                </a:moveTo>
                <a:cubicBezTo>
                  <a:pt x="3560" y="5599"/>
                  <a:pt x="4070" y="5711"/>
                  <a:pt x="4585" y="5711"/>
                </a:cubicBezTo>
                <a:cubicBezTo>
                  <a:pt x="4811" y="5711"/>
                  <a:pt x="5038" y="5689"/>
                  <a:pt x="5263" y="5646"/>
                </a:cubicBezTo>
                <a:cubicBezTo>
                  <a:pt x="5478" y="5598"/>
                  <a:pt x="5692" y="5527"/>
                  <a:pt x="5906" y="5432"/>
                </a:cubicBezTo>
                <a:cubicBezTo>
                  <a:pt x="6740" y="6313"/>
                  <a:pt x="7311" y="7432"/>
                  <a:pt x="7549" y="8623"/>
                </a:cubicBezTo>
                <a:cubicBezTo>
                  <a:pt x="7692" y="9313"/>
                  <a:pt x="5263" y="9718"/>
                  <a:pt x="4716" y="9742"/>
                </a:cubicBezTo>
                <a:cubicBezTo>
                  <a:pt x="4577" y="9754"/>
                  <a:pt x="4438" y="9760"/>
                  <a:pt x="4300" y="9760"/>
                </a:cubicBezTo>
                <a:cubicBezTo>
                  <a:pt x="3346" y="9760"/>
                  <a:pt x="2407" y="9476"/>
                  <a:pt x="1596" y="8956"/>
                </a:cubicBezTo>
                <a:cubicBezTo>
                  <a:pt x="1215" y="8718"/>
                  <a:pt x="1310" y="8980"/>
                  <a:pt x="1358" y="8623"/>
                </a:cubicBezTo>
                <a:lnTo>
                  <a:pt x="1382" y="8599"/>
                </a:lnTo>
                <a:cubicBezTo>
                  <a:pt x="1453" y="8265"/>
                  <a:pt x="1548" y="7908"/>
                  <a:pt x="1667" y="7599"/>
                </a:cubicBezTo>
                <a:cubicBezTo>
                  <a:pt x="1977" y="6765"/>
                  <a:pt x="2453" y="6003"/>
                  <a:pt x="3096" y="5384"/>
                </a:cubicBezTo>
                <a:close/>
                <a:moveTo>
                  <a:pt x="4754" y="0"/>
                </a:moveTo>
                <a:cubicBezTo>
                  <a:pt x="4725" y="0"/>
                  <a:pt x="4697" y="1"/>
                  <a:pt x="4668" y="2"/>
                </a:cubicBezTo>
                <a:cubicBezTo>
                  <a:pt x="3001" y="2"/>
                  <a:pt x="1620" y="1050"/>
                  <a:pt x="1501" y="2741"/>
                </a:cubicBezTo>
                <a:cubicBezTo>
                  <a:pt x="1429" y="3503"/>
                  <a:pt x="1691" y="4241"/>
                  <a:pt x="2215" y="4789"/>
                </a:cubicBezTo>
                <a:cubicBezTo>
                  <a:pt x="1596" y="5432"/>
                  <a:pt x="1120" y="6170"/>
                  <a:pt x="786" y="6980"/>
                </a:cubicBezTo>
                <a:cubicBezTo>
                  <a:pt x="572" y="7527"/>
                  <a:pt x="0" y="8647"/>
                  <a:pt x="357" y="9218"/>
                </a:cubicBezTo>
                <a:cubicBezTo>
                  <a:pt x="1089" y="10499"/>
                  <a:pt x="3205" y="10791"/>
                  <a:pt x="4553" y="10791"/>
                </a:cubicBezTo>
                <a:cubicBezTo>
                  <a:pt x="4609" y="10791"/>
                  <a:pt x="4663" y="10791"/>
                  <a:pt x="4716" y="10790"/>
                </a:cubicBezTo>
                <a:cubicBezTo>
                  <a:pt x="5930" y="10766"/>
                  <a:pt x="7907" y="10361"/>
                  <a:pt x="8502" y="9147"/>
                </a:cubicBezTo>
                <a:cubicBezTo>
                  <a:pt x="8835" y="8504"/>
                  <a:pt x="8335" y="7456"/>
                  <a:pt x="8073" y="6837"/>
                </a:cubicBezTo>
                <a:cubicBezTo>
                  <a:pt x="7740" y="6051"/>
                  <a:pt x="7288" y="5336"/>
                  <a:pt x="6668" y="4741"/>
                </a:cubicBezTo>
                <a:cubicBezTo>
                  <a:pt x="7145" y="4098"/>
                  <a:pt x="7383" y="3336"/>
                  <a:pt x="7359" y="2526"/>
                </a:cubicBezTo>
                <a:cubicBezTo>
                  <a:pt x="7312" y="1126"/>
                  <a:pt x="6145" y="0"/>
                  <a:pt x="47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8" name="Google Shape;538;p64"/>
          <p:cNvGrpSpPr/>
          <p:nvPr/>
        </p:nvGrpSpPr>
        <p:grpSpPr>
          <a:xfrm>
            <a:off x="2233194" y="1585547"/>
            <a:ext cx="457718" cy="368908"/>
            <a:chOff x="1634225" y="2385300"/>
            <a:chExt cx="264975" cy="213575"/>
          </a:xfrm>
        </p:grpSpPr>
        <p:sp>
          <p:nvSpPr>
            <p:cNvPr id="539" name="Google Shape;539;p64"/>
            <p:cNvSpPr/>
            <p:nvPr/>
          </p:nvSpPr>
          <p:spPr>
            <a:xfrm>
              <a:off x="1634225" y="2385300"/>
              <a:ext cx="264975" cy="213575"/>
            </a:xfrm>
            <a:custGeom>
              <a:avLst/>
              <a:gdLst/>
              <a:ahLst/>
              <a:cxnLst/>
              <a:rect l="l" t="t" r="r" b="b"/>
              <a:pathLst>
                <a:path w="10599" h="8543" extrusionOk="0">
                  <a:moveTo>
                    <a:pt x="1287" y="944"/>
                  </a:moveTo>
                  <a:cubicBezTo>
                    <a:pt x="2532" y="944"/>
                    <a:pt x="3776" y="1089"/>
                    <a:pt x="5040" y="1089"/>
                  </a:cubicBezTo>
                  <a:cubicBezTo>
                    <a:pt x="5131" y="1089"/>
                    <a:pt x="5221" y="1088"/>
                    <a:pt x="5312" y="1087"/>
                  </a:cubicBezTo>
                  <a:cubicBezTo>
                    <a:pt x="6417" y="1065"/>
                    <a:pt x="7522" y="965"/>
                    <a:pt x="8627" y="965"/>
                  </a:cubicBezTo>
                  <a:cubicBezTo>
                    <a:pt x="8736" y="965"/>
                    <a:pt x="8846" y="966"/>
                    <a:pt x="8955" y="968"/>
                  </a:cubicBezTo>
                  <a:cubicBezTo>
                    <a:pt x="9622" y="992"/>
                    <a:pt x="9265" y="2968"/>
                    <a:pt x="9265" y="3468"/>
                  </a:cubicBezTo>
                  <a:cubicBezTo>
                    <a:pt x="9289" y="4849"/>
                    <a:pt x="9551" y="6231"/>
                    <a:pt x="9312" y="7588"/>
                  </a:cubicBezTo>
                  <a:lnTo>
                    <a:pt x="9312" y="7564"/>
                  </a:lnTo>
                  <a:cubicBezTo>
                    <a:pt x="8375" y="7466"/>
                    <a:pt x="7449" y="7412"/>
                    <a:pt x="6519" y="7412"/>
                  </a:cubicBezTo>
                  <a:cubicBezTo>
                    <a:pt x="6102" y="7412"/>
                    <a:pt x="5684" y="7423"/>
                    <a:pt x="5264" y="7445"/>
                  </a:cubicBezTo>
                  <a:cubicBezTo>
                    <a:pt x="4396" y="7524"/>
                    <a:pt x="3512" y="7570"/>
                    <a:pt x="2624" y="7570"/>
                  </a:cubicBezTo>
                  <a:cubicBezTo>
                    <a:pt x="2441" y="7570"/>
                    <a:pt x="2257" y="7568"/>
                    <a:pt x="2073" y="7564"/>
                  </a:cubicBezTo>
                  <a:cubicBezTo>
                    <a:pt x="1501" y="7540"/>
                    <a:pt x="1263" y="7540"/>
                    <a:pt x="1287" y="6969"/>
                  </a:cubicBezTo>
                  <a:cubicBezTo>
                    <a:pt x="1287" y="6469"/>
                    <a:pt x="1382" y="5969"/>
                    <a:pt x="1382" y="5469"/>
                  </a:cubicBezTo>
                  <a:cubicBezTo>
                    <a:pt x="1382" y="3968"/>
                    <a:pt x="1287" y="2444"/>
                    <a:pt x="1287" y="944"/>
                  </a:cubicBezTo>
                  <a:close/>
                  <a:moveTo>
                    <a:pt x="1693" y="0"/>
                  </a:moveTo>
                  <a:cubicBezTo>
                    <a:pt x="1399" y="0"/>
                    <a:pt x="1105" y="4"/>
                    <a:pt x="811" y="15"/>
                  </a:cubicBezTo>
                  <a:cubicBezTo>
                    <a:pt x="715" y="15"/>
                    <a:pt x="644" y="39"/>
                    <a:pt x="573" y="87"/>
                  </a:cubicBezTo>
                  <a:cubicBezTo>
                    <a:pt x="430" y="158"/>
                    <a:pt x="334" y="301"/>
                    <a:pt x="358" y="468"/>
                  </a:cubicBezTo>
                  <a:cubicBezTo>
                    <a:pt x="358" y="2254"/>
                    <a:pt x="525" y="4040"/>
                    <a:pt x="453" y="5826"/>
                  </a:cubicBezTo>
                  <a:cubicBezTo>
                    <a:pt x="406" y="6659"/>
                    <a:pt x="1" y="7921"/>
                    <a:pt x="1049" y="8303"/>
                  </a:cubicBezTo>
                  <a:cubicBezTo>
                    <a:pt x="1524" y="8486"/>
                    <a:pt x="2063" y="8542"/>
                    <a:pt x="2614" y="8542"/>
                  </a:cubicBezTo>
                  <a:cubicBezTo>
                    <a:pt x="3279" y="8542"/>
                    <a:pt x="3962" y="8461"/>
                    <a:pt x="4573" y="8422"/>
                  </a:cubicBezTo>
                  <a:cubicBezTo>
                    <a:pt x="5212" y="8377"/>
                    <a:pt x="5853" y="8355"/>
                    <a:pt x="6496" y="8355"/>
                  </a:cubicBezTo>
                  <a:cubicBezTo>
                    <a:pt x="7555" y="8355"/>
                    <a:pt x="8617" y="8413"/>
                    <a:pt x="9670" y="8517"/>
                  </a:cubicBezTo>
                  <a:cubicBezTo>
                    <a:pt x="9884" y="8517"/>
                    <a:pt x="10074" y="8374"/>
                    <a:pt x="10122" y="8183"/>
                  </a:cubicBezTo>
                  <a:cubicBezTo>
                    <a:pt x="10527" y="6636"/>
                    <a:pt x="10265" y="5040"/>
                    <a:pt x="10194" y="3468"/>
                  </a:cubicBezTo>
                  <a:cubicBezTo>
                    <a:pt x="10170" y="2587"/>
                    <a:pt x="10598" y="1087"/>
                    <a:pt x="9908" y="372"/>
                  </a:cubicBezTo>
                  <a:cubicBezTo>
                    <a:pt x="9574" y="63"/>
                    <a:pt x="9193" y="63"/>
                    <a:pt x="8765" y="39"/>
                  </a:cubicBezTo>
                  <a:cubicBezTo>
                    <a:pt x="8304" y="39"/>
                    <a:pt x="7844" y="28"/>
                    <a:pt x="7391" y="28"/>
                  </a:cubicBezTo>
                  <a:cubicBezTo>
                    <a:pt x="7164" y="28"/>
                    <a:pt x="6939" y="31"/>
                    <a:pt x="6717" y="39"/>
                  </a:cubicBezTo>
                  <a:cubicBezTo>
                    <a:pt x="6270" y="66"/>
                    <a:pt x="5824" y="76"/>
                    <a:pt x="5380" y="76"/>
                  </a:cubicBezTo>
                  <a:cubicBezTo>
                    <a:pt x="4150" y="76"/>
                    <a:pt x="2925" y="0"/>
                    <a:pt x="16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64"/>
            <p:cNvSpPr/>
            <p:nvPr/>
          </p:nvSpPr>
          <p:spPr>
            <a:xfrm>
              <a:off x="1681875" y="2427900"/>
              <a:ext cx="75025" cy="88825"/>
            </a:xfrm>
            <a:custGeom>
              <a:avLst/>
              <a:gdLst/>
              <a:ahLst/>
              <a:cxnLst/>
              <a:rect l="l" t="t" r="r" b="b"/>
              <a:pathLst>
                <a:path w="3001" h="3553" extrusionOk="0">
                  <a:moveTo>
                    <a:pt x="1548" y="478"/>
                  </a:moveTo>
                  <a:cubicBezTo>
                    <a:pt x="2048" y="478"/>
                    <a:pt x="2143" y="1169"/>
                    <a:pt x="1762" y="1407"/>
                  </a:cubicBezTo>
                  <a:cubicBezTo>
                    <a:pt x="1672" y="1465"/>
                    <a:pt x="1575" y="1492"/>
                    <a:pt x="1481" y="1492"/>
                  </a:cubicBezTo>
                  <a:cubicBezTo>
                    <a:pt x="1225" y="1492"/>
                    <a:pt x="987" y="1298"/>
                    <a:pt x="953" y="1002"/>
                  </a:cubicBezTo>
                  <a:cubicBezTo>
                    <a:pt x="905" y="669"/>
                    <a:pt x="1238" y="478"/>
                    <a:pt x="1548" y="478"/>
                  </a:cubicBezTo>
                  <a:close/>
                  <a:moveTo>
                    <a:pt x="1072" y="1836"/>
                  </a:moveTo>
                  <a:cubicBezTo>
                    <a:pt x="1215" y="1899"/>
                    <a:pt x="1368" y="1931"/>
                    <a:pt x="1525" y="1931"/>
                  </a:cubicBezTo>
                  <a:cubicBezTo>
                    <a:pt x="1604" y="1931"/>
                    <a:pt x="1683" y="1923"/>
                    <a:pt x="1762" y="1907"/>
                  </a:cubicBezTo>
                  <a:cubicBezTo>
                    <a:pt x="1810" y="1907"/>
                    <a:pt x="1881" y="1883"/>
                    <a:pt x="1929" y="1859"/>
                  </a:cubicBezTo>
                  <a:cubicBezTo>
                    <a:pt x="2143" y="2121"/>
                    <a:pt x="2310" y="2431"/>
                    <a:pt x="2382" y="2764"/>
                  </a:cubicBezTo>
                  <a:cubicBezTo>
                    <a:pt x="2429" y="2931"/>
                    <a:pt x="1715" y="3050"/>
                    <a:pt x="1572" y="3050"/>
                  </a:cubicBezTo>
                  <a:cubicBezTo>
                    <a:pt x="1511" y="3058"/>
                    <a:pt x="1450" y="3062"/>
                    <a:pt x="1390" y="3062"/>
                  </a:cubicBezTo>
                  <a:cubicBezTo>
                    <a:pt x="1102" y="3062"/>
                    <a:pt x="832" y="2970"/>
                    <a:pt x="595" y="2812"/>
                  </a:cubicBezTo>
                  <a:cubicBezTo>
                    <a:pt x="595" y="2788"/>
                    <a:pt x="595" y="2764"/>
                    <a:pt x="595" y="2764"/>
                  </a:cubicBezTo>
                  <a:cubicBezTo>
                    <a:pt x="619" y="2669"/>
                    <a:pt x="643" y="2574"/>
                    <a:pt x="667" y="2479"/>
                  </a:cubicBezTo>
                  <a:cubicBezTo>
                    <a:pt x="762" y="2240"/>
                    <a:pt x="905" y="2026"/>
                    <a:pt x="1072" y="1836"/>
                  </a:cubicBezTo>
                  <a:close/>
                  <a:moveTo>
                    <a:pt x="1502" y="1"/>
                  </a:moveTo>
                  <a:cubicBezTo>
                    <a:pt x="974" y="1"/>
                    <a:pt x="523" y="398"/>
                    <a:pt x="476" y="931"/>
                  </a:cubicBezTo>
                  <a:cubicBezTo>
                    <a:pt x="453" y="1169"/>
                    <a:pt x="524" y="1407"/>
                    <a:pt x="691" y="1574"/>
                  </a:cubicBezTo>
                  <a:cubicBezTo>
                    <a:pt x="381" y="1931"/>
                    <a:pt x="0" y="2526"/>
                    <a:pt x="119" y="2955"/>
                  </a:cubicBezTo>
                  <a:cubicBezTo>
                    <a:pt x="238" y="3384"/>
                    <a:pt x="1072" y="3526"/>
                    <a:pt x="1429" y="3550"/>
                  </a:cubicBezTo>
                  <a:cubicBezTo>
                    <a:pt x="1456" y="3552"/>
                    <a:pt x="1484" y="3553"/>
                    <a:pt x="1514" y="3553"/>
                  </a:cubicBezTo>
                  <a:cubicBezTo>
                    <a:pt x="1917" y="3553"/>
                    <a:pt x="2611" y="3401"/>
                    <a:pt x="2810" y="3003"/>
                  </a:cubicBezTo>
                  <a:cubicBezTo>
                    <a:pt x="3001" y="2574"/>
                    <a:pt x="2596" y="1931"/>
                    <a:pt x="2263" y="1550"/>
                  </a:cubicBezTo>
                  <a:cubicBezTo>
                    <a:pt x="2405" y="1359"/>
                    <a:pt x="2453" y="1121"/>
                    <a:pt x="2453" y="859"/>
                  </a:cubicBezTo>
                  <a:cubicBezTo>
                    <a:pt x="2429" y="383"/>
                    <a:pt x="2024" y="2"/>
                    <a:pt x="1548" y="2"/>
                  </a:cubicBezTo>
                  <a:cubicBezTo>
                    <a:pt x="1533" y="1"/>
                    <a:pt x="1517" y="1"/>
                    <a:pt x="1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64"/>
            <p:cNvSpPr/>
            <p:nvPr/>
          </p:nvSpPr>
          <p:spPr>
            <a:xfrm>
              <a:off x="1775600" y="2447875"/>
              <a:ext cx="69925" cy="19450"/>
            </a:xfrm>
            <a:custGeom>
              <a:avLst/>
              <a:gdLst/>
              <a:ahLst/>
              <a:cxnLst/>
              <a:rect l="l" t="t" r="r" b="b"/>
              <a:pathLst>
                <a:path w="2797" h="778" extrusionOk="0">
                  <a:moveTo>
                    <a:pt x="954" y="1"/>
                  </a:moveTo>
                  <a:cubicBezTo>
                    <a:pt x="698" y="1"/>
                    <a:pt x="442" y="84"/>
                    <a:pt x="228" y="251"/>
                  </a:cubicBezTo>
                  <a:cubicBezTo>
                    <a:pt x="1" y="375"/>
                    <a:pt x="150" y="678"/>
                    <a:pt x="365" y="678"/>
                  </a:cubicBezTo>
                  <a:cubicBezTo>
                    <a:pt x="398" y="678"/>
                    <a:pt x="432" y="671"/>
                    <a:pt x="466" y="656"/>
                  </a:cubicBezTo>
                  <a:cubicBezTo>
                    <a:pt x="657" y="560"/>
                    <a:pt x="847" y="489"/>
                    <a:pt x="1038" y="465"/>
                  </a:cubicBezTo>
                  <a:cubicBezTo>
                    <a:pt x="1050" y="464"/>
                    <a:pt x="1062" y="463"/>
                    <a:pt x="1075" y="463"/>
                  </a:cubicBezTo>
                  <a:cubicBezTo>
                    <a:pt x="1293" y="463"/>
                    <a:pt x="1453" y="659"/>
                    <a:pt x="1633" y="727"/>
                  </a:cubicBezTo>
                  <a:cubicBezTo>
                    <a:pt x="1747" y="762"/>
                    <a:pt x="1860" y="778"/>
                    <a:pt x="1973" y="778"/>
                  </a:cubicBezTo>
                  <a:cubicBezTo>
                    <a:pt x="2167" y="778"/>
                    <a:pt x="2357" y="731"/>
                    <a:pt x="2538" y="656"/>
                  </a:cubicBezTo>
                  <a:cubicBezTo>
                    <a:pt x="2797" y="569"/>
                    <a:pt x="2724" y="190"/>
                    <a:pt x="2495" y="190"/>
                  </a:cubicBezTo>
                  <a:cubicBezTo>
                    <a:pt x="2471" y="190"/>
                    <a:pt x="2446" y="194"/>
                    <a:pt x="2419" y="203"/>
                  </a:cubicBezTo>
                  <a:cubicBezTo>
                    <a:pt x="2253" y="263"/>
                    <a:pt x="2116" y="324"/>
                    <a:pt x="1966" y="324"/>
                  </a:cubicBezTo>
                  <a:cubicBezTo>
                    <a:pt x="1878" y="324"/>
                    <a:pt x="1786" y="303"/>
                    <a:pt x="1681" y="251"/>
                  </a:cubicBezTo>
                  <a:cubicBezTo>
                    <a:pt x="1467" y="84"/>
                    <a:pt x="1210" y="1"/>
                    <a:pt x="9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64"/>
            <p:cNvSpPr/>
            <p:nvPr/>
          </p:nvSpPr>
          <p:spPr>
            <a:xfrm>
              <a:off x="1775600" y="2483600"/>
              <a:ext cx="69925" cy="19750"/>
            </a:xfrm>
            <a:custGeom>
              <a:avLst/>
              <a:gdLst/>
              <a:ahLst/>
              <a:cxnLst/>
              <a:rect l="l" t="t" r="r" b="b"/>
              <a:pathLst>
                <a:path w="2797" h="790" extrusionOk="0">
                  <a:moveTo>
                    <a:pt x="954" y="1"/>
                  </a:moveTo>
                  <a:cubicBezTo>
                    <a:pt x="698" y="1"/>
                    <a:pt x="442" y="84"/>
                    <a:pt x="228" y="251"/>
                  </a:cubicBezTo>
                  <a:cubicBezTo>
                    <a:pt x="1" y="375"/>
                    <a:pt x="150" y="678"/>
                    <a:pt x="365" y="678"/>
                  </a:cubicBezTo>
                  <a:cubicBezTo>
                    <a:pt x="398" y="678"/>
                    <a:pt x="432" y="671"/>
                    <a:pt x="466" y="655"/>
                  </a:cubicBezTo>
                  <a:cubicBezTo>
                    <a:pt x="657" y="560"/>
                    <a:pt x="847" y="489"/>
                    <a:pt x="1038" y="465"/>
                  </a:cubicBezTo>
                  <a:cubicBezTo>
                    <a:pt x="1050" y="464"/>
                    <a:pt x="1062" y="463"/>
                    <a:pt x="1074" y="463"/>
                  </a:cubicBezTo>
                  <a:cubicBezTo>
                    <a:pt x="1293" y="463"/>
                    <a:pt x="1453" y="660"/>
                    <a:pt x="1633" y="751"/>
                  </a:cubicBezTo>
                  <a:cubicBezTo>
                    <a:pt x="1744" y="776"/>
                    <a:pt x="1855" y="790"/>
                    <a:pt x="1965" y="790"/>
                  </a:cubicBezTo>
                  <a:cubicBezTo>
                    <a:pt x="2162" y="790"/>
                    <a:pt x="2355" y="747"/>
                    <a:pt x="2538" y="655"/>
                  </a:cubicBezTo>
                  <a:cubicBezTo>
                    <a:pt x="2797" y="569"/>
                    <a:pt x="2724" y="190"/>
                    <a:pt x="2495" y="190"/>
                  </a:cubicBezTo>
                  <a:cubicBezTo>
                    <a:pt x="2471" y="190"/>
                    <a:pt x="2446" y="194"/>
                    <a:pt x="2419" y="203"/>
                  </a:cubicBezTo>
                  <a:cubicBezTo>
                    <a:pt x="2253" y="263"/>
                    <a:pt x="2116" y="324"/>
                    <a:pt x="1966" y="324"/>
                  </a:cubicBezTo>
                  <a:cubicBezTo>
                    <a:pt x="1878" y="324"/>
                    <a:pt x="1786" y="303"/>
                    <a:pt x="1681" y="251"/>
                  </a:cubicBezTo>
                  <a:cubicBezTo>
                    <a:pt x="1467" y="84"/>
                    <a:pt x="1210" y="1"/>
                    <a:pt x="9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64"/>
            <p:cNvSpPr/>
            <p:nvPr/>
          </p:nvSpPr>
          <p:spPr>
            <a:xfrm>
              <a:off x="1708425" y="2525550"/>
              <a:ext cx="117475" cy="27425"/>
            </a:xfrm>
            <a:custGeom>
              <a:avLst/>
              <a:gdLst/>
              <a:ahLst/>
              <a:cxnLst/>
              <a:rect l="l" t="t" r="r" b="b"/>
              <a:pathLst>
                <a:path w="4699" h="1097" extrusionOk="0">
                  <a:moveTo>
                    <a:pt x="1643" y="0"/>
                  </a:moveTo>
                  <a:cubicBezTo>
                    <a:pt x="1150" y="0"/>
                    <a:pt x="652" y="274"/>
                    <a:pt x="224" y="478"/>
                  </a:cubicBezTo>
                  <a:cubicBezTo>
                    <a:pt x="1" y="579"/>
                    <a:pt x="141" y="889"/>
                    <a:pt x="350" y="889"/>
                  </a:cubicBezTo>
                  <a:cubicBezTo>
                    <a:pt x="386" y="889"/>
                    <a:pt x="424" y="880"/>
                    <a:pt x="462" y="859"/>
                  </a:cubicBezTo>
                  <a:cubicBezTo>
                    <a:pt x="819" y="668"/>
                    <a:pt x="1224" y="525"/>
                    <a:pt x="1653" y="478"/>
                  </a:cubicBezTo>
                  <a:cubicBezTo>
                    <a:pt x="1678" y="475"/>
                    <a:pt x="1702" y="474"/>
                    <a:pt x="1726" y="474"/>
                  </a:cubicBezTo>
                  <a:cubicBezTo>
                    <a:pt x="2162" y="474"/>
                    <a:pt x="2460" y="866"/>
                    <a:pt x="2844" y="1002"/>
                  </a:cubicBezTo>
                  <a:cubicBezTo>
                    <a:pt x="3031" y="1069"/>
                    <a:pt x="3201" y="1096"/>
                    <a:pt x="3365" y="1096"/>
                  </a:cubicBezTo>
                  <a:cubicBezTo>
                    <a:pt x="3722" y="1096"/>
                    <a:pt x="4047" y="966"/>
                    <a:pt x="4439" y="835"/>
                  </a:cubicBezTo>
                  <a:cubicBezTo>
                    <a:pt x="4698" y="749"/>
                    <a:pt x="4625" y="369"/>
                    <a:pt x="4396" y="369"/>
                  </a:cubicBezTo>
                  <a:cubicBezTo>
                    <a:pt x="4373" y="369"/>
                    <a:pt x="4347" y="374"/>
                    <a:pt x="4320" y="383"/>
                  </a:cubicBezTo>
                  <a:cubicBezTo>
                    <a:pt x="3990" y="497"/>
                    <a:pt x="3703" y="612"/>
                    <a:pt x="3402" y="612"/>
                  </a:cubicBezTo>
                  <a:cubicBezTo>
                    <a:pt x="3204" y="612"/>
                    <a:pt x="2999" y="563"/>
                    <a:pt x="2772" y="430"/>
                  </a:cubicBezTo>
                  <a:cubicBezTo>
                    <a:pt x="2510" y="263"/>
                    <a:pt x="2201" y="121"/>
                    <a:pt x="1891" y="25"/>
                  </a:cubicBezTo>
                  <a:cubicBezTo>
                    <a:pt x="1809" y="8"/>
                    <a:pt x="1726" y="0"/>
                    <a:pt x="164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44" name="Google Shape;544;p64"/>
          <p:cNvPicPr preferRelativeResize="0"/>
          <p:nvPr/>
        </p:nvPicPr>
        <p:blipFill>
          <a:blip r:embed="rId3">
            <a:alphaModFix/>
          </a:blip>
          <a:stretch>
            <a:fillRect/>
          </a:stretch>
        </p:blipFill>
        <p:spPr>
          <a:xfrm flipH="1">
            <a:off x="7011150" y="3560300"/>
            <a:ext cx="2015919" cy="1011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537"/>
                                        </p:tgtEl>
                                        <p:attrNameLst>
                                          <p:attrName>style.visibility</p:attrName>
                                        </p:attrNameLst>
                                      </p:cBhvr>
                                      <p:to>
                                        <p:strVal val="visible"/>
                                      </p:to>
                                    </p:set>
                                    <p:anim calcmode="lin" valueType="num">
                                      <p:cBhvr additive="base">
                                        <p:cTn id="7" dur="1000"/>
                                        <p:tgtEl>
                                          <p:spTgt spid="537"/>
                                        </p:tgtEl>
                                        <p:attrNameLst>
                                          <p:attrName>ppt_y</p:attrName>
                                        </p:attrNameLst>
                                      </p:cBhvr>
                                      <p:tavLst>
                                        <p:tav tm="0">
                                          <p:val>
                                            <p:strVal val="#ppt_y-1"/>
                                          </p:val>
                                        </p:tav>
                                        <p:tav tm="100000">
                                          <p:val>
                                            <p:strVal val="#ppt_y"/>
                                          </p:val>
                                        </p:tav>
                                      </p:tavLst>
                                    </p:anim>
                                  </p:childTnLst>
                                </p:cTn>
                              </p:par>
                            </p:childTnLst>
                          </p:cTn>
                        </p:par>
                        <p:par>
                          <p:cTn id="8" fill="hold">
                            <p:stCondLst>
                              <p:cond delay="1000"/>
                            </p:stCondLst>
                            <p:childTnLst>
                              <p:par>
                                <p:cTn id="9" presetID="2" presetClass="entr" presetSubtype="1" fill="hold" nodeType="afterEffect">
                                  <p:stCondLst>
                                    <p:cond delay="0"/>
                                  </p:stCondLst>
                                  <p:childTnLst>
                                    <p:set>
                                      <p:cBhvr>
                                        <p:cTn id="10" dur="1" fill="hold">
                                          <p:stCondLst>
                                            <p:cond delay="0"/>
                                          </p:stCondLst>
                                        </p:cTn>
                                        <p:tgtEl>
                                          <p:spTgt spid="538"/>
                                        </p:tgtEl>
                                        <p:attrNameLst>
                                          <p:attrName>style.visibility</p:attrName>
                                        </p:attrNameLst>
                                      </p:cBhvr>
                                      <p:to>
                                        <p:strVal val="visible"/>
                                      </p:to>
                                    </p:set>
                                    <p:anim calcmode="lin" valueType="num">
                                      <p:cBhvr additive="base">
                                        <p:cTn id="11" dur="1000"/>
                                        <p:tgtEl>
                                          <p:spTgt spid="538"/>
                                        </p:tgtEl>
                                        <p:attrNameLst>
                                          <p:attrName>ppt_y</p:attrName>
                                        </p:attrNameLst>
                                      </p:cBhvr>
                                      <p:tavLst>
                                        <p:tav tm="0">
                                          <p:val>
                                            <p:strVal val="#ppt_y-1"/>
                                          </p:val>
                                        </p:tav>
                                        <p:tav tm="100000">
                                          <p:val>
                                            <p:strVal val="#ppt_y"/>
                                          </p:val>
                                        </p:tav>
                                      </p:tavLst>
                                    </p:anim>
                                  </p:childTnLst>
                                </p:cTn>
                              </p:par>
                            </p:childTnLst>
                          </p:cTn>
                        </p:par>
                        <p:par>
                          <p:cTn id="12" fill="hold">
                            <p:stCondLst>
                              <p:cond delay="2000"/>
                            </p:stCondLst>
                            <p:childTnLst>
                              <p:par>
                                <p:cTn id="13" presetID="2" presetClass="entr" presetSubtype="1" fill="hold" nodeType="afterEffect">
                                  <p:stCondLst>
                                    <p:cond delay="0"/>
                                  </p:stCondLst>
                                  <p:childTnLst>
                                    <p:set>
                                      <p:cBhvr>
                                        <p:cTn id="14" dur="1" fill="hold">
                                          <p:stCondLst>
                                            <p:cond delay="0"/>
                                          </p:stCondLst>
                                        </p:cTn>
                                        <p:tgtEl>
                                          <p:spTgt spid="536"/>
                                        </p:tgtEl>
                                        <p:attrNameLst>
                                          <p:attrName>style.visibility</p:attrName>
                                        </p:attrNameLst>
                                      </p:cBhvr>
                                      <p:to>
                                        <p:strVal val="visible"/>
                                      </p:to>
                                    </p:set>
                                    <p:anim calcmode="lin" valueType="num">
                                      <p:cBhvr additive="base">
                                        <p:cTn id="15" dur="1000"/>
                                        <p:tgtEl>
                                          <p:spTgt spid="5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65"/>
          <p:cNvSpPr txBox="1">
            <a:spLocks noGrp="1"/>
          </p:cNvSpPr>
          <p:nvPr>
            <p:ph type="title" idx="4"/>
          </p:nvPr>
        </p:nvSpPr>
        <p:spPr>
          <a:xfrm>
            <a:off x="5097100" y="3331249"/>
            <a:ext cx="3042000" cy="49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4,759</a:t>
            </a:r>
            <a:endParaRPr/>
          </a:p>
        </p:txBody>
      </p:sp>
      <p:sp>
        <p:nvSpPr>
          <p:cNvPr id="550" name="Google Shape;550;p65"/>
          <p:cNvSpPr txBox="1">
            <a:spLocks noGrp="1"/>
          </p:cNvSpPr>
          <p:nvPr>
            <p:ph type="subTitle" idx="3"/>
          </p:nvPr>
        </p:nvSpPr>
        <p:spPr>
          <a:xfrm>
            <a:off x="5097050" y="2643851"/>
            <a:ext cx="3042000" cy="534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Jupiter is the biggest planet of them all</a:t>
            </a:r>
            <a:endParaRPr>
              <a:solidFill>
                <a:schemeClr val="dk1"/>
              </a:solidFill>
            </a:endParaRPr>
          </a:p>
        </p:txBody>
      </p:sp>
      <p:sp>
        <p:nvSpPr>
          <p:cNvPr id="551" name="Google Shape;551;p65"/>
          <p:cNvSpPr txBox="1">
            <a:spLocks noGrp="1"/>
          </p:cNvSpPr>
          <p:nvPr>
            <p:ph type="title"/>
          </p:nvPr>
        </p:nvSpPr>
        <p:spPr>
          <a:xfrm>
            <a:off x="5097100" y="965775"/>
            <a:ext cx="3042000" cy="49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2,569</a:t>
            </a:r>
            <a:endParaRPr/>
          </a:p>
        </p:txBody>
      </p:sp>
      <p:sp>
        <p:nvSpPr>
          <p:cNvPr id="552" name="Google Shape;552;p65"/>
          <p:cNvSpPr txBox="1">
            <a:spLocks noGrp="1"/>
          </p:cNvSpPr>
          <p:nvPr>
            <p:ph type="title" idx="2"/>
          </p:nvPr>
        </p:nvSpPr>
        <p:spPr>
          <a:xfrm>
            <a:off x="5097100" y="2148512"/>
            <a:ext cx="3042000" cy="49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1,458</a:t>
            </a:r>
            <a:endParaRPr/>
          </a:p>
        </p:txBody>
      </p:sp>
      <p:sp>
        <p:nvSpPr>
          <p:cNvPr id="553" name="Google Shape;553;p65"/>
          <p:cNvSpPr txBox="1">
            <a:spLocks noGrp="1"/>
          </p:cNvSpPr>
          <p:nvPr>
            <p:ph type="subTitle" idx="5"/>
          </p:nvPr>
        </p:nvSpPr>
        <p:spPr>
          <a:xfrm>
            <a:off x="5097050" y="3826588"/>
            <a:ext cx="3042000" cy="534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Neptune is the farthest planet from the Sun</a:t>
            </a:r>
            <a:endParaRPr>
              <a:solidFill>
                <a:schemeClr val="dk1"/>
              </a:solidFill>
            </a:endParaRPr>
          </a:p>
        </p:txBody>
      </p:sp>
      <p:sp>
        <p:nvSpPr>
          <p:cNvPr id="554" name="Google Shape;554;p65"/>
          <p:cNvSpPr txBox="1">
            <a:spLocks noGrp="1"/>
          </p:cNvSpPr>
          <p:nvPr>
            <p:ph type="title" idx="6"/>
          </p:nvPr>
        </p:nvSpPr>
        <p:spPr>
          <a:xfrm>
            <a:off x="1002325" y="711175"/>
            <a:ext cx="3042000" cy="81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important numbers</a:t>
            </a:r>
            <a:endParaRPr/>
          </a:p>
        </p:txBody>
      </p:sp>
      <p:sp>
        <p:nvSpPr>
          <p:cNvPr id="555" name="Google Shape;555;p65"/>
          <p:cNvSpPr txBox="1">
            <a:spLocks noGrp="1"/>
          </p:cNvSpPr>
          <p:nvPr>
            <p:ph type="subTitle" idx="1"/>
          </p:nvPr>
        </p:nvSpPr>
        <p:spPr>
          <a:xfrm>
            <a:off x="5097050" y="1461113"/>
            <a:ext cx="3042000" cy="534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Mercury is the closest planet to the Sun</a:t>
            </a:r>
            <a:endParaRPr>
              <a:solidFill>
                <a:schemeClr val="dk1"/>
              </a:solidFill>
            </a:endParaRPr>
          </a:p>
        </p:txBody>
      </p:sp>
      <p:pic>
        <p:nvPicPr>
          <p:cNvPr id="556" name="Google Shape;556;p65"/>
          <p:cNvPicPr preferRelativeResize="0"/>
          <p:nvPr/>
        </p:nvPicPr>
        <p:blipFill rotWithShape="1">
          <a:blip r:embed="rId3">
            <a:alphaModFix amt="78000"/>
          </a:blip>
          <a:srcRect l="19967"/>
          <a:stretch/>
        </p:blipFill>
        <p:spPr>
          <a:xfrm rot="-899972">
            <a:off x="3553653" y="2456338"/>
            <a:ext cx="1470368" cy="758224"/>
          </a:xfrm>
          <a:prstGeom prst="rect">
            <a:avLst/>
          </a:prstGeom>
          <a:noFill/>
          <a:ln>
            <a:noFill/>
          </a:ln>
        </p:spPr>
      </p:pic>
      <p:pic>
        <p:nvPicPr>
          <p:cNvPr id="557" name="Google Shape;557;p65"/>
          <p:cNvPicPr preferRelativeResize="0"/>
          <p:nvPr/>
        </p:nvPicPr>
        <p:blipFill rotWithShape="1">
          <a:blip r:embed="rId4">
            <a:alphaModFix/>
          </a:blip>
          <a:srcRect l="1552" r="21595"/>
          <a:stretch/>
        </p:blipFill>
        <p:spPr>
          <a:xfrm rot="-332430">
            <a:off x="983950" y="1854513"/>
            <a:ext cx="2440648" cy="2113573"/>
          </a:xfrm>
          <a:prstGeom prst="rect">
            <a:avLst/>
          </a:prstGeom>
          <a:noFill/>
          <a:ln>
            <a:noFill/>
          </a:ln>
          <a:effectLst>
            <a:outerShdw blurRad="57150" dist="19050" dir="5400000" algn="bl" rotWithShape="0">
              <a:srgbClr val="000000">
                <a:alpha val="50000"/>
              </a:srgbClr>
            </a:outerShdw>
          </a:effectLst>
        </p:spPr>
      </p:pic>
      <p:sp>
        <p:nvSpPr>
          <p:cNvPr id="558" name="Google Shape;558;p65"/>
          <p:cNvSpPr/>
          <p:nvPr/>
        </p:nvSpPr>
        <p:spPr>
          <a:xfrm rot="2862786">
            <a:off x="2650669" y="1513552"/>
            <a:ext cx="1253614" cy="738788"/>
          </a:xfrm>
          <a:custGeom>
            <a:avLst/>
            <a:gdLst/>
            <a:ahLst/>
            <a:cxnLst/>
            <a:rect l="l" t="t" r="r" b="b"/>
            <a:pathLst>
              <a:path w="44052" h="25961" extrusionOk="0">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49"/>
                                        </p:tgtEl>
                                        <p:attrNameLst>
                                          <p:attrName>style.visibility</p:attrName>
                                        </p:attrNameLst>
                                      </p:cBhvr>
                                      <p:to>
                                        <p:strVal val="visible"/>
                                      </p:to>
                                    </p:set>
                                    <p:animEffect transition="in" filter="fade">
                                      <p:cBhvr>
                                        <p:cTn id="7" dur="1000"/>
                                        <p:tgtEl>
                                          <p:spTgt spid="549"/>
                                        </p:tgtEl>
                                      </p:cBhvr>
                                    </p:animEffect>
                                  </p:childTnLst>
                                </p:cTn>
                              </p:par>
                              <p:par>
                                <p:cTn id="8" presetID="10" presetClass="entr" presetSubtype="0" fill="hold" nodeType="withEffect">
                                  <p:stCondLst>
                                    <p:cond delay="0"/>
                                  </p:stCondLst>
                                  <p:childTnLst>
                                    <p:set>
                                      <p:cBhvr>
                                        <p:cTn id="9" dur="1" fill="hold">
                                          <p:stCondLst>
                                            <p:cond delay="0"/>
                                          </p:stCondLst>
                                        </p:cTn>
                                        <p:tgtEl>
                                          <p:spTgt spid="550"/>
                                        </p:tgtEl>
                                        <p:attrNameLst>
                                          <p:attrName>style.visibility</p:attrName>
                                        </p:attrNameLst>
                                      </p:cBhvr>
                                      <p:to>
                                        <p:strVal val="visible"/>
                                      </p:to>
                                    </p:set>
                                    <p:animEffect transition="in" filter="fade">
                                      <p:cBhvr>
                                        <p:cTn id="10" dur="1000"/>
                                        <p:tgtEl>
                                          <p:spTgt spid="550"/>
                                        </p:tgtEl>
                                      </p:cBhvr>
                                    </p:animEffect>
                                  </p:childTnLst>
                                </p:cTn>
                              </p:par>
                              <p:par>
                                <p:cTn id="11" presetID="10" presetClass="entr" presetSubtype="0" fill="hold" nodeType="withEffect">
                                  <p:stCondLst>
                                    <p:cond delay="0"/>
                                  </p:stCondLst>
                                  <p:childTnLst>
                                    <p:set>
                                      <p:cBhvr>
                                        <p:cTn id="12" dur="1" fill="hold">
                                          <p:stCondLst>
                                            <p:cond delay="0"/>
                                          </p:stCondLst>
                                        </p:cTn>
                                        <p:tgtEl>
                                          <p:spTgt spid="551"/>
                                        </p:tgtEl>
                                        <p:attrNameLst>
                                          <p:attrName>style.visibility</p:attrName>
                                        </p:attrNameLst>
                                      </p:cBhvr>
                                      <p:to>
                                        <p:strVal val="visible"/>
                                      </p:to>
                                    </p:set>
                                    <p:animEffect transition="in" filter="fade">
                                      <p:cBhvr>
                                        <p:cTn id="13" dur="1000"/>
                                        <p:tgtEl>
                                          <p:spTgt spid="551"/>
                                        </p:tgtEl>
                                      </p:cBhvr>
                                    </p:animEffect>
                                  </p:childTnLst>
                                </p:cTn>
                              </p:par>
                              <p:par>
                                <p:cTn id="14" presetID="10" presetClass="entr" presetSubtype="0" fill="hold" nodeType="withEffect">
                                  <p:stCondLst>
                                    <p:cond delay="0"/>
                                  </p:stCondLst>
                                  <p:childTnLst>
                                    <p:set>
                                      <p:cBhvr>
                                        <p:cTn id="15" dur="1" fill="hold">
                                          <p:stCondLst>
                                            <p:cond delay="0"/>
                                          </p:stCondLst>
                                        </p:cTn>
                                        <p:tgtEl>
                                          <p:spTgt spid="552"/>
                                        </p:tgtEl>
                                        <p:attrNameLst>
                                          <p:attrName>style.visibility</p:attrName>
                                        </p:attrNameLst>
                                      </p:cBhvr>
                                      <p:to>
                                        <p:strVal val="visible"/>
                                      </p:to>
                                    </p:set>
                                    <p:animEffect transition="in" filter="fade">
                                      <p:cBhvr>
                                        <p:cTn id="16" dur="1000"/>
                                        <p:tgtEl>
                                          <p:spTgt spid="552"/>
                                        </p:tgtEl>
                                      </p:cBhvr>
                                    </p:animEffect>
                                  </p:childTnLst>
                                </p:cTn>
                              </p:par>
                              <p:par>
                                <p:cTn id="17" presetID="10" presetClass="entr" presetSubtype="0" fill="hold" nodeType="withEffect">
                                  <p:stCondLst>
                                    <p:cond delay="0"/>
                                  </p:stCondLst>
                                  <p:childTnLst>
                                    <p:set>
                                      <p:cBhvr>
                                        <p:cTn id="18" dur="1" fill="hold">
                                          <p:stCondLst>
                                            <p:cond delay="0"/>
                                          </p:stCondLst>
                                        </p:cTn>
                                        <p:tgtEl>
                                          <p:spTgt spid="553"/>
                                        </p:tgtEl>
                                        <p:attrNameLst>
                                          <p:attrName>style.visibility</p:attrName>
                                        </p:attrNameLst>
                                      </p:cBhvr>
                                      <p:to>
                                        <p:strVal val="visible"/>
                                      </p:to>
                                    </p:set>
                                    <p:animEffect transition="in" filter="fade">
                                      <p:cBhvr>
                                        <p:cTn id="19" dur="1000"/>
                                        <p:tgtEl>
                                          <p:spTgt spid="553"/>
                                        </p:tgtEl>
                                      </p:cBhvr>
                                    </p:animEffect>
                                  </p:childTnLst>
                                </p:cTn>
                              </p:par>
                              <p:par>
                                <p:cTn id="20" presetID="10" presetClass="entr" presetSubtype="0" fill="hold" nodeType="withEffect">
                                  <p:stCondLst>
                                    <p:cond delay="0"/>
                                  </p:stCondLst>
                                  <p:childTnLst>
                                    <p:set>
                                      <p:cBhvr>
                                        <p:cTn id="21" dur="1" fill="hold">
                                          <p:stCondLst>
                                            <p:cond delay="0"/>
                                          </p:stCondLst>
                                        </p:cTn>
                                        <p:tgtEl>
                                          <p:spTgt spid="555"/>
                                        </p:tgtEl>
                                        <p:attrNameLst>
                                          <p:attrName>style.visibility</p:attrName>
                                        </p:attrNameLst>
                                      </p:cBhvr>
                                      <p:to>
                                        <p:strVal val="visible"/>
                                      </p:to>
                                    </p:set>
                                    <p:animEffect transition="in" filter="fade">
                                      <p:cBhvr>
                                        <p:cTn id="22" dur="1000"/>
                                        <p:tgtEl>
                                          <p:spTgt spid="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66"/>
          <p:cNvSpPr txBox="1">
            <a:spLocks noGrp="1"/>
          </p:cNvSpPr>
          <p:nvPr>
            <p:ph type="title"/>
          </p:nvPr>
        </p:nvSpPr>
        <p:spPr>
          <a:xfrm>
            <a:off x="1301450" y="2719788"/>
            <a:ext cx="2101200" cy="66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p:txBody>
      </p:sp>
      <p:sp>
        <p:nvSpPr>
          <p:cNvPr id="564" name="Google Shape;564;p66"/>
          <p:cNvSpPr txBox="1">
            <a:spLocks noGrp="1"/>
          </p:cNvSpPr>
          <p:nvPr>
            <p:ph type="subTitle" idx="1"/>
          </p:nvPr>
        </p:nvSpPr>
        <p:spPr>
          <a:xfrm>
            <a:off x="1301450" y="3383388"/>
            <a:ext cx="2101200"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 cold place</a:t>
            </a:r>
            <a:endParaRPr/>
          </a:p>
        </p:txBody>
      </p:sp>
      <p:sp>
        <p:nvSpPr>
          <p:cNvPr id="565" name="Google Shape;565;p66"/>
          <p:cNvSpPr txBox="1">
            <a:spLocks noGrp="1"/>
          </p:cNvSpPr>
          <p:nvPr>
            <p:ph type="title" idx="2"/>
          </p:nvPr>
        </p:nvSpPr>
        <p:spPr>
          <a:xfrm>
            <a:off x="3521400" y="2719788"/>
            <a:ext cx="2101200" cy="66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50%</a:t>
            </a:r>
            <a:endParaRPr/>
          </a:p>
        </p:txBody>
      </p:sp>
      <p:sp>
        <p:nvSpPr>
          <p:cNvPr id="566" name="Google Shape;566;p66"/>
          <p:cNvSpPr txBox="1">
            <a:spLocks noGrp="1"/>
          </p:cNvSpPr>
          <p:nvPr>
            <p:ph type="subTitle" idx="3"/>
          </p:nvPr>
        </p:nvSpPr>
        <p:spPr>
          <a:xfrm>
            <a:off x="3521400" y="3383388"/>
            <a:ext cx="2101200"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the only planet</a:t>
            </a:r>
            <a:endParaRPr/>
          </a:p>
          <a:p>
            <a:pPr marL="0" lvl="0" indent="0" algn="ctr" rtl="0">
              <a:spcBef>
                <a:spcPts val="0"/>
              </a:spcBef>
              <a:spcAft>
                <a:spcPts val="0"/>
              </a:spcAft>
              <a:buNone/>
            </a:pPr>
            <a:r>
              <a:rPr lang="en"/>
              <a:t>with rings</a:t>
            </a:r>
            <a:endParaRPr/>
          </a:p>
        </p:txBody>
      </p:sp>
      <p:sp>
        <p:nvSpPr>
          <p:cNvPr id="567" name="Google Shape;567;p66"/>
          <p:cNvSpPr txBox="1">
            <a:spLocks noGrp="1"/>
          </p:cNvSpPr>
          <p:nvPr>
            <p:ph type="title" idx="4"/>
          </p:nvPr>
        </p:nvSpPr>
        <p:spPr>
          <a:xfrm>
            <a:off x="5741350" y="2719788"/>
            <a:ext cx="2101200" cy="66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40%</a:t>
            </a:r>
            <a:endParaRPr/>
          </a:p>
        </p:txBody>
      </p:sp>
      <p:sp>
        <p:nvSpPr>
          <p:cNvPr id="568" name="Google Shape;568;p66"/>
          <p:cNvSpPr txBox="1">
            <a:spLocks noGrp="1"/>
          </p:cNvSpPr>
          <p:nvPr>
            <p:ph type="subTitle" idx="5"/>
          </p:nvPr>
        </p:nvSpPr>
        <p:spPr>
          <a:xfrm>
            <a:off x="5741350" y="3383388"/>
            <a:ext cx="2101200"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but it’s hot</a:t>
            </a:r>
            <a:endParaRPr/>
          </a:p>
        </p:txBody>
      </p:sp>
      <p:grpSp>
        <p:nvGrpSpPr>
          <p:cNvPr id="569" name="Google Shape;569;p66"/>
          <p:cNvGrpSpPr/>
          <p:nvPr/>
        </p:nvGrpSpPr>
        <p:grpSpPr>
          <a:xfrm rot="3689022">
            <a:off x="1703825" y="1208754"/>
            <a:ext cx="1297760" cy="1297989"/>
            <a:chOff x="5572206" y="2418687"/>
            <a:chExt cx="1023900" cy="1023900"/>
          </a:xfrm>
        </p:grpSpPr>
        <p:sp>
          <p:nvSpPr>
            <p:cNvPr id="570" name="Google Shape;570;p66"/>
            <p:cNvSpPr/>
            <p:nvPr/>
          </p:nvSpPr>
          <p:spPr>
            <a:xfrm>
              <a:off x="5681300" y="2527788"/>
              <a:ext cx="805800" cy="8058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66"/>
            <p:cNvSpPr/>
            <p:nvPr/>
          </p:nvSpPr>
          <p:spPr>
            <a:xfrm rot="-1138073">
              <a:off x="5681280" y="2527762"/>
              <a:ext cx="805752" cy="805752"/>
            </a:xfrm>
            <a:prstGeom prst="pie">
              <a:avLst>
                <a:gd name="adj1" fmla="val 13513838"/>
                <a:gd name="adj2" fmla="val 16200000"/>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66"/>
          <p:cNvGrpSpPr/>
          <p:nvPr/>
        </p:nvGrpSpPr>
        <p:grpSpPr>
          <a:xfrm>
            <a:off x="4061300" y="1347229"/>
            <a:ext cx="1021386" cy="1021538"/>
            <a:chOff x="5681273" y="2527788"/>
            <a:chExt cx="805827" cy="805820"/>
          </a:xfrm>
        </p:grpSpPr>
        <p:sp>
          <p:nvSpPr>
            <p:cNvPr id="573" name="Google Shape;573;p66"/>
            <p:cNvSpPr/>
            <p:nvPr/>
          </p:nvSpPr>
          <p:spPr>
            <a:xfrm>
              <a:off x="5681300" y="2527788"/>
              <a:ext cx="805800" cy="8058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66"/>
            <p:cNvSpPr/>
            <p:nvPr/>
          </p:nvSpPr>
          <p:spPr>
            <a:xfrm rot="10800000">
              <a:off x="5681273" y="2527807"/>
              <a:ext cx="805800" cy="805800"/>
            </a:xfrm>
            <a:prstGeom prst="pie">
              <a:avLst>
                <a:gd name="adj1" fmla="val 5307796"/>
                <a:gd name="adj2" fmla="val 16200000"/>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5" name="Google Shape;575;p66"/>
          <p:cNvGrpSpPr/>
          <p:nvPr/>
        </p:nvGrpSpPr>
        <p:grpSpPr>
          <a:xfrm rot="-614870">
            <a:off x="6003508" y="1207009"/>
            <a:ext cx="1301236" cy="1301438"/>
            <a:chOff x="5571062" y="2417523"/>
            <a:chExt cx="1026600" cy="1026600"/>
          </a:xfrm>
        </p:grpSpPr>
        <p:sp>
          <p:nvSpPr>
            <p:cNvPr id="576" name="Google Shape;576;p66"/>
            <p:cNvSpPr/>
            <p:nvPr/>
          </p:nvSpPr>
          <p:spPr>
            <a:xfrm>
              <a:off x="5681300" y="2527788"/>
              <a:ext cx="805800" cy="8058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66"/>
            <p:cNvSpPr/>
            <p:nvPr/>
          </p:nvSpPr>
          <p:spPr>
            <a:xfrm rot="9641268">
              <a:off x="5681599" y="2528060"/>
              <a:ext cx="805527" cy="805527"/>
            </a:xfrm>
            <a:prstGeom prst="pie">
              <a:avLst>
                <a:gd name="adj1" fmla="val 6991087"/>
                <a:gd name="adj2" fmla="val 16200000"/>
              </a:avLst>
            </a:prstGeom>
            <a:solidFill>
              <a:schemeClr val="accent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63"/>
                                        </p:tgtEl>
                                        <p:attrNameLst>
                                          <p:attrName>style.visibility</p:attrName>
                                        </p:attrNameLst>
                                      </p:cBhvr>
                                      <p:to>
                                        <p:strVal val="visible"/>
                                      </p:to>
                                    </p:set>
                                    <p:animEffect transition="in" filter="fade">
                                      <p:cBhvr>
                                        <p:cTn id="7" dur="1000"/>
                                        <p:tgtEl>
                                          <p:spTgt spid="56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65"/>
                                        </p:tgtEl>
                                        <p:attrNameLst>
                                          <p:attrName>style.visibility</p:attrName>
                                        </p:attrNameLst>
                                      </p:cBhvr>
                                      <p:to>
                                        <p:strVal val="visible"/>
                                      </p:to>
                                    </p:set>
                                    <p:animEffect transition="in" filter="fade">
                                      <p:cBhvr>
                                        <p:cTn id="11" dur="1000"/>
                                        <p:tgtEl>
                                          <p:spTgt spid="565"/>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567"/>
                                        </p:tgtEl>
                                        <p:attrNameLst>
                                          <p:attrName>style.visibility</p:attrName>
                                        </p:attrNameLst>
                                      </p:cBhvr>
                                      <p:to>
                                        <p:strVal val="visible"/>
                                      </p:to>
                                    </p:set>
                                    <p:animEffect transition="in" filter="fade">
                                      <p:cBhvr>
                                        <p:cTn id="15" dur="1000"/>
                                        <p:tgtEl>
                                          <p:spTgt spid="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68"/>
          <p:cNvSpPr txBox="1">
            <a:spLocks noGrp="1"/>
          </p:cNvSpPr>
          <p:nvPr>
            <p:ph type="title" idx="4"/>
          </p:nvPr>
        </p:nvSpPr>
        <p:spPr>
          <a:xfrm>
            <a:off x="1002325" y="711175"/>
            <a:ext cx="2666700" cy="116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Practical uses of this subject</a:t>
            </a:r>
            <a:endParaRPr/>
          </a:p>
        </p:txBody>
      </p:sp>
      <p:pic>
        <p:nvPicPr>
          <p:cNvPr id="607" name="Google Shape;607;p68"/>
          <p:cNvPicPr preferRelativeResize="0"/>
          <p:nvPr/>
        </p:nvPicPr>
        <p:blipFill rotWithShape="1">
          <a:blip r:embed="rId3">
            <a:alphaModFix/>
          </a:blip>
          <a:srcRect l="11088" t="1490" r="19258" b="-1490"/>
          <a:stretch/>
        </p:blipFill>
        <p:spPr>
          <a:xfrm rot="-523786">
            <a:off x="2400702" y="2002427"/>
            <a:ext cx="1557606" cy="1490863"/>
          </a:xfrm>
          <a:prstGeom prst="rect">
            <a:avLst/>
          </a:prstGeom>
          <a:noFill/>
          <a:ln>
            <a:noFill/>
          </a:ln>
          <a:effectLst>
            <a:outerShdw blurRad="57150" algn="bl" rotWithShape="0">
              <a:srgbClr val="000000">
                <a:alpha val="50000"/>
              </a:srgbClr>
            </a:outerShdw>
          </a:effectLst>
        </p:spPr>
      </p:pic>
      <p:grpSp>
        <p:nvGrpSpPr>
          <p:cNvPr id="608" name="Google Shape;608;p68"/>
          <p:cNvGrpSpPr/>
          <p:nvPr/>
        </p:nvGrpSpPr>
        <p:grpSpPr>
          <a:xfrm>
            <a:off x="805236" y="2265883"/>
            <a:ext cx="2140289" cy="2169401"/>
            <a:chOff x="-331425" y="1579700"/>
            <a:chExt cx="1880250" cy="1905825"/>
          </a:xfrm>
        </p:grpSpPr>
        <p:sp>
          <p:nvSpPr>
            <p:cNvPr id="609" name="Google Shape;609;p68"/>
            <p:cNvSpPr/>
            <p:nvPr/>
          </p:nvSpPr>
          <p:spPr>
            <a:xfrm>
              <a:off x="-72650" y="1864050"/>
              <a:ext cx="1621475" cy="1621475"/>
            </a:xfrm>
            <a:custGeom>
              <a:avLst/>
              <a:gdLst/>
              <a:ahLst/>
              <a:cxnLst/>
              <a:rect l="l" t="t" r="r" b="b"/>
              <a:pathLst>
                <a:path w="64859" h="64859" extrusionOk="0">
                  <a:moveTo>
                    <a:pt x="7060" y="1"/>
                  </a:moveTo>
                  <a:lnTo>
                    <a:pt x="1" y="57794"/>
                  </a:lnTo>
                  <a:lnTo>
                    <a:pt x="57800" y="64858"/>
                  </a:lnTo>
                  <a:lnTo>
                    <a:pt x="64858" y="7060"/>
                  </a:lnTo>
                  <a:lnTo>
                    <a:pt x="58170" y="6238"/>
                  </a:lnTo>
                  <a:lnTo>
                    <a:pt x="58170" y="6238"/>
                  </a:lnTo>
                  <a:cubicBezTo>
                    <a:pt x="59249" y="7937"/>
                    <a:pt x="58324" y="10802"/>
                    <a:pt x="55874" y="10802"/>
                  </a:cubicBezTo>
                  <a:cubicBezTo>
                    <a:pt x="55742" y="10802"/>
                    <a:pt x="55605" y="10794"/>
                    <a:pt x="55465" y="10777"/>
                  </a:cubicBezTo>
                  <a:cubicBezTo>
                    <a:pt x="52716" y="10439"/>
                    <a:pt x="52395" y="7185"/>
                    <a:pt x="53935" y="5721"/>
                  </a:cubicBezTo>
                  <a:lnTo>
                    <a:pt x="48068" y="5008"/>
                  </a:lnTo>
                  <a:lnTo>
                    <a:pt x="48068" y="5008"/>
                  </a:lnTo>
                  <a:cubicBezTo>
                    <a:pt x="48897" y="6661"/>
                    <a:pt x="47978" y="9180"/>
                    <a:pt x="45724" y="9180"/>
                  </a:cubicBezTo>
                  <a:cubicBezTo>
                    <a:pt x="45596" y="9180"/>
                    <a:pt x="45463" y="9172"/>
                    <a:pt x="45325" y="9155"/>
                  </a:cubicBezTo>
                  <a:cubicBezTo>
                    <a:pt x="42784" y="8845"/>
                    <a:pt x="42397" y="5955"/>
                    <a:pt x="43671" y="4464"/>
                  </a:cubicBezTo>
                  <a:lnTo>
                    <a:pt x="37369" y="3702"/>
                  </a:lnTo>
                  <a:lnTo>
                    <a:pt x="37369" y="3702"/>
                  </a:lnTo>
                  <a:cubicBezTo>
                    <a:pt x="37603" y="3974"/>
                    <a:pt x="37782" y="4284"/>
                    <a:pt x="37907" y="4621"/>
                  </a:cubicBezTo>
                  <a:cubicBezTo>
                    <a:pt x="38098" y="5062"/>
                    <a:pt x="38169" y="5547"/>
                    <a:pt x="38109" y="6026"/>
                  </a:cubicBezTo>
                  <a:lnTo>
                    <a:pt x="37929" y="6728"/>
                  </a:lnTo>
                  <a:cubicBezTo>
                    <a:pt x="37487" y="7799"/>
                    <a:pt x="36466" y="8409"/>
                    <a:pt x="35415" y="8409"/>
                  </a:cubicBezTo>
                  <a:cubicBezTo>
                    <a:pt x="34849" y="8409"/>
                    <a:pt x="34274" y="8232"/>
                    <a:pt x="33777" y="7854"/>
                  </a:cubicBezTo>
                  <a:cubicBezTo>
                    <a:pt x="33472" y="7647"/>
                    <a:pt x="33211" y="7392"/>
                    <a:pt x="32998" y="7092"/>
                  </a:cubicBezTo>
                  <a:cubicBezTo>
                    <a:pt x="32558" y="6494"/>
                    <a:pt x="32340" y="5802"/>
                    <a:pt x="32432" y="5051"/>
                  </a:cubicBezTo>
                  <a:cubicBezTo>
                    <a:pt x="32519" y="4333"/>
                    <a:pt x="32884" y="3674"/>
                    <a:pt x="33450" y="3223"/>
                  </a:cubicBezTo>
                  <a:lnTo>
                    <a:pt x="26761" y="2406"/>
                  </a:lnTo>
                  <a:lnTo>
                    <a:pt x="26761" y="2406"/>
                  </a:lnTo>
                  <a:cubicBezTo>
                    <a:pt x="27618" y="4006"/>
                    <a:pt x="26733" y="6506"/>
                    <a:pt x="24519" y="6506"/>
                  </a:cubicBezTo>
                  <a:cubicBezTo>
                    <a:pt x="24398" y="6506"/>
                    <a:pt x="24273" y="6498"/>
                    <a:pt x="24144" y="6483"/>
                  </a:cubicBezTo>
                  <a:cubicBezTo>
                    <a:pt x="21662" y="6178"/>
                    <a:pt x="21303" y="3315"/>
                    <a:pt x="22587" y="1895"/>
                  </a:cubicBezTo>
                  <a:lnTo>
                    <a:pt x="17493" y="1274"/>
                  </a:lnTo>
                  <a:lnTo>
                    <a:pt x="17493" y="1274"/>
                  </a:lnTo>
                  <a:cubicBezTo>
                    <a:pt x="17536" y="1405"/>
                    <a:pt x="17564" y="1541"/>
                    <a:pt x="17585" y="1677"/>
                  </a:cubicBezTo>
                  <a:cubicBezTo>
                    <a:pt x="17607" y="2194"/>
                    <a:pt x="17651" y="2787"/>
                    <a:pt x="17389" y="3266"/>
                  </a:cubicBezTo>
                  <a:cubicBezTo>
                    <a:pt x="17134" y="3729"/>
                    <a:pt x="16927" y="4164"/>
                    <a:pt x="16464" y="4469"/>
                  </a:cubicBezTo>
                  <a:cubicBezTo>
                    <a:pt x="16002" y="4779"/>
                    <a:pt x="15577" y="5030"/>
                    <a:pt x="15011" y="5089"/>
                  </a:cubicBezTo>
                  <a:cubicBezTo>
                    <a:pt x="14876" y="5109"/>
                    <a:pt x="14739" y="5118"/>
                    <a:pt x="14603" y="5118"/>
                  </a:cubicBezTo>
                  <a:cubicBezTo>
                    <a:pt x="14237" y="5118"/>
                    <a:pt x="13872" y="5049"/>
                    <a:pt x="13531" y="4910"/>
                  </a:cubicBezTo>
                  <a:cubicBezTo>
                    <a:pt x="11838" y="4213"/>
                    <a:pt x="11256" y="2112"/>
                    <a:pt x="12355" y="648"/>
                  </a:cubicBezTo>
                  <a:lnTo>
                    <a:pt x="7060" y="1"/>
                  </a:lnTo>
                  <a:close/>
                </a:path>
              </a:pathLst>
            </a:custGeom>
            <a:solidFill>
              <a:schemeClr val="dk1">
                <a:alpha val="26789"/>
              </a:schemeClr>
            </a:solidFill>
            <a:ln>
              <a:noFill/>
            </a:ln>
            <a:effectLst>
              <a:outerShdw blurRad="100013" dist="19050" dir="1200000" algn="bl" rotWithShape="0">
                <a:srgbClr val="000000">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68"/>
            <p:cNvSpPr/>
            <p:nvPr/>
          </p:nvSpPr>
          <p:spPr>
            <a:xfrm>
              <a:off x="-82425" y="1854000"/>
              <a:ext cx="1621450" cy="1621725"/>
            </a:xfrm>
            <a:custGeom>
              <a:avLst/>
              <a:gdLst/>
              <a:ahLst/>
              <a:cxnLst/>
              <a:rect l="l" t="t" r="r" b="b"/>
              <a:pathLst>
                <a:path w="64858" h="64869" extrusionOk="0">
                  <a:moveTo>
                    <a:pt x="7064" y="0"/>
                  </a:moveTo>
                  <a:lnTo>
                    <a:pt x="0" y="57810"/>
                  </a:lnTo>
                  <a:lnTo>
                    <a:pt x="57799" y="64868"/>
                  </a:lnTo>
                  <a:lnTo>
                    <a:pt x="64857" y="7064"/>
                  </a:lnTo>
                  <a:lnTo>
                    <a:pt x="58169" y="6248"/>
                  </a:lnTo>
                  <a:lnTo>
                    <a:pt x="58169" y="6248"/>
                  </a:lnTo>
                  <a:cubicBezTo>
                    <a:pt x="59248" y="7947"/>
                    <a:pt x="58323" y="10812"/>
                    <a:pt x="55873" y="10812"/>
                  </a:cubicBezTo>
                  <a:cubicBezTo>
                    <a:pt x="55741" y="10812"/>
                    <a:pt x="55605" y="10804"/>
                    <a:pt x="55464" y="10787"/>
                  </a:cubicBezTo>
                  <a:cubicBezTo>
                    <a:pt x="52715" y="10449"/>
                    <a:pt x="52394" y="7195"/>
                    <a:pt x="53935" y="5731"/>
                  </a:cubicBezTo>
                  <a:lnTo>
                    <a:pt x="48068" y="5018"/>
                  </a:lnTo>
                  <a:lnTo>
                    <a:pt x="48068" y="5018"/>
                  </a:lnTo>
                  <a:cubicBezTo>
                    <a:pt x="48897" y="6671"/>
                    <a:pt x="47982" y="9190"/>
                    <a:pt x="45724" y="9190"/>
                  </a:cubicBezTo>
                  <a:cubicBezTo>
                    <a:pt x="45595" y="9190"/>
                    <a:pt x="45462" y="9182"/>
                    <a:pt x="45325" y="9165"/>
                  </a:cubicBezTo>
                  <a:cubicBezTo>
                    <a:pt x="42783" y="8849"/>
                    <a:pt x="42397" y="5965"/>
                    <a:pt x="43670" y="4474"/>
                  </a:cubicBezTo>
                  <a:lnTo>
                    <a:pt x="37368" y="3701"/>
                  </a:lnTo>
                  <a:lnTo>
                    <a:pt x="37368" y="3701"/>
                  </a:lnTo>
                  <a:cubicBezTo>
                    <a:pt x="37602" y="3973"/>
                    <a:pt x="37781" y="4289"/>
                    <a:pt x="37907" y="4621"/>
                  </a:cubicBezTo>
                  <a:cubicBezTo>
                    <a:pt x="38097" y="5061"/>
                    <a:pt x="38168" y="5551"/>
                    <a:pt x="38108" y="6025"/>
                  </a:cubicBezTo>
                  <a:cubicBezTo>
                    <a:pt x="38048" y="6264"/>
                    <a:pt x="37988" y="6498"/>
                    <a:pt x="37928" y="6732"/>
                  </a:cubicBezTo>
                  <a:cubicBezTo>
                    <a:pt x="37486" y="7801"/>
                    <a:pt x="36463" y="8410"/>
                    <a:pt x="35412" y="8410"/>
                  </a:cubicBezTo>
                  <a:cubicBezTo>
                    <a:pt x="34846" y="8410"/>
                    <a:pt x="34272" y="8234"/>
                    <a:pt x="33776" y="7859"/>
                  </a:cubicBezTo>
                  <a:cubicBezTo>
                    <a:pt x="33471" y="7652"/>
                    <a:pt x="33210" y="7396"/>
                    <a:pt x="32998" y="7097"/>
                  </a:cubicBezTo>
                  <a:cubicBezTo>
                    <a:pt x="32557" y="6498"/>
                    <a:pt x="32339" y="5802"/>
                    <a:pt x="32432" y="5056"/>
                  </a:cubicBezTo>
                  <a:cubicBezTo>
                    <a:pt x="32519" y="4332"/>
                    <a:pt x="32889" y="3679"/>
                    <a:pt x="33455" y="3222"/>
                  </a:cubicBezTo>
                  <a:lnTo>
                    <a:pt x="26766" y="2406"/>
                  </a:lnTo>
                  <a:lnTo>
                    <a:pt x="26766" y="2406"/>
                  </a:lnTo>
                  <a:cubicBezTo>
                    <a:pt x="27623" y="4005"/>
                    <a:pt x="26737" y="6505"/>
                    <a:pt x="24523" y="6505"/>
                  </a:cubicBezTo>
                  <a:cubicBezTo>
                    <a:pt x="24402" y="6505"/>
                    <a:pt x="24277" y="6497"/>
                    <a:pt x="24148" y="6482"/>
                  </a:cubicBezTo>
                  <a:cubicBezTo>
                    <a:pt x="21666" y="6177"/>
                    <a:pt x="21307" y="3320"/>
                    <a:pt x="22592" y="1899"/>
                  </a:cubicBezTo>
                  <a:lnTo>
                    <a:pt x="17497" y="1274"/>
                  </a:lnTo>
                  <a:lnTo>
                    <a:pt x="17497" y="1274"/>
                  </a:lnTo>
                  <a:cubicBezTo>
                    <a:pt x="17541" y="1410"/>
                    <a:pt x="17568" y="1540"/>
                    <a:pt x="17590" y="1676"/>
                  </a:cubicBezTo>
                  <a:cubicBezTo>
                    <a:pt x="17612" y="2193"/>
                    <a:pt x="17655" y="2787"/>
                    <a:pt x="17394" y="3265"/>
                  </a:cubicBezTo>
                  <a:cubicBezTo>
                    <a:pt x="17138" y="3728"/>
                    <a:pt x="16931" y="4163"/>
                    <a:pt x="16469" y="4474"/>
                  </a:cubicBezTo>
                  <a:cubicBezTo>
                    <a:pt x="16006" y="4778"/>
                    <a:pt x="15582" y="5029"/>
                    <a:pt x="15016" y="5089"/>
                  </a:cubicBezTo>
                  <a:cubicBezTo>
                    <a:pt x="14879" y="5110"/>
                    <a:pt x="14741" y="5120"/>
                    <a:pt x="14604" y="5120"/>
                  </a:cubicBezTo>
                  <a:cubicBezTo>
                    <a:pt x="14238" y="5120"/>
                    <a:pt x="13875" y="5047"/>
                    <a:pt x="13535" y="4909"/>
                  </a:cubicBezTo>
                  <a:cubicBezTo>
                    <a:pt x="11843" y="4218"/>
                    <a:pt x="11260" y="2112"/>
                    <a:pt x="12360" y="648"/>
                  </a:cubicBezTo>
                  <a:lnTo>
                    <a:pt x="7064" y="0"/>
                  </a:lnTo>
                  <a:close/>
                </a:path>
              </a:pathLst>
            </a:custGeom>
            <a:solidFill>
              <a:schemeClr val="accent1"/>
            </a:solidFill>
            <a:ln>
              <a:noFill/>
            </a:ln>
            <a:effectLst>
              <a:outerShdw blurRad="71438" dist="19050" dir="1200000" algn="bl" rotWithShape="0">
                <a:srgbClr val="000000">
                  <a:alpha val="4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68"/>
            <p:cNvSpPr/>
            <p:nvPr/>
          </p:nvSpPr>
          <p:spPr>
            <a:xfrm>
              <a:off x="-331425" y="1579700"/>
              <a:ext cx="1101300" cy="649025"/>
            </a:xfrm>
            <a:custGeom>
              <a:avLst/>
              <a:gdLst/>
              <a:ahLst/>
              <a:cxnLst/>
              <a:rect l="l" t="t" r="r" b="b"/>
              <a:pathLst>
                <a:path w="44052" h="25961" extrusionOk="0">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2" name="Google Shape;612;p68"/>
          <p:cNvSpPr txBox="1">
            <a:spLocks noGrp="1"/>
          </p:cNvSpPr>
          <p:nvPr>
            <p:ph type="body" idx="4294967295"/>
          </p:nvPr>
        </p:nvSpPr>
        <p:spPr>
          <a:xfrm rot="390862">
            <a:off x="1287923" y="3009020"/>
            <a:ext cx="1438488" cy="1131409"/>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a:solidFill>
                  <a:schemeClr val="dk2"/>
                </a:solidFill>
              </a:rPr>
              <a:t>Venus is the second planet from the Sun</a:t>
            </a:r>
            <a:endParaRPr sz="1400">
              <a:solidFill>
                <a:schemeClr val="dk2"/>
              </a:solidFill>
            </a:endParaRPr>
          </a:p>
        </p:txBody>
      </p:sp>
      <p:sp>
        <p:nvSpPr>
          <p:cNvPr id="613" name="Google Shape;613;p68"/>
          <p:cNvSpPr/>
          <p:nvPr/>
        </p:nvSpPr>
        <p:spPr>
          <a:xfrm rot="2140888">
            <a:off x="3229701" y="1797922"/>
            <a:ext cx="857018" cy="505063"/>
          </a:xfrm>
          <a:custGeom>
            <a:avLst/>
            <a:gdLst/>
            <a:ahLst/>
            <a:cxnLst/>
            <a:rect l="l" t="t" r="r" b="b"/>
            <a:pathLst>
              <a:path w="44052" h="25961" extrusionOk="0">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68"/>
          <p:cNvSpPr txBox="1">
            <a:spLocks noGrp="1"/>
          </p:cNvSpPr>
          <p:nvPr>
            <p:ph type="title"/>
          </p:nvPr>
        </p:nvSpPr>
        <p:spPr>
          <a:xfrm>
            <a:off x="6166050" y="1183210"/>
            <a:ext cx="21402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615" name="Google Shape;615;p68"/>
          <p:cNvSpPr txBox="1">
            <a:spLocks noGrp="1"/>
          </p:cNvSpPr>
          <p:nvPr>
            <p:ph type="subTitle" idx="1"/>
          </p:nvPr>
        </p:nvSpPr>
        <p:spPr>
          <a:xfrm>
            <a:off x="6166050" y="1620375"/>
            <a:ext cx="2140200" cy="92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a:t>
            </a:r>
            <a:endParaRPr/>
          </a:p>
        </p:txBody>
      </p:sp>
      <p:sp>
        <p:nvSpPr>
          <p:cNvPr id="616" name="Google Shape;616;p68"/>
          <p:cNvSpPr txBox="1">
            <a:spLocks noGrp="1"/>
          </p:cNvSpPr>
          <p:nvPr>
            <p:ph type="title" idx="2"/>
          </p:nvPr>
        </p:nvSpPr>
        <p:spPr>
          <a:xfrm>
            <a:off x="6166040" y="2678335"/>
            <a:ext cx="21402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617" name="Google Shape;617;p68"/>
          <p:cNvSpPr txBox="1">
            <a:spLocks noGrp="1"/>
          </p:cNvSpPr>
          <p:nvPr>
            <p:ph type="subTitle" idx="3"/>
          </p:nvPr>
        </p:nvSpPr>
        <p:spPr>
          <a:xfrm>
            <a:off x="6166050" y="3115508"/>
            <a:ext cx="2140200" cy="92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618" name="Google Shape;618;p68"/>
          <p:cNvSpPr/>
          <p:nvPr/>
        </p:nvSpPr>
        <p:spPr>
          <a:xfrm>
            <a:off x="5349213" y="3143417"/>
            <a:ext cx="534008" cy="493517"/>
          </a:xfrm>
          <a:custGeom>
            <a:avLst/>
            <a:gdLst/>
            <a:ahLst/>
            <a:cxnLst/>
            <a:rect l="l" t="t" r="r" b="b"/>
            <a:pathLst>
              <a:path w="35318" h="32640" extrusionOk="0">
                <a:moveTo>
                  <a:pt x="17572" y="1639"/>
                </a:moveTo>
                <a:lnTo>
                  <a:pt x="17572" y="1639"/>
                </a:lnTo>
                <a:cubicBezTo>
                  <a:pt x="19151" y="1650"/>
                  <a:pt x="20725" y="1887"/>
                  <a:pt x="22234" y="2366"/>
                </a:cubicBezTo>
                <a:cubicBezTo>
                  <a:pt x="20897" y="2487"/>
                  <a:pt x="19609" y="2872"/>
                  <a:pt x="18384" y="3439"/>
                </a:cubicBezTo>
                <a:cubicBezTo>
                  <a:pt x="18060" y="2863"/>
                  <a:pt x="17789" y="2262"/>
                  <a:pt x="17572" y="1639"/>
                </a:cubicBezTo>
                <a:close/>
                <a:moveTo>
                  <a:pt x="23235" y="2721"/>
                </a:moveTo>
                <a:cubicBezTo>
                  <a:pt x="24174" y="3092"/>
                  <a:pt x="25070" y="3561"/>
                  <a:pt x="25911" y="4121"/>
                </a:cubicBezTo>
                <a:cubicBezTo>
                  <a:pt x="24872" y="5453"/>
                  <a:pt x="23896" y="6846"/>
                  <a:pt x="22944" y="8260"/>
                </a:cubicBezTo>
                <a:cubicBezTo>
                  <a:pt x="21228" y="6997"/>
                  <a:pt x="19732" y="5619"/>
                  <a:pt x="18652" y="3897"/>
                </a:cubicBezTo>
                <a:cubicBezTo>
                  <a:pt x="20076" y="3238"/>
                  <a:pt x="21599" y="2815"/>
                  <a:pt x="23235" y="2721"/>
                </a:cubicBezTo>
                <a:close/>
                <a:moveTo>
                  <a:pt x="17347" y="1640"/>
                </a:moveTo>
                <a:cubicBezTo>
                  <a:pt x="17503" y="2320"/>
                  <a:pt x="17737" y="2978"/>
                  <a:pt x="18042" y="3605"/>
                </a:cubicBezTo>
                <a:cubicBezTo>
                  <a:pt x="15436" y="4894"/>
                  <a:pt x="13125" y="6991"/>
                  <a:pt x="11258" y="9142"/>
                </a:cubicBezTo>
                <a:cubicBezTo>
                  <a:pt x="9992" y="7966"/>
                  <a:pt x="8665" y="6883"/>
                  <a:pt x="7233" y="5999"/>
                </a:cubicBezTo>
                <a:cubicBezTo>
                  <a:pt x="8456" y="4664"/>
                  <a:pt x="9895" y="3536"/>
                  <a:pt x="11482" y="2710"/>
                </a:cubicBezTo>
                <a:cubicBezTo>
                  <a:pt x="13360" y="2017"/>
                  <a:pt x="15344" y="1655"/>
                  <a:pt x="17347" y="1640"/>
                </a:cubicBezTo>
                <a:close/>
                <a:moveTo>
                  <a:pt x="26109" y="4249"/>
                </a:moveTo>
                <a:cubicBezTo>
                  <a:pt x="26115" y="4253"/>
                  <a:pt x="26121" y="4257"/>
                  <a:pt x="26127" y="4260"/>
                </a:cubicBezTo>
                <a:cubicBezTo>
                  <a:pt x="27091" y="4930"/>
                  <a:pt x="27944" y="5725"/>
                  <a:pt x="28687" y="6609"/>
                </a:cubicBezTo>
                <a:cubicBezTo>
                  <a:pt x="28777" y="8398"/>
                  <a:pt x="28923" y="10109"/>
                  <a:pt x="28845" y="11868"/>
                </a:cubicBezTo>
                <a:cubicBezTo>
                  <a:pt x="27122" y="11023"/>
                  <a:pt x="25474" y="10025"/>
                  <a:pt x="23882" y="8929"/>
                </a:cubicBezTo>
                <a:cubicBezTo>
                  <a:pt x="23746" y="8836"/>
                  <a:pt x="23614" y="8742"/>
                  <a:pt x="23480" y="8648"/>
                </a:cubicBezTo>
                <a:cubicBezTo>
                  <a:pt x="24429" y="7208"/>
                  <a:pt x="25324" y="5744"/>
                  <a:pt x="26109" y="4249"/>
                </a:cubicBezTo>
                <a:close/>
                <a:moveTo>
                  <a:pt x="29353" y="7467"/>
                </a:moveTo>
                <a:lnTo>
                  <a:pt x="29353" y="7467"/>
                </a:lnTo>
                <a:cubicBezTo>
                  <a:pt x="30557" y="9150"/>
                  <a:pt x="31387" y="11101"/>
                  <a:pt x="31830" y="13140"/>
                </a:cubicBezTo>
                <a:cubicBezTo>
                  <a:pt x="31016" y="12849"/>
                  <a:pt x="30219" y="12523"/>
                  <a:pt x="29439" y="12159"/>
                </a:cubicBezTo>
                <a:cubicBezTo>
                  <a:pt x="29593" y="10612"/>
                  <a:pt x="29614" y="8986"/>
                  <a:pt x="29353" y="7467"/>
                </a:cubicBezTo>
                <a:close/>
                <a:moveTo>
                  <a:pt x="18285" y="4067"/>
                </a:moveTo>
                <a:cubicBezTo>
                  <a:pt x="19297" y="5893"/>
                  <a:pt x="20861" y="7384"/>
                  <a:pt x="22597" y="8717"/>
                </a:cubicBezTo>
                <a:cubicBezTo>
                  <a:pt x="22605" y="8724"/>
                  <a:pt x="22615" y="8731"/>
                  <a:pt x="22625" y="8738"/>
                </a:cubicBezTo>
                <a:cubicBezTo>
                  <a:pt x="21057" y="11088"/>
                  <a:pt x="19546" y="13488"/>
                  <a:pt x="17932" y="15779"/>
                </a:cubicBezTo>
                <a:cubicBezTo>
                  <a:pt x="17708" y="15570"/>
                  <a:pt x="17483" y="15364"/>
                  <a:pt x="17260" y="15151"/>
                </a:cubicBezTo>
                <a:cubicBezTo>
                  <a:pt x="15421" y="13399"/>
                  <a:pt x="13622" y="11393"/>
                  <a:pt x="11696" y="9556"/>
                </a:cubicBezTo>
                <a:cubicBezTo>
                  <a:pt x="13591" y="7306"/>
                  <a:pt x="15774" y="5316"/>
                  <a:pt x="18285" y="4067"/>
                </a:cubicBezTo>
                <a:close/>
                <a:moveTo>
                  <a:pt x="6892" y="6388"/>
                </a:moveTo>
                <a:cubicBezTo>
                  <a:pt x="8197" y="7488"/>
                  <a:pt x="9510" y="8564"/>
                  <a:pt x="10773" y="9715"/>
                </a:cubicBezTo>
                <a:cubicBezTo>
                  <a:pt x="8927" y="11922"/>
                  <a:pt x="7284" y="14299"/>
                  <a:pt x="6166" y="16962"/>
                </a:cubicBezTo>
                <a:cubicBezTo>
                  <a:pt x="5929" y="17527"/>
                  <a:pt x="5695" y="18130"/>
                  <a:pt x="5477" y="18755"/>
                </a:cubicBezTo>
                <a:cubicBezTo>
                  <a:pt x="4725" y="18310"/>
                  <a:pt x="3947" y="17920"/>
                  <a:pt x="3152" y="17608"/>
                </a:cubicBezTo>
                <a:cubicBezTo>
                  <a:pt x="3137" y="17451"/>
                  <a:pt x="3121" y="17295"/>
                  <a:pt x="3111" y="17136"/>
                </a:cubicBezTo>
                <a:cubicBezTo>
                  <a:pt x="2861" y="13227"/>
                  <a:pt x="4356" y="9344"/>
                  <a:pt x="6892" y="6388"/>
                </a:cubicBezTo>
                <a:close/>
                <a:moveTo>
                  <a:pt x="23156" y="9133"/>
                </a:moveTo>
                <a:cubicBezTo>
                  <a:pt x="24939" y="10461"/>
                  <a:pt x="26813" y="11659"/>
                  <a:pt x="28797" y="12635"/>
                </a:cubicBezTo>
                <a:cubicBezTo>
                  <a:pt x="28747" y="13244"/>
                  <a:pt x="28664" y="13851"/>
                  <a:pt x="28546" y="14451"/>
                </a:cubicBezTo>
                <a:cubicBezTo>
                  <a:pt x="28005" y="17160"/>
                  <a:pt x="26974" y="19763"/>
                  <a:pt x="25478" y="22087"/>
                </a:cubicBezTo>
                <a:cubicBezTo>
                  <a:pt x="24726" y="21559"/>
                  <a:pt x="23983" y="21027"/>
                  <a:pt x="23292" y="20465"/>
                </a:cubicBezTo>
                <a:cubicBezTo>
                  <a:pt x="21553" y="19048"/>
                  <a:pt x="19863" y="17576"/>
                  <a:pt x="18219" y="16047"/>
                </a:cubicBezTo>
                <a:cubicBezTo>
                  <a:pt x="19853" y="13789"/>
                  <a:pt x="21572" y="11492"/>
                  <a:pt x="23156" y="9133"/>
                </a:cubicBezTo>
                <a:close/>
                <a:moveTo>
                  <a:pt x="3220" y="18203"/>
                </a:moveTo>
                <a:cubicBezTo>
                  <a:pt x="3911" y="18603"/>
                  <a:pt x="4590" y="19008"/>
                  <a:pt x="5252" y="19427"/>
                </a:cubicBezTo>
                <a:cubicBezTo>
                  <a:pt x="4923" y="20456"/>
                  <a:pt x="4644" y="21531"/>
                  <a:pt x="4480" y="22604"/>
                </a:cubicBezTo>
                <a:cubicBezTo>
                  <a:pt x="3847" y="21207"/>
                  <a:pt x="3423" y="19724"/>
                  <a:pt x="3220" y="18203"/>
                </a:cubicBezTo>
                <a:close/>
                <a:moveTo>
                  <a:pt x="6327" y="4685"/>
                </a:moveTo>
                <a:cubicBezTo>
                  <a:pt x="6335" y="4736"/>
                  <a:pt x="6351" y="4785"/>
                  <a:pt x="6372" y="4833"/>
                </a:cubicBezTo>
                <a:cubicBezTo>
                  <a:pt x="5685" y="5468"/>
                  <a:pt x="5060" y="6166"/>
                  <a:pt x="4505" y="6919"/>
                </a:cubicBezTo>
                <a:cubicBezTo>
                  <a:pt x="4431" y="7019"/>
                  <a:pt x="4442" y="7127"/>
                  <a:pt x="4492" y="7221"/>
                </a:cubicBezTo>
                <a:cubicBezTo>
                  <a:pt x="3154" y="9106"/>
                  <a:pt x="2181" y="11236"/>
                  <a:pt x="1783" y="13526"/>
                </a:cubicBezTo>
                <a:cubicBezTo>
                  <a:pt x="1222" y="16751"/>
                  <a:pt x="1676" y="20114"/>
                  <a:pt x="2963" y="23100"/>
                </a:cubicBezTo>
                <a:cubicBezTo>
                  <a:pt x="2569" y="22460"/>
                  <a:pt x="2205" y="21802"/>
                  <a:pt x="1878" y="21129"/>
                </a:cubicBezTo>
                <a:cubicBezTo>
                  <a:pt x="595" y="18487"/>
                  <a:pt x="516" y="15952"/>
                  <a:pt x="1360" y="13150"/>
                </a:cubicBezTo>
                <a:cubicBezTo>
                  <a:pt x="2330" y="9934"/>
                  <a:pt x="4070" y="7102"/>
                  <a:pt x="6327" y="4685"/>
                </a:cubicBezTo>
                <a:close/>
                <a:moveTo>
                  <a:pt x="11222" y="10128"/>
                </a:moveTo>
                <a:cubicBezTo>
                  <a:pt x="11422" y="10316"/>
                  <a:pt x="11622" y="10505"/>
                  <a:pt x="11820" y="10700"/>
                </a:cubicBezTo>
                <a:cubicBezTo>
                  <a:pt x="13636" y="12483"/>
                  <a:pt x="15385" y="14333"/>
                  <a:pt x="17229" y="16091"/>
                </a:cubicBezTo>
                <a:cubicBezTo>
                  <a:pt x="17326" y="16183"/>
                  <a:pt x="17423" y="16274"/>
                  <a:pt x="17520" y="16364"/>
                </a:cubicBezTo>
                <a:cubicBezTo>
                  <a:pt x="15636" y="19000"/>
                  <a:pt x="13713" y="21609"/>
                  <a:pt x="11727" y="24168"/>
                </a:cubicBezTo>
                <a:cubicBezTo>
                  <a:pt x="11224" y="23602"/>
                  <a:pt x="10716" y="23047"/>
                  <a:pt x="10201" y="22524"/>
                </a:cubicBezTo>
                <a:cubicBezTo>
                  <a:pt x="9031" y="21333"/>
                  <a:pt x="7675" y="20172"/>
                  <a:pt x="6205" y="19208"/>
                </a:cubicBezTo>
                <a:cubicBezTo>
                  <a:pt x="6288" y="18910"/>
                  <a:pt x="6377" y="18610"/>
                  <a:pt x="6481" y="18312"/>
                </a:cubicBezTo>
                <a:cubicBezTo>
                  <a:pt x="7534" y="15287"/>
                  <a:pt x="9219" y="12609"/>
                  <a:pt x="11222" y="10128"/>
                </a:cubicBezTo>
                <a:close/>
                <a:moveTo>
                  <a:pt x="29357" y="12896"/>
                </a:moveTo>
                <a:cubicBezTo>
                  <a:pt x="30216" y="13297"/>
                  <a:pt x="31095" y="13654"/>
                  <a:pt x="31990" y="13963"/>
                </a:cubicBezTo>
                <a:cubicBezTo>
                  <a:pt x="32465" y="16870"/>
                  <a:pt x="32154" y="19909"/>
                  <a:pt x="30976" y="22589"/>
                </a:cubicBezTo>
                <a:cubicBezTo>
                  <a:pt x="30575" y="23496"/>
                  <a:pt x="30073" y="24356"/>
                  <a:pt x="29478" y="25151"/>
                </a:cubicBezTo>
                <a:cubicBezTo>
                  <a:pt x="28428" y="24170"/>
                  <a:pt x="27219" y="23308"/>
                  <a:pt x="26006" y="22459"/>
                </a:cubicBezTo>
                <a:cubicBezTo>
                  <a:pt x="27573" y="19987"/>
                  <a:pt x="28638" y="17199"/>
                  <a:pt x="29145" y="14318"/>
                </a:cubicBezTo>
                <a:cubicBezTo>
                  <a:pt x="29224" y="13860"/>
                  <a:pt x="29296" y="13383"/>
                  <a:pt x="29357" y="12896"/>
                </a:cubicBezTo>
                <a:close/>
                <a:moveTo>
                  <a:pt x="6020" y="19928"/>
                </a:moveTo>
                <a:cubicBezTo>
                  <a:pt x="7496" y="20918"/>
                  <a:pt x="8884" y="22026"/>
                  <a:pt x="10150" y="23418"/>
                </a:cubicBezTo>
                <a:cubicBezTo>
                  <a:pt x="10542" y="23849"/>
                  <a:pt x="10912" y="24298"/>
                  <a:pt x="11275" y="24754"/>
                </a:cubicBezTo>
                <a:cubicBezTo>
                  <a:pt x="10411" y="25858"/>
                  <a:pt x="9536" y="26953"/>
                  <a:pt x="8642" y="28032"/>
                </a:cubicBezTo>
                <a:cubicBezTo>
                  <a:pt x="7328" y="26973"/>
                  <a:pt x="6217" y="25676"/>
                  <a:pt x="5336" y="24224"/>
                </a:cubicBezTo>
                <a:cubicBezTo>
                  <a:pt x="5533" y="22782"/>
                  <a:pt x="5690" y="21353"/>
                  <a:pt x="6020" y="19928"/>
                </a:cubicBezTo>
                <a:close/>
                <a:moveTo>
                  <a:pt x="17802" y="16628"/>
                </a:moveTo>
                <a:cubicBezTo>
                  <a:pt x="19564" y="18282"/>
                  <a:pt x="21382" y="19875"/>
                  <a:pt x="23256" y="21406"/>
                </a:cubicBezTo>
                <a:cubicBezTo>
                  <a:pt x="23813" y="21859"/>
                  <a:pt x="24385" y="22350"/>
                  <a:pt x="24970" y="22843"/>
                </a:cubicBezTo>
                <a:cubicBezTo>
                  <a:pt x="22743" y="25996"/>
                  <a:pt x="19699" y="28469"/>
                  <a:pt x="16233" y="30095"/>
                </a:cubicBezTo>
                <a:cubicBezTo>
                  <a:pt x="14959" y="28131"/>
                  <a:pt x="13550" y="26260"/>
                  <a:pt x="12015" y="24493"/>
                </a:cubicBezTo>
                <a:cubicBezTo>
                  <a:pt x="13907" y="21968"/>
                  <a:pt x="15795" y="19438"/>
                  <a:pt x="17629" y="16870"/>
                </a:cubicBezTo>
                <a:cubicBezTo>
                  <a:pt x="17686" y="16790"/>
                  <a:pt x="17744" y="16709"/>
                  <a:pt x="17802" y="16628"/>
                </a:cubicBezTo>
                <a:close/>
                <a:moveTo>
                  <a:pt x="11554" y="25109"/>
                </a:moveTo>
                <a:cubicBezTo>
                  <a:pt x="12903" y="26850"/>
                  <a:pt x="14103" y="28704"/>
                  <a:pt x="15437" y="30450"/>
                </a:cubicBezTo>
                <a:cubicBezTo>
                  <a:pt x="15159" y="30569"/>
                  <a:pt x="14878" y="30683"/>
                  <a:pt x="14593" y="30791"/>
                </a:cubicBezTo>
                <a:cubicBezTo>
                  <a:pt x="12541" y="30403"/>
                  <a:pt x="10688" y="29563"/>
                  <a:pt x="9099" y="28386"/>
                </a:cubicBezTo>
                <a:cubicBezTo>
                  <a:pt x="9915" y="27293"/>
                  <a:pt x="10734" y="26200"/>
                  <a:pt x="11554" y="25109"/>
                </a:cubicBezTo>
                <a:close/>
                <a:moveTo>
                  <a:pt x="25475" y="23265"/>
                </a:moveTo>
                <a:cubicBezTo>
                  <a:pt x="26600" y="24198"/>
                  <a:pt x="27777" y="25103"/>
                  <a:pt x="29002" y="25746"/>
                </a:cubicBezTo>
                <a:cubicBezTo>
                  <a:pt x="26172" y="29115"/>
                  <a:pt x="21757" y="31039"/>
                  <a:pt x="17327" y="31039"/>
                </a:cubicBezTo>
                <a:cubicBezTo>
                  <a:pt x="17159" y="31039"/>
                  <a:pt x="16991" y="31036"/>
                  <a:pt x="16823" y="31031"/>
                </a:cubicBezTo>
                <a:cubicBezTo>
                  <a:pt x="16763" y="30933"/>
                  <a:pt x="16704" y="30836"/>
                  <a:pt x="16643" y="30739"/>
                </a:cubicBezTo>
                <a:cubicBezTo>
                  <a:pt x="20156" y="29047"/>
                  <a:pt x="23224" y="26491"/>
                  <a:pt x="25475" y="23265"/>
                </a:cubicBezTo>
                <a:close/>
                <a:moveTo>
                  <a:pt x="17464" y="0"/>
                </a:moveTo>
                <a:cubicBezTo>
                  <a:pt x="16547" y="0"/>
                  <a:pt x="15631" y="72"/>
                  <a:pt x="14728" y="217"/>
                </a:cubicBezTo>
                <a:cubicBezTo>
                  <a:pt x="14280" y="273"/>
                  <a:pt x="13837" y="361"/>
                  <a:pt x="13401" y="481"/>
                </a:cubicBezTo>
                <a:cubicBezTo>
                  <a:pt x="11615" y="919"/>
                  <a:pt x="9911" y="1660"/>
                  <a:pt x="8384" y="2697"/>
                </a:cubicBezTo>
                <a:cubicBezTo>
                  <a:pt x="8414" y="2647"/>
                  <a:pt x="8370" y="2575"/>
                  <a:pt x="8317" y="2575"/>
                </a:cubicBezTo>
                <a:cubicBezTo>
                  <a:pt x="8304" y="2575"/>
                  <a:pt x="8290" y="2580"/>
                  <a:pt x="8276" y="2590"/>
                </a:cubicBezTo>
                <a:cubicBezTo>
                  <a:pt x="5147" y="4913"/>
                  <a:pt x="2756" y="8097"/>
                  <a:pt x="1332" y="11727"/>
                </a:cubicBezTo>
                <a:cubicBezTo>
                  <a:pt x="571" y="13670"/>
                  <a:pt x="1" y="15820"/>
                  <a:pt x="261" y="17922"/>
                </a:cubicBezTo>
                <a:cubicBezTo>
                  <a:pt x="523" y="20041"/>
                  <a:pt x="1612" y="22057"/>
                  <a:pt x="2735" y="23838"/>
                </a:cubicBezTo>
                <a:cubicBezTo>
                  <a:pt x="3253" y="24661"/>
                  <a:pt x="3827" y="25448"/>
                  <a:pt x="4452" y="26194"/>
                </a:cubicBezTo>
                <a:cubicBezTo>
                  <a:pt x="4461" y="26208"/>
                  <a:pt x="4472" y="26220"/>
                  <a:pt x="4484" y="26233"/>
                </a:cubicBezTo>
                <a:cubicBezTo>
                  <a:pt x="5087" y="26950"/>
                  <a:pt x="5741" y="27625"/>
                  <a:pt x="6439" y="28251"/>
                </a:cubicBezTo>
                <a:cubicBezTo>
                  <a:pt x="6868" y="28681"/>
                  <a:pt x="7317" y="29091"/>
                  <a:pt x="7797" y="29468"/>
                </a:cubicBezTo>
                <a:cubicBezTo>
                  <a:pt x="7841" y="29535"/>
                  <a:pt x="7901" y="29585"/>
                  <a:pt x="7972" y="29604"/>
                </a:cubicBezTo>
                <a:cubicBezTo>
                  <a:pt x="8915" y="30323"/>
                  <a:pt x="9943" y="30922"/>
                  <a:pt x="11034" y="31388"/>
                </a:cubicBezTo>
                <a:cubicBezTo>
                  <a:pt x="11321" y="31511"/>
                  <a:pt x="11613" y="31621"/>
                  <a:pt x="11906" y="31725"/>
                </a:cubicBezTo>
                <a:cubicBezTo>
                  <a:pt x="11758" y="31953"/>
                  <a:pt x="11911" y="32335"/>
                  <a:pt x="12222" y="32335"/>
                </a:cubicBezTo>
                <a:cubicBezTo>
                  <a:pt x="12255" y="32335"/>
                  <a:pt x="12290" y="32331"/>
                  <a:pt x="12327" y="32322"/>
                </a:cubicBezTo>
                <a:cubicBezTo>
                  <a:pt x="12592" y="32254"/>
                  <a:pt x="12852" y="32177"/>
                  <a:pt x="13113" y="32100"/>
                </a:cubicBezTo>
                <a:cubicBezTo>
                  <a:pt x="14486" y="32465"/>
                  <a:pt x="15904" y="32639"/>
                  <a:pt x="17326" y="32639"/>
                </a:cubicBezTo>
                <a:cubicBezTo>
                  <a:pt x="17472" y="32639"/>
                  <a:pt x="17619" y="32637"/>
                  <a:pt x="17766" y="32633"/>
                </a:cubicBezTo>
                <a:cubicBezTo>
                  <a:pt x="18430" y="32620"/>
                  <a:pt x="19092" y="32565"/>
                  <a:pt x="19749" y="32470"/>
                </a:cubicBezTo>
                <a:cubicBezTo>
                  <a:pt x="19826" y="32459"/>
                  <a:pt x="19901" y="32448"/>
                  <a:pt x="19978" y="32437"/>
                </a:cubicBezTo>
                <a:cubicBezTo>
                  <a:pt x="20069" y="32422"/>
                  <a:pt x="20161" y="32407"/>
                  <a:pt x="20254" y="32390"/>
                </a:cubicBezTo>
                <a:cubicBezTo>
                  <a:pt x="24405" y="31682"/>
                  <a:pt x="28309" y="29490"/>
                  <a:pt x="30823" y="26073"/>
                </a:cubicBezTo>
                <a:cubicBezTo>
                  <a:pt x="35318" y="19965"/>
                  <a:pt x="34614" y="10828"/>
                  <a:pt x="29632" y="5220"/>
                </a:cubicBezTo>
                <a:cubicBezTo>
                  <a:pt x="26567" y="1769"/>
                  <a:pt x="22005" y="0"/>
                  <a:pt x="174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9" name="Google Shape;619;p68"/>
          <p:cNvGrpSpPr/>
          <p:nvPr/>
        </p:nvGrpSpPr>
        <p:grpSpPr>
          <a:xfrm>
            <a:off x="5336966" y="1641858"/>
            <a:ext cx="558487" cy="505084"/>
            <a:chOff x="4130600" y="808425"/>
            <a:chExt cx="923425" cy="835125"/>
          </a:xfrm>
        </p:grpSpPr>
        <p:sp>
          <p:nvSpPr>
            <p:cNvPr id="620" name="Google Shape;620;p68"/>
            <p:cNvSpPr/>
            <p:nvPr/>
          </p:nvSpPr>
          <p:spPr>
            <a:xfrm>
              <a:off x="4130600" y="808425"/>
              <a:ext cx="923425" cy="835125"/>
            </a:xfrm>
            <a:custGeom>
              <a:avLst/>
              <a:gdLst/>
              <a:ahLst/>
              <a:cxnLst/>
              <a:rect l="l" t="t" r="r" b="b"/>
              <a:pathLst>
                <a:path w="36937" h="33405" extrusionOk="0">
                  <a:moveTo>
                    <a:pt x="9034" y="4160"/>
                  </a:moveTo>
                  <a:lnTo>
                    <a:pt x="9034" y="4161"/>
                  </a:lnTo>
                  <a:cubicBezTo>
                    <a:pt x="8551" y="4671"/>
                    <a:pt x="8108" y="5188"/>
                    <a:pt x="7709" y="5599"/>
                  </a:cubicBezTo>
                  <a:cubicBezTo>
                    <a:pt x="6160" y="7197"/>
                    <a:pt x="4721" y="8936"/>
                    <a:pt x="3649" y="10890"/>
                  </a:cubicBezTo>
                  <a:cubicBezTo>
                    <a:pt x="4805" y="8238"/>
                    <a:pt x="6701" y="5920"/>
                    <a:pt x="9034" y="4160"/>
                  </a:cubicBezTo>
                  <a:close/>
                  <a:moveTo>
                    <a:pt x="30913" y="8159"/>
                  </a:moveTo>
                  <a:lnTo>
                    <a:pt x="30913" y="8159"/>
                  </a:lnTo>
                  <a:cubicBezTo>
                    <a:pt x="34032" y="12676"/>
                    <a:pt x="34850" y="18782"/>
                    <a:pt x="32430" y="23808"/>
                  </a:cubicBezTo>
                  <a:cubicBezTo>
                    <a:pt x="31602" y="25527"/>
                    <a:pt x="30346" y="26995"/>
                    <a:pt x="28828" y="28185"/>
                  </a:cubicBezTo>
                  <a:cubicBezTo>
                    <a:pt x="30480" y="25921"/>
                    <a:pt x="31679" y="23280"/>
                    <a:pt x="32221" y="21335"/>
                  </a:cubicBezTo>
                  <a:cubicBezTo>
                    <a:pt x="33433" y="16986"/>
                    <a:pt x="32923" y="12193"/>
                    <a:pt x="30913" y="8159"/>
                  </a:cubicBezTo>
                  <a:close/>
                  <a:moveTo>
                    <a:pt x="18367" y="1633"/>
                  </a:moveTo>
                  <a:cubicBezTo>
                    <a:pt x="22031" y="1633"/>
                    <a:pt x="25644" y="2825"/>
                    <a:pt x="28540" y="5442"/>
                  </a:cubicBezTo>
                  <a:cubicBezTo>
                    <a:pt x="29168" y="6011"/>
                    <a:pt x="29748" y="6630"/>
                    <a:pt x="30274" y="7294"/>
                  </a:cubicBezTo>
                  <a:cubicBezTo>
                    <a:pt x="32389" y="11225"/>
                    <a:pt x="33077" y="15787"/>
                    <a:pt x="32060" y="20221"/>
                  </a:cubicBezTo>
                  <a:cubicBezTo>
                    <a:pt x="31349" y="23325"/>
                    <a:pt x="29609" y="26908"/>
                    <a:pt x="27088" y="29367"/>
                  </a:cubicBezTo>
                  <a:cubicBezTo>
                    <a:pt x="24360" y="30964"/>
                    <a:pt x="21090" y="31817"/>
                    <a:pt x="17945" y="31817"/>
                  </a:cubicBezTo>
                  <a:cubicBezTo>
                    <a:pt x="16287" y="31817"/>
                    <a:pt x="14664" y="31580"/>
                    <a:pt x="13173" y="31090"/>
                  </a:cubicBezTo>
                  <a:cubicBezTo>
                    <a:pt x="10032" y="30058"/>
                    <a:pt x="7234" y="27932"/>
                    <a:pt x="5279" y="25221"/>
                  </a:cubicBezTo>
                  <a:cubicBezTo>
                    <a:pt x="5344" y="25163"/>
                    <a:pt x="5370" y="25057"/>
                    <a:pt x="5295" y="24964"/>
                  </a:cubicBezTo>
                  <a:cubicBezTo>
                    <a:pt x="4774" y="24323"/>
                    <a:pt x="4307" y="23638"/>
                    <a:pt x="3898" y="22921"/>
                  </a:cubicBezTo>
                  <a:cubicBezTo>
                    <a:pt x="3003" y="21099"/>
                    <a:pt x="2469" y="19110"/>
                    <a:pt x="2418" y="17071"/>
                  </a:cubicBezTo>
                  <a:cubicBezTo>
                    <a:pt x="2408" y="16668"/>
                    <a:pt x="2420" y="16270"/>
                    <a:pt x="2442" y="15874"/>
                  </a:cubicBezTo>
                  <a:cubicBezTo>
                    <a:pt x="2607" y="14613"/>
                    <a:pt x="2981" y="13328"/>
                    <a:pt x="3591" y="12024"/>
                  </a:cubicBezTo>
                  <a:cubicBezTo>
                    <a:pt x="4492" y="10099"/>
                    <a:pt x="5764" y="8377"/>
                    <a:pt x="7181" y="6801"/>
                  </a:cubicBezTo>
                  <a:cubicBezTo>
                    <a:pt x="7838" y="6071"/>
                    <a:pt x="8948" y="4679"/>
                    <a:pt x="10136" y="3638"/>
                  </a:cubicBezTo>
                  <a:cubicBezTo>
                    <a:pt x="12709" y="2337"/>
                    <a:pt x="15553" y="1633"/>
                    <a:pt x="18367" y="1633"/>
                  </a:cubicBezTo>
                  <a:close/>
                  <a:moveTo>
                    <a:pt x="17894" y="0"/>
                  </a:moveTo>
                  <a:cubicBezTo>
                    <a:pt x="14664" y="0"/>
                    <a:pt x="11450" y="887"/>
                    <a:pt x="8742" y="2776"/>
                  </a:cubicBezTo>
                  <a:cubicBezTo>
                    <a:pt x="8676" y="2823"/>
                    <a:pt x="8618" y="2879"/>
                    <a:pt x="8570" y="2942"/>
                  </a:cubicBezTo>
                  <a:cubicBezTo>
                    <a:pt x="4566" y="5514"/>
                    <a:pt x="1698" y="9921"/>
                    <a:pt x="1022" y="14655"/>
                  </a:cubicBezTo>
                  <a:cubicBezTo>
                    <a:pt x="1" y="21799"/>
                    <a:pt x="4339" y="28828"/>
                    <a:pt x="10759" y="31863"/>
                  </a:cubicBezTo>
                  <a:cubicBezTo>
                    <a:pt x="12957" y="32903"/>
                    <a:pt x="15472" y="33404"/>
                    <a:pt x="18029" y="33404"/>
                  </a:cubicBezTo>
                  <a:cubicBezTo>
                    <a:pt x="23478" y="33404"/>
                    <a:pt x="29122" y="31131"/>
                    <a:pt x="32329" y="26953"/>
                  </a:cubicBezTo>
                  <a:cubicBezTo>
                    <a:pt x="36936" y="20948"/>
                    <a:pt x="36082" y="12135"/>
                    <a:pt x="31529" y="6374"/>
                  </a:cubicBezTo>
                  <a:cubicBezTo>
                    <a:pt x="28295" y="2283"/>
                    <a:pt x="23075" y="0"/>
                    <a:pt x="178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68"/>
            <p:cNvSpPr/>
            <p:nvPr/>
          </p:nvSpPr>
          <p:spPr>
            <a:xfrm>
              <a:off x="4505400" y="925100"/>
              <a:ext cx="374100" cy="540725"/>
            </a:xfrm>
            <a:custGeom>
              <a:avLst/>
              <a:gdLst/>
              <a:ahLst/>
              <a:cxnLst/>
              <a:rect l="l" t="t" r="r" b="b"/>
              <a:pathLst>
                <a:path w="14964" h="21629" extrusionOk="0">
                  <a:moveTo>
                    <a:pt x="3210" y="1"/>
                  </a:moveTo>
                  <a:cubicBezTo>
                    <a:pt x="3044" y="1"/>
                    <a:pt x="2872" y="61"/>
                    <a:pt x="2721" y="202"/>
                  </a:cubicBezTo>
                  <a:cubicBezTo>
                    <a:pt x="1820" y="1040"/>
                    <a:pt x="1102" y="2111"/>
                    <a:pt x="342" y="3075"/>
                  </a:cubicBezTo>
                  <a:cubicBezTo>
                    <a:pt x="1" y="3509"/>
                    <a:pt x="27" y="4060"/>
                    <a:pt x="512" y="4383"/>
                  </a:cubicBezTo>
                  <a:cubicBezTo>
                    <a:pt x="1324" y="4922"/>
                    <a:pt x="2171" y="5426"/>
                    <a:pt x="3090" y="5763"/>
                  </a:cubicBezTo>
                  <a:cubicBezTo>
                    <a:pt x="3180" y="5795"/>
                    <a:pt x="3267" y="5810"/>
                    <a:pt x="3349" y="5810"/>
                  </a:cubicBezTo>
                  <a:cubicBezTo>
                    <a:pt x="4075" y="5810"/>
                    <a:pt x="4461" y="4647"/>
                    <a:pt x="3727" y="4252"/>
                  </a:cubicBezTo>
                  <a:cubicBezTo>
                    <a:pt x="3650" y="4209"/>
                    <a:pt x="3574" y="4170"/>
                    <a:pt x="3497" y="4130"/>
                  </a:cubicBezTo>
                  <a:lnTo>
                    <a:pt x="3497" y="4130"/>
                  </a:lnTo>
                  <a:cubicBezTo>
                    <a:pt x="4416" y="4297"/>
                    <a:pt x="5416" y="4354"/>
                    <a:pt x="6150" y="4627"/>
                  </a:cubicBezTo>
                  <a:cubicBezTo>
                    <a:pt x="8166" y="5373"/>
                    <a:pt x="9947" y="6852"/>
                    <a:pt x="10999" y="8730"/>
                  </a:cubicBezTo>
                  <a:cubicBezTo>
                    <a:pt x="13287" y="12817"/>
                    <a:pt x="11599" y="17153"/>
                    <a:pt x="8528" y="20173"/>
                  </a:cubicBezTo>
                  <a:cubicBezTo>
                    <a:pt x="7973" y="20719"/>
                    <a:pt x="8475" y="21628"/>
                    <a:pt x="9128" y="21628"/>
                  </a:cubicBezTo>
                  <a:cubicBezTo>
                    <a:pt x="9264" y="21628"/>
                    <a:pt x="9407" y="21589"/>
                    <a:pt x="9549" y="21497"/>
                  </a:cubicBezTo>
                  <a:cubicBezTo>
                    <a:pt x="13713" y="18812"/>
                    <a:pt x="14963" y="12514"/>
                    <a:pt x="12828" y="8216"/>
                  </a:cubicBezTo>
                  <a:cubicBezTo>
                    <a:pt x="11724" y="5994"/>
                    <a:pt x="9768" y="4252"/>
                    <a:pt x="7507" y="3262"/>
                  </a:cubicBezTo>
                  <a:cubicBezTo>
                    <a:pt x="6647" y="2886"/>
                    <a:pt x="5057" y="2314"/>
                    <a:pt x="3699" y="2314"/>
                  </a:cubicBezTo>
                  <a:cubicBezTo>
                    <a:pt x="3453" y="2314"/>
                    <a:pt x="3214" y="2333"/>
                    <a:pt x="2989" y="2375"/>
                  </a:cubicBezTo>
                  <a:cubicBezTo>
                    <a:pt x="3304" y="1955"/>
                    <a:pt x="3601" y="1525"/>
                    <a:pt x="3848" y="1072"/>
                  </a:cubicBezTo>
                  <a:cubicBezTo>
                    <a:pt x="4143" y="533"/>
                    <a:pt x="3702" y="1"/>
                    <a:pt x="32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68"/>
            <p:cNvSpPr/>
            <p:nvPr/>
          </p:nvSpPr>
          <p:spPr>
            <a:xfrm>
              <a:off x="4285525" y="1049300"/>
              <a:ext cx="382700" cy="512925"/>
            </a:xfrm>
            <a:custGeom>
              <a:avLst/>
              <a:gdLst/>
              <a:ahLst/>
              <a:cxnLst/>
              <a:rect l="l" t="t" r="r" b="b"/>
              <a:pathLst>
                <a:path w="15308" h="20517" extrusionOk="0">
                  <a:moveTo>
                    <a:pt x="5240" y="0"/>
                  </a:moveTo>
                  <a:cubicBezTo>
                    <a:pt x="5217" y="0"/>
                    <a:pt x="5193" y="1"/>
                    <a:pt x="5169" y="4"/>
                  </a:cubicBezTo>
                  <a:cubicBezTo>
                    <a:pt x="3051" y="234"/>
                    <a:pt x="1559" y="2858"/>
                    <a:pt x="882" y="4656"/>
                  </a:cubicBezTo>
                  <a:cubicBezTo>
                    <a:pt x="0" y="7005"/>
                    <a:pt x="57" y="9645"/>
                    <a:pt x="1056" y="11947"/>
                  </a:cubicBezTo>
                  <a:cubicBezTo>
                    <a:pt x="2048" y="14236"/>
                    <a:pt x="3877" y="16187"/>
                    <a:pt x="6131" y="17273"/>
                  </a:cubicBezTo>
                  <a:cubicBezTo>
                    <a:pt x="7406" y="17888"/>
                    <a:pt x="9046" y="18355"/>
                    <a:pt x="10620" y="18355"/>
                  </a:cubicBezTo>
                  <a:cubicBezTo>
                    <a:pt x="10906" y="18355"/>
                    <a:pt x="11190" y="18339"/>
                    <a:pt x="11469" y="18307"/>
                  </a:cubicBezTo>
                  <a:lnTo>
                    <a:pt x="11469" y="18307"/>
                  </a:lnTo>
                  <a:cubicBezTo>
                    <a:pt x="11289" y="18466"/>
                    <a:pt x="11107" y="18625"/>
                    <a:pt x="10929" y="18786"/>
                  </a:cubicBezTo>
                  <a:cubicBezTo>
                    <a:pt x="10155" y="19489"/>
                    <a:pt x="10876" y="20516"/>
                    <a:pt x="11704" y="20516"/>
                  </a:cubicBezTo>
                  <a:cubicBezTo>
                    <a:pt x="11934" y="20516"/>
                    <a:pt x="12174" y="20436"/>
                    <a:pt x="12391" y="20247"/>
                  </a:cubicBezTo>
                  <a:cubicBezTo>
                    <a:pt x="13047" y="19675"/>
                    <a:pt x="13701" y="19102"/>
                    <a:pt x="14335" y="18505"/>
                  </a:cubicBezTo>
                  <a:cubicBezTo>
                    <a:pt x="14830" y="18039"/>
                    <a:pt x="15308" y="17538"/>
                    <a:pt x="15153" y="16795"/>
                  </a:cubicBezTo>
                  <a:cubicBezTo>
                    <a:pt x="15001" y="16057"/>
                    <a:pt x="14222" y="15615"/>
                    <a:pt x="13687" y="15187"/>
                  </a:cubicBezTo>
                  <a:cubicBezTo>
                    <a:pt x="13055" y="14680"/>
                    <a:pt x="12458" y="14240"/>
                    <a:pt x="11680" y="13984"/>
                  </a:cubicBezTo>
                  <a:cubicBezTo>
                    <a:pt x="11614" y="13962"/>
                    <a:pt x="11550" y="13952"/>
                    <a:pt x="11489" y="13952"/>
                  </a:cubicBezTo>
                  <a:cubicBezTo>
                    <a:pt x="11036" y="13952"/>
                    <a:pt x="10754" y="14508"/>
                    <a:pt x="10963" y="14918"/>
                  </a:cubicBezTo>
                  <a:cubicBezTo>
                    <a:pt x="11203" y="15388"/>
                    <a:pt x="11508" y="15787"/>
                    <a:pt x="11882" y="16161"/>
                  </a:cubicBezTo>
                  <a:cubicBezTo>
                    <a:pt x="11944" y="16222"/>
                    <a:pt x="12266" y="16544"/>
                    <a:pt x="12575" y="16838"/>
                  </a:cubicBezTo>
                  <a:cubicBezTo>
                    <a:pt x="10452" y="16724"/>
                    <a:pt x="8478" y="16838"/>
                    <a:pt x="6453" y="15718"/>
                  </a:cubicBezTo>
                  <a:cubicBezTo>
                    <a:pt x="4476" y="14624"/>
                    <a:pt x="2910" y="12792"/>
                    <a:pt x="2203" y="10640"/>
                  </a:cubicBezTo>
                  <a:cubicBezTo>
                    <a:pt x="1494" y="8479"/>
                    <a:pt x="1745" y="6094"/>
                    <a:pt x="2826" y="4099"/>
                  </a:cubicBezTo>
                  <a:cubicBezTo>
                    <a:pt x="3496" y="2860"/>
                    <a:pt x="4288" y="2296"/>
                    <a:pt x="5372" y="1506"/>
                  </a:cubicBezTo>
                  <a:cubicBezTo>
                    <a:pt x="5630" y="1319"/>
                    <a:pt x="5832" y="1334"/>
                    <a:pt x="5907" y="972"/>
                  </a:cubicBezTo>
                  <a:cubicBezTo>
                    <a:pt x="5992" y="556"/>
                    <a:pt x="5724" y="0"/>
                    <a:pt x="5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614"/>
                                        </p:tgtEl>
                                        <p:attrNameLst>
                                          <p:attrName>style.visibility</p:attrName>
                                        </p:attrNameLst>
                                      </p:cBhvr>
                                      <p:to>
                                        <p:strVal val="visible"/>
                                      </p:to>
                                    </p:set>
                                    <p:anim calcmode="lin" valueType="num">
                                      <p:cBhvr additive="base">
                                        <p:cTn id="7" dur="1000"/>
                                        <p:tgtEl>
                                          <p:spTgt spid="614"/>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615"/>
                                        </p:tgtEl>
                                        <p:attrNameLst>
                                          <p:attrName>style.visibility</p:attrName>
                                        </p:attrNameLst>
                                      </p:cBhvr>
                                      <p:to>
                                        <p:strVal val="visible"/>
                                      </p:to>
                                    </p:set>
                                    <p:anim calcmode="lin" valueType="num">
                                      <p:cBhvr additive="base">
                                        <p:cTn id="10" dur="1000"/>
                                        <p:tgtEl>
                                          <p:spTgt spid="615"/>
                                        </p:tgtEl>
                                        <p:attrNameLst>
                                          <p:attrName>ppt_x</p:attrName>
                                        </p:attrNameLst>
                                      </p:cBhvr>
                                      <p:tavLst>
                                        <p:tav tm="0">
                                          <p:val>
                                            <p:strVal val="#ppt_x+1"/>
                                          </p:val>
                                        </p:tav>
                                        <p:tav tm="100000">
                                          <p:val>
                                            <p:strVal val="#ppt_x"/>
                                          </p:val>
                                        </p:tav>
                                      </p:tavLst>
                                    </p:anim>
                                  </p:childTnLst>
                                </p:cTn>
                              </p:par>
                              <p:par>
                                <p:cTn id="11" presetID="2" presetClass="entr" presetSubtype="2" fill="hold" nodeType="withEffect">
                                  <p:stCondLst>
                                    <p:cond delay="0"/>
                                  </p:stCondLst>
                                  <p:childTnLst>
                                    <p:set>
                                      <p:cBhvr>
                                        <p:cTn id="12" dur="1" fill="hold">
                                          <p:stCondLst>
                                            <p:cond delay="0"/>
                                          </p:stCondLst>
                                        </p:cTn>
                                        <p:tgtEl>
                                          <p:spTgt spid="616"/>
                                        </p:tgtEl>
                                        <p:attrNameLst>
                                          <p:attrName>style.visibility</p:attrName>
                                        </p:attrNameLst>
                                      </p:cBhvr>
                                      <p:to>
                                        <p:strVal val="visible"/>
                                      </p:to>
                                    </p:set>
                                    <p:anim calcmode="lin" valueType="num">
                                      <p:cBhvr additive="base">
                                        <p:cTn id="13" dur="1000"/>
                                        <p:tgtEl>
                                          <p:spTgt spid="616"/>
                                        </p:tgtEl>
                                        <p:attrNameLst>
                                          <p:attrName>ppt_x</p:attrName>
                                        </p:attrNameLst>
                                      </p:cBhvr>
                                      <p:tavLst>
                                        <p:tav tm="0">
                                          <p:val>
                                            <p:strVal val="#ppt_x+1"/>
                                          </p:val>
                                        </p:tav>
                                        <p:tav tm="100000">
                                          <p:val>
                                            <p:strVal val="#ppt_x"/>
                                          </p:val>
                                        </p:tav>
                                      </p:tavLst>
                                    </p:anim>
                                  </p:childTnLst>
                                </p:cTn>
                              </p:par>
                              <p:par>
                                <p:cTn id="14" presetID="2" presetClass="entr" presetSubtype="2" fill="hold" nodeType="withEffect">
                                  <p:stCondLst>
                                    <p:cond delay="0"/>
                                  </p:stCondLst>
                                  <p:childTnLst>
                                    <p:set>
                                      <p:cBhvr>
                                        <p:cTn id="15" dur="1" fill="hold">
                                          <p:stCondLst>
                                            <p:cond delay="0"/>
                                          </p:stCondLst>
                                        </p:cTn>
                                        <p:tgtEl>
                                          <p:spTgt spid="617"/>
                                        </p:tgtEl>
                                        <p:attrNameLst>
                                          <p:attrName>style.visibility</p:attrName>
                                        </p:attrNameLst>
                                      </p:cBhvr>
                                      <p:to>
                                        <p:strVal val="visible"/>
                                      </p:to>
                                    </p:set>
                                    <p:anim calcmode="lin" valueType="num">
                                      <p:cBhvr additive="base">
                                        <p:cTn id="16" dur="1000"/>
                                        <p:tgtEl>
                                          <p:spTgt spid="61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69"/>
          <p:cNvSpPr txBox="1">
            <a:spLocks noGrp="1"/>
          </p:cNvSpPr>
          <p:nvPr>
            <p:ph type="title"/>
          </p:nvPr>
        </p:nvSpPr>
        <p:spPr>
          <a:xfrm>
            <a:off x="1002325" y="711175"/>
            <a:ext cx="3273900" cy="8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Did you know this?</a:t>
            </a:r>
            <a:endParaRPr/>
          </a:p>
        </p:txBody>
      </p:sp>
      <p:sp>
        <p:nvSpPr>
          <p:cNvPr id="628" name="Google Shape;628;p69"/>
          <p:cNvSpPr txBox="1">
            <a:spLocks noGrp="1"/>
          </p:cNvSpPr>
          <p:nvPr>
            <p:ph type="subTitle" idx="4294967295"/>
          </p:nvPr>
        </p:nvSpPr>
        <p:spPr>
          <a:xfrm>
            <a:off x="1070729" y="3812721"/>
            <a:ext cx="886500" cy="313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000">
                <a:solidFill>
                  <a:schemeClr val="dk2"/>
                </a:solidFill>
              </a:rPr>
              <a:t>Factor 1</a:t>
            </a:r>
            <a:endParaRPr sz="1000">
              <a:solidFill>
                <a:schemeClr val="dk2"/>
              </a:solidFill>
            </a:endParaRPr>
          </a:p>
        </p:txBody>
      </p:sp>
      <p:sp>
        <p:nvSpPr>
          <p:cNvPr id="629" name="Google Shape;629;p69"/>
          <p:cNvSpPr/>
          <p:nvPr/>
        </p:nvSpPr>
        <p:spPr>
          <a:xfrm>
            <a:off x="919229" y="3893728"/>
            <a:ext cx="151500" cy="151500"/>
          </a:xfrm>
          <a:prstGeom prst="ellipse">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30" name="Google Shape;630;p69"/>
          <p:cNvPicPr preferRelativeResize="0"/>
          <p:nvPr/>
        </p:nvPicPr>
        <p:blipFill>
          <a:blip r:embed="rId3">
            <a:alphaModFix/>
          </a:blip>
          <a:stretch>
            <a:fillRect/>
          </a:stretch>
        </p:blipFill>
        <p:spPr>
          <a:xfrm rot="-695465">
            <a:off x="5913153" y="137715"/>
            <a:ext cx="2131021" cy="2245670"/>
          </a:xfrm>
          <a:prstGeom prst="rect">
            <a:avLst/>
          </a:prstGeom>
          <a:noFill/>
          <a:ln>
            <a:noFill/>
          </a:ln>
          <a:effectLst>
            <a:outerShdw blurRad="100013" dist="47625" dir="1800000" algn="bl" rotWithShape="0">
              <a:srgbClr val="000000">
                <a:alpha val="44000"/>
              </a:srgbClr>
            </a:outerShdw>
          </a:effectLst>
        </p:spPr>
      </p:pic>
      <p:grpSp>
        <p:nvGrpSpPr>
          <p:cNvPr id="631" name="Google Shape;631;p69"/>
          <p:cNvGrpSpPr/>
          <p:nvPr/>
        </p:nvGrpSpPr>
        <p:grpSpPr>
          <a:xfrm>
            <a:off x="5034072" y="2320653"/>
            <a:ext cx="1376541" cy="1376541"/>
            <a:chOff x="3887751" y="478471"/>
            <a:chExt cx="1182900" cy="1182900"/>
          </a:xfrm>
        </p:grpSpPr>
        <p:sp>
          <p:nvSpPr>
            <p:cNvPr id="632" name="Google Shape;632;p69"/>
            <p:cNvSpPr/>
            <p:nvPr/>
          </p:nvSpPr>
          <p:spPr>
            <a:xfrm>
              <a:off x="4049800" y="640400"/>
              <a:ext cx="858900" cy="858900"/>
            </a:xfrm>
            <a:prstGeom prst="donut">
              <a:avLst>
                <a:gd name="adj" fmla="val 12836"/>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69"/>
            <p:cNvSpPr/>
            <p:nvPr/>
          </p:nvSpPr>
          <p:spPr>
            <a:xfrm rot="-1912813">
              <a:off x="4049773" y="640494"/>
              <a:ext cx="858855" cy="858855"/>
            </a:xfrm>
            <a:prstGeom prst="blockArc">
              <a:avLst>
                <a:gd name="adj1" fmla="val 18087163"/>
                <a:gd name="adj2" fmla="val 2208294"/>
                <a:gd name="adj3" fmla="val 13218"/>
              </a:avLst>
            </a:prstGeom>
            <a:solidFill>
              <a:schemeClr val="accent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 name="Google Shape;634;p69"/>
          <p:cNvGrpSpPr/>
          <p:nvPr/>
        </p:nvGrpSpPr>
        <p:grpSpPr>
          <a:xfrm>
            <a:off x="6821457" y="2302242"/>
            <a:ext cx="1413197" cy="1413197"/>
            <a:chOff x="3872184" y="462650"/>
            <a:chExt cx="1214400" cy="1214400"/>
          </a:xfrm>
        </p:grpSpPr>
        <p:sp>
          <p:nvSpPr>
            <p:cNvPr id="635" name="Google Shape;635;p69"/>
            <p:cNvSpPr/>
            <p:nvPr/>
          </p:nvSpPr>
          <p:spPr>
            <a:xfrm>
              <a:off x="4049800" y="640400"/>
              <a:ext cx="858900" cy="858900"/>
            </a:xfrm>
            <a:prstGeom prst="donut">
              <a:avLst>
                <a:gd name="adj" fmla="val 12836"/>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69"/>
            <p:cNvSpPr/>
            <p:nvPr/>
          </p:nvSpPr>
          <p:spPr>
            <a:xfrm rot="8100000">
              <a:off x="4050029" y="640495"/>
              <a:ext cx="858710" cy="858710"/>
            </a:xfrm>
            <a:prstGeom prst="blockArc">
              <a:avLst>
                <a:gd name="adj1" fmla="val 7914150"/>
                <a:gd name="adj2" fmla="val 2208294"/>
                <a:gd name="adj3" fmla="val 13218"/>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7" name="Google Shape;637;p69"/>
          <p:cNvSpPr txBox="1">
            <a:spLocks noGrp="1"/>
          </p:cNvSpPr>
          <p:nvPr>
            <p:ph type="subTitle" idx="4294967295"/>
          </p:nvPr>
        </p:nvSpPr>
        <p:spPr>
          <a:xfrm rot="-702156">
            <a:off x="6228961" y="904922"/>
            <a:ext cx="1622527" cy="1264219"/>
          </a:xfrm>
          <a:prstGeom prst="rect">
            <a:avLst/>
          </a:prstGeom>
        </p:spPr>
        <p:txBody>
          <a:bodyPr spcFirstLastPara="1" wrap="square" lIns="91425" tIns="0" rIns="91425" bIns="0" anchor="ctr" anchorCtr="0">
            <a:noAutofit/>
          </a:bodyPr>
          <a:lstStyle/>
          <a:p>
            <a:pPr marL="0" lvl="0" indent="0" algn="ctr" rtl="0">
              <a:spcBef>
                <a:spcPts val="0"/>
              </a:spcBef>
              <a:spcAft>
                <a:spcPts val="0"/>
              </a:spcAft>
              <a:buClr>
                <a:schemeClr val="dk1"/>
              </a:buClr>
              <a:buSzPts val="1100"/>
              <a:buFont typeface="Arial"/>
              <a:buNone/>
            </a:pPr>
            <a:r>
              <a:rPr lang="en" sz="1200">
                <a:solidFill>
                  <a:schemeClr val="dk2"/>
                </a:solidFill>
              </a:rPr>
              <a:t>To modify this graph, click on it, follow the link, change the data and replace this</a:t>
            </a:r>
            <a:endParaRPr sz="1200">
              <a:solidFill>
                <a:schemeClr val="dk2"/>
              </a:solidFill>
            </a:endParaRPr>
          </a:p>
        </p:txBody>
      </p:sp>
      <p:sp>
        <p:nvSpPr>
          <p:cNvPr id="638" name="Google Shape;638;p69"/>
          <p:cNvSpPr txBox="1">
            <a:spLocks noGrp="1"/>
          </p:cNvSpPr>
          <p:nvPr>
            <p:ph type="title" idx="4294967295"/>
          </p:nvPr>
        </p:nvSpPr>
        <p:spPr>
          <a:xfrm>
            <a:off x="5349325" y="2805750"/>
            <a:ext cx="726900" cy="40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b="0">
                <a:solidFill>
                  <a:schemeClr val="dk2"/>
                </a:solidFill>
              </a:rPr>
              <a:t>35%</a:t>
            </a:r>
            <a:endParaRPr sz="1800" b="0">
              <a:solidFill>
                <a:schemeClr val="dk2"/>
              </a:solidFill>
            </a:endParaRPr>
          </a:p>
        </p:txBody>
      </p:sp>
      <p:sp>
        <p:nvSpPr>
          <p:cNvPr id="639" name="Google Shape;639;p69"/>
          <p:cNvSpPr txBox="1">
            <a:spLocks noGrp="1"/>
          </p:cNvSpPr>
          <p:nvPr>
            <p:ph type="subTitle" idx="4294967295"/>
          </p:nvPr>
        </p:nvSpPr>
        <p:spPr>
          <a:xfrm>
            <a:off x="4876075" y="3559500"/>
            <a:ext cx="1692600" cy="71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a:solidFill>
                  <a:schemeClr val="dk2"/>
                </a:solidFill>
              </a:rPr>
              <a:t>Mercury is a small planet</a:t>
            </a:r>
            <a:endParaRPr sz="1400">
              <a:solidFill>
                <a:schemeClr val="dk2"/>
              </a:solidFill>
            </a:endParaRPr>
          </a:p>
        </p:txBody>
      </p:sp>
      <p:sp>
        <p:nvSpPr>
          <p:cNvPr id="640" name="Google Shape;640;p69"/>
          <p:cNvSpPr txBox="1">
            <a:spLocks noGrp="1"/>
          </p:cNvSpPr>
          <p:nvPr>
            <p:ph type="title" idx="4294967295"/>
          </p:nvPr>
        </p:nvSpPr>
        <p:spPr>
          <a:xfrm>
            <a:off x="7164450" y="2805750"/>
            <a:ext cx="726900" cy="40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b="0">
                <a:solidFill>
                  <a:schemeClr val="dk2"/>
                </a:solidFill>
              </a:rPr>
              <a:t>65%</a:t>
            </a:r>
            <a:endParaRPr sz="1800" b="0">
              <a:solidFill>
                <a:schemeClr val="dk2"/>
              </a:solidFill>
            </a:endParaRPr>
          </a:p>
        </p:txBody>
      </p:sp>
      <p:sp>
        <p:nvSpPr>
          <p:cNvPr id="641" name="Google Shape;641;p69"/>
          <p:cNvSpPr txBox="1">
            <a:spLocks noGrp="1"/>
          </p:cNvSpPr>
          <p:nvPr>
            <p:ph type="subTitle" idx="4294967295"/>
          </p:nvPr>
        </p:nvSpPr>
        <p:spPr>
          <a:xfrm>
            <a:off x="6681600" y="3559500"/>
            <a:ext cx="1692600" cy="71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a:solidFill>
                  <a:schemeClr val="dk2"/>
                </a:solidFill>
              </a:rPr>
              <a:t>Jupiter is the biggest one</a:t>
            </a:r>
            <a:endParaRPr sz="1400">
              <a:solidFill>
                <a:schemeClr val="dk2"/>
              </a:solidFill>
            </a:endParaRPr>
          </a:p>
        </p:txBody>
      </p:sp>
      <p:pic>
        <p:nvPicPr>
          <p:cNvPr id="642" name="Google Shape;642;p69"/>
          <p:cNvPicPr preferRelativeResize="0"/>
          <p:nvPr/>
        </p:nvPicPr>
        <p:blipFill>
          <a:blip r:embed="rId4">
            <a:alphaModFix amt="78000"/>
          </a:blip>
          <a:stretch>
            <a:fillRect/>
          </a:stretch>
        </p:blipFill>
        <p:spPr>
          <a:xfrm rot="9981090">
            <a:off x="4175541" y="1544836"/>
            <a:ext cx="1837154" cy="758225"/>
          </a:xfrm>
          <a:prstGeom prst="rect">
            <a:avLst/>
          </a:prstGeom>
          <a:noFill/>
          <a:ln>
            <a:noFill/>
          </a:ln>
        </p:spPr>
      </p:pic>
      <p:sp>
        <p:nvSpPr>
          <p:cNvPr id="643" name="Google Shape;643;p69"/>
          <p:cNvSpPr txBox="1">
            <a:spLocks noGrp="1"/>
          </p:cNvSpPr>
          <p:nvPr>
            <p:ph type="subTitle" idx="4294967295"/>
          </p:nvPr>
        </p:nvSpPr>
        <p:spPr>
          <a:xfrm>
            <a:off x="2184929" y="3812721"/>
            <a:ext cx="886500" cy="313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000">
                <a:solidFill>
                  <a:schemeClr val="dk2"/>
                </a:solidFill>
              </a:rPr>
              <a:t>Factor 2</a:t>
            </a:r>
            <a:endParaRPr sz="1000">
              <a:solidFill>
                <a:schemeClr val="dk2"/>
              </a:solidFill>
            </a:endParaRPr>
          </a:p>
        </p:txBody>
      </p:sp>
      <p:sp>
        <p:nvSpPr>
          <p:cNvPr id="644" name="Google Shape;644;p69"/>
          <p:cNvSpPr/>
          <p:nvPr/>
        </p:nvSpPr>
        <p:spPr>
          <a:xfrm>
            <a:off x="2033429" y="3893728"/>
            <a:ext cx="151500" cy="1515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69"/>
          <p:cNvSpPr txBox="1">
            <a:spLocks noGrp="1"/>
          </p:cNvSpPr>
          <p:nvPr>
            <p:ph type="subTitle" idx="4294967295"/>
          </p:nvPr>
        </p:nvSpPr>
        <p:spPr>
          <a:xfrm>
            <a:off x="3307354" y="3812721"/>
            <a:ext cx="886500" cy="313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000">
                <a:solidFill>
                  <a:schemeClr val="dk2"/>
                </a:solidFill>
              </a:rPr>
              <a:t>Factor 3</a:t>
            </a:r>
            <a:endParaRPr sz="1000">
              <a:solidFill>
                <a:schemeClr val="dk2"/>
              </a:solidFill>
            </a:endParaRPr>
          </a:p>
        </p:txBody>
      </p:sp>
      <p:sp>
        <p:nvSpPr>
          <p:cNvPr id="646" name="Google Shape;646;p69"/>
          <p:cNvSpPr/>
          <p:nvPr/>
        </p:nvSpPr>
        <p:spPr>
          <a:xfrm>
            <a:off x="3155854" y="3893728"/>
            <a:ext cx="151500" cy="151500"/>
          </a:xfrm>
          <a:prstGeom prst="ellipse">
            <a:avLst/>
          </a:prstGeom>
          <a:solidFill>
            <a:schemeClr val="accent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47" name="Google Shape;647;p69" title="Gráfico">
            <a:hlinkClick r:id="rId5"/>
          </p:cNvPr>
          <p:cNvPicPr preferRelativeResize="0"/>
          <p:nvPr/>
        </p:nvPicPr>
        <p:blipFill>
          <a:blip r:embed="rId6">
            <a:alphaModFix/>
          </a:blip>
          <a:stretch>
            <a:fillRect/>
          </a:stretch>
        </p:blipFill>
        <p:spPr>
          <a:xfrm>
            <a:off x="914400" y="1801368"/>
            <a:ext cx="3163824" cy="185176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47"/>
                                        </p:tgtEl>
                                        <p:attrNameLst>
                                          <p:attrName>style.visibility</p:attrName>
                                        </p:attrNameLst>
                                      </p:cBhvr>
                                      <p:to>
                                        <p:strVal val="visible"/>
                                      </p:to>
                                    </p:set>
                                    <p:animEffect transition="in" filter="fade">
                                      <p:cBhvr>
                                        <p:cTn id="7" dur="1000"/>
                                        <p:tgtEl>
                                          <p:spTgt spid="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pic>
        <p:nvPicPr>
          <p:cNvPr id="702" name="Google Shape;702;p74"/>
          <p:cNvPicPr preferRelativeResize="0"/>
          <p:nvPr/>
        </p:nvPicPr>
        <p:blipFill>
          <a:blip r:embed="rId3">
            <a:alphaModFix amt="86000"/>
          </a:blip>
          <a:stretch>
            <a:fillRect/>
          </a:stretch>
        </p:blipFill>
        <p:spPr>
          <a:xfrm rot="729280">
            <a:off x="1715436" y="2414935"/>
            <a:ext cx="1168516" cy="689430"/>
          </a:xfrm>
          <a:prstGeom prst="rect">
            <a:avLst/>
          </a:prstGeom>
          <a:noFill/>
          <a:ln>
            <a:noFill/>
          </a:ln>
        </p:spPr>
      </p:pic>
      <p:sp>
        <p:nvSpPr>
          <p:cNvPr id="703" name="Google Shape;703;p74"/>
          <p:cNvSpPr txBox="1">
            <a:spLocks noGrp="1"/>
          </p:cNvSpPr>
          <p:nvPr>
            <p:ph type="title"/>
          </p:nvPr>
        </p:nvSpPr>
        <p:spPr>
          <a:xfrm>
            <a:off x="1761575" y="711175"/>
            <a:ext cx="56208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Process</a:t>
            </a:r>
            <a:endParaRPr/>
          </a:p>
        </p:txBody>
      </p:sp>
      <p:sp>
        <p:nvSpPr>
          <p:cNvPr id="704" name="Google Shape;704;p74"/>
          <p:cNvSpPr txBox="1">
            <a:spLocks noGrp="1"/>
          </p:cNvSpPr>
          <p:nvPr>
            <p:ph type="title"/>
          </p:nvPr>
        </p:nvSpPr>
        <p:spPr>
          <a:xfrm>
            <a:off x="1688156" y="2482825"/>
            <a:ext cx="1226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Step 1</a:t>
            </a:r>
            <a:endParaRPr sz="1800">
              <a:solidFill>
                <a:schemeClr val="dk2"/>
              </a:solidFill>
            </a:endParaRPr>
          </a:p>
        </p:txBody>
      </p:sp>
      <p:pic>
        <p:nvPicPr>
          <p:cNvPr id="705" name="Google Shape;705;p74"/>
          <p:cNvPicPr preferRelativeResize="0"/>
          <p:nvPr/>
        </p:nvPicPr>
        <p:blipFill>
          <a:blip r:embed="rId3">
            <a:alphaModFix amt="86000"/>
          </a:blip>
          <a:stretch>
            <a:fillRect/>
          </a:stretch>
        </p:blipFill>
        <p:spPr>
          <a:xfrm rot="729280">
            <a:off x="3362160" y="2414935"/>
            <a:ext cx="1168516" cy="689430"/>
          </a:xfrm>
          <a:prstGeom prst="rect">
            <a:avLst/>
          </a:prstGeom>
          <a:noFill/>
          <a:ln>
            <a:noFill/>
          </a:ln>
        </p:spPr>
      </p:pic>
      <p:pic>
        <p:nvPicPr>
          <p:cNvPr id="706" name="Google Shape;706;p74"/>
          <p:cNvPicPr preferRelativeResize="0"/>
          <p:nvPr/>
        </p:nvPicPr>
        <p:blipFill>
          <a:blip r:embed="rId3">
            <a:alphaModFix amt="86000"/>
          </a:blip>
          <a:stretch>
            <a:fillRect/>
          </a:stretch>
        </p:blipFill>
        <p:spPr>
          <a:xfrm rot="729280">
            <a:off x="5008885" y="2414935"/>
            <a:ext cx="1168516" cy="689430"/>
          </a:xfrm>
          <a:prstGeom prst="rect">
            <a:avLst/>
          </a:prstGeom>
          <a:noFill/>
          <a:ln>
            <a:noFill/>
          </a:ln>
        </p:spPr>
      </p:pic>
      <p:pic>
        <p:nvPicPr>
          <p:cNvPr id="707" name="Google Shape;707;p74"/>
          <p:cNvPicPr preferRelativeResize="0"/>
          <p:nvPr/>
        </p:nvPicPr>
        <p:blipFill>
          <a:blip r:embed="rId3">
            <a:alphaModFix amt="86000"/>
          </a:blip>
          <a:stretch>
            <a:fillRect/>
          </a:stretch>
        </p:blipFill>
        <p:spPr>
          <a:xfrm rot="729280">
            <a:off x="6655016" y="2414935"/>
            <a:ext cx="1168516" cy="689430"/>
          </a:xfrm>
          <a:prstGeom prst="rect">
            <a:avLst/>
          </a:prstGeom>
          <a:noFill/>
          <a:ln>
            <a:noFill/>
          </a:ln>
        </p:spPr>
      </p:pic>
      <p:sp>
        <p:nvSpPr>
          <p:cNvPr id="708" name="Google Shape;708;p74"/>
          <p:cNvSpPr txBox="1">
            <a:spLocks noGrp="1"/>
          </p:cNvSpPr>
          <p:nvPr>
            <p:ph type="title"/>
          </p:nvPr>
        </p:nvSpPr>
        <p:spPr>
          <a:xfrm>
            <a:off x="3347356" y="2482825"/>
            <a:ext cx="1226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Step 2</a:t>
            </a:r>
            <a:endParaRPr sz="1800">
              <a:solidFill>
                <a:schemeClr val="dk2"/>
              </a:solidFill>
            </a:endParaRPr>
          </a:p>
        </p:txBody>
      </p:sp>
      <p:sp>
        <p:nvSpPr>
          <p:cNvPr id="709" name="Google Shape;709;p74"/>
          <p:cNvSpPr txBox="1">
            <a:spLocks noGrp="1"/>
          </p:cNvSpPr>
          <p:nvPr>
            <p:ph type="title"/>
          </p:nvPr>
        </p:nvSpPr>
        <p:spPr>
          <a:xfrm>
            <a:off x="4994081" y="2482825"/>
            <a:ext cx="1226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Step 3</a:t>
            </a:r>
            <a:endParaRPr sz="1800">
              <a:solidFill>
                <a:schemeClr val="dk2"/>
              </a:solidFill>
            </a:endParaRPr>
          </a:p>
        </p:txBody>
      </p:sp>
      <p:sp>
        <p:nvSpPr>
          <p:cNvPr id="710" name="Google Shape;710;p74"/>
          <p:cNvSpPr txBox="1">
            <a:spLocks noGrp="1"/>
          </p:cNvSpPr>
          <p:nvPr>
            <p:ph type="title"/>
          </p:nvPr>
        </p:nvSpPr>
        <p:spPr>
          <a:xfrm>
            <a:off x="6624111" y="2482825"/>
            <a:ext cx="1226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Step 4</a:t>
            </a:r>
            <a:endParaRPr sz="1800">
              <a:solidFill>
                <a:schemeClr val="dk2"/>
              </a:solidFill>
            </a:endParaRPr>
          </a:p>
        </p:txBody>
      </p:sp>
      <p:sp>
        <p:nvSpPr>
          <p:cNvPr id="711" name="Google Shape;711;p74"/>
          <p:cNvSpPr txBox="1">
            <a:spLocks noGrp="1"/>
          </p:cNvSpPr>
          <p:nvPr>
            <p:ph type="subTitle" idx="4294967295"/>
          </p:nvPr>
        </p:nvSpPr>
        <p:spPr>
          <a:xfrm>
            <a:off x="1372994" y="3524450"/>
            <a:ext cx="1853400" cy="7524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a:solidFill>
                  <a:schemeClr val="dk2"/>
                </a:solidFill>
              </a:rPr>
              <a:t>Venus has a beautiful name</a:t>
            </a:r>
            <a:endParaRPr sz="1400">
              <a:solidFill>
                <a:schemeClr val="dk2"/>
              </a:solidFill>
            </a:endParaRPr>
          </a:p>
        </p:txBody>
      </p:sp>
      <p:sp>
        <p:nvSpPr>
          <p:cNvPr id="712" name="Google Shape;712;p74"/>
          <p:cNvSpPr txBox="1">
            <a:spLocks noGrp="1"/>
          </p:cNvSpPr>
          <p:nvPr>
            <p:ph type="subTitle" idx="4294967295"/>
          </p:nvPr>
        </p:nvSpPr>
        <p:spPr>
          <a:xfrm>
            <a:off x="6312561" y="1343225"/>
            <a:ext cx="1853400" cy="7524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a:solidFill>
                  <a:schemeClr val="dk2"/>
                </a:solidFill>
              </a:rPr>
              <a:t>Saturn is the ringed planet</a:t>
            </a:r>
            <a:endParaRPr sz="1400">
              <a:solidFill>
                <a:schemeClr val="dk2"/>
              </a:solidFill>
            </a:endParaRPr>
          </a:p>
        </p:txBody>
      </p:sp>
      <p:sp>
        <p:nvSpPr>
          <p:cNvPr id="713" name="Google Shape;713;p74"/>
          <p:cNvSpPr txBox="1">
            <a:spLocks noGrp="1"/>
          </p:cNvSpPr>
          <p:nvPr>
            <p:ph type="subTitle" idx="4294967295"/>
          </p:nvPr>
        </p:nvSpPr>
        <p:spPr>
          <a:xfrm>
            <a:off x="3034006" y="1343225"/>
            <a:ext cx="1853400" cy="7524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a:solidFill>
                  <a:schemeClr val="dk2"/>
                </a:solidFill>
              </a:rPr>
              <a:t>Mercury is the smallest planet</a:t>
            </a:r>
            <a:endParaRPr sz="1400">
              <a:solidFill>
                <a:schemeClr val="dk2"/>
              </a:solidFill>
            </a:endParaRPr>
          </a:p>
        </p:txBody>
      </p:sp>
      <p:sp>
        <p:nvSpPr>
          <p:cNvPr id="714" name="Google Shape;714;p74"/>
          <p:cNvSpPr txBox="1">
            <a:spLocks noGrp="1"/>
          </p:cNvSpPr>
          <p:nvPr>
            <p:ph type="subTitle" idx="4294967295"/>
          </p:nvPr>
        </p:nvSpPr>
        <p:spPr>
          <a:xfrm>
            <a:off x="4680731" y="3524450"/>
            <a:ext cx="1853400" cy="7524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a:solidFill>
                  <a:schemeClr val="dk2"/>
                </a:solidFill>
              </a:rPr>
              <a:t>Mars is a very cold place</a:t>
            </a:r>
            <a:endParaRPr sz="1400">
              <a:solidFill>
                <a:schemeClr val="dk2"/>
              </a:solidFill>
            </a:endParaRPr>
          </a:p>
        </p:txBody>
      </p:sp>
      <p:pic>
        <p:nvPicPr>
          <p:cNvPr id="715" name="Google Shape;715;p74"/>
          <p:cNvPicPr preferRelativeResize="0"/>
          <p:nvPr/>
        </p:nvPicPr>
        <p:blipFill>
          <a:blip r:embed="rId4">
            <a:alphaModFix amt="80000"/>
          </a:blip>
          <a:stretch>
            <a:fillRect/>
          </a:stretch>
        </p:blipFill>
        <p:spPr>
          <a:xfrm rot="-5400000">
            <a:off x="3747145" y="2115450"/>
            <a:ext cx="425926" cy="198050"/>
          </a:xfrm>
          <a:prstGeom prst="rect">
            <a:avLst/>
          </a:prstGeom>
          <a:noFill/>
          <a:ln>
            <a:noFill/>
          </a:ln>
        </p:spPr>
      </p:pic>
      <p:pic>
        <p:nvPicPr>
          <p:cNvPr id="716" name="Google Shape;716;p74"/>
          <p:cNvPicPr preferRelativeResize="0"/>
          <p:nvPr/>
        </p:nvPicPr>
        <p:blipFill>
          <a:blip r:embed="rId4">
            <a:alphaModFix amt="80000"/>
          </a:blip>
          <a:stretch>
            <a:fillRect/>
          </a:stretch>
        </p:blipFill>
        <p:spPr>
          <a:xfrm rot="-5400000">
            <a:off x="7026324" y="2115450"/>
            <a:ext cx="425926" cy="198050"/>
          </a:xfrm>
          <a:prstGeom prst="rect">
            <a:avLst/>
          </a:prstGeom>
          <a:noFill/>
          <a:ln>
            <a:noFill/>
          </a:ln>
        </p:spPr>
      </p:pic>
      <p:pic>
        <p:nvPicPr>
          <p:cNvPr id="717" name="Google Shape;717;p74"/>
          <p:cNvPicPr preferRelativeResize="0"/>
          <p:nvPr/>
        </p:nvPicPr>
        <p:blipFill>
          <a:blip r:embed="rId4">
            <a:alphaModFix amt="80000"/>
          </a:blip>
          <a:stretch>
            <a:fillRect/>
          </a:stretch>
        </p:blipFill>
        <p:spPr>
          <a:xfrm rot="5400000">
            <a:off x="5395070" y="3212450"/>
            <a:ext cx="425926" cy="198050"/>
          </a:xfrm>
          <a:prstGeom prst="rect">
            <a:avLst/>
          </a:prstGeom>
          <a:noFill/>
          <a:ln>
            <a:noFill/>
          </a:ln>
        </p:spPr>
      </p:pic>
      <p:pic>
        <p:nvPicPr>
          <p:cNvPr id="718" name="Google Shape;718;p74"/>
          <p:cNvPicPr preferRelativeResize="0"/>
          <p:nvPr/>
        </p:nvPicPr>
        <p:blipFill>
          <a:blip r:embed="rId4">
            <a:alphaModFix amt="80000"/>
          </a:blip>
          <a:stretch>
            <a:fillRect/>
          </a:stretch>
        </p:blipFill>
        <p:spPr>
          <a:xfrm rot="5400000">
            <a:off x="2086720" y="3190962"/>
            <a:ext cx="425926" cy="198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04"/>
                                        </p:tgtEl>
                                        <p:attrNameLst>
                                          <p:attrName>style.visibility</p:attrName>
                                        </p:attrNameLst>
                                      </p:cBhvr>
                                      <p:to>
                                        <p:strVal val="visible"/>
                                      </p:to>
                                    </p:set>
                                    <p:animEffect transition="in" filter="fade">
                                      <p:cBhvr>
                                        <p:cTn id="7" dur="1000"/>
                                        <p:tgtEl>
                                          <p:spTgt spid="70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708"/>
                                        </p:tgtEl>
                                        <p:attrNameLst>
                                          <p:attrName>style.visibility</p:attrName>
                                        </p:attrNameLst>
                                      </p:cBhvr>
                                      <p:to>
                                        <p:strVal val="visible"/>
                                      </p:to>
                                    </p:set>
                                    <p:animEffect transition="in" filter="fade">
                                      <p:cBhvr>
                                        <p:cTn id="11" dur="1000"/>
                                        <p:tgtEl>
                                          <p:spTgt spid="708"/>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709"/>
                                        </p:tgtEl>
                                        <p:attrNameLst>
                                          <p:attrName>style.visibility</p:attrName>
                                        </p:attrNameLst>
                                      </p:cBhvr>
                                      <p:to>
                                        <p:strVal val="visible"/>
                                      </p:to>
                                    </p:set>
                                    <p:animEffect transition="in" filter="fade">
                                      <p:cBhvr>
                                        <p:cTn id="15" dur="1000"/>
                                        <p:tgtEl>
                                          <p:spTgt spid="70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10"/>
                                        </p:tgtEl>
                                        <p:attrNameLst>
                                          <p:attrName>style.visibility</p:attrName>
                                        </p:attrNameLst>
                                      </p:cBhvr>
                                      <p:to>
                                        <p:strVal val="visible"/>
                                      </p:to>
                                    </p:set>
                                    <p:animEffect transition="in" filter="fade">
                                      <p:cBhvr>
                                        <p:cTn id="19" dur="1000"/>
                                        <p:tgtEl>
                                          <p:spTgt spid="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75"/>
          <p:cNvSpPr txBox="1">
            <a:spLocks noGrp="1"/>
          </p:cNvSpPr>
          <p:nvPr>
            <p:ph type="title"/>
          </p:nvPr>
        </p:nvSpPr>
        <p:spPr>
          <a:xfrm>
            <a:off x="1002325" y="711175"/>
            <a:ext cx="3082200" cy="94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learning process</a:t>
            </a:r>
            <a:endParaRPr/>
          </a:p>
        </p:txBody>
      </p:sp>
      <p:sp>
        <p:nvSpPr>
          <p:cNvPr id="724" name="Google Shape;724;p75"/>
          <p:cNvSpPr txBox="1">
            <a:spLocks noGrp="1"/>
          </p:cNvSpPr>
          <p:nvPr>
            <p:ph type="subTitle" idx="4294967295"/>
          </p:nvPr>
        </p:nvSpPr>
        <p:spPr>
          <a:xfrm>
            <a:off x="2205650" y="2765738"/>
            <a:ext cx="19776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Venus has a beautiful name</a:t>
            </a:r>
            <a:endParaRPr sz="1400">
              <a:solidFill>
                <a:schemeClr val="dk2"/>
              </a:solidFill>
            </a:endParaRPr>
          </a:p>
        </p:txBody>
      </p:sp>
      <p:sp>
        <p:nvSpPr>
          <p:cNvPr id="725" name="Google Shape;725;p75"/>
          <p:cNvSpPr txBox="1">
            <a:spLocks noGrp="1"/>
          </p:cNvSpPr>
          <p:nvPr>
            <p:ph type="subTitle" idx="4294967295"/>
          </p:nvPr>
        </p:nvSpPr>
        <p:spPr>
          <a:xfrm>
            <a:off x="6442525" y="1896775"/>
            <a:ext cx="19776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Saturn is the ringed planet</a:t>
            </a:r>
            <a:endParaRPr sz="1400">
              <a:solidFill>
                <a:schemeClr val="dk2"/>
              </a:solidFill>
            </a:endParaRPr>
          </a:p>
        </p:txBody>
      </p:sp>
      <p:sp>
        <p:nvSpPr>
          <p:cNvPr id="726" name="Google Shape;726;p75"/>
          <p:cNvSpPr txBox="1">
            <a:spLocks noGrp="1"/>
          </p:cNvSpPr>
          <p:nvPr>
            <p:ph type="subTitle" idx="4294967295"/>
          </p:nvPr>
        </p:nvSpPr>
        <p:spPr>
          <a:xfrm>
            <a:off x="2205650" y="1896775"/>
            <a:ext cx="19776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Mercury is the smallest planet</a:t>
            </a:r>
            <a:endParaRPr sz="1400">
              <a:solidFill>
                <a:schemeClr val="dk2"/>
              </a:solidFill>
            </a:endParaRPr>
          </a:p>
        </p:txBody>
      </p:sp>
      <p:sp>
        <p:nvSpPr>
          <p:cNvPr id="727" name="Google Shape;727;p75"/>
          <p:cNvSpPr txBox="1">
            <a:spLocks noGrp="1"/>
          </p:cNvSpPr>
          <p:nvPr>
            <p:ph type="subTitle" idx="4294967295"/>
          </p:nvPr>
        </p:nvSpPr>
        <p:spPr>
          <a:xfrm>
            <a:off x="2205655" y="3634700"/>
            <a:ext cx="19776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Mars is a very cold place</a:t>
            </a:r>
            <a:endParaRPr sz="1400">
              <a:solidFill>
                <a:schemeClr val="dk2"/>
              </a:solidFill>
            </a:endParaRPr>
          </a:p>
        </p:txBody>
      </p:sp>
      <p:sp>
        <p:nvSpPr>
          <p:cNvPr id="728" name="Google Shape;728;p75"/>
          <p:cNvSpPr txBox="1">
            <a:spLocks noGrp="1"/>
          </p:cNvSpPr>
          <p:nvPr>
            <p:ph type="subTitle" idx="4294967295"/>
          </p:nvPr>
        </p:nvSpPr>
        <p:spPr>
          <a:xfrm>
            <a:off x="6442525" y="2765738"/>
            <a:ext cx="19776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Jupiter is the biggest planet</a:t>
            </a:r>
            <a:endParaRPr sz="1400">
              <a:solidFill>
                <a:schemeClr val="dk2"/>
              </a:solidFill>
            </a:endParaRPr>
          </a:p>
        </p:txBody>
      </p:sp>
      <p:sp>
        <p:nvSpPr>
          <p:cNvPr id="729" name="Google Shape;729;p75"/>
          <p:cNvSpPr txBox="1">
            <a:spLocks noGrp="1"/>
          </p:cNvSpPr>
          <p:nvPr>
            <p:ph type="subTitle" idx="4294967295"/>
          </p:nvPr>
        </p:nvSpPr>
        <p:spPr>
          <a:xfrm>
            <a:off x="6442525" y="3634700"/>
            <a:ext cx="19776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Neptune is far from the Sun</a:t>
            </a:r>
            <a:endParaRPr sz="1400">
              <a:solidFill>
                <a:schemeClr val="dk2"/>
              </a:solidFill>
            </a:endParaRPr>
          </a:p>
        </p:txBody>
      </p:sp>
      <p:sp>
        <p:nvSpPr>
          <p:cNvPr id="730" name="Google Shape;730;p75"/>
          <p:cNvSpPr txBox="1">
            <a:spLocks noGrp="1"/>
          </p:cNvSpPr>
          <p:nvPr>
            <p:ph type="subTitle" idx="4294967295"/>
          </p:nvPr>
        </p:nvSpPr>
        <p:spPr>
          <a:xfrm>
            <a:off x="791138" y="1896775"/>
            <a:ext cx="744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latin typeface="Concert One"/>
                <a:ea typeface="Concert One"/>
                <a:cs typeface="Concert One"/>
                <a:sym typeface="Concert One"/>
              </a:rPr>
              <a:t>1</a:t>
            </a:r>
            <a:endParaRPr sz="3000">
              <a:solidFill>
                <a:schemeClr val="dk1"/>
              </a:solidFill>
              <a:latin typeface="Concert One"/>
              <a:ea typeface="Concert One"/>
              <a:cs typeface="Concert One"/>
              <a:sym typeface="Concert One"/>
            </a:endParaRPr>
          </a:p>
        </p:txBody>
      </p:sp>
      <p:sp>
        <p:nvSpPr>
          <p:cNvPr id="731" name="Google Shape;731;p75"/>
          <p:cNvSpPr txBox="1">
            <a:spLocks noGrp="1"/>
          </p:cNvSpPr>
          <p:nvPr>
            <p:ph type="subTitle" idx="4294967295"/>
          </p:nvPr>
        </p:nvSpPr>
        <p:spPr>
          <a:xfrm>
            <a:off x="791138" y="2765750"/>
            <a:ext cx="744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latin typeface="Concert One"/>
                <a:ea typeface="Concert One"/>
                <a:cs typeface="Concert One"/>
                <a:sym typeface="Concert One"/>
              </a:rPr>
              <a:t>2</a:t>
            </a:r>
            <a:endParaRPr sz="3000">
              <a:solidFill>
                <a:schemeClr val="dk1"/>
              </a:solidFill>
              <a:latin typeface="Concert One"/>
              <a:ea typeface="Concert One"/>
              <a:cs typeface="Concert One"/>
              <a:sym typeface="Concert One"/>
            </a:endParaRPr>
          </a:p>
        </p:txBody>
      </p:sp>
      <p:sp>
        <p:nvSpPr>
          <p:cNvPr id="732" name="Google Shape;732;p75"/>
          <p:cNvSpPr txBox="1">
            <a:spLocks noGrp="1"/>
          </p:cNvSpPr>
          <p:nvPr>
            <p:ph type="subTitle" idx="4294967295"/>
          </p:nvPr>
        </p:nvSpPr>
        <p:spPr>
          <a:xfrm>
            <a:off x="791138" y="3634725"/>
            <a:ext cx="744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latin typeface="Concert One"/>
                <a:ea typeface="Concert One"/>
                <a:cs typeface="Concert One"/>
                <a:sym typeface="Concert One"/>
              </a:rPr>
              <a:t>3</a:t>
            </a:r>
            <a:endParaRPr sz="3000">
              <a:solidFill>
                <a:schemeClr val="dk1"/>
              </a:solidFill>
              <a:latin typeface="Concert One"/>
              <a:ea typeface="Concert One"/>
              <a:cs typeface="Concert One"/>
              <a:sym typeface="Concert One"/>
            </a:endParaRPr>
          </a:p>
        </p:txBody>
      </p:sp>
      <p:sp>
        <p:nvSpPr>
          <p:cNvPr id="733" name="Google Shape;733;p75"/>
          <p:cNvSpPr txBox="1">
            <a:spLocks noGrp="1"/>
          </p:cNvSpPr>
          <p:nvPr>
            <p:ph type="subTitle" idx="4294967295"/>
          </p:nvPr>
        </p:nvSpPr>
        <p:spPr>
          <a:xfrm>
            <a:off x="5028113" y="1896775"/>
            <a:ext cx="744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latin typeface="Concert One"/>
                <a:ea typeface="Concert One"/>
                <a:cs typeface="Concert One"/>
                <a:sym typeface="Concert One"/>
              </a:rPr>
              <a:t>4</a:t>
            </a:r>
            <a:endParaRPr sz="3000">
              <a:solidFill>
                <a:schemeClr val="dk1"/>
              </a:solidFill>
              <a:latin typeface="Concert One"/>
              <a:ea typeface="Concert One"/>
              <a:cs typeface="Concert One"/>
              <a:sym typeface="Concert One"/>
            </a:endParaRPr>
          </a:p>
        </p:txBody>
      </p:sp>
      <p:sp>
        <p:nvSpPr>
          <p:cNvPr id="734" name="Google Shape;734;p75"/>
          <p:cNvSpPr txBox="1">
            <a:spLocks noGrp="1"/>
          </p:cNvSpPr>
          <p:nvPr>
            <p:ph type="subTitle" idx="4294967295"/>
          </p:nvPr>
        </p:nvSpPr>
        <p:spPr>
          <a:xfrm>
            <a:off x="5028113" y="2765750"/>
            <a:ext cx="744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latin typeface="Concert One"/>
                <a:ea typeface="Concert One"/>
                <a:cs typeface="Concert One"/>
                <a:sym typeface="Concert One"/>
              </a:rPr>
              <a:t>5</a:t>
            </a:r>
            <a:endParaRPr sz="3000">
              <a:solidFill>
                <a:schemeClr val="dk1"/>
              </a:solidFill>
              <a:latin typeface="Concert One"/>
              <a:ea typeface="Concert One"/>
              <a:cs typeface="Concert One"/>
              <a:sym typeface="Concert One"/>
            </a:endParaRPr>
          </a:p>
        </p:txBody>
      </p:sp>
      <p:sp>
        <p:nvSpPr>
          <p:cNvPr id="735" name="Google Shape;735;p75"/>
          <p:cNvSpPr txBox="1">
            <a:spLocks noGrp="1"/>
          </p:cNvSpPr>
          <p:nvPr>
            <p:ph type="subTitle" idx="4294967295"/>
          </p:nvPr>
        </p:nvSpPr>
        <p:spPr>
          <a:xfrm>
            <a:off x="5028113" y="3634725"/>
            <a:ext cx="744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latin typeface="Concert One"/>
                <a:ea typeface="Concert One"/>
                <a:cs typeface="Concert One"/>
                <a:sym typeface="Concert One"/>
              </a:rPr>
              <a:t>6</a:t>
            </a:r>
            <a:endParaRPr sz="3000">
              <a:solidFill>
                <a:schemeClr val="dk1"/>
              </a:solidFill>
              <a:latin typeface="Concert One"/>
              <a:ea typeface="Concert One"/>
              <a:cs typeface="Concert One"/>
              <a:sym typeface="Concert One"/>
            </a:endParaRPr>
          </a:p>
        </p:txBody>
      </p:sp>
      <p:cxnSp>
        <p:nvCxnSpPr>
          <p:cNvPr id="736" name="Google Shape;736;p75"/>
          <p:cNvCxnSpPr/>
          <p:nvPr/>
        </p:nvCxnSpPr>
        <p:spPr>
          <a:xfrm>
            <a:off x="1805279" y="1896775"/>
            <a:ext cx="0" cy="2380200"/>
          </a:xfrm>
          <a:prstGeom prst="straightConnector1">
            <a:avLst/>
          </a:prstGeom>
          <a:noFill/>
          <a:ln w="19050" cap="flat" cmpd="sng">
            <a:solidFill>
              <a:schemeClr val="dk2"/>
            </a:solidFill>
            <a:prstDash val="solid"/>
            <a:round/>
            <a:headEnd type="none" w="med" len="med"/>
            <a:tailEnd type="none" w="med" len="med"/>
          </a:ln>
        </p:spPr>
      </p:cxnSp>
      <p:cxnSp>
        <p:nvCxnSpPr>
          <p:cNvPr id="737" name="Google Shape;737;p75"/>
          <p:cNvCxnSpPr/>
          <p:nvPr/>
        </p:nvCxnSpPr>
        <p:spPr>
          <a:xfrm>
            <a:off x="6031010" y="1896775"/>
            <a:ext cx="0" cy="2380200"/>
          </a:xfrm>
          <a:prstGeom prst="straightConnector1">
            <a:avLst/>
          </a:prstGeom>
          <a:noFill/>
          <a:ln w="19050" cap="flat" cmpd="sng">
            <a:solidFill>
              <a:schemeClr val="dk2"/>
            </a:solidFill>
            <a:prstDash val="solid"/>
            <a:round/>
            <a:headEnd type="none" w="med" len="med"/>
            <a:tailEnd type="none" w="med" len="med"/>
          </a:ln>
        </p:spPr>
      </p:cxnSp>
      <p:pic>
        <p:nvPicPr>
          <p:cNvPr id="738" name="Google Shape;738;p75"/>
          <p:cNvPicPr preferRelativeResize="0"/>
          <p:nvPr/>
        </p:nvPicPr>
        <p:blipFill>
          <a:blip r:embed="rId3">
            <a:alphaModFix/>
          </a:blip>
          <a:stretch>
            <a:fillRect/>
          </a:stretch>
        </p:blipFill>
        <p:spPr>
          <a:xfrm>
            <a:off x="1433119" y="2110239"/>
            <a:ext cx="744301" cy="133161"/>
          </a:xfrm>
          <a:prstGeom prst="rect">
            <a:avLst/>
          </a:prstGeom>
          <a:noFill/>
          <a:ln>
            <a:noFill/>
          </a:ln>
        </p:spPr>
      </p:pic>
      <p:pic>
        <p:nvPicPr>
          <p:cNvPr id="739" name="Google Shape;739;p75"/>
          <p:cNvPicPr preferRelativeResize="0"/>
          <p:nvPr/>
        </p:nvPicPr>
        <p:blipFill>
          <a:blip r:embed="rId3">
            <a:alphaModFix/>
          </a:blip>
          <a:stretch>
            <a:fillRect/>
          </a:stretch>
        </p:blipFill>
        <p:spPr>
          <a:xfrm>
            <a:off x="1433119" y="2979214"/>
            <a:ext cx="744301" cy="133161"/>
          </a:xfrm>
          <a:prstGeom prst="rect">
            <a:avLst/>
          </a:prstGeom>
          <a:noFill/>
          <a:ln>
            <a:noFill/>
          </a:ln>
        </p:spPr>
      </p:pic>
      <p:pic>
        <p:nvPicPr>
          <p:cNvPr id="740" name="Google Shape;740;p75"/>
          <p:cNvPicPr preferRelativeResize="0"/>
          <p:nvPr/>
        </p:nvPicPr>
        <p:blipFill>
          <a:blip r:embed="rId3">
            <a:alphaModFix/>
          </a:blip>
          <a:stretch>
            <a:fillRect/>
          </a:stretch>
        </p:blipFill>
        <p:spPr>
          <a:xfrm>
            <a:off x="1433119" y="3848189"/>
            <a:ext cx="744301" cy="133161"/>
          </a:xfrm>
          <a:prstGeom prst="rect">
            <a:avLst/>
          </a:prstGeom>
          <a:noFill/>
          <a:ln>
            <a:noFill/>
          </a:ln>
        </p:spPr>
      </p:pic>
      <p:pic>
        <p:nvPicPr>
          <p:cNvPr id="741" name="Google Shape;741;p75"/>
          <p:cNvPicPr preferRelativeResize="0"/>
          <p:nvPr/>
        </p:nvPicPr>
        <p:blipFill>
          <a:blip r:embed="rId3">
            <a:alphaModFix/>
          </a:blip>
          <a:stretch>
            <a:fillRect/>
          </a:stretch>
        </p:blipFill>
        <p:spPr>
          <a:xfrm>
            <a:off x="5658844" y="2110239"/>
            <a:ext cx="744301" cy="133161"/>
          </a:xfrm>
          <a:prstGeom prst="rect">
            <a:avLst/>
          </a:prstGeom>
          <a:noFill/>
          <a:ln>
            <a:noFill/>
          </a:ln>
        </p:spPr>
      </p:pic>
      <p:pic>
        <p:nvPicPr>
          <p:cNvPr id="742" name="Google Shape;742;p75"/>
          <p:cNvPicPr preferRelativeResize="0"/>
          <p:nvPr/>
        </p:nvPicPr>
        <p:blipFill>
          <a:blip r:embed="rId3">
            <a:alphaModFix/>
          </a:blip>
          <a:stretch>
            <a:fillRect/>
          </a:stretch>
        </p:blipFill>
        <p:spPr>
          <a:xfrm>
            <a:off x="5658844" y="2979214"/>
            <a:ext cx="744301" cy="133161"/>
          </a:xfrm>
          <a:prstGeom prst="rect">
            <a:avLst/>
          </a:prstGeom>
          <a:noFill/>
          <a:ln>
            <a:noFill/>
          </a:ln>
        </p:spPr>
      </p:pic>
      <p:pic>
        <p:nvPicPr>
          <p:cNvPr id="743" name="Google Shape;743;p75"/>
          <p:cNvPicPr preferRelativeResize="0"/>
          <p:nvPr/>
        </p:nvPicPr>
        <p:blipFill>
          <a:blip r:embed="rId3">
            <a:alphaModFix/>
          </a:blip>
          <a:stretch>
            <a:fillRect/>
          </a:stretch>
        </p:blipFill>
        <p:spPr>
          <a:xfrm>
            <a:off x="5658844" y="3848189"/>
            <a:ext cx="744301" cy="13316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30"/>
                                        </p:tgtEl>
                                        <p:attrNameLst>
                                          <p:attrName>style.visibility</p:attrName>
                                        </p:attrNameLst>
                                      </p:cBhvr>
                                      <p:to>
                                        <p:strVal val="visible"/>
                                      </p:to>
                                    </p:set>
                                    <p:animEffect transition="in" filter="fade">
                                      <p:cBhvr>
                                        <p:cTn id="7" dur="1000"/>
                                        <p:tgtEl>
                                          <p:spTgt spid="73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731"/>
                                        </p:tgtEl>
                                        <p:attrNameLst>
                                          <p:attrName>style.visibility</p:attrName>
                                        </p:attrNameLst>
                                      </p:cBhvr>
                                      <p:to>
                                        <p:strVal val="visible"/>
                                      </p:to>
                                    </p:set>
                                    <p:animEffect transition="in" filter="fade">
                                      <p:cBhvr>
                                        <p:cTn id="11" dur="1000"/>
                                        <p:tgtEl>
                                          <p:spTgt spid="731"/>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732"/>
                                        </p:tgtEl>
                                        <p:attrNameLst>
                                          <p:attrName>style.visibility</p:attrName>
                                        </p:attrNameLst>
                                      </p:cBhvr>
                                      <p:to>
                                        <p:strVal val="visible"/>
                                      </p:to>
                                    </p:set>
                                    <p:animEffect transition="in" filter="fade">
                                      <p:cBhvr>
                                        <p:cTn id="15" dur="1000"/>
                                        <p:tgtEl>
                                          <p:spTgt spid="732"/>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33"/>
                                        </p:tgtEl>
                                        <p:attrNameLst>
                                          <p:attrName>style.visibility</p:attrName>
                                        </p:attrNameLst>
                                      </p:cBhvr>
                                      <p:to>
                                        <p:strVal val="visible"/>
                                      </p:to>
                                    </p:set>
                                    <p:animEffect transition="in" filter="fade">
                                      <p:cBhvr>
                                        <p:cTn id="19" dur="1000"/>
                                        <p:tgtEl>
                                          <p:spTgt spid="733"/>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734"/>
                                        </p:tgtEl>
                                        <p:attrNameLst>
                                          <p:attrName>style.visibility</p:attrName>
                                        </p:attrNameLst>
                                      </p:cBhvr>
                                      <p:to>
                                        <p:strVal val="visible"/>
                                      </p:to>
                                    </p:set>
                                    <p:animEffect transition="in" filter="fade">
                                      <p:cBhvr>
                                        <p:cTn id="23" dur="1000"/>
                                        <p:tgtEl>
                                          <p:spTgt spid="734"/>
                                        </p:tgtEl>
                                      </p:cBhvr>
                                    </p:animEffect>
                                  </p:childTnLst>
                                </p:cTn>
                              </p:par>
                            </p:childTnLst>
                          </p:cTn>
                        </p:par>
                        <p:par>
                          <p:cTn id="24" fill="hold">
                            <p:stCondLst>
                              <p:cond delay="5000"/>
                            </p:stCondLst>
                            <p:childTnLst>
                              <p:par>
                                <p:cTn id="25" presetID="10" presetClass="entr" presetSubtype="0" fill="hold" nodeType="afterEffect">
                                  <p:stCondLst>
                                    <p:cond delay="0"/>
                                  </p:stCondLst>
                                  <p:childTnLst>
                                    <p:set>
                                      <p:cBhvr>
                                        <p:cTn id="26" dur="1" fill="hold">
                                          <p:stCondLst>
                                            <p:cond delay="0"/>
                                          </p:stCondLst>
                                        </p:cTn>
                                        <p:tgtEl>
                                          <p:spTgt spid="735"/>
                                        </p:tgtEl>
                                        <p:attrNameLst>
                                          <p:attrName>style.visibility</p:attrName>
                                        </p:attrNameLst>
                                      </p:cBhvr>
                                      <p:to>
                                        <p:strVal val="visible"/>
                                      </p:to>
                                    </p:set>
                                    <p:animEffect transition="in" filter="fade">
                                      <p:cBhvr>
                                        <p:cTn id="27" dur="1000"/>
                                        <p:tgtEl>
                                          <p:spTgt spid="7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76"/>
          <p:cNvSpPr txBox="1">
            <a:spLocks noGrp="1"/>
          </p:cNvSpPr>
          <p:nvPr>
            <p:ph type="title"/>
          </p:nvPr>
        </p:nvSpPr>
        <p:spPr>
          <a:xfrm>
            <a:off x="1761575" y="711175"/>
            <a:ext cx="56208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Relations between concepts</a:t>
            </a:r>
            <a:endParaRPr/>
          </a:p>
        </p:txBody>
      </p:sp>
      <p:sp>
        <p:nvSpPr>
          <p:cNvPr id="749" name="Google Shape;749;p76"/>
          <p:cNvSpPr/>
          <p:nvPr/>
        </p:nvSpPr>
        <p:spPr>
          <a:xfrm>
            <a:off x="3336163" y="1624607"/>
            <a:ext cx="407485" cy="374550"/>
          </a:xfrm>
          <a:custGeom>
            <a:avLst/>
            <a:gdLst/>
            <a:ahLst/>
            <a:cxnLst/>
            <a:rect l="l" t="t" r="r" b="b"/>
            <a:pathLst>
              <a:path w="12718" h="11691" extrusionOk="0">
                <a:moveTo>
                  <a:pt x="7764" y="1347"/>
                </a:moveTo>
                <a:cubicBezTo>
                  <a:pt x="8050" y="1466"/>
                  <a:pt x="8264" y="1728"/>
                  <a:pt x="8312" y="2037"/>
                </a:cubicBezTo>
                <a:cubicBezTo>
                  <a:pt x="8097" y="2085"/>
                  <a:pt x="7859" y="2109"/>
                  <a:pt x="7645" y="2109"/>
                </a:cubicBezTo>
                <a:cubicBezTo>
                  <a:pt x="7692" y="1895"/>
                  <a:pt x="7716" y="1633"/>
                  <a:pt x="7764" y="1371"/>
                </a:cubicBezTo>
                <a:lnTo>
                  <a:pt x="7764" y="1347"/>
                </a:lnTo>
                <a:close/>
                <a:moveTo>
                  <a:pt x="4882" y="1085"/>
                </a:moveTo>
                <a:cubicBezTo>
                  <a:pt x="5525" y="1109"/>
                  <a:pt x="6144" y="1085"/>
                  <a:pt x="6764" y="1133"/>
                </a:cubicBezTo>
                <a:cubicBezTo>
                  <a:pt x="6692" y="1609"/>
                  <a:pt x="6597" y="2085"/>
                  <a:pt x="6526" y="2585"/>
                </a:cubicBezTo>
                <a:cubicBezTo>
                  <a:pt x="6526" y="2800"/>
                  <a:pt x="6692" y="3014"/>
                  <a:pt x="6907" y="3085"/>
                </a:cubicBezTo>
                <a:cubicBezTo>
                  <a:pt x="7149" y="3136"/>
                  <a:pt x="7398" y="3160"/>
                  <a:pt x="7647" y="3160"/>
                </a:cubicBezTo>
                <a:cubicBezTo>
                  <a:pt x="7863" y="3160"/>
                  <a:pt x="8078" y="3142"/>
                  <a:pt x="8288" y="3109"/>
                </a:cubicBezTo>
                <a:cubicBezTo>
                  <a:pt x="8288" y="3157"/>
                  <a:pt x="8288" y="3204"/>
                  <a:pt x="8288" y="3228"/>
                </a:cubicBezTo>
                <a:cubicBezTo>
                  <a:pt x="8193" y="3966"/>
                  <a:pt x="8169" y="4728"/>
                  <a:pt x="8193" y="5467"/>
                </a:cubicBezTo>
                <a:lnTo>
                  <a:pt x="7145" y="5467"/>
                </a:lnTo>
                <a:cubicBezTo>
                  <a:pt x="6430" y="5467"/>
                  <a:pt x="5716" y="5491"/>
                  <a:pt x="4978" y="5538"/>
                </a:cubicBezTo>
                <a:cubicBezTo>
                  <a:pt x="4930" y="4062"/>
                  <a:pt x="4882" y="2585"/>
                  <a:pt x="4882" y="1085"/>
                </a:cubicBezTo>
                <a:close/>
                <a:moveTo>
                  <a:pt x="7361" y="6510"/>
                </a:moveTo>
                <a:cubicBezTo>
                  <a:pt x="7733" y="6510"/>
                  <a:pt x="8106" y="6518"/>
                  <a:pt x="8478" y="6538"/>
                </a:cubicBezTo>
                <a:cubicBezTo>
                  <a:pt x="8534" y="6566"/>
                  <a:pt x="8606" y="6578"/>
                  <a:pt x="8676" y="6578"/>
                </a:cubicBezTo>
                <a:cubicBezTo>
                  <a:pt x="8725" y="6578"/>
                  <a:pt x="8772" y="6572"/>
                  <a:pt x="8812" y="6562"/>
                </a:cubicBezTo>
                <a:cubicBezTo>
                  <a:pt x="9169" y="6586"/>
                  <a:pt x="9502" y="6634"/>
                  <a:pt x="9836" y="6681"/>
                </a:cubicBezTo>
                <a:cubicBezTo>
                  <a:pt x="10336" y="6753"/>
                  <a:pt x="10812" y="6848"/>
                  <a:pt x="11265" y="7015"/>
                </a:cubicBezTo>
                <a:cubicBezTo>
                  <a:pt x="11574" y="7110"/>
                  <a:pt x="11431" y="7848"/>
                  <a:pt x="11431" y="8110"/>
                </a:cubicBezTo>
                <a:cubicBezTo>
                  <a:pt x="11479" y="8634"/>
                  <a:pt x="11479" y="9158"/>
                  <a:pt x="11407" y="9658"/>
                </a:cubicBezTo>
                <a:cubicBezTo>
                  <a:pt x="11362" y="9850"/>
                  <a:pt x="11082" y="9903"/>
                  <a:pt x="10772" y="9903"/>
                </a:cubicBezTo>
                <a:cubicBezTo>
                  <a:pt x="10427" y="9903"/>
                  <a:pt x="10045" y="9837"/>
                  <a:pt x="9907" y="9825"/>
                </a:cubicBezTo>
                <a:cubicBezTo>
                  <a:pt x="8728" y="9753"/>
                  <a:pt x="7550" y="9718"/>
                  <a:pt x="6371" y="9718"/>
                </a:cubicBezTo>
                <a:cubicBezTo>
                  <a:pt x="5192" y="9718"/>
                  <a:pt x="4013" y="9753"/>
                  <a:pt x="2834" y="9825"/>
                </a:cubicBezTo>
                <a:cubicBezTo>
                  <a:pt x="2752" y="9825"/>
                  <a:pt x="2628" y="9832"/>
                  <a:pt x="2496" y="9832"/>
                </a:cubicBezTo>
                <a:cubicBezTo>
                  <a:pt x="2211" y="9832"/>
                  <a:pt x="1883" y="9798"/>
                  <a:pt x="1834" y="9587"/>
                </a:cubicBezTo>
                <a:cubicBezTo>
                  <a:pt x="1786" y="9182"/>
                  <a:pt x="1763" y="8801"/>
                  <a:pt x="1810" y="8396"/>
                </a:cubicBezTo>
                <a:cubicBezTo>
                  <a:pt x="1834" y="7848"/>
                  <a:pt x="1905" y="7300"/>
                  <a:pt x="1929" y="6753"/>
                </a:cubicBezTo>
                <a:cubicBezTo>
                  <a:pt x="3728" y="6713"/>
                  <a:pt x="5543" y="6510"/>
                  <a:pt x="7361" y="6510"/>
                </a:cubicBezTo>
                <a:close/>
                <a:moveTo>
                  <a:pt x="4406" y="1"/>
                </a:moveTo>
                <a:cubicBezTo>
                  <a:pt x="4117" y="1"/>
                  <a:pt x="3858" y="223"/>
                  <a:pt x="3858" y="537"/>
                </a:cubicBezTo>
                <a:cubicBezTo>
                  <a:pt x="3811" y="2228"/>
                  <a:pt x="3882" y="3919"/>
                  <a:pt x="3954" y="5610"/>
                </a:cubicBezTo>
                <a:cubicBezTo>
                  <a:pt x="3120" y="5657"/>
                  <a:pt x="2263" y="5705"/>
                  <a:pt x="1429" y="5729"/>
                </a:cubicBezTo>
                <a:cubicBezTo>
                  <a:pt x="1411" y="5726"/>
                  <a:pt x="1393" y="5724"/>
                  <a:pt x="1374" y="5724"/>
                </a:cubicBezTo>
                <a:cubicBezTo>
                  <a:pt x="1245" y="5724"/>
                  <a:pt x="1108" y="5794"/>
                  <a:pt x="1024" y="5919"/>
                </a:cubicBezTo>
                <a:cubicBezTo>
                  <a:pt x="953" y="5991"/>
                  <a:pt x="905" y="6110"/>
                  <a:pt x="905" y="6229"/>
                </a:cubicBezTo>
                <a:cubicBezTo>
                  <a:pt x="881" y="7658"/>
                  <a:pt x="0" y="10539"/>
                  <a:pt x="2048" y="10825"/>
                </a:cubicBezTo>
                <a:lnTo>
                  <a:pt x="2048" y="11015"/>
                </a:lnTo>
                <a:cubicBezTo>
                  <a:pt x="2048" y="11254"/>
                  <a:pt x="2215" y="11468"/>
                  <a:pt x="2429" y="11539"/>
                </a:cubicBezTo>
                <a:cubicBezTo>
                  <a:pt x="2759" y="11607"/>
                  <a:pt x="3249" y="11691"/>
                  <a:pt x="3729" y="11691"/>
                </a:cubicBezTo>
                <a:cubicBezTo>
                  <a:pt x="4428" y="11691"/>
                  <a:pt x="5103" y="11513"/>
                  <a:pt x="5216" y="10849"/>
                </a:cubicBezTo>
                <a:cubicBezTo>
                  <a:pt x="5787" y="10825"/>
                  <a:pt x="6335" y="10801"/>
                  <a:pt x="6883" y="10801"/>
                </a:cubicBezTo>
                <a:lnTo>
                  <a:pt x="7573" y="10801"/>
                </a:lnTo>
                <a:lnTo>
                  <a:pt x="7573" y="11087"/>
                </a:lnTo>
                <a:cubicBezTo>
                  <a:pt x="7597" y="11373"/>
                  <a:pt x="7811" y="11587"/>
                  <a:pt x="8097" y="11611"/>
                </a:cubicBezTo>
                <a:cubicBezTo>
                  <a:pt x="8347" y="11627"/>
                  <a:pt x="8711" y="11659"/>
                  <a:pt x="9093" y="11659"/>
                </a:cubicBezTo>
                <a:cubicBezTo>
                  <a:pt x="9842" y="11659"/>
                  <a:pt x="10663" y="11535"/>
                  <a:pt x="10836" y="10920"/>
                </a:cubicBezTo>
                <a:cubicBezTo>
                  <a:pt x="11003" y="10920"/>
                  <a:pt x="11146" y="10920"/>
                  <a:pt x="11312" y="10896"/>
                </a:cubicBezTo>
                <a:cubicBezTo>
                  <a:pt x="12479" y="10754"/>
                  <a:pt x="12527" y="9515"/>
                  <a:pt x="12479" y="8586"/>
                </a:cubicBezTo>
                <a:cubicBezTo>
                  <a:pt x="12479" y="7753"/>
                  <a:pt x="12717" y="6586"/>
                  <a:pt x="11836" y="6110"/>
                </a:cubicBezTo>
                <a:cubicBezTo>
                  <a:pt x="11026" y="5729"/>
                  <a:pt x="10145" y="5514"/>
                  <a:pt x="9240" y="5514"/>
                </a:cubicBezTo>
                <a:cubicBezTo>
                  <a:pt x="9264" y="4514"/>
                  <a:pt x="9288" y="3562"/>
                  <a:pt x="9407" y="2561"/>
                </a:cubicBezTo>
                <a:cubicBezTo>
                  <a:pt x="9502" y="1895"/>
                  <a:pt x="9264" y="1204"/>
                  <a:pt x="8740" y="751"/>
                </a:cubicBezTo>
                <a:cubicBezTo>
                  <a:pt x="8028" y="115"/>
                  <a:pt x="7055" y="67"/>
                  <a:pt x="6098" y="67"/>
                </a:cubicBezTo>
                <a:cubicBezTo>
                  <a:pt x="5928" y="67"/>
                  <a:pt x="5757" y="68"/>
                  <a:pt x="5589" y="68"/>
                </a:cubicBezTo>
                <a:cubicBezTo>
                  <a:pt x="5219" y="68"/>
                  <a:pt x="4858" y="61"/>
                  <a:pt x="4525" y="13"/>
                </a:cubicBezTo>
                <a:cubicBezTo>
                  <a:pt x="4485" y="5"/>
                  <a:pt x="4445" y="1"/>
                  <a:pt x="44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76"/>
          <p:cNvSpPr/>
          <p:nvPr/>
        </p:nvSpPr>
        <p:spPr>
          <a:xfrm>
            <a:off x="5839314" y="1652641"/>
            <a:ext cx="383404" cy="341201"/>
          </a:xfrm>
          <a:custGeom>
            <a:avLst/>
            <a:gdLst/>
            <a:ahLst/>
            <a:cxnLst/>
            <a:rect l="l" t="t" r="r" b="b"/>
            <a:pathLst>
              <a:path w="11265" h="10025" extrusionOk="0">
                <a:moveTo>
                  <a:pt x="4049" y="1050"/>
                </a:moveTo>
                <a:cubicBezTo>
                  <a:pt x="4121" y="1098"/>
                  <a:pt x="4216" y="1169"/>
                  <a:pt x="4311" y="1217"/>
                </a:cubicBezTo>
                <a:cubicBezTo>
                  <a:pt x="4525" y="1312"/>
                  <a:pt x="4740" y="1383"/>
                  <a:pt x="4954" y="1431"/>
                </a:cubicBezTo>
                <a:cubicBezTo>
                  <a:pt x="4573" y="1622"/>
                  <a:pt x="4192" y="1788"/>
                  <a:pt x="3811" y="2003"/>
                </a:cubicBezTo>
                <a:cubicBezTo>
                  <a:pt x="3359" y="2288"/>
                  <a:pt x="2954" y="2669"/>
                  <a:pt x="2477" y="2955"/>
                </a:cubicBezTo>
                <a:cubicBezTo>
                  <a:pt x="2096" y="2908"/>
                  <a:pt x="1691" y="2836"/>
                  <a:pt x="1310" y="2693"/>
                </a:cubicBezTo>
                <a:cubicBezTo>
                  <a:pt x="1739" y="2431"/>
                  <a:pt x="2215" y="2265"/>
                  <a:pt x="2644" y="2026"/>
                </a:cubicBezTo>
                <a:cubicBezTo>
                  <a:pt x="3144" y="1741"/>
                  <a:pt x="3573" y="1360"/>
                  <a:pt x="4049" y="1050"/>
                </a:cubicBezTo>
                <a:close/>
                <a:moveTo>
                  <a:pt x="7193" y="1026"/>
                </a:moveTo>
                <a:cubicBezTo>
                  <a:pt x="7693" y="1336"/>
                  <a:pt x="8121" y="1693"/>
                  <a:pt x="8598" y="2003"/>
                </a:cubicBezTo>
                <a:cubicBezTo>
                  <a:pt x="9026" y="2312"/>
                  <a:pt x="9503" y="2455"/>
                  <a:pt x="9931" y="2693"/>
                </a:cubicBezTo>
                <a:cubicBezTo>
                  <a:pt x="9550" y="2836"/>
                  <a:pt x="9169" y="2908"/>
                  <a:pt x="8764" y="2955"/>
                </a:cubicBezTo>
                <a:lnTo>
                  <a:pt x="8717" y="2931"/>
                </a:lnTo>
                <a:cubicBezTo>
                  <a:pt x="8669" y="2884"/>
                  <a:pt x="8622" y="2860"/>
                  <a:pt x="8574" y="2836"/>
                </a:cubicBezTo>
                <a:cubicBezTo>
                  <a:pt x="8193" y="2574"/>
                  <a:pt x="7836" y="2265"/>
                  <a:pt x="7431" y="2026"/>
                </a:cubicBezTo>
                <a:cubicBezTo>
                  <a:pt x="7074" y="1812"/>
                  <a:pt x="6693" y="1622"/>
                  <a:pt x="6288" y="1431"/>
                </a:cubicBezTo>
                <a:cubicBezTo>
                  <a:pt x="6454" y="1383"/>
                  <a:pt x="6645" y="1336"/>
                  <a:pt x="6764" y="1288"/>
                </a:cubicBezTo>
                <a:cubicBezTo>
                  <a:pt x="6931" y="1217"/>
                  <a:pt x="7074" y="1145"/>
                  <a:pt x="7193" y="1026"/>
                </a:cubicBezTo>
                <a:close/>
                <a:moveTo>
                  <a:pt x="5621" y="2146"/>
                </a:moveTo>
                <a:cubicBezTo>
                  <a:pt x="6073" y="2384"/>
                  <a:pt x="6526" y="2574"/>
                  <a:pt x="6978" y="2812"/>
                </a:cubicBezTo>
                <a:cubicBezTo>
                  <a:pt x="7216" y="2955"/>
                  <a:pt x="7431" y="3122"/>
                  <a:pt x="7669" y="3312"/>
                </a:cubicBezTo>
                <a:cubicBezTo>
                  <a:pt x="6907" y="3527"/>
                  <a:pt x="6169" y="3860"/>
                  <a:pt x="5502" y="4241"/>
                </a:cubicBezTo>
                <a:cubicBezTo>
                  <a:pt x="4859" y="3884"/>
                  <a:pt x="4216" y="3598"/>
                  <a:pt x="3525" y="3360"/>
                </a:cubicBezTo>
                <a:cubicBezTo>
                  <a:pt x="3787" y="3170"/>
                  <a:pt x="4025" y="2979"/>
                  <a:pt x="4287" y="2812"/>
                </a:cubicBezTo>
                <a:cubicBezTo>
                  <a:pt x="4716" y="2550"/>
                  <a:pt x="5192" y="2360"/>
                  <a:pt x="5621" y="2146"/>
                </a:cubicBezTo>
                <a:close/>
                <a:moveTo>
                  <a:pt x="8526" y="4003"/>
                </a:moveTo>
                <a:cubicBezTo>
                  <a:pt x="8883" y="4265"/>
                  <a:pt x="9288" y="4432"/>
                  <a:pt x="9646" y="4670"/>
                </a:cubicBezTo>
                <a:cubicBezTo>
                  <a:pt x="9574" y="4718"/>
                  <a:pt x="9503" y="4765"/>
                  <a:pt x="9431" y="4813"/>
                </a:cubicBezTo>
                <a:cubicBezTo>
                  <a:pt x="8979" y="5003"/>
                  <a:pt x="8550" y="5194"/>
                  <a:pt x="8074" y="5360"/>
                </a:cubicBezTo>
                <a:cubicBezTo>
                  <a:pt x="7717" y="5503"/>
                  <a:pt x="7336" y="5646"/>
                  <a:pt x="6978" y="5742"/>
                </a:cubicBezTo>
                <a:cubicBezTo>
                  <a:pt x="6960" y="5746"/>
                  <a:pt x="6941" y="5748"/>
                  <a:pt x="6923" y="5748"/>
                </a:cubicBezTo>
                <a:cubicBezTo>
                  <a:pt x="6638" y="5748"/>
                  <a:pt x="6398" y="5242"/>
                  <a:pt x="6264" y="4884"/>
                </a:cubicBezTo>
                <a:cubicBezTo>
                  <a:pt x="6978" y="4479"/>
                  <a:pt x="7740" y="4194"/>
                  <a:pt x="8526" y="4003"/>
                </a:cubicBezTo>
                <a:close/>
                <a:moveTo>
                  <a:pt x="2858" y="4146"/>
                </a:moveTo>
                <a:cubicBezTo>
                  <a:pt x="3501" y="4313"/>
                  <a:pt x="4121" y="4575"/>
                  <a:pt x="4716" y="4884"/>
                </a:cubicBezTo>
                <a:cubicBezTo>
                  <a:pt x="4573" y="5265"/>
                  <a:pt x="4335" y="5765"/>
                  <a:pt x="4073" y="5765"/>
                </a:cubicBezTo>
                <a:cubicBezTo>
                  <a:pt x="3692" y="5718"/>
                  <a:pt x="3335" y="5622"/>
                  <a:pt x="3001" y="5456"/>
                </a:cubicBezTo>
                <a:cubicBezTo>
                  <a:pt x="2454" y="5313"/>
                  <a:pt x="1906" y="5122"/>
                  <a:pt x="1382" y="4884"/>
                </a:cubicBezTo>
                <a:cubicBezTo>
                  <a:pt x="1858" y="4622"/>
                  <a:pt x="2454" y="4527"/>
                  <a:pt x="2858" y="4146"/>
                </a:cubicBezTo>
                <a:close/>
                <a:moveTo>
                  <a:pt x="5502" y="5384"/>
                </a:moveTo>
                <a:cubicBezTo>
                  <a:pt x="5819" y="6077"/>
                  <a:pt x="6250" y="6622"/>
                  <a:pt x="6989" y="6622"/>
                </a:cubicBezTo>
                <a:cubicBezTo>
                  <a:pt x="7139" y="6622"/>
                  <a:pt x="7302" y="6599"/>
                  <a:pt x="7478" y="6551"/>
                </a:cubicBezTo>
                <a:cubicBezTo>
                  <a:pt x="8098" y="6385"/>
                  <a:pt x="8693" y="6170"/>
                  <a:pt x="9288" y="5932"/>
                </a:cubicBezTo>
                <a:cubicBezTo>
                  <a:pt x="9312" y="6527"/>
                  <a:pt x="9360" y="7147"/>
                  <a:pt x="9336" y="7718"/>
                </a:cubicBezTo>
                <a:cubicBezTo>
                  <a:pt x="9336" y="8028"/>
                  <a:pt x="7812" y="8480"/>
                  <a:pt x="7574" y="8599"/>
                </a:cubicBezTo>
                <a:cubicBezTo>
                  <a:pt x="6933" y="8882"/>
                  <a:pt x="6377" y="9044"/>
                  <a:pt x="5781" y="9044"/>
                </a:cubicBezTo>
                <a:cubicBezTo>
                  <a:pt x="5425" y="9044"/>
                  <a:pt x="5055" y="8986"/>
                  <a:pt x="4644" y="8861"/>
                </a:cubicBezTo>
                <a:cubicBezTo>
                  <a:pt x="3882" y="8575"/>
                  <a:pt x="3073" y="8337"/>
                  <a:pt x="2263" y="8147"/>
                </a:cubicBezTo>
                <a:cubicBezTo>
                  <a:pt x="2215" y="7504"/>
                  <a:pt x="2168" y="6837"/>
                  <a:pt x="2144" y="6194"/>
                </a:cubicBezTo>
                <a:lnTo>
                  <a:pt x="2144" y="6194"/>
                </a:lnTo>
                <a:cubicBezTo>
                  <a:pt x="2620" y="6337"/>
                  <a:pt x="3097" y="6456"/>
                  <a:pt x="3478" y="6575"/>
                </a:cubicBezTo>
                <a:cubicBezTo>
                  <a:pt x="3658" y="6623"/>
                  <a:pt x="3824" y="6646"/>
                  <a:pt x="3976" y="6646"/>
                </a:cubicBezTo>
                <a:cubicBezTo>
                  <a:pt x="4730" y="6646"/>
                  <a:pt x="5165" y="6097"/>
                  <a:pt x="5502" y="5384"/>
                </a:cubicBezTo>
                <a:close/>
                <a:moveTo>
                  <a:pt x="7109" y="0"/>
                </a:moveTo>
                <a:cubicBezTo>
                  <a:pt x="6954" y="0"/>
                  <a:pt x="6810" y="85"/>
                  <a:pt x="6716" y="240"/>
                </a:cubicBezTo>
                <a:cubicBezTo>
                  <a:pt x="6478" y="574"/>
                  <a:pt x="6026" y="645"/>
                  <a:pt x="5645" y="836"/>
                </a:cubicBezTo>
                <a:cubicBezTo>
                  <a:pt x="5240" y="645"/>
                  <a:pt x="4787" y="574"/>
                  <a:pt x="4549" y="240"/>
                </a:cubicBezTo>
                <a:cubicBezTo>
                  <a:pt x="4453" y="96"/>
                  <a:pt x="4292" y="6"/>
                  <a:pt x="4132" y="6"/>
                </a:cubicBezTo>
                <a:cubicBezTo>
                  <a:pt x="4054" y="6"/>
                  <a:pt x="3976" y="27"/>
                  <a:pt x="3906" y="74"/>
                </a:cubicBezTo>
                <a:cubicBezTo>
                  <a:pt x="3216" y="431"/>
                  <a:pt x="2644" y="979"/>
                  <a:pt x="1953" y="1360"/>
                </a:cubicBezTo>
                <a:cubicBezTo>
                  <a:pt x="1334" y="1693"/>
                  <a:pt x="715" y="1907"/>
                  <a:pt x="167" y="2384"/>
                </a:cubicBezTo>
                <a:cubicBezTo>
                  <a:pt x="1" y="2574"/>
                  <a:pt x="1" y="2860"/>
                  <a:pt x="167" y="3050"/>
                </a:cubicBezTo>
                <a:cubicBezTo>
                  <a:pt x="620" y="3432"/>
                  <a:pt x="1191" y="3693"/>
                  <a:pt x="1787" y="3765"/>
                </a:cubicBezTo>
                <a:cubicBezTo>
                  <a:pt x="1287" y="4027"/>
                  <a:pt x="691" y="4146"/>
                  <a:pt x="286" y="4551"/>
                </a:cubicBezTo>
                <a:cubicBezTo>
                  <a:pt x="96" y="4718"/>
                  <a:pt x="96" y="5003"/>
                  <a:pt x="286" y="5194"/>
                </a:cubicBezTo>
                <a:cubicBezTo>
                  <a:pt x="525" y="5456"/>
                  <a:pt x="858" y="5694"/>
                  <a:pt x="1191" y="5837"/>
                </a:cubicBezTo>
                <a:cubicBezTo>
                  <a:pt x="1191" y="6742"/>
                  <a:pt x="1310" y="7647"/>
                  <a:pt x="1358" y="8575"/>
                </a:cubicBezTo>
                <a:cubicBezTo>
                  <a:pt x="1358" y="8814"/>
                  <a:pt x="1572" y="9028"/>
                  <a:pt x="1834" y="9028"/>
                </a:cubicBezTo>
                <a:cubicBezTo>
                  <a:pt x="3073" y="9147"/>
                  <a:pt x="4168" y="9861"/>
                  <a:pt x="5407" y="10004"/>
                </a:cubicBezTo>
                <a:cubicBezTo>
                  <a:pt x="5525" y="10018"/>
                  <a:pt x="5642" y="10025"/>
                  <a:pt x="5758" y="10025"/>
                </a:cubicBezTo>
                <a:cubicBezTo>
                  <a:pt x="6645" y="10025"/>
                  <a:pt x="7467" y="9648"/>
                  <a:pt x="8288" y="9290"/>
                </a:cubicBezTo>
                <a:cubicBezTo>
                  <a:pt x="8883" y="9028"/>
                  <a:pt x="9788" y="8837"/>
                  <a:pt x="10122" y="8218"/>
                </a:cubicBezTo>
                <a:cubicBezTo>
                  <a:pt x="10241" y="7956"/>
                  <a:pt x="10289" y="7647"/>
                  <a:pt x="10241" y="7337"/>
                </a:cubicBezTo>
                <a:cubicBezTo>
                  <a:pt x="10217" y="6694"/>
                  <a:pt x="10193" y="6075"/>
                  <a:pt x="10169" y="5456"/>
                </a:cubicBezTo>
                <a:cubicBezTo>
                  <a:pt x="10360" y="5337"/>
                  <a:pt x="10527" y="5170"/>
                  <a:pt x="10693" y="5003"/>
                </a:cubicBezTo>
                <a:cubicBezTo>
                  <a:pt x="10860" y="4813"/>
                  <a:pt x="10860" y="4527"/>
                  <a:pt x="10693" y="4336"/>
                </a:cubicBezTo>
                <a:cubicBezTo>
                  <a:pt x="10408" y="4098"/>
                  <a:pt x="10074" y="3860"/>
                  <a:pt x="9741" y="3693"/>
                </a:cubicBezTo>
                <a:cubicBezTo>
                  <a:pt x="10241" y="3598"/>
                  <a:pt x="10693" y="3360"/>
                  <a:pt x="11074" y="3027"/>
                </a:cubicBezTo>
                <a:cubicBezTo>
                  <a:pt x="11265" y="2836"/>
                  <a:pt x="11265" y="2550"/>
                  <a:pt x="11074" y="2384"/>
                </a:cubicBezTo>
                <a:cubicBezTo>
                  <a:pt x="10527" y="1955"/>
                  <a:pt x="9931" y="1598"/>
                  <a:pt x="9312" y="1360"/>
                </a:cubicBezTo>
                <a:cubicBezTo>
                  <a:pt x="8598" y="1002"/>
                  <a:pt x="8050" y="431"/>
                  <a:pt x="7359" y="74"/>
                </a:cubicBezTo>
                <a:cubicBezTo>
                  <a:pt x="7277" y="24"/>
                  <a:pt x="7191" y="0"/>
                  <a:pt x="710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76"/>
          <p:cNvSpPr/>
          <p:nvPr/>
        </p:nvSpPr>
        <p:spPr>
          <a:xfrm>
            <a:off x="4587741" y="1692746"/>
            <a:ext cx="407480" cy="260977"/>
          </a:xfrm>
          <a:custGeom>
            <a:avLst/>
            <a:gdLst/>
            <a:ahLst/>
            <a:cxnLst/>
            <a:rect l="l" t="t" r="r" b="b"/>
            <a:pathLst>
              <a:path w="10551" h="6758" extrusionOk="0">
                <a:moveTo>
                  <a:pt x="1167" y="3573"/>
                </a:moveTo>
                <a:cubicBezTo>
                  <a:pt x="1453" y="3573"/>
                  <a:pt x="1739" y="3596"/>
                  <a:pt x="2001" y="3596"/>
                </a:cubicBezTo>
                <a:cubicBezTo>
                  <a:pt x="2025" y="4049"/>
                  <a:pt x="2072" y="4525"/>
                  <a:pt x="2072" y="5002"/>
                </a:cubicBezTo>
                <a:cubicBezTo>
                  <a:pt x="1715" y="4549"/>
                  <a:pt x="1429" y="4073"/>
                  <a:pt x="1167" y="3573"/>
                </a:cubicBezTo>
                <a:close/>
                <a:moveTo>
                  <a:pt x="8212" y="923"/>
                </a:moveTo>
                <a:cubicBezTo>
                  <a:pt x="8677" y="923"/>
                  <a:pt x="9193" y="1015"/>
                  <a:pt x="9574" y="1096"/>
                </a:cubicBezTo>
                <a:cubicBezTo>
                  <a:pt x="9431" y="2668"/>
                  <a:pt x="8979" y="4239"/>
                  <a:pt x="8621" y="5787"/>
                </a:cubicBezTo>
                <a:cubicBezTo>
                  <a:pt x="7478" y="5802"/>
                  <a:pt x="6344" y="5825"/>
                  <a:pt x="5208" y="5825"/>
                </a:cubicBezTo>
                <a:cubicBezTo>
                  <a:pt x="4474" y="5825"/>
                  <a:pt x="3739" y="5815"/>
                  <a:pt x="3001" y="5787"/>
                </a:cubicBezTo>
                <a:cubicBezTo>
                  <a:pt x="3025" y="4740"/>
                  <a:pt x="2906" y="3716"/>
                  <a:pt x="2906" y="2668"/>
                </a:cubicBezTo>
                <a:lnTo>
                  <a:pt x="2906" y="2668"/>
                </a:lnTo>
                <a:cubicBezTo>
                  <a:pt x="3298" y="2686"/>
                  <a:pt x="3703" y="2710"/>
                  <a:pt x="4106" y="2710"/>
                </a:cubicBezTo>
                <a:cubicBezTo>
                  <a:pt x="4782" y="2710"/>
                  <a:pt x="5453" y="2641"/>
                  <a:pt x="6049" y="2358"/>
                </a:cubicBezTo>
                <a:cubicBezTo>
                  <a:pt x="6526" y="2191"/>
                  <a:pt x="6907" y="1810"/>
                  <a:pt x="7121" y="1358"/>
                </a:cubicBezTo>
                <a:cubicBezTo>
                  <a:pt x="7280" y="1027"/>
                  <a:pt x="7718" y="923"/>
                  <a:pt x="8212" y="923"/>
                </a:cubicBezTo>
                <a:close/>
                <a:moveTo>
                  <a:pt x="8252" y="1"/>
                </a:moveTo>
                <a:cubicBezTo>
                  <a:pt x="7442" y="1"/>
                  <a:pt x="6680" y="203"/>
                  <a:pt x="6335" y="905"/>
                </a:cubicBezTo>
                <a:cubicBezTo>
                  <a:pt x="5952" y="1672"/>
                  <a:pt x="4994" y="1818"/>
                  <a:pt x="4048" y="1818"/>
                </a:cubicBezTo>
                <a:cubicBezTo>
                  <a:pt x="3466" y="1818"/>
                  <a:pt x="2889" y="1763"/>
                  <a:pt x="2453" y="1763"/>
                </a:cubicBezTo>
                <a:cubicBezTo>
                  <a:pt x="2436" y="1760"/>
                  <a:pt x="2419" y="1759"/>
                  <a:pt x="2403" y="1759"/>
                </a:cubicBezTo>
                <a:cubicBezTo>
                  <a:pt x="2258" y="1759"/>
                  <a:pt x="2134" y="1849"/>
                  <a:pt x="2049" y="1977"/>
                </a:cubicBezTo>
                <a:cubicBezTo>
                  <a:pt x="2001" y="2049"/>
                  <a:pt x="1977" y="2120"/>
                  <a:pt x="1977" y="2215"/>
                </a:cubicBezTo>
                <a:lnTo>
                  <a:pt x="1977" y="2668"/>
                </a:lnTo>
                <a:cubicBezTo>
                  <a:pt x="1846" y="2662"/>
                  <a:pt x="1715" y="2659"/>
                  <a:pt x="1584" y="2659"/>
                </a:cubicBezTo>
                <a:cubicBezTo>
                  <a:pt x="1191" y="2659"/>
                  <a:pt x="798" y="2686"/>
                  <a:pt x="405" y="2739"/>
                </a:cubicBezTo>
                <a:cubicBezTo>
                  <a:pt x="143" y="2811"/>
                  <a:pt x="0" y="3073"/>
                  <a:pt x="72" y="3311"/>
                </a:cubicBezTo>
                <a:cubicBezTo>
                  <a:pt x="477" y="4501"/>
                  <a:pt x="1286" y="5430"/>
                  <a:pt x="2025" y="6407"/>
                </a:cubicBezTo>
                <a:cubicBezTo>
                  <a:pt x="2072" y="6478"/>
                  <a:pt x="2144" y="6526"/>
                  <a:pt x="2215" y="6549"/>
                </a:cubicBezTo>
                <a:cubicBezTo>
                  <a:pt x="2287" y="6645"/>
                  <a:pt x="2406" y="6692"/>
                  <a:pt x="2525" y="6692"/>
                </a:cubicBezTo>
                <a:cubicBezTo>
                  <a:pt x="3392" y="6741"/>
                  <a:pt x="4263" y="6758"/>
                  <a:pt x="5135" y="6758"/>
                </a:cubicBezTo>
                <a:cubicBezTo>
                  <a:pt x="6418" y="6758"/>
                  <a:pt x="7702" y="6721"/>
                  <a:pt x="8979" y="6692"/>
                </a:cubicBezTo>
                <a:cubicBezTo>
                  <a:pt x="9193" y="6692"/>
                  <a:pt x="9360" y="6549"/>
                  <a:pt x="9431" y="6359"/>
                </a:cubicBezTo>
                <a:cubicBezTo>
                  <a:pt x="9860" y="4525"/>
                  <a:pt x="10407" y="2620"/>
                  <a:pt x="10550" y="715"/>
                </a:cubicBezTo>
                <a:cubicBezTo>
                  <a:pt x="10550" y="501"/>
                  <a:pt x="10407" y="334"/>
                  <a:pt x="10217" y="262"/>
                </a:cubicBezTo>
                <a:cubicBezTo>
                  <a:pt x="9687" y="152"/>
                  <a:pt x="8952" y="1"/>
                  <a:pt x="82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76"/>
          <p:cNvSpPr/>
          <p:nvPr/>
        </p:nvSpPr>
        <p:spPr>
          <a:xfrm>
            <a:off x="2108663" y="1646715"/>
            <a:ext cx="383407" cy="353028"/>
          </a:xfrm>
          <a:custGeom>
            <a:avLst/>
            <a:gdLst/>
            <a:ahLst/>
            <a:cxnLst/>
            <a:rect l="l" t="t" r="r" b="b"/>
            <a:pathLst>
              <a:path w="9384" h="8641" extrusionOk="0">
                <a:moveTo>
                  <a:pt x="2668" y="810"/>
                </a:moveTo>
                <a:lnTo>
                  <a:pt x="2668" y="810"/>
                </a:lnTo>
                <a:cubicBezTo>
                  <a:pt x="3382" y="881"/>
                  <a:pt x="4097" y="976"/>
                  <a:pt x="4811" y="1119"/>
                </a:cubicBezTo>
                <a:cubicBezTo>
                  <a:pt x="5740" y="1310"/>
                  <a:pt x="6716" y="1500"/>
                  <a:pt x="7621" y="1786"/>
                </a:cubicBezTo>
                <a:cubicBezTo>
                  <a:pt x="7002" y="1929"/>
                  <a:pt x="6359" y="2120"/>
                  <a:pt x="5978" y="2596"/>
                </a:cubicBezTo>
                <a:lnTo>
                  <a:pt x="5954" y="2596"/>
                </a:lnTo>
                <a:cubicBezTo>
                  <a:pt x="5145" y="2120"/>
                  <a:pt x="4287" y="1715"/>
                  <a:pt x="3478" y="1238"/>
                </a:cubicBezTo>
                <a:cubicBezTo>
                  <a:pt x="3216" y="1095"/>
                  <a:pt x="2954" y="953"/>
                  <a:pt x="2668" y="810"/>
                </a:cubicBezTo>
                <a:close/>
                <a:moveTo>
                  <a:pt x="1191" y="953"/>
                </a:moveTo>
                <a:lnTo>
                  <a:pt x="1191" y="953"/>
                </a:lnTo>
                <a:cubicBezTo>
                  <a:pt x="1858" y="1215"/>
                  <a:pt x="2501" y="1500"/>
                  <a:pt x="3120" y="1834"/>
                </a:cubicBezTo>
                <a:cubicBezTo>
                  <a:pt x="4002" y="2310"/>
                  <a:pt x="4907" y="2786"/>
                  <a:pt x="5740" y="3286"/>
                </a:cubicBezTo>
                <a:cubicBezTo>
                  <a:pt x="5692" y="4191"/>
                  <a:pt x="5740" y="5144"/>
                  <a:pt x="5621" y="6049"/>
                </a:cubicBezTo>
                <a:cubicBezTo>
                  <a:pt x="5288" y="5668"/>
                  <a:pt x="4930" y="5287"/>
                  <a:pt x="4597" y="4906"/>
                </a:cubicBezTo>
                <a:cubicBezTo>
                  <a:pt x="4597" y="4882"/>
                  <a:pt x="4573" y="4858"/>
                  <a:pt x="4549" y="4858"/>
                </a:cubicBezTo>
                <a:cubicBezTo>
                  <a:pt x="4526" y="4811"/>
                  <a:pt x="4502" y="4811"/>
                  <a:pt x="4478" y="4787"/>
                </a:cubicBezTo>
                <a:cubicBezTo>
                  <a:pt x="3216" y="3667"/>
                  <a:pt x="2287" y="2239"/>
                  <a:pt x="1191" y="953"/>
                </a:cubicBezTo>
                <a:close/>
                <a:moveTo>
                  <a:pt x="1025" y="1834"/>
                </a:moveTo>
                <a:lnTo>
                  <a:pt x="1025" y="1834"/>
                </a:lnTo>
                <a:cubicBezTo>
                  <a:pt x="1930" y="2953"/>
                  <a:pt x="2787" y="4144"/>
                  <a:pt x="3859" y="5144"/>
                </a:cubicBezTo>
                <a:cubicBezTo>
                  <a:pt x="3406" y="5787"/>
                  <a:pt x="3073" y="6501"/>
                  <a:pt x="2858" y="7263"/>
                </a:cubicBezTo>
                <a:cubicBezTo>
                  <a:pt x="2477" y="6335"/>
                  <a:pt x="2263" y="5358"/>
                  <a:pt x="1930" y="4430"/>
                </a:cubicBezTo>
                <a:cubicBezTo>
                  <a:pt x="1644" y="3548"/>
                  <a:pt x="1287" y="2691"/>
                  <a:pt x="1025" y="1834"/>
                </a:cubicBezTo>
                <a:close/>
                <a:moveTo>
                  <a:pt x="406" y="0"/>
                </a:moveTo>
                <a:cubicBezTo>
                  <a:pt x="263" y="0"/>
                  <a:pt x="144" y="71"/>
                  <a:pt x="96" y="214"/>
                </a:cubicBezTo>
                <a:cubicBezTo>
                  <a:pt x="72" y="238"/>
                  <a:pt x="25" y="286"/>
                  <a:pt x="25" y="333"/>
                </a:cubicBezTo>
                <a:cubicBezTo>
                  <a:pt x="1" y="333"/>
                  <a:pt x="1" y="357"/>
                  <a:pt x="25" y="357"/>
                </a:cubicBezTo>
                <a:cubicBezTo>
                  <a:pt x="1" y="381"/>
                  <a:pt x="1" y="381"/>
                  <a:pt x="25" y="405"/>
                </a:cubicBezTo>
                <a:cubicBezTo>
                  <a:pt x="1" y="405"/>
                  <a:pt x="1" y="405"/>
                  <a:pt x="25" y="429"/>
                </a:cubicBezTo>
                <a:cubicBezTo>
                  <a:pt x="1" y="429"/>
                  <a:pt x="1" y="453"/>
                  <a:pt x="25" y="476"/>
                </a:cubicBezTo>
                <a:lnTo>
                  <a:pt x="25" y="500"/>
                </a:lnTo>
                <a:lnTo>
                  <a:pt x="25" y="524"/>
                </a:lnTo>
                <a:cubicBezTo>
                  <a:pt x="1" y="548"/>
                  <a:pt x="1" y="548"/>
                  <a:pt x="25" y="548"/>
                </a:cubicBezTo>
                <a:cubicBezTo>
                  <a:pt x="310" y="2048"/>
                  <a:pt x="906" y="3453"/>
                  <a:pt x="1406" y="4906"/>
                </a:cubicBezTo>
                <a:cubicBezTo>
                  <a:pt x="1834" y="6097"/>
                  <a:pt x="2073" y="7359"/>
                  <a:pt x="2692" y="8478"/>
                </a:cubicBezTo>
                <a:cubicBezTo>
                  <a:pt x="2763" y="8589"/>
                  <a:pt x="2872" y="8640"/>
                  <a:pt x="2982" y="8640"/>
                </a:cubicBezTo>
                <a:cubicBezTo>
                  <a:pt x="3131" y="8640"/>
                  <a:pt x="3280" y="8547"/>
                  <a:pt x="3335" y="8383"/>
                </a:cubicBezTo>
                <a:cubicBezTo>
                  <a:pt x="3501" y="7406"/>
                  <a:pt x="3859" y="6501"/>
                  <a:pt x="4383" y="5668"/>
                </a:cubicBezTo>
                <a:cubicBezTo>
                  <a:pt x="4787" y="6144"/>
                  <a:pt x="5216" y="6597"/>
                  <a:pt x="5621" y="7097"/>
                </a:cubicBezTo>
                <a:cubicBezTo>
                  <a:pt x="5690" y="7165"/>
                  <a:pt x="5774" y="7197"/>
                  <a:pt x="5857" y="7197"/>
                </a:cubicBezTo>
                <a:cubicBezTo>
                  <a:pt x="6004" y="7197"/>
                  <a:pt x="6147" y="7098"/>
                  <a:pt x="6193" y="6930"/>
                </a:cubicBezTo>
                <a:cubicBezTo>
                  <a:pt x="6502" y="5692"/>
                  <a:pt x="6407" y="4406"/>
                  <a:pt x="6502" y="3120"/>
                </a:cubicBezTo>
                <a:cubicBezTo>
                  <a:pt x="6978" y="2429"/>
                  <a:pt x="8288" y="2429"/>
                  <a:pt x="9050" y="2239"/>
                </a:cubicBezTo>
                <a:cubicBezTo>
                  <a:pt x="9265" y="2143"/>
                  <a:pt x="9384" y="1715"/>
                  <a:pt x="9074" y="1596"/>
                </a:cubicBezTo>
                <a:cubicBezTo>
                  <a:pt x="7860" y="1072"/>
                  <a:pt x="6550" y="834"/>
                  <a:pt x="5288" y="524"/>
                </a:cubicBezTo>
                <a:cubicBezTo>
                  <a:pt x="4502" y="357"/>
                  <a:pt x="3716" y="262"/>
                  <a:pt x="2930" y="214"/>
                </a:cubicBezTo>
                <a:cubicBezTo>
                  <a:pt x="2096" y="143"/>
                  <a:pt x="1263" y="24"/>
                  <a:pt x="4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3" name="Google Shape;753;p76"/>
          <p:cNvGrpSpPr/>
          <p:nvPr/>
        </p:nvGrpSpPr>
        <p:grpSpPr>
          <a:xfrm>
            <a:off x="7066812" y="1636022"/>
            <a:ext cx="368701" cy="367136"/>
            <a:chOff x="6252450" y="2381750"/>
            <a:chExt cx="270825" cy="269675"/>
          </a:xfrm>
        </p:grpSpPr>
        <p:sp>
          <p:nvSpPr>
            <p:cNvPr id="754" name="Google Shape;754;p76"/>
            <p:cNvSpPr/>
            <p:nvPr/>
          </p:nvSpPr>
          <p:spPr>
            <a:xfrm>
              <a:off x="6252450" y="2381750"/>
              <a:ext cx="244725" cy="269675"/>
            </a:xfrm>
            <a:custGeom>
              <a:avLst/>
              <a:gdLst/>
              <a:ahLst/>
              <a:cxnLst/>
              <a:rect l="l" t="t" r="r" b="b"/>
              <a:pathLst>
                <a:path w="9789" h="10787" extrusionOk="0">
                  <a:moveTo>
                    <a:pt x="7729" y="913"/>
                  </a:moveTo>
                  <a:cubicBezTo>
                    <a:pt x="7963" y="913"/>
                    <a:pt x="8165" y="948"/>
                    <a:pt x="8241" y="1062"/>
                  </a:cubicBezTo>
                  <a:cubicBezTo>
                    <a:pt x="8646" y="1657"/>
                    <a:pt x="8527" y="2753"/>
                    <a:pt x="8527" y="3444"/>
                  </a:cubicBezTo>
                  <a:cubicBezTo>
                    <a:pt x="8503" y="4587"/>
                    <a:pt x="8407" y="5682"/>
                    <a:pt x="8503" y="6825"/>
                  </a:cubicBezTo>
                  <a:cubicBezTo>
                    <a:pt x="8574" y="7778"/>
                    <a:pt x="8741" y="8849"/>
                    <a:pt x="8503" y="9802"/>
                  </a:cubicBezTo>
                  <a:cubicBezTo>
                    <a:pt x="8499" y="9820"/>
                    <a:pt x="8445" y="9828"/>
                    <a:pt x="8354" y="9828"/>
                  </a:cubicBezTo>
                  <a:cubicBezTo>
                    <a:pt x="7842" y="9828"/>
                    <a:pt x="6177" y="9584"/>
                    <a:pt x="5955" y="9564"/>
                  </a:cubicBezTo>
                  <a:cubicBezTo>
                    <a:pt x="5861" y="9556"/>
                    <a:pt x="5767" y="9552"/>
                    <a:pt x="5672" y="9552"/>
                  </a:cubicBezTo>
                  <a:cubicBezTo>
                    <a:pt x="4990" y="9552"/>
                    <a:pt x="4253" y="9730"/>
                    <a:pt x="3558" y="9730"/>
                  </a:cubicBezTo>
                  <a:cubicBezTo>
                    <a:pt x="3181" y="9730"/>
                    <a:pt x="2816" y="9678"/>
                    <a:pt x="2478" y="9516"/>
                  </a:cubicBezTo>
                  <a:cubicBezTo>
                    <a:pt x="2049" y="9326"/>
                    <a:pt x="2168" y="8373"/>
                    <a:pt x="2239" y="7802"/>
                  </a:cubicBezTo>
                  <a:lnTo>
                    <a:pt x="2359" y="7802"/>
                  </a:lnTo>
                  <a:cubicBezTo>
                    <a:pt x="2380" y="7805"/>
                    <a:pt x="2401" y="7807"/>
                    <a:pt x="2422" y="7807"/>
                  </a:cubicBezTo>
                  <a:cubicBezTo>
                    <a:pt x="2805" y="7807"/>
                    <a:pt x="2955" y="7203"/>
                    <a:pt x="2525" y="7135"/>
                  </a:cubicBezTo>
                  <a:lnTo>
                    <a:pt x="2311" y="7111"/>
                  </a:lnTo>
                  <a:cubicBezTo>
                    <a:pt x="2335" y="6563"/>
                    <a:pt x="2311" y="6015"/>
                    <a:pt x="2311" y="5492"/>
                  </a:cubicBezTo>
                  <a:lnTo>
                    <a:pt x="2311" y="5087"/>
                  </a:lnTo>
                  <a:lnTo>
                    <a:pt x="2692" y="5087"/>
                  </a:lnTo>
                  <a:cubicBezTo>
                    <a:pt x="3144" y="5087"/>
                    <a:pt x="3144" y="4420"/>
                    <a:pt x="2692" y="4420"/>
                  </a:cubicBezTo>
                  <a:lnTo>
                    <a:pt x="2287" y="4420"/>
                  </a:lnTo>
                  <a:cubicBezTo>
                    <a:pt x="2287" y="3705"/>
                    <a:pt x="2263" y="2991"/>
                    <a:pt x="2263" y="2300"/>
                  </a:cubicBezTo>
                  <a:lnTo>
                    <a:pt x="2263" y="2300"/>
                  </a:lnTo>
                  <a:lnTo>
                    <a:pt x="2478" y="2324"/>
                  </a:lnTo>
                  <a:cubicBezTo>
                    <a:pt x="2499" y="2328"/>
                    <a:pt x="2520" y="2330"/>
                    <a:pt x="2541" y="2330"/>
                  </a:cubicBezTo>
                  <a:cubicBezTo>
                    <a:pt x="2924" y="2330"/>
                    <a:pt x="3074" y="1725"/>
                    <a:pt x="2644" y="1657"/>
                  </a:cubicBezTo>
                  <a:cubicBezTo>
                    <a:pt x="2525" y="1634"/>
                    <a:pt x="2382" y="1610"/>
                    <a:pt x="2239" y="1610"/>
                  </a:cubicBezTo>
                  <a:lnTo>
                    <a:pt x="2239" y="1110"/>
                  </a:lnTo>
                  <a:cubicBezTo>
                    <a:pt x="3764" y="1086"/>
                    <a:pt x="5264" y="1014"/>
                    <a:pt x="6788" y="991"/>
                  </a:cubicBezTo>
                  <a:cubicBezTo>
                    <a:pt x="6960" y="991"/>
                    <a:pt x="7380" y="913"/>
                    <a:pt x="7729" y="913"/>
                  </a:cubicBezTo>
                  <a:close/>
                  <a:moveTo>
                    <a:pt x="6852" y="1"/>
                  </a:moveTo>
                  <a:cubicBezTo>
                    <a:pt x="5168" y="1"/>
                    <a:pt x="3454" y="209"/>
                    <a:pt x="1787" y="229"/>
                  </a:cubicBezTo>
                  <a:cubicBezTo>
                    <a:pt x="1525" y="229"/>
                    <a:pt x="1335" y="419"/>
                    <a:pt x="1311" y="681"/>
                  </a:cubicBezTo>
                  <a:lnTo>
                    <a:pt x="1311" y="1586"/>
                  </a:lnTo>
                  <a:lnTo>
                    <a:pt x="453" y="1586"/>
                  </a:lnTo>
                  <a:cubicBezTo>
                    <a:pt x="1" y="1586"/>
                    <a:pt x="1" y="2277"/>
                    <a:pt x="453" y="2277"/>
                  </a:cubicBezTo>
                  <a:cubicBezTo>
                    <a:pt x="763" y="2277"/>
                    <a:pt x="1049" y="2277"/>
                    <a:pt x="1335" y="2253"/>
                  </a:cubicBezTo>
                  <a:cubicBezTo>
                    <a:pt x="1335" y="2967"/>
                    <a:pt x="1358" y="3682"/>
                    <a:pt x="1358" y="4420"/>
                  </a:cubicBezTo>
                  <a:lnTo>
                    <a:pt x="453" y="4420"/>
                  </a:lnTo>
                  <a:cubicBezTo>
                    <a:pt x="1" y="4420"/>
                    <a:pt x="1" y="5087"/>
                    <a:pt x="453" y="5087"/>
                  </a:cubicBezTo>
                  <a:lnTo>
                    <a:pt x="1358" y="5087"/>
                  </a:lnTo>
                  <a:cubicBezTo>
                    <a:pt x="1358" y="5611"/>
                    <a:pt x="1358" y="6111"/>
                    <a:pt x="1358" y="6611"/>
                  </a:cubicBezTo>
                  <a:cubicBezTo>
                    <a:pt x="1358" y="6754"/>
                    <a:pt x="1358" y="6897"/>
                    <a:pt x="1358" y="7039"/>
                  </a:cubicBezTo>
                  <a:lnTo>
                    <a:pt x="453" y="7039"/>
                  </a:lnTo>
                  <a:cubicBezTo>
                    <a:pt x="49" y="7087"/>
                    <a:pt x="49" y="7706"/>
                    <a:pt x="453" y="7754"/>
                  </a:cubicBezTo>
                  <a:cubicBezTo>
                    <a:pt x="739" y="7754"/>
                    <a:pt x="1025" y="7754"/>
                    <a:pt x="1311" y="7730"/>
                  </a:cubicBezTo>
                  <a:lnTo>
                    <a:pt x="1311" y="7730"/>
                  </a:lnTo>
                  <a:cubicBezTo>
                    <a:pt x="1215" y="8730"/>
                    <a:pt x="1192" y="9778"/>
                    <a:pt x="2001" y="10326"/>
                  </a:cubicBezTo>
                  <a:cubicBezTo>
                    <a:pt x="2408" y="10588"/>
                    <a:pt x="2904" y="10668"/>
                    <a:pt x="3427" y="10668"/>
                  </a:cubicBezTo>
                  <a:cubicBezTo>
                    <a:pt x="4253" y="10668"/>
                    <a:pt x="5145" y="10468"/>
                    <a:pt x="5858" y="10468"/>
                  </a:cubicBezTo>
                  <a:cubicBezTo>
                    <a:pt x="5882" y="10468"/>
                    <a:pt x="5907" y="10468"/>
                    <a:pt x="5931" y="10469"/>
                  </a:cubicBezTo>
                  <a:cubicBezTo>
                    <a:pt x="6414" y="10500"/>
                    <a:pt x="7388" y="10787"/>
                    <a:pt x="8170" y="10787"/>
                  </a:cubicBezTo>
                  <a:cubicBezTo>
                    <a:pt x="8582" y="10787"/>
                    <a:pt x="8940" y="10707"/>
                    <a:pt x="9146" y="10469"/>
                  </a:cubicBezTo>
                  <a:cubicBezTo>
                    <a:pt x="9789" y="9754"/>
                    <a:pt x="9503" y="8278"/>
                    <a:pt x="9431" y="7397"/>
                  </a:cubicBezTo>
                  <a:cubicBezTo>
                    <a:pt x="9336" y="5873"/>
                    <a:pt x="9431" y="4372"/>
                    <a:pt x="9431" y="2824"/>
                  </a:cubicBezTo>
                  <a:cubicBezTo>
                    <a:pt x="9431" y="1753"/>
                    <a:pt x="9360" y="157"/>
                    <a:pt x="8003" y="38"/>
                  </a:cubicBezTo>
                  <a:cubicBezTo>
                    <a:pt x="7621" y="11"/>
                    <a:pt x="7238" y="1"/>
                    <a:pt x="68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76"/>
            <p:cNvSpPr/>
            <p:nvPr/>
          </p:nvSpPr>
          <p:spPr>
            <a:xfrm>
              <a:off x="6499525" y="2400250"/>
              <a:ext cx="23250" cy="82925"/>
            </a:xfrm>
            <a:custGeom>
              <a:avLst/>
              <a:gdLst/>
              <a:ahLst/>
              <a:cxnLst/>
              <a:rect l="l" t="t" r="r" b="b"/>
              <a:pathLst>
                <a:path w="930" h="3317" extrusionOk="0">
                  <a:moveTo>
                    <a:pt x="456" y="1"/>
                  </a:moveTo>
                  <a:cubicBezTo>
                    <a:pt x="227" y="1"/>
                    <a:pt x="1" y="155"/>
                    <a:pt x="1" y="465"/>
                  </a:cubicBezTo>
                  <a:lnTo>
                    <a:pt x="1" y="2870"/>
                  </a:lnTo>
                  <a:cubicBezTo>
                    <a:pt x="1" y="3168"/>
                    <a:pt x="233" y="3317"/>
                    <a:pt x="465" y="3317"/>
                  </a:cubicBezTo>
                  <a:cubicBezTo>
                    <a:pt x="698" y="3317"/>
                    <a:pt x="930" y="3168"/>
                    <a:pt x="930" y="2870"/>
                  </a:cubicBezTo>
                  <a:lnTo>
                    <a:pt x="930" y="465"/>
                  </a:lnTo>
                  <a:cubicBezTo>
                    <a:pt x="918" y="155"/>
                    <a:pt x="686" y="1"/>
                    <a:pt x="4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76"/>
            <p:cNvSpPr/>
            <p:nvPr/>
          </p:nvSpPr>
          <p:spPr>
            <a:xfrm>
              <a:off x="6497750" y="2497300"/>
              <a:ext cx="25525" cy="71850"/>
            </a:xfrm>
            <a:custGeom>
              <a:avLst/>
              <a:gdLst/>
              <a:ahLst/>
              <a:cxnLst/>
              <a:rect l="l" t="t" r="r" b="b"/>
              <a:pathLst>
                <a:path w="1021" h="2874" extrusionOk="0">
                  <a:moveTo>
                    <a:pt x="489" y="0"/>
                  </a:moveTo>
                  <a:cubicBezTo>
                    <a:pt x="257" y="0"/>
                    <a:pt x="24" y="155"/>
                    <a:pt x="24" y="465"/>
                  </a:cubicBezTo>
                  <a:cubicBezTo>
                    <a:pt x="0" y="1155"/>
                    <a:pt x="24" y="1846"/>
                    <a:pt x="72" y="2537"/>
                  </a:cubicBezTo>
                  <a:cubicBezTo>
                    <a:pt x="110" y="2772"/>
                    <a:pt x="270" y="2873"/>
                    <a:pt x="445" y="2873"/>
                  </a:cubicBezTo>
                  <a:cubicBezTo>
                    <a:pt x="715" y="2873"/>
                    <a:pt x="1020" y="2635"/>
                    <a:pt x="977" y="2275"/>
                  </a:cubicBezTo>
                  <a:cubicBezTo>
                    <a:pt x="929" y="1679"/>
                    <a:pt x="905" y="1060"/>
                    <a:pt x="953" y="465"/>
                  </a:cubicBezTo>
                  <a:cubicBezTo>
                    <a:pt x="953" y="155"/>
                    <a:pt x="721" y="0"/>
                    <a:pt x="48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76"/>
            <p:cNvSpPr/>
            <p:nvPr/>
          </p:nvSpPr>
          <p:spPr>
            <a:xfrm>
              <a:off x="6499525" y="2580500"/>
              <a:ext cx="23250" cy="56275"/>
            </a:xfrm>
            <a:custGeom>
              <a:avLst/>
              <a:gdLst/>
              <a:ahLst/>
              <a:cxnLst/>
              <a:rect l="l" t="t" r="r" b="b"/>
              <a:pathLst>
                <a:path w="930" h="2251" extrusionOk="0">
                  <a:moveTo>
                    <a:pt x="456" y="0"/>
                  </a:moveTo>
                  <a:cubicBezTo>
                    <a:pt x="227" y="0"/>
                    <a:pt x="1" y="149"/>
                    <a:pt x="1" y="447"/>
                  </a:cubicBezTo>
                  <a:lnTo>
                    <a:pt x="1" y="1804"/>
                  </a:lnTo>
                  <a:cubicBezTo>
                    <a:pt x="1" y="2102"/>
                    <a:pt x="233" y="2251"/>
                    <a:pt x="465" y="2251"/>
                  </a:cubicBezTo>
                  <a:cubicBezTo>
                    <a:pt x="698" y="2251"/>
                    <a:pt x="930" y="2102"/>
                    <a:pt x="930" y="1804"/>
                  </a:cubicBezTo>
                  <a:lnTo>
                    <a:pt x="930" y="447"/>
                  </a:lnTo>
                  <a:cubicBezTo>
                    <a:pt x="918" y="149"/>
                    <a:pt x="686" y="0"/>
                    <a:pt x="4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58" name="Google Shape;758;p76"/>
          <p:cNvPicPr preferRelativeResize="0"/>
          <p:nvPr/>
        </p:nvPicPr>
        <p:blipFill>
          <a:blip r:embed="rId3">
            <a:alphaModFix amt="80000"/>
          </a:blip>
          <a:stretch>
            <a:fillRect/>
          </a:stretch>
        </p:blipFill>
        <p:spPr>
          <a:xfrm rot="-5400092" flipH="1">
            <a:off x="2049917" y="2285565"/>
            <a:ext cx="500900" cy="232920"/>
          </a:xfrm>
          <a:prstGeom prst="rect">
            <a:avLst/>
          </a:prstGeom>
          <a:noFill/>
          <a:ln>
            <a:noFill/>
          </a:ln>
        </p:spPr>
      </p:pic>
      <p:pic>
        <p:nvPicPr>
          <p:cNvPr id="759" name="Google Shape;759;p76"/>
          <p:cNvPicPr preferRelativeResize="0"/>
          <p:nvPr/>
        </p:nvPicPr>
        <p:blipFill>
          <a:blip r:embed="rId3">
            <a:alphaModFix amt="80000"/>
          </a:blip>
          <a:stretch>
            <a:fillRect/>
          </a:stretch>
        </p:blipFill>
        <p:spPr>
          <a:xfrm rot="-5400092" flipH="1">
            <a:off x="4513112" y="2285565"/>
            <a:ext cx="500900" cy="232920"/>
          </a:xfrm>
          <a:prstGeom prst="rect">
            <a:avLst/>
          </a:prstGeom>
          <a:noFill/>
          <a:ln>
            <a:noFill/>
          </a:ln>
        </p:spPr>
      </p:pic>
      <p:pic>
        <p:nvPicPr>
          <p:cNvPr id="760" name="Google Shape;760;p76"/>
          <p:cNvPicPr preferRelativeResize="0"/>
          <p:nvPr/>
        </p:nvPicPr>
        <p:blipFill>
          <a:blip r:embed="rId3">
            <a:alphaModFix amt="80000"/>
          </a:blip>
          <a:stretch>
            <a:fillRect/>
          </a:stretch>
        </p:blipFill>
        <p:spPr>
          <a:xfrm rot="-5400092" flipH="1">
            <a:off x="6976308" y="2285565"/>
            <a:ext cx="500900" cy="232920"/>
          </a:xfrm>
          <a:prstGeom prst="rect">
            <a:avLst/>
          </a:prstGeom>
          <a:noFill/>
          <a:ln>
            <a:noFill/>
          </a:ln>
        </p:spPr>
      </p:pic>
      <p:sp>
        <p:nvSpPr>
          <p:cNvPr id="761" name="Google Shape;761;p76"/>
          <p:cNvSpPr txBox="1">
            <a:spLocks noGrp="1"/>
          </p:cNvSpPr>
          <p:nvPr>
            <p:ph type="subTitle" idx="4294967295"/>
          </p:nvPr>
        </p:nvSpPr>
        <p:spPr>
          <a:xfrm>
            <a:off x="1523363" y="2916825"/>
            <a:ext cx="155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a:solidFill>
                  <a:schemeClr val="dk1"/>
                </a:solidFill>
              </a:rPr>
              <a:t>Mercury is a small planet</a:t>
            </a:r>
            <a:endParaRPr sz="1400">
              <a:solidFill>
                <a:schemeClr val="dk1"/>
              </a:solidFill>
            </a:endParaRPr>
          </a:p>
        </p:txBody>
      </p:sp>
      <p:sp>
        <p:nvSpPr>
          <p:cNvPr id="762" name="Google Shape;762;p76"/>
          <p:cNvSpPr txBox="1">
            <a:spLocks noGrp="1"/>
          </p:cNvSpPr>
          <p:nvPr>
            <p:ph type="subTitle" idx="4294967295"/>
          </p:nvPr>
        </p:nvSpPr>
        <p:spPr>
          <a:xfrm>
            <a:off x="2754963" y="3602625"/>
            <a:ext cx="155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a:solidFill>
                  <a:schemeClr val="dk1"/>
                </a:solidFill>
              </a:rPr>
              <a:t>Venus is a hot planet</a:t>
            </a:r>
            <a:endParaRPr sz="1400">
              <a:solidFill>
                <a:schemeClr val="dk1"/>
              </a:solidFill>
            </a:endParaRPr>
          </a:p>
        </p:txBody>
      </p:sp>
      <p:sp>
        <p:nvSpPr>
          <p:cNvPr id="763" name="Google Shape;763;p76"/>
          <p:cNvSpPr txBox="1">
            <a:spLocks noGrp="1"/>
          </p:cNvSpPr>
          <p:nvPr>
            <p:ph type="subTitle" idx="4294967295"/>
          </p:nvPr>
        </p:nvSpPr>
        <p:spPr>
          <a:xfrm>
            <a:off x="3986563" y="2916825"/>
            <a:ext cx="155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a:solidFill>
                  <a:schemeClr val="dk1"/>
                </a:solidFill>
              </a:rPr>
              <a:t>Mars is a cold place</a:t>
            </a:r>
            <a:endParaRPr sz="1400">
              <a:solidFill>
                <a:schemeClr val="dk1"/>
              </a:solidFill>
            </a:endParaRPr>
          </a:p>
        </p:txBody>
      </p:sp>
      <p:sp>
        <p:nvSpPr>
          <p:cNvPr id="764" name="Google Shape;764;p76"/>
          <p:cNvSpPr txBox="1">
            <a:spLocks noGrp="1"/>
          </p:cNvSpPr>
          <p:nvPr>
            <p:ph type="subTitle" idx="4294967295"/>
          </p:nvPr>
        </p:nvSpPr>
        <p:spPr>
          <a:xfrm>
            <a:off x="5234650" y="3602625"/>
            <a:ext cx="155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a:solidFill>
                  <a:schemeClr val="dk1"/>
                </a:solidFill>
              </a:rPr>
              <a:t>Only Saturn has rings</a:t>
            </a:r>
            <a:endParaRPr sz="1400">
              <a:solidFill>
                <a:schemeClr val="dk1"/>
              </a:solidFill>
            </a:endParaRPr>
          </a:p>
        </p:txBody>
      </p:sp>
      <p:sp>
        <p:nvSpPr>
          <p:cNvPr id="765" name="Google Shape;765;p76"/>
          <p:cNvSpPr txBox="1">
            <a:spLocks noGrp="1"/>
          </p:cNvSpPr>
          <p:nvPr>
            <p:ph type="subTitle" idx="4294967295"/>
          </p:nvPr>
        </p:nvSpPr>
        <p:spPr>
          <a:xfrm>
            <a:off x="6449763" y="2916825"/>
            <a:ext cx="155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a:solidFill>
                  <a:schemeClr val="dk1"/>
                </a:solidFill>
              </a:rPr>
              <a:t>Jupiter is a gas giant</a:t>
            </a:r>
            <a:endParaRPr sz="1400">
              <a:solidFill>
                <a:schemeClr val="dk1"/>
              </a:solidFill>
            </a:endParaRPr>
          </a:p>
        </p:txBody>
      </p:sp>
      <p:pic>
        <p:nvPicPr>
          <p:cNvPr id="766" name="Google Shape;766;p76"/>
          <p:cNvPicPr preferRelativeResize="0"/>
          <p:nvPr/>
        </p:nvPicPr>
        <p:blipFill>
          <a:blip r:embed="rId4">
            <a:alphaModFix/>
          </a:blip>
          <a:stretch>
            <a:fillRect/>
          </a:stretch>
        </p:blipFill>
        <p:spPr>
          <a:xfrm rot="-5400000" flipH="1">
            <a:off x="2897175" y="2678331"/>
            <a:ext cx="1269587" cy="245125"/>
          </a:xfrm>
          <a:prstGeom prst="rect">
            <a:avLst/>
          </a:prstGeom>
          <a:noFill/>
          <a:ln>
            <a:noFill/>
          </a:ln>
        </p:spPr>
      </p:pic>
      <p:pic>
        <p:nvPicPr>
          <p:cNvPr id="767" name="Google Shape;767;p76"/>
          <p:cNvPicPr preferRelativeResize="0"/>
          <p:nvPr/>
        </p:nvPicPr>
        <p:blipFill>
          <a:blip r:embed="rId4">
            <a:alphaModFix/>
          </a:blip>
          <a:stretch>
            <a:fillRect/>
          </a:stretch>
        </p:blipFill>
        <p:spPr>
          <a:xfrm rot="-5400000" flipH="1">
            <a:off x="5383725" y="2678331"/>
            <a:ext cx="1269587" cy="245125"/>
          </a:xfrm>
          <a:prstGeom prst="rect">
            <a:avLst/>
          </a:prstGeom>
          <a:noFill/>
          <a:ln>
            <a:noFill/>
          </a:ln>
        </p:spPr>
      </p:pic>
      <p:pic>
        <p:nvPicPr>
          <p:cNvPr id="768" name="Google Shape;768;p76"/>
          <p:cNvPicPr preferRelativeResize="0"/>
          <p:nvPr/>
        </p:nvPicPr>
        <p:blipFill>
          <a:blip r:embed="rId5">
            <a:alphaModFix/>
          </a:blip>
          <a:stretch>
            <a:fillRect/>
          </a:stretch>
        </p:blipFill>
        <p:spPr>
          <a:xfrm flipH="1">
            <a:off x="6631322" y="3520163"/>
            <a:ext cx="2015919" cy="1011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49"/>
                                        </p:tgtEl>
                                        <p:attrNameLst>
                                          <p:attrName>style.visibility</p:attrName>
                                        </p:attrNameLst>
                                      </p:cBhvr>
                                      <p:to>
                                        <p:strVal val="visible"/>
                                      </p:to>
                                    </p:set>
                                    <p:animEffect transition="in" filter="fade">
                                      <p:cBhvr>
                                        <p:cTn id="7" dur="1000"/>
                                        <p:tgtEl>
                                          <p:spTgt spid="749"/>
                                        </p:tgtEl>
                                      </p:cBhvr>
                                    </p:animEffect>
                                  </p:childTnLst>
                                </p:cTn>
                              </p:par>
                              <p:par>
                                <p:cTn id="8" presetID="10" presetClass="entr" presetSubtype="0" fill="hold" nodeType="withEffect">
                                  <p:stCondLst>
                                    <p:cond delay="0"/>
                                  </p:stCondLst>
                                  <p:childTnLst>
                                    <p:set>
                                      <p:cBhvr>
                                        <p:cTn id="9" dur="1" fill="hold">
                                          <p:stCondLst>
                                            <p:cond delay="0"/>
                                          </p:stCondLst>
                                        </p:cTn>
                                        <p:tgtEl>
                                          <p:spTgt spid="750"/>
                                        </p:tgtEl>
                                        <p:attrNameLst>
                                          <p:attrName>style.visibility</p:attrName>
                                        </p:attrNameLst>
                                      </p:cBhvr>
                                      <p:to>
                                        <p:strVal val="visible"/>
                                      </p:to>
                                    </p:set>
                                    <p:animEffect transition="in" filter="fade">
                                      <p:cBhvr>
                                        <p:cTn id="10" dur="1000"/>
                                        <p:tgtEl>
                                          <p:spTgt spid="750"/>
                                        </p:tgtEl>
                                      </p:cBhvr>
                                    </p:animEffect>
                                  </p:childTnLst>
                                </p:cTn>
                              </p:par>
                              <p:par>
                                <p:cTn id="11" presetID="10" presetClass="entr" presetSubtype="0" fill="hold" nodeType="withEffect">
                                  <p:stCondLst>
                                    <p:cond delay="0"/>
                                  </p:stCondLst>
                                  <p:childTnLst>
                                    <p:set>
                                      <p:cBhvr>
                                        <p:cTn id="12" dur="1" fill="hold">
                                          <p:stCondLst>
                                            <p:cond delay="0"/>
                                          </p:stCondLst>
                                        </p:cTn>
                                        <p:tgtEl>
                                          <p:spTgt spid="751"/>
                                        </p:tgtEl>
                                        <p:attrNameLst>
                                          <p:attrName>style.visibility</p:attrName>
                                        </p:attrNameLst>
                                      </p:cBhvr>
                                      <p:to>
                                        <p:strVal val="visible"/>
                                      </p:to>
                                    </p:set>
                                    <p:animEffect transition="in" filter="fade">
                                      <p:cBhvr>
                                        <p:cTn id="13" dur="1000"/>
                                        <p:tgtEl>
                                          <p:spTgt spid="751"/>
                                        </p:tgtEl>
                                      </p:cBhvr>
                                    </p:animEffect>
                                  </p:childTnLst>
                                </p:cTn>
                              </p:par>
                              <p:par>
                                <p:cTn id="14" presetID="10" presetClass="entr" presetSubtype="0" fill="hold" nodeType="withEffect">
                                  <p:stCondLst>
                                    <p:cond delay="0"/>
                                  </p:stCondLst>
                                  <p:childTnLst>
                                    <p:set>
                                      <p:cBhvr>
                                        <p:cTn id="15" dur="1" fill="hold">
                                          <p:stCondLst>
                                            <p:cond delay="0"/>
                                          </p:stCondLst>
                                        </p:cTn>
                                        <p:tgtEl>
                                          <p:spTgt spid="752"/>
                                        </p:tgtEl>
                                        <p:attrNameLst>
                                          <p:attrName>style.visibility</p:attrName>
                                        </p:attrNameLst>
                                      </p:cBhvr>
                                      <p:to>
                                        <p:strVal val="visible"/>
                                      </p:to>
                                    </p:set>
                                    <p:animEffect transition="in" filter="fade">
                                      <p:cBhvr>
                                        <p:cTn id="16" dur="1000"/>
                                        <p:tgtEl>
                                          <p:spTgt spid="752"/>
                                        </p:tgtEl>
                                      </p:cBhvr>
                                    </p:animEffect>
                                  </p:childTnLst>
                                </p:cTn>
                              </p:par>
                              <p:par>
                                <p:cTn id="17" presetID="10" presetClass="entr" presetSubtype="0" fill="hold" nodeType="withEffect">
                                  <p:stCondLst>
                                    <p:cond delay="0"/>
                                  </p:stCondLst>
                                  <p:childTnLst>
                                    <p:set>
                                      <p:cBhvr>
                                        <p:cTn id="18" dur="1" fill="hold">
                                          <p:stCondLst>
                                            <p:cond delay="0"/>
                                          </p:stCondLst>
                                        </p:cTn>
                                        <p:tgtEl>
                                          <p:spTgt spid="753"/>
                                        </p:tgtEl>
                                        <p:attrNameLst>
                                          <p:attrName>style.visibility</p:attrName>
                                        </p:attrNameLst>
                                      </p:cBhvr>
                                      <p:to>
                                        <p:strVal val="visible"/>
                                      </p:to>
                                    </p:set>
                                    <p:animEffect transition="in" filter="fade">
                                      <p:cBhvr>
                                        <p:cTn id="19" dur="1000"/>
                                        <p:tgtEl>
                                          <p:spTgt spid="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77"/>
          <p:cNvSpPr txBox="1">
            <a:spLocks noGrp="1"/>
          </p:cNvSpPr>
          <p:nvPr>
            <p:ph type="title"/>
          </p:nvPr>
        </p:nvSpPr>
        <p:spPr>
          <a:xfrm>
            <a:off x="1002325" y="711175"/>
            <a:ext cx="3273900" cy="8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Exams and</a:t>
            </a:r>
            <a:endParaRPr/>
          </a:p>
          <a:p>
            <a:pPr marL="0" lvl="0" indent="0" algn="l" rtl="0">
              <a:spcBef>
                <a:spcPts val="0"/>
              </a:spcBef>
              <a:spcAft>
                <a:spcPts val="0"/>
              </a:spcAft>
              <a:buNone/>
            </a:pPr>
            <a:r>
              <a:rPr lang="en"/>
              <a:t>retakes calendar</a:t>
            </a:r>
            <a:endParaRPr/>
          </a:p>
        </p:txBody>
      </p:sp>
      <p:graphicFrame>
        <p:nvGraphicFramePr>
          <p:cNvPr id="774" name="Google Shape;774;p77"/>
          <p:cNvGraphicFramePr/>
          <p:nvPr/>
        </p:nvGraphicFramePr>
        <p:xfrm>
          <a:off x="5077350" y="1768160"/>
          <a:ext cx="3000000" cy="3000000"/>
        </p:xfrm>
        <a:graphic>
          <a:graphicData uri="http://schemas.openxmlformats.org/drawingml/2006/table">
            <a:tbl>
              <a:tblPr>
                <a:noFill/>
                <a:tableStyleId>{5B05FBE6-79DC-481F-849F-70B190148581}</a:tableStyleId>
              </a:tblPr>
              <a:tblGrid>
                <a:gridCol w="465950">
                  <a:extLst>
                    <a:ext uri="{9D8B030D-6E8A-4147-A177-3AD203B41FA5}">
                      <a16:colId xmlns:a16="http://schemas.microsoft.com/office/drawing/2014/main" val="20000"/>
                    </a:ext>
                  </a:extLst>
                </a:gridCol>
                <a:gridCol w="465950">
                  <a:extLst>
                    <a:ext uri="{9D8B030D-6E8A-4147-A177-3AD203B41FA5}">
                      <a16:colId xmlns:a16="http://schemas.microsoft.com/office/drawing/2014/main" val="20001"/>
                    </a:ext>
                  </a:extLst>
                </a:gridCol>
                <a:gridCol w="465950">
                  <a:extLst>
                    <a:ext uri="{9D8B030D-6E8A-4147-A177-3AD203B41FA5}">
                      <a16:colId xmlns:a16="http://schemas.microsoft.com/office/drawing/2014/main" val="20002"/>
                    </a:ext>
                  </a:extLst>
                </a:gridCol>
                <a:gridCol w="465950">
                  <a:extLst>
                    <a:ext uri="{9D8B030D-6E8A-4147-A177-3AD203B41FA5}">
                      <a16:colId xmlns:a16="http://schemas.microsoft.com/office/drawing/2014/main" val="20003"/>
                    </a:ext>
                  </a:extLst>
                </a:gridCol>
                <a:gridCol w="465950">
                  <a:extLst>
                    <a:ext uri="{9D8B030D-6E8A-4147-A177-3AD203B41FA5}">
                      <a16:colId xmlns:a16="http://schemas.microsoft.com/office/drawing/2014/main" val="20004"/>
                    </a:ext>
                  </a:extLst>
                </a:gridCol>
                <a:gridCol w="465950">
                  <a:extLst>
                    <a:ext uri="{9D8B030D-6E8A-4147-A177-3AD203B41FA5}">
                      <a16:colId xmlns:a16="http://schemas.microsoft.com/office/drawing/2014/main" val="20005"/>
                    </a:ext>
                  </a:extLst>
                </a:gridCol>
                <a:gridCol w="465950">
                  <a:extLst>
                    <a:ext uri="{9D8B030D-6E8A-4147-A177-3AD203B41FA5}">
                      <a16:colId xmlns:a16="http://schemas.microsoft.com/office/drawing/2014/main" val="20006"/>
                    </a:ext>
                  </a:extLst>
                </a:gridCol>
              </a:tblGrid>
              <a:tr h="441600">
                <a:tc>
                  <a:txBody>
                    <a:bodyPr/>
                    <a:lstStyle/>
                    <a:p>
                      <a:pPr marL="0" lvl="0" indent="0" algn="ctr" rtl="0">
                        <a:spcBef>
                          <a:spcPts val="0"/>
                        </a:spcBef>
                        <a:spcAft>
                          <a:spcPts val="0"/>
                        </a:spcAft>
                        <a:buNone/>
                      </a:pPr>
                      <a:endParaRPr>
                        <a:solidFill>
                          <a:schemeClr val="dk1"/>
                        </a:solidFill>
                        <a:latin typeface="Roboto Mono"/>
                        <a:ea typeface="Roboto Mono"/>
                        <a:cs typeface="Roboto Mono"/>
                        <a:sym typeface="Roboto Mon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Roboto Mono"/>
                        <a:ea typeface="Roboto Mono"/>
                        <a:cs typeface="Roboto Mono"/>
                        <a:sym typeface="Roboto Mon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Roboto Mono"/>
                        <a:ea typeface="Roboto Mono"/>
                        <a:cs typeface="Roboto Mono"/>
                        <a:sym typeface="Roboto Mon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Roboto Mono"/>
                        <a:ea typeface="Roboto Mono"/>
                        <a:cs typeface="Roboto Mono"/>
                        <a:sym typeface="Roboto Mono"/>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1</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2</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3</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41600">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4</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5</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6</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7</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8</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9</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10</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41600">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11</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12</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13</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14</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15</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16</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17</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41600">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18</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19</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20</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21</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22</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23</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24</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41600">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25</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26</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27</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28</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29</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30</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775" name="Google Shape;775;p77"/>
          <p:cNvPicPr preferRelativeResize="0"/>
          <p:nvPr/>
        </p:nvPicPr>
        <p:blipFill>
          <a:blip r:embed="rId3">
            <a:alphaModFix amt="86000"/>
          </a:blip>
          <a:stretch>
            <a:fillRect/>
          </a:stretch>
        </p:blipFill>
        <p:spPr>
          <a:xfrm rot="9455880" flipH="1">
            <a:off x="5028804" y="2221139"/>
            <a:ext cx="526421" cy="408375"/>
          </a:xfrm>
          <a:prstGeom prst="rect">
            <a:avLst/>
          </a:prstGeom>
          <a:noFill/>
          <a:ln>
            <a:noFill/>
          </a:ln>
        </p:spPr>
      </p:pic>
      <p:pic>
        <p:nvPicPr>
          <p:cNvPr id="776" name="Google Shape;776;p77"/>
          <p:cNvPicPr preferRelativeResize="0"/>
          <p:nvPr/>
        </p:nvPicPr>
        <p:blipFill>
          <a:blip r:embed="rId3">
            <a:alphaModFix amt="86000"/>
          </a:blip>
          <a:stretch>
            <a:fillRect/>
          </a:stretch>
        </p:blipFill>
        <p:spPr>
          <a:xfrm rot="1344120">
            <a:off x="6885604" y="2667964"/>
            <a:ext cx="526421" cy="408375"/>
          </a:xfrm>
          <a:prstGeom prst="rect">
            <a:avLst/>
          </a:prstGeom>
          <a:noFill/>
          <a:ln>
            <a:noFill/>
          </a:ln>
        </p:spPr>
      </p:pic>
      <p:pic>
        <p:nvPicPr>
          <p:cNvPr id="777" name="Google Shape;777;p77"/>
          <p:cNvPicPr preferRelativeResize="0"/>
          <p:nvPr/>
        </p:nvPicPr>
        <p:blipFill>
          <a:blip r:embed="rId3">
            <a:alphaModFix amt="86000"/>
          </a:blip>
          <a:stretch>
            <a:fillRect/>
          </a:stretch>
        </p:blipFill>
        <p:spPr>
          <a:xfrm rot="1344120">
            <a:off x="5957204" y="2667964"/>
            <a:ext cx="526421" cy="408375"/>
          </a:xfrm>
          <a:prstGeom prst="rect">
            <a:avLst/>
          </a:prstGeom>
          <a:noFill/>
          <a:ln>
            <a:noFill/>
          </a:ln>
        </p:spPr>
      </p:pic>
      <p:pic>
        <p:nvPicPr>
          <p:cNvPr id="778" name="Google Shape;778;p77"/>
          <p:cNvPicPr preferRelativeResize="0"/>
          <p:nvPr/>
        </p:nvPicPr>
        <p:blipFill>
          <a:blip r:embed="rId4">
            <a:alphaModFix amt="86000"/>
          </a:blip>
          <a:stretch>
            <a:fillRect/>
          </a:stretch>
        </p:blipFill>
        <p:spPr>
          <a:xfrm rot="-1344120" flipH="1">
            <a:off x="5028804" y="3556589"/>
            <a:ext cx="526421" cy="408375"/>
          </a:xfrm>
          <a:prstGeom prst="rect">
            <a:avLst/>
          </a:prstGeom>
          <a:noFill/>
          <a:ln>
            <a:noFill/>
          </a:ln>
        </p:spPr>
      </p:pic>
      <p:pic>
        <p:nvPicPr>
          <p:cNvPr id="779" name="Google Shape;779;p77"/>
          <p:cNvPicPr preferRelativeResize="0"/>
          <p:nvPr/>
        </p:nvPicPr>
        <p:blipFill>
          <a:blip r:embed="rId4">
            <a:alphaModFix amt="86000"/>
          </a:blip>
          <a:stretch>
            <a:fillRect/>
          </a:stretch>
        </p:blipFill>
        <p:spPr>
          <a:xfrm rot="9455880" flipH="1">
            <a:off x="5957204" y="3556589"/>
            <a:ext cx="526421" cy="408375"/>
          </a:xfrm>
          <a:prstGeom prst="rect">
            <a:avLst/>
          </a:prstGeom>
          <a:noFill/>
          <a:ln>
            <a:noFill/>
          </a:ln>
        </p:spPr>
      </p:pic>
      <p:pic>
        <p:nvPicPr>
          <p:cNvPr id="780" name="Google Shape;780;p77"/>
          <p:cNvPicPr preferRelativeResize="0"/>
          <p:nvPr/>
        </p:nvPicPr>
        <p:blipFill>
          <a:blip r:embed="rId4">
            <a:alphaModFix amt="86000"/>
          </a:blip>
          <a:stretch>
            <a:fillRect/>
          </a:stretch>
        </p:blipFill>
        <p:spPr>
          <a:xfrm rot="9455880" flipH="1">
            <a:off x="6885604" y="3556589"/>
            <a:ext cx="526421" cy="408375"/>
          </a:xfrm>
          <a:prstGeom prst="rect">
            <a:avLst/>
          </a:prstGeom>
          <a:noFill/>
          <a:ln>
            <a:noFill/>
          </a:ln>
        </p:spPr>
      </p:pic>
      <p:pic>
        <p:nvPicPr>
          <p:cNvPr id="781" name="Google Shape;781;p77"/>
          <p:cNvPicPr preferRelativeResize="0"/>
          <p:nvPr/>
        </p:nvPicPr>
        <p:blipFill>
          <a:blip r:embed="rId3">
            <a:alphaModFix amt="86000"/>
          </a:blip>
          <a:stretch>
            <a:fillRect/>
          </a:stretch>
        </p:blipFill>
        <p:spPr>
          <a:xfrm rot="9455880" flipH="1">
            <a:off x="6444966" y="2221139"/>
            <a:ext cx="526421" cy="408375"/>
          </a:xfrm>
          <a:prstGeom prst="rect">
            <a:avLst/>
          </a:prstGeom>
          <a:noFill/>
          <a:ln>
            <a:noFill/>
          </a:ln>
        </p:spPr>
      </p:pic>
      <p:sp>
        <p:nvSpPr>
          <p:cNvPr id="782" name="Google Shape;782;p77"/>
          <p:cNvSpPr txBox="1">
            <a:spLocks noGrp="1"/>
          </p:cNvSpPr>
          <p:nvPr>
            <p:ph type="subTitle" idx="4294967295"/>
          </p:nvPr>
        </p:nvSpPr>
        <p:spPr>
          <a:xfrm>
            <a:off x="1672175" y="2199913"/>
            <a:ext cx="19776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1"/>
                </a:solidFill>
              </a:rPr>
              <a:t>Saturn is a gas giant with rings</a:t>
            </a:r>
            <a:endParaRPr sz="1400">
              <a:solidFill>
                <a:schemeClr val="dk1"/>
              </a:solidFill>
            </a:endParaRPr>
          </a:p>
        </p:txBody>
      </p:sp>
      <p:sp>
        <p:nvSpPr>
          <p:cNvPr id="783" name="Google Shape;783;p77"/>
          <p:cNvSpPr txBox="1">
            <a:spLocks noGrp="1"/>
          </p:cNvSpPr>
          <p:nvPr>
            <p:ph type="subTitle" idx="4294967295"/>
          </p:nvPr>
        </p:nvSpPr>
        <p:spPr>
          <a:xfrm>
            <a:off x="1672175" y="3378825"/>
            <a:ext cx="19776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1"/>
                </a:solidFill>
              </a:rPr>
              <a:t>Neptune is far from the Sun</a:t>
            </a:r>
            <a:endParaRPr sz="1400">
              <a:solidFill>
                <a:schemeClr val="dk1"/>
              </a:solidFill>
            </a:endParaRPr>
          </a:p>
        </p:txBody>
      </p:sp>
      <p:sp>
        <p:nvSpPr>
          <p:cNvPr id="784" name="Google Shape;784;p77"/>
          <p:cNvSpPr txBox="1">
            <a:spLocks noGrp="1"/>
          </p:cNvSpPr>
          <p:nvPr>
            <p:ph type="subTitle" idx="4294967295"/>
          </p:nvPr>
        </p:nvSpPr>
        <p:spPr>
          <a:xfrm>
            <a:off x="1672175" y="1835725"/>
            <a:ext cx="1977600" cy="46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Saturn</a:t>
            </a:r>
            <a:endParaRPr sz="2100" b="1">
              <a:latin typeface="Concert One"/>
              <a:ea typeface="Concert One"/>
              <a:cs typeface="Concert One"/>
              <a:sym typeface="Concert One"/>
            </a:endParaRPr>
          </a:p>
        </p:txBody>
      </p:sp>
      <p:sp>
        <p:nvSpPr>
          <p:cNvPr id="785" name="Google Shape;785;p77"/>
          <p:cNvSpPr txBox="1">
            <a:spLocks noGrp="1"/>
          </p:cNvSpPr>
          <p:nvPr>
            <p:ph type="subTitle" idx="4294967295"/>
          </p:nvPr>
        </p:nvSpPr>
        <p:spPr>
          <a:xfrm>
            <a:off x="1672175" y="3014600"/>
            <a:ext cx="1977600" cy="46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Neptune</a:t>
            </a:r>
            <a:endParaRPr sz="2100" b="1">
              <a:latin typeface="Concert One"/>
              <a:ea typeface="Concert One"/>
              <a:cs typeface="Concert One"/>
              <a:sym typeface="Concert One"/>
            </a:endParaRPr>
          </a:p>
        </p:txBody>
      </p:sp>
      <p:pic>
        <p:nvPicPr>
          <p:cNvPr id="786" name="Google Shape;786;p77"/>
          <p:cNvPicPr preferRelativeResize="0"/>
          <p:nvPr/>
        </p:nvPicPr>
        <p:blipFill>
          <a:blip r:embed="rId3">
            <a:alphaModFix amt="86000"/>
          </a:blip>
          <a:stretch>
            <a:fillRect/>
          </a:stretch>
        </p:blipFill>
        <p:spPr>
          <a:xfrm rot="9455880" flipH="1">
            <a:off x="1087804" y="2099878"/>
            <a:ext cx="526421" cy="408375"/>
          </a:xfrm>
          <a:prstGeom prst="rect">
            <a:avLst/>
          </a:prstGeom>
          <a:noFill/>
          <a:ln>
            <a:noFill/>
          </a:ln>
        </p:spPr>
      </p:pic>
      <p:pic>
        <p:nvPicPr>
          <p:cNvPr id="787" name="Google Shape;787;p77"/>
          <p:cNvPicPr preferRelativeResize="0"/>
          <p:nvPr/>
        </p:nvPicPr>
        <p:blipFill>
          <a:blip r:embed="rId4">
            <a:alphaModFix amt="86000"/>
          </a:blip>
          <a:stretch>
            <a:fillRect/>
          </a:stretch>
        </p:blipFill>
        <p:spPr>
          <a:xfrm rot="-1344120" flipH="1">
            <a:off x="1087804" y="3321462"/>
            <a:ext cx="526421" cy="408375"/>
          </a:xfrm>
          <a:prstGeom prst="rect">
            <a:avLst/>
          </a:prstGeom>
          <a:noFill/>
          <a:ln>
            <a:noFill/>
          </a:ln>
        </p:spPr>
      </p:pic>
      <p:pic>
        <p:nvPicPr>
          <p:cNvPr id="788" name="Google Shape;788;p77"/>
          <p:cNvPicPr preferRelativeResize="0"/>
          <p:nvPr/>
        </p:nvPicPr>
        <p:blipFill>
          <a:blip r:embed="rId5">
            <a:alphaModFix/>
          </a:blip>
          <a:stretch>
            <a:fillRect/>
          </a:stretch>
        </p:blipFill>
        <p:spPr>
          <a:xfrm rot="-763166">
            <a:off x="5187458" y="442372"/>
            <a:ext cx="1297982" cy="1517503"/>
          </a:xfrm>
          <a:prstGeom prst="rect">
            <a:avLst/>
          </a:prstGeom>
          <a:noFill/>
          <a:ln>
            <a:noFill/>
          </a:ln>
          <a:effectLst>
            <a:outerShdw blurRad="57150" dist="19050" dir="3300000" algn="bl" rotWithShape="0">
              <a:srgbClr val="000000">
                <a:alpha val="34000"/>
              </a:srgbClr>
            </a:outerShdw>
          </a:effectLst>
        </p:spPr>
      </p:pic>
      <p:sp>
        <p:nvSpPr>
          <p:cNvPr id="789" name="Google Shape;789;p77"/>
          <p:cNvSpPr txBox="1"/>
          <p:nvPr/>
        </p:nvSpPr>
        <p:spPr>
          <a:xfrm rot="-776579">
            <a:off x="5444411" y="1016085"/>
            <a:ext cx="873287" cy="749569"/>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April 2022</a:t>
            </a:r>
            <a:endParaRPr sz="2100" b="1">
              <a:solidFill>
                <a:schemeClr val="accent2"/>
              </a:solidFill>
              <a:latin typeface="Concert One"/>
              <a:ea typeface="Concert One"/>
              <a:cs typeface="Concert One"/>
              <a:sym typeface="Concert O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75"/>
                                        </p:tgtEl>
                                        <p:attrNameLst>
                                          <p:attrName>style.visibility</p:attrName>
                                        </p:attrNameLst>
                                      </p:cBhvr>
                                      <p:to>
                                        <p:strVal val="visible"/>
                                      </p:to>
                                    </p:set>
                                    <p:animEffect transition="in" filter="fade">
                                      <p:cBhvr>
                                        <p:cTn id="7" dur="1000"/>
                                        <p:tgtEl>
                                          <p:spTgt spid="775"/>
                                        </p:tgtEl>
                                      </p:cBhvr>
                                    </p:animEffect>
                                  </p:childTnLst>
                                </p:cTn>
                              </p:par>
                              <p:par>
                                <p:cTn id="8" presetID="10" presetClass="entr" presetSubtype="0" fill="hold" nodeType="withEffect">
                                  <p:stCondLst>
                                    <p:cond delay="0"/>
                                  </p:stCondLst>
                                  <p:childTnLst>
                                    <p:set>
                                      <p:cBhvr>
                                        <p:cTn id="9" dur="1" fill="hold">
                                          <p:stCondLst>
                                            <p:cond delay="0"/>
                                          </p:stCondLst>
                                        </p:cTn>
                                        <p:tgtEl>
                                          <p:spTgt spid="776"/>
                                        </p:tgtEl>
                                        <p:attrNameLst>
                                          <p:attrName>style.visibility</p:attrName>
                                        </p:attrNameLst>
                                      </p:cBhvr>
                                      <p:to>
                                        <p:strVal val="visible"/>
                                      </p:to>
                                    </p:set>
                                    <p:animEffect transition="in" filter="fade">
                                      <p:cBhvr>
                                        <p:cTn id="10" dur="1000"/>
                                        <p:tgtEl>
                                          <p:spTgt spid="776"/>
                                        </p:tgtEl>
                                      </p:cBhvr>
                                    </p:animEffect>
                                  </p:childTnLst>
                                </p:cTn>
                              </p:par>
                              <p:par>
                                <p:cTn id="11" presetID="10" presetClass="entr" presetSubtype="0" fill="hold" nodeType="withEffect">
                                  <p:stCondLst>
                                    <p:cond delay="0"/>
                                  </p:stCondLst>
                                  <p:childTnLst>
                                    <p:set>
                                      <p:cBhvr>
                                        <p:cTn id="12" dur="1" fill="hold">
                                          <p:stCondLst>
                                            <p:cond delay="0"/>
                                          </p:stCondLst>
                                        </p:cTn>
                                        <p:tgtEl>
                                          <p:spTgt spid="777"/>
                                        </p:tgtEl>
                                        <p:attrNameLst>
                                          <p:attrName>style.visibility</p:attrName>
                                        </p:attrNameLst>
                                      </p:cBhvr>
                                      <p:to>
                                        <p:strVal val="visible"/>
                                      </p:to>
                                    </p:set>
                                    <p:animEffect transition="in" filter="fade">
                                      <p:cBhvr>
                                        <p:cTn id="13" dur="1000"/>
                                        <p:tgtEl>
                                          <p:spTgt spid="777"/>
                                        </p:tgtEl>
                                      </p:cBhvr>
                                    </p:animEffect>
                                  </p:childTnLst>
                                </p:cTn>
                              </p:par>
                              <p:par>
                                <p:cTn id="14" presetID="10" presetClass="entr" presetSubtype="0" fill="hold" nodeType="withEffect">
                                  <p:stCondLst>
                                    <p:cond delay="0"/>
                                  </p:stCondLst>
                                  <p:childTnLst>
                                    <p:set>
                                      <p:cBhvr>
                                        <p:cTn id="15" dur="1" fill="hold">
                                          <p:stCondLst>
                                            <p:cond delay="0"/>
                                          </p:stCondLst>
                                        </p:cTn>
                                        <p:tgtEl>
                                          <p:spTgt spid="778"/>
                                        </p:tgtEl>
                                        <p:attrNameLst>
                                          <p:attrName>style.visibility</p:attrName>
                                        </p:attrNameLst>
                                      </p:cBhvr>
                                      <p:to>
                                        <p:strVal val="visible"/>
                                      </p:to>
                                    </p:set>
                                    <p:animEffect transition="in" filter="fade">
                                      <p:cBhvr>
                                        <p:cTn id="16" dur="1000"/>
                                        <p:tgtEl>
                                          <p:spTgt spid="778"/>
                                        </p:tgtEl>
                                      </p:cBhvr>
                                    </p:animEffect>
                                  </p:childTnLst>
                                </p:cTn>
                              </p:par>
                              <p:par>
                                <p:cTn id="17" presetID="10" presetClass="entr" presetSubtype="0" fill="hold" nodeType="withEffect">
                                  <p:stCondLst>
                                    <p:cond delay="0"/>
                                  </p:stCondLst>
                                  <p:childTnLst>
                                    <p:set>
                                      <p:cBhvr>
                                        <p:cTn id="18" dur="1" fill="hold">
                                          <p:stCondLst>
                                            <p:cond delay="0"/>
                                          </p:stCondLst>
                                        </p:cTn>
                                        <p:tgtEl>
                                          <p:spTgt spid="779"/>
                                        </p:tgtEl>
                                        <p:attrNameLst>
                                          <p:attrName>style.visibility</p:attrName>
                                        </p:attrNameLst>
                                      </p:cBhvr>
                                      <p:to>
                                        <p:strVal val="visible"/>
                                      </p:to>
                                    </p:set>
                                    <p:animEffect transition="in" filter="fade">
                                      <p:cBhvr>
                                        <p:cTn id="19" dur="1000"/>
                                        <p:tgtEl>
                                          <p:spTgt spid="779"/>
                                        </p:tgtEl>
                                      </p:cBhvr>
                                    </p:animEffect>
                                  </p:childTnLst>
                                </p:cTn>
                              </p:par>
                              <p:par>
                                <p:cTn id="20" presetID="10" presetClass="entr" presetSubtype="0" fill="hold" nodeType="withEffect">
                                  <p:stCondLst>
                                    <p:cond delay="0"/>
                                  </p:stCondLst>
                                  <p:childTnLst>
                                    <p:set>
                                      <p:cBhvr>
                                        <p:cTn id="21" dur="1" fill="hold">
                                          <p:stCondLst>
                                            <p:cond delay="0"/>
                                          </p:stCondLst>
                                        </p:cTn>
                                        <p:tgtEl>
                                          <p:spTgt spid="781"/>
                                        </p:tgtEl>
                                        <p:attrNameLst>
                                          <p:attrName>style.visibility</p:attrName>
                                        </p:attrNameLst>
                                      </p:cBhvr>
                                      <p:to>
                                        <p:strVal val="visible"/>
                                      </p:to>
                                    </p:set>
                                    <p:animEffect transition="in" filter="fade">
                                      <p:cBhvr>
                                        <p:cTn id="22" dur="1000"/>
                                        <p:tgtEl>
                                          <p:spTgt spid="781"/>
                                        </p:tgtEl>
                                      </p:cBhvr>
                                    </p:animEffect>
                                  </p:childTnLst>
                                </p:cTn>
                              </p:par>
                              <p:par>
                                <p:cTn id="23" presetID="10" presetClass="entr" presetSubtype="0" fill="hold" nodeType="withEffect">
                                  <p:stCondLst>
                                    <p:cond delay="0"/>
                                  </p:stCondLst>
                                  <p:childTnLst>
                                    <p:set>
                                      <p:cBhvr>
                                        <p:cTn id="24" dur="1" fill="hold">
                                          <p:stCondLst>
                                            <p:cond delay="0"/>
                                          </p:stCondLst>
                                        </p:cTn>
                                        <p:tgtEl>
                                          <p:spTgt spid="780"/>
                                        </p:tgtEl>
                                        <p:attrNameLst>
                                          <p:attrName>style.visibility</p:attrName>
                                        </p:attrNameLst>
                                      </p:cBhvr>
                                      <p:to>
                                        <p:strVal val="visible"/>
                                      </p:to>
                                    </p:set>
                                    <p:animEffect transition="in" filter="fade">
                                      <p:cBhvr>
                                        <p:cTn id="25" dur="1000"/>
                                        <p:tgtEl>
                                          <p:spTgt spid="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79"/>
          <p:cNvSpPr txBox="1">
            <a:spLocks noGrp="1"/>
          </p:cNvSpPr>
          <p:nvPr>
            <p:ph type="title"/>
          </p:nvPr>
        </p:nvSpPr>
        <p:spPr>
          <a:xfrm>
            <a:off x="1781550" y="711175"/>
            <a:ext cx="5933700" cy="60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Main concepts to know</a:t>
            </a:r>
            <a:endParaRPr/>
          </a:p>
        </p:txBody>
      </p:sp>
      <p:sp>
        <p:nvSpPr>
          <p:cNvPr id="807" name="Google Shape;807;p79"/>
          <p:cNvSpPr txBox="1">
            <a:spLocks noGrp="1"/>
          </p:cNvSpPr>
          <p:nvPr>
            <p:ph type="subTitle" idx="4294967295"/>
          </p:nvPr>
        </p:nvSpPr>
        <p:spPr>
          <a:xfrm>
            <a:off x="3784900" y="2228205"/>
            <a:ext cx="19776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solidFill>
                  <a:schemeClr val="dk2"/>
                </a:solidFill>
              </a:rPr>
              <a:t>Venus has a beautiful name</a:t>
            </a:r>
            <a:endParaRPr sz="1400">
              <a:solidFill>
                <a:schemeClr val="dk2"/>
              </a:solidFill>
            </a:endParaRPr>
          </a:p>
        </p:txBody>
      </p:sp>
      <p:sp>
        <p:nvSpPr>
          <p:cNvPr id="808" name="Google Shape;808;p79"/>
          <p:cNvSpPr txBox="1">
            <a:spLocks noGrp="1"/>
          </p:cNvSpPr>
          <p:nvPr>
            <p:ph type="subTitle" idx="4294967295"/>
          </p:nvPr>
        </p:nvSpPr>
        <p:spPr>
          <a:xfrm>
            <a:off x="5981425" y="2228201"/>
            <a:ext cx="19776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solidFill>
                  <a:schemeClr val="dk2"/>
                </a:solidFill>
              </a:rPr>
              <a:t>Only Saturn</a:t>
            </a:r>
            <a:endParaRPr sz="1400">
              <a:solidFill>
                <a:schemeClr val="dk2"/>
              </a:solidFill>
            </a:endParaRPr>
          </a:p>
          <a:p>
            <a:pPr marL="0" lvl="0" indent="0" algn="ctr" rtl="0">
              <a:spcBef>
                <a:spcPts val="0"/>
              </a:spcBef>
              <a:spcAft>
                <a:spcPts val="0"/>
              </a:spcAft>
              <a:buNone/>
            </a:pPr>
            <a:r>
              <a:rPr lang="en" sz="1400">
                <a:solidFill>
                  <a:schemeClr val="dk2"/>
                </a:solidFill>
              </a:rPr>
              <a:t>has rings</a:t>
            </a:r>
            <a:endParaRPr sz="1400">
              <a:solidFill>
                <a:schemeClr val="dk2"/>
              </a:solidFill>
            </a:endParaRPr>
          </a:p>
        </p:txBody>
      </p:sp>
      <p:sp>
        <p:nvSpPr>
          <p:cNvPr id="809" name="Google Shape;809;p79"/>
          <p:cNvSpPr txBox="1">
            <a:spLocks noGrp="1"/>
          </p:cNvSpPr>
          <p:nvPr>
            <p:ph type="subTitle" idx="4294967295"/>
          </p:nvPr>
        </p:nvSpPr>
        <p:spPr>
          <a:xfrm>
            <a:off x="1588375" y="2228193"/>
            <a:ext cx="19776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solidFill>
                  <a:schemeClr val="dk2"/>
                </a:solidFill>
              </a:rPr>
              <a:t>Mercury is the smallest planet</a:t>
            </a:r>
            <a:endParaRPr sz="1400">
              <a:solidFill>
                <a:schemeClr val="dk2"/>
              </a:solidFill>
            </a:endParaRPr>
          </a:p>
        </p:txBody>
      </p:sp>
      <p:sp>
        <p:nvSpPr>
          <p:cNvPr id="810" name="Google Shape;810;p79"/>
          <p:cNvSpPr txBox="1">
            <a:spLocks noGrp="1"/>
          </p:cNvSpPr>
          <p:nvPr>
            <p:ph type="subTitle" idx="4294967295"/>
          </p:nvPr>
        </p:nvSpPr>
        <p:spPr>
          <a:xfrm>
            <a:off x="2686642" y="3766593"/>
            <a:ext cx="19776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solidFill>
                  <a:schemeClr val="dk2"/>
                </a:solidFill>
              </a:rPr>
              <a:t>Mars is a very cold place</a:t>
            </a:r>
            <a:endParaRPr sz="1400">
              <a:solidFill>
                <a:schemeClr val="dk2"/>
              </a:solidFill>
            </a:endParaRPr>
          </a:p>
        </p:txBody>
      </p:sp>
      <p:sp>
        <p:nvSpPr>
          <p:cNvPr id="811" name="Google Shape;811;p79"/>
          <p:cNvSpPr txBox="1">
            <a:spLocks noGrp="1"/>
          </p:cNvSpPr>
          <p:nvPr>
            <p:ph type="subTitle" idx="4294967295"/>
          </p:nvPr>
        </p:nvSpPr>
        <p:spPr>
          <a:xfrm>
            <a:off x="4883162" y="3766601"/>
            <a:ext cx="19776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solidFill>
                  <a:schemeClr val="dk2"/>
                </a:solidFill>
              </a:rPr>
              <a:t>Neptune is far from the Sun</a:t>
            </a:r>
            <a:endParaRPr sz="1400">
              <a:solidFill>
                <a:schemeClr val="dk2"/>
              </a:solidFill>
            </a:endParaRPr>
          </a:p>
        </p:txBody>
      </p:sp>
      <p:sp>
        <p:nvSpPr>
          <p:cNvPr id="812" name="Google Shape;812;p79"/>
          <p:cNvSpPr txBox="1">
            <a:spLocks noGrp="1"/>
          </p:cNvSpPr>
          <p:nvPr>
            <p:ph type="subTitle" idx="4294967295"/>
          </p:nvPr>
        </p:nvSpPr>
        <p:spPr>
          <a:xfrm>
            <a:off x="5981425" y="1846072"/>
            <a:ext cx="19776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Saturn</a:t>
            </a:r>
            <a:endParaRPr sz="2100" b="1">
              <a:latin typeface="Concert One"/>
              <a:ea typeface="Concert One"/>
              <a:cs typeface="Concert One"/>
              <a:sym typeface="Concert One"/>
            </a:endParaRPr>
          </a:p>
        </p:txBody>
      </p:sp>
      <p:sp>
        <p:nvSpPr>
          <p:cNvPr id="813" name="Google Shape;813;p79"/>
          <p:cNvSpPr txBox="1">
            <a:spLocks noGrp="1"/>
          </p:cNvSpPr>
          <p:nvPr>
            <p:ph type="subTitle" idx="4294967295"/>
          </p:nvPr>
        </p:nvSpPr>
        <p:spPr>
          <a:xfrm>
            <a:off x="4883162" y="3384472"/>
            <a:ext cx="19776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Neptune</a:t>
            </a:r>
            <a:endParaRPr sz="2100" b="1">
              <a:latin typeface="Concert One"/>
              <a:ea typeface="Concert One"/>
              <a:cs typeface="Concert One"/>
              <a:sym typeface="Concert One"/>
            </a:endParaRPr>
          </a:p>
        </p:txBody>
      </p:sp>
      <p:sp>
        <p:nvSpPr>
          <p:cNvPr id="814" name="Google Shape;814;p79"/>
          <p:cNvSpPr txBox="1">
            <a:spLocks noGrp="1"/>
          </p:cNvSpPr>
          <p:nvPr>
            <p:ph type="subTitle" idx="4294967295"/>
          </p:nvPr>
        </p:nvSpPr>
        <p:spPr>
          <a:xfrm>
            <a:off x="3784900" y="1846076"/>
            <a:ext cx="19776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Venus </a:t>
            </a:r>
            <a:endParaRPr sz="2100" b="1">
              <a:latin typeface="Concert One"/>
              <a:ea typeface="Concert One"/>
              <a:cs typeface="Concert One"/>
              <a:sym typeface="Concert One"/>
            </a:endParaRPr>
          </a:p>
        </p:txBody>
      </p:sp>
      <p:sp>
        <p:nvSpPr>
          <p:cNvPr id="815" name="Google Shape;815;p79"/>
          <p:cNvSpPr txBox="1">
            <a:spLocks noGrp="1"/>
          </p:cNvSpPr>
          <p:nvPr>
            <p:ph type="subTitle" idx="4294967295"/>
          </p:nvPr>
        </p:nvSpPr>
        <p:spPr>
          <a:xfrm>
            <a:off x="1588375" y="1846063"/>
            <a:ext cx="19776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Mercury </a:t>
            </a:r>
            <a:endParaRPr sz="2100" b="1">
              <a:latin typeface="Concert One"/>
              <a:ea typeface="Concert One"/>
              <a:cs typeface="Concert One"/>
              <a:sym typeface="Concert One"/>
            </a:endParaRPr>
          </a:p>
        </p:txBody>
      </p:sp>
      <p:sp>
        <p:nvSpPr>
          <p:cNvPr id="816" name="Google Shape;816;p79"/>
          <p:cNvSpPr txBox="1">
            <a:spLocks noGrp="1"/>
          </p:cNvSpPr>
          <p:nvPr>
            <p:ph type="subTitle" idx="4294967295"/>
          </p:nvPr>
        </p:nvSpPr>
        <p:spPr>
          <a:xfrm>
            <a:off x="2686642" y="3384463"/>
            <a:ext cx="19776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Mars</a:t>
            </a:r>
            <a:endParaRPr sz="2100" b="1">
              <a:latin typeface="Concert One"/>
              <a:ea typeface="Concert One"/>
              <a:cs typeface="Concert One"/>
              <a:sym typeface="Concert One"/>
            </a:endParaRPr>
          </a:p>
        </p:txBody>
      </p:sp>
      <p:sp>
        <p:nvSpPr>
          <p:cNvPr id="817" name="Google Shape;817;p79"/>
          <p:cNvSpPr/>
          <p:nvPr/>
        </p:nvSpPr>
        <p:spPr>
          <a:xfrm>
            <a:off x="2379676" y="1524996"/>
            <a:ext cx="395002" cy="321088"/>
          </a:xfrm>
          <a:custGeom>
            <a:avLst/>
            <a:gdLst/>
            <a:ahLst/>
            <a:cxnLst/>
            <a:rect l="l" t="t" r="r" b="b"/>
            <a:pathLst>
              <a:path w="12099" h="9835" extrusionOk="0">
                <a:moveTo>
                  <a:pt x="8478" y="1025"/>
                </a:moveTo>
                <a:cubicBezTo>
                  <a:pt x="8590" y="1025"/>
                  <a:pt x="8563" y="1035"/>
                  <a:pt x="8505" y="1035"/>
                </a:cubicBezTo>
                <a:cubicBezTo>
                  <a:pt x="8476" y="1035"/>
                  <a:pt x="8439" y="1033"/>
                  <a:pt x="8407" y="1025"/>
                </a:cubicBezTo>
                <a:close/>
                <a:moveTo>
                  <a:pt x="8359" y="1049"/>
                </a:moveTo>
                <a:cubicBezTo>
                  <a:pt x="8502" y="1191"/>
                  <a:pt x="8669" y="1334"/>
                  <a:pt x="8788" y="1477"/>
                </a:cubicBezTo>
                <a:cubicBezTo>
                  <a:pt x="9502" y="2120"/>
                  <a:pt x="10169" y="2811"/>
                  <a:pt x="10836" y="3525"/>
                </a:cubicBezTo>
                <a:cubicBezTo>
                  <a:pt x="10503" y="3906"/>
                  <a:pt x="10145" y="4263"/>
                  <a:pt x="9812" y="4621"/>
                </a:cubicBezTo>
                <a:cubicBezTo>
                  <a:pt x="9407" y="4287"/>
                  <a:pt x="8955" y="3954"/>
                  <a:pt x="8812" y="3430"/>
                </a:cubicBezTo>
                <a:cubicBezTo>
                  <a:pt x="8738" y="3176"/>
                  <a:pt x="8527" y="3058"/>
                  <a:pt x="8316" y="3058"/>
                </a:cubicBezTo>
                <a:cubicBezTo>
                  <a:pt x="8052" y="3058"/>
                  <a:pt x="7788" y="3242"/>
                  <a:pt x="7788" y="3573"/>
                </a:cubicBezTo>
                <a:cubicBezTo>
                  <a:pt x="7740" y="4478"/>
                  <a:pt x="7764" y="5359"/>
                  <a:pt x="7740" y="6264"/>
                </a:cubicBezTo>
                <a:cubicBezTo>
                  <a:pt x="7740" y="7026"/>
                  <a:pt x="7931" y="7812"/>
                  <a:pt x="7788" y="8574"/>
                </a:cubicBezTo>
                <a:cubicBezTo>
                  <a:pt x="7753" y="8735"/>
                  <a:pt x="7763" y="8779"/>
                  <a:pt x="7753" y="8779"/>
                </a:cubicBezTo>
                <a:cubicBezTo>
                  <a:pt x="7742" y="8779"/>
                  <a:pt x="7709" y="8729"/>
                  <a:pt x="7573" y="8717"/>
                </a:cubicBezTo>
                <a:cubicBezTo>
                  <a:pt x="7455" y="8710"/>
                  <a:pt x="7334" y="8707"/>
                  <a:pt x="7213" y="8707"/>
                </a:cubicBezTo>
                <a:cubicBezTo>
                  <a:pt x="6920" y="8707"/>
                  <a:pt x="6621" y="8724"/>
                  <a:pt x="6335" y="8741"/>
                </a:cubicBezTo>
                <a:cubicBezTo>
                  <a:pt x="5903" y="8796"/>
                  <a:pt x="5478" y="8819"/>
                  <a:pt x="5057" y="8819"/>
                </a:cubicBezTo>
                <a:cubicBezTo>
                  <a:pt x="4760" y="8819"/>
                  <a:pt x="4464" y="8808"/>
                  <a:pt x="4168" y="8788"/>
                </a:cubicBezTo>
                <a:cubicBezTo>
                  <a:pt x="4168" y="7097"/>
                  <a:pt x="4239" y="5407"/>
                  <a:pt x="4144" y="3716"/>
                </a:cubicBezTo>
                <a:cubicBezTo>
                  <a:pt x="4130" y="3395"/>
                  <a:pt x="3865" y="3199"/>
                  <a:pt x="3602" y="3199"/>
                </a:cubicBezTo>
                <a:cubicBezTo>
                  <a:pt x="3436" y="3199"/>
                  <a:pt x="3269" y="3278"/>
                  <a:pt x="3168" y="3454"/>
                </a:cubicBezTo>
                <a:cubicBezTo>
                  <a:pt x="2834" y="3882"/>
                  <a:pt x="2549" y="4335"/>
                  <a:pt x="2287" y="4811"/>
                </a:cubicBezTo>
                <a:cubicBezTo>
                  <a:pt x="1929" y="4573"/>
                  <a:pt x="1572" y="4311"/>
                  <a:pt x="1191" y="4049"/>
                </a:cubicBezTo>
                <a:cubicBezTo>
                  <a:pt x="1715" y="2811"/>
                  <a:pt x="2596" y="1763"/>
                  <a:pt x="3715" y="1049"/>
                </a:cubicBezTo>
                <a:close/>
                <a:moveTo>
                  <a:pt x="3406" y="1"/>
                </a:moveTo>
                <a:cubicBezTo>
                  <a:pt x="3358" y="25"/>
                  <a:pt x="3287" y="48"/>
                  <a:pt x="3263" y="72"/>
                </a:cubicBezTo>
                <a:cubicBezTo>
                  <a:pt x="1763" y="1001"/>
                  <a:pt x="620" y="2430"/>
                  <a:pt x="48" y="4097"/>
                </a:cubicBezTo>
                <a:cubicBezTo>
                  <a:pt x="0" y="4335"/>
                  <a:pt x="96" y="4573"/>
                  <a:pt x="286" y="4692"/>
                </a:cubicBezTo>
                <a:cubicBezTo>
                  <a:pt x="953" y="5097"/>
                  <a:pt x="1548" y="5573"/>
                  <a:pt x="2215" y="5954"/>
                </a:cubicBezTo>
                <a:cubicBezTo>
                  <a:pt x="2291" y="5992"/>
                  <a:pt x="2377" y="6011"/>
                  <a:pt x="2463" y="6011"/>
                </a:cubicBezTo>
                <a:cubicBezTo>
                  <a:pt x="2647" y="6011"/>
                  <a:pt x="2832" y="5926"/>
                  <a:pt x="2930" y="5764"/>
                </a:cubicBezTo>
                <a:cubicBezTo>
                  <a:pt x="3001" y="5645"/>
                  <a:pt x="3073" y="5502"/>
                  <a:pt x="3144" y="5383"/>
                </a:cubicBezTo>
                <a:lnTo>
                  <a:pt x="3144" y="5383"/>
                </a:lnTo>
                <a:cubicBezTo>
                  <a:pt x="3144" y="6669"/>
                  <a:pt x="3120" y="7931"/>
                  <a:pt x="3120" y="9193"/>
                </a:cubicBezTo>
                <a:cubicBezTo>
                  <a:pt x="3120" y="9431"/>
                  <a:pt x="3287" y="9622"/>
                  <a:pt x="3501" y="9693"/>
                </a:cubicBezTo>
                <a:cubicBezTo>
                  <a:pt x="3969" y="9799"/>
                  <a:pt x="4436" y="9835"/>
                  <a:pt x="4906" y="9835"/>
                </a:cubicBezTo>
                <a:cubicBezTo>
                  <a:pt x="5489" y="9835"/>
                  <a:pt x="6075" y="9780"/>
                  <a:pt x="6668" y="9741"/>
                </a:cubicBezTo>
                <a:cubicBezTo>
                  <a:pt x="6695" y="9740"/>
                  <a:pt x="6722" y="9739"/>
                  <a:pt x="6749" y="9739"/>
                </a:cubicBezTo>
                <a:cubicBezTo>
                  <a:pt x="7006" y="9739"/>
                  <a:pt x="7322" y="9786"/>
                  <a:pt x="7625" y="9786"/>
                </a:cubicBezTo>
                <a:cubicBezTo>
                  <a:pt x="7943" y="9786"/>
                  <a:pt x="8246" y="9735"/>
                  <a:pt x="8455" y="9526"/>
                </a:cubicBezTo>
                <a:cubicBezTo>
                  <a:pt x="8931" y="9050"/>
                  <a:pt x="8907" y="8121"/>
                  <a:pt x="8883" y="7502"/>
                </a:cubicBezTo>
                <a:cubicBezTo>
                  <a:pt x="8836" y="6693"/>
                  <a:pt x="8812" y="5883"/>
                  <a:pt x="8788" y="5049"/>
                </a:cubicBezTo>
                <a:lnTo>
                  <a:pt x="8788" y="5049"/>
                </a:lnTo>
                <a:cubicBezTo>
                  <a:pt x="9050" y="5264"/>
                  <a:pt x="9264" y="5478"/>
                  <a:pt x="9479" y="5740"/>
                </a:cubicBezTo>
                <a:cubicBezTo>
                  <a:pt x="9586" y="5835"/>
                  <a:pt x="9717" y="5883"/>
                  <a:pt x="9848" y="5883"/>
                </a:cubicBezTo>
                <a:cubicBezTo>
                  <a:pt x="9979" y="5883"/>
                  <a:pt x="10110" y="5835"/>
                  <a:pt x="10217" y="5740"/>
                </a:cubicBezTo>
                <a:cubicBezTo>
                  <a:pt x="10741" y="5073"/>
                  <a:pt x="11384" y="4525"/>
                  <a:pt x="11884" y="3859"/>
                </a:cubicBezTo>
                <a:cubicBezTo>
                  <a:pt x="12098" y="3644"/>
                  <a:pt x="12098" y="3311"/>
                  <a:pt x="11884" y="3120"/>
                </a:cubicBezTo>
                <a:cubicBezTo>
                  <a:pt x="11146" y="2287"/>
                  <a:pt x="10360" y="1477"/>
                  <a:pt x="9526" y="739"/>
                </a:cubicBezTo>
                <a:cubicBezTo>
                  <a:pt x="9002" y="239"/>
                  <a:pt x="8788" y="1"/>
                  <a:pt x="80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8" name="Google Shape;818;p79"/>
          <p:cNvGrpSpPr/>
          <p:nvPr/>
        </p:nvGrpSpPr>
        <p:grpSpPr>
          <a:xfrm>
            <a:off x="5715276" y="2991922"/>
            <a:ext cx="313351" cy="392554"/>
            <a:chOff x="6279850" y="3645375"/>
            <a:chExt cx="239950" cy="300600"/>
          </a:xfrm>
        </p:grpSpPr>
        <p:sp>
          <p:nvSpPr>
            <p:cNvPr id="819" name="Google Shape;819;p79"/>
            <p:cNvSpPr/>
            <p:nvPr/>
          </p:nvSpPr>
          <p:spPr>
            <a:xfrm>
              <a:off x="6279850" y="3645375"/>
              <a:ext cx="239950" cy="300600"/>
            </a:xfrm>
            <a:custGeom>
              <a:avLst/>
              <a:gdLst/>
              <a:ahLst/>
              <a:cxnLst/>
              <a:rect l="l" t="t" r="r" b="b"/>
              <a:pathLst>
                <a:path w="9598" h="12024" extrusionOk="0">
                  <a:moveTo>
                    <a:pt x="6264" y="1064"/>
                  </a:moveTo>
                  <a:cubicBezTo>
                    <a:pt x="6430" y="1064"/>
                    <a:pt x="6597" y="1067"/>
                    <a:pt x="6764" y="1075"/>
                  </a:cubicBezTo>
                  <a:cubicBezTo>
                    <a:pt x="7502" y="1099"/>
                    <a:pt x="7526" y="1932"/>
                    <a:pt x="7645" y="2480"/>
                  </a:cubicBezTo>
                  <a:cubicBezTo>
                    <a:pt x="7954" y="3718"/>
                    <a:pt x="8193" y="4957"/>
                    <a:pt x="8335" y="6243"/>
                  </a:cubicBezTo>
                  <a:cubicBezTo>
                    <a:pt x="8383" y="6790"/>
                    <a:pt x="8455" y="7386"/>
                    <a:pt x="8502" y="7957"/>
                  </a:cubicBezTo>
                  <a:lnTo>
                    <a:pt x="6478" y="7957"/>
                  </a:lnTo>
                  <a:cubicBezTo>
                    <a:pt x="6192" y="7957"/>
                    <a:pt x="5954" y="8195"/>
                    <a:pt x="5954" y="8481"/>
                  </a:cubicBezTo>
                  <a:cubicBezTo>
                    <a:pt x="5906" y="8815"/>
                    <a:pt x="5906" y="9148"/>
                    <a:pt x="5906" y="9481"/>
                  </a:cubicBezTo>
                  <a:cubicBezTo>
                    <a:pt x="5597" y="9505"/>
                    <a:pt x="5311" y="9529"/>
                    <a:pt x="5001" y="9553"/>
                  </a:cubicBezTo>
                  <a:cubicBezTo>
                    <a:pt x="4847" y="9577"/>
                    <a:pt x="4686" y="9589"/>
                    <a:pt x="4522" y="9589"/>
                  </a:cubicBezTo>
                  <a:cubicBezTo>
                    <a:pt x="4358" y="9589"/>
                    <a:pt x="4192" y="9577"/>
                    <a:pt x="4025" y="9553"/>
                  </a:cubicBezTo>
                  <a:cubicBezTo>
                    <a:pt x="3787" y="9529"/>
                    <a:pt x="3835" y="9053"/>
                    <a:pt x="3739" y="8910"/>
                  </a:cubicBezTo>
                  <a:cubicBezTo>
                    <a:pt x="3406" y="8338"/>
                    <a:pt x="2808" y="8201"/>
                    <a:pt x="2171" y="8201"/>
                  </a:cubicBezTo>
                  <a:cubicBezTo>
                    <a:pt x="1853" y="8201"/>
                    <a:pt x="1525" y="8235"/>
                    <a:pt x="1215" y="8267"/>
                  </a:cubicBezTo>
                  <a:cubicBezTo>
                    <a:pt x="1358" y="7386"/>
                    <a:pt x="1548" y="6505"/>
                    <a:pt x="1739" y="5647"/>
                  </a:cubicBezTo>
                  <a:cubicBezTo>
                    <a:pt x="2025" y="4147"/>
                    <a:pt x="2334" y="2671"/>
                    <a:pt x="2501" y="1123"/>
                  </a:cubicBezTo>
                  <a:cubicBezTo>
                    <a:pt x="3430" y="1123"/>
                    <a:pt x="4335" y="1099"/>
                    <a:pt x="5263" y="1075"/>
                  </a:cubicBezTo>
                  <a:cubicBezTo>
                    <a:pt x="5597" y="1075"/>
                    <a:pt x="5930" y="1064"/>
                    <a:pt x="6264" y="1064"/>
                  </a:cubicBezTo>
                  <a:close/>
                  <a:moveTo>
                    <a:pt x="8574" y="9029"/>
                  </a:moveTo>
                  <a:lnTo>
                    <a:pt x="8574" y="9624"/>
                  </a:lnTo>
                  <a:cubicBezTo>
                    <a:pt x="8550" y="10350"/>
                    <a:pt x="8596" y="11006"/>
                    <a:pt x="7716" y="11006"/>
                  </a:cubicBezTo>
                  <a:cubicBezTo>
                    <a:pt x="7701" y="11006"/>
                    <a:pt x="7685" y="11006"/>
                    <a:pt x="7669" y="11006"/>
                  </a:cubicBezTo>
                  <a:cubicBezTo>
                    <a:pt x="7192" y="11006"/>
                    <a:pt x="6716" y="10982"/>
                    <a:pt x="6216" y="10958"/>
                  </a:cubicBezTo>
                  <a:lnTo>
                    <a:pt x="3573" y="10863"/>
                  </a:lnTo>
                  <a:cubicBezTo>
                    <a:pt x="3454" y="10859"/>
                    <a:pt x="3335" y="10858"/>
                    <a:pt x="3217" y="10858"/>
                  </a:cubicBezTo>
                  <a:cubicBezTo>
                    <a:pt x="2644" y="10858"/>
                    <a:pt x="2069" y="10891"/>
                    <a:pt x="1484" y="10891"/>
                  </a:cubicBezTo>
                  <a:cubicBezTo>
                    <a:pt x="1363" y="10891"/>
                    <a:pt x="1242" y="10890"/>
                    <a:pt x="1120" y="10886"/>
                  </a:cubicBezTo>
                  <a:lnTo>
                    <a:pt x="1143" y="10886"/>
                  </a:lnTo>
                  <a:cubicBezTo>
                    <a:pt x="1072" y="10363"/>
                    <a:pt x="1072" y="9862"/>
                    <a:pt x="1096" y="9339"/>
                  </a:cubicBezTo>
                  <a:cubicBezTo>
                    <a:pt x="1419" y="9292"/>
                    <a:pt x="1752" y="9266"/>
                    <a:pt x="2082" y="9266"/>
                  </a:cubicBezTo>
                  <a:cubicBezTo>
                    <a:pt x="2263" y="9266"/>
                    <a:pt x="2443" y="9274"/>
                    <a:pt x="2620" y="9291"/>
                  </a:cubicBezTo>
                  <a:cubicBezTo>
                    <a:pt x="2858" y="9339"/>
                    <a:pt x="2953" y="10267"/>
                    <a:pt x="3334" y="10434"/>
                  </a:cubicBezTo>
                  <a:cubicBezTo>
                    <a:pt x="3722" y="10599"/>
                    <a:pt x="4138" y="10653"/>
                    <a:pt x="4563" y="10653"/>
                  </a:cubicBezTo>
                  <a:cubicBezTo>
                    <a:pt x="5183" y="10653"/>
                    <a:pt x="5823" y="10538"/>
                    <a:pt x="6430" y="10482"/>
                  </a:cubicBezTo>
                  <a:cubicBezTo>
                    <a:pt x="6716" y="10482"/>
                    <a:pt x="6930" y="10243"/>
                    <a:pt x="6954" y="9958"/>
                  </a:cubicBezTo>
                  <a:cubicBezTo>
                    <a:pt x="6954" y="9648"/>
                    <a:pt x="6954" y="9339"/>
                    <a:pt x="6954" y="9029"/>
                  </a:cubicBezTo>
                  <a:close/>
                  <a:moveTo>
                    <a:pt x="6175" y="1"/>
                  </a:moveTo>
                  <a:cubicBezTo>
                    <a:pt x="5008" y="1"/>
                    <a:pt x="3842" y="85"/>
                    <a:pt x="2675" y="85"/>
                  </a:cubicBezTo>
                  <a:cubicBezTo>
                    <a:pt x="2459" y="85"/>
                    <a:pt x="2242" y="82"/>
                    <a:pt x="2025" y="75"/>
                  </a:cubicBezTo>
                  <a:cubicBezTo>
                    <a:pt x="2011" y="74"/>
                    <a:pt x="1998" y="73"/>
                    <a:pt x="1985" y="73"/>
                  </a:cubicBezTo>
                  <a:cubicBezTo>
                    <a:pt x="1739" y="73"/>
                    <a:pt x="1525" y="279"/>
                    <a:pt x="1525" y="527"/>
                  </a:cubicBezTo>
                  <a:cubicBezTo>
                    <a:pt x="1525" y="575"/>
                    <a:pt x="1525" y="599"/>
                    <a:pt x="1501" y="646"/>
                  </a:cubicBezTo>
                  <a:cubicBezTo>
                    <a:pt x="1263" y="3314"/>
                    <a:pt x="286" y="6028"/>
                    <a:pt x="72" y="8743"/>
                  </a:cubicBezTo>
                  <a:cubicBezTo>
                    <a:pt x="72" y="8791"/>
                    <a:pt x="72" y="8838"/>
                    <a:pt x="72" y="8886"/>
                  </a:cubicBezTo>
                  <a:cubicBezTo>
                    <a:pt x="0" y="9767"/>
                    <a:pt x="48" y="10625"/>
                    <a:pt x="167" y="11482"/>
                  </a:cubicBezTo>
                  <a:cubicBezTo>
                    <a:pt x="239" y="11720"/>
                    <a:pt x="453" y="11863"/>
                    <a:pt x="691" y="11863"/>
                  </a:cubicBezTo>
                  <a:cubicBezTo>
                    <a:pt x="1088" y="11914"/>
                    <a:pt x="1486" y="11928"/>
                    <a:pt x="1884" y="11928"/>
                  </a:cubicBezTo>
                  <a:cubicBezTo>
                    <a:pt x="2434" y="11928"/>
                    <a:pt x="2986" y="11900"/>
                    <a:pt x="3543" y="11900"/>
                  </a:cubicBezTo>
                  <a:cubicBezTo>
                    <a:pt x="3719" y="11900"/>
                    <a:pt x="3895" y="11903"/>
                    <a:pt x="4073" y="11910"/>
                  </a:cubicBezTo>
                  <a:lnTo>
                    <a:pt x="7264" y="12006"/>
                  </a:lnTo>
                  <a:cubicBezTo>
                    <a:pt x="7381" y="12018"/>
                    <a:pt x="7498" y="12024"/>
                    <a:pt x="7614" y="12024"/>
                  </a:cubicBezTo>
                  <a:cubicBezTo>
                    <a:pt x="7948" y="12024"/>
                    <a:pt x="8280" y="11975"/>
                    <a:pt x="8597" y="11887"/>
                  </a:cubicBezTo>
                  <a:cubicBezTo>
                    <a:pt x="9550" y="11553"/>
                    <a:pt x="9574" y="10767"/>
                    <a:pt x="9598" y="9910"/>
                  </a:cubicBezTo>
                  <a:cubicBezTo>
                    <a:pt x="9598" y="6933"/>
                    <a:pt x="9193" y="3980"/>
                    <a:pt x="8383" y="1123"/>
                  </a:cubicBezTo>
                  <a:cubicBezTo>
                    <a:pt x="8145" y="241"/>
                    <a:pt x="7359" y="27"/>
                    <a:pt x="6526" y="3"/>
                  </a:cubicBezTo>
                  <a:cubicBezTo>
                    <a:pt x="6409" y="1"/>
                    <a:pt x="6292" y="1"/>
                    <a:pt x="61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79"/>
            <p:cNvSpPr/>
            <p:nvPr/>
          </p:nvSpPr>
          <p:spPr>
            <a:xfrm>
              <a:off x="6330450" y="3810575"/>
              <a:ext cx="148850" cy="21900"/>
            </a:xfrm>
            <a:custGeom>
              <a:avLst/>
              <a:gdLst/>
              <a:ahLst/>
              <a:cxnLst/>
              <a:rect l="l" t="t" r="r" b="b"/>
              <a:pathLst>
                <a:path w="5954" h="876" extrusionOk="0">
                  <a:moveTo>
                    <a:pt x="3143" y="1"/>
                  </a:moveTo>
                  <a:cubicBezTo>
                    <a:pt x="2257" y="1"/>
                    <a:pt x="1367" y="27"/>
                    <a:pt x="477" y="40"/>
                  </a:cubicBezTo>
                  <a:cubicBezTo>
                    <a:pt x="1" y="63"/>
                    <a:pt x="1" y="778"/>
                    <a:pt x="477" y="825"/>
                  </a:cubicBezTo>
                  <a:cubicBezTo>
                    <a:pt x="1429" y="825"/>
                    <a:pt x="2382" y="794"/>
                    <a:pt x="3330" y="794"/>
                  </a:cubicBezTo>
                  <a:cubicBezTo>
                    <a:pt x="4041" y="794"/>
                    <a:pt x="4750" y="812"/>
                    <a:pt x="5454" y="873"/>
                  </a:cubicBezTo>
                  <a:cubicBezTo>
                    <a:pt x="5469" y="874"/>
                    <a:pt x="5483" y="875"/>
                    <a:pt x="5497" y="875"/>
                  </a:cubicBezTo>
                  <a:cubicBezTo>
                    <a:pt x="5954" y="875"/>
                    <a:pt x="5940" y="133"/>
                    <a:pt x="5454" y="87"/>
                  </a:cubicBezTo>
                  <a:cubicBezTo>
                    <a:pt x="4688" y="21"/>
                    <a:pt x="3917" y="1"/>
                    <a:pt x="31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79"/>
            <p:cNvSpPr/>
            <p:nvPr/>
          </p:nvSpPr>
          <p:spPr>
            <a:xfrm>
              <a:off x="6343550" y="3762725"/>
              <a:ext cx="122075" cy="19675"/>
            </a:xfrm>
            <a:custGeom>
              <a:avLst/>
              <a:gdLst/>
              <a:ahLst/>
              <a:cxnLst/>
              <a:rect l="l" t="t" r="r" b="b"/>
              <a:pathLst>
                <a:path w="4883" h="787" extrusionOk="0">
                  <a:moveTo>
                    <a:pt x="524" y="1"/>
                  </a:moveTo>
                  <a:cubicBezTo>
                    <a:pt x="1" y="1"/>
                    <a:pt x="1" y="787"/>
                    <a:pt x="524" y="787"/>
                  </a:cubicBezTo>
                  <a:lnTo>
                    <a:pt x="4359" y="787"/>
                  </a:lnTo>
                  <a:cubicBezTo>
                    <a:pt x="4883" y="787"/>
                    <a:pt x="4883" y="1"/>
                    <a:pt x="43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79"/>
            <p:cNvSpPr/>
            <p:nvPr/>
          </p:nvSpPr>
          <p:spPr>
            <a:xfrm>
              <a:off x="6350700" y="3715100"/>
              <a:ext cx="107775" cy="19675"/>
            </a:xfrm>
            <a:custGeom>
              <a:avLst/>
              <a:gdLst/>
              <a:ahLst/>
              <a:cxnLst/>
              <a:rect l="l" t="t" r="r" b="b"/>
              <a:pathLst>
                <a:path w="4311" h="787" extrusionOk="0">
                  <a:moveTo>
                    <a:pt x="524" y="1"/>
                  </a:moveTo>
                  <a:cubicBezTo>
                    <a:pt x="0" y="1"/>
                    <a:pt x="0" y="786"/>
                    <a:pt x="524" y="786"/>
                  </a:cubicBezTo>
                  <a:lnTo>
                    <a:pt x="3787" y="786"/>
                  </a:lnTo>
                  <a:cubicBezTo>
                    <a:pt x="4311" y="786"/>
                    <a:pt x="4311" y="1"/>
                    <a:pt x="37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3" name="Google Shape;823;p79"/>
          <p:cNvGrpSpPr/>
          <p:nvPr/>
        </p:nvGrpSpPr>
        <p:grpSpPr>
          <a:xfrm>
            <a:off x="6827928" y="1514569"/>
            <a:ext cx="284588" cy="341950"/>
            <a:chOff x="5138550" y="3225375"/>
            <a:chExt cx="217925" cy="261850"/>
          </a:xfrm>
        </p:grpSpPr>
        <p:sp>
          <p:nvSpPr>
            <p:cNvPr id="824" name="Google Shape;824;p79"/>
            <p:cNvSpPr/>
            <p:nvPr/>
          </p:nvSpPr>
          <p:spPr>
            <a:xfrm>
              <a:off x="5138550" y="3225375"/>
              <a:ext cx="217925" cy="261850"/>
            </a:xfrm>
            <a:custGeom>
              <a:avLst/>
              <a:gdLst/>
              <a:ahLst/>
              <a:cxnLst/>
              <a:rect l="l" t="t" r="r" b="b"/>
              <a:pathLst>
                <a:path w="8717" h="10474" extrusionOk="0">
                  <a:moveTo>
                    <a:pt x="6816" y="694"/>
                  </a:moveTo>
                  <a:cubicBezTo>
                    <a:pt x="7065" y="694"/>
                    <a:pt x="7284" y="734"/>
                    <a:pt x="7383" y="872"/>
                  </a:cubicBezTo>
                  <a:cubicBezTo>
                    <a:pt x="7811" y="1514"/>
                    <a:pt x="7692" y="2610"/>
                    <a:pt x="7668" y="3324"/>
                  </a:cubicBezTo>
                  <a:cubicBezTo>
                    <a:pt x="7668" y="4444"/>
                    <a:pt x="7549" y="5563"/>
                    <a:pt x="7644" y="6706"/>
                  </a:cubicBezTo>
                  <a:cubicBezTo>
                    <a:pt x="7716" y="7659"/>
                    <a:pt x="7906" y="8754"/>
                    <a:pt x="7644" y="9707"/>
                  </a:cubicBezTo>
                  <a:cubicBezTo>
                    <a:pt x="7627" y="9778"/>
                    <a:pt x="7471" y="9804"/>
                    <a:pt x="7243" y="9804"/>
                  </a:cubicBezTo>
                  <a:cubicBezTo>
                    <a:pt x="6551" y="9804"/>
                    <a:pt x="5192" y="9558"/>
                    <a:pt x="4977" y="9540"/>
                  </a:cubicBezTo>
                  <a:cubicBezTo>
                    <a:pt x="4884" y="9532"/>
                    <a:pt x="4790" y="9529"/>
                    <a:pt x="4694" y="9529"/>
                  </a:cubicBezTo>
                  <a:cubicBezTo>
                    <a:pt x="4009" y="9529"/>
                    <a:pt x="3263" y="9706"/>
                    <a:pt x="2556" y="9706"/>
                  </a:cubicBezTo>
                  <a:cubicBezTo>
                    <a:pt x="2171" y="9706"/>
                    <a:pt x="1798" y="9654"/>
                    <a:pt x="1453" y="9492"/>
                  </a:cubicBezTo>
                  <a:cubicBezTo>
                    <a:pt x="881" y="9230"/>
                    <a:pt x="1167" y="7873"/>
                    <a:pt x="1215" y="7397"/>
                  </a:cubicBezTo>
                  <a:cubicBezTo>
                    <a:pt x="1262" y="6706"/>
                    <a:pt x="1238" y="6039"/>
                    <a:pt x="1238" y="5349"/>
                  </a:cubicBezTo>
                  <a:cubicBezTo>
                    <a:pt x="1238" y="3872"/>
                    <a:pt x="1191" y="2372"/>
                    <a:pt x="1191" y="895"/>
                  </a:cubicBezTo>
                  <a:cubicBezTo>
                    <a:pt x="2739" y="872"/>
                    <a:pt x="4287" y="776"/>
                    <a:pt x="5835" y="776"/>
                  </a:cubicBezTo>
                  <a:cubicBezTo>
                    <a:pt x="6045" y="776"/>
                    <a:pt x="6461" y="694"/>
                    <a:pt x="6816" y="694"/>
                  </a:cubicBezTo>
                  <a:close/>
                  <a:moveTo>
                    <a:pt x="5914" y="0"/>
                  </a:moveTo>
                  <a:cubicBezTo>
                    <a:pt x="4232" y="0"/>
                    <a:pt x="2517" y="205"/>
                    <a:pt x="834" y="205"/>
                  </a:cubicBezTo>
                  <a:cubicBezTo>
                    <a:pt x="762" y="205"/>
                    <a:pt x="667" y="229"/>
                    <a:pt x="619" y="300"/>
                  </a:cubicBezTo>
                  <a:cubicBezTo>
                    <a:pt x="524" y="371"/>
                    <a:pt x="500" y="467"/>
                    <a:pt x="500" y="562"/>
                  </a:cubicBezTo>
                  <a:cubicBezTo>
                    <a:pt x="500" y="2539"/>
                    <a:pt x="548" y="4539"/>
                    <a:pt x="572" y="6516"/>
                  </a:cubicBezTo>
                  <a:cubicBezTo>
                    <a:pt x="572" y="7611"/>
                    <a:pt x="0" y="9349"/>
                    <a:pt x="1119" y="10088"/>
                  </a:cubicBezTo>
                  <a:cubicBezTo>
                    <a:pt x="1512" y="10337"/>
                    <a:pt x="1991" y="10413"/>
                    <a:pt x="2496" y="10413"/>
                  </a:cubicBezTo>
                  <a:cubicBezTo>
                    <a:pt x="3286" y="10413"/>
                    <a:pt x="4142" y="10228"/>
                    <a:pt x="4834" y="10228"/>
                  </a:cubicBezTo>
                  <a:cubicBezTo>
                    <a:pt x="4883" y="10228"/>
                    <a:pt x="4930" y="10229"/>
                    <a:pt x="4977" y="10231"/>
                  </a:cubicBezTo>
                  <a:cubicBezTo>
                    <a:pt x="5573" y="10254"/>
                    <a:pt x="6216" y="10373"/>
                    <a:pt x="6811" y="10421"/>
                  </a:cubicBezTo>
                  <a:cubicBezTo>
                    <a:pt x="6960" y="10442"/>
                    <a:pt x="7185" y="10473"/>
                    <a:pt x="7411" y="10473"/>
                  </a:cubicBezTo>
                  <a:cubicBezTo>
                    <a:pt x="7692" y="10473"/>
                    <a:pt x="7976" y="10426"/>
                    <a:pt x="8121" y="10254"/>
                  </a:cubicBezTo>
                  <a:cubicBezTo>
                    <a:pt x="8716" y="9564"/>
                    <a:pt x="8430" y="8111"/>
                    <a:pt x="8383" y="7278"/>
                  </a:cubicBezTo>
                  <a:cubicBezTo>
                    <a:pt x="8287" y="5753"/>
                    <a:pt x="8383" y="4253"/>
                    <a:pt x="8383" y="2705"/>
                  </a:cubicBezTo>
                  <a:cubicBezTo>
                    <a:pt x="8383" y="1705"/>
                    <a:pt x="8335" y="133"/>
                    <a:pt x="7073" y="38"/>
                  </a:cubicBezTo>
                  <a:cubicBezTo>
                    <a:pt x="6689" y="11"/>
                    <a:pt x="6302" y="0"/>
                    <a:pt x="59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79"/>
            <p:cNvSpPr/>
            <p:nvPr/>
          </p:nvSpPr>
          <p:spPr>
            <a:xfrm>
              <a:off x="5178425" y="3253300"/>
              <a:ext cx="138750" cy="147050"/>
            </a:xfrm>
            <a:custGeom>
              <a:avLst/>
              <a:gdLst/>
              <a:ahLst/>
              <a:cxnLst/>
              <a:rect l="l" t="t" r="r" b="b"/>
              <a:pathLst>
                <a:path w="5550" h="5882" extrusionOk="0">
                  <a:moveTo>
                    <a:pt x="3501" y="451"/>
                  </a:moveTo>
                  <a:cubicBezTo>
                    <a:pt x="3716" y="451"/>
                    <a:pt x="3930" y="457"/>
                    <a:pt x="4144" y="469"/>
                  </a:cubicBezTo>
                  <a:cubicBezTo>
                    <a:pt x="4740" y="493"/>
                    <a:pt x="4883" y="588"/>
                    <a:pt x="4930" y="1160"/>
                  </a:cubicBezTo>
                  <a:cubicBezTo>
                    <a:pt x="4954" y="1731"/>
                    <a:pt x="4930" y="2303"/>
                    <a:pt x="4930" y="2874"/>
                  </a:cubicBezTo>
                  <a:cubicBezTo>
                    <a:pt x="4930" y="3442"/>
                    <a:pt x="5471" y="5351"/>
                    <a:pt x="4356" y="5351"/>
                  </a:cubicBezTo>
                  <a:cubicBezTo>
                    <a:pt x="4349" y="5351"/>
                    <a:pt x="4342" y="5351"/>
                    <a:pt x="4335" y="5351"/>
                  </a:cubicBezTo>
                  <a:cubicBezTo>
                    <a:pt x="3668" y="5351"/>
                    <a:pt x="3025" y="5375"/>
                    <a:pt x="2382" y="5399"/>
                  </a:cubicBezTo>
                  <a:cubicBezTo>
                    <a:pt x="2192" y="5399"/>
                    <a:pt x="882" y="5375"/>
                    <a:pt x="786" y="5113"/>
                  </a:cubicBezTo>
                  <a:cubicBezTo>
                    <a:pt x="334" y="3708"/>
                    <a:pt x="810" y="2041"/>
                    <a:pt x="882" y="564"/>
                  </a:cubicBezTo>
                  <a:cubicBezTo>
                    <a:pt x="1549" y="564"/>
                    <a:pt x="2192" y="493"/>
                    <a:pt x="2858" y="469"/>
                  </a:cubicBezTo>
                  <a:cubicBezTo>
                    <a:pt x="3073" y="457"/>
                    <a:pt x="3287" y="451"/>
                    <a:pt x="3501" y="451"/>
                  </a:cubicBezTo>
                  <a:close/>
                  <a:moveTo>
                    <a:pt x="3562" y="0"/>
                  </a:moveTo>
                  <a:cubicBezTo>
                    <a:pt x="2596" y="0"/>
                    <a:pt x="1627" y="96"/>
                    <a:pt x="667" y="112"/>
                  </a:cubicBezTo>
                  <a:cubicBezTo>
                    <a:pt x="596" y="112"/>
                    <a:pt x="525" y="136"/>
                    <a:pt x="477" y="183"/>
                  </a:cubicBezTo>
                  <a:cubicBezTo>
                    <a:pt x="453" y="231"/>
                    <a:pt x="429" y="278"/>
                    <a:pt x="429" y="326"/>
                  </a:cubicBezTo>
                  <a:cubicBezTo>
                    <a:pt x="405" y="1993"/>
                    <a:pt x="1" y="3612"/>
                    <a:pt x="334" y="5256"/>
                  </a:cubicBezTo>
                  <a:cubicBezTo>
                    <a:pt x="446" y="5784"/>
                    <a:pt x="1216" y="5882"/>
                    <a:pt x="1874" y="5882"/>
                  </a:cubicBezTo>
                  <a:cubicBezTo>
                    <a:pt x="2194" y="5882"/>
                    <a:pt x="2489" y="5859"/>
                    <a:pt x="2668" y="5851"/>
                  </a:cubicBezTo>
                  <a:cubicBezTo>
                    <a:pt x="3382" y="5851"/>
                    <a:pt x="4121" y="5827"/>
                    <a:pt x="4835" y="5780"/>
                  </a:cubicBezTo>
                  <a:cubicBezTo>
                    <a:pt x="5240" y="5660"/>
                    <a:pt x="5502" y="5303"/>
                    <a:pt x="5502" y="4898"/>
                  </a:cubicBezTo>
                  <a:cubicBezTo>
                    <a:pt x="5549" y="4136"/>
                    <a:pt x="5359" y="3350"/>
                    <a:pt x="5383" y="2588"/>
                  </a:cubicBezTo>
                  <a:cubicBezTo>
                    <a:pt x="5406" y="1826"/>
                    <a:pt x="5383" y="1064"/>
                    <a:pt x="5287" y="326"/>
                  </a:cubicBezTo>
                  <a:cubicBezTo>
                    <a:pt x="5287" y="231"/>
                    <a:pt x="5240" y="112"/>
                    <a:pt x="5121" y="112"/>
                  </a:cubicBezTo>
                  <a:cubicBezTo>
                    <a:pt x="4603" y="28"/>
                    <a:pt x="4083" y="0"/>
                    <a:pt x="356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79"/>
            <p:cNvSpPr/>
            <p:nvPr/>
          </p:nvSpPr>
          <p:spPr>
            <a:xfrm>
              <a:off x="5183200" y="3410425"/>
              <a:ext cx="132175" cy="45575"/>
            </a:xfrm>
            <a:custGeom>
              <a:avLst/>
              <a:gdLst/>
              <a:ahLst/>
              <a:cxnLst/>
              <a:rect l="l" t="t" r="r" b="b"/>
              <a:pathLst>
                <a:path w="5287" h="1823" extrusionOk="0">
                  <a:moveTo>
                    <a:pt x="2655" y="1"/>
                  </a:moveTo>
                  <a:cubicBezTo>
                    <a:pt x="2352" y="1"/>
                    <a:pt x="2048" y="149"/>
                    <a:pt x="1881" y="447"/>
                  </a:cubicBezTo>
                  <a:lnTo>
                    <a:pt x="500" y="447"/>
                  </a:lnTo>
                  <a:cubicBezTo>
                    <a:pt x="238" y="447"/>
                    <a:pt x="24" y="638"/>
                    <a:pt x="24" y="876"/>
                  </a:cubicBezTo>
                  <a:cubicBezTo>
                    <a:pt x="0" y="1138"/>
                    <a:pt x="214" y="1376"/>
                    <a:pt x="476" y="1376"/>
                  </a:cubicBezTo>
                  <a:lnTo>
                    <a:pt x="1881" y="1376"/>
                  </a:lnTo>
                  <a:cubicBezTo>
                    <a:pt x="2048" y="1674"/>
                    <a:pt x="2352" y="1822"/>
                    <a:pt x="2655" y="1822"/>
                  </a:cubicBezTo>
                  <a:cubicBezTo>
                    <a:pt x="2959" y="1822"/>
                    <a:pt x="3263" y="1674"/>
                    <a:pt x="3429" y="1376"/>
                  </a:cubicBezTo>
                  <a:lnTo>
                    <a:pt x="4834" y="1376"/>
                  </a:lnTo>
                  <a:cubicBezTo>
                    <a:pt x="5096" y="1376"/>
                    <a:pt x="5287" y="1138"/>
                    <a:pt x="5287" y="876"/>
                  </a:cubicBezTo>
                  <a:cubicBezTo>
                    <a:pt x="5263" y="638"/>
                    <a:pt x="5073" y="447"/>
                    <a:pt x="4811" y="447"/>
                  </a:cubicBezTo>
                  <a:lnTo>
                    <a:pt x="3429" y="447"/>
                  </a:lnTo>
                  <a:cubicBezTo>
                    <a:pt x="3263" y="149"/>
                    <a:pt x="2959" y="1"/>
                    <a:pt x="26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7" name="Google Shape;827;p79"/>
          <p:cNvGrpSpPr/>
          <p:nvPr/>
        </p:nvGrpSpPr>
        <p:grpSpPr>
          <a:xfrm>
            <a:off x="3490777" y="3032751"/>
            <a:ext cx="369341" cy="310902"/>
            <a:chOff x="6236375" y="2802425"/>
            <a:chExt cx="282825" cy="238075"/>
          </a:xfrm>
        </p:grpSpPr>
        <p:sp>
          <p:nvSpPr>
            <p:cNvPr id="828" name="Google Shape;828;p79"/>
            <p:cNvSpPr/>
            <p:nvPr/>
          </p:nvSpPr>
          <p:spPr>
            <a:xfrm>
              <a:off x="6300300" y="2892150"/>
              <a:ext cx="52775" cy="41325"/>
            </a:xfrm>
            <a:custGeom>
              <a:avLst/>
              <a:gdLst/>
              <a:ahLst/>
              <a:cxnLst/>
              <a:rect l="l" t="t" r="r" b="b"/>
              <a:pathLst>
                <a:path w="2111" h="1653" extrusionOk="0">
                  <a:moveTo>
                    <a:pt x="959" y="1"/>
                  </a:moveTo>
                  <a:cubicBezTo>
                    <a:pt x="414" y="1"/>
                    <a:pt x="1" y="519"/>
                    <a:pt x="135" y="1079"/>
                  </a:cubicBezTo>
                  <a:cubicBezTo>
                    <a:pt x="246" y="1500"/>
                    <a:pt x="604" y="1653"/>
                    <a:pt x="999" y="1653"/>
                  </a:cubicBezTo>
                  <a:cubicBezTo>
                    <a:pt x="1028" y="1653"/>
                    <a:pt x="1058" y="1652"/>
                    <a:pt x="1088" y="1650"/>
                  </a:cubicBezTo>
                  <a:cubicBezTo>
                    <a:pt x="2050" y="1603"/>
                    <a:pt x="2110" y="6"/>
                    <a:pt x="1108" y="6"/>
                  </a:cubicBezTo>
                  <a:cubicBezTo>
                    <a:pt x="1093" y="6"/>
                    <a:pt x="1079" y="6"/>
                    <a:pt x="1064" y="7"/>
                  </a:cubicBezTo>
                  <a:cubicBezTo>
                    <a:pt x="1028" y="3"/>
                    <a:pt x="994" y="1"/>
                    <a:pt x="9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79"/>
            <p:cNvSpPr/>
            <p:nvPr/>
          </p:nvSpPr>
          <p:spPr>
            <a:xfrm>
              <a:off x="6357425" y="2845800"/>
              <a:ext cx="52800" cy="41825"/>
            </a:xfrm>
            <a:custGeom>
              <a:avLst/>
              <a:gdLst/>
              <a:ahLst/>
              <a:cxnLst/>
              <a:rect l="l" t="t" r="r" b="b"/>
              <a:pathLst>
                <a:path w="2112" h="1673" extrusionOk="0">
                  <a:moveTo>
                    <a:pt x="972" y="1"/>
                  </a:moveTo>
                  <a:cubicBezTo>
                    <a:pt x="432" y="1"/>
                    <a:pt x="0" y="527"/>
                    <a:pt x="160" y="1075"/>
                  </a:cubicBezTo>
                  <a:cubicBezTo>
                    <a:pt x="249" y="1500"/>
                    <a:pt x="590" y="1673"/>
                    <a:pt x="1006" y="1673"/>
                  </a:cubicBezTo>
                  <a:cubicBezTo>
                    <a:pt x="1033" y="1673"/>
                    <a:pt x="1061" y="1672"/>
                    <a:pt x="1089" y="1671"/>
                  </a:cubicBezTo>
                  <a:cubicBezTo>
                    <a:pt x="2051" y="1624"/>
                    <a:pt x="2111" y="3"/>
                    <a:pt x="1086" y="3"/>
                  </a:cubicBezTo>
                  <a:cubicBezTo>
                    <a:pt x="1071" y="3"/>
                    <a:pt x="1056" y="3"/>
                    <a:pt x="1041" y="4"/>
                  </a:cubicBezTo>
                  <a:cubicBezTo>
                    <a:pt x="1018" y="2"/>
                    <a:pt x="995" y="1"/>
                    <a:pt x="9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79"/>
            <p:cNvSpPr/>
            <p:nvPr/>
          </p:nvSpPr>
          <p:spPr>
            <a:xfrm>
              <a:off x="6428925" y="2862400"/>
              <a:ext cx="52750" cy="41900"/>
            </a:xfrm>
            <a:custGeom>
              <a:avLst/>
              <a:gdLst/>
              <a:ahLst/>
              <a:cxnLst/>
              <a:rect l="l" t="t" r="r" b="b"/>
              <a:pathLst>
                <a:path w="2110" h="1676" extrusionOk="0">
                  <a:moveTo>
                    <a:pt x="962" y="0"/>
                  </a:moveTo>
                  <a:cubicBezTo>
                    <a:pt x="415" y="0"/>
                    <a:pt x="1" y="539"/>
                    <a:pt x="158" y="1078"/>
                  </a:cubicBezTo>
                  <a:cubicBezTo>
                    <a:pt x="247" y="1503"/>
                    <a:pt x="609" y="1676"/>
                    <a:pt x="1008" y="1676"/>
                  </a:cubicBezTo>
                  <a:cubicBezTo>
                    <a:pt x="1034" y="1676"/>
                    <a:pt x="1060" y="1675"/>
                    <a:pt x="1086" y="1673"/>
                  </a:cubicBezTo>
                  <a:cubicBezTo>
                    <a:pt x="2056" y="1626"/>
                    <a:pt x="2110" y="6"/>
                    <a:pt x="1085" y="6"/>
                  </a:cubicBezTo>
                  <a:cubicBezTo>
                    <a:pt x="1078" y="6"/>
                    <a:pt x="1070" y="6"/>
                    <a:pt x="1063" y="6"/>
                  </a:cubicBezTo>
                  <a:cubicBezTo>
                    <a:pt x="1029" y="2"/>
                    <a:pt x="995" y="0"/>
                    <a:pt x="96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79"/>
            <p:cNvSpPr/>
            <p:nvPr/>
          </p:nvSpPr>
          <p:spPr>
            <a:xfrm>
              <a:off x="6408025" y="2924450"/>
              <a:ext cx="76625" cy="59725"/>
            </a:xfrm>
            <a:custGeom>
              <a:avLst/>
              <a:gdLst/>
              <a:ahLst/>
              <a:cxnLst/>
              <a:rect l="l" t="t" r="r" b="b"/>
              <a:pathLst>
                <a:path w="3065" h="2389" extrusionOk="0">
                  <a:moveTo>
                    <a:pt x="1517" y="0"/>
                  </a:moveTo>
                  <a:cubicBezTo>
                    <a:pt x="877" y="0"/>
                    <a:pt x="0" y="458"/>
                    <a:pt x="255" y="1549"/>
                  </a:cubicBezTo>
                  <a:cubicBezTo>
                    <a:pt x="409" y="2139"/>
                    <a:pt x="883" y="2388"/>
                    <a:pt x="1457" y="2388"/>
                  </a:cubicBezTo>
                  <a:cubicBezTo>
                    <a:pt x="1508" y="2388"/>
                    <a:pt x="1560" y="2386"/>
                    <a:pt x="1613" y="2383"/>
                  </a:cubicBezTo>
                  <a:cubicBezTo>
                    <a:pt x="2980" y="2312"/>
                    <a:pt x="3064" y="0"/>
                    <a:pt x="1610" y="0"/>
                  </a:cubicBezTo>
                  <a:cubicBezTo>
                    <a:pt x="1595" y="0"/>
                    <a:pt x="1580" y="1"/>
                    <a:pt x="1565" y="1"/>
                  </a:cubicBezTo>
                  <a:cubicBezTo>
                    <a:pt x="1549" y="1"/>
                    <a:pt x="1533" y="0"/>
                    <a:pt x="15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79"/>
            <p:cNvSpPr/>
            <p:nvPr/>
          </p:nvSpPr>
          <p:spPr>
            <a:xfrm>
              <a:off x="6236375" y="2802425"/>
              <a:ext cx="282825" cy="238075"/>
            </a:xfrm>
            <a:custGeom>
              <a:avLst/>
              <a:gdLst/>
              <a:ahLst/>
              <a:cxnLst/>
              <a:rect l="l" t="t" r="r" b="b"/>
              <a:pathLst>
                <a:path w="11313" h="9523" extrusionOk="0">
                  <a:moveTo>
                    <a:pt x="6831" y="950"/>
                  </a:moveTo>
                  <a:cubicBezTo>
                    <a:pt x="7938" y="950"/>
                    <a:pt x="9013" y="1343"/>
                    <a:pt x="9836" y="2286"/>
                  </a:cubicBezTo>
                  <a:cubicBezTo>
                    <a:pt x="10384" y="2929"/>
                    <a:pt x="10336" y="4263"/>
                    <a:pt x="10289" y="5025"/>
                  </a:cubicBezTo>
                  <a:cubicBezTo>
                    <a:pt x="10241" y="6097"/>
                    <a:pt x="9908" y="7240"/>
                    <a:pt x="9146" y="8002"/>
                  </a:cubicBezTo>
                  <a:cubicBezTo>
                    <a:pt x="8828" y="8331"/>
                    <a:pt x="8185" y="8579"/>
                    <a:pt x="7638" y="8579"/>
                  </a:cubicBezTo>
                  <a:cubicBezTo>
                    <a:pt x="7078" y="8579"/>
                    <a:pt x="6620" y="8319"/>
                    <a:pt x="6717" y="7621"/>
                  </a:cubicBezTo>
                  <a:cubicBezTo>
                    <a:pt x="6836" y="6835"/>
                    <a:pt x="6669" y="5692"/>
                    <a:pt x="5621" y="5668"/>
                  </a:cubicBezTo>
                  <a:cubicBezTo>
                    <a:pt x="5606" y="5668"/>
                    <a:pt x="5591" y="5668"/>
                    <a:pt x="5576" y="5668"/>
                  </a:cubicBezTo>
                  <a:cubicBezTo>
                    <a:pt x="4473" y="5668"/>
                    <a:pt x="3602" y="6420"/>
                    <a:pt x="2496" y="6420"/>
                  </a:cubicBezTo>
                  <a:cubicBezTo>
                    <a:pt x="2359" y="6420"/>
                    <a:pt x="2218" y="6408"/>
                    <a:pt x="2073" y="6382"/>
                  </a:cubicBezTo>
                  <a:cubicBezTo>
                    <a:pt x="1001" y="6192"/>
                    <a:pt x="1239" y="4906"/>
                    <a:pt x="1573" y="4192"/>
                  </a:cubicBezTo>
                  <a:cubicBezTo>
                    <a:pt x="1978" y="3453"/>
                    <a:pt x="2501" y="2810"/>
                    <a:pt x="3168" y="2310"/>
                  </a:cubicBezTo>
                  <a:cubicBezTo>
                    <a:pt x="4196" y="1488"/>
                    <a:pt x="5535" y="950"/>
                    <a:pt x="6831" y="950"/>
                  </a:cubicBezTo>
                  <a:close/>
                  <a:moveTo>
                    <a:pt x="6683" y="0"/>
                  </a:moveTo>
                  <a:cubicBezTo>
                    <a:pt x="5141" y="0"/>
                    <a:pt x="3707" y="719"/>
                    <a:pt x="2501" y="1667"/>
                  </a:cubicBezTo>
                  <a:cubicBezTo>
                    <a:pt x="1239" y="2763"/>
                    <a:pt x="1" y="4311"/>
                    <a:pt x="477" y="6073"/>
                  </a:cubicBezTo>
                  <a:cubicBezTo>
                    <a:pt x="746" y="7042"/>
                    <a:pt x="1630" y="7348"/>
                    <a:pt x="2547" y="7348"/>
                  </a:cubicBezTo>
                  <a:cubicBezTo>
                    <a:pt x="3094" y="7348"/>
                    <a:pt x="3652" y="7239"/>
                    <a:pt x="4097" y="7097"/>
                  </a:cubicBezTo>
                  <a:cubicBezTo>
                    <a:pt x="4430" y="6978"/>
                    <a:pt x="4764" y="6787"/>
                    <a:pt x="5121" y="6668"/>
                  </a:cubicBezTo>
                  <a:cubicBezTo>
                    <a:pt x="5245" y="6622"/>
                    <a:pt x="5348" y="6601"/>
                    <a:pt x="5434" y="6601"/>
                  </a:cubicBezTo>
                  <a:cubicBezTo>
                    <a:pt x="5881" y="6601"/>
                    <a:pt x="5872" y="7154"/>
                    <a:pt x="5812" y="7573"/>
                  </a:cubicBezTo>
                  <a:cubicBezTo>
                    <a:pt x="5716" y="8121"/>
                    <a:pt x="5740" y="8764"/>
                    <a:pt x="6264" y="9097"/>
                  </a:cubicBezTo>
                  <a:cubicBezTo>
                    <a:pt x="6688" y="9392"/>
                    <a:pt x="7176" y="9523"/>
                    <a:pt x="7669" y="9523"/>
                  </a:cubicBezTo>
                  <a:cubicBezTo>
                    <a:pt x="8450" y="9523"/>
                    <a:pt x="9243" y="9194"/>
                    <a:pt x="9813" y="8669"/>
                  </a:cubicBezTo>
                  <a:cubicBezTo>
                    <a:pt x="10741" y="7811"/>
                    <a:pt x="11075" y="6430"/>
                    <a:pt x="11194" y="5216"/>
                  </a:cubicBezTo>
                  <a:cubicBezTo>
                    <a:pt x="11313" y="4144"/>
                    <a:pt x="11241" y="2620"/>
                    <a:pt x="10551" y="1715"/>
                  </a:cubicBezTo>
                  <a:cubicBezTo>
                    <a:pt x="9836" y="810"/>
                    <a:pt x="8693" y="310"/>
                    <a:pt x="7645" y="95"/>
                  </a:cubicBezTo>
                  <a:cubicBezTo>
                    <a:pt x="7321" y="30"/>
                    <a:pt x="6999" y="0"/>
                    <a:pt x="66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3" name="Google Shape;833;p79"/>
          <p:cNvGrpSpPr/>
          <p:nvPr/>
        </p:nvGrpSpPr>
        <p:grpSpPr>
          <a:xfrm>
            <a:off x="4615842" y="1543104"/>
            <a:ext cx="315701" cy="284849"/>
            <a:chOff x="5698175" y="2389350"/>
            <a:chExt cx="241750" cy="218125"/>
          </a:xfrm>
        </p:grpSpPr>
        <p:sp>
          <p:nvSpPr>
            <p:cNvPr id="834" name="Google Shape;834;p79"/>
            <p:cNvSpPr/>
            <p:nvPr/>
          </p:nvSpPr>
          <p:spPr>
            <a:xfrm>
              <a:off x="5698175" y="2389350"/>
              <a:ext cx="241750" cy="218125"/>
            </a:xfrm>
            <a:custGeom>
              <a:avLst/>
              <a:gdLst/>
              <a:ahLst/>
              <a:cxnLst/>
              <a:rect l="l" t="t" r="r" b="b"/>
              <a:pathLst>
                <a:path w="9670" h="8725" extrusionOk="0">
                  <a:moveTo>
                    <a:pt x="4981" y="932"/>
                  </a:moveTo>
                  <a:cubicBezTo>
                    <a:pt x="6004" y="932"/>
                    <a:pt x="7073" y="1171"/>
                    <a:pt x="7788" y="1854"/>
                  </a:cubicBezTo>
                  <a:cubicBezTo>
                    <a:pt x="8526" y="2663"/>
                    <a:pt x="8669" y="3830"/>
                    <a:pt x="8145" y="4783"/>
                  </a:cubicBezTo>
                  <a:cubicBezTo>
                    <a:pt x="7541" y="5894"/>
                    <a:pt x="6313" y="6175"/>
                    <a:pt x="5130" y="6175"/>
                  </a:cubicBezTo>
                  <a:cubicBezTo>
                    <a:pt x="4868" y="6175"/>
                    <a:pt x="4609" y="6162"/>
                    <a:pt x="4359" y="6140"/>
                  </a:cubicBezTo>
                  <a:cubicBezTo>
                    <a:pt x="4323" y="6128"/>
                    <a:pt x="4287" y="6122"/>
                    <a:pt x="4249" y="6122"/>
                  </a:cubicBezTo>
                  <a:cubicBezTo>
                    <a:pt x="4210" y="6122"/>
                    <a:pt x="4168" y="6128"/>
                    <a:pt x="4121" y="6140"/>
                  </a:cubicBezTo>
                  <a:cubicBezTo>
                    <a:pt x="4025" y="6140"/>
                    <a:pt x="3930" y="6188"/>
                    <a:pt x="3859" y="6283"/>
                  </a:cubicBezTo>
                  <a:cubicBezTo>
                    <a:pt x="3263" y="6712"/>
                    <a:pt x="2644" y="7140"/>
                    <a:pt x="2025" y="7521"/>
                  </a:cubicBezTo>
                  <a:cubicBezTo>
                    <a:pt x="1953" y="6807"/>
                    <a:pt x="1953" y="6092"/>
                    <a:pt x="1953" y="5354"/>
                  </a:cubicBezTo>
                  <a:cubicBezTo>
                    <a:pt x="1953" y="5235"/>
                    <a:pt x="1906" y="5116"/>
                    <a:pt x="1811" y="5045"/>
                  </a:cubicBezTo>
                  <a:cubicBezTo>
                    <a:pt x="1382" y="4164"/>
                    <a:pt x="1358" y="3140"/>
                    <a:pt x="1763" y="2258"/>
                  </a:cubicBezTo>
                  <a:cubicBezTo>
                    <a:pt x="2096" y="1496"/>
                    <a:pt x="2858" y="1211"/>
                    <a:pt x="3620" y="1068"/>
                  </a:cubicBezTo>
                  <a:cubicBezTo>
                    <a:pt x="4037" y="984"/>
                    <a:pt x="4504" y="932"/>
                    <a:pt x="4981" y="932"/>
                  </a:cubicBezTo>
                  <a:close/>
                  <a:moveTo>
                    <a:pt x="4996" y="0"/>
                  </a:moveTo>
                  <a:cubicBezTo>
                    <a:pt x="4210" y="0"/>
                    <a:pt x="3434" y="121"/>
                    <a:pt x="2787" y="306"/>
                  </a:cubicBezTo>
                  <a:cubicBezTo>
                    <a:pt x="620" y="949"/>
                    <a:pt x="1" y="3687"/>
                    <a:pt x="1025" y="5521"/>
                  </a:cubicBezTo>
                  <a:cubicBezTo>
                    <a:pt x="1025" y="6474"/>
                    <a:pt x="1072" y="7450"/>
                    <a:pt x="1191" y="8402"/>
                  </a:cubicBezTo>
                  <a:cubicBezTo>
                    <a:pt x="1242" y="8606"/>
                    <a:pt x="1426" y="8725"/>
                    <a:pt x="1622" y="8725"/>
                  </a:cubicBezTo>
                  <a:cubicBezTo>
                    <a:pt x="1701" y="8725"/>
                    <a:pt x="1783" y="8706"/>
                    <a:pt x="1858" y="8664"/>
                  </a:cubicBezTo>
                  <a:cubicBezTo>
                    <a:pt x="2715" y="8188"/>
                    <a:pt x="3549" y="7640"/>
                    <a:pt x="4359" y="7069"/>
                  </a:cubicBezTo>
                  <a:cubicBezTo>
                    <a:pt x="4596" y="7088"/>
                    <a:pt x="4836" y="7098"/>
                    <a:pt x="5075" y="7098"/>
                  </a:cubicBezTo>
                  <a:cubicBezTo>
                    <a:pt x="6639" y="7098"/>
                    <a:pt x="8197" y="6647"/>
                    <a:pt x="9003" y="5140"/>
                  </a:cubicBezTo>
                  <a:cubicBezTo>
                    <a:pt x="9669" y="3782"/>
                    <a:pt x="9384" y="2139"/>
                    <a:pt x="8312" y="1115"/>
                  </a:cubicBezTo>
                  <a:cubicBezTo>
                    <a:pt x="7496" y="299"/>
                    <a:pt x="6234" y="0"/>
                    <a:pt x="499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79"/>
            <p:cNvSpPr/>
            <p:nvPr/>
          </p:nvSpPr>
          <p:spPr>
            <a:xfrm>
              <a:off x="5757350" y="2438400"/>
              <a:ext cx="117725" cy="27325"/>
            </a:xfrm>
            <a:custGeom>
              <a:avLst/>
              <a:gdLst/>
              <a:ahLst/>
              <a:cxnLst/>
              <a:rect l="l" t="t" r="r" b="b"/>
              <a:pathLst>
                <a:path w="4709" h="1093" extrusionOk="0">
                  <a:moveTo>
                    <a:pt x="1609" y="0"/>
                  </a:moveTo>
                  <a:cubicBezTo>
                    <a:pt x="1129" y="0"/>
                    <a:pt x="646" y="265"/>
                    <a:pt x="229" y="463"/>
                  </a:cubicBezTo>
                  <a:cubicBezTo>
                    <a:pt x="0" y="567"/>
                    <a:pt x="135" y="890"/>
                    <a:pt x="364" y="890"/>
                  </a:cubicBezTo>
                  <a:cubicBezTo>
                    <a:pt x="397" y="890"/>
                    <a:pt x="432" y="883"/>
                    <a:pt x="468" y="868"/>
                  </a:cubicBezTo>
                  <a:cubicBezTo>
                    <a:pt x="825" y="654"/>
                    <a:pt x="1230" y="535"/>
                    <a:pt x="1658" y="463"/>
                  </a:cubicBezTo>
                  <a:cubicBezTo>
                    <a:pt x="1672" y="462"/>
                    <a:pt x="1685" y="462"/>
                    <a:pt x="1699" y="462"/>
                  </a:cubicBezTo>
                  <a:cubicBezTo>
                    <a:pt x="2152" y="462"/>
                    <a:pt x="2456" y="848"/>
                    <a:pt x="2849" y="987"/>
                  </a:cubicBezTo>
                  <a:cubicBezTo>
                    <a:pt x="3037" y="1062"/>
                    <a:pt x="3208" y="1092"/>
                    <a:pt x="3373" y="1092"/>
                  </a:cubicBezTo>
                  <a:cubicBezTo>
                    <a:pt x="3729" y="1092"/>
                    <a:pt x="4053" y="951"/>
                    <a:pt x="4445" y="820"/>
                  </a:cubicBezTo>
                  <a:cubicBezTo>
                    <a:pt x="4709" y="732"/>
                    <a:pt x="4627" y="360"/>
                    <a:pt x="4388" y="360"/>
                  </a:cubicBezTo>
                  <a:cubicBezTo>
                    <a:pt x="4368" y="360"/>
                    <a:pt x="4347" y="362"/>
                    <a:pt x="4326" y="368"/>
                  </a:cubicBezTo>
                  <a:cubicBezTo>
                    <a:pt x="3986" y="486"/>
                    <a:pt x="3692" y="613"/>
                    <a:pt x="3381" y="613"/>
                  </a:cubicBezTo>
                  <a:cubicBezTo>
                    <a:pt x="3191" y="613"/>
                    <a:pt x="2994" y="566"/>
                    <a:pt x="2778" y="439"/>
                  </a:cubicBezTo>
                  <a:cubicBezTo>
                    <a:pt x="2516" y="249"/>
                    <a:pt x="2206" y="106"/>
                    <a:pt x="1896" y="34"/>
                  </a:cubicBezTo>
                  <a:cubicBezTo>
                    <a:pt x="1801" y="11"/>
                    <a:pt x="1705" y="0"/>
                    <a:pt x="160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79"/>
            <p:cNvSpPr/>
            <p:nvPr/>
          </p:nvSpPr>
          <p:spPr>
            <a:xfrm>
              <a:off x="5757475" y="2485075"/>
              <a:ext cx="117475" cy="27425"/>
            </a:xfrm>
            <a:custGeom>
              <a:avLst/>
              <a:gdLst/>
              <a:ahLst/>
              <a:cxnLst/>
              <a:rect l="l" t="t" r="r" b="b"/>
              <a:pathLst>
                <a:path w="4699" h="1097" extrusionOk="0">
                  <a:moveTo>
                    <a:pt x="1643" y="0"/>
                  </a:moveTo>
                  <a:cubicBezTo>
                    <a:pt x="1150" y="0"/>
                    <a:pt x="652" y="274"/>
                    <a:pt x="224" y="477"/>
                  </a:cubicBezTo>
                  <a:cubicBezTo>
                    <a:pt x="1" y="579"/>
                    <a:pt x="124" y="889"/>
                    <a:pt x="343" y="889"/>
                  </a:cubicBezTo>
                  <a:cubicBezTo>
                    <a:pt x="380" y="889"/>
                    <a:pt x="421" y="879"/>
                    <a:pt x="463" y="858"/>
                  </a:cubicBezTo>
                  <a:cubicBezTo>
                    <a:pt x="820" y="668"/>
                    <a:pt x="1225" y="525"/>
                    <a:pt x="1653" y="477"/>
                  </a:cubicBezTo>
                  <a:cubicBezTo>
                    <a:pt x="1678" y="475"/>
                    <a:pt x="1703" y="474"/>
                    <a:pt x="1727" y="474"/>
                  </a:cubicBezTo>
                  <a:cubicBezTo>
                    <a:pt x="2162" y="474"/>
                    <a:pt x="2460" y="866"/>
                    <a:pt x="2844" y="1001"/>
                  </a:cubicBezTo>
                  <a:cubicBezTo>
                    <a:pt x="3031" y="1069"/>
                    <a:pt x="3201" y="1096"/>
                    <a:pt x="3365" y="1096"/>
                  </a:cubicBezTo>
                  <a:cubicBezTo>
                    <a:pt x="3723" y="1096"/>
                    <a:pt x="4048" y="965"/>
                    <a:pt x="4440" y="835"/>
                  </a:cubicBezTo>
                  <a:cubicBezTo>
                    <a:pt x="4698" y="748"/>
                    <a:pt x="4625" y="369"/>
                    <a:pt x="4397" y="369"/>
                  </a:cubicBezTo>
                  <a:cubicBezTo>
                    <a:pt x="4373" y="369"/>
                    <a:pt x="4347" y="373"/>
                    <a:pt x="4321" y="382"/>
                  </a:cubicBezTo>
                  <a:cubicBezTo>
                    <a:pt x="3990" y="497"/>
                    <a:pt x="3703" y="612"/>
                    <a:pt x="3402" y="612"/>
                  </a:cubicBezTo>
                  <a:cubicBezTo>
                    <a:pt x="3204" y="612"/>
                    <a:pt x="2999" y="562"/>
                    <a:pt x="2773" y="430"/>
                  </a:cubicBezTo>
                  <a:cubicBezTo>
                    <a:pt x="2511" y="263"/>
                    <a:pt x="2201" y="120"/>
                    <a:pt x="1891" y="25"/>
                  </a:cubicBezTo>
                  <a:cubicBezTo>
                    <a:pt x="1809" y="8"/>
                    <a:pt x="1726" y="0"/>
                    <a:pt x="164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37" name="Google Shape;837;p79"/>
          <p:cNvPicPr preferRelativeResize="0"/>
          <p:nvPr/>
        </p:nvPicPr>
        <p:blipFill>
          <a:blip r:embed="rId3">
            <a:alphaModFix/>
          </a:blip>
          <a:stretch>
            <a:fillRect/>
          </a:stretch>
        </p:blipFill>
        <p:spPr>
          <a:xfrm flipH="1">
            <a:off x="6920209" y="2931163"/>
            <a:ext cx="2015919" cy="1011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17"/>
                                        </p:tgtEl>
                                        <p:attrNameLst>
                                          <p:attrName>style.visibility</p:attrName>
                                        </p:attrNameLst>
                                      </p:cBhvr>
                                      <p:to>
                                        <p:strVal val="visible"/>
                                      </p:to>
                                    </p:set>
                                    <p:animEffect transition="in" filter="fade">
                                      <p:cBhvr>
                                        <p:cTn id="7" dur="1000"/>
                                        <p:tgtEl>
                                          <p:spTgt spid="817"/>
                                        </p:tgtEl>
                                      </p:cBhvr>
                                    </p:animEffect>
                                  </p:childTnLst>
                                </p:cTn>
                              </p:par>
                              <p:par>
                                <p:cTn id="8" presetID="10" presetClass="entr" presetSubtype="0" fill="hold" nodeType="withEffect">
                                  <p:stCondLst>
                                    <p:cond delay="0"/>
                                  </p:stCondLst>
                                  <p:childTnLst>
                                    <p:set>
                                      <p:cBhvr>
                                        <p:cTn id="9" dur="1" fill="hold">
                                          <p:stCondLst>
                                            <p:cond delay="0"/>
                                          </p:stCondLst>
                                        </p:cTn>
                                        <p:tgtEl>
                                          <p:spTgt spid="818"/>
                                        </p:tgtEl>
                                        <p:attrNameLst>
                                          <p:attrName>style.visibility</p:attrName>
                                        </p:attrNameLst>
                                      </p:cBhvr>
                                      <p:to>
                                        <p:strVal val="visible"/>
                                      </p:to>
                                    </p:set>
                                    <p:animEffect transition="in" filter="fade">
                                      <p:cBhvr>
                                        <p:cTn id="10" dur="1000"/>
                                        <p:tgtEl>
                                          <p:spTgt spid="818"/>
                                        </p:tgtEl>
                                      </p:cBhvr>
                                    </p:animEffect>
                                  </p:childTnLst>
                                </p:cTn>
                              </p:par>
                              <p:par>
                                <p:cTn id="11" presetID="10" presetClass="entr" presetSubtype="0" fill="hold" nodeType="withEffect">
                                  <p:stCondLst>
                                    <p:cond delay="0"/>
                                  </p:stCondLst>
                                  <p:childTnLst>
                                    <p:set>
                                      <p:cBhvr>
                                        <p:cTn id="12" dur="1" fill="hold">
                                          <p:stCondLst>
                                            <p:cond delay="0"/>
                                          </p:stCondLst>
                                        </p:cTn>
                                        <p:tgtEl>
                                          <p:spTgt spid="823"/>
                                        </p:tgtEl>
                                        <p:attrNameLst>
                                          <p:attrName>style.visibility</p:attrName>
                                        </p:attrNameLst>
                                      </p:cBhvr>
                                      <p:to>
                                        <p:strVal val="visible"/>
                                      </p:to>
                                    </p:set>
                                    <p:animEffect transition="in" filter="fade">
                                      <p:cBhvr>
                                        <p:cTn id="13" dur="1000"/>
                                        <p:tgtEl>
                                          <p:spTgt spid="823"/>
                                        </p:tgtEl>
                                      </p:cBhvr>
                                    </p:animEffect>
                                  </p:childTnLst>
                                </p:cTn>
                              </p:par>
                              <p:par>
                                <p:cTn id="14" presetID="10" presetClass="entr" presetSubtype="0" fill="hold" nodeType="withEffect">
                                  <p:stCondLst>
                                    <p:cond delay="0"/>
                                  </p:stCondLst>
                                  <p:childTnLst>
                                    <p:set>
                                      <p:cBhvr>
                                        <p:cTn id="15" dur="1" fill="hold">
                                          <p:stCondLst>
                                            <p:cond delay="0"/>
                                          </p:stCondLst>
                                        </p:cTn>
                                        <p:tgtEl>
                                          <p:spTgt spid="833"/>
                                        </p:tgtEl>
                                        <p:attrNameLst>
                                          <p:attrName>style.visibility</p:attrName>
                                        </p:attrNameLst>
                                      </p:cBhvr>
                                      <p:to>
                                        <p:strVal val="visible"/>
                                      </p:to>
                                    </p:set>
                                    <p:animEffect transition="in" filter="fade">
                                      <p:cBhvr>
                                        <p:cTn id="16" dur="1000"/>
                                        <p:tgtEl>
                                          <p:spTgt spid="833"/>
                                        </p:tgtEl>
                                      </p:cBhvr>
                                    </p:animEffect>
                                  </p:childTnLst>
                                </p:cTn>
                              </p:par>
                              <p:par>
                                <p:cTn id="17" presetID="10" presetClass="entr" presetSubtype="0" fill="hold" nodeType="withEffect">
                                  <p:stCondLst>
                                    <p:cond delay="0"/>
                                  </p:stCondLst>
                                  <p:childTnLst>
                                    <p:set>
                                      <p:cBhvr>
                                        <p:cTn id="18" dur="1" fill="hold">
                                          <p:stCondLst>
                                            <p:cond delay="0"/>
                                          </p:stCondLst>
                                        </p:cTn>
                                        <p:tgtEl>
                                          <p:spTgt spid="827"/>
                                        </p:tgtEl>
                                        <p:attrNameLst>
                                          <p:attrName>style.visibility</p:attrName>
                                        </p:attrNameLst>
                                      </p:cBhvr>
                                      <p:to>
                                        <p:strVal val="visible"/>
                                      </p:to>
                                    </p:set>
                                    <p:animEffect transition="in" filter="fade">
                                      <p:cBhvr>
                                        <p:cTn id="19" dur="1000"/>
                                        <p:tgtEl>
                                          <p:spTgt spid="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80"/>
          <p:cNvSpPr txBox="1">
            <a:spLocks noGrp="1"/>
          </p:cNvSpPr>
          <p:nvPr>
            <p:ph type="title"/>
          </p:nvPr>
        </p:nvSpPr>
        <p:spPr>
          <a:xfrm>
            <a:off x="1002325" y="711175"/>
            <a:ext cx="3082200" cy="94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Exam’s grades</a:t>
            </a:r>
            <a:endParaRPr/>
          </a:p>
        </p:txBody>
      </p:sp>
      <p:graphicFrame>
        <p:nvGraphicFramePr>
          <p:cNvPr id="843" name="Google Shape;843;p80"/>
          <p:cNvGraphicFramePr/>
          <p:nvPr/>
        </p:nvGraphicFramePr>
        <p:xfrm>
          <a:off x="1002325" y="1611875"/>
          <a:ext cx="3000000" cy="3000000"/>
        </p:xfrm>
        <a:graphic>
          <a:graphicData uri="http://schemas.openxmlformats.org/drawingml/2006/table">
            <a:tbl>
              <a:tblPr>
                <a:noFill/>
                <a:tableStyleId>{5B05FBE6-79DC-481F-849F-70B190148581}</a:tableStyleId>
              </a:tblPr>
              <a:tblGrid>
                <a:gridCol w="1824200">
                  <a:extLst>
                    <a:ext uri="{9D8B030D-6E8A-4147-A177-3AD203B41FA5}">
                      <a16:colId xmlns:a16="http://schemas.microsoft.com/office/drawing/2014/main" val="20000"/>
                    </a:ext>
                  </a:extLst>
                </a:gridCol>
                <a:gridCol w="590650">
                  <a:extLst>
                    <a:ext uri="{9D8B030D-6E8A-4147-A177-3AD203B41FA5}">
                      <a16:colId xmlns:a16="http://schemas.microsoft.com/office/drawing/2014/main" val="20001"/>
                    </a:ext>
                  </a:extLst>
                </a:gridCol>
                <a:gridCol w="590675">
                  <a:extLst>
                    <a:ext uri="{9D8B030D-6E8A-4147-A177-3AD203B41FA5}">
                      <a16:colId xmlns:a16="http://schemas.microsoft.com/office/drawing/2014/main" val="20002"/>
                    </a:ext>
                  </a:extLst>
                </a:gridCol>
              </a:tblGrid>
              <a:tr h="396200">
                <a:tc gridSpan="3">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Grades</a:t>
                      </a:r>
                      <a:endParaRPr sz="2100" b="1">
                        <a:solidFill>
                          <a:schemeClr val="accent2"/>
                        </a:solidFill>
                        <a:latin typeface="Concert One"/>
                        <a:ea typeface="Concert One"/>
                        <a:cs typeface="Concert One"/>
                        <a:sym typeface="Concert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2900">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Student</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Q1</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Q2</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1"/>
                  </a:ext>
                </a:extLst>
              </a:tr>
              <a:tr h="254175">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F</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54175">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B</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54175">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C</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96200">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F</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844" name="Google Shape;844;p80"/>
          <p:cNvGraphicFramePr/>
          <p:nvPr/>
        </p:nvGraphicFramePr>
        <p:xfrm>
          <a:off x="5102900" y="1611875"/>
          <a:ext cx="3000000" cy="3000000"/>
        </p:xfrm>
        <a:graphic>
          <a:graphicData uri="http://schemas.openxmlformats.org/drawingml/2006/table">
            <a:tbl>
              <a:tblPr>
                <a:noFill/>
                <a:tableStyleId>{5B05FBE6-79DC-481F-849F-70B190148581}</a:tableStyleId>
              </a:tblPr>
              <a:tblGrid>
                <a:gridCol w="1824200">
                  <a:extLst>
                    <a:ext uri="{9D8B030D-6E8A-4147-A177-3AD203B41FA5}">
                      <a16:colId xmlns:a16="http://schemas.microsoft.com/office/drawing/2014/main" val="20000"/>
                    </a:ext>
                  </a:extLst>
                </a:gridCol>
                <a:gridCol w="590650">
                  <a:extLst>
                    <a:ext uri="{9D8B030D-6E8A-4147-A177-3AD203B41FA5}">
                      <a16:colId xmlns:a16="http://schemas.microsoft.com/office/drawing/2014/main" val="20001"/>
                    </a:ext>
                  </a:extLst>
                </a:gridCol>
                <a:gridCol w="590675">
                  <a:extLst>
                    <a:ext uri="{9D8B030D-6E8A-4147-A177-3AD203B41FA5}">
                      <a16:colId xmlns:a16="http://schemas.microsoft.com/office/drawing/2014/main" val="20002"/>
                    </a:ext>
                  </a:extLst>
                </a:gridCol>
              </a:tblGrid>
              <a:tr h="396200">
                <a:tc gridSpan="3">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Grades</a:t>
                      </a:r>
                      <a:endParaRPr sz="2100" b="1">
                        <a:solidFill>
                          <a:schemeClr val="accent2"/>
                        </a:solidFill>
                        <a:latin typeface="Concert One"/>
                        <a:ea typeface="Concert One"/>
                        <a:cs typeface="Concert One"/>
                        <a:sym typeface="Concert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2900">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Student</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Q1</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Q2</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54175">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C</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54175">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F</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54175">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B</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96200">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B</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C</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43"/>
                                        </p:tgtEl>
                                        <p:attrNameLst>
                                          <p:attrName>style.visibility</p:attrName>
                                        </p:attrNameLst>
                                      </p:cBhvr>
                                      <p:to>
                                        <p:strVal val="visible"/>
                                      </p:to>
                                    </p:set>
                                    <p:animEffect transition="in" filter="fade">
                                      <p:cBhvr>
                                        <p:cTn id="7" dur="1000"/>
                                        <p:tgtEl>
                                          <p:spTgt spid="843"/>
                                        </p:tgtEl>
                                      </p:cBhvr>
                                    </p:animEffect>
                                  </p:childTnLst>
                                </p:cTn>
                              </p:par>
                              <p:par>
                                <p:cTn id="8" presetID="10" presetClass="entr" presetSubtype="0" fill="hold" nodeType="withEffect">
                                  <p:stCondLst>
                                    <p:cond delay="0"/>
                                  </p:stCondLst>
                                  <p:childTnLst>
                                    <p:set>
                                      <p:cBhvr>
                                        <p:cTn id="9" dur="1" fill="hold">
                                          <p:stCondLst>
                                            <p:cond delay="0"/>
                                          </p:stCondLst>
                                        </p:cTn>
                                        <p:tgtEl>
                                          <p:spTgt spid="844"/>
                                        </p:tgtEl>
                                        <p:attrNameLst>
                                          <p:attrName>style.visibility</p:attrName>
                                        </p:attrNameLst>
                                      </p:cBhvr>
                                      <p:to>
                                        <p:strVal val="visible"/>
                                      </p:to>
                                    </p:set>
                                    <p:animEffect transition="in" filter="fade">
                                      <p:cBhvr>
                                        <p:cTn id="10" dur="1000"/>
                                        <p:tgtEl>
                                          <p:spTgt spid="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82"/>
          <p:cNvSpPr txBox="1">
            <a:spLocks noGrp="1"/>
          </p:cNvSpPr>
          <p:nvPr>
            <p:ph type="title"/>
          </p:nvPr>
        </p:nvSpPr>
        <p:spPr>
          <a:xfrm>
            <a:off x="1781550" y="711175"/>
            <a:ext cx="5933700" cy="60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a gantt chart</a:t>
            </a:r>
            <a:endParaRPr/>
          </a:p>
        </p:txBody>
      </p:sp>
      <p:graphicFrame>
        <p:nvGraphicFramePr>
          <p:cNvPr id="869" name="Google Shape;869;p82"/>
          <p:cNvGraphicFramePr/>
          <p:nvPr/>
        </p:nvGraphicFramePr>
        <p:xfrm>
          <a:off x="1461769" y="1340238"/>
          <a:ext cx="6618800" cy="3017340"/>
        </p:xfrm>
        <a:graphic>
          <a:graphicData uri="http://schemas.openxmlformats.org/drawingml/2006/table">
            <a:tbl>
              <a:tblPr>
                <a:noFill/>
                <a:tableStyleId>{5B05FBE6-79DC-481F-849F-70B190148581}</a:tableStyleId>
              </a:tblPr>
              <a:tblGrid>
                <a:gridCol w="1654700">
                  <a:extLst>
                    <a:ext uri="{9D8B030D-6E8A-4147-A177-3AD203B41FA5}">
                      <a16:colId xmlns:a16="http://schemas.microsoft.com/office/drawing/2014/main" val="20000"/>
                    </a:ext>
                  </a:extLst>
                </a:gridCol>
                <a:gridCol w="1654700">
                  <a:extLst>
                    <a:ext uri="{9D8B030D-6E8A-4147-A177-3AD203B41FA5}">
                      <a16:colId xmlns:a16="http://schemas.microsoft.com/office/drawing/2014/main" val="20001"/>
                    </a:ext>
                  </a:extLst>
                </a:gridCol>
                <a:gridCol w="1654700">
                  <a:extLst>
                    <a:ext uri="{9D8B030D-6E8A-4147-A177-3AD203B41FA5}">
                      <a16:colId xmlns:a16="http://schemas.microsoft.com/office/drawing/2014/main" val="20002"/>
                    </a:ext>
                  </a:extLst>
                </a:gridCol>
                <a:gridCol w="165470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Week 1</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Week 2</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Week 3</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Activity 1</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Activity 2</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Activity 3</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Activity 4</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Activity 5</a:t>
                      </a:r>
                      <a:endParaRPr sz="2100" b="1">
                        <a:solidFill>
                          <a:schemeClr val="accent2"/>
                        </a:solidFill>
                        <a:latin typeface="Concert One"/>
                        <a:ea typeface="Concert One"/>
                        <a:cs typeface="Concert One"/>
                        <a:sym typeface="Concert O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870" name="Google Shape;870;p82"/>
          <p:cNvSpPr/>
          <p:nvPr/>
        </p:nvSpPr>
        <p:spPr>
          <a:xfrm>
            <a:off x="3237375" y="2011500"/>
            <a:ext cx="2370000" cy="171600"/>
          </a:xfrm>
          <a:prstGeom prst="rect">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82"/>
          <p:cNvSpPr/>
          <p:nvPr/>
        </p:nvSpPr>
        <p:spPr>
          <a:xfrm>
            <a:off x="3943350" y="2516200"/>
            <a:ext cx="3318000" cy="171600"/>
          </a:xfrm>
          <a:prstGeom prst="rect">
            <a:avLst/>
          </a:prstGeom>
          <a:solidFill>
            <a:schemeClr val="accent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82"/>
          <p:cNvSpPr/>
          <p:nvPr/>
        </p:nvSpPr>
        <p:spPr>
          <a:xfrm>
            <a:off x="5589675" y="3020900"/>
            <a:ext cx="2370000" cy="171600"/>
          </a:xfrm>
          <a:prstGeom prst="rect">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82"/>
          <p:cNvSpPr/>
          <p:nvPr/>
        </p:nvSpPr>
        <p:spPr>
          <a:xfrm>
            <a:off x="3237375" y="3525600"/>
            <a:ext cx="2370000" cy="171600"/>
          </a:xfrm>
          <a:prstGeom prst="rect">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82"/>
          <p:cNvSpPr/>
          <p:nvPr/>
        </p:nvSpPr>
        <p:spPr>
          <a:xfrm>
            <a:off x="3943350" y="4030300"/>
            <a:ext cx="3318000" cy="171600"/>
          </a:xfrm>
          <a:prstGeom prst="rect">
            <a:avLst/>
          </a:prstGeom>
          <a:solidFill>
            <a:schemeClr val="accent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70"/>
                                        </p:tgtEl>
                                        <p:attrNameLst>
                                          <p:attrName>style.visibility</p:attrName>
                                        </p:attrNameLst>
                                      </p:cBhvr>
                                      <p:to>
                                        <p:strVal val="visible"/>
                                      </p:to>
                                    </p:set>
                                    <p:animEffect transition="in" filter="fade">
                                      <p:cBhvr>
                                        <p:cTn id="7" dur="1000"/>
                                        <p:tgtEl>
                                          <p:spTgt spid="87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71"/>
                                        </p:tgtEl>
                                        <p:attrNameLst>
                                          <p:attrName>style.visibility</p:attrName>
                                        </p:attrNameLst>
                                      </p:cBhvr>
                                      <p:to>
                                        <p:strVal val="visible"/>
                                      </p:to>
                                    </p:set>
                                    <p:animEffect transition="in" filter="fade">
                                      <p:cBhvr>
                                        <p:cTn id="11" dur="1000"/>
                                        <p:tgtEl>
                                          <p:spTgt spid="871"/>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872"/>
                                        </p:tgtEl>
                                        <p:attrNameLst>
                                          <p:attrName>style.visibility</p:attrName>
                                        </p:attrNameLst>
                                      </p:cBhvr>
                                      <p:to>
                                        <p:strVal val="visible"/>
                                      </p:to>
                                    </p:set>
                                    <p:animEffect transition="in" filter="fade">
                                      <p:cBhvr>
                                        <p:cTn id="15" dur="1000"/>
                                        <p:tgtEl>
                                          <p:spTgt spid="872"/>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873"/>
                                        </p:tgtEl>
                                        <p:attrNameLst>
                                          <p:attrName>style.visibility</p:attrName>
                                        </p:attrNameLst>
                                      </p:cBhvr>
                                      <p:to>
                                        <p:strVal val="visible"/>
                                      </p:to>
                                    </p:set>
                                    <p:animEffect transition="in" filter="fade">
                                      <p:cBhvr>
                                        <p:cTn id="19" dur="1000"/>
                                        <p:tgtEl>
                                          <p:spTgt spid="873"/>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874"/>
                                        </p:tgtEl>
                                        <p:attrNameLst>
                                          <p:attrName>style.visibility</p:attrName>
                                        </p:attrNameLst>
                                      </p:cBhvr>
                                      <p:to>
                                        <p:strVal val="visible"/>
                                      </p:to>
                                    </p:set>
                                    <p:animEffect transition="in" filter="fade">
                                      <p:cBhvr>
                                        <p:cTn id="23" dur="1000"/>
                                        <p:tgtEl>
                                          <p:spTgt spid="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p83"/>
          <p:cNvSpPr txBox="1">
            <a:spLocks noGrp="1"/>
          </p:cNvSpPr>
          <p:nvPr>
            <p:ph type="title"/>
          </p:nvPr>
        </p:nvSpPr>
        <p:spPr>
          <a:xfrm>
            <a:off x="1002325" y="711175"/>
            <a:ext cx="3082200" cy="94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Homework checklist</a:t>
            </a:r>
            <a:endParaRPr/>
          </a:p>
        </p:txBody>
      </p:sp>
      <p:sp>
        <p:nvSpPr>
          <p:cNvPr id="880" name="Google Shape;880;p83"/>
          <p:cNvSpPr/>
          <p:nvPr/>
        </p:nvSpPr>
        <p:spPr>
          <a:xfrm>
            <a:off x="1309700" y="1856125"/>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83"/>
          <p:cNvSpPr/>
          <p:nvPr/>
        </p:nvSpPr>
        <p:spPr>
          <a:xfrm>
            <a:off x="1351775" y="1836504"/>
            <a:ext cx="401886" cy="298579"/>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83"/>
          <p:cNvSpPr txBox="1">
            <a:spLocks noGrp="1"/>
          </p:cNvSpPr>
          <p:nvPr>
            <p:ph type="subTitle" idx="4294967295"/>
          </p:nvPr>
        </p:nvSpPr>
        <p:spPr>
          <a:xfrm>
            <a:off x="1829850" y="2968501"/>
            <a:ext cx="1977600" cy="45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Venus has a beautiful name</a:t>
            </a:r>
            <a:endParaRPr sz="1400">
              <a:solidFill>
                <a:schemeClr val="dk2"/>
              </a:solidFill>
            </a:endParaRPr>
          </a:p>
        </p:txBody>
      </p:sp>
      <p:sp>
        <p:nvSpPr>
          <p:cNvPr id="883" name="Google Shape;883;p83"/>
          <p:cNvSpPr txBox="1">
            <a:spLocks noGrp="1"/>
          </p:cNvSpPr>
          <p:nvPr>
            <p:ph type="subTitle" idx="4294967295"/>
          </p:nvPr>
        </p:nvSpPr>
        <p:spPr>
          <a:xfrm>
            <a:off x="5980850" y="1230025"/>
            <a:ext cx="1977600" cy="45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Saturn is the ringed planet</a:t>
            </a:r>
            <a:endParaRPr sz="1400">
              <a:solidFill>
                <a:schemeClr val="dk2"/>
              </a:solidFill>
            </a:endParaRPr>
          </a:p>
        </p:txBody>
      </p:sp>
      <p:sp>
        <p:nvSpPr>
          <p:cNvPr id="884" name="Google Shape;884;p83"/>
          <p:cNvSpPr txBox="1">
            <a:spLocks noGrp="1"/>
          </p:cNvSpPr>
          <p:nvPr>
            <p:ph type="subTitle" idx="4294967295"/>
          </p:nvPr>
        </p:nvSpPr>
        <p:spPr>
          <a:xfrm>
            <a:off x="1829850" y="2099501"/>
            <a:ext cx="1977600" cy="45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Mercury is the smallest planet</a:t>
            </a:r>
            <a:endParaRPr sz="1400">
              <a:solidFill>
                <a:schemeClr val="dk2"/>
              </a:solidFill>
            </a:endParaRPr>
          </a:p>
        </p:txBody>
      </p:sp>
      <p:sp>
        <p:nvSpPr>
          <p:cNvPr id="885" name="Google Shape;885;p83"/>
          <p:cNvSpPr txBox="1">
            <a:spLocks noGrp="1"/>
          </p:cNvSpPr>
          <p:nvPr>
            <p:ph type="subTitle" idx="4294967295"/>
          </p:nvPr>
        </p:nvSpPr>
        <p:spPr>
          <a:xfrm>
            <a:off x="1829850" y="3837463"/>
            <a:ext cx="1977600" cy="45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Mars is a very cold place</a:t>
            </a:r>
            <a:endParaRPr sz="1400">
              <a:solidFill>
                <a:schemeClr val="dk2"/>
              </a:solidFill>
            </a:endParaRPr>
          </a:p>
        </p:txBody>
      </p:sp>
      <p:sp>
        <p:nvSpPr>
          <p:cNvPr id="886" name="Google Shape;886;p83"/>
          <p:cNvSpPr txBox="1">
            <a:spLocks noGrp="1"/>
          </p:cNvSpPr>
          <p:nvPr>
            <p:ph type="subTitle" idx="4294967295"/>
          </p:nvPr>
        </p:nvSpPr>
        <p:spPr>
          <a:xfrm>
            <a:off x="5980850" y="2098988"/>
            <a:ext cx="1977600" cy="45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It’s a giant and the biggest one</a:t>
            </a:r>
            <a:endParaRPr sz="1400">
              <a:solidFill>
                <a:schemeClr val="dk2"/>
              </a:solidFill>
            </a:endParaRPr>
          </a:p>
        </p:txBody>
      </p:sp>
      <p:sp>
        <p:nvSpPr>
          <p:cNvPr id="887" name="Google Shape;887;p83"/>
          <p:cNvSpPr txBox="1">
            <a:spLocks noGrp="1"/>
          </p:cNvSpPr>
          <p:nvPr>
            <p:ph type="subTitle" idx="4294967295"/>
          </p:nvPr>
        </p:nvSpPr>
        <p:spPr>
          <a:xfrm>
            <a:off x="5980850" y="2967950"/>
            <a:ext cx="1977600" cy="45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Neptune is the</a:t>
            </a:r>
            <a:endParaRPr sz="1400">
              <a:solidFill>
                <a:schemeClr val="dk2"/>
              </a:solidFill>
            </a:endParaRPr>
          </a:p>
          <a:p>
            <a:pPr marL="0" lvl="0" indent="0" algn="l" rtl="0">
              <a:spcBef>
                <a:spcPts val="0"/>
              </a:spcBef>
              <a:spcAft>
                <a:spcPts val="0"/>
              </a:spcAft>
              <a:buNone/>
            </a:pPr>
            <a:r>
              <a:rPr lang="en" sz="1400">
                <a:solidFill>
                  <a:schemeClr val="dk2"/>
                </a:solidFill>
              </a:rPr>
              <a:t>farthest planet</a:t>
            </a:r>
            <a:endParaRPr sz="1400">
              <a:solidFill>
                <a:schemeClr val="dk2"/>
              </a:solidFill>
            </a:endParaRPr>
          </a:p>
        </p:txBody>
      </p:sp>
      <p:sp>
        <p:nvSpPr>
          <p:cNvPr id="888" name="Google Shape;888;p83"/>
          <p:cNvSpPr txBox="1">
            <a:spLocks noGrp="1"/>
          </p:cNvSpPr>
          <p:nvPr>
            <p:ph type="subTitle" idx="4294967295"/>
          </p:nvPr>
        </p:nvSpPr>
        <p:spPr>
          <a:xfrm>
            <a:off x="5980850" y="3836900"/>
            <a:ext cx="1977600" cy="45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Earth is the planet with life</a:t>
            </a:r>
            <a:endParaRPr sz="1400">
              <a:solidFill>
                <a:schemeClr val="dk2"/>
              </a:solidFill>
            </a:endParaRPr>
          </a:p>
        </p:txBody>
      </p:sp>
      <p:sp>
        <p:nvSpPr>
          <p:cNvPr id="889" name="Google Shape;889;p83"/>
          <p:cNvSpPr txBox="1">
            <a:spLocks noGrp="1"/>
          </p:cNvSpPr>
          <p:nvPr>
            <p:ph type="subTitle" idx="4294967295"/>
          </p:nvPr>
        </p:nvSpPr>
        <p:spPr>
          <a:xfrm>
            <a:off x="5980850" y="901874"/>
            <a:ext cx="1977600" cy="35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Saturn</a:t>
            </a:r>
            <a:endParaRPr sz="2100" b="1">
              <a:latin typeface="Concert One"/>
              <a:ea typeface="Concert One"/>
              <a:cs typeface="Concert One"/>
              <a:sym typeface="Concert One"/>
            </a:endParaRPr>
          </a:p>
        </p:txBody>
      </p:sp>
      <p:sp>
        <p:nvSpPr>
          <p:cNvPr id="890" name="Google Shape;890;p83"/>
          <p:cNvSpPr txBox="1">
            <a:spLocks noGrp="1"/>
          </p:cNvSpPr>
          <p:nvPr>
            <p:ph type="subTitle" idx="4294967295"/>
          </p:nvPr>
        </p:nvSpPr>
        <p:spPr>
          <a:xfrm>
            <a:off x="5980850" y="1770861"/>
            <a:ext cx="1977600" cy="35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Jupiter</a:t>
            </a:r>
            <a:endParaRPr sz="2100" b="1">
              <a:latin typeface="Concert One"/>
              <a:ea typeface="Concert One"/>
              <a:cs typeface="Concert One"/>
              <a:sym typeface="Concert One"/>
            </a:endParaRPr>
          </a:p>
        </p:txBody>
      </p:sp>
      <p:sp>
        <p:nvSpPr>
          <p:cNvPr id="891" name="Google Shape;891;p83"/>
          <p:cNvSpPr txBox="1">
            <a:spLocks noGrp="1"/>
          </p:cNvSpPr>
          <p:nvPr>
            <p:ph type="subTitle" idx="4294967295"/>
          </p:nvPr>
        </p:nvSpPr>
        <p:spPr>
          <a:xfrm>
            <a:off x="5980850" y="2639824"/>
            <a:ext cx="1977600" cy="35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Neptune</a:t>
            </a:r>
            <a:endParaRPr sz="2100" b="1">
              <a:latin typeface="Concert One"/>
              <a:ea typeface="Concert One"/>
              <a:cs typeface="Concert One"/>
              <a:sym typeface="Concert One"/>
            </a:endParaRPr>
          </a:p>
        </p:txBody>
      </p:sp>
      <p:sp>
        <p:nvSpPr>
          <p:cNvPr id="892" name="Google Shape;892;p83"/>
          <p:cNvSpPr txBox="1">
            <a:spLocks noGrp="1"/>
          </p:cNvSpPr>
          <p:nvPr>
            <p:ph type="subTitle" idx="4294967295"/>
          </p:nvPr>
        </p:nvSpPr>
        <p:spPr>
          <a:xfrm>
            <a:off x="5980850" y="3508774"/>
            <a:ext cx="1977600" cy="35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Earth</a:t>
            </a:r>
            <a:endParaRPr sz="2100" b="1">
              <a:latin typeface="Concert One"/>
              <a:ea typeface="Concert One"/>
              <a:cs typeface="Concert One"/>
              <a:sym typeface="Concert One"/>
            </a:endParaRPr>
          </a:p>
        </p:txBody>
      </p:sp>
      <p:sp>
        <p:nvSpPr>
          <p:cNvPr id="893" name="Google Shape;893;p83"/>
          <p:cNvSpPr txBox="1">
            <a:spLocks noGrp="1"/>
          </p:cNvSpPr>
          <p:nvPr>
            <p:ph type="subTitle" idx="4294967295"/>
          </p:nvPr>
        </p:nvSpPr>
        <p:spPr>
          <a:xfrm>
            <a:off x="1829850" y="2640375"/>
            <a:ext cx="1977600" cy="35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Venus </a:t>
            </a:r>
            <a:endParaRPr sz="2100" b="1">
              <a:latin typeface="Concert One"/>
              <a:ea typeface="Concert One"/>
              <a:cs typeface="Concert One"/>
              <a:sym typeface="Concert One"/>
            </a:endParaRPr>
          </a:p>
        </p:txBody>
      </p:sp>
      <p:sp>
        <p:nvSpPr>
          <p:cNvPr id="894" name="Google Shape;894;p83"/>
          <p:cNvSpPr txBox="1">
            <a:spLocks noGrp="1"/>
          </p:cNvSpPr>
          <p:nvPr>
            <p:ph type="subTitle" idx="4294967295"/>
          </p:nvPr>
        </p:nvSpPr>
        <p:spPr>
          <a:xfrm>
            <a:off x="1829850" y="1771413"/>
            <a:ext cx="1977600" cy="35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Mercury </a:t>
            </a:r>
            <a:endParaRPr sz="2100" b="1">
              <a:latin typeface="Concert One"/>
              <a:ea typeface="Concert One"/>
              <a:cs typeface="Concert One"/>
              <a:sym typeface="Concert One"/>
            </a:endParaRPr>
          </a:p>
        </p:txBody>
      </p:sp>
      <p:sp>
        <p:nvSpPr>
          <p:cNvPr id="895" name="Google Shape;895;p83"/>
          <p:cNvSpPr txBox="1">
            <a:spLocks noGrp="1"/>
          </p:cNvSpPr>
          <p:nvPr>
            <p:ph type="subTitle" idx="4294967295"/>
          </p:nvPr>
        </p:nvSpPr>
        <p:spPr>
          <a:xfrm>
            <a:off x="1829850" y="3509338"/>
            <a:ext cx="1977600" cy="35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Mars</a:t>
            </a:r>
            <a:endParaRPr sz="2100" b="1">
              <a:latin typeface="Concert One"/>
              <a:ea typeface="Concert One"/>
              <a:cs typeface="Concert One"/>
              <a:sym typeface="Concert One"/>
            </a:endParaRPr>
          </a:p>
        </p:txBody>
      </p:sp>
      <p:sp>
        <p:nvSpPr>
          <p:cNvPr id="896" name="Google Shape;896;p83"/>
          <p:cNvSpPr/>
          <p:nvPr/>
        </p:nvSpPr>
        <p:spPr>
          <a:xfrm>
            <a:off x="1309700" y="2732571"/>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83"/>
          <p:cNvSpPr/>
          <p:nvPr/>
        </p:nvSpPr>
        <p:spPr>
          <a:xfrm>
            <a:off x="1351775" y="2712949"/>
            <a:ext cx="401886" cy="298579"/>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83"/>
          <p:cNvSpPr/>
          <p:nvPr/>
        </p:nvSpPr>
        <p:spPr>
          <a:xfrm>
            <a:off x="1309700" y="3609021"/>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83"/>
          <p:cNvSpPr/>
          <p:nvPr/>
        </p:nvSpPr>
        <p:spPr>
          <a:xfrm>
            <a:off x="5460700" y="1856125"/>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83"/>
          <p:cNvSpPr/>
          <p:nvPr/>
        </p:nvSpPr>
        <p:spPr>
          <a:xfrm>
            <a:off x="5460700" y="2732571"/>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83"/>
          <p:cNvSpPr/>
          <p:nvPr/>
        </p:nvSpPr>
        <p:spPr>
          <a:xfrm>
            <a:off x="5460700" y="3609021"/>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83"/>
          <p:cNvSpPr/>
          <p:nvPr/>
        </p:nvSpPr>
        <p:spPr>
          <a:xfrm>
            <a:off x="5460700" y="1008049"/>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80"/>
                                        </p:tgtEl>
                                        <p:attrNameLst>
                                          <p:attrName>style.visibility</p:attrName>
                                        </p:attrNameLst>
                                      </p:cBhvr>
                                      <p:to>
                                        <p:strVal val="visible"/>
                                      </p:to>
                                    </p:set>
                                    <p:animEffect transition="in" filter="fade">
                                      <p:cBhvr>
                                        <p:cTn id="7" dur="1000"/>
                                        <p:tgtEl>
                                          <p:spTgt spid="880"/>
                                        </p:tgtEl>
                                      </p:cBhvr>
                                    </p:animEffect>
                                  </p:childTnLst>
                                </p:cTn>
                              </p:par>
                              <p:par>
                                <p:cTn id="8" presetID="10" presetClass="entr" presetSubtype="0" fill="hold" nodeType="withEffect">
                                  <p:stCondLst>
                                    <p:cond delay="0"/>
                                  </p:stCondLst>
                                  <p:childTnLst>
                                    <p:set>
                                      <p:cBhvr>
                                        <p:cTn id="9" dur="1" fill="hold">
                                          <p:stCondLst>
                                            <p:cond delay="0"/>
                                          </p:stCondLst>
                                        </p:cTn>
                                        <p:tgtEl>
                                          <p:spTgt spid="896"/>
                                        </p:tgtEl>
                                        <p:attrNameLst>
                                          <p:attrName>style.visibility</p:attrName>
                                        </p:attrNameLst>
                                      </p:cBhvr>
                                      <p:to>
                                        <p:strVal val="visible"/>
                                      </p:to>
                                    </p:set>
                                    <p:animEffect transition="in" filter="fade">
                                      <p:cBhvr>
                                        <p:cTn id="10" dur="1000"/>
                                        <p:tgtEl>
                                          <p:spTgt spid="896"/>
                                        </p:tgtEl>
                                      </p:cBhvr>
                                    </p:animEffect>
                                  </p:childTnLst>
                                </p:cTn>
                              </p:par>
                              <p:par>
                                <p:cTn id="11" presetID="10" presetClass="entr" presetSubtype="0" fill="hold" nodeType="withEffect">
                                  <p:stCondLst>
                                    <p:cond delay="0"/>
                                  </p:stCondLst>
                                  <p:childTnLst>
                                    <p:set>
                                      <p:cBhvr>
                                        <p:cTn id="12" dur="1" fill="hold">
                                          <p:stCondLst>
                                            <p:cond delay="0"/>
                                          </p:stCondLst>
                                        </p:cTn>
                                        <p:tgtEl>
                                          <p:spTgt spid="898"/>
                                        </p:tgtEl>
                                        <p:attrNameLst>
                                          <p:attrName>style.visibility</p:attrName>
                                        </p:attrNameLst>
                                      </p:cBhvr>
                                      <p:to>
                                        <p:strVal val="visible"/>
                                      </p:to>
                                    </p:set>
                                    <p:animEffect transition="in" filter="fade">
                                      <p:cBhvr>
                                        <p:cTn id="13" dur="1000"/>
                                        <p:tgtEl>
                                          <p:spTgt spid="898"/>
                                        </p:tgtEl>
                                      </p:cBhvr>
                                    </p:animEffect>
                                  </p:childTnLst>
                                </p:cTn>
                              </p:par>
                              <p:par>
                                <p:cTn id="14" presetID="10" presetClass="entr" presetSubtype="0" fill="hold" nodeType="withEffect">
                                  <p:stCondLst>
                                    <p:cond delay="0"/>
                                  </p:stCondLst>
                                  <p:childTnLst>
                                    <p:set>
                                      <p:cBhvr>
                                        <p:cTn id="15" dur="1" fill="hold">
                                          <p:stCondLst>
                                            <p:cond delay="0"/>
                                          </p:stCondLst>
                                        </p:cTn>
                                        <p:tgtEl>
                                          <p:spTgt spid="899"/>
                                        </p:tgtEl>
                                        <p:attrNameLst>
                                          <p:attrName>style.visibility</p:attrName>
                                        </p:attrNameLst>
                                      </p:cBhvr>
                                      <p:to>
                                        <p:strVal val="visible"/>
                                      </p:to>
                                    </p:set>
                                    <p:animEffect transition="in" filter="fade">
                                      <p:cBhvr>
                                        <p:cTn id="16" dur="1000"/>
                                        <p:tgtEl>
                                          <p:spTgt spid="899"/>
                                        </p:tgtEl>
                                      </p:cBhvr>
                                    </p:animEffect>
                                  </p:childTnLst>
                                </p:cTn>
                              </p:par>
                              <p:par>
                                <p:cTn id="17" presetID="10" presetClass="entr" presetSubtype="0" fill="hold" nodeType="withEffect">
                                  <p:stCondLst>
                                    <p:cond delay="0"/>
                                  </p:stCondLst>
                                  <p:childTnLst>
                                    <p:set>
                                      <p:cBhvr>
                                        <p:cTn id="18" dur="1" fill="hold">
                                          <p:stCondLst>
                                            <p:cond delay="0"/>
                                          </p:stCondLst>
                                        </p:cTn>
                                        <p:tgtEl>
                                          <p:spTgt spid="900"/>
                                        </p:tgtEl>
                                        <p:attrNameLst>
                                          <p:attrName>style.visibility</p:attrName>
                                        </p:attrNameLst>
                                      </p:cBhvr>
                                      <p:to>
                                        <p:strVal val="visible"/>
                                      </p:to>
                                    </p:set>
                                    <p:animEffect transition="in" filter="fade">
                                      <p:cBhvr>
                                        <p:cTn id="19" dur="1000"/>
                                        <p:tgtEl>
                                          <p:spTgt spid="900"/>
                                        </p:tgtEl>
                                      </p:cBhvr>
                                    </p:animEffect>
                                  </p:childTnLst>
                                </p:cTn>
                              </p:par>
                              <p:par>
                                <p:cTn id="20" presetID="10" presetClass="entr" presetSubtype="0" fill="hold" nodeType="withEffect">
                                  <p:stCondLst>
                                    <p:cond delay="0"/>
                                  </p:stCondLst>
                                  <p:childTnLst>
                                    <p:set>
                                      <p:cBhvr>
                                        <p:cTn id="21" dur="1" fill="hold">
                                          <p:stCondLst>
                                            <p:cond delay="0"/>
                                          </p:stCondLst>
                                        </p:cTn>
                                        <p:tgtEl>
                                          <p:spTgt spid="901"/>
                                        </p:tgtEl>
                                        <p:attrNameLst>
                                          <p:attrName>style.visibility</p:attrName>
                                        </p:attrNameLst>
                                      </p:cBhvr>
                                      <p:to>
                                        <p:strVal val="visible"/>
                                      </p:to>
                                    </p:set>
                                    <p:animEffect transition="in" filter="fade">
                                      <p:cBhvr>
                                        <p:cTn id="22" dur="1000"/>
                                        <p:tgtEl>
                                          <p:spTgt spid="901"/>
                                        </p:tgtEl>
                                      </p:cBhvr>
                                    </p:animEffect>
                                  </p:childTnLst>
                                </p:cTn>
                              </p:par>
                              <p:par>
                                <p:cTn id="23" presetID="10" presetClass="entr" presetSubtype="0" fill="hold" nodeType="withEffect">
                                  <p:stCondLst>
                                    <p:cond delay="0"/>
                                  </p:stCondLst>
                                  <p:childTnLst>
                                    <p:set>
                                      <p:cBhvr>
                                        <p:cTn id="24" dur="1" fill="hold">
                                          <p:stCondLst>
                                            <p:cond delay="0"/>
                                          </p:stCondLst>
                                        </p:cTn>
                                        <p:tgtEl>
                                          <p:spTgt spid="902"/>
                                        </p:tgtEl>
                                        <p:attrNameLst>
                                          <p:attrName>style.visibility</p:attrName>
                                        </p:attrNameLst>
                                      </p:cBhvr>
                                      <p:to>
                                        <p:strVal val="visible"/>
                                      </p:to>
                                    </p:set>
                                    <p:animEffect transition="in" filter="fade">
                                      <p:cBhvr>
                                        <p:cTn id="25" dur="1000"/>
                                        <p:tgtEl>
                                          <p:spTgt spid="902"/>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881"/>
                                        </p:tgtEl>
                                        <p:attrNameLst>
                                          <p:attrName>style.visibility</p:attrName>
                                        </p:attrNameLst>
                                      </p:cBhvr>
                                      <p:to>
                                        <p:strVal val="visible"/>
                                      </p:to>
                                    </p:set>
                                    <p:animEffect transition="in" filter="fade">
                                      <p:cBhvr>
                                        <p:cTn id="29" dur="1000"/>
                                        <p:tgtEl>
                                          <p:spTgt spid="881"/>
                                        </p:tgtEl>
                                      </p:cBhvr>
                                    </p:animEffect>
                                  </p:childTnLst>
                                </p:cTn>
                              </p:par>
                            </p:childTnLst>
                          </p:cTn>
                        </p:par>
                        <p:par>
                          <p:cTn id="30" fill="hold">
                            <p:stCondLst>
                              <p:cond delay="2000"/>
                            </p:stCondLst>
                            <p:childTnLst>
                              <p:par>
                                <p:cTn id="31" presetID="10" presetClass="entr" presetSubtype="0" fill="hold" nodeType="afterEffect">
                                  <p:stCondLst>
                                    <p:cond delay="0"/>
                                  </p:stCondLst>
                                  <p:childTnLst>
                                    <p:set>
                                      <p:cBhvr>
                                        <p:cTn id="32" dur="1" fill="hold">
                                          <p:stCondLst>
                                            <p:cond delay="0"/>
                                          </p:stCondLst>
                                        </p:cTn>
                                        <p:tgtEl>
                                          <p:spTgt spid="897"/>
                                        </p:tgtEl>
                                        <p:attrNameLst>
                                          <p:attrName>style.visibility</p:attrName>
                                        </p:attrNameLst>
                                      </p:cBhvr>
                                      <p:to>
                                        <p:strVal val="visible"/>
                                      </p:to>
                                    </p:set>
                                    <p:animEffect transition="in" filter="fade">
                                      <p:cBhvr>
                                        <p:cTn id="33" dur="1000"/>
                                        <p:tgtEl>
                                          <p:spTgt spid="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85"/>
          <p:cNvSpPr txBox="1">
            <a:spLocks noGrp="1"/>
          </p:cNvSpPr>
          <p:nvPr>
            <p:ph type="subTitle" idx="1"/>
          </p:nvPr>
        </p:nvSpPr>
        <p:spPr>
          <a:xfrm>
            <a:off x="1472443" y="3203876"/>
            <a:ext cx="2457000" cy="101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a:t>
            </a:r>
            <a:endParaRPr/>
          </a:p>
        </p:txBody>
      </p:sp>
      <p:sp>
        <p:nvSpPr>
          <p:cNvPr id="926" name="Google Shape;926;p85"/>
          <p:cNvSpPr txBox="1">
            <a:spLocks noGrp="1"/>
          </p:cNvSpPr>
          <p:nvPr>
            <p:ph type="subTitle" idx="3"/>
          </p:nvPr>
        </p:nvSpPr>
        <p:spPr>
          <a:xfrm>
            <a:off x="5745267" y="3203876"/>
            <a:ext cx="2457000" cy="101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very beautiful name and is the second planet from the Sun</a:t>
            </a:r>
            <a:endParaRPr/>
          </a:p>
        </p:txBody>
      </p:sp>
      <p:sp>
        <p:nvSpPr>
          <p:cNvPr id="927" name="Google Shape;927;p85"/>
          <p:cNvSpPr txBox="1">
            <a:spLocks noGrp="1"/>
          </p:cNvSpPr>
          <p:nvPr>
            <p:ph type="title" idx="4"/>
          </p:nvPr>
        </p:nvSpPr>
        <p:spPr>
          <a:xfrm>
            <a:off x="1002325" y="711175"/>
            <a:ext cx="2517600" cy="9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Learn the difference</a:t>
            </a:r>
            <a:endParaRPr/>
          </a:p>
        </p:txBody>
      </p:sp>
      <p:pic>
        <p:nvPicPr>
          <p:cNvPr id="928" name="Google Shape;928;p85"/>
          <p:cNvPicPr preferRelativeResize="0"/>
          <p:nvPr/>
        </p:nvPicPr>
        <p:blipFill>
          <a:blip r:embed="rId3">
            <a:alphaModFix/>
          </a:blip>
          <a:stretch>
            <a:fillRect/>
          </a:stretch>
        </p:blipFill>
        <p:spPr>
          <a:xfrm>
            <a:off x="1461450" y="1691487"/>
            <a:ext cx="2183473" cy="1557436"/>
          </a:xfrm>
          <a:prstGeom prst="rect">
            <a:avLst/>
          </a:prstGeom>
          <a:noFill/>
          <a:ln>
            <a:noFill/>
          </a:ln>
        </p:spPr>
      </p:pic>
      <p:pic>
        <p:nvPicPr>
          <p:cNvPr id="929" name="Google Shape;929;p85"/>
          <p:cNvPicPr preferRelativeResize="0"/>
          <p:nvPr/>
        </p:nvPicPr>
        <p:blipFill>
          <a:blip r:embed="rId4">
            <a:alphaModFix/>
          </a:blip>
          <a:stretch>
            <a:fillRect/>
          </a:stretch>
        </p:blipFill>
        <p:spPr>
          <a:xfrm>
            <a:off x="5740056" y="1691487"/>
            <a:ext cx="2183470" cy="1558512"/>
          </a:xfrm>
          <a:prstGeom prst="rect">
            <a:avLst/>
          </a:prstGeom>
          <a:noFill/>
          <a:ln>
            <a:noFill/>
          </a:ln>
        </p:spPr>
      </p:pic>
      <p:sp>
        <p:nvSpPr>
          <p:cNvPr id="930" name="Google Shape;930;p85"/>
          <p:cNvSpPr txBox="1">
            <a:spLocks noGrp="1"/>
          </p:cNvSpPr>
          <p:nvPr>
            <p:ph type="title"/>
          </p:nvPr>
        </p:nvSpPr>
        <p:spPr>
          <a:xfrm>
            <a:off x="1687410" y="2127912"/>
            <a:ext cx="1600800" cy="842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First concept</a:t>
            </a:r>
            <a:endParaRPr/>
          </a:p>
        </p:txBody>
      </p:sp>
      <p:sp>
        <p:nvSpPr>
          <p:cNvPr id="931" name="Google Shape;931;p85"/>
          <p:cNvSpPr txBox="1">
            <a:spLocks noGrp="1"/>
          </p:cNvSpPr>
          <p:nvPr>
            <p:ph type="title" idx="2"/>
          </p:nvPr>
        </p:nvSpPr>
        <p:spPr>
          <a:xfrm>
            <a:off x="5946969" y="2127900"/>
            <a:ext cx="1600800" cy="842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Second concept</a:t>
            </a:r>
            <a:endParaRPr/>
          </a:p>
        </p:txBody>
      </p:sp>
      <p:pic>
        <p:nvPicPr>
          <p:cNvPr id="932" name="Google Shape;932;p85"/>
          <p:cNvPicPr preferRelativeResize="0"/>
          <p:nvPr/>
        </p:nvPicPr>
        <p:blipFill>
          <a:blip r:embed="rId5">
            <a:alphaModFix/>
          </a:blip>
          <a:stretch>
            <a:fillRect/>
          </a:stretch>
        </p:blipFill>
        <p:spPr>
          <a:xfrm rot="-1545585">
            <a:off x="4017567" y="2189702"/>
            <a:ext cx="1158392" cy="764097"/>
          </a:xfrm>
          <a:prstGeom prst="rect">
            <a:avLst/>
          </a:prstGeom>
          <a:noFill/>
          <a:ln>
            <a:noFill/>
          </a:ln>
        </p:spPr>
      </p:pic>
      <p:sp>
        <p:nvSpPr>
          <p:cNvPr id="933" name="Google Shape;933;p85"/>
          <p:cNvSpPr/>
          <p:nvPr/>
        </p:nvSpPr>
        <p:spPr>
          <a:xfrm>
            <a:off x="2875081" y="2316668"/>
            <a:ext cx="371458" cy="352937"/>
          </a:xfrm>
          <a:custGeom>
            <a:avLst/>
            <a:gdLst/>
            <a:ahLst/>
            <a:cxnLst/>
            <a:rect l="l" t="t" r="r" b="b"/>
            <a:pathLst>
              <a:path w="11312" h="10748" extrusionOk="0">
                <a:moveTo>
                  <a:pt x="5311" y="1143"/>
                </a:moveTo>
                <a:lnTo>
                  <a:pt x="5311" y="1167"/>
                </a:lnTo>
                <a:lnTo>
                  <a:pt x="5811" y="1167"/>
                </a:lnTo>
                <a:cubicBezTo>
                  <a:pt x="5882" y="1715"/>
                  <a:pt x="5930" y="2263"/>
                  <a:pt x="5930" y="2810"/>
                </a:cubicBezTo>
                <a:cubicBezTo>
                  <a:pt x="5882" y="2763"/>
                  <a:pt x="5811" y="2715"/>
                  <a:pt x="5763" y="2667"/>
                </a:cubicBezTo>
                <a:cubicBezTo>
                  <a:pt x="5712" y="2616"/>
                  <a:pt x="5647" y="2591"/>
                  <a:pt x="5582" y="2591"/>
                </a:cubicBezTo>
                <a:cubicBezTo>
                  <a:pt x="5497" y="2591"/>
                  <a:pt x="5412" y="2634"/>
                  <a:pt x="5358" y="2715"/>
                </a:cubicBezTo>
                <a:cubicBezTo>
                  <a:pt x="5358" y="2715"/>
                  <a:pt x="5335" y="2739"/>
                  <a:pt x="5335" y="2739"/>
                </a:cubicBezTo>
                <a:cubicBezTo>
                  <a:pt x="5287" y="2215"/>
                  <a:pt x="5287" y="1691"/>
                  <a:pt x="5311" y="1143"/>
                </a:cubicBezTo>
                <a:close/>
                <a:moveTo>
                  <a:pt x="8978" y="1048"/>
                </a:moveTo>
                <a:cubicBezTo>
                  <a:pt x="9431" y="2953"/>
                  <a:pt x="9788" y="4882"/>
                  <a:pt x="10002" y="6811"/>
                </a:cubicBezTo>
                <a:cubicBezTo>
                  <a:pt x="9597" y="6816"/>
                  <a:pt x="9192" y="6818"/>
                  <a:pt x="8786" y="6818"/>
                </a:cubicBezTo>
                <a:cubicBezTo>
                  <a:pt x="7065" y="6818"/>
                  <a:pt x="5335" y="6783"/>
                  <a:pt x="3620" y="6763"/>
                </a:cubicBezTo>
                <a:cubicBezTo>
                  <a:pt x="3435" y="6751"/>
                  <a:pt x="3251" y="6745"/>
                  <a:pt x="3066" y="6745"/>
                </a:cubicBezTo>
                <a:cubicBezTo>
                  <a:pt x="2536" y="6745"/>
                  <a:pt x="2007" y="6794"/>
                  <a:pt x="1477" y="6882"/>
                </a:cubicBezTo>
                <a:cubicBezTo>
                  <a:pt x="1905" y="5001"/>
                  <a:pt x="2239" y="3072"/>
                  <a:pt x="2405" y="1167"/>
                </a:cubicBezTo>
                <a:lnTo>
                  <a:pt x="4811" y="1167"/>
                </a:lnTo>
                <a:cubicBezTo>
                  <a:pt x="4739" y="1881"/>
                  <a:pt x="4787" y="2620"/>
                  <a:pt x="4906" y="3334"/>
                </a:cubicBezTo>
                <a:cubicBezTo>
                  <a:pt x="4936" y="3456"/>
                  <a:pt x="5044" y="3529"/>
                  <a:pt x="5155" y="3529"/>
                </a:cubicBezTo>
                <a:cubicBezTo>
                  <a:pt x="5218" y="3529"/>
                  <a:pt x="5283" y="3505"/>
                  <a:pt x="5335" y="3453"/>
                </a:cubicBezTo>
                <a:cubicBezTo>
                  <a:pt x="5430" y="3358"/>
                  <a:pt x="5525" y="3287"/>
                  <a:pt x="5620" y="3215"/>
                </a:cubicBezTo>
                <a:cubicBezTo>
                  <a:pt x="5739" y="3310"/>
                  <a:pt x="5882" y="3382"/>
                  <a:pt x="6025" y="3453"/>
                </a:cubicBezTo>
                <a:cubicBezTo>
                  <a:pt x="6063" y="3472"/>
                  <a:pt x="6103" y="3481"/>
                  <a:pt x="6144" y="3481"/>
                </a:cubicBezTo>
                <a:cubicBezTo>
                  <a:pt x="6258" y="3481"/>
                  <a:pt x="6371" y="3410"/>
                  <a:pt x="6406" y="3287"/>
                </a:cubicBezTo>
                <a:cubicBezTo>
                  <a:pt x="6525" y="2596"/>
                  <a:pt x="6382" y="1858"/>
                  <a:pt x="6335" y="1143"/>
                </a:cubicBezTo>
                <a:cubicBezTo>
                  <a:pt x="7216" y="1119"/>
                  <a:pt x="8097" y="1096"/>
                  <a:pt x="8978" y="1048"/>
                </a:cubicBezTo>
                <a:close/>
                <a:moveTo>
                  <a:pt x="3261" y="7747"/>
                </a:moveTo>
                <a:cubicBezTo>
                  <a:pt x="4058" y="7747"/>
                  <a:pt x="4820" y="7826"/>
                  <a:pt x="5049" y="7835"/>
                </a:cubicBezTo>
                <a:cubicBezTo>
                  <a:pt x="6382" y="7835"/>
                  <a:pt x="7716" y="7859"/>
                  <a:pt x="9026" y="7859"/>
                </a:cubicBezTo>
                <a:cubicBezTo>
                  <a:pt x="8764" y="8430"/>
                  <a:pt x="8788" y="9097"/>
                  <a:pt x="9073" y="9669"/>
                </a:cubicBezTo>
                <a:cubicBezTo>
                  <a:pt x="7978" y="9669"/>
                  <a:pt x="6906" y="9669"/>
                  <a:pt x="5811" y="9645"/>
                </a:cubicBezTo>
                <a:cubicBezTo>
                  <a:pt x="4977" y="9645"/>
                  <a:pt x="4168" y="9645"/>
                  <a:pt x="3334" y="9597"/>
                </a:cubicBezTo>
                <a:cubicBezTo>
                  <a:pt x="2739" y="9550"/>
                  <a:pt x="1334" y="9454"/>
                  <a:pt x="1096" y="8764"/>
                </a:cubicBezTo>
                <a:cubicBezTo>
                  <a:pt x="796" y="7922"/>
                  <a:pt x="2069" y="7747"/>
                  <a:pt x="3261" y="7747"/>
                </a:cubicBezTo>
                <a:close/>
                <a:moveTo>
                  <a:pt x="9383" y="0"/>
                </a:moveTo>
                <a:cubicBezTo>
                  <a:pt x="7526" y="107"/>
                  <a:pt x="5668" y="121"/>
                  <a:pt x="3810" y="121"/>
                </a:cubicBezTo>
                <a:cubicBezTo>
                  <a:pt x="3191" y="121"/>
                  <a:pt x="2572" y="119"/>
                  <a:pt x="1953" y="119"/>
                </a:cubicBezTo>
                <a:cubicBezTo>
                  <a:pt x="1667" y="143"/>
                  <a:pt x="1429" y="357"/>
                  <a:pt x="1429" y="643"/>
                </a:cubicBezTo>
                <a:cubicBezTo>
                  <a:pt x="1167" y="3144"/>
                  <a:pt x="810" y="5668"/>
                  <a:pt x="72" y="8073"/>
                </a:cubicBezTo>
                <a:cubicBezTo>
                  <a:pt x="24" y="8168"/>
                  <a:pt x="24" y="8288"/>
                  <a:pt x="72" y="8383"/>
                </a:cubicBezTo>
                <a:lnTo>
                  <a:pt x="72" y="8597"/>
                </a:lnTo>
                <a:cubicBezTo>
                  <a:pt x="0" y="10455"/>
                  <a:pt x="2691" y="10621"/>
                  <a:pt x="4001" y="10693"/>
                </a:cubicBezTo>
                <a:cubicBezTo>
                  <a:pt x="4791" y="10736"/>
                  <a:pt x="5586" y="10748"/>
                  <a:pt x="6384" y="10748"/>
                </a:cubicBezTo>
                <a:cubicBezTo>
                  <a:pt x="7392" y="10748"/>
                  <a:pt x="8403" y="10729"/>
                  <a:pt x="9408" y="10729"/>
                </a:cubicBezTo>
                <a:cubicBezTo>
                  <a:pt x="9814" y="10729"/>
                  <a:pt x="10218" y="10732"/>
                  <a:pt x="10621" y="10740"/>
                </a:cubicBezTo>
                <a:cubicBezTo>
                  <a:pt x="10629" y="10741"/>
                  <a:pt x="10637" y="10741"/>
                  <a:pt x="10644" y="10741"/>
                </a:cubicBezTo>
                <a:cubicBezTo>
                  <a:pt x="11312" y="10741"/>
                  <a:pt x="11304" y="9716"/>
                  <a:pt x="10621" y="9693"/>
                </a:cubicBezTo>
                <a:lnTo>
                  <a:pt x="10336" y="9693"/>
                </a:lnTo>
                <a:cubicBezTo>
                  <a:pt x="9812" y="9312"/>
                  <a:pt x="9597" y="8264"/>
                  <a:pt x="10336" y="7978"/>
                </a:cubicBezTo>
                <a:cubicBezTo>
                  <a:pt x="10407" y="7954"/>
                  <a:pt x="10455" y="7907"/>
                  <a:pt x="10526" y="7859"/>
                </a:cubicBezTo>
                <a:lnTo>
                  <a:pt x="10598" y="7859"/>
                </a:lnTo>
                <a:cubicBezTo>
                  <a:pt x="10740" y="7859"/>
                  <a:pt x="10883" y="7811"/>
                  <a:pt x="10979" y="7692"/>
                </a:cubicBezTo>
                <a:cubicBezTo>
                  <a:pt x="11074" y="7597"/>
                  <a:pt x="11145" y="7454"/>
                  <a:pt x="11122" y="7311"/>
                </a:cubicBezTo>
                <a:cubicBezTo>
                  <a:pt x="10860" y="4977"/>
                  <a:pt x="10455" y="2667"/>
                  <a:pt x="9883" y="381"/>
                </a:cubicBezTo>
                <a:cubicBezTo>
                  <a:pt x="9812" y="143"/>
                  <a:pt x="9621" y="0"/>
                  <a:pt x="93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4" name="Google Shape;934;p85"/>
          <p:cNvGrpSpPr/>
          <p:nvPr/>
        </p:nvGrpSpPr>
        <p:grpSpPr>
          <a:xfrm>
            <a:off x="7219690" y="2242212"/>
            <a:ext cx="328082" cy="491752"/>
            <a:chOff x="3917806" y="3322932"/>
            <a:chExt cx="371470" cy="556784"/>
          </a:xfrm>
        </p:grpSpPr>
        <p:sp>
          <p:nvSpPr>
            <p:cNvPr id="935" name="Google Shape;935;p85"/>
            <p:cNvSpPr/>
            <p:nvPr/>
          </p:nvSpPr>
          <p:spPr>
            <a:xfrm>
              <a:off x="4135469" y="3645707"/>
              <a:ext cx="66660" cy="63364"/>
            </a:xfrm>
            <a:custGeom>
              <a:avLst/>
              <a:gdLst/>
              <a:ahLst/>
              <a:cxnLst/>
              <a:rect l="l" t="t" r="r" b="b"/>
              <a:pathLst>
                <a:path w="1453" h="1381" extrusionOk="0">
                  <a:moveTo>
                    <a:pt x="905" y="522"/>
                  </a:moveTo>
                  <a:lnTo>
                    <a:pt x="905" y="665"/>
                  </a:lnTo>
                  <a:lnTo>
                    <a:pt x="905" y="808"/>
                  </a:lnTo>
                  <a:lnTo>
                    <a:pt x="881" y="832"/>
                  </a:lnTo>
                  <a:cubicBezTo>
                    <a:pt x="810" y="832"/>
                    <a:pt x="738" y="855"/>
                    <a:pt x="691" y="855"/>
                  </a:cubicBezTo>
                  <a:lnTo>
                    <a:pt x="619" y="855"/>
                  </a:lnTo>
                  <a:cubicBezTo>
                    <a:pt x="595" y="808"/>
                    <a:pt x="595" y="736"/>
                    <a:pt x="595" y="689"/>
                  </a:cubicBezTo>
                  <a:lnTo>
                    <a:pt x="595" y="546"/>
                  </a:lnTo>
                  <a:cubicBezTo>
                    <a:pt x="691" y="522"/>
                    <a:pt x="786" y="522"/>
                    <a:pt x="905" y="522"/>
                  </a:cubicBezTo>
                  <a:close/>
                  <a:moveTo>
                    <a:pt x="904" y="1"/>
                  </a:moveTo>
                  <a:cubicBezTo>
                    <a:pt x="717" y="1"/>
                    <a:pt x="518" y="46"/>
                    <a:pt x="357" y="46"/>
                  </a:cubicBezTo>
                  <a:cubicBezTo>
                    <a:pt x="262" y="46"/>
                    <a:pt x="191" y="93"/>
                    <a:pt x="143" y="141"/>
                  </a:cubicBezTo>
                  <a:cubicBezTo>
                    <a:pt x="119" y="189"/>
                    <a:pt x="95" y="260"/>
                    <a:pt x="95" y="308"/>
                  </a:cubicBezTo>
                  <a:cubicBezTo>
                    <a:pt x="95" y="665"/>
                    <a:pt x="0" y="1070"/>
                    <a:pt x="334" y="1308"/>
                  </a:cubicBezTo>
                  <a:cubicBezTo>
                    <a:pt x="426" y="1354"/>
                    <a:pt x="528" y="1380"/>
                    <a:pt x="627" y="1380"/>
                  </a:cubicBezTo>
                  <a:cubicBezTo>
                    <a:pt x="682" y="1380"/>
                    <a:pt x="735" y="1372"/>
                    <a:pt x="786" y="1356"/>
                  </a:cubicBezTo>
                  <a:cubicBezTo>
                    <a:pt x="953" y="1356"/>
                    <a:pt x="1096" y="1332"/>
                    <a:pt x="1262" y="1284"/>
                  </a:cubicBezTo>
                  <a:cubicBezTo>
                    <a:pt x="1334" y="1260"/>
                    <a:pt x="1405" y="1189"/>
                    <a:pt x="1429" y="1117"/>
                  </a:cubicBezTo>
                  <a:cubicBezTo>
                    <a:pt x="1453" y="975"/>
                    <a:pt x="1453" y="808"/>
                    <a:pt x="1429" y="665"/>
                  </a:cubicBezTo>
                  <a:cubicBezTo>
                    <a:pt x="1453" y="498"/>
                    <a:pt x="1429" y="332"/>
                    <a:pt x="1358" y="189"/>
                  </a:cubicBezTo>
                  <a:cubicBezTo>
                    <a:pt x="1243" y="40"/>
                    <a:pt x="1079" y="1"/>
                    <a:pt x="9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6" name="Google Shape;936;p85"/>
            <p:cNvGrpSpPr/>
            <p:nvPr/>
          </p:nvGrpSpPr>
          <p:grpSpPr>
            <a:xfrm>
              <a:off x="3917806" y="3322932"/>
              <a:ext cx="371470" cy="556784"/>
              <a:chOff x="5154625" y="2344425"/>
              <a:chExt cx="202425" cy="303375"/>
            </a:xfrm>
          </p:grpSpPr>
          <p:sp>
            <p:nvSpPr>
              <p:cNvPr id="937" name="Google Shape;937;p85"/>
              <p:cNvSpPr/>
              <p:nvPr/>
            </p:nvSpPr>
            <p:spPr>
              <a:xfrm>
                <a:off x="5154625" y="2344425"/>
                <a:ext cx="202425" cy="303375"/>
              </a:xfrm>
              <a:custGeom>
                <a:avLst/>
                <a:gdLst/>
                <a:ahLst/>
                <a:cxnLst/>
                <a:rect l="l" t="t" r="r" b="b"/>
                <a:pathLst>
                  <a:path w="8097" h="12135" extrusionOk="0">
                    <a:moveTo>
                      <a:pt x="5998" y="3087"/>
                    </a:moveTo>
                    <a:cubicBezTo>
                      <a:pt x="6183" y="3087"/>
                      <a:pt x="6368" y="3098"/>
                      <a:pt x="6549" y="3127"/>
                    </a:cubicBezTo>
                    <a:cubicBezTo>
                      <a:pt x="6644" y="3722"/>
                      <a:pt x="6644" y="4341"/>
                      <a:pt x="6549" y="4913"/>
                    </a:cubicBezTo>
                    <a:cubicBezTo>
                      <a:pt x="6501" y="6008"/>
                      <a:pt x="6525" y="7080"/>
                      <a:pt x="6644" y="8175"/>
                    </a:cubicBezTo>
                    <a:cubicBezTo>
                      <a:pt x="6692" y="8985"/>
                      <a:pt x="6692" y="9795"/>
                      <a:pt x="6763" y="10628"/>
                    </a:cubicBezTo>
                    <a:cubicBezTo>
                      <a:pt x="6787" y="10914"/>
                      <a:pt x="6906" y="11033"/>
                      <a:pt x="6573" y="11057"/>
                    </a:cubicBezTo>
                    <a:cubicBezTo>
                      <a:pt x="6192" y="11057"/>
                      <a:pt x="5811" y="11057"/>
                      <a:pt x="5454" y="11009"/>
                    </a:cubicBezTo>
                    <a:cubicBezTo>
                      <a:pt x="4596" y="10938"/>
                      <a:pt x="3739" y="10962"/>
                      <a:pt x="2905" y="10914"/>
                    </a:cubicBezTo>
                    <a:cubicBezTo>
                      <a:pt x="2520" y="10895"/>
                      <a:pt x="2135" y="10860"/>
                      <a:pt x="1762" y="10860"/>
                    </a:cubicBezTo>
                    <a:cubicBezTo>
                      <a:pt x="1674" y="10860"/>
                      <a:pt x="1587" y="10862"/>
                      <a:pt x="1500" y="10866"/>
                    </a:cubicBezTo>
                    <a:cubicBezTo>
                      <a:pt x="1492" y="10867"/>
                      <a:pt x="1483" y="10867"/>
                      <a:pt x="1475" y="10867"/>
                    </a:cubicBezTo>
                    <a:cubicBezTo>
                      <a:pt x="1031" y="10867"/>
                      <a:pt x="1215" y="10240"/>
                      <a:pt x="1215" y="9866"/>
                    </a:cubicBezTo>
                    <a:cubicBezTo>
                      <a:pt x="1215" y="7675"/>
                      <a:pt x="1072" y="5484"/>
                      <a:pt x="1072" y="3293"/>
                    </a:cubicBezTo>
                    <a:cubicBezTo>
                      <a:pt x="2120" y="3222"/>
                      <a:pt x="3167" y="3198"/>
                      <a:pt x="4215" y="3198"/>
                    </a:cubicBezTo>
                    <a:cubicBezTo>
                      <a:pt x="4796" y="3198"/>
                      <a:pt x="5404" y="3087"/>
                      <a:pt x="5998" y="3087"/>
                    </a:cubicBezTo>
                    <a:close/>
                    <a:moveTo>
                      <a:pt x="1704" y="0"/>
                    </a:moveTo>
                    <a:cubicBezTo>
                      <a:pt x="1553" y="0"/>
                      <a:pt x="1402" y="58"/>
                      <a:pt x="1262" y="197"/>
                    </a:cubicBezTo>
                    <a:cubicBezTo>
                      <a:pt x="929" y="531"/>
                      <a:pt x="905" y="1055"/>
                      <a:pt x="881" y="1483"/>
                    </a:cubicBezTo>
                    <a:lnTo>
                      <a:pt x="881" y="2245"/>
                    </a:lnTo>
                    <a:lnTo>
                      <a:pt x="834" y="2245"/>
                    </a:lnTo>
                    <a:cubicBezTo>
                      <a:pt x="738" y="2269"/>
                      <a:pt x="643" y="2293"/>
                      <a:pt x="572" y="2341"/>
                    </a:cubicBezTo>
                    <a:cubicBezTo>
                      <a:pt x="545" y="2337"/>
                      <a:pt x="519" y="2335"/>
                      <a:pt x="493" y="2335"/>
                    </a:cubicBezTo>
                    <a:cubicBezTo>
                      <a:pt x="219" y="2335"/>
                      <a:pt x="0" y="2558"/>
                      <a:pt x="0" y="2841"/>
                    </a:cubicBezTo>
                    <a:cubicBezTo>
                      <a:pt x="0" y="4698"/>
                      <a:pt x="119" y="6556"/>
                      <a:pt x="143" y="8413"/>
                    </a:cubicBezTo>
                    <a:cubicBezTo>
                      <a:pt x="143" y="9175"/>
                      <a:pt x="191" y="9914"/>
                      <a:pt x="143" y="10676"/>
                    </a:cubicBezTo>
                    <a:cubicBezTo>
                      <a:pt x="95" y="11152"/>
                      <a:pt x="333" y="11605"/>
                      <a:pt x="762" y="11819"/>
                    </a:cubicBezTo>
                    <a:cubicBezTo>
                      <a:pt x="967" y="11921"/>
                      <a:pt x="1229" y="11949"/>
                      <a:pt x="1501" y="11949"/>
                    </a:cubicBezTo>
                    <a:cubicBezTo>
                      <a:pt x="1817" y="11949"/>
                      <a:pt x="2147" y="11912"/>
                      <a:pt x="2415" y="11912"/>
                    </a:cubicBezTo>
                    <a:cubicBezTo>
                      <a:pt x="2453" y="11912"/>
                      <a:pt x="2489" y="11912"/>
                      <a:pt x="2524" y="11914"/>
                    </a:cubicBezTo>
                    <a:cubicBezTo>
                      <a:pt x="3429" y="11962"/>
                      <a:pt x="4287" y="12009"/>
                      <a:pt x="5168" y="12033"/>
                    </a:cubicBezTo>
                    <a:cubicBezTo>
                      <a:pt x="5475" y="12033"/>
                      <a:pt x="6036" y="12135"/>
                      <a:pt x="6556" y="12135"/>
                    </a:cubicBezTo>
                    <a:cubicBezTo>
                      <a:pt x="7044" y="12135"/>
                      <a:pt x="7495" y="12045"/>
                      <a:pt x="7668" y="11700"/>
                    </a:cubicBezTo>
                    <a:cubicBezTo>
                      <a:pt x="8097" y="10890"/>
                      <a:pt x="7764" y="9390"/>
                      <a:pt x="7716" y="8556"/>
                    </a:cubicBezTo>
                    <a:cubicBezTo>
                      <a:pt x="7668" y="7604"/>
                      <a:pt x="7597" y="6651"/>
                      <a:pt x="7549" y="5699"/>
                    </a:cubicBezTo>
                    <a:cubicBezTo>
                      <a:pt x="7525" y="4937"/>
                      <a:pt x="7692" y="4174"/>
                      <a:pt x="7644" y="3412"/>
                    </a:cubicBezTo>
                    <a:cubicBezTo>
                      <a:pt x="7597" y="2341"/>
                      <a:pt x="7121" y="2079"/>
                      <a:pt x="6120" y="2055"/>
                    </a:cubicBezTo>
                    <a:cubicBezTo>
                      <a:pt x="5732" y="2038"/>
                      <a:pt x="5344" y="2030"/>
                      <a:pt x="4957" y="2030"/>
                    </a:cubicBezTo>
                    <a:cubicBezTo>
                      <a:pt x="4252" y="2030"/>
                      <a:pt x="3550" y="2056"/>
                      <a:pt x="2858" y="2103"/>
                    </a:cubicBezTo>
                    <a:cubicBezTo>
                      <a:pt x="2882" y="1602"/>
                      <a:pt x="2786" y="1126"/>
                      <a:pt x="2572" y="674"/>
                    </a:cubicBezTo>
                    <a:cubicBezTo>
                      <a:pt x="2420" y="337"/>
                      <a:pt x="2066" y="0"/>
                      <a:pt x="17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85"/>
              <p:cNvSpPr/>
              <p:nvPr/>
            </p:nvSpPr>
            <p:spPr>
              <a:xfrm>
                <a:off x="5190925" y="2434600"/>
                <a:ext cx="117900" cy="73850"/>
              </a:xfrm>
              <a:custGeom>
                <a:avLst/>
                <a:gdLst/>
                <a:ahLst/>
                <a:cxnLst/>
                <a:rect l="l" t="t" r="r" b="b"/>
                <a:pathLst>
                  <a:path w="4716" h="2954" extrusionOk="0">
                    <a:moveTo>
                      <a:pt x="3698" y="546"/>
                    </a:moveTo>
                    <a:cubicBezTo>
                      <a:pt x="3847" y="546"/>
                      <a:pt x="3968" y="574"/>
                      <a:pt x="3978" y="663"/>
                    </a:cubicBezTo>
                    <a:cubicBezTo>
                      <a:pt x="4025" y="901"/>
                      <a:pt x="4002" y="1187"/>
                      <a:pt x="4025" y="1449"/>
                    </a:cubicBezTo>
                    <a:cubicBezTo>
                      <a:pt x="4025" y="1615"/>
                      <a:pt x="4263" y="2306"/>
                      <a:pt x="4002" y="2306"/>
                    </a:cubicBezTo>
                    <a:cubicBezTo>
                      <a:pt x="3621" y="2306"/>
                      <a:pt x="3263" y="2330"/>
                      <a:pt x="2906" y="2354"/>
                    </a:cubicBezTo>
                    <a:cubicBezTo>
                      <a:pt x="2501" y="2413"/>
                      <a:pt x="2102" y="2443"/>
                      <a:pt x="1706" y="2443"/>
                    </a:cubicBezTo>
                    <a:cubicBezTo>
                      <a:pt x="1311" y="2443"/>
                      <a:pt x="918" y="2413"/>
                      <a:pt x="525" y="2354"/>
                    </a:cubicBezTo>
                    <a:cubicBezTo>
                      <a:pt x="525" y="1830"/>
                      <a:pt x="525" y="1306"/>
                      <a:pt x="525" y="782"/>
                    </a:cubicBezTo>
                    <a:cubicBezTo>
                      <a:pt x="1406" y="734"/>
                      <a:pt x="2263" y="687"/>
                      <a:pt x="3120" y="615"/>
                    </a:cubicBezTo>
                    <a:cubicBezTo>
                      <a:pt x="3218" y="601"/>
                      <a:pt x="3487" y="546"/>
                      <a:pt x="3698" y="546"/>
                    </a:cubicBezTo>
                    <a:close/>
                    <a:moveTo>
                      <a:pt x="3665" y="0"/>
                    </a:moveTo>
                    <a:cubicBezTo>
                      <a:pt x="3285" y="0"/>
                      <a:pt x="2852" y="105"/>
                      <a:pt x="2549" y="139"/>
                    </a:cubicBezTo>
                    <a:cubicBezTo>
                      <a:pt x="1787" y="186"/>
                      <a:pt x="1025" y="234"/>
                      <a:pt x="286" y="258"/>
                    </a:cubicBezTo>
                    <a:cubicBezTo>
                      <a:pt x="215" y="258"/>
                      <a:pt x="167" y="282"/>
                      <a:pt x="144" y="305"/>
                    </a:cubicBezTo>
                    <a:lnTo>
                      <a:pt x="120" y="305"/>
                    </a:lnTo>
                    <a:cubicBezTo>
                      <a:pt x="48" y="353"/>
                      <a:pt x="25" y="425"/>
                      <a:pt x="25" y="496"/>
                    </a:cubicBezTo>
                    <a:cubicBezTo>
                      <a:pt x="25" y="1187"/>
                      <a:pt x="1" y="1853"/>
                      <a:pt x="25" y="2544"/>
                    </a:cubicBezTo>
                    <a:cubicBezTo>
                      <a:pt x="25" y="2663"/>
                      <a:pt x="96" y="2758"/>
                      <a:pt x="215" y="2782"/>
                    </a:cubicBezTo>
                    <a:cubicBezTo>
                      <a:pt x="672" y="2911"/>
                      <a:pt x="1142" y="2953"/>
                      <a:pt x="1615" y="2953"/>
                    </a:cubicBezTo>
                    <a:cubicBezTo>
                      <a:pt x="2276" y="2953"/>
                      <a:pt x="2945" y="2871"/>
                      <a:pt x="3597" y="2830"/>
                    </a:cubicBezTo>
                    <a:cubicBezTo>
                      <a:pt x="4502" y="2758"/>
                      <a:pt x="4716" y="2663"/>
                      <a:pt x="4597" y="1711"/>
                    </a:cubicBezTo>
                    <a:cubicBezTo>
                      <a:pt x="4502" y="1187"/>
                      <a:pt x="4716" y="329"/>
                      <a:pt x="4097" y="67"/>
                    </a:cubicBezTo>
                    <a:cubicBezTo>
                      <a:pt x="3971" y="18"/>
                      <a:pt x="3822" y="0"/>
                      <a:pt x="36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85"/>
              <p:cNvSpPr/>
              <p:nvPr/>
            </p:nvSpPr>
            <p:spPr>
              <a:xfrm>
                <a:off x="5194500" y="2520275"/>
                <a:ext cx="35750" cy="34525"/>
              </a:xfrm>
              <a:custGeom>
                <a:avLst/>
                <a:gdLst/>
                <a:ahLst/>
                <a:cxnLst/>
                <a:rect l="l" t="t" r="r" b="b"/>
                <a:pathLst>
                  <a:path w="1430" h="1381" extrusionOk="0">
                    <a:moveTo>
                      <a:pt x="906" y="522"/>
                    </a:moveTo>
                    <a:lnTo>
                      <a:pt x="906" y="665"/>
                    </a:lnTo>
                    <a:lnTo>
                      <a:pt x="906" y="808"/>
                    </a:lnTo>
                    <a:lnTo>
                      <a:pt x="858" y="832"/>
                    </a:lnTo>
                    <a:cubicBezTo>
                      <a:pt x="786" y="832"/>
                      <a:pt x="739" y="855"/>
                      <a:pt x="667" y="855"/>
                    </a:cubicBezTo>
                    <a:lnTo>
                      <a:pt x="596" y="855"/>
                    </a:lnTo>
                    <a:cubicBezTo>
                      <a:pt x="596" y="808"/>
                      <a:pt x="596" y="736"/>
                      <a:pt x="596" y="689"/>
                    </a:cubicBezTo>
                    <a:lnTo>
                      <a:pt x="596" y="546"/>
                    </a:lnTo>
                    <a:cubicBezTo>
                      <a:pt x="691" y="522"/>
                      <a:pt x="786" y="522"/>
                      <a:pt x="906" y="522"/>
                    </a:cubicBezTo>
                    <a:close/>
                    <a:moveTo>
                      <a:pt x="881" y="1"/>
                    </a:moveTo>
                    <a:cubicBezTo>
                      <a:pt x="693" y="1"/>
                      <a:pt x="495" y="46"/>
                      <a:pt x="334" y="46"/>
                    </a:cubicBezTo>
                    <a:cubicBezTo>
                      <a:pt x="263" y="46"/>
                      <a:pt x="191" y="93"/>
                      <a:pt x="143" y="141"/>
                    </a:cubicBezTo>
                    <a:cubicBezTo>
                      <a:pt x="96" y="189"/>
                      <a:pt x="72" y="260"/>
                      <a:pt x="72" y="308"/>
                    </a:cubicBezTo>
                    <a:cubicBezTo>
                      <a:pt x="72" y="665"/>
                      <a:pt x="1" y="1070"/>
                      <a:pt x="310" y="1308"/>
                    </a:cubicBezTo>
                    <a:cubicBezTo>
                      <a:pt x="402" y="1354"/>
                      <a:pt x="505" y="1380"/>
                      <a:pt x="610" y="1380"/>
                    </a:cubicBezTo>
                    <a:cubicBezTo>
                      <a:pt x="668" y="1380"/>
                      <a:pt x="727" y="1372"/>
                      <a:pt x="786" y="1356"/>
                    </a:cubicBezTo>
                    <a:cubicBezTo>
                      <a:pt x="929" y="1356"/>
                      <a:pt x="1072" y="1332"/>
                      <a:pt x="1239" y="1284"/>
                    </a:cubicBezTo>
                    <a:cubicBezTo>
                      <a:pt x="1334" y="1260"/>
                      <a:pt x="1406" y="1189"/>
                      <a:pt x="1429" y="1117"/>
                    </a:cubicBezTo>
                    <a:cubicBezTo>
                      <a:pt x="1429" y="975"/>
                      <a:pt x="1429" y="808"/>
                      <a:pt x="1429" y="665"/>
                    </a:cubicBezTo>
                    <a:cubicBezTo>
                      <a:pt x="1429" y="498"/>
                      <a:pt x="1406" y="332"/>
                      <a:pt x="1334" y="189"/>
                    </a:cubicBezTo>
                    <a:cubicBezTo>
                      <a:pt x="1220" y="40"/>
                      <a:pt x="1055" y="1"/>
                      <a:pt x="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85"/>
              <p:cNvSpPr/>
              <p:nvPr/>
            </p:nvSpPr>
            <p:spPr>
              <a:xfrm>
                <a:off x="5233800" y="2520275"/>
                <a:ext cx="36350" cy="34525"/>
              </a:xfrm>
              <a:custGeom>
                <a:avLst/>
                <a:gdLst/>
                <a:ahLst/>
                <a:cxnLst/>
                <a:rect l="l" t="t" r="r" b="b"/>
                <a:pathLst>
                  <a:path w="1454" h="1381" extrusionOk="0">
                    <a:moveTo>
                      <a:pt x="905" y="522"/>
                    </a:moveTo>
                    <a:cubicBezTo>
                      <a:pt x="905" y="570"/>
                      <a:pt x="905" y="617"/>
                      <a:pt x="905" y="665"/>
                    </a:cubicBezTo>
                    <a:lnTo>
                      <a:pt x="905" y="808"/>
                    </a:lnTo>
                    <a:lnTo>
                      <a:pt x="858" y="832"/>
                    </a:lnTo>
                    <a:cubicBezTo>
                      <a:pt x="810" y="832"/>
                      <a:pt x="739" y="832"/>
                      <a:pt x="667" y="855"/>
                    </a:cubicBezTo>
                    <a:lnTo>
                      <a:pt x="596" y="855"/>
                    </a:lnTo>
                    <a:cubicBezTo>
                      <a:pt x="596" y="808"/>
                      <a:pt x="596" y="736"/>
                      <a:pt x="596" y="689"/>
                    </a:cubicBezTo>
                    <a:cubicBezTo>
                      <a:pt x="596" y="641"/>
                      <a:pt x="596" y="594"/>
                      <a:pt x="596" y="546"/>
                    </a:cubicBezTo>
                    <a:cubicBezTo>
                      <a:pt x="691" y="522"/>
                      <a:pt x="810" y="522"/>
                      <a:pt x="905" y="522"/>
                    </a:cubicBezTo>
                    <a:close/>
                    <a:moveTo>
                      <a:pt x="889" y="1"/>
                    </a:moveTo>
                    <a:cubicBezTo>
                      <a:pt x="705" y="1"/>
                      <a:pt x="507" y="46"/>
                      <a:pt x="334" y="46"/>
                    </a:cubicBezTo>
                    <a:cubicBezTo>
                      <a:pt x="262" y="46"/>
                      <a:pt x="191" y="93"/>
                      <a:pt x="143" y="141"/>
                    </a:cubicBezTo>
                    <a:cubicBezTo>
                      <a:pt x="96" y="189"/>
                      <a:pt x="72" y="260"/>
                      <a:pt x="72" y="308"/>
                    </a:cubicBezTo>
                    <a:cubicBezTo>
                      <a:pt x="72" y="665"/>
                      <a:pt x="0" y="1070"/>
                      <a:pt x="310" y="1308"/>
                    </a:cubicBezTo>
                    <a:cubicBezTo>
                      <a:pt x="418" y="1354"/>
                      <a:pt x="515" y="1380"/>
                      <a:pt x="616" y="1380"/>
                    </a:cubicBezTo>
                    <a:cubicBezTo>
                      <a:pt x="671" y="1380"/>
                      <a:pt x="727" y="1372"/>
                      <a:pt x="786" y="1356"/>
                    </a:cubicBezTo>
                    <a:cubicBezTo>
                      <a:pt x="953" y="1356"/>
                      <a:pt x="1096" y="1332"/>
                      <a:pt x="1239" y="1284"/>
                    </a:cubicBezTo>
                    <a:cubicBezTo>
                      <a:pt x="1334" y="1260"/>
                      <a:pt x="1405" y="1189"/>
                      <a:pt x="1429" y="1117"/>
                    </a:cubicBezTo>
                    <a:cubicBezTo>
                      <a:pt x="1453" y="975"/>
                      <a:pt x="1453" y="808"/>
                      <a:pt x="1429" y="665"/>
                    </a:cubicBezTo>
                    <a:cubicBezTo>
                      <a:pt x="1453" y="498"/>
                      <a:pt x="1405" y="332"/>
                      <a:pt x="1334" y="189"/>
                    </a:cubicBezTo>
                    <a:cubicBezTo>
                      <a:pt x="1219" y="40"/>
                      <a:pt x="1060" y="1"/>
                      <a:pt x="8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85"/>
              <p:cNvSpPr/>
              <p:nvPr/>
            </p:nvSpPr>
            <p:spPr>
              <a:xfrm>
                <a:off x="5194500" y="2563650"/>
                <a:ext cx="36350" cy="34225"/>
              </a:xfrm>
              <a:custGeom>
                <a:avLst/>
                <a:gdLst/>
                <a:ahLst/>
                <a:cxnLst/>
                <a:rect l="l" t="t" r="r" b="b"/>
                <a:pathLst>
                  <a:path w="1454" h="1369" extrusionOk="0">
                    <a:moveTo>
                      <a:pt x="906" y="502"/>
                    </a:moveTo>
                    <a:lnTo>
                      <a:pt x="906" y="668"/>
                    </a:lnTo>
                    <a:lnTo>
                      <a:pt x="906" y="811"/>
                    </a:lnTo>
                    <a:lnTo>
                      <a:pt x="858" y="811"/>
                    </a:lnTo>
                    <a:cubicBezTo>
                      <a:pt x="786" y="811"/>
                      <a:pt x="739" y="835"/>
                      <a:pt x="667" y="835"/>
                    </a:cubicBezTo>
                    <a:lnTo>
                      <a:pt x="596" y="835"/>
                    </a:lnTo>
                    <a:cubicBezTo>
                      <a:pt x="596" y="787"/>
                      <a:pt x="596" y="740"/>
                      <a:pt x="596" y="692"/>
                    </a:cubicBezTo>
                    <a:lnTo>
                      <a:pt x="596" y="549"/>
                    </a:lnTo>
                    <a:cubicBezTo>
                      <a:pt x="691" y="526"/>
                      <a:pt x="786" y="502"/>
                      <a:pt x="906" y="502"/>
                    </a:cubicBezTo>
                    <a:close/>
                    <a:moveTo>
                      <a:pt x="903" y="1"/>
                    </a:moveTo>
                    <a:cubicBezTo>
                      <a:pt x="709" y="1"/>
                      <a:pt x="501" y="49"/>
                      <a:pt x="334" y="49"/>
                    </a:cubicBezTo>
                    <a:cubicBezTo>
                      <a:pt x="191" y="49"/>
                      <a:pt x="72" y="168"/>
                      <a:pt x="72" y="311"/>
                    </a:cubicBezTo>
                    <a:cubicBezTo>
                      <a:pt x="72" y="668"/>
                      <a:pt x="1" y="1049"/>
                      <a:pt x="310" y="1311"/>
                    </a:cubicBezTo>
                    <a:cubicBezTo>
                      <a:pt x="415" y="1346"/>
                      <a:pt x="532" y="1368"/>
                      <a:pt x="653" y="1368"/>
                    </a:cubicBezTo>
                    <a:cubicBezTo>
                      <a:pt x="697" y="1368"/>
                      <a:pt x="742" y="1365"/>
                      <a:pt x="786" y="1359"/>
                    </a:cubicBezTo>
                    <a:cubicBezTo>
                      <a:pt x="929" y="1335"/>
                      <a:pt x="1072" y="1311"/>
                      <a:pt x="1239" y="1288"/>
                    </a:cubicBezTo>
                    <a:cubicBezTo>
                      <a:pt x="1334" y="1264"/>
                      <a:pt x="1406" y="1192"/>
                      <a:pt x="1429" y="1097"/>
                    </a:cubicBezTo>
                    <a:cubicBezTo>
                      <a:pt x="1453" y="954"/>
                      <a:pt x="1453" y="811"/>
                      <a:pt x="1429" y="668"/>
                    </a:cubicBezTo>
                    <a:cubicBezTo>
                      <a:pt x="1429" y="502"/>
                      <a:pt x="1406" y="311"/>
                      <a:pt x="1334" y="168"/>
                    </a:cubicBezTo>
                    <a:cubicBezTo>
                      <a:pt x="1224" y="36"/>
                      <a:pt x="1069" y="1"/>
                      <a:pt x="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85"/>
              <p:cNvSpPr/>
              <p:nvPr/>
            </p:nvSpPr>
            <p:spPr>
              <a:xfrm>
                <a:off x="5233800" y="2563650"/>
                <a:ext cx="36350" cy="34225"/>
              </a:xfrm>
              <a:custGeom>
                <a:avLst/>
                <a:gdLst/>
                <a:ahLst/>
                <a:cxnLst/>
                <a:rect l="l" t="t" r="r" b="b"/>
                <a:pathLst>
                  <a:path w="1454" h="1369" extrusionOk="0">
                    <a:moveTo>
                      <a:pt x="905" y="502"/>
                    </a:moveTo>
                    <a:cubicBezTo>
                      <a:pt x="905" y="549"/>
                      <a:pt x="905" y="597"/>
                      <a:pt x="905" y="668"/>
                    </a:cubicBezTo>
                    <a:lnTo>
                      <a:pt x="905" y="811"/>
                    </a:lnTo>
                    <a:lnTo>
                      <a:pt x="858" y="811"/>
                    </a:lnTo>
                    <a:cubicBezTo>
                      <a:pt x="810" y="811"/>
                      <a:pt x="739" y="835"/>
                      <a:pt x="667" y="835"/>
                    </a:cubicBezTo>
                    <a:lnTo>
                      <a:pt x="596" y="835"/>
                    </a:lnTo>
                    <a:cubicBezTo>
                      <a:pt x="596" y="787"/>
                      <a:pt x="596" y="740"/>
                      <a:pt x="596" y="692"/>
                    </a:cubicBezTo>
                    <a:cubicBezTo>
                      <a:pt x="596" y="645"/>
                      <a:pt x="596" y="597"/>
                      <a:pt x="596" y="549"/>
                    </a:cubicBezTo>
                    <a:cubicBezTo>
                      <a:pt x="691" y="526"/>
                      <a:pt x="810" y="502"/>
                      <a:pt x="905" y="502"/>
                    </a:cubicBezTo>
                    <a:close/>
                    <a:moveTo>
                      <a:pt x="911" y="1"/>
                    </a:moveTo>
                    <a:cubicBezTo>
                      <a:pt x="720" y="1"/>
                      <a:pt x="513" y="49"/>
                      <a:pt x="334" y="49"/>
                    </a:cubicBezTo>
                    <a:cubicBezTo>
                      <a:pt x="262" y="49"/>
                      <a:pt x="191" y="73"/>
                      <a:pt x="143" y="145"/>
                    </a:cubicBezTo>
                    <a:cubicBezTo>
                      <a:pt x="96" y="192"/>
                      <a:pt x="72" y="240"/>
                      <a:pt x="72" y="311"/>
                    </a:cubicBezTo>
                    <a:cubicBezTo>
                      <a:pt x="72" y="668"/>
                      <a:pt x="0" y="1049"/>
                      <a:pt x="310" y="1311"/>
                    </a:cubicBezTo>
                    <a:cubicBezTo>
                      <a:pt x="432" y="1346"/>
                      <a:pt x="541" y="1368"/>
                      <a:pt x="656" y="1368"/>
                    </a:cubicBezTo>
                    <a:cubicBezTo>
                      <a:pt x="699" y="1368"/>
                      <a:pt x="742" y="1365"/>
                      <a:pt x="786" y="1359"/>
                    </a:cubicBezTo>
                    <a:cubicBezTo>
                      <a:pt x="953" y="1335"/>
                      <a:pt x="1096" y="1311"/>
                      <a:pt x="1239" y="1288"/>
                    </a:cubicBezTo>
                    <a:cubicBezTo>
                      <a:pt x="1334" y="1264"/>
                      <a:pt x="1405" y="1192"/>
                      <a:pt x="1429" y="1097"/>
                    </a:cubicBezTo>
                    <a:cubicBezTo>
                      <a:pt x="1453" y="954"/>
                      <a:pt x="1453" y="811"/>
                      <a:pt x="1429" y="668"/>
                    </a:cubicBezTo>
                    <a:cubicBezTo>
                      <a:pt x="1453" y="502"/>
                      <a:pt x="1405" y="335"/>
                      <a:pt x="1334" y="168"/>
                    </a:cubicBezTo>
                    <a:cubicBezTo>
                      <a:pt x="1224" y="36"/>
                      <a:pt x="1074" y="1"/>
                      <a:pt x="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3" name="Google Shape;943;p85"/>
            <p:cNvSpPr/>
            <p:nvPr/>
          </p:nvSpPr>
          <p:spPr>
            <a:xfrm>
              <a:off x="4135469" y="3725314"/>
              <a:ext cx="66660" cy="62813"/>
            </a:xfrm>
            <a:custGeom>
              <a:avLst/>
              <a:gdLst/>
              <a:ahLst/>
              <a:cxnLst/>
              <a:rect l="l" t="t" r="r" b="b"/>
              <a:pathLst>
                <a:path w="1453" h="1369" extrusionOk="0">
                  <a:moveTo>
                    <a:pt x="905" y="502"/>
                  </a:moveTo>
                  <a:lnTo>
                    <a:pt x="905" y="668"/>
                  </a:lnTo>
                  <a:lnTo>
                    <a:pt x="905" y="811"/>
                  </a:lnTo>
                  <a:lnTo>
                    <a:pt x="881" y="811"/>
                  </a:lnTo>
                  <a:cubicBezTo>
                    <a:pt x="810" y="811"/>
                    <a:pt x="738" y="835"/>
                    <a:pt x="691" y="835"/>
                  </a:cubicBezTo>
                  <a:lnTo>
                    <a:pt x="619" y="835"/>
                  </a:lnTo>
                  <a:cubicBezTo>
                    <a:pt x="595" y="787"/>
                    <a:pt x="595" y="740"/>
                    <a:pt x="595" y="692"/>
                  </a:cubicBezTo>
                  <a:lnTo>
                    <a:pt x="595" y="549"/>
                  </a:lnTo>
                  <a:cubicBezTo>
                    <a:pt x="691" y="526"/>
                    <a:pt x="786" y="502"/>
                    <a:pt x="905" y="502"/>
                  </a:cubicBezTo>
                  <a:close/>
                  <a:moveTo>
                    <a:pt x="926" y="1"/>
                  </a:moveTo>
                  <a:cubicBezTo>
                    <a:pt x="732" y="1"/>
                    <a:pt x="524" y="49"/>
                    <a:pt x="357" y="49"/>
                  </a:cubicBezTo>
                  <a:cubicBezTo>
                    <a:pt x="262" y="49"/>
                    <a:pt x="191" y="73"/>
                    <a:pt x="143" y="145"/>
                  </a:cubicBezTo>
                  <a:cubicBezTo>
                    <a:pt x="119" y="192"/>
                    <a:pt x="95" y="240"/>
                    <a:pt x="95" y="311"/>
                  </a:cubicBezTo>
                  <a:cubicBezTo>
                    <a:pt x="95" y="668"/>
                    <a:pt x="0" y="1049"/>
                    <a:pt x="334" y="1311"/>
                  </a:cubicBezTo>
                  <a:cubicBezTo>
                    <a:pt x="438" y="1346"/>
                    <a:pt x="555" y="1368"/>
                    <a:pt x="667" y="1368"/>
                  </a:cubicBezTo>
                  <a:cubicBezTo>
                    <a:pt x="708" y="1368"/>
                    <a:pt x="748" y="1365"/>
                    <a:pt x="786" y="1359"/>
                  </a:cubicBezTo>
                  <a:cubicBezTo>
                    <a:pt x="953" y="1335"/>
                    <a:pt x="1096" y="1311"/>
                    <a:pt x="1262" y="1288"/>
                  </a:cubicBezTo>
                  <a:cubicBezTo>
                    <a:pt x="1358" y="1264"/>
                    <a:pt x="1405" y="1192"/>
                    <a:pt x="1429" y="1097"/>
                  </a:cubicBezTo>
                  <a:cubicBezTo>
                    <a:pt x="1453" y="954"/>
                    <a:pt x="1453" y="811"/>
                    <a:pt x="1429" y="668"/>
                  </a:cubicBezTo>
                  <a:cubicBezTo>
                    <a:pt x="1453" y="502"/>
                    <a:pt x="1429" y="311"/>
                    <a:pt x="1358" y="168"/>
                  </a:cubicBezTo>
                  <a:cubicBezTo>
                    <a:pt x="1248" y="36"/>
                    <a:pt x="1092" y="1"/>
                    <a:pt x="9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4" name="Google Shape;944;p85"/>
          <p:cNvSpPr/>
          <p:nvPr/>
        </p:nvSpPr>
        <p:spPr>
          <a:xfrm rot="1079268">
            <a:off x="2070553" y="1519274"/>
            <a:ext cx="834495" cy="491790"/>
          </a:xfrm>
          <a:custGeom>
            <a:avLst/>
            <a:gdLst/>
            <a:ahLst/>
            <a:cxnLst/>
            <a:rect l="l" t="t" r="r" b="b"/>
            <a:pathLst>
              <a:path w="44052" h="25961" extrusionOk="0">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85"/>
          <p:cNvSpPr/>
          <p:nvPr/>
        </p:nvSpPr>
        <p:spPr>
          <a:xfrm rot="1079268">
            <a:off x="6414541" y="1519274"/>
            <a:ext cx="834495" cy="491790"/>
          </a:xfrm>
          <a:custGeom>
            <a:avLst/>
            <a:gdLst/>
            <a:ahLst/>
            <a:cxnLst/>
            <a:rect l="l" t="t" r="r" b="b"/>
            <a:pathLst>
              <a:path w="44052" h="25961" extrusionOk="0">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25"/>
                                        </p:tgtEl>
                                        <p:attrNameLst>
                                          <p:attrName>style.visibility</p:attrName>
                                        </p:attrNameLst>
                                      </p:cBhvr>
                                      <p:to>
                                        <p:strVal val="visible"/>
                                      </p:to>
                                    </p:set>
                                    <p:anim calcmode="lin" valueType="num">
                                      <p:cBhvr additive="base">
                                        <p:cTn id="7" dur="1000"/>
                                        <p:tgtEl>
                                          <p:spTgt spid="92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926"/>
                                        </p:tgtEl>
                                        <p:attrNameLst>
                                          <p:attrName>style.visibility</p:attrName>
                                        </p:attrNameLst>
                                      </p:cBhvr>
                                      <p:to>
                                        <p:strVal val="visible"/>
                                      </p:to>
                                    </p:set>
                                    <p:anim calcmode="lin" valueType="num">
                                      <p:cBhvr additive="base">
                                        <p:cTn id="10" dur="1000"/>
                                        <p:tgtEl>
                                          <p:spTgt spid="9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86"/>
          <p:cNvSpPr txBox="1">
            <a:spLocks noGrp="1"/>
          </p:cNvSpPr>
          <p:nvPr>
            <p:ph type="title"/>
          </p:nvPr>
        </p:nvSpPr>
        <p:spPr>
          <a:xfrm>
            <a:off x="1781550" y="711175"/>
            <a:ext cx="5933700" cy="60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Classes timetable</a:t>
            </a:r>
            <a:endParaRPr/>
          </a:p>
        </p:txBody>
      </p:sp>
      <p:graphicFrame>
        <p:nvGraphicFramePr>
          <p:cNvPr id="951" name="Google Shape;951;p86"/>
          <p:cNvGraphicFramePr/>
          <p:nvPr/>
        </p:nvGraphicFramePr>
        <p:xfrm>
          <a:off x="1595350" y="1407450"/>
          <a:ext cx="6316350" cy="2941200"/>
        </p:xfrm>
        <a:graphic>
          <a:graphicData uri="http://schemas.openxmlformats.org/drawingml/2006/table">
            <a:tbl>
              <a:tblPr>
                <a:noFill/>
                <a:tableStyleId>{5B05FBE6-79DC-481F-849F-70B190148581}</a:tableStyleId>
              </a:tblPr>
              <a:tblGrid>
                <a:gridCol w="1052725">
                  <a:extLst>
                    <a:ext uri="{9D8B030D-6E8A-4147-A177-3AD203B41FA5}">
                      <a16:colId xmlns:a16="http://schemas.microsoft.com/office/drawing/2014/main" val="20000"/>
                    </a:ext>
                  </a:extLst>
                </a:gridCol>
                <a:gridCol w="1052725">
                  <a:extLst>
                    <a:ext uri="{9D8B030D-6E8A-4147-A177-3AD203B41FA5}">
                      <a16:colId xmlns:a16="http://schemas.microsoft.com/office/drawing/2014/main" val="20001"/>
                    </a:ext>
                  </a:extLst>
                </a:gridCol>
                <a:gridCol w="1052725">
                  <a:extLst>
                    <a:ext uri="{9D8B030D-6E8A-4147-A177-3AD203B41FA5}">
                      <a16:colId xmlns:a16="http://schemas.microsoft.com/office/drawing/2014/main" val="20002"/>
                    </a:ext>
                  </a:extLst>
                </a:gridCol>
                <a:gridCol w="1052725">
                  <a:extLst>
                    <a:ext uri="{9D8B030D-6E8A-4147-A177-3AD203B41FA5}">
                      <a16:colId xmlns:a16="http://schemas.microsoft.com/office/drawing/2014/main" val="20003"/>
                    </a:ext>
                  </a:extLst>
                </a:gridCol>
                <a:gridCol w="1052725">
                  <a:extLst>
                    <a:ext uri="{9D8B030D-6E8A-4147-A177-3AD203B41FA5}">
                      <a16:colId xmlns:a16="http://schemas.microsoft.com/office/drawing/2014/main" val="20004"/>
                    </a:ext>
                  </a:extLst>
                </a:gridCol>
                <a:gridCol w="1052725">
                  <a:extLst>
                    <a:ext uri="{9D8B030D-6E8A-4147-A177-3AD203B41FA5}">
                      <a16:colId xmlns:a16="http://schemas.microsoft.com/office/drawing/2014/main" val="20005"/>
                    </a:ext>
                  </a:extLst>
                </a:gridCol>
              </a:tblGrid>
              <a:tr h="502900">
                <a:tc>
                  <a:txBody>
                    <a:bodyPr/>
                    <a:lstStyle/>
                    <a:p>
                      <a:pPr marL="0" lvl="0" indent="0" algn="l" rtl="0">
                        <a:spcBef>
                          <a:spcPts val="0"/>
                        </a:spcBef>
                        <a:spcAft>
                          <a:spcPts val="0"/>
                        </a:spcAft>
                        <a:buNone/>
                      </a:pPr>
                      <a:endParaRPr/>
                    </a:p>
                  </a:txBody>
                  <a:tcPr marL="91425" marR="91425" marT="91425" marB="91425">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Mon</a:t>
                      </a:r>
                      <a:endParaRPr sz="2100" b="1">
                        <a:solidFill>
                          <a:schemeClr val="accent2"/>
                        </a:solidFill>
                        <a:latin typeface="Concert One"/>
                        <a:ea typeface="Concert One"/>
                        <a:cs typeface="Concert One"/>
                        <a:sym typeface="Concert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Tue</a:t>
                      </a:r>
                      <a:endParaRPr sz="2100" b="1">
                        <a:solidFill>
                          <a:schemeClr val="accent2"/>
                        </a:solidFill>
                        <a:latin typeface="Concert One"/>
                        <a:ea typeface="Concert One"/>
                        <a:cs typeface="Concert One"/>
                        <a:sym typeface="Concert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Wed</a:t>
                      </a:r>
                      <a:endParaRPr sz="2100" b="1">
                        <a:solidFill>
                          <a:schemeClr val="accent2"/>
                        </a:solidFill>
                        <a:latin typeface="Concert One"/>
                        <a:ea typeface="Concert One"/>
                        <a:cs typeface="Concert One"/>
                        <a:sym typeface="Concert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Thu</a:t>
                      </a:r>
                      <a:endParaRPr sz="2100" b="1">
                        <a:solidFill>
                          <a:schemeClr val="accent2"/>
                        </a:solidFill>
                        <a:latin typeface="Concert One"/>
                        <a:ea typeface="Concert One"/>
                        <a:cs typeface="Concert One"/>
                        <a:sym typeface="Concert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2100" b="1">
                          <a:solidFill>
                            <a:schemeClr val="accent2"/>
                          </a:solidFill>
                          <a:latin typeface="Concert One"/>
                          <a:ea typeface="Concert One"/>
                          <a:cs typeface="Concert One"/>
                          <a:sym typeface="Concert One"/>
                        </a:rPr>
                        <a:t>Fri</a:t>
                      </a:r>
                      <a:endParaRPr sz="2100" b="1">
                        <a:solidFill>
                          <a:schemeClr val="accent2"/>
                        </a:solidFill>
                        <a:latin typeface="Concert One"/>
                        <a:ea typeface="Concert One"/>
                        <a:cs typeface="Concert One"/>
                        <a:sym typeface="Concert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609575">
                <a:tc>
                  <a:txBody>
                    <a:bodyPr/>
                    <a:lstStyle/>
                    <a:p>
                      <a:pPr marL="0" lvl="0" indent="0" algn="ctr" rtl="0">
                        <a:spcBef>
                          <a:spcPts val="0"/>
                        </a:spcBef>
                        <a:spcAft>
                          <a:spcPts val="0"/>
                        </a:spcAft>
                        <a:buNone/>
                      </a:pPr>
                      <a:r>
                        <a:rPr lang="en">
                          <a:solidFill>
                            <a:schemeClr val="accent6"/>
                          </a:solidFill>
                          <a:latin typeface="Roboto Mono"/>
                          <a:ea typeface="Roboto Mono"/>
                          <a:cs typeface="Roboto Mono"/>
                          <a:sym typeface="Roboto Mono"/>
                        </a:rPr>
                        <a:t>7-8 am</a:t>
                      </a:r>
                      <a:endParaRPr>
                        <a:solidFill>
                          <a:schemeClr val="accent6"/>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English</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Arts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Maths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09575">
                <a:tc>
                  <a:txBody>
                    <a:bodyPr/>
                    <a:lstStyle/>
                    <a:p>
                      <a:pPr marL="0" lvl="0" indent="0" algn="ctr" rtl="0">
                        <a:spcBef>
                          <a:spcPts val="0"/>
                        </a:spcBef>
                        <a:spcAft>
                          <a:spcPts val="0"/>
                        </a:spcAft>
                        <a:buNone/>
                      </a:pPr>
                      <a:r>
                        <a:rPr lang="en">
                          <a:solidFill>
                            <a:schemeClr val="accent6"/>
                          </a:solidFill>
                          <a:latin typeface="Roboto Mono"/>
                          <a:ea typeface="Roboto Mono"/>
                          <a:cs typeface="Roboto Mono"/>
                          <a:sym typeface="Roboto Mono"/>
                        </a:rPr>
                        <a:t>8-9 am</a:t>
                      </a:r>
                      <a:endParaRPr>
                        <a:solidFill>
                          <a:schemeClr val="accent6"/>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Maths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Arts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Maths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Arts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English</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09575">
                <a:tc>
                  <a:txBody>
                    <a:bodyPr/>
                    <a:lstStyle/>
                    <a:p>
                      <a:pPr marL="0" lvl="0" indent="0" algn="ctr" rtl="0">
                        <a:spcBef>
                          <a:spcPts val="0"/>
                        </a:spcBef>
                        <a:spcAft>
                          <a:spcPts val="0"/>
                        </a:spcAft>
                        <a:buNone/>
                      </a:pPr>
                      <a:r>
                        <a:rPr lang="en">
                          <a:solidFill>
                            <a:schemeClr val="accent6"/>
                          </a:solidFill>
                          <a:latin typeface="Roboto Mono"/>
                          <a:ea typeface="Roboto Mono"/>
                          <a:cs typeface="Roboto Mono"/>
                          <a:sym typeface="Roboto Mono"/>
                        </a:rPr>
                        <a:t>9-10 am</a:t>
                      </a:r>
                      <a:endParaRPr>
                        <a:solidFill>
                          <a:schemeClr val="accent6"/>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English</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English</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Arts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09575">
                <a:tc>
                  <a:txBody>
                    <a:bodyPr/>
                    <a:lstStyle/>
                    <a:p>
                      <a:pPr marL="0" lvl="0" indent="0" algn="ctr" rtl="0">
                        <a:spcBef>
                          <a:spcPts val="0"/>
                        </a:spcBef>
                        <a:spcAft>
                          <a:spcPts val="0"/>
                        </a:spcAft>
                        <a:buNone/>
                      </a:pPr>
                      <a:r>
                        <a:rPr lang="en">
                          <a:solidFill>
                            <a:schemeClr val="accent6"/>
                          </a:solidFill>
                          <a:latin typeface="Roboto Mono"/>
                          <a:ea typeface="Roboto Mono"/>
                          <a:cs typeface="Roboto Mono"/>
                          <a:sym typeface="Roboto Mono"/>
                        </a:rPr>
                        <a:t>10-11am</a:t>
                      </a:r>
                      <a:endParaRPr>
                        <a:solidFill>
                          <a:schemeClr val="accent6"/>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Arts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Maths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English</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952" name="Google Shape;952;p86"/>
          <p:cNvGrpSpPr/>
          <p:nvPr/>
        </p:nvGrpSpPr>
        <p:grpSpPr>
          <a:xfrm>
            <a:off x="1844125" y="1407452"/>
            <a:ext cx="505593" cy="431002"/>
            <a:chOff x="5670425" y="2374500"/>
            <a:chExt cx="280200" cy="238875"/>
          </a:xfrm>
        </p:grpSpPr>
        <p:sp>
          <p:nvSpPr>
            <p:cNvPr id="953" name="Google Shape;953;p86"/>
            <p:cNvSpPr/>
            <p:nvPr/>
          </p:nvSpPr>
          <p:spPr>
            <a:xfrm>
              <a:off x="5670425" y="2374500"/>
              <a:ext cx="280200" cy="238875"/>
            </a:xfrm>
            <a:custGeom>
              <a:avLst/>
              <a:gdLst/>
              <a:ahLst/>
              <a:cxnLst/>
              <a:rect l="l" t="t" r="r" b="b"/>
              <a:pathLst>
                <a:path w="11208" h="9555" extrusionOk="0">
                  <a:moveTo>
                    <a:pt x="8660" y="1876"/>
                  </a:moveTo>
                  <a:cubicBezTo>
                    <a:pt x="8588" y="2186"/>
                    <a:pt x="8541" y="2519"/>
                    <a:pt x="8469" y="2829"/>
                  </a:cubicBezTo>
                  <a:lnTo>
                    <a:pt x="8398" y="2829"/>
                  </a:lnTo>
                  <a:cubicBezTo>
                    <a:pt x="6302" y="2829"/>
                    <a:pt x="4230" y="2900"/>
                    <a:pt x="2135" y="2900"/>
                  </a:cubicBezTo>
                  <a:cubicBezTo>
                    <a:pt x="2158" y="2567"/>
                    <a:pt x="2182" y="2233"/>
                    <a:pt x="2206" y="1900"/>
                  </a:cubicBezTo>
                  <a:lnTo>
                    <a:pt x="2540" y="1900"/>
                  </a:lnTo>
                  <a:lnTo>
                    <a:pt x="2540" y="1995"/>
                  </a:lnTo>
                  <a:cubicBezTo>
                    <a:pt x="2551" y="2296"/>
                    <a:pt x="2770" y="2439"/>
                    <a:pt x="2990" y="2439"/>
                  </a:cubicBezTo>
                  <a:cubicBezTo>
                    <a:pt x="3223" y="2439"/>
                    <a:pt x="3457" y="2278"/>
                    <a:pt x="3444" y="1971"/>
                  </a:cubicBezTo>
                  <a:lnTo>
                    <a:pt x="3444" y="1900"/>
                  </a:lnTo>
                  <a:lnTo>
                    <a:pt x="4159" y="1900"/>
                  </a:lnTo>
                  <a:lnTo>
                    <a:pt x="4159" y="2162"/>
                  </a:lnTo>
                  <a:cubicBezTo>
                    <a:pt x="4159" y="2459"/>
                    <a:pt x="4391" y="2608"/>
                    <a:pt x="4623" y="2608"/>
                  </a:cubicBezTo>
                  <a:cubicBezTo>
                    <a:pt x="4855" y="2608"/>
                    <a:pt x="5088" y="2459"/>
                    <a:pt x="5088" y="2162"/>
                  </a:cubicBezTo>
                  <a:lnTo>
                    <a:pt x="5088" y="1876"/>
                  </a:lnTo>
                  <a:lnTo>
                    <a:pt x="5683" y="1876"/>
                  </a:lnTo>
                  <a:cubicBezTo>
                    <a:pt x="5683" y="1971"/>
                    <a:pt x="5683" y="2067"/>
                    <a:pt x="5707" y="2162"/>
                  </a:cubicBezTo>
                  <a:cubicBezTo>
                    <a:pt x="5707" y="2424"/>
                    <a:pt x="5921" y="2614"/>
                    <a:pt x="6159" y="2614"/>
                  </a:cubicBezTo>
                  <a:cubicBezTo>
                    <a:pt x="6421" y="2614"/>
                    <a:pt x="6636" y="2424"/>
                    <a:pt x="6636" y="2162"/>
                  </a:cubicBezTo>
                  <a:cubicBezTo>
                    <a:pt x="6636" y="2067"/>
                    <a:pt x="6612" y="1971"/>
                    <a:pt x="6612" y="1876"/>
                  </a:cubicBezTo>
                  <a:lnTo>
                    <a:pt x="7207" y="1876"/>
                  </a:lnTo>
                  <a:lnTo>
                    <a:pt x="7207" y="2162"/>
                  </a:lnTo>
                  <a:cubicBezTo>
                    <a:pt x="7231" y="2448"/>
                    <a:pt x="7451" y="2590"/>
                    <a:pt x="7669" y="2590"/>
                  </a:cubicBezTo>
                  <a:cubicBezTo>
                    <a:pt x="7886" y="2590"/>
                    <a:pt x="8100" y="2448"/>
                    <a:pt x="8112" y="2162"/>
                  </a:cubicBezTo>
                  <a:lnTo>
                    <a:pt x="8112" y="1876"/>
                  </a:lnTo>
                  <a:close/>
                  <a:moveTo>
                    <a:pt x="9231" y="3591"/>
                  </a:moveTo>
                  <a:cubicBezTo>
                    <a:pt x="9612" y="5186"/>
                    <a:pt x="10065" y="6782"/>
                    <a:pt x="10279" y="8425"/>
                  </a:cubicBezTo>
                  <a:cubicBezTo>
                    <a:pt x="10009" y="8442"/>
                    <a:pt x="9736" y="8450"/>
                    <a:pt x="9462" y="8450"/>
                  </a:cubicBezTo>
                  <a:cubicBezTo>
                    <a:pt x="8963" y="8450"/>
                    <a:pt x="8461" y="8423"/>
                    <a:pt x="7969" y="8377"/>
                  </a:cubicBezTo>
                  <a:cubicBezTo>
                    <a:pt x="7969" y="8306"/>
                    <a:pt x="7993" y="8258"/>
                    <a:pt x="8017" y="8211"/>
                  </a:cubicBezTo>
                  <a:cubicBezTo>
                    <a:pt x="8255" y="7520"/>
                    <a:pt x="8446" y="6853"/>
                    <a:pt x="8612" y="6139"/>
                  </a:cubicBezTo>
                  <a:cubicBezTo>
                    <a:pt x="8850" y="5305"/>
                    <a:pt x="9065" y="4448"/>
                    <a:pt x="9231" y="3591"/>
                  </a:cubicBezTo>
                  <a:close/>
                  <a:moveTo>
                    <a:pt x="8255" y="3757"/>
                  </a:moveTo>
                  <a:cubicBezTo>
                    <a:pt x="7874" y="5281"/>
                    <a:pt x="7421" y="6806"/>
                    <a:pt x="6993" y="8330"/>
                  </a:cubicBezTo>
                  <a:cubicBezTo>
                    <a:pt x="6924" y="8590"/>
                    <a:pt x="6722" y="8661"/>
                    <a:pt x="6486" y="8661"/>
                  </a:cubicBezTo>
                  <a:cubicBezTo>
                    <a:pt x="6311" y="8661"/>
                    <a:pt x="6117" y="8622"/>
                    <a:pt x="5945" y="8592"/>
                  </a:cubicBezTo>
                  <a:cubicBezTo>
                    <a:pt x="5469" y="8544"/>
                    <a:pt x="5016" y="8496"/>
                    <a:pt x="4540" y="8473"/>
                  </a:cubicBezTo>
                  <a:cubicBezTo>
                    <a:pt x="4248" y="8461"/>
                    <a:pt x="3956" y="8455"/>
                    <a:pt x="3665" y="8455"/>
                  </a:cubicBezTo>
                  <a:cubicBezTo>
                    <a:pt x="2791" y="8455"/>
                    <a:pt x="1920" y="8508"/>
                    <a:pt x="1063" y="8615"/>
                  </a:cubicBezTo>
                  <a:cubicBezTo>
                    <a:pt x="1325" y="6996"/>
                    <a:pt x="1754" y="5424"/>
                    <a:pt x="1992" y="3853"/>
                  </a:cubicBezTo>
                  <a:cubicBezTo>
                    <a:pt x="4087" y="3853"/>
                    <a:pt x="6159" y="3781"/>
                    <a:pt x="8255" y="3757"/>
                  </a:cubicBezTo>
                  <a:close/>
                  <a:moveTo>
                    <a:pt x="3058" y="0"/>
                  </a:moveTo>
                  <a:cubicBezTo>
                    <a:pt x="2859" y="0"/>
                    <a:pt x="2670" y="135"/>
                    <a:pt x="2611" y="352"/>
                  </a:cubicBezTo>
                  <a:cubicBezTo>
                    <a:pt x="2587" y="566"/>
                    <a:pt x="2563" y="781"/>
                    <a:pt x="2563" y="995"/>
                  </a:cubicBezTo>
                  <a:lnTo>
                    <a:pt x="1968" y="995"/>
                  </a:lnTo>
                  <a:cubicBezTo>
                    <a:pt x="1952" y="987"/>
                    <a:pt x="1936" y="984"/>
                    <a:pt x="1920" y="984"/>
                  </a:cubicBezTo>
                  <a:cubicBezTo>
                    <a:pt x="1889" y="984"/>
                    <a:pt x="1857" y="995"/>
                    <a:pt x="1825" y="995"/>
                  </a:cubicBezTo>
                  <a:cubicBezTo>
                    <a:pt x="1798" y="990"/>
                    <a:pt x="1771" y="988"/>
                    <a:pt x="1745" y="988"/>
                  </a:cubicBezTo>
                  <a:cubicBezTo>
                    <a:pt x="1492" y="988"/>
                    <a:pt x="1277" y="1188"/>
                    <a:pt x="1277" y="1447"/>
                  </a:cubicBezTo>
                  <a:cubicBezTo>
                    <a:pt x="1301" y="4019"/>
                    <a:pt x="444" y="6448"/>
                    <a:pt x="87" y="8973"/>
                  </a:cubicBezTo>
                  <a:cubicBezTo>
                    <a:pt x="1" y="9273"/>
                    <a:pt x="244" y="9555"/>
                    <a:pt x="537" y="9555"/>
                  </a:cubicBezTo>
                  <a:cubicBezTo>
                    <a:pt x="569" y="9555"/>
                    <a:pt x="602" y="9551"/>
                    <a:pt x="634" y="9544"/>
                  </a:cubicBezTo>
                  <a:cubicBezTo>
                    <a:pt x="1645" y="9406"/>
                    <a:pt x="2665" y="9338"/>
                    <a:pt x="3682" y="9338"/>
                  </a:cubicBezTo>
                  <a:cubicBezTo>
                    <a:pt x="4248" y="9338"/>
                    <a:pt x="4812" y="9359"/>
                    <a:pt x="5373" y="9401"/>
                  </a:cubicBezTo>
                  <a:cubicBezTo>
                    <a:pt x="5722" y="9427"/>
                    <a:pt x="6155" y="9516"/>
                    <a:pt x="6565" y="9516"/>
                  </a:cubicBezTo>
                  <a:cubicBezTo>
                    <a:pt x="6912" y="9516"/>
                    <a:pt x="7242" y="9453"/>
                    <a:pt x="7493" y="9235"/>
                  </a:cubicBezTo>
                  <a:cubicBezTo>
                    <a:pt x="8206" y="9249"/>
                    <a:pt x="8910" y="9329"/>
                    <a:pt x="9611" y="9329"/>
                  </a:cubicBezTo>
                  <a:cubicBezTo>
                    <a:pt x="10033" y="9329"/>
                    <a:pt x="10454" y="9300"/>
                    <a:pt x="10875" y="9211"/>
                  </a:cubicBezTo>
                  <a:cubicBezTo>
                    <a:pt x="11089" y="9163"/>
                    <a:pt x="11208" y="8973"/>
                    <a:pt x="11208" y="8782"/>
                  </a:cubicBezTo>
                  <a:cubicBezTo>
                    <a:pt x="10946" y="6377"/>
                    <a:pt x="10184" y="4091"/>
                    <a:pt x="9755" y="1733"/>
                  </a:cubicBezTo>
                  <a:cubicBezTo>
                    <a:pt x="9731" y="1614"/>
                    <a:pt x="9684" y="1519"/>
                    <a:pt x="9589" y="1471"/>
                  </a:cubicBezTo>
                  <a:cubicBezTo>
                    <a:pt x="9612" y="1209"/>
                    <a:pt x="9398" y="995"/>
                    <a:pt x="9136" y="995"/>
                  </a:cubicBezTo>
                  <a:cubicBezTo>
                    <a:pt x="8779" y="995"/>
                    <a:pt x="8422" y="971"/>
                    <a:pt x="8064" y="971"/>
                  </a:cubicBezTo>
                  <a:cubicBezTo>
                    <a:pt x="8064" y="804"/>
                    <a:pt x="8064" y="638"/>
                    <a:pt x="8041" y="495"/>
                  </a:cubicBezTo>
                  <a:cubicBezTo>
                    <a:pt x="8017" y="197"/>
                    <a:pt x="7773" y="48"/>
                    <a:pt x="7541" y="48"/>
                  </a:cubicBezTo>
                  <a:cubicBezTo>
                    <a:pt x="7308" y="48"/>
                    <a:pt x="7088" y="197"/>
                    <a:pt x="7112" y="495"/>
                  </a:cubicBezTo>
                  <a:cubicBezTo>
                    <a:pt x="7112" y="638"/>
                    <a:pt x="7136" y="804"/>
                    <a:pt x="7136" y="971"/>
                  </a:cubicBezTo>
                  <a:lnTo>
                    <a:pt x="6540" y="971"/>
                  </a:lnTo>
                  <a:lnTo>
                    <a:pt x="6540" y="471"/>
                  </a:lnTo>
                  <a:cubicBezTo>
                    <a:pt x="6540" y="173"/>
                    <a:pt x="6308" y="24"/>
                    <a:pt x="6076" y="24"/>
                  </a:cubicBezTo>
                  <a:cubicBezTo>
                    <a:pt x="5844" y="24"/>
                    <a:pt x="5612" y="173"/>
                    <a:pt x="5612" y="471"/>
                  </a:cubicBezTo>
                  <a:lnTo>
                    <a:pt x="5612" y="971"/>
                  </a:lnTo>
                  <a:lnTo>
                    <a:pt x="5064" y="971"/>
                  </a:lnTo>
                  <a:lnTo>
                    <a:pt x="5064" y="471"/>
                  </a:lnTo>
                  <a:cubicBezTo>
                    <a:pt x="5064" y="161"/>
                    <a:pt x="4832" y="7"/>
                    <a:pt x="4599" y="7"/>
                  </a:cubicBezTo>
                  <a:cubicBezTo>
                    <a:pt x="4367" y="7"/>
                    <a:pt x="4135" y="161"/>
                    <a:pt x="4135" y="471"/>
                  </a:cubicBezTo>
                  <a:lnTo>
                    <a:pt x="4135" y="995"/>
                  </a:lnTo>
                  <a:lnTo>
                    <a:pt x="3468" y="995"/>
                  </a:lnTo>
                  <a:cubicBezTo>
                    <a:pt x="3468" y="852"/>
                    <a:pt x="3492" y="733"/>
                    <a:pt x="3516" y="590"/>
                  </a:cubicBezTo>
                  <a:cubicBezTo>
                    <a:pt x="3564" y="352"/>
                    <a:pt x="3421" y="90"/>
                    <a:pt x="3183" y="18"/>
                  </a:cubicBezTo>
                  <a:cubicBezTo>
                    <a:pt x="3141" y="6"/>
                    <a:pt x="3099" y="0"/>
                    <a:pt x="305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86"/>
            <p:cNvSpPr/>
            <p:nvPr/>
          </p:nvSpPr>
          <p:spPr>
            <a:xfrm>
              <a:off x="5756275" y="2485475"/>
              <a:ext cx="60400" cy="82550"/>
            </a:xfrm>
            <a:custGeom>
              <a:avLst/>
              <a:gdLst/>
              <a:ahLst/>
              <a:cxnLst/>
              <a:rect l="l" t="t" r="r" b="b"/>
              <a:pathLst>
                <a:path w="2416" h="3302" extrusionOk="0">
                  <a:moveTo>
                    <a:pt x="1685" y="0"/>
                  </a:moveTo>
                  <a:cubicBezTo>
                    <a:pt x="1230" y="0"/>
                    <a:pt x="775" y="31"/>
                    <a:pt x="320" y="104"/>
                  </a:cubicBezTo>
                  <a:cubicBezTo>
                    <a:pt x="225" y="128"/>
                    <a:pt x="153" y="223"/>
                    <a:pt x="153" y="342"/>
                  </a:cubicBezTo>
                  <a:lnTo>
                    <a:pt x="153" y="1438"/>
                  </a:lnTo>
                  <a:cubicBezTo>
                    <a:pt x="153" y="1587"/>
                    <a:pt x="269" y="1680"/>
                    <a:pt x="396" y="1680"/>
                  </a:cubicBezTo>
                  <a:cubicBezTo>
                    <a:pt x="410" y="1680"/>
                    <a:pt x="425" y="1678"/>
                    <a:pt x="439" y="1676"/>
                  </a:cubicBezTo>
                  <a:cubicBezTo>
                    <a:pt x="602" y="1622"/>
                    <a:pt x="787" y="1588"/>
                    <a:pt x="965" y="1588"/>
                  </a:cubicBezTo>
                  <a:cubicBezTo>
                    <a:pt x="1336" y="1588"/>
                    <a:pt x="1677" y="1734"/>
                    <a:pt x="1725" y="2152"/>
                  </a:cubicBezTo>
                  <a:cubicBezTo>
                    <a:pt x="1770" y="2561"/>
                    <a:pt x="1374" y="2844"/>
                    <a:pt x="1005" y="2844"/>
                  </a:cubicBezTo>
                  <a:cubicBezTo>
                    <a:pt x="794" y="2844"/>
                    <a:pt x="591" y="2751"/>
                    <a:pt x="487" y="2533"/>
                  </a:cubicBezTo>
                  <a:cubicBezTo>
                    <a:pt x="449" y="2442"/>
                    <a:pt x="382" y="2404"/>
                    <a:pt x="312" y="2404"/>
                  </a:cubicBezTo>
                  <a:cubicBezTo>
                    <a:pt x="163" y="2404"/>
                    <a:pt x="1" y="2577"/>
                    <a:pt x="82" y="2771"/>
                  </a:cubicBezTo>
                  <a:cubicBezTo>
                    <a:pt x="256" y="3140"/>
                    <a:pt x="607" y="3302"/>
                    <a:pt x="974" y="3302"/>
                  </a:cubicBezTo>
                  <a:cubicBezTo>
                    <a:pt x="1461" y="3302"/>
                    <a:pt x="1977" y="3018"/>
                    <a:pt x="2154" y="2557"/>
                  </a:cubicBezTo>
                  <a:cubicBezTo>
                    <a:pt x="2320" y="2081"/>
                    <a:pt x="2130" y="1581"/>
                    <a:pt x="1701" y="1295"/>
                  </a:cubicBezTo>
                  <a:cubicBezTo>
                    <a:pt x="1479" y="1168"/>
                    <a:pt x="1236" y="1104"/>
                    <a:pt x="992" y="1104"/>
                  </a:cubicBezTo>
                  <a:cubicBezTo>
                    <a:pt x="870" y="1104"/>
                    <a:pt x="749" y="1120"/>
                    <a:pt x="630" y="1152"/>
                  </a:cubicBezTo>
                  <a:lnTo>
                    <a:pt x="630" y="533"/>
                  </a:lnTo>
                  <a:cubicBezTo>
                    <a:pt x="932" y="488"/>
                    <a:pt x="1243" y="471"/>
                    <a:pt x="1558" y="471"/>
                  </a:cubicBezTo>
                  <a:cubicBezTo>
                    <a:pt x="1740" y="471"/>
                    <a:pt x="1923" y="477"/>
                    <a:pt x="2106" y="485"/>
                  </a:cubicBezTo>
                  <a:cubicBezTo>
                    <a:pt x="2416" y="485"/>
                    <a:pt x="2416" y="9"/>
                    <a:pt x="2106" y="9"/>
                  </a:cubicBezTo>
                  <a:cubicBezTo>
                    <a:pt x="1966" y="3"/>
                    <a:pt x="1825" y="0"/>
                    <a:pt x="168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51"/>
                                        </p:tgtEl>
                                        <p:attrNameLst>
                                          <p:attrName>style.visibility</p:attrName>
                                        </p:attrNameLst>
                                      </p:cBhvr>
                                      <p:to>
                                        <p:strVal val="visible"/>
                                      </p:to>
                                    </p:set>
                                    <p:animEffect transition="in" filter="fade">
                                      <p:cBhvr>
                                        <p:cTn id="7" dur="1000"/>
                                        <p:tgtEl>
                                          <p:spTgt spid="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p87"/>
          <p:cNvSpPr txBox="1">
            <a:spLocks noGrp="1"/>
          </p:cNvSpPr>
          <p:nvPr>
            <p:ph type="title"/>
          </p:nvPr>
        </p:nvSpPr>
        <p:spPr>
          <a:xfrm>
            <a:off x="1002325" y="711175"/>
            <a:ext cx="3082200" cy="94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have a look at this graphic</a:t>
            </a:r>
            <a:endParaRPr/>
          </a:p>
        </p:txBody>
      </p:sp>
      <p:pic>
        <p:nvPicPr>
          <p:cNvPr id="960" name="Google Shape;960;p87" title="Chart">
            <a:hlinkClick r:id="rId3"/>
          </p:cNvPr>
          <p:cNvPicPr preferRelativeResize="0"/>
          <p:nvPr/>
        </p:nvPicPr>
        <p:blipFill>
          <a:blip r:embed="rId4">
            <a:alphaModFix/>
          </a:blip>
          <a:stretch>
            <a:fillRect/>
          </a:stretch>
        </p:blipFill>
        <p:spPr>
          <a:xfrm>
            <a:off x="5285700" y="1079125"/>
            <a:ext cx="2873301" cy="2749876"/>
          </a:xfrm>
          <a:prstGeom prst="rect">
            <a:avLst/>
          </a:prstGeom>
          <a:noFill/>
          <a:ln>
            <a:noFill/>
          </a:ln>
        </p:spPr>
      </p:pic>
      <p:sp>
        <p:nvSpPr>
          <p:cNvPr id="961" name="Google Shape;961;p87"/>
          <p:cNvSpPr txBox="1"/>
          <p:nvPr/>
        </p:nvSpPr>
        <p:spPr>
          <a:xfrm>
            <a:off x="4979500" y="3881750"/>
            <a:ext cx="3485700" cy="53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Mono"/>
                <a:ea typeface="Roboto Mono"/>
                <a:cs typeface="Roboto Mono"/>
                <a:sym typeface="Roboto Mono"/>
              </a:rPr>
              <a:t>Follow the link in the graph to modify its data and then paste the new one here. </a:t>
            </a:r>
            <a:r>
              <a:rPr lang="en" sz="1000" b="1">
                <a:solidFill>
                  <a:schemeClr val="dk1"/>
                </a:solidFill>
                <a:uFill>
                  <a:noFill/>
                </a:uFill>
                <a:latin typeface="Roboto Mono"/>
                <a:ea typeface="Roboto Mono"/>
                <a:cs typeface="Roboto Mono"/>
                <a:sym typeface="Roboto Mon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a:solidFill>
                <a:schemeClr val="dk1"/>
              </a:solidFill>
              <a:latin typeface="Roboto Mono Medium"/>
              <a:ea typeface="Roboto Mono Medium"/>
              <a:cs typeface="Roboto Mono Medium"/>
              <a:sym typeface="Roboto Mono Medium"/>
            </a:endParaRPr>
          </a:p>
        </p:txBody>
      </p:sp>
      <p:sp>
        <p:nvSpPr>
          <p:cNvPr id="962" name="Google Shape;962;p87"/>
          <p:cNvSpPr txBox="1">
            <a:spLocks noGrp="1"/>
          </p:cNvSpPr>
          <p:nvPr>
            <p:ph type="subTitle" idx="4294967295"/>
          </p:nvPr>
        </p:nvSpPr>
        <p:spPr>
          <a:xfrm>
            <a:off x="594700" y="3701325"/>
            <a:ext cx="1785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solidFill>
                  <a:schemeClr val="dk2"/>
                </a:solidFill>
              </a:rPr>
              <a:t>Venus has a beautiful name</a:t>
            </a:r>
            <a:endParaRPr sz="1400">
              <a:solidFill>
                <a:schemeClr val="dk2"/>
              </a:solidFill>
            </a:endParaRPr>
          </a:p>
        </p:txBody>
      </p:sp>
      <p:sp>
        <p:nvSpPr>
          <p:cNvPr id="963" name="Google Shape;963;p87"/>
          <p:cNvSpPr txBox="1">
            <a:spLocks noGrp="1"/>
          </p:cNvSpPr>
          <p:nvPr>
            <p:ph type="subTitle" idx="4294967295"/>
          </p:nvPr>
        </p:nvSpPr>
        <p:spPr>
          <a:xfrm>
            <a:off x="2385775" y="2332205"/>
            <a:ext cx="1785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solidFill>
                  <a:schemeClr val="dk2"/>
                </a:solidFill>
              </a:rPr>
              <a:t>Saturn is the ringed planet</a:t>
            </a:r>
            <a:endParaRPr sz="1400">
              <a:solidFill>
                <a:schemeClr val="dk2"/>
              </a:solidFill>
            </a:endParaRPr>
          </a:p>
        </p:txBody>
      </p:sp>
      <p:sp>
        <p:nvSpPr>
          <p:cNvPr id="964" name="Google Shape;964;p87"/>
          <p:cNvSpPr txBox="1">
            <a:spLocks noGrp="1"/>
          </p:cNvSpPr>
          <p:nvPr>
            <p:ph type="subTitle" idx="4294967295"/>
          </p:nvPr>
        </p:nvSpPr>
        <p:spPr>
          <a:xfrm>
            <a:off x="594700" y="2330107"/>
            <a:ext cx="1785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solidFill>
                  <a:schemeClr val="dk2"/>
                </a:solidFill>
              </a:rPr>
              <a:t>It is the smallest planet</a:t>
            </a:r>
            <a:endParaRPr sz="1400">
              <a:solidFill>
                <a:schemeClr val="dk2"/>
              </a:solidFill>
            </a:endParaRPr>
          </a:p>
        </p:txBody>
      </p:sp>
      <p:sp>
        <p:nvSpPr>
          <p:cNvPr id="965" name="Google Shape;965;p87"/>
          <p:cNvSpPr txBox="1">
            <a:spLocks noGrp="1"/>
          </p:cNvSpPr>
          <p:nvPr>
            <p:ph type="subTitle" idx="4294967295"/>
          </p:nvPr>
        </p:nvSpPr>
        <p:spPr>
          <a:xfrm>
            <a:off x="2385780" y="3701326"/>
            <a:ext cx="1785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solidFill>
                  <a:schemeClr val="dk2"/>
                </a:solidFill>
              </a:rPr>
              <a:t>Mars is a very cold place</a:t>
            </a:r>
            <a:endParaRPr sz="1400">
              <a:solidFill>
                <a:schemeClr val="dk2"/>
              </a:solidFill>
            </a:endParaRPr>
          </a:p>
        </p:txBody>
      </p:sp>
      <p:sp>
        <p:nvSpPr>
          <p:cNvPr id="966" name="Google Shape;966;p87"/>
          <p:cNvSpPr txBox="1">
            <a:spLocks noGrp="1"/>
          </p:cNvSpPr>
          <p:nvPr>
            <p:ph type="subTitle" idx="4294967295"/>
          </p:nvPr>
        </p:nvSpPr>
        <p:spPr>
          <a:xfrm>
            <a:off x="2385775" y="2022179"/>
            <a:ext cx="1785300" cy="40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Saturn</a:t>
            </a:r>
            <a:endParaRPr sz="2100" b="1">
              <a:latin typeface="Concert One"/>
              <a:ea typeface="Concert One"/>
              <a:cs typeface="Concert One"/>
              <a:sym typeface="Concert One"/>
            </a:endParaRPr>
          </a:p>
        </p:txBody>
      </p:sp>
      <p:sp>
        <p:nvSpPr>
          <p:cNvPr id="967" name="Google Shape;967;p87"/>
          <p:cNvSpPr txBox="1">
            <a:spLocks noGrp="1"/>
          </p:cNvSpPr>
          <p:nvPr>
            <p:ph type="subTitle" idx="4294967295"/>
          </p:nvPr>
        </p:nvSpPr>
        <p:spPr>
          <a:xfrm>
            <a:off x="594700" y="3394350"/>
            <a:ext cx="1785300" cy="40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Venus </a:t>
            </a:r>
            <a:endParaRPr sz="2100" b="1">
              <a:latin typeface="Concert One"/>
              <a:ea typeface="Concert One"/>
              <a:cs typeface="Concert One"/>
              <a:sym typeface="Concert One"/>
            </a:endParaRPr>
          </a:p>
        </p:txBody>
      </p:sp>
      <p:sp>
        <p:nvSpPr>
          <p:cNvPr id="968" name="Google Shape;968;p87"/>
          <p:cNvSpPr txBox="1">
            <a:spLocks noGrp="1"/>
          </p:cNvSpPr>
          <p:nvPr>
            <p:ph type="subTitle" idx="4294967295"/>
          </p:nvPr>
        </p:nvSpPr>
        <p:spPr>
          <a:xfrm>
            <a:off x="594700" y="2026050"/>
            <a:ext cx="1785300" cy="40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Mercury </a:t>
            </a:r>
            <a:endParaRPr sz="2100" b="1">
              <a:latin typeface="Concert One"/>
              <a:ea typeface="Concert One"/>
              <a:cs typeface="Concert One"/>
              <a:sym typeface="Concert One"/>
            </a:endParaRPr>
          </a:p>
        </p:txBody>
      </p:sp>
      <p:sp>
        <p:nvSpPr>
          <p:cNvPr id="969" name="Google Shape;969;p87"/>
          <p:cNvSpPr txBox="1">
            <a:spLocks noGrp="1"/>
          </p:cNvSpPr>
          <p:nvPr>
            <p:ph type="subTitle" idx="4294967295"/>
          </p:nvPr>
        </p:nvSpPr>
        <p:spPr>
          <a:xfrm>
            <a:off x="2385778" y="3394352"/>
            <a:ext cx="1785300" cy="40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Mars</a:t>
            </a:r>
            <a:endParaRPr sz="2100" b="1">
              <a:latin typeface="Concert One"/>
              <a:ea typeface="Concert One"/>
              <a:cs typeface="Concert One"/>
              <a:sym typeface="Concert One"/>
            </a:endParaRPr>
          </a:p>
        </p:txBody>
      </p:sp>
      <p:sp>
        <p:nvSpPr>
          <p:cNvPr id="970" name="Google Shape;970;p87"/>
          <p:cNvSpPr/>
          <p:nvPr/>
        </p:nvSpPr>
        <p:spPr>
          <a:xfrm rot="5400000">
            <a:off x="1389408" y="1830140"/>
            <a:ext cx="195900" cy="195900"/>
          </a:xfrm>
          <a:prstGeom prst="ellipse">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87"/>
          <p:cNvSpPr/>
          <p:nvPr/>
        </p:nvSpPr>
        <p:spPr>
          <a:xfrm rot="5400000">
            <a:off x="3180483" y="3198458"/>
            <a:ext cx="195900" cy="195900"/>
          </a:xfrm>
          <a:prstGeom prst="ellipse">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87"/>
          <p:cNvSpPr/>
          <p:nvPr/>
        </p:nvSpPr>
        <p:spPr>
          <a:xfrm rot="5400000">
            <a:off x="3180483" y="1830148"/>
            <a:ext cx="195900" cy="195900"/>
          </a:xfrm>
          <a:prstGeom prst="ellipse">
            <a:avLst/>
          </a:prstGeom>
          <a:solidFill>
            <a:schemeClr val="accent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87"/>
          <p:cNvSpPr/>
          <p:nvPr/>
        </p:nvSpPr>
        <p:spPr>
          <a:xfrm rot="5400000">
            <a:off x="1389408" y="3198458"/>
            <a:ext cx="195900" cy="195900"/>
          </a:xfrm>
          <a:prstGeom prst="ellipse">
            <a:avLst/>
          </a:prstGeom>
          <a:solidFill>
            <a:schemeClr val="accen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60"/>
                                        </p:tgtEl>
                                        <p:attrNameLst>
                                          <p:attrName>style.visibility</p:attrName>
                                        </p:attrNameLst>
                                      </p:cBhvr>
                                      <p:to>
                                        <p:strVal val="visible"/>
                                      </p:to>
                                    </p:set>
                                    <p:animEffect transition="in" filter="fade">
                                      <p:cBhvr>
                                        <p:cTn id="7" dur="1000"/>
                                        <p:tgtEl>
                                          <p:spTgt spid="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88"/>
          <p:cNvSpPr txBox="1">
            <a:spLocks noGrp="1"/>
          </p:cNvSpPr>
          <p:nvPr>
            <p:ph type="title"/>
          </p:nvPr>
        </p:nvSpPr>
        <p:spPr>
          <a:xfrm>
            <a:off x="2426100" y="1386676"/>
            <a:ext cx="4291800" cy="247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words</a:t>
            </a:r>
            <a:endParaRPr/>
          </a:p>
        </p:txBody>
      </p:sp>
      <p:pic>
        <p:nvPicPr>
          <p:cNvPr id="979" name="Google Shape;979;p88"/>
          <p:cNvPicPr preferRelativeResize="0"/>
          <p:nvPr/>
        </p:nvPicPr>
        <p:blipFill>
          <a:blip r:embed="rId3">
            <a:alphaModFix/>
          </a:blip>
          <a:stretch>
            <a:fillRect/>
          </a:stretch>
        </p:blipFill>
        <p:spPr>
          <a:xfrm>
            <a:off x="3377675" y="3863182"/>
            <a:ext cx="2481200" cy="448775"/>
          </a:xfrm>
          <a:prstGeom prst="rect">
            <a:avLst/>
          </a:prstGeom>
          <a:noFill/>
          <a:ln>
            <a:noFill/>
          </a:ln>
        </p:spPr>
      </p:pic>
      <p:pic>
        <p:nvPicPr>
          <p:cNvPr id="980" name="Google Shape;980;p88"/>
          <p:cNvPicPr preferRelativeResize="0"/>
          <p:nvPr/>
        </p:nvPicPr>
        <p:blipFill>
          <a:blip r:embed="rId4">
            <a:alphaModFix/>
          </a:blip>
          <a:stretch>
            <a:fillRect/>
          </a:stretch>
        </p:blipFill>
        <p:spPr>
          <a:xfrm rot="8100000">
            <a:off x="5808082" y="1187449"/>
            <a:ext cx="633085" cy="417605"/>
          </a:xfrm>
          <a:prstGeom prst="rect">
            <a:avLst/>
          </a:prstGeom>
          <a:noFill/>
          <a:ln>
            <a:noFill/>
          </a:ln>
        </p:spPr>
      </p:pic>
      <p:pic>
        <p:nvPicPr>
          <p:cNvPr id="981" name="Google Shape;981;p88"/>
          <p:cNvPicPr preferRelativeResize="0"/>
          <p:nvPr/>
        </p:nvPicPr>
        <p:blipFill>
          <a:blip r:embed="rId5">
            <a:alphaModFix/>
          </a:blip>
          <a:stretch>
            <a:fillRect/>
          </a:stretch>
        </p:blipFill>
        <p:spPr>
          <a:xfrm>
            <a:off x="6287700" y="3186978"/>
            <a:ext cx="621600" cy="676200"/>
          </a:xfrm>
          <a:prstGeom prst="rect">
            <a:avLst/>
          </a:prstGeom>
          <a:noFill/>
          <a:ln>
            <a:noFill/>
          </a:ln>
        </p:spPr>
      </p:pic>
      <p:pic>
        <p:nvPicPr>
          <p:cNvPr id="982" name="Google Shape;982;p88"/>
          <p:cNvPicPr preferRelativeResize="0"/>
          <p:nvPr/>
        </p:nvPicPr>
        <p:blipFill rotWithShape="1">
          <a:blip r:embed="rId6">
            <a:alphaModFix/>
          </a:blip>
          <a:srcRect t="16970" r="8892" b="21025"/>
          <a:stretch/>
        </p:blipFill>
        <p:spPr>
          <a:xfrm rot="10800000">
            <a:off x="1002325" y="3226875"/>
            <a:ext cx="2036850" cy="8102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978"/>
                                        </p:tgtEl>
                                        <p:attrNameLst>
                                          <p:attrName>style.visibility</p:attrName>
                                        </p:attrNameLst>
                                      </p:cBhvr>
                                      <p:to>
                                        <p:strVal val="visible"/>
                                      </p:to>
                                    </p:set>
                                    <p:anim calcmode="lin" valueType="num">
                                      <p:cBhvr additive="base">
                                        <p:cTn id="7" dur="1000"/>
                                        <p:tgtEl>
                                          <p:spTgt spid="9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89"/>
          <p:cNvSpPr txBox="1">
            <a:spLocks noGrp="1"/>
          </p:cNvSpPr>
          <p:nvPr>
            <p:ph type="title"/>
          </p:nvPr>
        </p:nvSpPr>
        <p:spPr>
          <a:xfrm>
            <a:off x="1781550" y="711175"/>
            <a:ext cx="5933700" cy="60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use this diagram</a:t>
            </a:r>
            <a:endParaRPr/>
          </a:p>
        </p:txBody>
      </p:sp>
      <p:sp>
        <p:nvSpPr>
          <p:cNvPr id="988" name="Google Shape;988;p89"/>
          <p:cNvSpPr txBox="1">
            <a:spLocks noGrp="1"/>
          </p:cNvSpPr>
          <p:nvPr>
            <p:ph type="subTitle" idx="4294967295"/>
          </p:nvPr>
        </p:nvSpPr>
        <p:spPr>
          <a:xfrm>
            <a:off x="1321175" y="2444850"/>
            <a:ext cx="1314900" cy="78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The Solar System</a:t>
            </a:r>
            <a:endParaRPr sz="2100" b="1">
              <a:latin typeface="Concert One"/>
              <a:ea typeface="Concert One"/>
              <a:cs typeface="Concert One"/>
              <a:sym typeface="Concert One"/>
            </a:endParaRPr>
          </a:p>
        </p:txBody>
      </p:sp>
      <p:sp>
        <p:nvSpPr>
          <p:cNvPr id="989" name="Google Shape;989;p89"/>
          <p:cNvSpPr txBox="1">
            <a:spLocks noGrp="1"/>
          </p:cNvSpPr>
          <p:nvPr>
            <p:ph type="subTitle" idx="4294967295"/>
          </p:nvPr>
        </p:nvSpPr>
        <p:spPr>
          <a:xfrm>
            <a:off x="3682750" y="2705383"/>
            <a:ext cx="19509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Venus has a beautiful name</a:t>
            </a:r>
            <a:endParaRPr sz="1400">
              <a:solidFill>
                <a:schemeClr val="dk2"/>
              </a:solidFill>
            </a:endParaRPr>
          </a:p>
        </p:txBody>
      </p:sp>
      <p:sp>
        <p:nvSpPr>
          <p:cNvPr id="990" name="Google Shape;990;p89"/>
          <p:cNvSpPr txBox="1">
            <a:spLocks noGrp="1"/>
          </p:cNvSpPr>
          <p:nvPr>
            <p:ph type="subTitle" idx="4294967295"/>
          </p:nvPr>
        </p:nvSpPr>
        <p:spPr>
          <a:xfrm>
            <a:off x="6283507" y="1704650"/>
            <a:ext cx="19509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Saturn is the ringed planet</a:t>
            </a:r>
            <a:endParaRPr sz="1400">
              <a:solidFill>
                <a:schemeClr val="dk2"/>
              </a:solidFill>
            </a:endParaRPr>
          </a:p>
        </p:txBody>
      </p:sp>
      <p:sp>
        <p:nvSpPr>
          <p:cNvPr id="991" name="Google Shape;991;p89"/>
          <p:cNvSpPr txBox="1">
            <a:spLocks noGrp="1"/>
          </p:cNvSpPr>
          <p:nvPr>
            <p:ph type="subTitle" idx="4294967295"/>
          </p:nvPr>
        </p:nvSpPr>
        <p:spPr>
          <a:xfrm>
            <a:off x="3682750" y="1698675"/>
            <a:ext cx="19509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It is the smallest planet</a:t>
            </a:r>
            <a:endParaRPr sz="1400">
              <a:solidFill>
                <a:schemeClr val="dk2"/>
              </a:solidFill>
            </a:endParaRPr>
          </a:p>
        </p:txBody>
      </p:sp>
      <p:sp>
        <p:nvSpPr>
          <p:cNvPr id="992" name="Google Shape;992;p89"/>
          <p:cNvSpPr txBox="1">
            <a:spLocks noGrp="1"/>
          </p:cNvSpPr>
          <p:nvPr>
            <p:ph type="subTitle" idx="4294967295"/>
          </p:nvPr>
        </p:nvSpPr>
        <p:spPr>
          <a:xfrm>
            <a:off x="3682750" y="3717399"/>
            <a:ext cx="19509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Mars is a very cold place</a:t>
            </a:r>
            <a:endParaRPr sz="1400">
              <a:solidFill>
                <a:schemeClr val="dk2"/>
              </a:solidFill>
            </a:endParaRPr>
          </a:p>
        </p:txBody>
      </p:sp>
      <p:sp>
        <p:nvSpPr>
          <p:cNvPr id="993" name="Google Shape;993;p89"/>
          <p:cNvSpPr txBox="1">
            <a:spLocks noGrp="1"/>
          </p:cNvSpPr>
          <p:nvPr>
            <p:ph type="subTitle" idx="4294967295"/>
          </p:nvPr>
        </p:nvSpPr>
        <p:spPr>
          <a:xfrm>
            <a:off x="6283507" y="1394629"/>
            <a:ext cx="1785300" cy="409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Saturn</a:t>
            </a:r>
            <a:endParaRPr sz="2100" b="1">
              <a:latin typeface="Concert One"/>
              <a:ea typeface="Concert One"/>
              <a:cs typeface="Concert One"/>
              <a:sym typeface="Concert One"/>
            </a:endParaRPr>
          </a:p>
        </p:txBody>
      </p:sp>
      <p:sp>
        <p:nvSpPr>
          <p:cNvPr id="994" name="Google Shape;994;p89"/>
          <p:cNvSpPr txBox="1">
            <a:spLocks noGrp="1"/>
          </p:cNvSpPr>
          <p:nvPr>
            <p:ph type="subTitle" idx="4294967295"/>
          </p:nvPr>
        </p:nvSpPr>
        <p:spPr>
          <a:xfrm>
            <a:off x="3682750" y="2398400"/>
            <a:ext cx="1785300" cy="409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Venus </a:t>
            </a:r>
            <a:endParaRPr sz="2100" b="1">
              <a:latin typeface="Concert One"/>
              <a:ea typeface="Concert One"/>
              <a:cs typeface="Concert One"/>
              <a:sym typeface="Concert One"/>
            </a:endParaRPr>
          </a:p>
        </p:txBody>
      </p:sp>
      <p:sp>
        <p:nvSpPr>
          <p:cNvPr id="995" name="Google Shape;995;p89"/>
          <p:cNvSpPr txBox="1">
            <a:spLocks noGrp="1"/>
          </p:cNvSpPr>
          <p:nvPr>
            <p:ph type="subTitle" idx="4294967295"/>
          </p:nvPr>
        </p:nvSpPr>
        <p:spPr>
          <a:xfrm>
            <a:off x="3682750" y="1394613"/>
            <a:ext cx="1785300" cy="409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Mercury </a:t>
            </a:r>
            <a:endParaRPr sz="2100" b="1">
              <a:latin typeface="Concert One"/>
              <a:ea typeface="Concert One"/>
              <a:cs typeface="Concert One"/>
              <a:sym typeface="Concert One"/>
            </a:endParaRPr>
          </a:p>
        </p:txBody>
      </p:sp>
      <p:sp>
        <p:nvSpPr>
          <p:cNvPr id="996" name="Google Shape;996;p89"/>
          <p:cNvSpPr txBox="1">
            <a:spLocks noGrp="1"/>
          </p:cNvSpPr>
          <p:nvPr>
            <p:ph type="subTitle" idx="4294967295"/>
          </p:nvPr>
        </p:nvSpPr>
        <p:spPr>
          <a:xfrm>
            <a:off x="3682750" y="3410415"/>
            <a:ext cx="1785300" cy="409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Mars</a:t>
            </a:r>
            <a:endParaRPr sz="2100" b="1">
              <a:latin typeface="Concert One"/>
              <a:ea typeface="Concert One"/>
              <a:cs typeface="Concert One"/>
              <a:sym typeface="Concert One"/>
            </a:endParaRPr>
          </a:p>
        </p:txBody>
      </p:sp>
      <p:sp>
        <p:nvSpPr>
          <p:cNvPr id="997" name="Google Shape;997;p89"/>
          <p:cNvSpPr txBox="1">
            <a:spLocks noGrp="1"/>
          </p:cNvSpPr>
          <p:nvPr>
            <p:ph type="subTitle" idx="4294967295"/>
          </p:nvPr>
        </p:nvSpPr>
        <p:spPr>
          <a:xfrm>
            <a:off x="6283507" y="2711018"/>
            <a:ext cx="19509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Neptune is far from the Sun</a:t>
            </a:r>
            <a:endParaRPr sz="1400">
              <a:solidFill>
                <a:schemeClr val="dk2"/>
              </a:solidFill>
            </a:endParaRPr>
          </a:p>
        </p:txBody>
      </p:sp>
      <p:sp>
        <p:nvSpPr>
          <p:cNvPr id="998" name="Google Shape;998;p89"/>
          <p:cNvSpPr txBox="1">
            <a:spLocks noGrp="1"/>
          </p:cNvSpPr>
          <p:nvPr>
            <p:ph type="subTitle" idx="4294967295"/>
          </p:nvPr>
        </p:nvSpPr>
        <p:spPr>
          <a:xfrm>
            <a:off x="6283507" y="2400992"/>
            <a:ext cx="1785300" cy="409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Neptune</a:t>
            </a:r>
            <a:endParaRPr sz="2100" b="1">
              <a:latin typeface="Concert One"/>
              <a:ea typeface="Concert One"/>
              <a:cs typeface="Concert One"/>
              <a:sym typeface="Concert One"/>
            </a:endParaRPr>
          </a:p>
        </p:txBody>
      </p:sp>
      <p:sp>
        <p:nvSpPr>
          <p:cNvPr id="999" name="Google Shape;999;p89"/>
          <p:cNvSpPr txBox="1">
            <a:spLocks noGrp="1"/>
          </p:cNvSpPr>
          <p:nvPr>
            <p:ph type="subTitle" idx="4294967295"/>
          </p:nvPr>
        </p:nvSpPr>
        <p:spPr>
          <a:xfrm>
            <a:off x="6283507" y="3717399"/>
            <a:ext cx="1950900" cy="5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solidFill>
                  <a:schemeClr val="dk2"/>
                </a:solidFill>
              </a:rPr>
              <a:t>Jupiter is the biggest planet</a:t>
            </a:r>
            <a:endParaRPr sz="1400">
              <a:solidFill>
                <a:schemeClr val="dk2"/>
              </a:solidFill>
            </a:endParaRPr>
          </a:p>
        </p:txBody>
      </p:sp>
      <p:sp>
        <p:nvSpPr>
          <p:cNvPr id="1000" name="Google Shape;1000;p89"/>
          <p:cNvSpPr txBox="1">
            <a:spLocks noGrp="1"/>
          </p:cNvSpPr>
          <p:nvPr>
            <p:ph type="subTitle" idx="4294967295"/>
          </p:nvPr>
        </p:nvSpPr>
        <p:spPr>
          <a:xfrm>
            <a:off x="6283507" y="3407367"/>
            <a:ext cx="1785300" cy="409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b="1">
                <a:latin typeface="Concert One"/>
                <a:ea typeface="Concert One"/>
                <a:cs typeface="Concert One"/>
                <a:sym typeface="Concert One"/>
              </a:rPr>
              <a:t>Jupiter</a:t>
            </a:r>
            <a:endParaRPr sz="2100" b="1">
              <a:latin typeface="Concert One"/>
              <a:ea typeface="Concert One"/>
              <a:cs typeface="Concert One"/>
              <a:sym typeface="Concert One"/>
            </a:endParaRPr>
          </a:p>
        </p:txBody>
      </p:sp>
      <p:pic>
        <p:nvPicPr>
          <p:cNvPr id="1001" name="Google Shape;1001;p89"/>
          <p:cNvPicPr preferRelativeResize="0"/>
          <p:nvPr/>
        </p:nvPicPr>
        <p:blipFill>
          <a:blip r:embed="rId3">
            <a:alphaModFix/>
          </a:blip>
          <a:stretch>
            <a:fillRect/>
          </a:stretch>
        </p:blipFill>
        <p:spPr>
          <a:xfrm rot="8100000" flipH="1">
            <a:off x="2789518" y="1957650"/>
            <a:ext cx="777797" cy="150173"/>
          </a:xfrm>
          <a:prstGeom prst="rect">
            <a:avLst/>
          </a:prstGeom>
          <a:noFill/>
          <a:ln>
            <a:noFill/>
          </a:ln>
        </p:spPr>
      </p:pic>
      <p:pic>
        <p:nvPicPr>
          <p:cNvPr id="1002" name="Google Shape;1002;p89"/>
          <p:cNvPicPr preferRelativeResize="0"/>
          <p:nvPr/>
        </p:nvPicPr>
        <p:blipFill>
          <a:blip r:embed="rId3">
            <a:alphaModFix/>
          </a:blip>
          <a:stretch>
            <a:fillRect/>
          </a:stretch>
        </p:blipFill>
        <p:spPr>
          <a:xfrm rot="-8241664" flipH="1">
            <a:off x="2789506" y="3554850"/>
            <a:ext cx="777797" cy="150173"/>
          </a:xfrm>
          <a:prstGeom prst="rect">
            <a:avLst/>
          </a:prstGeom>
          <a:noFill/>
          <a:ln>
            <a:noFill/>
          </a:ln>
        </p:spPr>
      </p:pic>
      <p:pic>
        <p:nvPicPr>
          <p:cNvPr id="1003" name="Google Shape;1003;p89"/>
          <p:cNvPicPr preferRelativeResize="0"/>
          <p:nvPr/>
        </p:nvPicPr>
        <p:blipFill>
          <a:blip r:embed="rId3">
            <a:alphaModFix/>
          </a:blip>
          <a:stretch>
            <a:fillRect/>
          </a:stretch>
        </p:blipFill>
        <p:spPr>
          <a:xfrm rot="10800000" flipH="1">
            <a:off x="5339531" y="3537188"/>
            <a:ext cx="777798" cy="150173"/>
          </a:xfrm>
          <a:prstGeom prst="rect">
            <a:avLst/>
          </a:prstGeom>
          <a:noFill/>
          <a:ln>
            <a:noFill/>
          </a:ln>
        </p:spPr>
      </p:pic>
      <p:pic>
        <p:nvPicPr>
          <p:cNvPr id="1004" name="Google Shape;1004;p89"/>
          <p:cNvPicPr preferRelativeResize="0"/>
          <p:nvPr/>
        </p:nvPicPr>
        <p:blipFill>
          <a:blip r:embed="rId3">
            <a:alphaModFix/>
          </a:blip>
          <a:stretch>
            <a:fillRect/>
          </a:stretch>
        </p:blipFill>
        <p:spPr>
          <a:xfrm rot="10800000" flipH="1">
            <a:off x="5339531" y="2532338"/>
            <a:ext cx="777798" cy="150173"/>
          </a:xfrm>
          <a:prstGeom prst="rect">
            <a:avLst/>
          </a:prstGeom>
          <a:noFill/>
          <a:ln>
            <a:noFill/>
          </a:ln>
        </p:spPr>
      </p:pic>
      <p:pic>
        <p:nvPicPr>
          <p:cNvPr id="1005" name="Google Shape;1005;p89"/>
          <p:cNvPicPr preferRelativeResize="0"/>
          <p:nvPr/>
        </p:nvPicPr>
        <p:blipFill>
          <a:blip r:embed="rId3">
            <a:alphaModFix/>
          </a:blip>
          <a:stretch>
            <a:fillRect/>
          </a:stretch>
        </p:blipFill>
        <p:spPr>
          <a:xfrm rot="10800000" flipH="1">
            <a:off x="5339531" y="1519238"/>
            <a:ext cx="777798" cy="150173"/>
          </a:xfrm>
          <a:prstGeom prst="rect">
            <a:avLst/>
          </a:prstGeom>
          <a:noFill/>
          <a:ln>
            <a:noFill/>
          </a:ln>
        </p:spPr>
      </p:pic>
      <p:pic>
        <p:nvPicPr>
          <p:cNvPr id="1006" name="Google Shape;1006;p89"/>
          <p:cNvPicPr preferRelativeResize="0"/>
          <p:nvPr/>
        </p:nvPicPr>
        <p:blipFill>
          <a:blip r:embed="rId3">
            <a:alphaModFix/>
          </a:blip>
          <a:stretch>
            <a:fillRect/>
          </a:stretch>
        </p:blipFill>
        <p:spPr>
          <a:xfrm rot="10800000" flipH="1">
            <a:off x="2850318" y="2760963"/>
            <a:ext cx="777798" cy="1501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01"/>
                                        </p:tgtEl>
                                        <p:attrNameLst>
                                          <p:attrName>style.visibility</p:attrName>
                                        </p:attrNameLst>
                                      </p:cBhvr>
                                      <p:to>
                                        <p:strVal val="visible"/>
                                      </p:to>
                                    </p:set>
                                    <p:animEffect transition="in" filter="fade">
                                      <p:cBhvr>
                                        <p:cTn id="7" dur="1000"/>
                                        <p:tgtEl>
                                          <p:spTgt spid="100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06"/>
                                        </p:tgtEl>
                                        <p:attrNameLst>
                                          <p:attrName>style.visibility</p:attrName>
                                        </p:attrNameLst>
                                      </p:cBhvr>
                                      <p:to>
                                        <p:strVal val="visible"/>
                                      </p:to>
                                    </p:set>
                                    <p:animEffect transition="in" filter="fade">
                                      <p:cBhvr>
                                        <p:cTn id="11" dur="1000"/>
                                        <p:tgtEl>
                                          <p:spTgt spid="1006"/>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002"/>
                                        </p:tgtEl>
                                        <p:attrNameLst>
                                          <p:attrName>style.visibility</p:attrName>
                                        </p:attrNameLst>
                                      </p:cBhvr>
                                      <p:to>
                                        <p:strVal val="visible"/>
                                      </p:to>
                                    </p:set>
                                    <p:animEffect transition="in" filter="fade">
                                      <p:cBhvr>
                                        <p:cTn id="15" dur="1000"/>
                                        <p:tgtEl>
                                          <p:spTgt spid="1002"/>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005"/>
                                        </p:tgtEl>
                                        <p:attrNameLst>
                                          <p:attrName>style.visibility</p:attrName>
                                        </p:attrNameLst>
                                      </p:cBhvr>
                                      <p:to>
                                        <p:strVal val="visible"/>
                                      </p:to>
                                    </p:set>
                                    <p:animEffect transition="in" filter="fade">
                                      <p:cBhvr>
                                        <p:cTn id="19" dur="1000"/>
                                        <p:tgtEl>
                                          <p:spTgt spid="1005"/>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004"/>
                                        </p:tgtEl>
                                        <p:attrNameLst>
                                          <p:attrName>style.visibility</p:attrName>
                                        </p:attrNameLst>
                                      </p:cBhvr>
                                      <p:to>
                                        <p:strVal val="visible"/>
                                      </p:to>
                                    </p:set>
                                    <p:animEffect transition="in" filter="fade">
                                      <p:cBhvr>
                                        <p:cTn id="23" dur="1000"/>
                                        <p:tgtEl>
                                          <p:spTgt spid="1004"/>
                                        </p:tgtEl>
                                      </p:cBhvr>
                                    </p:animEffect>
                                  </p:childTnLst>
                                </p:cTn>
                              </p:par>
                            </p:childTnLst>
                          </p:cTn>
                        </p:par>
                        <p:par>
                          <p:cTn id="24" fill="hold">
                            <p:stCondLst>
                              <p:cond delay="5000"/>
                            </p:stCondLst>
                            <p:childTnLst>
                              <p:par>
                                <p:cTn id="25" presetID="10" presetClass="entr" presetSubtype="0" fill="hold" nodeType="afterEffect">
                                  <p:stCondLst>
                                    <p:cond delay="0"/>
                                  </p:stCondLst>
                                  <p:childTnLst>
                                    <p:set>
                                      <p:cBhvr>
                                        <p:cTn id="26" dur="1" fill="hold">
                                          <p:stCondLst>
                                            <p:cond delay="0"/>
                                          </p:stCondLst>
                                        </p:cTn>
                                        <p:tgtEl>
                                          <p:spTgt spid="1003"/>
                                        </p:tgtEl>
                                        <p:attrNameLst>
                                          <p:attrName>style.visibility</p:attrName>
                                        </p:attrNameLst>
                                      </p:cBhvr>
                                      <p:to>
                                        <p:strVal val="visible"/>
                                      </p:to>
                                    </p:set>
                                    <p:animEffect transition="in" filter="fade">
                                      <p:cBhvr>
                                        <p:cTn id="27" dur="10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90"/>
          <p:cNvSpPr/>
          <p:nvPr/>
        </p:nvSpPr>
        <p:spPr>
          <a:xfrm>
            <a:off x="1154725" y="2995328"/>
            <a:ext cx="484200" cy="1029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90"/>
          <p:cNvSpPr txBox="1">
            <a:spLocks noGrp="1"/>
          </p:cNvSpPr>
          <p:nvPr>
            <p:ph type="title"/>
          </p:nvPr>
        </p:nvSpPr>
        <p:spPr>
          <a:xfrm>
            <a:off x="1002325" y="711175"/>
            <a:ext cx="3273900" cy="8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percentages</a:t>
            </a:r>
            <a:endParaRPr/>
          </a:p>
        </p:txBody>
      </p:sp>
      <p:sp>
        <p:nvSpPr>
          <p:cNvPr id="1013" name="Google Shape;1013;p90"/>
          <p:cNvSpPr/>
          <p:nvPr/>
        </p:nvSpPr>
        <p:spPr>
          <a:xfrm>
            <a:off x="2361925" y="2753278"/>
            <a:ext cx="484200" cy="1270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90"/>
          <p:cNvSpPr/>
          <p:nvPr/>
        </p:nvSpPr>
        <p:spPr>
          <a:xfrm>
            <a:off x="3569125" y="2158253"/>
            <a:ext cx="484200" cy="18660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90"/>
          <p:cNvSpPr txBox="1">
            <a:spLocks noGrp="1"/>
          </p:cNvSpPr>
          <p:nvPr>
            <p:ph type="title" idx="4294967295"/>
          </p:nvPr>
        </p:nvSpPr>
        <p:spPr>
          <a:xfrm>
            <a:off x="1033375" y="4024178"/>
            <a:ext cx="726900" cy="40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rPr>
              <a:t>50%</a:t>
            </a:r>
            <a:endParaRPr sz="2100">
              <a:solidFill>
                <a:schemeClr val="dk1"/>
              </a:solidFill>
            </a:endParaRPr>
          </a:p>
        </p:txBody>
      </p:sp>
      <p:sp>
        <p:nvSpPr>
          <p:cNvPr id="1016" name="Google Shape;1016;p90"/>
          <p:cNvSpPr txBox="1">
            <a:spLocks noGrp="1"/>
          </p:cNvSpPr>
          <p:nvPr>
            <p:ph type="title" idx="4294967295"/>
          </p:nvPr>
        </p:nvSpPr>
        <p:spPr>
          <a:xfrm>
            <a:off x="2240575" y="4024178"/>
            <a:ext cx="726900" cy="40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rPr>
              <a:t>60%</a:t>
            </a:r>
            <a:endParaRPr sz="2100">
              <a:solidFill>
                <a:schemeClr val="dk1"/>
              </a:solidFill>
            </a:endParaRPr>
          </a:p>
        </p:txBody>
      </p:sp>
      <p:sp>
        <p:nvSpPr>
          <p:cNvPr id="1017" name="Google Shape;1017;p90"/>
          <p:cNvSpPr txBox="1">
            <a:spLocks noGrp="1"/>
          </p:cNvSpPr>
          <p:nvPr>
            <p:ph type="title" idx="4294967295"/>
          </p:nvPr>
        </p:nvSpPr>
        <p:spPr>
          <a:xfrm>
            <a:off x="3447775" y="4024178"/>
            <a:ext cx="726900" cy="40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rPr>
              <a:t>90%</a:t>
            </a:r>
            <a:endParaRPr sz="2100">
              <a:solidFill>
                <a:schemeClr val="dk1"/>
              </a:solidFill>
            </a:endParaRPr>
          </a:p>
        </p:txBody>
      </p:sp>
      <p:sp>
        <p:nvSpPr>
          <p:cNvPr id="1018" name="Google Shape;1018;p90"/>
          <p:cNvSpPr txBox="1">
            <a:spLocks noGrp="1"/>
          </p:cNvSpPr>
          <p:nvPr>
            <p:ph type="subTitle" idx="4294967295"/>
          </p:nvPr>
        </p:nvSpPr>
        <p:spPr>
          <a:xfrm>
            <a:off x="2043175" y="1319953"/>
            <a:ext cx="11217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Saturn</a:t>
            </a:r>
            <a:endParaRPr sz="2100" b="1">
              <a:latin typeface="Concert One"/>
              <a:ea typeface="Concert One"/>
              <a:cs typeface="Concert One"/>
              <a:sym typeface="Concert One"/>
            </a:endParaRPr>
          </a:p>
        </p:txBody>
      </p:sp>
      <p:sp>
        <p:nvSpPr>
          <p:cNvPr id="1019" name="Google Shape;1019;p90"/>
          <p:cNvSpPr txBox="1">
            <a:spLocks noGrp="1"/>
          </p:cNvSpPr>
          <p:nvPr>
            <p:ph type="subTitle" idx="4294967295"/>
          </p:nvPr>
        </p:nvSpPr>
        <p:spPr>
          <a:xfrm>
            <a:off x="6074760" y="1319953"/>
            <a:ext cx="11217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Jupiter</a:t>
            </a:r>
            <a:endParaRPr sz="2100" b="1">
              <a:latin typeface="Concert One"/>
              <a:ea typeface="Concert One"/>
              <a:cs typeface="Concert One"/>
              <a:sym typeface="Concert One"/>
            </a:endParaRPr>
          </a:p>
        </p:txBody>
      </p:sp>
      <p:sp>
        <p:nvSpPr>
          <p:cNvPr id="1020" name="Google Shape;1020;p90"/>
          <p:cNvSpPr txBox="1">
            <a:spLocks noGrp="1"/>
          </p:cNvSpPr>
          <p:nvPr>
            <p:ph type="subTitle" idx="4294967295"/>
          </p:nvPr>
        </p:nvSpPr>
        <p:spPr>
          <a:xfrm>
            <a:off x="7269785" y="1319953"/>
            <a:ext cx="11217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Earth</a:t>
            </a:r>
            <a:endParaRPr sz="2100" b="1">
              <a:latin typeface="Concert One"/>
              <a:ea typeface="Concert One"/>
              <a:cs typeface="Concert One"/>
              <a:sym typeface="Concert One"/>
            </a:endParaRPr>
          </a:p>
        </p:txBody>
      </p:sp>
      <p:sp>
        <p:nvSpPr>
          <p:cNvPr id="1021" name="Google Shape;1021;p90"/>
          <p:cNvSpPr txBox="1">
            <a:spLocks noGrp="1"/>
          </p:cNvSpPr>
          <p:nvPr>
            <p:ph type="subTitle" idx="4294967295"/>
          </p:nvPr>
        </p:nvSpPr>
        <p:spPr>
          <a:xfrm>
            <a:off x="3250375" y="1319953"/>
            <a:ext cx="11217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Venus </a:t>
            </a:r>
            <a:endParaRPr sz="2100" b="1">
              <a:latin typeface="Concert One"/>
              <a:ea typeface="Concert One"/>
              <a:cs typeface="Concert One"/>
              <a:sym typeface="Concert One"/>
            </a:endParaRPr>
          </a:p>
        </p:txBody>
      </p:sp>
      <p:sp>
        <p:nvSpPr>
          <p:cNvPr id="1022" name="Google Shape;1022;p90"/>
          <p:cNvSpPr txBox="1">
            <a:spLocks noGrp="1"/>
          </p:cNvSpPr>
          <p:nvPr>
            <p:ph type="subTitle" idx="4294967295"/>
          </p:nvPr>
        </p:nvSpPr>
        <p:spPr>
          <a:xfrm>
            <a:off x="835975" y="1319953"/>
            <a:ext cx="11217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Pluto</a:t>
            </a:r>
            <a:endParaRPr sz="2100" b="1">
              <a:latin typeface="Concert One"/>
              <a:ea typeface="Concert One"/>
              <a:cs typeface="Concert One"/>
              <a:sym typeface="Concert One"/>
            </a:endParaRPr>
          </a:p>
        </p:txBody>
      </p:sp>
      <p:sp>
        <p:nvSpPr>
          <p:cNvPr id="1023" name="Google Shape;1023;p90"/>
          <p:cNvSpPr txBox="1">
            <a:spLocks noGrp="1"/>
          </p:cNvSpPr>
          <p:nvPr>
            <p:ph type="subTitle" idx="4294967295"/>
          </p:nvPr>
        </p:nvSpPr>
        <p:spPr>
          <a:xfrm>
            <a:off x="4855410" y="1319953"/>
            <a:ext cx="11217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Concert One"/>
                <a:ea typeface="Concert One"/>
                <a:cs typeface="Concert One"/>
                <a:sym typeface="Concert One"/>
              </a:rPr>
              <a:t>Mars</a:t>
            </a:r>
            <a:endParaRPr sz="2100" b="1">
              <a:latin typeface="Concert One"/>
              <a:ea typeface="Concert One"/>
              <a:cs typeface="Concert One"/>
              <a:sym typeface="Concert One"/>
            </a:endParaRPr>
          </a:p>
        </p:txBody>
      </p:sp>
      <p:sp>
        <p:nvSpPr>
          <p:cNvPr id="1024" name="Google Shape;1024;p90"/>
          <p:cNvSpPr/>
          <p:nvPr/>
        </p:nvSpPr>
        <p:spPr>
          <a:xfrm>
            <a:off x="5174150" y="3227303"/>
            <a:ext cx="484200" cy="796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90"/>
          <p:cNvSpPr/>
          <p:nvPr/>
        </p:nvSpPr>
        <p:spPr>
          <a:xfrm>
            <a:off x="6381350" y="2571753"/>
            <a:ext cx="484200" cy="145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90"/>
          <p:cNvSpPr/>
          <p:nvPr/>
        </p:nvSpPr>
        <p:spPr>
          <a:xfrm>
            <a:off x="7588550" y="2319628"/>
            <a:ext cx="484200" cy="1704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90"/>
          <p:cNvSpPr txBox="1">
            <a:spLocks noGrp="1"/>
          </p:cNvSpPr>
          <p:nvPr>
            <p:ph type="title" idx="4294967295"/>
          </p:nvPr>
        </p:nvSpPr>
        <p:spPr>
          <a:xfrm>
            <a:off x="5052810" y="4024178"/>
            <a:ext cx="726900" cy="40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rPr>
              <a:t>40%</a:t>
            </a:r>
            <a:endParaRPr sz="2100">
              <a:solidFill>
                <a:schemeClr val="dk1"/>
              </a:solidFill>
            </a:endParaRPr>
          </a:p>
        </p:txBody>
      </p:sp>
      <p:sp>
        <p:nvSpPr>
          <p:cNvPr id="1028" name="Google Shape;1028;p90"/>
          <p:cNvSpPr txBox="1">
            <a:spLocks noGrp="1"/>
          </p:cNvSpPr>
          <p:nvPr>
            <p:ph type="title" idx="4294967295"/>
          </p:nvPr>
        </p:nvSpPr>
        <p:spPr>
          <a:xfrm>
            <a:off x="6260010" y="4024178"/>
            <a:ext cx="726900" cy="40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rPr>
              <a:t>70%</a:t>
            </a:r>
            <a:endParaRPr sz="2100">
              <a:solidFill>
                <a:schemeClr val="dk1"/>
              </a:solidFill>
            </a:endParaRPr>
          </a:p>
        </p:txBody>
      </p:sp>
      <p:sp>
        <p:nvSpPr>
          <p:cNvPr id="1029" name="Google Shape;1029;p90"/>
          <p:cNvSpPr txBox="1">
            <a:spLocks noGrp="1"/>
          </p:cNvSpPr>
          <p:nvPr>
            <p:ph type="title" idx="4294967295"/>
          </p:nvPr>
        </p:nvSpPr>
        <p:spPr>
          <a:xfrm>
            <a:off x="7467210" y="4024178"/>
            <a:ext cx="726900" cy="40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rPr>
              <a:t>80%</a:t>
            </a:r>
            <a:endParaRPr sz="2100">
              <a:solidFill>
                <a:schemeClr val="dk1"/>
              </a:solidFill>
            </a:endParaRPr>
          </a:p>
        </p:txBody>
      </p:sp>
      <p:sp>
        <p:nvSpPr>
          <p:cNvPr id="1030" name="Google Shape;1030;p90"/>
          <p:cNvSpPr/>
          <p:nvPr/>
        </p:nvSpPr>
        <p:spPr>
          <a:xfrm>
            <a:off x="1154725" y="1956578"/>
            <a:ext cx="484200" cy="20676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90"/>
          <p:cNvSpPr/>
          <p:nvPr/>
        </p:nvSpPr>
        <p:spPr>
          <a:xfrm>
            <a:off x="2361925" y="1956578"/>
            <a:ext cx="484200" cy="20676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90"/>
          <p:cNvSpPr/>
          <p:nvPr/>
        </p:nvSpPr>
        <p:spPr>
          <a:xfrm>
            <a:off x="3569125" y="1956578"/>
            <a:ext cx="484200" cy="20676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90"/>
          <p:cNvSpPr/>
          <p:nvPr/>
        </p:nvSpPr>
        <p:spPr>
          <a:xfrm>
            <a:off x="5174160" y="1956578"/>
            <a:ext cx="484200" cy="20676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90"/>
          <p:cNvSpPr/>
          <p:nvPr/>
        </p:nvSpPr>
        <p:spPr>
          <a:xfrm>
            <a:off x="6381360" y="1956578"/>
            <a:ext cx="484200" cy="20676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90"/>
          <p:cNvSpPr/>
          <p:nvPr/>
        </p:nvSpPr>
        <p:spPr>
          <a:xfrm>
            <a:off x="7588560" y="1956578"/>
            <a:ext cx="484200" cy="20676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15"/>
                                        </p:tgtEl>
                                        <p:attrNameLst>
                                          <p:attrName>style.visibility</p:attrName>
                                        </p:attrNameLst>
                                      </p:cBhvr>
                                      <p:to>
                                        <p:strVal val="visible"/>
                                      </p:to>
                                    </p:set>
                                    <p:anim calcmode="lin" valueType="num">
                                      <p:cBhvr additive="base">
                                        <p:cTn id="7" dur="1000"/>
                                        <p:tgtEl>
                                          <p:spTgt spid="101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016"/>
                                        </p:tgtEl>
                                        <p:attrNameLst>
                                          <p:attrName>style.visibility</p:attrName>
                                        </p:attrNameLst>
                                      </p:cBhvr>
                                      <p:to>
                                        <p:strVal val="visible"/>
                                      </p:to>
                                    </p:set>
                                    <p:anim calcmode="lin" valueType="num">
                                      <p:cBhvr additive="base">
                                        <p:cTn id="10" dur="1000"/>
                                        <p:tgtEl>
                                          <p:spTgt spid="1016"/>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017"/>
                                        </p:tgtEl>
                                        <p:attrNameLst>
                                          <p:attrName>style.visibility</p:attrName>
                                        </p:attrNameLst>
                                      </p:cBhvr>
                                      <p:to>
                                        <p:strVal val="visible"/>
                                      </p:to>
                                    </p:set>
                                    <p:anim calcmode="lin" valueType="num">
                                      <p:cBhvr additive="base">
                                        <p:cTn id="13" dur="1000"/>
                                        <p:tgtEl>
                                          <p:spTgt spid="1017"/>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027"/>
                                        </p:tgtEl>
                                        <p:attrNameLst>
                                          <p:attrName>style.visibility</p:attrName>
                                        </p:attrNameLst>
                                      </p:cBhvr>
                                      <p:to>
                                        <p:strVal val="visible"/>
                                      </p:to>
                                    </p:set>
                                    <p:anim calcmode="lin" valueType="num">
                                      <p:cBhvr additive="base">
                                        <p:cTn id="16" dur="1000"/>
                                        <p:tgtEl>
                                          <p:spTgt spid="1027"/>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28"/>
                                        </p:tgtEl>
                                        <p:attrNameLst>
                                          <p:attrName>style.visibility</p:attrName>
                                        </p:attrNameLst>
                                      </p:cBhvr>
                                      <p:to>
                                        <p:strVal val="visible"/>
                                      </p:to>
                                    </p:set>
                                    <p:anim calcmode="lin" valueType="num">
                                      <p:cBhvr additive="base">
                                        <p:cTn id="19" dur="1000"/>
                                        <p:tgtEl>
                                          <p:spTgt spid="1028"/>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029"/>
                                        </p:tgtEl>
                                        <p:attrNameLst>
                                          <p:attrName>style.visibility</p:attrName>
                                        </p:attrNameLst>
                                      </p:cBhvr>
                                      <p:to>
                                        <p:strVal val="visible"/>
                                      </p:to>
                                    </p:set>
                                    <p:anim calcmode="lin" valueType="num">
                                      <p:cBhvr additive="base">
                                        <p:cTn id="22" dur="1000"/>
                                        <p:tgtEl>
                                          <p:spTgt spid="10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95"/>
          <p:cNvSpPr txBox="1">
            <a:spLocks noGrp="1"/>
          </p:cNvSpPr>
          <p:nvPr>
            <p:ph type="title"/>
          </p:nvPr>
        </p:nvSpPr>
        <p:spPr>
          <a:xfrm>
            <a:off x="1781550" y="711175"/>
            <a:ext cx="5933700" cy="60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infographic might help</a:t>
            </a:r>
            <a:endParaRPr/>
          </a:p>
        </p:txBody>
      </p:sp>
      <p:sp>
        <p:nvSpPr>
          <p:cNvPr id="1115" name="Google Shape;1115;p95"/>
          <p:cNvSpPr txBox="1">
            <a:spLocks noGrp="1"/>
          </p:cNvSpPr>
          <p:nvPr>
            <p:ph type="subTitle" idx="4294967295"/>
          </p:nvPr>
        </p:nvSpPr>
        <p:spPr>
          <a:xfrm>
            <a:off x="1549256" y="1571575"/>
            <a:ext cx="744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latin typeface="Concert One"/>
                <a:ea typeface="Concert One"/>
                <a:cs typeface="Concert One"/>
                <a:sym typeface="Concert One"/>
              </a:rPr>
              <a:t>1</a:t>
            </a:r>
            <a:endParaRPr sz="3000">
              <a:solidFill>
                <a:schemeClr val="dk1"/>
              </a:solidFill>
              <a:latin typeface="Concert One"/>
              <a:ea typeface="Concert One"/>
              <a:cs typeface="Concert One"/>
              <a:sym typeface="Concert One"/>
            </a:endParaRPr>
          </a:p>
        </p:txBody>
      </p:sp>
      <p:sp>
        <p:nvSpPr>
          <p:cNvPr id="1116" name="Google Shape;1116;p95"/>
          <p:cNvSpPr txBox="1">
            <a:spLocks noGrp="1"/>
          </p:cNvSpPr>
          <p:nvPr>
            <p:ph type="subTitle" idx="4294967295"/>
          </p:nvPr>
        </p:nvSpPr>
        <p:spPr>
          <a:xfrm>
            <a:off x="1549256" y="2247775"/>
            <a:ext cx="744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latin typeface="Concert One"/>
                <a:ea typeface="Concert One"/>
                <a:cs typeface="Concert One"/>
                <a:sym typeface="Concert One"/>
              </a:rPr>
              <a:t>2</a:t>
            </a:r>
            <a:endParaRPr sz="3000">
              <a:solidFill>
                <a:schemeClr val="dk1"/>
              </a:solidFill>
              <a:latin typeface="Concert One"/>
              <a:ea typeface="Concert One"/>
              <a:cs typeface="Concert One"/>
              <a:sym typeface="Concert One"/>
            </a:endParaRPr>
          </a:p>
        </p:txBody>
      </p:sp>
      <p:sp>
        <p:nvSpPr>
          <p:cNvPr id="1117" name="Google Shape;1117;p95"/>
          <p:cNvSpPr txBox="1">
            <a:spLocks noGrp="1"/>
          </p:cNvSpPr>
          <p:nvPr>
            <p:ph type="subTitle" idx="4294967295"/>
          </p:nvPr>
        </p:nvSpPr>
        <p:spPr>
          <a:xfrm>
            <a:off x="1549256" y="2923975"/>
            <a:ext cx="744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latin typeface="Concert One"/>
                <a:ea typeface="Concert One"/>
                <a:cs typeface="Concert One"/>
                <a:sym typeface="Concert One"/>
              </a:rPr>
              <a:t>3</a:t>
            </a:r>
            <a:endParaRPr sz="3000">
              <a:solidFill>
                <a:schemeClr val="dk1"/>
              </a:solidFill>
              <a:latin typeface="Concert One"/>
              <a:ea typeface="Concert One"/>
              <a:cs typeface="Concert One"/>
              <a:sym typeface="Concert One"/>
            </a:endParaRPr>
          </a:p>
        </p:txBody>
      </p:sp>
      <p:sp>
        <p:nvSpPr>
          <p:cNvPr id="1118" name="Google Shape;1118;p95"/>
          <p:cNvSpPr txBox="1">
            <a:spLocks noGrp="1"/>
          </p:cNvSpPr>
          <p:nvPr>
            <p:ph type="subTitle" idx="4294967295"/>
          </p:nvPr>
        </p:nvSpPr>
        <p:spPr>
          <a:xfrm>
            <a:off x="1549256" y="3600175"/>
            <a:ext cx="744300" cy="56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latin typeface="Concert One"/>
                <a:ea typeface="Concert One"/>
                <a:cs typeface="Concert One"/>
                <a:sym typeface="Concert One"/>
              </a:rPr>
              <a:t>4</a:t>
            </a:r>
            <a:endParaRPr sz="3000">
              <a:solidFill>
                <a:schemeClr val="dk1"/>
              </a:solidFill>
              <a:latin typeface="Concert One"/>
              <a:ea typeface="Concert One"/>
              <a:cs typeface="Concert One"/>
              <a:sym typeface="Concert One"/>
            </a:endParaRPr>
          </a:p>
        </p:txBody>
      </p:sp>
      <p:pic>
        <p:nvPicPr>
          <p:cNvPr id="1119" name="Google Shape;1119;p95"/>
          <p:cNvPicPr preferRelativeResize="0"/>
          <p:nvPr/>
        </p:nvPicPr>
        <p:blipFill>
          <a:blip r:embed="rId3">
            <a:alphaModFix/>
          </a:blip>
          <a:stretch>
            <a:fillRect/>
          </a:stretch>
        </p:blipFill>
        <p:spPr>
          <a:xfrm rot="10800000" flipH="1">
            <a:off x="2335605" y="1785246"/>
            <a:ext cx="720525" cy="132775"/>
          </a:xfrm>
          <a:prstGeom prst="rect">
            <a:avLst/>
          </a:prstGeom>
          <a:noFill/>
          <a:ln>
            <a:noFill/>
          </a:ln>
        </p:spPr>
      </p:pic>
      <p:sp>
        <p:nvSpPr>
          <p:cNvPr id="1120" name="Google Shape;1120;p95"/>
          <p:cNvSpPr txBox="1"/>
          <p:nvPr/>
        </p:nvSpPr>
        <p:spPr>
          <a:xfrm>
            <a:off x="3209077" y="1513523"/>
            <a:ext cx="1908900" cy="67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Roboto Mono Medium"/>
                <a:ea typeface="Roboto Mono Medium"/>
                <a:cs typeface="Roboto Mono Medium"/>
                <a:sym typeface="Roboto Mono Medium"/>
              </a:rPr>
              <a:t>Mercury is the</a:t>
            </a:r>
            <a:endParaRPr>
              <a:solidFill>
                <a:schemeClr val="dk1"/>
              </a:solidFill>
              <a:latin typeface="Roboto Mono Medium"/>
              <a:ea typeface="Roboto Mono Medium"/>
              <a:cs typeface="Roboto Mono Medium"/>
              <a:sym typeface="Roboto Mono Medium"/>
            </a:endParaRPr>
          </a:p>
          <a:p>
            <a:pPr marL="0" lvl="0" indent="0" algn="ctr" rtl="0">
              <a:spcBef>
                <a:spcPts val="0"/>
              </a:spcBef>
              <a:spcAft>
                <a:spcPts val="0"/>
              </a:spcAft>
              <a:buNone/>
            </a:pPr>
            <a:r>
              <a:rPr lang="en">
                <a:solidFill>
                  <a:schemeClr val="dk1"/>
                </a:solidFill>
                <a:latin typeface="Roboto Mono Medium"/>
                <a:ea typeface="Roboto Mono Medium"/>
                <a:cs typeface="Roboto Mono Medium"/>
                <a:sym typeface="Roboto Mono Medium"/>
              </a:rPr>
              <a:t>Smallest planet</a:t>
            </a:r>
            <a:endParaRPr>
              <a:solidFill>
                <a:schemeClr val="dk1"/>
              </a:solidFill>
              <a:latin typeface="Roboto Mono Medium"/>
              <a:ea typeface="Roboto Mono Medium"/>
              <a:cs typeface="Roboto Mono Medium"/>
              <a:sym typeface="Roboto Mono Medium"/>
            </a:endParaRPr>
          </a:p>
        </p:txBody>
      </p:sp>
      <p:sp>
        <p:nvSpPr>
          <p:cNvPr id="1121" name="Google Shape;1121;p95"/>
          <p:cNvSpPr txBox="1"/>
          <p:nvPr/>
        </p:nvSpPr>
        <p:spPr>
          <a:xfrm>
            <a:off x="3209069" y="2865923"/>
            <a:ext cx="1908900" cy="67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Roboto Mono Medium"/>
                <a:ea typeface="Roboto Mono Medium"/>
                <a:cs typeface="Roboto Mono Medium"/>
                <a:sym typeface="Roboto Mono Medium"/>
              </a:rPr>
              <a:t>Mars is actually a cold place</a:t>
            </a:r>
            <a:endParaRPr>
              <a:solidFill>
                <a:schemeClr val="dk1"/>
              </a:solidFill>
              <a:latin typeface="Roboto Mono Medium"/>
              <a:ea typeface="Roboto Mono Medium"/>
              <a:cs typeface="Roboto Mono Medium"/>
              <a:sym typeface="Roboto Mono Medium"/>
            </a:endParaRPr>
          </a:p>
        </p:txBody>
      </p:sp>
      <p:sp>
        <p:nvSpPr>
          <p:cNvPr id="1122" name="Google Shape;1122;p95"/>
          <p:cNvSpPr txBox="1"/>
          <p:nvPr/>
        </p:nvSpPr>
        <p:spPr>
          <a:xfrm>
            <a:off x="3209077" y="2189723"/>
            <a:ext cx="1908900" cy="67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Roboto Mono Medium"/>
                <a:ea typeface="Roboto Mono Medium"/>
                <a:cs typeface="Roboto Mono Medium"/>
                <a:sym typeface="Roboto Mono Medium"/>
              </a:rPr>
              <a:t>It’s a giant and the biggest one</a:t>
            </a:r>
            <a:endParaRPr>
              <a:solidFill>
                <a:schemeClr val="dk1"/>
              </a:solidFill>
              <a:latin typeface="Roboto Mono Medium"/>
              <a:ea typeface="Roboto Mono Medium"/>
              <a:cs typeface="Roboto Mono Medium"/>
              <a:sym typeface="Roboto Mono Medium"/>
            </a:endParaRPr>
          </a:p>
        </p:txBody>
      </p:sp>
      <p:sp>
        <p:nvSpPr>
          <p:cNvPr id="1123" name="Google Shape;1123;p95"/>
          <p:cNvSpPr txBox="1"/>
          <p:nvPr/>
        </p:nvSpPr>
        <p:spPr>
          <a:xfrm>
            <a:off x="3209069" y="3542123"/>
            <a:ext cx="1908900" cy="67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Roboto Mono Medium"/>
                <a:ea typeface="Roboto Mono Medium"/>
                <a:cs typeface="Roboto Mono Medium"/>
                <a:sym typeface="Roboto Mono Medium"/>
              </a:rPr>
              <a:t>Neptune is far from the Sun</a:t>
            </a:r>
            <a:endParaRPr>
              <a:solidFill>
                <a:schemeClr val="dk1"/>
              </a:solidFill>
              <a:latin typeface="Roboto Mono Medium"/>
              <a:ea typeface="Roboto Mono Medium"/>
              <a:cs typeface="Roboto Mono Medium"/>
              <a:sym typeface="Roboto Mono Medium"/>
            </a:endParaRPr>
          </a:p>
        </p:txBody>
      </p:sp>
      <p:pic>
        <p:nvPicPr>
          <p:cNvPr id="1124" name="Google Shape;1124;p95"/>
          <p:cNvPicPr preferRelativeResize="0"/>
          <p:nvPr/>
        </p:nvPicPr>
        <p:blipFill>
          <a:blip r:embed="rId3">
            <a:alphaModFix/>
          </a:blip>
          <a:stretch>
            <a:fillRect/>
          </a:stretch>
        </p:blipFill>
        <p:spPr>
          <a:xfrm rot="10800000" flipH="1">
            <a:off x="2335605" y="2461434"/>
            <a:ext cx="720525" cy="132775"/>
          </a:xfrm>
          <a:prstGeom prst="rect">
            <a:avLst/>
          </a:prstGeom>
          <a:noFill/>
          <a:ln>
            <a:noFill/>
          </a:ln>
        </p:spPr>
      </p:pic>
      <p:pic>
        <p:nvPicPr>
          <p:cNvPr id="1125" name="Google Shape;1125;p95"/>
          <p:cNvPicPr preferRelativeResize="0"/>
          <p:nvPr/>
        </p:nvPicPr>
        <p:blipFill>
          <a:blip r:embed="rId3">
            <a:alphaModFix/>
          </a:blip>
          <a:stretch>
            <a:fillRect/>
          </a:stretch>
        </p:blipFill>
        <p:spPr>
          <a:xfrm rot="10800000" flipH="1">
            <a:off x="2335605" y="3137609"/>
            <a:ext cx="720525" cy="132775"/>
          </a:xfrm>
          <a:prstGeom prst="rect">
            <a:avLst/>
          </a:prstGeom>
          <a:noFill/>
          <a:ln>
            <a:noFill/>
          </a:ln>
        </p:spPr>
      </p:pic>
      <p:pic>
        <p:nvPicPr>
          <p:cNvPr id="1126" name="Google Shape;1126;p95"/>
          <p:cNvPicPr preferRelativeResize="0"/>
          <p:nvPr/>
        </p:nvPicPr>
        <p:blipFill>
          <a:blip r:embed="rId3">
            <a:alphaModFix/>
          </a:blip>
          <a:stretch>
            <a:fillRect/>
          </a:stretch>
        </p:blipFill>
        <p:spPr>
          <a:xfrm rot="10800000" flipH="1">
            <a:off x="2335605" y="3813784"/>
            <a:ext cx="720525" cy="132775"/>
          </a:xfrm>
          <a:prstGeom prst="rect">
            <a:avLst/>
          </a:prstGeom>
          <a:noFill/>
          <a:ln>
            <a:noFill/>
          </a:ln>
        </p:spPr>
      </p:pic>
      <p:pic>
        <p:nvPicPr>
          <p:cNvPr id="1127" name="Google Shape;1127;p95"/>
          <p:cNvPicPr preferRelativeResize="0"/>
          <p:nvPr/>
        </p:nvPicPr>
        <p:blipFill>
          <a:blip r:embed="rId4">
            <a:alphaModFix/>
          </a:blip>
          <a:stretch>
            <a:fillRect/>
          </a:stretch>
        </p:blipFill>
        <p:spPr>
          <a:xfrm rot="10800000" flipH="1">
            <a:off x="5270911" y="1776550"/>
            <a:ext cx="777798" cy="150173"/>
          </a:xfrm>
          <a:prstGeom prst="rect">
            <a:avLst/>
          </a:prstGeom>
          <a:noFill/>
          <a:ln>
            <a:noFill/>
          </a:ln>
        </p:spPr>
      </p:pic>
      <p:pic>
        <p:nvPicPr>
          <p:cNvPr id="1128" name="Google Shape;1128;p95"/>
          <p:cNvPicPr preferRelativeResize="0"/>
          <p:nvPr/>
        </p:nvPicPr>
        <p:blipFill>
          <a:blip r:embed="rId4">
            <a:alphaModFix/>
          </a:blip>
          <a:stretch>
            <a:fillRect/>
          </a:stretch>
        </p:blipFill>
        <p:spPr>
          <a:xfrm rot="10800000" flipH="1">
            <a:off x="5270911" y="2452725"/>
            <a:ext cx="777798" cy="150173"/>
          </a:xfrm>
          <a:prstGeom prst="rect">
            <a:avLst/>
          </a:prstGeom>
          <a:noFill/>
          <a:ln>
            <a:noFill/>
          </a:ln>
        </p:spPr>
      </p:pic>
      <p:pic>
        <p:nvPicPr>
          <p:cNvPr id="1129" name="Google Shape;1129;p95"/>
          <p:cNvPicPr preferRelativeResize="0"/>
          <p:nvPr/>
        </p:nvPicPr>
        <p:blipFill>
          <a:blip r:embed="rId4">
            <a:alphaModFix/>
          </a:blip>
          <a:stretch>
            <a:fillRect/>
          </a:stretch>
        </p:blipFill>
        <p:spPr>
          <a:xfrm rot="10800000" flipH="1">
            <a:off x="5270911" y="3128900"/>
            <a:ext cx="777798" cy="150173"/>
          </a:xfrm>
          <a:prstGeom prst="rect">
            <a:avLst/>
          </a:prstGeom>
          <a:noFill/>
          <a:ln>
            <a:noFill/>
          </a:ln>
        </p:spPr>
      </p:pic>
      <p:pic>
        <p:nvPicPr>
          <p:cNvPr id="1130" name="Google Shape;1130;p95"/>
          <p:cNvPicPr preferRelativeResize="0"/>
          <p:nvPr/>
        </p:nvPicPr>
        <p:blipFill>
          <a:blip r:embed="rId4">
            <a:alphaModFix/>
          </a:blip>
          <a:stretch>
            <a:fillRect/>
          </a:stretch>
        </p:blipFill>
        <p:spPr>
          <a:xfrm rot="10800000" flipH="1">
            <a:off x="5270911" y="3805075"/>
            <a:ext cx="777798" cy="150173"/>
          </a:xfrm>
          <a:prstGeom prst="rect">
            <a:avLst/>
          </a:prstGeom>
          <a:noFill/>
          <a:ln>
            <a:noFill/>
          </a:ln>
        </p:spPr>
      </p:pic>
      <p:sp>
        <p:nvSpPr>
          <p:cNvPr id="1131" name="Google Shape;1131;p95"/>
          <p:cNvSpPr txBox="1"/>
          <p:nvPr/>
        </p:nvSpPr>
        <p:spPr>
          <a:xfrm>
            <a:off x="6201667" y="1583725"/>
            <a:ext cx="1233000" cy="53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b="1">
                <a:solidFill>
                  <a:schemeClr val="accent2"/>
                </a:solidFill>
                <a:latin typeface="Concert One"/>
                <a:ea typeface="Concert One"/>
                <a:cs typeface="Concert One"/>
                <a:sym typeface="Concert One"/>
              </a:rPr>
              <a:t>Mercury</a:t>
            </a:r>
            <a:endParaRPr sz="2100" b="1">
              <a:solidFill>
                <a:schemeClr val="accent2"/>
              </a:solidFill>
              <a:latin typeface="Concert One"/>
              <a:ea typeface="Concert One"/>
              <a:cs typeface="Concert One"/>
              <a:sym typeface="Concert One"/>
            </a:endParaRPr>
          </a:p>
        </p:txBody>
      </p:sp>
      <p:sp>
        <p:nvSpPr>
          <p:cNvPr id="1132" name="Google Shape;1132;p95"/>
          <p:cNvSpPr txBox="1"/>
          <p:nvPr/>
        </p:nvSpPr>
        <p:spPr>
          <a:xfrm>
            <a:off x="6201667" y="2259916"/>
            <a:ext cx="1233000" cy="53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b="1">
                <a:solidFill>
                  <a:schemeClr val="accent2"/>
                </a:solidFill>
                <a:latin typeface="Concert One"/>
                <a:ea typeface="Concert One"/>
                <a:cs typeface="Concert One"/>
                <a:sym typeface="Concert One"/>
              </a:rPr>
              <a:t>Jupiter</a:t>
            </a:r>
            <a:endParaRPr sz="2100" b="1">
              <a:solidFill>
                <a:schemeClr val="accent2"/>
              </a:solidFill>
              <a:latin typeface="Concert One"/>
              <a:ea typeface="Concert One"/>
              <a:cs typeface="Concert One"/>
              <a:sym typeface="Concert One"/>
            </a:endParaRPr>
          </a:p>
        </p:txBody>
      </p:sp>
      <p:sp>
        <p:nvSpPr>
          <p:cNvPr id="1133" name="Google Shape;1133;p95"/>
          <p:cNvSpPr txBox="1"/>
          <p:nvPr/>
        </p:nvSpPr>
        <p:spPr>
          <a:xfrm>
            <a:off x="6201667" y="2936094"/>
            <a:ext cx="1233000" cy="53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b="1">
                <a:solidFill>
                  <a:schemeClr val="accent2"/>
                </a:solidFill>
                <a:latin typeface="Concert One"/>
                <a:ea typeface="Concert One"/>
                <a:cs typeface="Concert One"/>
                <a:sym typeface="Concert One"/>
              </a:rPr>
              <a:t>Mars</a:t>
            </a:r>
            <a:endParaRPr sz="2100" b="1">
              <a:solidFill>
                <a:schemeClr val="accent2"/>
              </a:solidFill>
              <a:latin typeface="Concert One"/>
              <a:ea typeface="Concert One"/>
              <a:cs typeface="Concert One"/>
              <a:sym typeface="Concert One"/>
            </a:endParaRPr>
          </a:p>
        </p:txBody>
      </p:sp>
      <p:sp>
        <p:nvSpPr>
          <p:cNvPr id="1134" name="Google Shape;1134;p95"/>
          <p:cNvSpPr txBox="1"/>
          <p:nvPr/>
        </p:nvSpPr>
        <p:spPr>
          <a:xfrm>
            <a:off x="6201667" y="3612322"/>
            <a:ext cx="1233000" cy="53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b="1">
                <a:solidFill>
                  <a:schemeClr val="accent2"/>
                </a:solidFill>
                <a:latin typeface="Concert One"/>
                <a:ea typeface="Concert One"/>
                <a:cs typeface="Concert One"/>
                <a:sym typeface="Concert One"/>
              </a:rPr>
              <a:t>Neptune</a:t>
            </a:r>
            <a:endParaRPr sz="2100" b="1">
              <a:solidFill>
                <a:schemeClr val="accent2"/>
              </a:solidFill>
              <a:latin typeface="Concert One"/>
              <a:ea typeface="Concert One"/>
              <a:cs typeface="Concert One"/>
              <a:sym typeface="Concert One"/>
            </a:endParaRPr>
          </a:p>
        </p:txBody>
      </p:sp>
      <p:grpSp>
        <p:nvGrpSpPr>
          <p:cNvPr id="1135" name="Google Shape;1135;p95"/>
          <p:cNvGrpSpPr/>
          <p:nvPr/>
        </p:nvGrpSpPr>
        <p:grpSpPr>
          <a:xfrm>
            <a:off x="7451069" y="3057396"/>
            <a:ext cx="341151" cy="293180"/>
            <a:chOff x="4510425" y="3667025"/>
            <a:chExt cx="266150" cy="228725"/>
          </a:xfrm>
        </p:grpSpPr>
        <p:sp>
          <p:nvSpPr>
            <p:cNvPr id="1136" name="Google Shape;1136;p95"/>
            <p:cNvSpPr/>
            <p:nvPr/>
          </p:nvSpPr>
          <p:spPr>
            <a:xfrm>
              <a:off x="4598550" y="3667025"/>
              <a:ext cx="89925" cy="228725"/>
            </a:xfrm>
            <a:custGeom>
              <a:avLst/>
              <a:gdLst/>
              <a:ahLst/>
              <a:cxnLst/>
              <a:rect l="l" t="t" r="r" b="b"/>
              <a:pathLst>
                <a:path w="3597" h="9149" extrusionOk="0">
                  <a:moveTo>
                    <a:pt x="1442" y="900"/>
                  </a:moveTo>
                  <a:cubicBezTo>
                    <a:pt x="1870" y="900"/>
                    <a:pt x="2276" y="959"/>
                    <a:pt x="2310" y="1162"/>
                  </a:cubicBezTo>
                  <a:cubicBezTo>
                    <a:pt x="2358" y="1876"/>
                    <a:pt x="2334" y="2614"/>
                    <a:pt x="2382" y="3329"/>
                  </a:cubicBezTo>
                  <a:cubicBezTo>
                    <a:pt x="2477" y="4948"/>
                    <a:pt x="2596" y="6591"/>
                    <a:pt x="2334" y="8187"/>
                  </a:cubicBezTo>
                  <a:cubicBezTo>
                    <a:pt x="2187" y="8198"/>
                    <a:pt x="2038" y="8209"/>
                    <a:pt x="1896" y="8209"/>
                  </a:cubicBezTo>
                  <a:cubicBezTo>
                    <a:pt x="1418" y="8209"/>
                    <a:pt x="1013" y="8085"/>
                    <a:pt x="977" y="7425"/>
                  </a:cubicBezTo>
                  <a:cubicBezTo>
                    <a:pt x="929" y="6782"/>
                    <a:pt x="1072" y="6139"/>
                    <a:pt x="1096" y="5496"/>
                  </a:cubicBezTo>
                  <a:cubicBezTo>
                    <a:pt x="1120" y="3972"/>
                    <a:pt x="977" y="2448"/>
                    <a:pt x="929" y="923"/>
                  </a:cubicBezTo>
                  <a:cubicBezTo>
                    <a:pt x="1088" y="910"/>
                    <a:pt x="1267" y="900"/>
                    <a:pt x="1442" y="900"/>
                  </a:cubicBezTo>
                  <a:close/>
                  <a:moveTo>
                    <a:pt x="1387" y="1"/>
                  </a:moveTo>
                  <a:cubicBezTo>
                    <a:pt x="1085" y="1"/>
                    <a:pt x="779" y="18"/>
                    <a:pt x="477" y="18"/>
                  </a:cubicBezTo>
                  <a:cubicBezTo>
                    <a:pt x="358" y="18"/>
                    <a:pt x="238" y="66"/>
                    <a:pt x="167" y="138"/>
                  </a:cubicBezTo>
                  <a:cubicBezTo>
                    <a:pt x="48" y="209"/>
                    <a:pt x="0" y="352"/>
                    <a:pt x="0" y="471"/>
                  </a:cubicBezTo>
                  <a:cubicBezTo>
                    <a:pt x="0" y="2543"/>
                    <a:pt x="238" y="4591"/>
                    <a:pt x="72" y="6663"/>
                  </a:cubicBezTo>
                  <a:cubicBezTo>
                    <a:pt x="0" y="7401"/>
                    <a:pt x="0" y="8211"/>
                    <a:pt x="548" y="8782"/>
                  </a:cubicBezTo>
                  <a:cubicBezTo>
                    <a:pt x="827" y="9074"/>
                    <a:pt x="1218" y="9148"/>
                    <a:pt x="1620" y="9148"/>
                  </a:cubicBezTo>
                  <a:cubicBezTo>
                    <a:pt x="2005" y="9148"/>
                    <a:pt x="2400" y="9080"/>
                    <a:pt x="2715" y="9068"/>
                  </a:cubicBezTo>
                  <a:cubicBezTo>
                    <a:pt x="2906" y="9068"/>
                    <a:pt x="3096" y="8925"/>
                    <a:pt x="3144" y="8734"/>
                  </a:cubicBezTo>
                  <a:cubicBezTo>
                    <a:pt x="3596" y="6567"/>
                    <a:pt x="3334" y="4353"/>
                    <a:pt x="3239" y="2162"/>
                  </a:cubicBezTo>
                  <a:cubicBezTo>
                    <a:pt x="3215" y="1614"/>
                    <a:pt x="3406" y="614"/>
                    <a:pt x="2787" y="280"/>
                  </a:cubicBezTo>
                  <a:cubicBezTo>
                    <a:pt x="2347" y="46"/>
                    <a:pt x="1871" y="1"/>
                    <a:pt x="13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95"/>
            <p:cNvSpPr/>
            <p:nvPr/>
          </p:nvSpPr>
          <p:spPr>
            <a:xfrm>
              <a:off x="4510425" y="3739025"/>
              <a:ext cx="90525" cy="156625"/>
            </a:xfrm>
            <a:custGeom>
              <a:avLst/>
              <a:gdLst/>
              <a:ahLst/>
              <a:cxnLst/>
              <a:rect l="l" t="t" r="r" b="b"/>
              <a:pathLst>
                <a:path w="3621" h="6265" extrusionOk="0">
                  <a:moveTo>
                    <a:pt x="1892" y="934"/>
                  </a:moveTo>
                  <a:cubicBezTo>
                    <a:pt x="2065" y="934"/>
                    <a:pt x="2121" y="1012"/>
                    <a:pt x="2168" y="1354"/>
                  </a:cubicBezTo>
                  <a:cubicBezTo>
                    <a:pt x="2239" y="2020"/>
                    <a:pt x="2168" y="2735"/>
                    <a:pt x="2168" y="3402"/>
                  </a:cubicBezTo>
                  <a:cubicBezTo>
                    <a:pt x="2144" y="3878"/>
                    <a:pt x="2144" y="4354"/>
                    <a:pt x="2215" y="4807"/>
                  </a:cubicBezTo>
                  <a:lnTo>
                    <a:pt x="2263" y="5116"/>
                  </a:lnTo>
                  <a:cubicBezTo>
                    <a:pt x="2263" y="5164"/>
                    <a:pt x="2287" y="5235"/>
                    <a:pt x="2311" y="5307"/>
                  </a:cubicBezTo>
                  <a:lnTo>
                    <a:pt x="2287" y="5307"/>
                  </a:lnTo>
                  <a:cubicBezTo>
                    <a:pt x="2096" y="5319"/>
                    <a:pt x="1906" y="5325"/>
                    <a:pt x="1715" y="5325"/>
                  </a:cubicBezTo>
                  <a:cubicBezTo>
                    <a:pt x="1525" y="5325"/>
                    <a:pt x="1334" y="5319"/>
                    <a:pt x="1144" y="5307"/>
                  </a:cubicBezTo>
                  <a:cubicBezTo>
                    <a:pt x="1120" y="3878"/>
                    <a:pt x="977" y="2425"/>
                    <a:pt x="1049" y="996"/>
                  </a:cubicBezTo>
                  <a:lnTo>
                    <a:pt x="1501" y="973"/>
                  </a:lnTo>
                  <a:cubicBezTo>
                    <a:pt x="1675" y="956"/>
                    <a:pt x="1800" y="934"/>
                    <a:pt x="1892" y="934"/>
                  </a:cubicBezTo>
                  <a:close/>
                  <a:moveTo>
                    <a:pt x="1894" y="0"/>
                  </a:moveTo>
                  <a:cubicBezTo>
                    <a:pt x="1451" y="0"/>
                    <a:pt x="962" y="104"/>
                    <a:pt x="596" y="115"/>
                  </a:cubicBezTo>
                  <a:cubicBezTo>
                    <a:pt x="429" y="115"/>
                    <a:pt x="287" y="210"/>
                    <a:pt x="215" y="377"/>
                  </a:cubicBezTo>
                  <a:cubicBezTo>
                    <a:pt x="167" y="425"/>
                    <a:pt x="144" y="496"/>
                    <a:pt x="144" y="568"/>
                  </a:cubicBezTo>
                  <a:cubicBezTo>
                    <a:pt x="1" y="2282"/>
                    <a:pt x="215" y="3997"/>
                    <a:pt x="215" y="5688"/>
                  </a:cubicBezTo>
                  <a:cubicBezTo>
                    <a:pt x="239" y="5902"/>
                    <a:pt x="382" y="6069"/>
                    <a:pt x="572" y="6140"/>
                  </a:cubicBezTo>
                  <a:cubicBezTo>
                    <a:pt x="964" y="6221"/>
                    <a:pt x="1364" y="6264"/>
                    <a:pt x="1767" y="6264"/>
                  </a:cubicBezTo>
                  <a:cubicBezTo>
                    <a:pt x="2074" y="6264"/>
                    <a:pt x="2383" y="6239"/>
                    <a:pt x="2692" y="6188"/>
                  </a:cubicBezTo>
                  <a:cubicBezTo>
                    <a:pt x="3621" y="6045"/>
                    <a:pt x="3097" y="4283"/>
                    <a:pt x="3097" y="3735"/>
                  </a:cubicBezTo>
                  <a:cubicBezTo>
                    <a:pt x="3073" y="2735"/>
                    <a:pt x="3216" y="1687"/>
                    <a:pt x="2978" y="711"/>
                  </a:cubicBezTo>
                  <a:cubicBezTo>
                    <a:pt x="2850" y="138"/>
                    <a:pt x="2403" y="0"/>
                    <a:pt x="189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95"/>
            <p:cNvSpPr/>
            <p:nvPr/>
          </p:nvSpPr>
          <p:spPr>
            <a:xfrm>
              <a:off x="4691425" y="3698050"/>
              <a:ext cx="85150" cy="196625"/>
            </a:xfrm>
            <a:custGeom>
              <a:avLst/>
              <a:gdLst/>
              <a:ahLst/>
              <a:cxnLst/>
              <a:rect l="l" t="t" r="r" b="b"/>
              <a:pathLst>
                <a:path w="3406" h="7865" extrusionOk="0">
                  <a:moveTo>
                    <a:pt x="1465" y="933"/>
                  </a:moveTo>
                  <a:cubicBezTo>
                    <a:pt x="1644" y="933"/>
                    <a:pt x="1822" y="945"/>
                    <a:pt x="2001" y="968"/>
                  </a:cubicBezTo>
                  <a:cubicBezTo>
                    <a:pt x="2501" y="1040"/>
                    <a:pt x="2263" y="2445"/>
                    <a:pt x="2263" y="2754"/>
                  </a:cubicBezTo>
                  <a:cubicBezTo>
                    <a:pt x="2263" y="4136"/>
                    <a:pt x="2239" y="5517"/>
                    <a:pt x="2334" y="6898"/>
                  </a:cubicBezTo>
                  <a:cubicBezTo>
                    <a:pt x="1906" y="6898"/>
                    <a:pt x="1477" y="6946"/>
                    <a:pt x="1048" y="6946"/>
                  </a:cubicBezTo>
                  <a:cubicBezTo>
                    <a:pt x="953" y="5922"/>
                    <a:pt x="1024" y="4874"/>
                    <a:pt x="977" y="3874"/>
                  </a:cubicBezTo>
                  <a:cubicBezTo>
                    <a:pt x="953" y="2897"/>
                    <a:pt x="929" y="1945"/>
                    <a:pt x="929" y="968"/>
                  </a:cubicBezTo>
                  <a:cubicBezTo>
                    <a:pt x="1108" y="945"/>
                    <a:pt x="1286" y="933"/>
                    <a:pt x="1465" y="933"/>
                  </a:cubicBezTo>
                  <a:close/>
                  <a:moveTo>
                    <a:pt x="1570" y="0"/>
                  </a:moveTo>
                  <a:cubicBezTo>
                    <a:pt x="1108" y="0"/>
                    <a:pt x="646" y="72"/>
                    <a:pt x="334" y="135"/>
                  </a:cubicBezTo>
                  <a:cubicBezTo>
                    <a:pt x="143" y="159"/>
                    <a:pt x="0" y="325"/>
                    <a:pt x="0" y="516"/>
                  </a:cubicBezTo>
                  <a:cubicBezTo>
                    <a:pt x="0" y="540"/>
                    <a:pt x="0" y="564"/>
                    <a:pt x="0" y="587"/>
                  </a:cubicBezTo>
                  <a:cubicBezTo>
                    <a:pt x="0" y="1778"/>
                    <a:pt x="48" y="2993"/>
                    <a:pt x="72" y="4183"/>
                  </a:cubicBezTo>
                  <a:cubicBezTo>
                    <a:pt x="119" y="5279"/>
                    <a:pt x="48" y="6398"/>
                    <a:pt x="191" y="7493"/>
                  </a:cubicBezTo>
                  <a:cubicBezTo>
                    <a:pt x="238" y="7708"/>
                    <a:pt x="453" y="7803"/>
                    <a:pt x="643" y="7827"/>
                  </a:cubicBezTo>
                  <a:cubicBezTo>
                    <a:pt x="861" y="7855"/>
                    <a:pt x="1076" y="7864"/>
                    <a:pt x="1291" y="7864"/>
                  </a:cubicBezTo>
                  <a:cubicBezTo>
                    <a:pt x="1736" y="7864"/>
                    <a:pt x="2177" y="7824"/>
                    <a:pt x="2626" y="7824"/>
                  </a:cubicBezTo>
                  <a:cubicBezTo>
                    <a:pt x="2695" y="7824"/>
                    <a:pt x="2765" y="7825"/>
                    <a:pt x="2834" y="7827"/>
                  </a:cubicBezTo>
                  <a:cubicBezTo>
                    <a:pt x="3096" y="7827"/>
                    <a:pt x="3311" y="7613"/>
                    <a:pt x="3311" y="7374"/>
                  </a:cubicBezTo>
                  <a:cubicBezTo>
                    <a:pt x="3120" y="5255"/>
                    <a:pt x="3406" y="3088"/>
                    <a:pt x="3191" y="992"/>
                  </a:cubicBezTo>
                  <a:cubicBezTo>
                    <a:pt x="3117" y="202"/>
                    <a:pt x="2343" y="0"/>
                    <a:pt x="157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9" name="Google Shape;1139;p95"/>
          <p:cNvSpPr/>
          <p:nvPr/>
        </p:nvSpPr>
        <p:spPr>
          <a:xfrm>
            <a:off x="7458055" y="3723358"/>
            <a:ext cx="327179" cy="313624"/>
          </a:xfrm>
          <a:custGeom>
            <a:avLst/>
            <a:gdLst/>
            <a:ahLst/>
            <a:cxnLst/>
            <a:rect l="l" t="t" r="r" b="b"/>
            <a:pathLst>
              <a:path w="10210" h="9787" extrusionOk="0">
                <a:moveTo>
                  <a:pt x="7400" y="1384"/>
                </a:moveTo>
                <a:cubicBezTo>
                  <a:pt x="7828" y="1622"/>
                  <a:pt x="8209" y="1955"/>
                  <a:pt x="8495" y="2360"/>
                </a:cubicBezTo>
                <a:lnTo>
                  <a:pt x="8495" y="2384"/>
                </a:lnTo>
                <a:cubicBezTo>
                  <a:pt x="7828" y="2717"/>
                  <a:pt x="7185" y="3074"/>
                  <a:pt x="6495" y="3384"/>
                </a:cubicBezTo>
                <a:cubicBezTo>
                  <a:pt x="6780" y="2717"/>
                  <a:pt x="7090" y="2050"/>
                  <a:pt x="7400" y="1384"/>
                </a:cubicBezTo>
                <a:close/>
                <a:moveTo>
                  <a:pt x="5678" y="925"/>
                </a:moveTo>
                <a:cubicBezTo>
                  <a:pt x="5974" y="925"/>
                  <a:pt x="6266" y="971"/>
                  <a:pt x="6542" y="1050"/>
                </a:cubicBezTo>
                <a:cubicBezTo>
                  <a:pt x="6137" y="1907"/>
                  <a:pt x="5733" y="2765"/>
                  <a:pt x="5399" y="3670"/>
                </a:cubicBezTo>
                <a:cubicBezTo>
                  <a:pt x="5328" y="3646"/>
                  <a:pt x="5233" y="3646"/>
                  <a:pt x="5137" y="3646"/>
                </a:cubicBezTo>
                <a:cubicBezTo>
                  <a:pt x="5109" y="3644"/>
                  <a:pt x="5081" y="3643"/>
                  <a:pt x="5054" y="3643"/>
                </a:cubicBezTo>
                <a:cubicBezTo>
                  <a:pt x="4397" y="3643"/>
                  <a:pt x="3826" y="4175"/>
                  <a:pt x="3804" y="4860"/>
                </a:cubicBezTo>
                <a:cubicBezTo>
                  <a:pt x="3780" y="4980"/>
                  <a:pt x="3804" y="5099"/>
                  <a:pt x="3827" y="5241"/>
                </a:cubicBezTo>
                <a:cubicBezTo>
                  <a:pt x="3804" y="5241"/>
                  <a:pt x="3804" y="5265"/>
                  <a:pt x="3780" y="5289"/>
                </a:cubicBezTo>
                <a:cubicBezTo>
                  <a:pt x="2946" y="5694"/>
                  <a:pt x="2089" y="6004"/>
                  <a:pt x="1184" y="6194"/>
                </a:cubicBezTo>
                <a:lnTo>
                  <a:pt x="1184" y="6218"/>
                </a:lnTo>
                <a:cubicBezTo>
                  <a:pt x="1065" y="5837"/>
                  <a:pt x="994" y="5480"/>
                  <a:pt x="970" y="5099"/>
                </a:cubicBezTo>
                <a:cubicBezTo>
                  <a:pt x="760" y="2557"/>
                  <a:pt x="3015" y="929"/>
                  <a:pt x="5345" y="929"/>
                </a:cubicBezTo>
                <a:cubicBezTo>
                  <a:pt x="5395" y="929"/>
                  <a:pt x="5445" y="930"/>
                  <a:pt x="5494" y="931"/>
                </a:cubicBezTo>
                <a:cubicBezTo>
                  <a:pt x="5556" y="927"/>
                  <a:pt x="5617" y="925"/>
                  <a:pt x="5678" y="925"/>
                </a:cubicBezTo>
                <a:close/>
                <a:moveTo>
                  <a:pt x="3184" y="6551"/>
                </a:moveTo>
                <a:lnTo>
                  <a:pt x="3184" y="6551"/>
                </a:lnTo>
                <a:cubicBezTo>
                  <a:pt x="2946" y="7051"/>
                  <a:pt x="2708" y="7575"/>
                  <a:pt x="2470" y="8099"/>
                </a:cubicBezTo>
                <a:cubicBezTo>
                  <a:pt x="2089" y="7837"/>
                  <a:pt x="1779" y="7480"/>
                  <a:pt x="1565" y="7075"/>
                </a:cubicBezTo>
                <a:cubicBezTo>
                  <a:pt x="2113" y="6956"/>
                  <a:pt x="2661" y="6766"/>
                  <a:pt x="3184" y="6551"/>
                </a:cubicBezTo>
                <a:close/>
                <a:moveTo>
                  <a:pt x="8948" y="3193"/>
                </a:moveTo>
                <a:cubicBezTo>
                  <a:pt x="9043" y="3503"/>
                  <a:pt x="9114" y="3813"/>
                  <a:pt x="9162" y="4146"/>
                </a:cubicBezTo>
                <a:cubicBezTo>
                  <a:pt x="9352" y="5908"/>
                  <a:pt x="8543" y="7742"/>
                  <a:pt x="6923" y="8528"/>
                </a:cubicBezTo>
                <a:lnTo>
                  <a:pt x="6947" y="8552"/>
                </a:lnTo>
                <a:cubicBezTo>
                  <a:pt x="6460" y="8784"/>
                  <a:pt x="5901" y="8878"/>
                  <a:pt x="5334" y="8878"/>
                </a:cubicBezTo>
                <a:cubicBezTo>
                  <a:pt x="4682" y="8878"/>
                  <a:pt x="4020" y="8754"/>
                  <a:pt x="3446" y="8575"/>
                </a:cubicBezTo>
                <a:cubicBezTo>
                  <a:pt x="3399" y="8552"/>
                  <a:pt x="3351" y="8552"/>
                  <a:pt x="3304" y="8528"/>
                </a:cubicBezTo>
                <a:cubicBezTo>
                  <a:pt x="3661" y="7671"/>
                  <a:pt x="4066" y="6813"/>
                  <a:pt x="4494" y="5980"/>
                </a:cubicBezTo>
                <a:cubicBezTo>
                  <a:pt x="4694" y="6079"/>
                  <a:pt x="4916" y="6121"/>
                  <a:pt x="5137" y="6121"/>
                </a:cubicBezTo>
                <a:cubicBezTo>
                  <a:pt x="5233" y="6121"/>
                  <a:pt x="5329" y="6113"/>
                  <a:pt x="5423" y="6099"/>
                </a:cubicBezTo>
                <a:cubicBezTo>
                  <a:pt x="6018" y="6004"/>
                  <a:pt x="6376" y="5337"/>
                  <a:pt x="6352" y="4789"/>
                </a:cubicBezTo>
                <a:cubicBezTo>
                  <a:pt x="6352" y="4670"/>
                  <a:pt x="6328" y="4575"/>
                  <a:pt x="6304" y="4479"/>
                </a:cubicBezTo>
                <a:cubicBezTo>
                  <a:pt x="7185" y="4098"/>
                  <a:pt x="8066" y="3622"/>
                  <a:pt x="8948" y="3193"/>
                </a:cubicBezTo>
                <a:close/>
                <a:moveTo>
                  <a:pt x="5341" y="0"/>
                </a:moveTo>
                <a:cubicBezTo>
                  <a:pt x="2545" y="0"/>
                  <a:pt x="64" y="1913"/>
                  <a:pt x="41" y="4837"/>
                </a:cubicBezTo>
                <a:cubicBezTo>
                  <a:pt x="1" y="7869"/>
                  <a:pt x="2432" y="9786"/>
                  <a:pt x="5192" y="9786"/>
                </a:cubicBezTo>
                <a:cubicBezTo>
                  <a:pt x="5683" y="9786"/>
                  <a:pt x="6185" y="9725"/>
                  <a:pt x="6685" y="9600"/>
                </a:cubicBezTo>
                <a:cubicBezTo>
                  <a:pt x="8995" y="9028"/>
                  <a:pt x="10210" y="6527"/>
                  <a:pt x="10091" y="4313"/>
                </a:cubicBezTo>
                <a:cubicBezTo>
                  <a:pt x="9950" y="1797"/>
                  <a:pt x="8091" y="1"/>
                  <a:pt x="5593" y="1"/>
                </a:cubicBezTo>
                <a:cubicBezTo>
                  <a:pt x="5560" y="1"/>
                  <a:pt x="5527" y="2"/>
                  <a:pt x="5494" y="2"/>
                </a:cubicBezTo>
                <a:cubicBezTo>
                  <a:pt x="5443" y="1"/>
                  <a:pt x="5392" y="0"/>
                  <a:pt x="53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95"/>
          <p:cNvSpPr/>
          <p:nvPr/>
        </p:nvSpPr>
        <p:spPr>
          <a:xfrm>
            <a:off x="7458439" y="2371002"/>
            <a:ext cx="326410" cy="313624"/>
          </a:xfrm>
          <a:custGeom>
            <a:avLst/>
            <a:gdLst/>
            <a:ahLst/>
            <a:cxnLst/>
            <a:rect l="l" t="t" r="r" b="b"/>
            <a:pathLst>
              <a:path w="10186" h="9787" extrusionOk="0">
                <a:moveTo>
                  <a:pt x="6352" y="1003"/>
                </a:moveTo>
                <a:lnTo>
                  <a:pt x="6352" y="1003"/>
                </a:lnTo>
                <a:cubicBezTo>
                  <a:pt x="6638" y="1050"/>
                  <a:pt x="6923" y="1145"/>
                  <a:pt x="7185" y="1264"/>
                </a:cubicBezTo>
                <a:cubicBezTo>
                  <a:pt x="6947" y="1384"/>
                  <a:pt x="6709" y="1526"/>
                  <a:pt x="6495" y="1646"/>
                </a:cubicBezTo>
                <a:cubicBezTo>
                  <a:pt x="6399" y="1455"/>
                  <a:pt x="6352" y="1217"/>
                  <a:pt x="6352" y="1003"/>
                </a:cubicBezTo>
                <a:close/>
                <a:moveTo>
                  <a:pt x="7185" y="1812"/>
                </a:moveTo>
                <a:lnTo>
                  <a:pt x="7185" y="1812"/>
                </a:lnTo>
                <a:cubicBezTo>
                  <a:pt x="7114" y="1907"/>
                  <a:pt x="7042" y="1979"/>
                  <a:pt x="6971" y="2074"/>
                </a:cubicBezTo>
                <a:cubicBezTo>
                  <a:pt x="6923" y="2050"/>
                  <a:pt x="6876" y="2027"/>
                  <a:pt x="6828" y="2003"/>
                </a:cubicBezTo>
                <a:lnTo>
                  <a:pt x="7185" y="1812"/>
                </a:lnTo>
                <a:close/>
                <a:moveTo>
                  <a:pt x="7614" y="1979"/>
                </a:moveTo>
                <a:lnTo>
                  <a:pt x="7614" y="2003"/>
                </a:lnTo>
                <a:lnTo>
                  <a:pt x="7614" y="2312"/>
                </a:lnTo>
                <a:lnTo>
                  <a:pt x="7400" y="2241"/>
                </a:lnTo>
                <a:cubicBezTo>
                  <a:pt x="7471" y="2146"/>
                  <a:pt x="7543" y="2074"/>
                  <a:pt x="7614" y="1979"/>
                </a:cubicBezTo>
                <a:close/>
                <a:moveTo>
                  <a:pt x="8066" y="1860"/>
                </a:moveTo>
                <a:lnTo>
                  <a:pt x="8066" y="1860"/>
                </a:lnTo>
                <a:cubicBezTo>
                  <a:pt x="8233" y="2027"/>
                  <a:pt x="8376" y="2193"/>
                  <a:pt x="8519" y="2384"/>
                </a:cubicBezTo>
                <a:lnTo>
                  <a:pt x="8090" y="2384"/>
                </a:lnTo>
                <a:cubicBezTo>
                  <a:pt x="8090" y="2217"/>
                  <a:pt x="8090" y="2027"/>
                  <a:pt x="8066" y="1860"/>
                </a:cubicBezTo>
                <a:close/>
                <a:moveTo>
                  <a:pt x="5244" y="922"/>
                </a:moveTo>
                <a:cubicBezTo>
                  <a:pt x="5328" y="922"/>
                  <a:pt x="5411" y="925"/>
                  <a:pt x="5495" y="931"/>
                </a:cubicBezTo>
                <a:lnTo>
                  <a:pt x="5899" y="931"/>
                </a:lnTo>
                <a:cubicBezTo>
                  <a:pt x="5876" y="1264"/>
                  <a:pt x="5947" y="1574"/>
                  <a:pt x="6090" y="1860"/>
                </a:cubicBezTo>
                <a:cubicBezTo>
                  <a:pt x="5661" y="2122"/>
                  <a:pt x="5233" y="2408"/>
                  <a:pt x="4804" y="2693"/>
                </a:cubicBezTo>
                <a:cubicBezTo>
                  <a:pt x="4590" y="2146"/>
                  <a:pt x="4471" y="1574"/>
                  <a:pt x="4494" y="1003"/>
                </a:cubicBezTo>
                <a:cubicBezTo>
                  <a:pt x="4744" y="949"/>
                  <a:pt x="4994" y="922"/>
                  <a:pt x="5244" y="922"/>
                </a:cubicBezTo>
                <a:close/>
                <a:moveTo>
                  <a:pt x="6376" y="2241"/>
                </a:moveTo>
                <a:lnTo>
                  <a:pt x="6495" y="2336"/>
                </a:lnTo>
                <a:cubicBezTo>
                  <a:pt x="6566" y="2384"/>
                  <a:pt x="6638" y="2431"/>
                  <a:pt x="6709" y="2479"/>
                </a:cubicBezTo>
                <a:cubicBezTo>
                  <a:pt x="6447" y="2884"/>
                  <a:pt x="6209" y="3313"/>
                  <a:pt x="6018" y="3741"/>
                </a:cubicBezTo>
                <a:cubicBezTo>
                  <a:pt x="5899" y="3694"/>
                  <a:pt x="5780" y="3646"/>
                  <a:pt x="5661" y="3574"/>
                </a:cubicBezTo>
                <a:cubicBezTo>
                  <a:pt x="5423" y="3455"/>
                  <a:pt x="5209" y="3289"/>
                  <a:pt x="5042" y="3098"/>
                </a:cubicBezTo>
                <a:cubicBezTo>
                  <a:pt x="5495" y="2789"/>
                  <a:pt x="5923" y="2503"/>
                  <a:pt x="6376" y="2241"/>
                </a:cubicBezTo>
                <a:close/>
                <a:moveTo>
                  <a:pt x="4042" y="1104"/>
                </a:moveTo>
                <a:cubicBezTo>
                  <a:pt x="4019" y="1745"/>
                  <a:pt x="4162" y="2385"/>
                  <a:pt x="4423" y="2955"/>
                </a:cubicBezTo>
                <a:cubicBezTo>
                  <a:pt x="4018" y="3241"/>
                  <a:pt x="3637" y="3551"/>
                  <a:pt x="3256" y="3860"/>
                </a:cubicBezTo>
                <a:cubicBezTo>
                  <a:pt x="2923" y="3170"/>
                  <a:pt x="2732" y="2455"/>
                  <a:pt x="2661" y="1693"/>
                </a:cubicBezTo>
                <a:cubicBezTo>
                  <a:pt x="3082" y="1435"/>
                  <a:pt x="3550" y="1224"/>
                  <a:pt x="4042" y="1104"/>
                </a:cubicBezTo>
                <a:close/>
                <a:moveTo>
                  <a:pt x="7138" y="2670"/>
                </a:moveTo>
                <a:cubicBezTo>
                  <a:pt x="7304" y="2741"/>
                  <a:pt x="7471" y="2789"/>
                  <a:pt x="7638" y="2812"/>
                </a:cubicBezTo>
                <a:cubicBezTo>
                  <a:pt x="7685" y="3265"/>
                  <a:pt x="7709" y="3741"/>
                  <a:pt x="7781" y="4217"/>
                </a:cubicBezTo>
                <a:cubicBezTo>
                  <a:pt x="7328" y="4170"/>
                  <a:pt x="6876" y="4075"/>
                  <a:pt x="6447" y="3932"/>
                </a:cubicBezTo>
                <a:cubicBezTo>
                  <a:pt x="6638" y="3503"/>
                  <a:pt x="6876" y="3074"/>
                  <a:pt x="7138" y="2670"/>
                </a:cubicBezTo>
                <a:close/>
                <a:moveTo>
                  <a:pt x="8757" y="2836"/>
                </a:moveTo>
                <a:cubicBezTo>
                  <a:pt x="8971" y="3265"/>
                  <a:pt x="9091" y="3717"/>
                  <a:pt x="9138" y="4170"/>
                </a:cubicBezTo>
                <a:cubicBezTo>
                  <a:pt x="9138" y="4217"/>
                  <a:pt x="9138" y="4289"/>
                  <a:pt x="9162" y="4313"/>
                </a:cubicBezTo>
                <a:lnTo>
                  <a:pt x="9162" y="4337"/>
                </a:lnTo>
                <a:cubicBezTo>
                  <a:pt x="8852" y="4337"/>
                  <a:pt x="8567" y="4313"/>
                  <a:pt x="8233" y="4265"/>
                </a:cubicBezTo>
                <a:cubicBezTo>
                  <a:pt x="8186" y="3813"/>
                  <a:pt x="8138" y="3336"/>
                  <a:pt x="8114" y="2860"/>
                </a:cubicBezTo>
                <a:lnTo>
                  <a:pt x="8114" y="2860"/>
                </a:lnTo>
                <a:cubicBezTo>
                  <a:pt x="8177" y="2867"/>
                  <a:pt x="8240" y="2870"/>
                  <a:pt x="8302" y="2870"/>
                </a:cubicBezTo>
                <a:cubicBezTo>
                  <a:pt x="8454" y="2870"/>
                  <a:pt x="8606" y="2853"/>
                  <a:pt x="8757" y="2836"/>
                </a:cubicBezTo>
                <a:close/>
                <a:moveTo>
                  <a:pt x="2280" y="2003"/>
                </a:moveTo>
                <a:lnTo>
                  <a:pt x="2256" y="2027"/>
                </a:lnTo>
                <a:cubicBezTo>
                  <a:pt x="2351" y="2765"/>
                  <a:pt x="2565" y="3503"/>
                  <a:pt x="2923" y="4170"/>
                </a:cubicBezTo>
                <a:cubicBezTo>
                  <a:pt x="2518" y="4527"/>
                  <a:pt x="2137" y="4908"/>
                  <a:pt x="1779" y="5313"/>
                </a:cubicBezTo>
                <a:cubicBezTo>
                  <a:pt x="1518" y="4860"/>
                  <a:pt x="1279" y="4384"/>
                  <a:pt x="1065" y="3908"/>
                </a:cubicBezTo>
                <a:cubicBezTo>
                  <a:pt x="1256" y="3170"/>
                  <a:pt x="1660" y="2503"/>
                  <a:pt x="2280" y="2003"/>
                </a:cubicBezTo>
                <a:close/>
                <a:moveTo>
                  <a:pt x="4685" y="3360"/>
                </a:moveTo>
                <a:cubicBezTo>
                  <a:pt x="4780" y="3479"/>
                  <a:pt x="4875" y="3574"/>
                  <a:pt x="4994" y="3694"/>
                </a:cubicBezTo>
                <a:cubicBezTo>
                  <a:pt x="5233" y="3884"/>
                  <a:pt x="5495" y="4051"/>
                  <a:pt x="5804" y="4194"/>
                </a:cubicBezTo>
                <a:cubicBezTo>
                  <a:pt x="5614" y="4598"/>
                  <a:pt x="5447" y="5027"/>
                  <a:pt x="5304" y="5456"/>
                </a:cubicBezTo>
                <a:cubicBezTo>
                  <a:pt x="5042" y="5384"/>
                  <a:pt x="4780" y="5289"/>
                  <a:pt x="4518" y="5170"/>
                </a:cubicBezTo>
                <a:cubicBezTo>
                  <a:pt x="4113" y="4956"/>
                  <a:pt x="3756" y="4646"/>
                  <a:pt x="3494" y="4265"/>
                </a:cubicBezTo>
                <a:cubicBezTo>
                  <a:pt x="3875" y="3956"/>
                  <a:pt x="4280" y="3646"/>
                  <a:pt x="4685" y="3360"/>
                </a:cubicBezTo>
                <a:close/>
                <a:moveTo>
                  <a:pt x="6233" y="4360"/>
                </a:moveTo>
                <a:cubicBezTo>
                  <a:pt x="6733" y="4527"/>
                  <a:pt x="7281" y="4646"/>
                  <a:pt x="7828" y="4694"/>
                </a:cubicBezTo>
                <a:cubicBezTo>
                  <a:pt x="7876" y="5099"/>
                  <a:pt x="7947" y="5503"/>
                  <a:pt x="7995" y="5908"/>
                </a:cubicBezTo>
                <a:cubicBezTo>
                  <a:pt x="7233" y="5837"/>
                  <a:pt x="6495" y="5742"/>
                  <a:pt x="5756" y="5575"/>
                </a:cubicBezTo>
                <a:cubicBezTo>
                  <a:pt x="5899" y="5170"/>
                  <a:pt x="6042" y="4765"/>
                  <a:pt x="6233" y="4360"/>
                </a:cubicBezTo>
                <a:close/>
                <a:moveTo>
                  <a:pt x="8305" y="4765"/>
                </a:moveTo>
                <a:cubicBezTo>
                  <a:pt x="8590" y="4765"/>
                  <a:pt x="8900" y="4789"/>
                  <a:pt x="9162" y="4789"/>
                </a:cubicBezTo>
                <a:cubicBezTo>
                  <a:pt x="9162" y="5194"/>
                  <a:pt x="9091" y="5623"/>
                  <a:pt x="8971" y="6004"/>
                </a:cubicBezTo>
                <a:lnTo>
                  <a:pt x="8971" y="6027"/>
                </a:lnTo>
                <a:lnTo>
                  <a:pt x="8471" y="5956"/>
                </a:lnTo>
                <a:cubicBezTo>
                  <a:pt x="8400" y="5551"/>
                  <a:pt x="8352" y="5170"/>
                  <a:pt x="8305" y="4765"/>
                </a:cubicBezTo>
                <a:close/>
                <a:moveTo>
                  <a:pt x="970" y="4765"/>
                </a:moveTo>
                <a:cubicBezTo>
                  <a:pt x="1113" y="5075"/>
                  <a:pt x="1303" y="5384"/>
                  <a:pt x="1494" y="5694"/>
                </a:cubicBezTo>
                <a:cubicBezTo>
                  <a:pt x="1375" y="5813"/>
                  <a:pt x="1256" y="5956"/>
                  <a:pt x="1160" y="6099"/>
                </a:cubicBezTo>
                <a:cubicBezTo>
                  <a:pt x="1065" y="5765"/>
                  <a:pt x="994" y="5432"/>
                  <a:pt x="970" y="5099"/>
                </a:cubicBezTo>
                <a:lnTo>
                  <a:pt x="970" y="4765"/>
                </a:lnTo>
                <a:close/>
                <a:moveTo>
                  <a:pt x="8543" y="6432"/>
                </a:moveTo>
                <a:lnTo>
                  <a:pt x="8829" y="6456"/>
                </a:lnTo>
                <a:cubicBezTo>
                  <a:pt x="8757" y="6599"/>
                  <a:pt x="8709" y="6742"/>
                  <a:pt x="8614" y="6885"/>
                </a:cubicBezTo>
                <a:cubicBezTo>
                  <a:pt x="8590" y="6742"/>
                  <a:pt x="8567" y="6599"/>
                  <a:pt x="8543" y="6432"/>
                </a:cubicBezTo>
                <a:close/>
                <a:moveTo>
                  <a:pt x="3161" y="4551"/>
                </a:moveTo>
                <a:cubicBezTo>
                  <a:pt x="3304" y="4741"/>
                  <a:pt x="3470" y="4932"/>
                  <a:pt x="3637" y="5099"/>
                </a:cubicBezTo>
                <a:cubicBezTo>
                  <a:pt x="4066" y="5503"/>
                  <a:pt x="4590" y="5789"/>
                  <a:pt x="5137" y="5956"/>
                </a:cubicBezTo>
                <a:cubicBezTo>
                  <a:pt x="4971" y="6504"/>
                  <a:pt x="4828" y="7051"/>
                  <a:pt x="4709" y="7599"/>
                </a:cubicBezTo>
                <a:cubicBezTo>
                  <a:pt x="4256" y="7480"/>
                  <a:pt x="3828" y="7290"/>
                  <a:pt x="3423" y="7075"/>
                </a:cubicBezTo>
                <a:cubicBezTo>
                  <a:pt x="2851" y="6742"/>
                  <a:pt x="2375" y="6265"/>
                  <a:pt x="2041" y="5718"/>
                </a:cubicBezTo>
                <a:cubicBezTo>
                  <a:pt x="2375" y="5313"/>
                  <a:pt x="2756" y="4932"/>
                  <a:pt x="3161" y="4551"/>
                </a:cubicBezTo>
                <a:close/>
                <a:moveTo>
                  <a:pt x="5590" y="6099"/>
                </a:moveTo>
                <a:cubicBezTo>
                  <a:pt x="6399" y="6242"/>
                  <a:pt x="7233" y="6361"/>
                  <a:pt x="8066" y="6385"/>
                </a:cubicBezTo>
                <a:cubicBezTo>
                  <a:pt x="8138" y="6742"/>
                  <a:pt x="8186" y="7099"/>
                  <a:pt x="8257" y="7456"/>
                </a:cubicBezTo>
                <a:cubicBezTo>
                  <a:pt x="8186" y="7551"/>
                  <a:pt x="8090" y="7647"/>
                  <a:pt x="8019" y="7742"/>
                </a:cubicBezTo>
                <a:lnTo>
                  <a:pt x="8019" y="7766"/>
                </a:lnTo>
                <a:cubicBezTo>
                  <a:pt x="7638" y="7804"/>
                  <a:pt x="7257" y="7823"/>
                  <a:pt x="6877" y="7823"/>
                </a:cubicBezTo>
                <a:cubicBezTo>
                  <a:pt x="6308" y="7823"/>
                  <a:pt x="5742" y="7780"/>
                  <a:pt x="5185" y="7694"/>
                </a:cubicBezTo>
                <a:cubicBezTo>
                  <a:pt x="5304" y="7147"/>
                  <a:pt x="5423" y="6623"/>
                  <a:pt x="5590" y="6099"/>
                </a:cubicBezTo>
                <a:close/>
                <a:moveTo>
                  <a:pt x="1732" y="6075"/>
                </a:moveTo>
                <a:cubicBezTo>
                  <a:pt x="2113" y="6623"/>
                  <a:pt x="2613" y="7099"/>
                  <a:pt x="3185" y="7456"/>
                </a:cubicBezTo>
                <a:cubicBezTo>
                  <a:pt x="3637" y="7742"/>
                  <a:pt x="4113" y="7956"/>
                  <a:pt x="4637" y="8052"/>
                </a:cubicBezTo>
                <a:cubicBezTo>
                  <a:pt x="4590" y="8314"/>
                  <a:pt x="4542" y="8552"/>
                  <a:pt x="4518" y="8814"/>
                </a:cubicBezTo>
                <a:cubicBezTo>
                  <a:pt x="4137" y="8766"/>
                  <a:pt x="3780" y="8695"/>
                  <a:pt x="3446" y="8575"/>
                </a:cubicBezTo>
                <a:cubicBezTo>
                  <a:pt x="2470" y="8290"/>
                  <a:pt x="1684" y="7575"/>
                  <a:pt x="1327" y="6623"/>
                </a:cubicBezTo>
                <a:cubicBezTo>
                  <a:pt x="1470" y="6456"/>
                  <a:pt x="1589" y="6265"/>
                  <a:pt x="1732" y="6075"/>
                </a:cubicBezTo>
                <a:close/>
                <a:moveTo>
                  <a:pt x="5090" y="8171"/>
                </a:moveTo>
                <a:cubicBezTo>
                  <a:pt x="5627" y="8252"/>
                  <a:pt x="6153" y="8289"/>
                  <a:pt x="6683" y="8289"/>
                </a:cubicBezTo>
                <a:cubicBezTo>
                  <a:pt x="6928" y="8289"/>
                  <a:pt x="7175" y="8281"/>
                  <a:pt x="7424" y="8266"/>
                </a:cubicBezTo>
                <a:lnTo>
                  <a:pt x="7424" y="8266"/>
                </a:lnTo>
                <a:cubicBezTo>
                  <a:pt x="7281" y="8361"/>
                  <a:pt x="7090" y="8456"/>
                  <a:pt x="6923" y="8552"/>
                </a:cubicBezTo>
                <a:cubicBezTo>
                  <a:pt x="6435" y="8777"/>
                  <a:pt x="5917" y="8884"/>
                  <a:pt x="5392" y="8884"/>
                </a:cubicBezTo>
                <a:cubicBezTo>
                  <a:pt x="5252" y="8884"/>
                  <a:pt x="5111" y="8876"/>
                  <a:pt x="4971" y="8861"/>
                </a:cubicBezTo>
                <a:cubicBezTo>
                  <a:pt x="4994" y="8647"/>
                  <a:pt x="5042" y="8409"/>
                  <a:pt x="5090" y="8171"/>
                </a:cubicBezTo>
                <a:close/>
                <a:moveTo>
                  <a:pt x="5341" y="0"/>
                </a:moveTo>
                <a:cubicBezTo>
                  <a:pt x="2545" y="0"/>
                  <a:pt x="64" y="1913"/>
                  <a:pt x="41" y="4837"/>
                </a:cubicBezTo>
                <a:cubicBezTo>
                  <a:pt x="1" y="7869"/>
                  <a:pt x="2432" y="9786"/>
                  <a:pt x="5178" y="9786"/>
                </a:cubicBezTo>
                <a:cubicBezTo>
                  <a:pt x="5666" y="9786"/>
                  <a:pt x="6165" y="9725"/>
                  <a:pt x="6661" y="9600"/>
                </a:cubicBezTo>
                <a:cubicBezTo>
                  <a:pt x="8995" y="9028"/>
                  <a:pt x="10186" y="6551"/>
                  <a:pt x="10067" y="4313"/>
                </a:cubicBezTo>
                <a:cubicBezTo>
                  <a:pt x="9949" y="1797"/>
                  <a:pt x="8091" y="1"/>
                  <a:pt x="5593" y="1"/>
                </a:cubicBezTo>
                <a:cubicBezTo>
                  <a:pt x="5560" y="1"/>
                  <a:pt x="5527" y="2"/>
                  <a:pt x="5495" y="2"/>
                </a:cubicBezTo>
                <a:cubicBezTo>
                  <a:pt x="5443" y="1"/>
                  <a:pt x="5392" y="0"/>
                  <a:pt x="53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1" name="Google Shape;1141;p95"/>
          <p:cNvGrpSpPr/>
          <p:nvPr/>
        </p:nvGrpSpPr>
        <p:grpSpPr>
          <a:xfrm>
            <a:off x="7434662" y="1677664"/>
            <a:ext cx="373965" cy="347913"/>
            <a:chOff x="3937100" y="2374150"/>
            <a:chExt cx="291750" cy="271425"/>
          </a:xfrm>
        </p:grpSpPr>
        <p:sp>
          <p:nvSpPr>
            <p:cNvPr id="1142" name="Google Shape;1142;p95"/>
            <p:cNvSpPr/>
            <p:nvPr/>
          </p:nvSpPr>
          <p:spPr>
            <a:xfrm>
              <a:off x="3937100" y="2374150"/>
              <a:ext cx="291750" cy="271425"/>
            </a:xfrm>
            <a:custGeom>
              <a:avLst/>
              <a:gdLst/>
              <a:ahLst/>
              <a:cxnLst/>
              <a:rect l="l" t="t" r="r" b="b"/>
              <a:pathLst>
                <a:path w="11670" h="10857" extrusionOk="0">
                  <a:moveTo>
                    <a:pt x="8990" y="1013"/>
                  </a:moveTo>
                  <a:cubicBezTo>
                    <a:pt x="9381" y="1013"/>
                    <a:pt x="9703" y="1057"/>
                    <a:pt x="9741" y="1199"/>
                  </a:cubicBezTo>
                  <a:cubicBezTo>
                    <a:pt x="9931" y="1914"/>
                    <a:pt x="9669" y="2747"/>
                    <a:pt x="9693" y="3462"/>
                  </a:cubicBezTo>
                  <a:cubicBezTo>
                    <a:pt x="9741" y="4248"/>
                    <a:pt x="9860" y="5033"/>
                    <a:pt x="9883" y="5819"/>
                  </a:cubicBezTo>
                  <a:cubicBezTo>
                    <a:pt x="9907" y="6224"/>
                    <a:pt x="9883" y="6605"/>
                    <a:pt x="9812" y="7010"/>
                  </a:cubicBezTo>
                  <a:cubicBezTo>
                    <a:pt x="9764" y="7248"/>
                    <a:pt x="9502" y="7308"/>
                    <a:pt x="9208" y="7308"/>
                  </a:cubicBezTo>
                  <a:cubicBezTo>
                    <a:pt x="8913" y="7308"/>
                    <a:pt x="8586" y="7248"/>
                    <a:pt x="8407" y="7248"/>
                  </a:cubicBezTo>
                  <a:cubicBezTo>
                    <a:pt x="8136" y="7240"/>
                    <a:pt x="7865" y="7237"/>
                    <a:pt x="7594" y="7237"/>
                  </a:cubicBezTo>
                  <a:cubicBezTo>
                    <a:pt x="5731" y="7237"/>
                    <a:pt x="3867" y="7403"/>
                    <a:pt x="2004" y="7403"/>
                  </a:cubicBezTo>
                  <a:cubicBezTo>
                    <a:pt x="1733" y="7403"/>
                    <a:pt x="1462" y="7399"/>
                    <a:pt x="1191" y="7391"/>
                  </a:cubicBezTo>
                  <a:cubicBezTo>
                    <a:pt x="1167" y="5343"/>
                    <a:pt x="1072" y="3319"/>
                    <a:pt x="1072" y="1271"/>
                  </a:cubicBezTo>
                  <a:cubicBezTo>
                    <a:pt x="1496" y="1266"/>
                    <a:pt x="1922" y="1265"/>
                    <a:pt x="2349" y="1265"/>
                  </a:cubicBezTo>
                  <a:cubicBezTo>
                    <a:pt x="2633" y="1265"/>
                    <a:pt x="2918" y="1266"/>
                    <a:pt x="3204" y="1266"/>
                  </a:cubicBezTo>
                  <a:cubicBezTo>
                    <a:pt x="4631" y="1266"/>
                    <a:pt x="6065" y="1255"/>
                    <a:pt x="7478" y="1128"/>
                  </a:cubicBezTo>
                  <a:cubicBezTo>
                    <a:pt x="7650" y="1114"/>
                    <a:pt x="8400" y="1013"/>
                    <a:pt x="8990" y="1013"/>
                  </a:cubicBezTo>
                  <a:close/>
                  <a:moveTo>
                    <a:pt x="6063" y="8357"/>
                  </a:moveTo>
                  <a:cubicBezTo>
                    <a:pt x="6475" y="8357"/>
                    <a:pt x="6899" y="8367"/>
                    <a:pt x="7311" y="8367"/>
                  </a:cubicBezTo>
                  <a:cubicBezTo>
                    <a:pt x="7550" y="8749"/>
                    <a:pt x="7692" y="9153"/>
                    <a:pt x="7764" y="9582"/>
                  </a:cubicBezTo>
                  <a:cubicBezTo>
                    <a:pt x="7579" y="9591"/>
                    <a:pt x="7394" y="9595"/>
                    <a:pt x="7209" y="9595"/>
                  </a:cubicBezTo>
                  <a:cubicBezTo>
                    <a:pt x="6494" y="9595"/>
                    <a:pt x="5775" y="9540"/>
                    <a:pt x="5057" y="9540"/>
                  </a:cubicBezTo>
                  <a:cubicBezTo>
                    <a:pt x="4521" y="9540"/>
                    <a:pt x="3986" y="9571"/>
                    <a:pt x="3454" y="9677"/>
                  </a:cubicBezTo>
                  <a:cubicBezTo>
                    <a:pt x="3477" y="9225"/>
                    <a:pt x="3596" y="8820"/>
                    <a:pt x="3787" y="8439"/>
                  </a:cubicBezTo>
                  <a:cubicBezTo>
                    <a:pt x="4335" y="8415"/>
                    <a:pt x="4882" y="8391"/>
                    <a:pt x="5454" y="8367"/>
                  </a:cubicBezTo>
                  <a:cubicBezTo>
                    <a:pt x="5652" y="8360"/>
                    <a:pt x="5856" y="8357"/>
                    <a:pt x="6063" y="8357"/>
                  </a:cubicBezTo>
                  <a:close/>
                  <a:moveTo>
                    <a:pt x="8760" y="0"/>
                  </a:moveTo>
                  <a:cubicBezTo>
                    <a:pt x="7859" y="0"/>
                    <a:pt x="6939" y="128"/>
                    <a:pt x="6002" y="128"/>
                  </a:cubicBezTo>
                  <a:cubicBezTo>
                    <a:pt x="4192" y="128"/>
                    <a:pt x="2358" y="199"/>
                    <a:pt x="524" y="199"/>
                  </a:cubicBezTo>
                  <a:cubicBezTo>
                    <a:pt x="405" y="199"/>
                    <a:pt x="262" y="247"/>
                    <a:pt x="191" y="342"/>
                  </a:cubicBezTo>
                  <a:cubicBezTo>
                    <a:pt x="72" y="437"/>
                    <a:pt x="0" y="580"/>
                    <a:pt x="0" y="723"/>
                  </a:cubicBezTo>
                  <a:cubicBezTo>
                    <a:pt x="0" y="3105"/>
                    <a:pt x="143" y="5510"/>
                    <a:pt x="143" y="7891"/>
                  </a:cubicBezTo>
                  <a:cubicBezTo>
                    <a:pt x="143" y="8177"/>
                    <a:pt x="381" y="8415"/>
                    <a:pt x="667" y="8415"/>
                  </a:cubicBezTo>
                  <a:cubicBezTo>
                    <a:pt x="1334" y="8463"/>
                    <a:pt x="1977" y="8463"/>
                    <a:pt x="2644" y="8463"/>
                  </a:cubicBezTo>
                  <a:cubicBezTo>
                    <a:pt x="2429" y="9058"/>
                    <a:pt x="2358" y="9701"/>
                    <a:pt x="2453" y="10344"/>
                  </a:cubicBezTo>
                  <a:cubicBezTo>
                    <a:pt x="2453" y="10637"/>
                    <a:pt x="2711" y="10857"/>
                    <a:pt x="3000" y="10857"/>
                  </a:cubicBezTo>
                  <a:cubicBezTo>
                    <a:pt x="3040" y="10857"/>
                    <a:pt x="3080" y="10853"/>
                    <a:pt x="3120" y="10844"/>
                  </a:cubicBezTo>
                  <a:cubicBezTo>
                    <a:pt x="3762" y="10624"/>
                    <a:pt x="4424" y="10567"/>
                    <a:pt x="5096" y="10567"/>
                  </a:cubicBezTo>
                  <a:cubicBezTo>
                    <a:pt x="5838" y="10567"/>
                    <a:pt x="6591" y="10637"/>
                    <a:pt x="7338" y="10637"/>
                  </a:cubicBezTo>
                  <a:cubicBezTo>
                    <a:pt x="7672" y="10637"/>
                    <a:pt x="8005" y="10623"/>
                    <a:pt x="8335" y="10582"/>
                  </a:cubicBezTo>
                  <a:cubicBezTo>
                    <a:pt x="8621" y="10582"/>
                    <a:pt x="8836" y="10344"/>
                    <a:pt x="8859" y="10058"/>
                  </a:cubicBezTo>
                  <a:cubicBezTo>
                    <a:pt x="8836" y="9487"/>
                    <a:pt x="8717" y="8915"/>
                    <a:pt x="8502" y="8367"/>
                  </a:cubicBezTo>
                  <a:cubicBezTo>
                    <a:pt x="8883" y="8367"/>
                    <a:pt x="9264" y="8320"/>
                    <a:pt x="9621" y="8296"/>
                  </a:cubicBezTo>
                  <a:cubicBezTo>
                    <a:pt x="11669" y="8010"/>
                    <a:pt x="10836" y="4843"/>
                    <a:pt x="10741" y="3462"/>
                  </a:cubicBezTo>
                  <a:cubicBezTo>
                    <a:pt x="10693" y="2628"/>
                    <a:pt x="10860" y="1771"/>
                    <a:pt x="10741" y="914"/>
                  </a:cubicBezTo>
                  <a:cubicBezTo>
                    <a:pt x="10645" y="152"/>
                    <a:pt x="9764" y="56"/>
                    <a:pt x="9145" y="9"/>
                  </a:cubicBezTo>
                  <a:cubicBezTo>
                    <a:pt x="9017" y="3"/>
                    <a:pt x="8889" y="0"/>
                    <a:pt x="87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95"/>
            <p:cNvSpPr/>
            <p:nvPr/>
          </p:nvSpPr>
          <p:spPr>
            <a:xfrm>
              <a:off x="3987100" y="2422350"/>
              <a:ext cx="184000" cy="115875"/>
            </a:xfrm>
            <a:custGeom>
              <a:avLst/>
              <a:gdLst/>
              <a:ahLst/>
              <a:cxnLst/>
              <a:rect l="l" t="t" r="r" b="b"/>
              <a:pathLst>
                <a:path w="7360" h="4635" extrusionOk="0">
                  <a:moveTo>
                    <a:pt x="4484" y="555"/>
                  </a:moveTo>
                  <a:cubicBezTo>
                    <a:pt x="4577" y="555"/>
                    <a:pt x="4670" y="556"/>
                    <a:pt x="4764" y="557"/>
                  </a:cubicBezTo>
                  <a:cubicBezTo>
                    <a:pt x="4809" y="557"/>
                    <a:pt x="4856" y="557"/>
                    <a:pt x="4905" y="557"/>
                  </a:cubicBezTo>
                  <a:cubicBezTo>
                    <a:pt x="5341" y="557"/>
                    <a:pt x="5888" y="576"/>
                    <a:pt x="6145" y="962"/>
                  </a:cubicBezTo>
                  <a:cubicBezTo>
                    <a:pt x="6359" y="1248"/>
                    <a:pt x="6312" y="1748"/>
                    <a:pt x="6288" y="2081"/>
                  </a:cubicBezTo>
                  <a:cubicBezTo>
                    <a:pt x="6288" y="2653"/>
                    <a:pt x="6193" y="3201"/>
                    <a:pt x="6193" y="3772"/>
                  </a:cubicBezTo>
                  <a:cubicBezTo>
                    <a:pt x="6033" y="3774"/>
                    <a:pt x="5874" y="3775"/>
                    <a:pt x="5714" y="3775"/>
                  </a:cubicBezTo>
                  <a:cubicBezTo>
                    <a:pt x="5187" y="3775"/>
                    <a:pt x="4659" y="3766"/>
                    <a:pt x="4130" y="3766"/>
                  </a:cubicBezTo>
                  <a:cubicBezTo>
                    <a:pt x="3001" y="3766"/>
                    <a:pt x="1873" y="3806"/>
                    <a:pt x="763" y="4058"/>
                  </a:cubicBezTo>
                  <a:cubicBezTo>
                    <a:pt x="572" y="2963"/>
                    <a:pt x="501" y="1843"/>
                    <a:pt x="525" y="724"/>
                  </a:cubicBezTo>
                  <a:cubicBezTo>
                    <a:pt x="1859" y="702"/>
                    <a:pt x="3172" y="555"/>
                    <a:pt x="4484" y="555"/>
                  </a:cubicBezTo>
                  <a:close/>
                  <a:moveTo>
                    <a:pt x="4808" y="1"/>
                  </a:moveTo>
                  <a:cubicBezTo>
                    <a:pt x="4360" y="1"/>
                    <a:pt x="3907" y="46"/>
                    <a:pt x="3549" y="57"/>
                  </a:cubicBezTo>
                  <a:cubicBezTo>
                    <a:pt x="2454" y="81"/>
                    <a:pt x="1358" y="200"/>
                    <a:pt x="263" y="200"/>
                  </a:cubicBezTo>
                  <a:cubicBezTo>
                    <a:pt x="120" y="200"/>
                    <a:pt x="25" y="319"/>
                    <a:pt x="1" y="462"/>
                  </a:cubicBezTo>
                  <a:cubicBezTo>
                    <a:pt x="1" y="1796"/>
                    <a:pt x="1" y="3153"/>
                    <a:pt x="310" y="4439"/>
                  </a:cubicBezTo>
                  <a:cubicBezTo>
                    <a:pt x="352" y="4564"/>
                    <a:pt x="448" y="4634"/>
                    <a:pt x="567" y="4634"/>
                  </a:cubicBezTo>
                  <a:cubicBezTo>
                    <a:pt x="584" y="4634"/>
                    <a:pt x="602" y="4633"/>
                    <a:pt x="620" y="4630"/>
                  </a:cubicBezTo>
                  <a:cubicBezTo>
                    <a:pt x="1822" y="4318"/>
                    <a:pt x="3034" y="4274"/>
                    <a:pt x="4255" y="4274"/>
                  </a:cubicBezTo>
                  <a:cubicBezTo>
                    <a:pt x="4726" y="4274"/>
                    <a:pt x="5198" y="4281"/>
                    <a:pt x="5672" y="4281"/>
                  </a:cubicBezTo>
                  <a:cubicBezTo>
                    <a:pt x="5941" y="4281"/>
                    <a:pt x="6209" y="4279"/>
                    <a:pt x="6478" y="4272"/>
                  </a:cubicBezTo>
                  <a:cubicBezTo>
                    <a:pt x="6621" y="4272"/>
                    <a:pt x="6717" y="4153"/>
                    <a:pt x="6740" y="4034"/>
                  </a:cubicBezTo>
                  <a:cubicBezTo>
                    <a:pt x="6645" y="2891"/>
                    <a:pt x="7359" y="938"/>
                    <a:pt x="6097" y="248"/>
                  </a:cubicBezTo>
                  <a:cubicBezTo>
                    <a:pt x="5754" y="51"/>
                    <a:pt x="5284" y="1"/>
                    <a:pt x="480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15"/>
                                        </p:tgtEl>
                                        <p:attrNameLst>
                                          <p:attrName>style.visibility</p:attrName>
                                        </p:attrNameLst>
                                      </p:cBhvr>
                                      <p:to>
                                        <p:strVal val="visible"/>
                                      </p:to>
                                    </p:set>
                                    <p:animEffect transition="in" filter="fade">
                                      <p:cBhvr>
                                        <p:cTn id="7" dur="1000"/>
                                        <p:tgtEl>
                                          <p:spTgt spid="111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116"/>
                                        </p:tgtEl>
                                        <p:attrNameLst>
                                          <p:attrName>style.visibility</p:attrName>
                                        </p:attrNameLst>
                                      </p:cBhvr>
                                      <p:to>
                                        <p:strVal val="visible"/>
                                      </p:to>
                                    </p:set>
                                    <p:animEffect transition="in" filter="fade">
                                      <p:cBhvr>
                                        <p:cTn id="11" dur="1000"/>
                                        <p:tgtEl>
                                          <p:spTgt spid="1116"/>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117"/>
                                        </p:tgtEl>
                                        <p:attrNameLst>
                                          <p:attrName>style.visibility</p:attrName>
                                        </p:attrNameLst>
                                      </p:cBhvr>
                                      <p:to>
                                        <p:strVal val="visible"/>
                                      </p:to>
                                    </p:set>
                                    <p:animEffect transition="in" filter="fade">
                                      <p:cBhvr>
                                        <p:cTn id="15" dur="1000"/>
                                        <p:tgtEl>
                                          <p:spTgt spid="1117"/>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118"/>
                                        </p:tgtEl>
                                        <p:attrNameLst>
                                          <p:attrName>style.visibility</p:attrName>
                                        </p:attrNameLst>
                                      </p:cBhvr>
                                      <p:to>
                                        <p:strVal val="visible"/>
                                      </p:to>
                                    </p:set>
                                    <p:animEffect transition="in" filter="fade">
                                      <p:cBhvr>
                                        <p:cTn id="19" dur="1000"/>
                                        <p:tgtEl>
                                          <p:spTgt spid="1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9"/>
        <p:cNvGrpSpPr/>
        <p:nvPr/>
      </p:nvGrpSpPr>
      <p:grpSpPr>
        <a:xfrm>
          <a:off x="0" y="0"/>
          <a:ext cx="0" cy="0"/>
          <a:chOff x="0" y="0"/>
          <a:chExt cx="0" cy="0"/>
        </a:xfrm>
      </p:grpSpPr>
      <p:sp>
        <p:nvSpPr>
          <p:cNvPr id="1180" name="Google Shape;1180;p98"/>
          <p:cNvSpPr txBox="1">
            <a:spLocks noGrp="1"/>
          </p:cNvSpPr>
          <p:nvPr>
            <p:ph type="title"/>
          </p:nvPr>
        </p:nvSpPr>
        <p:spPr>
          <a:xfrm>
            <a:off x="1002325" y="711175"/>
            <a:ext cx="3273900" cy="8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geography of your country</a:t>
            </a:r>
            <a:endParaRPr/>
          </a:p>
        </p:txBody>
      </p:sp>
      <p:sp>
        <p:nvSpPr>
          <p:cNvPr id="1181" name="Google Shape;1181;p98"/>
          <p:cNvSpPr/>
          <p:nvPr/>
        </p:nvSpPr>
        <p:spPr>
          <a:xfrm>
            <a:off x="1035200" y="1963188"/>
            <a:ext cx="3046750" cy="1885820"/>
          </a:xfrm>
          <a:custGeom>
            <a:avLst/>
            <a:gdLst/>
            <a:ahLst/>
            <a:cxnLst/>
            <a:rect l="l" t="t" r="r" b="b"/>
            <a:pathLst>
              <a:path w="233244" h="144369" extrusionOk="0">
                <a:moveTo>
                  <a:pt x="22808" y="1"/>
                </a:moveTo>
                <a:cubicBezTo>
                  <a:pt x="23579" y="3040"/>
                  <a:pt x="22324" y="6493"/>
                  <a:pt x="19777" y="8322"/>
                </a:cubicBezTo>
                <a:cubicBezTo>
                  <a:pt x="19226" y="7089"/>
                  <a:pt x="19768" y="5479"/>
                  <a:pt x="20947" y="4825"/>
                </a:cubicBezTo>
                <a:cubicBezTo>
                  <a:pt x="19275" y="3184"/>
                  <a:pt x="17154" y="2076"/>
                  <a:pt x="14854" y="1628"/>
                </a:cubicBezTo>
                <a:lnTo>
                  <a:pt x="14854" y="1628"/>
                </a:lnTo>
                <a:cubicBezTo>
                  <a:pt x="15737" y="8380"/>
                  <a:pt x="14334" y="15415"/>
                  <a:pt x="10922" y="21306"/>
                </a:cubicBezTo>
                <a:cubicBezTo>
                  <a:pt x="9124" y="24409"/>
                  <a:pt x="6752" y="27305"/>
                  <a:pt x="6017" y="30811"/>
                </a:cubicBezTo>
                <a:cubicBezTo>
                  <a:pt x="5174" y="34802"/>
                  <a:pt x="6430" y="39514"/>
                  <a:pt x="3793" y="42626"/>
                </a:cubicBezTo>
                <a:cubicBezTo>
                  <a:pt x="2332" y="44343"/>
                  <a:pt x="1874" y="46746"/>
                  <a:pt x="1251" y="48921"/>
                </a:cubicBezTo>
                <a:cubicBezTo>
                  <a:pt x="628" y="51077"/>
                  <a:pt x="0" y="53337"/>
                  <a:pt x="471" y="55529"/>
                </a:cubicBezTo>
                <a:cubicBezTo>
                  <a:pt x="801" y="57055"/>
                  <a:pt x="2001" y="58617"/>
                  <a:pt x="3503" y="58617"/>
                </a:cubicBezTo>
                <a:cubicBezTo>
                  <a:pt x="3612" y="58617"/>
                  <a:pt x="3722" y="58608"/>
                  <a:pt x="3834" y="58592"/>
                </a:cubicBezTo>
                <a:cubicBezTo>
                  <a:pt x="4623" y="58470"/>
                  <a:pt x="5286" y="57932"/>
                  <a:pt x="6062" y="57753"/>
                </a:cubicBezTo>
                <a:cubicBezTo>
                  <a:pt x="6172" y="57728"/>
                  <a:pt x="6288" y="57716"/>
                  <a:pt x="6405" y="57716"/>
                </a:cubicBezTo>
                <a:cubicBezTo>
                  <a:pt x="7115" y="57716"/>
                  <a:pt x="7874" y="58164"/>
                  <a:pt x="7770" y="58838"/>
                </a:cubicBezTo>
                <a:cubicBezTo>
                  <a:pt x="7725" y="59147"/>
                  <a:pt x="7506" y="59399"/>
                  <a:pt x="7290" y="59623"/>
                </a:cubicBezTo>
                <a:cubicBezTo>
                  <a:pt x="6528" y="60416"/>
                  <a:pt x="5645" y="61116"/>
                  <a:pt x="5084" y="62062"/>
                </a:cubicBezTo>
                <a:cubicBezTo>
                  <a:pt x="4524" y="63008"/>
                  <a:pt x="4358" y="64304"/>
                  <a:pt x="5058" y="65155"/>
                </a:cubicBezTo>
                <a:cubicBezTo>
                  <a:pt x="5703" y="65940"/>
                  <a:pt x="7048" y="66456"/>
                  <a:pt x="6829" y="67447"/>
                </a:cubicBezTo>
                <a:cubicBezTo>
                  <a:pt x="6622" y="68375"/>
                  <a:pt x="5067" y="68751"/>
                  <a:pt x="5264" y="69679"/>
                </a:cubicBezTo>
                <a:cubicBezTo>
                  <a:pt x="5318" y="69939"/>
                  <a:pt x="5506" y="70141"/>
                  <a:pt x="5685" y="70334"/>
                </a:cubicBezTo>
                <a:cubicBezTo>
                  <a:pt x="8263" y="73185"/>
                  <a:pt x="9734" y="77413"/>
                  <a:pt x="8891" y="81166"/>
                </a:cubicBezTo>
                <a:lnTo>
                  <a:pt x="15311" y="86152"/>
                </a:lnTo>
                <a:cubicBezTo>
                  <a:pt x="17073" y="87524"/>
                  <a:pt x="18952" y="89923"/>
                  <a:pt x="21068" y="90631"/>
                </a:cubicBezTo>
                <a:cubicBezTo>
                  <a:pt x="21194" y="92904"/>
                  <a:pt x="21503" y="94680"/>
                  <a:pt x="21629" y="96948"/>
                </a:cubicBezTo>
                <a:cubicBezTo>
                  <a:pt x="24655" y="96823"/>
                  <a:pt x="27816" y="96733"/>
                  <a:pt x="30842" y="96612"/>
                </a:cubicBezTo>
                <a:cubicBezTo>
                  <a:pt x="32658" y="98724"/>
                  <a:pt x="35003" y="101423"/>
                  <a:pt x="37622" y="102373"/>
                </a:cubicBezTo>
                <a:cubicBezTo>
                  <a:pt x="40832" y="103535"/>
                  <a:pt x="43737" y="105404"/>
                  <a:pt x="46790" y="106933"/>
                </a:cubicBezTo>
                <a:cubicBezTo>
                  <a:pt x="49536" y="108306"/>
                  <a:pt x="52524" y="109426"/>
                  <a:pt x="55569" y="109426"/>
                </a:cubicBezTo>
                <a:cubicBezTo>
                  <a:pt x="55915" y="109426"/>
                  <a:pt x="56262" y="109411"/>
                  <a:pt x="56609" y="109381"/>
                </a:cubicBezTo>
                <a:cubicBezTo>
                  <a:pt x="57838" y="109278"/>
                  <a:pt x="59039" y="108973"/>
                  <a:pt x="60255" y="108776"/>
                </a:cubicBezTo>
                <a:cubicBezTo>
                  <a:pt x="61980" y="108491"/>
                  <a:pt x="63998" y="108435"/>
                  <a:pt x="65917" y="108435"/>
                </a:cubicBezTo>
                <a:cubicBezTo>
                  <a:pt x="66775" y="108435"/>
                  <a:pt x="67613" y="108446"/>
                  <a:pt x="68397" y="108453"/>
                </a:cubicBezTo>
                <a:cubicBezTo>
                  <a:pt x="71598" y="111103"/>
                  <a:pt x="74947" y="113959"/>
                  <a:pt x="76297" y="117895"/>
                </a:cubicBezTo>
                <a:cubicBezTo>
                  <a:pt x="76673" y="118985"/>
                  <a:pt x="76880" y="120133"/>
                  <a:pt x="77373" y="121173"/>
                </a:cubicBezTo>
                <a:cubicBezTo>
                  <a:pt x="78126" y="122760"/>
                  <a:pt x="79480" y="123971"/>
                  <a:pt x="80798" y="125132"/>
                </a:cubicBezTo>
                <a:cubicBezTo>
                  <a:pt x="81063" y="125369"/>
                  <a:pt x="81345" y="125616"/>
                  <a:pt x="81695" y="125692"/>
                </a:cubicBezTo>
                <a:cubicBezTo>
                  <a:pt x="81783" y="125712"/>
                  <a:pt x="81869" y="125721"/>
                  <a:pt x="81951" y="125721"/>
                </a:cubicBezTo>
                <a:cubicBezTo>
                  <a:pt x="82934" y="125721"/>
                  <a:pt x="83508" y="124389"/>
                  <a:pt x="84116" y="123495"/>
                </a:cubicBezTo>
                <a:cubicBezTo>
                  <a:pt x="84957" y="122268"/>
                  <a:pt x="86449" y="121688"/>
                  <a:pt x="87960" y="121688"/>
                </a:cubicBezTo>
                <a:cubicBezTo>
                  <a:pt x="88640" y="121688"/>
                  <a:pt x="89323" y="121806"/>
                  <a:pt x="89954" y="122034"/>
                </a:cubicBezTo>
                <a:cubicBezTo>
                  <a:pt x="91985" y="122773"/>
                  <a:pt x="93549" y="124405"/>
                  <a:pt x="94890" y="126100"/>
                </a:cubicBezTo>
                <a:cubicBezTo>
                  <a:pt x="97446" y="129324"/>
                  <a:pt x="99468" y="132942"/>
                  <a:pt x="100871" y="136811"/>
                </a:cubicBezTo>
                <a:cubicBezTo>
                  <a:pt x="101440" y="138376"/>
                  <a:pt x="101952" y="140053"/>
                  <a:pt x="103158" y="141201"/>
                </a:cubicBezTo>
                <a:cubicBezTo>
                  <a:pt x="104332" y="142322"/>
                  <a:pt x="105987" y="142761"/>
                  <a:pt x="107569" y="143160"/>
                </a:cubicBezTo>
                <a:lnTo>
                  <a:pt x="112089" y="144303"/>
                </a:lnTo>
                <a:cubicBezTo>
                  <a:pt x="112219" y="144338"/>
                  <a:pt x="112360" y="144368"/>
                  <a:pt x="112493" y="144368"/>
                </a:cubicBezTo>
                <a:cubicBezTo>
                  <a:pt x="112622" y="144368"/>
                  <a:pt x="112743" y="144340"/>
                  <a:pt x="112842" y="144259"/>
                </a:cubicBezTo>
                <a:cubicBezTo>
                  <a:pt x="113075" y="144061"/>
                  <a:pt x="113026" y="143698"/>
                  <a:pt x="112963" y="143402"/>
                </a:cubicBezTo>
                <a:cubicBezTo>
                  <a:pt x="112483" y="141232"/>
                  <a:pt x="112134" y="138999"/>
                  <a:pt x="112430" y="136798"/>
                </a:cubicBezTo>
                <a:cubicBezTo>
                  <a:pt x="112721" y="134597"/>
                  <a:pt x="113748" y="132413"/>
                  <a:pt x="115568" y="131140"/>
                </a:cubicBezTo>
                <a:cubicBezTo>
                  <a:pt x="116671" y="130364"/>
                  <a:pt x="117994" y="129965"/>
                  <a:pt x="119312" y="129678"/>
                </a:cubicBezTo>
                <a:cubicBezTo>
                  <a:pt x="120348" y="129449"/>
                  <a:pt x="121495" y="129221"/>
                  <a:pt x="122150" y="128387"/>
                </a:cubicBezTo>
                <a:cubicBezTo>
                  <a:pt x="122746" y="127625"/>
                  <a:pt x="122760" y="126584"/>
                  <a:pt x="122930" y="125638"/>
                </a:cubicBezTo>
                <a:cubicBezTo>
                  <a:pt x="123096" y="124692"/>
                  <a:pt x="123881" y="123876"/>
                  <a:pt x="124836" y="123742"/>
                </a:cubicBezTo>
                <a:cubicBezTo>
                  <a:pt x="125142" y="124098"/>
                  <a:pt x="125599" y="124241"/>
                  <a:pt x="126076" y="124241"/>
                </a:cubicBezTo>
                <a:cubicBezTo>
                  <a:pt x="126428" y="124241"/>
                  <a:pt x="126791" y="124163"/>
                  <a:pt x="127113" y="124033"/>
                </a:cubicBezTo>
                <a:cubicBezTo>
                  <a:pt x="127871" y="123728"/>
                  <a:pt x="128521" y="123195"/>
                  <a:pt x="129288" y="122912"/>
                </a:cubicBezTo>
                <a:cubicBezTo>
                  <a:pt x="129770" y="122733"/>
                  <a:pt x="130267" y="122660"/>
                  <a:pt x="130770" y="122660"/>
                </a:cubicBezTo>
                <a:cubicBezTo>
                  <a:pt x="132042" y="122660"/>
                  <a:pt x="133356" y="123127"/>
                  <a:pt x="134596" y="123522"/>
                </a:cubicBezTo>
                <a:cubicBezTo>
                  <a:pt x="135074" y="123673"/>
                  <a:pt x="135573" y="123817"/>
                  <a:pt x="136071" y="123817"/>
                </a:cubicBezTo>
                <a:cubicBezTo>
                  <a:pt x="136222" y="123817"/>
                  <a:pt x="136374" y="123804"/>
                  <a:pt x="136524" y="123773"/>
                </a:cubicBezTo>
                <a:cubicBezTo>
                  <a:pt x="137026" y="123666"/>
                  <a:pt x="137479" y="123379"/>
                  <a:pt x="137986" y="123294"/>
                </a:cubicBezTo>
                <a:cubicBezTo>
                  <a:pt x="138092" y="123277"/>
                  <a:pt x="138196" y="123269"/>
                  <a:pt x="138298" y="123269"/>
                </a:cubicBezTo>
                <a:cubicBezTo>
                  <a:pt x="139549" y="123269"/>
                  <a:pt x="140557" y="124467"/>
                  <a:pt x="141626" y="125221"/>
                </a:cubicBezTo>
                <a:cubicBezTo>
                  <a:pt x="142566" y="125887"/>
                  <a:pt x="143717" y="126221"/>
                  <a:pt x="144866" y="126221"/>
                </a:cubicBezTo>
                <a:cubicBezTo>
                  <a:pt x="145954" y="126221"/>
                  <a:pt x="147041" y="125922"/>
                  <a:pt x="147948" y="125320"/>
                </a:cubicBezTo>
                <a:cubicBezTo>
                  <a:pt x="149401" y="124352"/>
                  <a:pt x="150311" y="122782"/>
                  <a:pt x="151172" y="121271"/>
                </a:cubicBezTo>
                <a:cubicBezTo>
                  <a:pt x="151253" y="121128"/>
                  <a:pt x="151338" y="120971"/>
                  <a:pt x="151329" y="120810"/>
                </a:cubicBezTo>
                <a:cubicBezTo>
                  <a:pt x="151302" y="120402"/>
                  <a:pt x="150782" y="120254"/>
                  <a:pt x="150374" y="120222"/>
                </a:cubicBezTo>
                <a:cubicBezTo>
                  <a:pt x="149286" y="120142"/>
                  <a:pt x="148193" y="120100"/>
                  <a:pt x="147099" y="120100"/>
                </a:cubicBezTo>
                <a:cubicBezTo>
                  <a:pt x="146674" y="120100"/>
                  <a:pt x="146249" y="120107"/>
                  <a:pt x="145823" y="120119"/>
                </a:cubicBezTo>
                <a:cubicBezTo>
                  <a:pt x="145890" y="119290"/>
                  <a:pt x="146993" y="119075"/>
                  <a:pt x="147823" y="119066"/>
                </a:cubicBezTo>
                <a:cubicBezTo>
                  <a:pt x="151652" y="119039"/>
                  <a:pt x="155472" y="118653"/>
                  <a:pt x="159229" y="117918"/>
                </a:cubicBezTo>
                <a:cubicBezTo>
                  <a:pt x="160530" y="117664"/>
                  <a:pt x="161869" y="117369"/>
                  <a:pt x="163180" y="117369"/>
                </a:cubicBezTo>
                <a:cubicBezTo>
                  <a:pt x="163840" y="117369"/>
                  <a:pt x="164492" y="117443"/>
                  <a:pt x="165129" y="117635"/>
                </a:cubicBezTo>
                <a:cubicBezTo>
                  <a:pt x="167217" y="118262"/>
                  <a:pt x="169017" y="120106"/>
                  <a:pt x="171131" y="120106"/>
                </a:cubicBezTo>
                <a:cubicBezTo>
                  <a:pt x="171287" y="120106"/>
                  <a:pt x="171444" y="120096"/>
                  <a:pt x="171603" y="120074"/>
                </a:cubicBezTo>
                <a:cubicBezTo>
                  <a:pt x="173347" y="119839"/>
                  <a:pt x="174789" y="118256"/>
                  <a:pt x="176513" y="118256"/>
                </a:cubicBezTo>
                <a:cubicBezTo>
                  <a:pt x="176597" y="118256"/>
                  <a:pt x="176683" y="118260"/>
                  <a:pt x="176769" y="118267"/>
                </a:cubicBezTo>
                <a:cubicBezTo>
                  <a:pt x="178109" y="118389"/>
                  <a:pt x="179118" y="119483"/>
                  <a:pt x="180086" y="120424"/>
                </a:cubicBezTo>
                <a:cubicBezTo>
                  <a:pt x="180929" y="121239"/>
                  <a:pt x="181785" y="122210"/>
                  <a:pt x="182846" y="122210"/>
                </a:cubicBezTo>
                <a:cubicBezTo>
                  <a:pt x="183005" y="122210"/>
                  <a:pt x="183168" y="122189"/>
                  <a:pt x="183337" y="122141"/>
                </a:cubicBezTo>
                <a:lnTo>
                  <a:pt x="183337" y="122141"/>
                </a:lnTo>
                <a:cubicBezTo>
                  <a:pt x="182418" y="124634"/>
                  <a:pt x="183691" y="127342"/>
                  <a:pt x="184933" y="129687"/>
                </a:cubicBezTo>
                <a:lnTo>
                  <a:pt x="187085" y="133758"/>
                </a:lnTo>
                <a:cubicBezTo>
                  <a:pt x="187955" y="135399"/>
                  <a:pt x="188838" y="137062"/>
                  <a:pt x="190076" y="138448"/>
                </a:cubicBezTo>
                <a:cubicBezTo>
                  <a:pt x="191546" y="140089"/>
                  <a:pt x="193447" y="141268"/>
                  <a:pt x="195321" y="142425"/>
                </a:cubicBezTo>
                <a:cubicBezTo>
                  <a:pt x="195613" y="142604"/>
                  <a:pt x="195924" y="142787"/>
                  <a:pt x="196261" y="142787"/>
                </a:cubicBezTo>
                <a:cubicBezTo>
                  <a:pt x="196287" y="142787"/>
                  <a:pt x="196313" y="142786"/>
                  <a:pt x="196339" y="142783"/>
                </a:cubicBezTo>
                <a:cubicBezTo>
                  <a:pt x="196832" y="142748"/>
                  <a:pt x="197196" y="142304"/>
                  <a:pt x="197420" y="141860"/>
                </a:cubicBezTo>
                <a:cubicBezTo>
                  <a:pt x="197967" y="140779"/>
                  <a:pt x="198056" y="139528"/>
                  <a:pt x="198061" y="138318"/>
                </a:cubicBezTo>
                <a:cubicBezTo>
                  <a:pt x="198070" y="133373"/>
                  <a:pt x="196832" y="128503"/>
                  <a:pt x="194461" y="124163"/>
                </a:cubicBezTo>
                <a:cubicBezTo>
                  <a:pt x="192887" y="121298"/>
                  <a:pt x="190838" y="118693"/>
                  <a:pt x="189524" y="115703"/>
                </a:cubicBezTo>
                <a:cubicBezTo>
                  <a:pt x="188211" y="112712"/>
                  <a:pt x="187722" y="109094"/>
                  <a:pt x="189345" y="106256"/>
                </a:cubicBezTo>
                <a:cubicBezTo>
                  <a:pt x="190089" y="104942"/>
                  <a:pt x="191492" y="103620"/>
                  <a:pt x="191107" y="102163"/>
                </a:cubicBezTo>
                <a:cubicBezTo>
                  <a:pt x="191640" y="101808"/>
                  <a:pt x="192376" y="101974"/>
                  <a:pt x="192977" y="101728"/>
                </a:cubicBezTo>
                <a:cubicBezTo>
                  <a:pt x="193299" y="101598"/>
                  <a:pt x="193559" y="101351"/>
                  <a:pt x="193802" y="101104"/>
                </a:cubicBezTo>
                <a:cubicBezTo>
                  <a:pt x="195954" y="98948"/>
                  <a:pt x="197760" y="95720"/>
                  <a:pt x="198666" y="92810"/>
                </a:cubicBezTo>
                <a:cubicBezTo>
                  <a:pt x="198892" y="93011"/>
                  <a:pt x="199182" y="93098"/>
                  <a:pt x="199482" y="93098"/>
                </a:cubicBezTo>
                <a:cubicBezTo>
                  <a:pt x="199819" y="93098"/>
                  <a:pt x="200168" y="92988"/>
                  <a:pt x="200455" y="92805"/>
                </a:cubicBezTo>
                <a:cubicBezTo>
                  <a:pt x="200993" y="92465"/>
                  <a:pt x="201365" y="91918"/>
                  <a:pt x="201760" y="91416"/>
                </a:cubicBezTo>
                <a:cubicBezTo>
                  <a:pt x="202993" y="89824"/>
                  <a:pt x="204517" y="88483"/>
                  <a:pt x="206252" y="87466"/>
                </a:cubicBezTo>
                <a:cubicBezTo>
                  <a:pt x="207015" y="87022"/>
                  <a:pt x="207880" y="86564"/>
                  <a:pt x="208171" y="85730"/>
                </a:cubicBezTo>
                <a:cubicBezTo>
                  <a:pt x="208328" y="85291"/>
                  <a:pt x="208297" y="84807"/>
                  <a:pt x="208256" y="84341"/>
                </a:cubicBezTo>
                <a:cubicBezTo>
                  <a:pt x="208086" y="82139"/>
                  <a:pt x="207916" y="79938"/>
                  <a:pt x="207745" y="77741"/>
                </a:cubicBezTo>
                <a:cubicBezTo>
                  <a:pt x="207687" y="76974"/>
                  <a:pt x="207620" y="76185"/>
                  <a:pt x="207275" y="75499"/>
                </a:cubicBezTo>
                <a:cubicBezTo>
                  <a:pt x="206937" y="74829"/>
                  <a:pt x="206369" y="73820"/>
                  <a:pt x="205628" y="73820"/>
                </a:cubicBezTo>
                <a:cubicBezTo>
                  <a:pt x="205610" y="73820"/>
                  <a:pt x="205593" y="73821"/>
                  <a:pt x="205575" y="73822"/>
                </a:cubicBezTo>
                <a:cubicBezTo>
                  <a:pt x="205808" y="72531"/>
                  <a:pt x="205598" y="71204"/>
                  <a:pt x="204983" y="70047"/>
                </a:cubicBezTo>
                <a:cubicBezTo>
                  <a:pt x="204602" y="69325"/>
                  <a:pt x="204069" y="68688"/>
                  <a:pt x="203710" y="67958"/>
                </a:cubicBezTo>
                <a:cubicBezTo>
                  <a:pt x="202979" y="66460"/>
                  <a:pt x="203047" y="64712"/>
                  <a:pt x="203132" y="63048"/>
                </a:cubicBezTo>
                <a:cubicBezTo>
                  <a:pt x="203175" y="62218"/>
                  <a:pt x="203511" y="61123"/>
                  <a:pt x="204299" y="61123"/>
                </a:cubicBezTo>
                <a:cubicBezTo>
                  <a:pt x="204332" y="61123"/>
                  <a:pt x="204366" y="61125"/>
                  <a:pt x="204401" y="61129"/>
                </a:cubicBezTo>
                <a:cubicBezTo>
                  <a:pt x="204105" y="62833"/>
                  <a:pt x="204490" y="64586"/>
                  <a:pt x="205463" y="66012"/>
                </a:cubicBezTo>
                <a:cubicBezTo>
                  <a:pt x="206073" y="66886"/>
                  <a:pt x="206916" y="67662"/>
                  <a:pt x="207154" y="68702"/>
                </a:cubicBezTo>
                <a:cubicBezTo>
                  <a:pt x="207373" y="69652"/>
                  <a:pt x="207113" y="70832"/>
                  <a:pt x="207848" y="71468"/>
                </a:cubicBezTo>
                <a:cubicBezTo>
                  <a:pt x="209705" y="68679"/>
                  <a:pt x="209611" y="64738"/>
                  <a:pt x="207624" y="62044"/>
                </a:cubicBezTo>
                <a:cubicBezTo>
                  <a:pt x="207185" y="61443"/>
                  <a:pt x="206701" y="60484"/>
                  <a:pt x="207333" y="60089"/>
                </a:cubicBezTo>
                <a:cubicBezTo>
                  <a:pt x="207447" y="60018"/>
                  <a:pt x="207562" y="59987"/>
                  <a:pt x="207678" y="59987"/>
                </a:cubicBezTo>
                <a:cubicBezTo>
                  <a:pt x="208355" y="59987"/>
                  <a:pt x="209068" y="61026"/>
                  <a:pt x="209789" y="61026"/>
                </a:cubicBezTo>
                <a:cubicBezTo>
                  <a:pt x="209884" y="61026"/>
                  <a:pt x="209978" y="61008"/>
                  <a:pt x="210072" y="60968"/>
                </a:cubicBezTo>
                <a:cubicBezTo>
                  <a:pt x="210270" y="60883"/>
                  <a:pt x="210418" y="60708"/>
                  <a:pt x="210543" y="60528"/>
                </a:cubicBezTo>
                <a:cubicBezTo>
                  <a:pt x="212130" y="58305"/>
                  <a:pt x="211749" y="55296"/>
                  <a:pt x="211507" y="52575"/>
                </a:cubicBezTo>
                <a:cubicBezTo>
                  <a:pt x="211458" y="52032"/>
                  <a:pt x="211426" y="51454"/>
                  <a:pt x="211700" y="50983"/>
                </a:cubicBezTo>
                <a:cubicBezTo>
                  <a:pt x="211929" y="50584"/>
                  <a:pt x="212345" y="50333"/>
                  <a:pt x="212736" y="50100"/>
                </a:cubicBezTo>
                <a:lnTo>
                  <a:pt x="224994" y="42827"/>
                </a:lnTo>
                <a:cubicBezTo>
                  <a:pt x="222743" y="41527"/>
                  <a:pt x="221165" y="39133"/>
                  <a:pt x="220851" y="36555"/>
                </a:cubicBezTo>
                <a:cubicBezTo>
                  <a:pt x="220797" y="36111"/>
                  <a:pt x="220784" y="35631"/>
                  <a:pt x="221035" y="35259"/>
                </a:cubicBezTo>
                <a:cubicBezTo>
                  <a:pt x="221322" y="34820"/>
                  <a:pt x="221895" y="34645"/>
                  <a:pt x="222214" y="34223"/>
                </a:cubicBezTo>
                <a:cubicBezTo>
                  <a:pt x="222581" y="33735"/>
                  <a:pt x="222505" y="33058"/>
                  <a:pt x="222604" y="32448"/>
                </a:cubicBezTo>
                <a:cubicBezTo>
                  <a:pt x="222824" y="31072"/>
                  <a:pt x="223958" y="30049"/>
                  <a:pt x="225020" y="29148"/>
                </a:cubicBezTo>
                <a:lnTo>
                  <a:pt x="232548" y="22768"/>
                </a:lnTo>
                <a:cubicBezTo>
                  <a:pt x="232737" y="22611"/>
                  <a:pt x="232934" y="22436"/>
                  <a:pt x="233006" y="22203"/>
                </a:cubicBezTo>
                <a:cubicBezTo>
                  <a:pt x="233243" y="21477"/>
                  <a:pt x="232266" y="21019"/>
                  <a:pt x="231562" y="20719"/>
                </a:cubicBezTo>
                <a:cubicBezTo>
                  <a:pt x="230064" y="20082"/>
                  <a:pt x="229002" y="18683"/>
                  <a:pt x="228347" y="17190"/>
                </a:cubicBezTo>
                <a:cubicBezTo>
                  <a:pt x="227693" y="15697"/>
                  <a:pt x="227383" y="14083"/>
                  <a:pt x="226948" y="12514"/>
                </a:cubicBezTo>
                <a:cubicBezTo>
                  <a:pt x="226742" y="11765"/>
                  <a:pt x="226478" y="10981"/>
                  <a:pt x="225877" y="10488"/>
                </a:cubicBezTo>
                <a:cubicBezTo>
                  <a:pt x="225411" y="10102"/>
                  <a:pt x="224830" y="9961"/>
                  <a:pt x="224222" y="9961"/>
                </a:cubicBezTo>
                <a:cubicBezTo>
                  <a:pt x="223637" y="9961"/>
                  <a:pt x="223026" y="10092"/>
                  <a:pt x="222469" y="10259"/>
                </a:cubicBezTo>
                <a:cubicBezTo>
                  <a:pt x="221864" y="10438"/>
                  <a:pt x="221250" y="10662"/>
                  <a:pt x="220792" y="11097"/>
                </a:cubicBezTo>
                <a:cubicBezTo>
                  <a:pt x="220080" y="11783"/>
                  <a:pt x="219900" y="12841"/>
                  <a:pt x="219784" y="13823"/>
                </a:cubicBezTo>
                <a:cubicBezTo>
                  <a:pt x="219506" y="16177"/>
                  <a:pt x="219062" y="19011"/>
                  <a:pt x="219044" y="21383"/>
                </a:cubicBezTo>
                <a:cubicBezTo>
                  <a:pt x="217103" y="24194"/>
                  <a:pt x="214197" y="26198"/>
                  <a:pt x="210879" y="27009"/>
                </a:cubicBezTo>
                <a:cubicBezTo>
                  <a:pt x="208499" y="27579"/>
                  <a:pt x="205997" y="27512"/>
                  <a:pt x="203643" y="28171"/>
                </a:cubicBezTo>
                <a:cubicBezTo>
                  <a:pt x="201289" y="28825"/>
                  <a:pt x="198944" y="30516"/>
                  <a:pt x="198635" y="32941"/>
                </a:cubicBezTo>
                <a:cubicBezTo>
                  <a:pt x="198491" y="34058"/>
                  <a:pt x="198801" y="35183"/>
                  <a:pt x="198823" y="36308"/>
                </a:cubicBezTo>
                <a:cubicBezTo>
                  <a:pt x="198846" y="37434"/>
                  <a:pt x="198460" y="38711"/>
                  <a:pt x="197433" y="39178"/>
                </a:cubicBezTo>
                <a:cubicBezTo>
                  <a:pt x="196996" y="39379"/>
                  <a:pt x="196503" y="39399"/>
                  <a:pt x="196017" y="39399"/>
                </a:cubicBezTo>
                <a:cubicBezTo>
                  <a:pt x="195895" y="39399"/>
                  <a:pt x="195773" y="39397"/>
                  <a:pt x="195653" y="39397"/>
                </a:cubicBezTo>
                <a:cubicBezTo>
                  <a:pt x="193335" y="39397"/>
                  <a:pt x="191044" y="39927"/>
                  <a:pt x="188959" y="40935"/>
                </a:cubicBezTo>
                <a:cubicBezTo>
                  <a:pt x="188444" y="41186"/>
                  <a:pt x="187856" y="41675"/>
                  <a:pt x="188067" y="42209"/>
                </a:cubicBezTo>
                <a:cubicBezTo>
                  <a:pt x="188184" y="42518"/>
                  <a:pt x="188529" y="42675"/>
                  <a:pt x="188704" y="42953"/>
                </a:cubicBezTo>
                <a:cubicBezTo>
                  <a:pt x="189071" y="43549"/>
                  <a:pt x="188520" y="44280"/>
                  <a:pt x="188013" y="44760"/>
                </a:cubicBezTo>
                <a:lnTo>
                  <a:pt x="183458" y="49055"/>
                </a:lnTo>
                <a:cubicBezTo>
                  <a:pt x="181791" y="50628"/>
                  <a:pt x="179328" y="52873"/>
                  <a:pt x="177068" y="52873"/>
                </a:cubicBezTo>
                <a:cubicBezTo>
                  <a:pt x="176745" y="52873"/>
                  <a:pt x="176426" y="52827"/>
                  <a:pt x="176114" y="52727"/>
                </a:cubicBezTo>
                <a:cubicBezTo>
                  <a:pt x="175473" y="53161"/>
                  <a:pt x="174703" y="53607"/>
                  <a:pt x="173970" y="53607"/>
                </a:cubicBezTo>
                <a:cubicBezTo>
                  <a:pt x="173719" y="53607"/>
                  <a:pt x="173472" y="53555"/>
                  <a:pt x="173235" y="53431"/>
                </a:cubicBezTo>
                <a:cubicBezTo>
                  <a:pt x="172137" y="52857"/>
                  <a:pt x="172222" y="51274"/>
                  <a:pt x="172563" y="50086"/>
                </a:cubicBezTo>
                <a:cubicBezTo>
                  <a:pt x="173083" y="48261"/>
                  <a:pt x="173841" y="46477"/>
                  <a:pt x="173948" y="44585"/>
                </a:cubicBezTo>
                <a:cubicBezTo>
                  <a:pt x="174056" y="42693"/>
                  <a:pt x="173325" y="40586"/>
                  <a:pt x="171621" y="39756"/>
                </a:cubicBezTo>
                <a:cubicBezTo>
                  <a:pt x="171509" y="39693"/>
                  <a:pt x="171384" y="39653"/>
                  <a:pt x="171254" y="39631"/>
                </a:cubicBezTo>
                <a:cubicBezTo>
                  <a:pt x="171218" y="39626"/>
                  <a:pt x="171183" y="39624"/>
                  <a:pt x="171149" y="39624"/>
                </a:cubicBezTo>
                <a:cubicBezTo>
                  <a:pt x="170503" y="39624"/>
                  <a:pt x="170145" y="40448"/>
                  <a:pt x="169868" y="41079"/>
                </a:cubicBezTo>
                <a:cubicBezTo>
                  <a:pt x="169659" y="41559"/>
                  <a:pt x="169123" y="42035"/>
                  <a:pt x="168680" y="42035"/>
                </a:cubicBezTo>
                <a:cubicBezTo>
                  <a:pt x="168515" y="42035"/>
                  <a:pt x="168363" y="41970"/>
                  <a:pt x="168245" y="41814"/>
                </a:cubicBezTo>
                <a:cubicBezTo>
                  <a:pt x="168218" y="39505"/>
                  <a:pt x="169913" y="37322"/>
                  <a:pt x="169442" y="35062"/>
                </a:cubicBezTo>
                <a:cubicBezTo>
                  <a:pt x="168948" y="32721"/>
                  <a:pt x="166318" y="31510"/>
                  <a:pt x="163884" y="31510"/>
                </a:cubicBezTo>
                <a:cubicBezTo>
                  <a:pt x="163669" y="31510"/>
                  <a:pt x="163456" y="31519"/>
                  <a:pt x="163246" y="31538"/>
                </a:cubicBezTo>
                <a:cubicBezTo>
                  <a:pt x="163269" y="32385"/>
                  <a:pt x="163286" y="33255"/>
                  <a:pt x="163013" y="34062"/>
                </a:cubicBezTo>
                <a:cubicBezTo>
                  <a:pt x="162744" y="34865"/>
                  <a:pt x="162112" y="35600"/>
                  <a:pt x="161278" y="35752"/>
                </a:cubicBezTo>
                <a:cubicBezTo>
                  <a:pt x="161104" y="35784"/>
                  <a:pt x="160920" y="35794"/>
                  <a:pt x="160733" y="35794"/>
                </a:cubicBezTo>
                <a:cubicBezTo>
                  <a:pt x="160471" y="35794"/>
                  <a:pt x="160202" y="35775"/>
                  <a:pt x="159946" y="35775"/>
                </a:cubicBezTo>
                <a:cubicBezTo>
                  <a:pt x="159457" y="35775"/>
                  <a:pt x="159012" y="35841"/>
                  <a:pt x="158736" y="36223"/>
                </a:cubicBezTo>
                <a:cubicBezTo>
                  <a:pt x="158574" y="36447"/>
                  <a:pt x="158525" y="36725"/>
                  <a:pt x="158480" y="36999"/>
                </a:cubicBezTo>
                <a:cubicBezTo>
                  <a:pt x="158278" y="38223"/>
                  <a:pt x="158077" y="39447"/>
                  <a:pt x="157875" y="40671"/>
                </a:cubicBezTo>
                <a:cubicBezTo>
                  <a:pt x="157736" y="41536"/>
                  <a:pt x="157592" y="42424"/>
                  <a:pt x="157785" y="43280"/>
                </a:cubicBezTo>
                <a:cubicBezTo>
                  <a:pt x="157929" y="43926"/>
                  <a:pt x="158256" y="44513"/>
                  <a:pt x="158480" y="45136"/>
                </a:cubicBezTo>
                <a:cubicBezTo>
                  <a:pt x="159045" y="46719"/>
                  <a:pt x="158915" y="48454"/>
                  <a:pt x="158772" y="50127"/>
                </a:cubicBezTo>
                <a:cubicBezTo>
                  <a:pt x="158691" y="51131"/>
                  <a:pt x="158534" y="52270"/>
                  <a:pt x="157718" y="52862"/>
                </a:cubicBezTo>
                <a:cubicBezTo>
                  <a:pt x="157377" y="53108"/>
                  <a:pt x="156956" y="53225"/>
                  <a:pt x="156534" y="53256"/>
                </a:cubicBezTo>
                <a:cubicBezTo>
                  <a:pt x="156468" y="53260"/>
                  <a:pt x="156402" y="53263"/>
                  <a:pt x="156337" y="53263"/>
                </a:cubicBezTo>
                <a:cubicBezTo>
                  <a:pt x="154370" y="53263"/>
                  <a:pt x="152787" y="51339"/>
                  <a:pt x="152400" y="49378"/>
                </a:cubicBezTo>
                <a:cubicBezTo>
                  <a:pt x="152006" y="47351"/>
                  <a:pt x="152521" y="45275"/>
                  <a:pt x="152790" y="43226"/>
                </a:cubicBezTo>
                <a:cubicBezTo>
                  <a:pt x="153060" y="41182"/>
                  <a:pt x="153163" y="38949"/>
                  <a:pt x="151885" y="37326"/>
                </a:cubicBezTo>
                <a:cubicBezTo>
                  <a:pt x="152741" y="34865"/>
                  <a:pt x="153741" y="32219"/>
                  <a:pt x="155956" y="30847"/>
                </a:cubicBezTo>
                <a:cubicBezTo>
                  <a:pt x="156709" y="30377"/>
                  <a:pt x="157561" y="30094"/>
                  <a:pt x="158413" y="29839"/>
                </a:cubicBezTo>
                <a:cubicBezTo>
                  <a:pt x="160870" y="29099"/>
                  <a:pt x="163394" y="28579"/>
                  <a:pt x="165945" y="28283"/>
                </a:cubicBezTo>
                <a:cubicBezTo>
                  <a:pt x="166192" y="27651"/>
                  <a:pt x="165385" y="27139"/>
                  <a:pt x="164735" y="26942"/>
                </a:cubicBezTo>
                <a:cubicBezTo>
                  <a:pt x="163157" y="26464"/>
                  <a:pt x="161432" y="26070"/>
                  <a:pt x="159784" y="26070"/>
                </a:cubicBezTo>
                <a:cubicBezTo>
                  <a:pt x="158252" y="26070"/>
                  <a:pt x="156786" y="26410"/>
                  <a:pt x="155566" y="27337"/>
                </a:cubicBezTo>
                <a:cubicBezTo>
                  <a:pt x="155170" y="27634"/>
                  <a:pt x="154727" y="28008"/>
                  <a:pt x="154266" y="28008"/>
                </a:cubicBezTo>
                <a:cubicBezTo>
                  <a:pt x="154178" y="28008"/>
                  <a:pt x="154090" y="27995"/>
                  <a:pt x="154001" y="27964"/>
                </a:cubicBezTo>
                <a:cubicBezTo>
                  <a:pt x="153674" y="27852"/>
                  <a:pt x="153463" y="27543"/>
                  <a:pt x="153225" y="27287"/>
                </a:cubicBezTo>
                <a:cubicBezTo>
                  <a:pt x="152644" y="26672"/>
                  <a:pt x="151842" y="26336"/>
                  <a:pt x="151016" y="26336"/>
                </a:cubicBezTo>
                <a:cubicBezTo>
                  <a:pt x="150765" y="26336"/>
                  <a:pt x="150512" y="26367"/>
                  <a:pt x="150262" y="26431"/>
                </a:cubicBezTo>
                <a:cubicBezTo>
                  <a:pt x="149960" y="26512"/>
                  <a:pt x="149637" y="26634"/>
                  <a:pt x="149338" y="26634"/>
                </a:cubicBezTo>
                <a:cubicBezTo>
                  <a:pt x="149188" y="26634"/>
                  <a:pt x="149044" y="26603"/>
                  <a:pt x="148912" y="26521"/>
                </a:cubicBezTo>
                <a:cubicBezTo>
                  <a:pt x="148424" y="26211"/>
                  <a:pt x="148563" y="25422"/>
                  <a:pt x="148953" y="24996"/>
                </a:cubicBezTo>
                <a:cubicBezTo>
                  <a:pt x="149347" y="24570"/>
                  <a:pt x="149912" y="24328"/>
                  <a:pt x="150293" y="23893"/>
                </a:cubicBezTo>
                <a:cubicBezTo>
                  <a:pt x="150674" y="23458"/>
                  <a:pt x="150768" y="22656"/>
                  <a:pt x="150257" y="22382"/>
                </a:cubicBezTo>
                <a:cubicBezTo>
                  <a:pt x="147935" y="24252"/>
                  <a:pt x="144976" y="26081"/>
                  <a:pt x="142209" y="27189"/>
                </a:cubicBezTo>
                <a:cubicBezTo>
                  <a:pt x="142075" y="27400"/>
                  <a:pt x="141918" y="27485"/>
                  <a:pt x="141745" y="27485"/>
                </a:cubicBezTo>
                <a:cubicBezTo>
                  <a:pt x="141022" y="27485"/>
                  <a:pt x="139995" y="26009"/>
                  <a:pt x="138954" y="25969"/>
                </a:cubicBezTo>
                <a:cubicBezTo>
                  <a:pt x="138940" y="25969"/>
                  <a:pt x="138926" y="25968"/>
                  <a:pt x="138912" y="25968"/>
                </a:cubicBezTo>
                <a:cubicBezTo>
                  <a:pt x="137958" y="25968"/>
                  <a:pt x="136881" y="27107"/>
                  <a:pt x="136202" y="27107"/>
                </a:cubicBezTo>
                <a:cubicBezTo>
                  <a:pt x="136003" y="27107"/>
                  <a:pt x="135839" y="27010"/>
                  <a:pt x="135722" y="26758"/>
                </a:cubicBezTo>
                <a:cubicBezTo>
                  <a:pt x="135731" y="22575"/>
                  <a:pt x="143397" y="22418"/>
                  <a:pt x="144173" y="18302"/>
                </a:cubicBezTo>
                <a:lnTo>
                  <a:pt x="144173" y="18302"/>
                </a:lnTo>
                <a:cubicBezTo>
                  <a:pt x="143472" y="18360"/>
                  <a:pt x="142770" y="18388"/>
                  <a:pt x="142069" y="18388"/>
                </a:cubicBezTo>
                <a:cubicBezTo>
                  <a:pt x="138941" y="18388"/>
                  <a:pt x="135831" y="17819"/>
                  <a:pt x="132897" y="16702"/>
                </a:cubicBezTo>
                <a:cubicBezTo>
                  <a:pt x="131929" y="16330"/>
                  <a:pt x="130956" y="15895"/>
                  <a:pt x="129915" y="15836"/>
                </a:cubicBezTo>
                <a:cubicBezTo>
                  <a:pt x="129813" y="15830"/>
                  <a:pt x="129710" y="15828"/>
                  <a:pt x="129606" y="15828"/>
                </a:cubicBezTo>
                <a:cubicBezTo>
                  <a:pt x="128867" y="15828"/>
                  <a:pt x="128080" y="15959"/>
                  <a:pt x="127351" y="15959"/>
                </a:cubicBezTo>
                <a:cubicBezTo>
                  <a:pt x="126637" y="15959"/>
                  <a:pt x="125977" y="15833"/>
                  <a:pt x="125472" y="15334"/>
                </a:cubicBezTo>
                <a:cubicBezTo>
                  <a:pt x="124988" y="14855"/>
                  <a:pt x="124755" y="14101"/>
                  <a:pt x="124132" y="13819"/>
                </a:cubicBezTo>
                <a:cubicBezTo>
                  <a:pt x="123969" y="13746"/>
                  <a:pt x="123804" y="13716"/>
                  <a:pt x="123638" y="13716"/>
                </a:cubicBezTo>
                <a:cubicBezTo>
                  <a:pt x="122982" y="13716"/>
                  <a:pt x="122309" y="14199"/>
                  <a:pt x="121679" y="14514"/>
                </a:cubicBezTo>
                <a:cubicBezTo>
                  <a:pt x="120713" y="15002"/>
                  <a:pt x="119621" y="15108"/>
                  <a:pt x="118527" y="15108"/>
                </a:cubicBezTo>
                <a:cubicBezTo>
                  <a:pt x="118164" y="15108"/>
                  <a:pt x="117801" y="15097"/>
                  <a:pt x="117442" y="15083"/>
                </a:cubicBezTo>
                <a:cubicBezTo>
                  <a:pt x="85403" y="13931"/>
                  <a:pt x="53619" y="8869"/>
                  <a:pt x="22808" y="1"/>
                </a:cubicBez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98"/>
          <p:cNvSpPr/>
          <p:nvPr/>
        </p:nvSpPr>
        <p:spPr>
          <a:xfrm>
            <a:off x="1243801" y="2707592"/>
            <a:ext cx="218700" cy="218700"/>
          </a:xfrm>
          <a:prstGeom prst="ellipse">
            <a:avLst/>
          </a:prstGeom>
          <a:solidFill>
            <a:schemeClr val="accen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98"/>
          <p:cNvSpPr/>
          <p:nvPr/>
        </p:nvSpPr>
        <p:spPr>
          <a:xfrm>
            <a:off x="3336831" y="3025489"/>
            <a:ext cx="218700" cy="218700"/>
          </a:xfrm>
          <a:prstGeom prst="ellipse">
            <a:avLst/>
          </a:prstGeom>
          <a:solidFill>
            <a:schemeClr val="accent4"/>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98"/>
          <p:cNvSpPr/>
          <p:nvPr/>
        </p:nvSpPr>
        <p:spPr>
          <a:xfrm>
            <a:off x="2161331" y="2344339"/>
            <a:ext cx="218700" cy="218700"/>
          </a:xfrm>
          <a:prstGeom prst="ellipse">
            <a:avLst/>
          </a:prstGeom>
          <a:solidFill>
            <a:schemeClr val="accen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98"/>
          <p:cNvSpPr txBox="1"/>
          <p:nvPr/>
        </p:nvSpPr>
        <p:spPr>
          <a:xfrm>
            <a:off x="5789200" y="1169888"/>
            <a:ext cx="1908900" cy="488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b="1">
                <a:solidFill>
                  <a:schemeClr val="accent2"/>
                </a:solidFill>
                <a:latin typeface="Concert One"/>
                <a:ea typeface="Concert One"/>
                <a:cs typeface="Concert One"/>
                <a:sym typeface="Concert One"/>
              </a:rPr>
              <a:t>Mercury</a:t>
            </a:r>
            <a:endParaRPr sz="2100" b="1">
              <a:solidFill>
                <a:schemeClr val="accent2"/>
              </a:solidFill>
              <a:latin typeface="Concert One"/>
              <a:ea typeface="Concert One"/>
              <a:cs typeface="Concert One"/>
              <a:sym typeface="Concert One"/>
            </a:endParaRPr>
          </a:p>
        </p:txBody>
      </p:sp>
      <p:sp>
        <p:nvSpPr>
          <p:cNvPr id="1186" name="Google Shape;1186;p98"/>
          <p:cNvSpPr txBox="1"/>
          <p:nvPr/>
        </p:nvSpPr>
        <p:spPr>
          <a:xfrm>
            <a:off x="5789209" y="1530860"/>
            <a:ext cx="1908900" cy="67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Mono Medium"/>
                <a:ea typeface="Roboto Mono Medium"/>
                <a:cs typeface="Roboto Mono Medium"/>
                <a:sym typeface="Roboto Mono Medium"/>
              </a:rPr>
              <a:t>Mercury is the</a:t>
            </a:r>
            <a:endParaRPr>
              <a:solidFill>
                <a:schemeClr val="dk1"/>
              </a:solidFill>
              <a:latin typeface="Roboto Mono Medium"/>
              <a:ea typeface="Roboto Mono Medium"/>
              <a:cs typeface="Roboto Mono Medium"/>
              <a:sym typeface="Roboto Mono Medium"/>
            </a:endParaRPr>
          </a:p>
          <a:p>
            <a:pPr marL="0" lvl="0" indent="0" algn="l" rtl="0">
              <a:spcBef>
                <a:spcPts val="0"/>
              </a:spcBef>
              <a:spcAft>
                <a:spcPts val="0"/>
              </a:spcAft>
              <a:buNone/>
            </a:pPr>
            <a:r>
              <a:rPr lang="en">
                <a:solidFill>
                  <a:schemeClr val="dk1"/>
                </a:solidFill>
                <a:latin typeface="Roboto Mono Medium"/>
                <a:ea typeface="Roboto Mono Medium"/>
                <a:cs typeface="Roboto Mono Medium"/>
                <a:sym typeface="Roboto Mono Medium"/>
              </a:rPr>
              <a:t>Smallest planet</a:t>
            </a:r>
            <a:endParaRPr>
              <a:solidFill>
                <a:schemeClr val="dk1"/>
              </a:solidFill>
              <a:latin typeface="Roboto Mono Medium"/>
              <a:ea typeface="Roboto Mono Medium"/>
              <a:cs typeface="Roboto Mono Medium"/>
              <a:sym typeface="Roboto Mono Medium"/>
            </a:endParaRPr>
          </a:p>
        </p:txBody>
      </p:sp>
      <p:sp>
        <p:nvSpPr>
          <p:cNvPr id="1187" name="Google Shape;1187;p98"/>
          <p:cNvSpPr txBox="1"/>
          <p:nvPr/>
        </p:nvSpPr>
        <p:spPr>
          <a:xfrm>
            <a:off x="5789192" y="3239814"/>
            <a:ext cx="1908900" cy="488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b="1">
                <a:solidFill>
                  <a:schemeClr val="accent2"/>
                </a:solidFill>
                <a:latin typeface="Concert One"/>
                <a:ea typeface="Concert One"/>
                <a:cs typeface="Concert One"/>
                <a:sym typeface="Concert One"/>
              </a:rPr>
              <a:t>Mars</a:t>
            </a:r>
            <a:endParaRPr sz="2100" b="1">
              <a:solidFill>
                <a:schemeClr val="accent2"/>
              </a:solidFill>
              <a:latin typeface="Concert One"/>
              <a:ea typeface="Concert One"/>
              <a:cs typeface="Concert One"/>
              <a:sym typeface="Concert One"/>
            </a:endParaRPr>
          </a:p>
        </p:txBody>
      </p:sp>
      <p:sp>
        <p:nvSpPr>
          <p:cNvPr id="1188" name="Google Shape;1188;p98"/>
          <p:cNvSpPr txBox="1"/>
          <p:nvPr/>
        </p:nvSpPr>
        <p:spPr>
          <a:xfrm>
            <a:off x="5789202" y="3600787"/>
            <a:ext cx="1908900" cy="67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Mono Medium"/>
                <a:ea typeface="Roboto Mono Medium"/>
                <a:cs typeface="Roboto Mono Medium"/>
                <a:sym typeface="Roboto Mono Medium"/>
              </a:rPr>
              <a:t>Mars is actually a cold place</a:t>
            </a:r>
            <a:endParaRPr>
              <a:solidFill>
                <a:schemeClr val="dk1"/>
              </a:solidFill>
              <a:latin typeface="Roboto Mono Medium"/>
              <a:ea typeface="Roboto Mono Medium"/>
              <a:cs typeface="Roboto Mono Medium"/>
              <a:sym typeface="Roboto Mono Medium"/>
            </a:endParaRPr>
          </a:p>
        </p:txBody>
      </p:sp>
      <p:sp>
        <p:nvSpPr>
          <p:cNvPr id="1189" name="Google Shape;1189;p98"/>
          <p:cNvSpPr txBox="1"/>
          <p:nvPr/>
        </p:nvSpPr>
        <p:spPr>
          <a:xfrm>
            <a:off x="5789200" y="2207038"/>
            <a:ext cx="1908900" cy="488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b="1">
                <a:solidFill>
                  <a:schemeClr val="accent2"/>
                </a:solidFill>
                <a:latin typeface="Concert One"/>
                <a:ea typeface="Concert One"/>
                <a:cs typeface="Concert One"/>
                <a:sym typeface="Concert One"/>
              </a:rPr>
              <a:t>Jupiter</a:t>
            </a:r>
            <a:endParaRPr sz="2100" b="1">
              <a:solidFill>
                <a:schemeClr val="accent2"/>
              </a:solidFill>
              <a:latin typeface="Concert One"/>
              <a:ea typeface="Concert One"/>
              <a:cs typeface="Concert One"/>
              <a:sym typeface="Concert One"/>
            </a:endParaRPr>
          </a:p>
        </p:txBody>
      </p:sp>
      <p:sp>
        <p:nvSpPr>
          <p:cNvPr id="1190" name="Google Shape;1190;p98"/>
          <p:cNvSpPr txBox="1"/>
          <p:nvPr/>
        </p:nvSpPr>
        <p:spPr>
          <a:xfrm>
            <a:off x="5789209" y="2568010"/>
            <a:ext cx="1908900" cy="67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Mono Medium"/>
                <a:ea typeface="Roboto Mono Medium"/>
                <a:cs typeface="Roboto Mono Medium"/>
                <a:sym typeface="Roboto Mono Medium"/>
              </a:rPr>
              <a:t>Jupiter is the biggest planet</a:t>
            </a:r>
            <a:endParaRPr>
              <a:solidFill>
                <a:schemeClr val="dk1"/>
              </a:solidFill>
              <a:latin typeface="Roboto Mono Medium"/>
              <a:ea typeface="Roboto Mono Medium"/>
              <a:cs typeface="Roboto Mono Medium"/>
              <a:sym typeface="Roboto Mono Medium"/>
            </a:endParaRPr>
          </a:p>
        </p:txBody>
      </p:sp>
      <p:sp>
        <p:nvSpPr>
          <p:cNvPr id="1191" name="Google Shape;1191;p98"/>
          <p:cNvSpPr/>
          <p:nvPr/>
        </p:nvSpPr>
        <p:spPr>
          <a:xfrm>
            <a:off x="5489481" y="1304752"/>
            <a:ext cx="218700" cy="21870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98"/>
          <p:cNvSpPr/>
          <p:nvPr/>
        </p:nvSpPr>
        <p:spPr>
          <a:xfrm>
            <a:off x="5489481" y="2341902"/>
            <a:ext cx="218700" cy="218700"/>
          </a:xfrm>
          <a:prstGeom prst="ellipse">
            <a:avLst/>
          </a:prstGeom>
          <a:solidFill>
            <a:schemeClr val="accen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98"/>
          <p:cNvSpPr/>
          <p:nvPr/>
        </p:nvSpPr>
        <p:spPr>
          <a:xfrm>
            <a:off x="5489481" y="3379052"/>
            <a:ext cx="218700" cy="218700"/>
          </a:xfrm>
          <a:prstGeom prst="ellipse">
            <a:avLst/>
          </a:prstGeom>
          <a:solidFill>
            <a:schemeClr val="accent4"/>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94" name="Google Shape;1194;p98"/>
          <p:cNvPicPr preferRelativeResize="0"/>
          <p:nvPr/>
        </p:nvPicPr>
        <p:blipFill>
          <a:blip r:embed="rId3">
            <a:alphaModFix/>
          </a:blip>
          <a:stretch>
            <a:fillRect/>
          </a:stretch>
        </p:blipFill>
        <p:spPr>
          <a:xfrm>
            <a:off x="88094" y="3728225"/>
            <a:ext cx="2015919" cy="1011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82"/>
                                        </p:tgtEl>
                                        <p:attrNameLst>
                                          <p:attrName>style.visibility</p:attrName>
                                        </p:attrNameLst>
                                      </p:cBhvr>
                                      <p:to>
                                        <p:strVal val="visible"/>
                                      </p:to>
                                    </p:set>
                                    <p:animEffect transition="in" filter="fade">
                                      <p:cBhvr>
                                        <p:cTn id="7" dur="1000"/>
                                        <p:tgtEl>
                                          <p:spTgt spid="118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184"/>
                                        </p:tgtEl>
                                        <p:attrNameLst>
                                          <p:attrName>style.visibility</p:attrName>
                                        </p:attrNameLst>
                                      </p:cBhvr>
                                      <p:to>
                                        <p:strVal val="visible"/>
                                      </p:to>
                                    </p:set>
                                    <p:animEffect transition="in" filter="fade">
                                      <p:cBhvr>
                                        <p:cTn id="11" dur="1000"/>
                                        <p:tgtEl>
                                          <p:spTgt spid="1184"/>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183"/>
                                        </p:tgtEl>
                                        <p:attrNameLst>
                                          <p:attrName>style.visibility</p:attrName>
                                        </p:attrNameLst>
                                      </p:cBhvr>
                                      <p:to>
                                        <p:strVal val="visible"/>
                                      </p:to>
                                    </p:set>
                                    <p:animEffect transition="in" filter="fade">
                                      <p:cBhvr>
                                        <p:cTn id="15" dur="1000"/>
                                        <p:tgtEl>
                                          <p:spTgt spid="1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99"/>
          <p:cNvSpPr txBox="1">
            <a:spLocks noGrp="1"/>
          </p:cNvSpPr>
          <p:nvPr>
            <p:ph type="title"/>
          </p:nvPr>
        </p:nvSpPr>
        <p:spPr>
          <a:xfrm>
            <a:off x="2308050" y="711175"/>
            <a:ext cx="4527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Review of concepts</a:t>
            </a:r>
            <a:endParaRPr/>
          </a:p>
        </p:txBody>
      </p:sp>
      <p:sp>
        <p:nvSpPr>
          <p:cNvPr id="1200" name="Google Shape;1200;p99"/>
          <p:cNvSpPr txBox="1">
            <a:spLocks noGrp="1"/>
          </p:cNvSpPr>
          <p:nvPr>
            <p:ph type="title" idx="2"/>
          </p:nvPr>
        </p:nvSpPr>
        <p:spPr>
          <a:xfrm>
            <a:off x="1664325" y="1787225"/>
            <a:ext cx="19089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1201" name="Google Shape;1201;p99"/>
          <p:cNvSpPr txBox="1">
            <a:spLocks noGrp="1"/>
          </p:cNvSpPr>
          <p:nvPr>
            <p:ph type="subTitle" idx="1"/>
          </p:nvPr>
        </p:nvSpPr>
        <p:spPr>
          <a:xfrm>
            <a:off x="1664334" y="2148198"/>
            <a:ext cx="1908900" cy="67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Mercury is the</a:t>
            </a:r>
            <a:endParaRPr/>
          </a:p>
          <a:p>
            <a:pPr marL="0" lvl="0" indent="0" algn="ctr" rtl="0">
              <a:spcBef>
                <a:spcPts val="0"/>
              </a:spcBef>
              <a:spcAft>
                <a:spcPts val="0"/>
              </a:spcAft>
              <a:buNone/>
            </a:pPr>
            <a:r>
              <a:rPr lang="en"/>
              <a:t>Smallest planet</a:t>
            </a:r>
            <a:endParaRPr/>
          </a:p>
        </p:txBody>
      </p:sp>
      <p:sp>
        <p:nvSpPr>
          <p:cNvPr id="1202" name="Google Shape;1202;p99"/>
          <p:cNvSpPr txBox="1">
            <a:spLocks noGrp="1"/>
          </p:cNvSpPr>
          <p:nvPr>
            <p:ph type="title" idx="3"/>
          </p:nvPr>
        </p:nvSpPr>
        <p:spPr>
          <a:xfrm>
            <a:off x="3817459" y="1787225"/>
            <a:ext cx="19089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1203" name="Google Shape;1203;p99"/>
          <p:cNvSpPr txBox="1">
            <a:spLocks noGrp="1"/>
          </p:cNvSpPr>
          <p:nvPr>
            <p:ph type="subTitle" idx="4"/>
          </p:nvPr>
        </p:nvSpPr>
        <p:spPr>
          <a:xfrm>
            <a:off x="3817468" y="2148198"/>
            <a:ext cx="1908900" cy="67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Venus has a</a:t>
            </a:r>
            <a:endParaRPr/>
          </a:p>
          <a:p>
            <a:pPr marL="0" lvl="0" indent="0" algn="ctr" rtl="0">
              <a:spcBef>
                <a:spcPts val="0"/>
              </a:spcBef>
              <a:spcAft>
                <a:spcPts val="0"/>
              </a:spcAft>
              <a:buNone/>
            </a:pPr>
            <a:r>
              <a:rPr lang="en"/>
              <a:t>beautiful name</a:t>
            </a:r>
            <a:endParaRPr/>
          </a:p>
        </p:txBody>
      </p:sp>
      <p:sp>
        <p:nvSpPr>
          <p:cNvPr id="1204" name="Google Shape;1204;p99"/>
          <p:cNvSpPr txBox="1">
            <a:spLocks noGrp="1"/>
          </p:cNvSpPr>
          <p:nvPr>
            <p:ph type="title" idx="5"/>
          </p:nvPr>
        </p:nvSpPr>
        <p:spPr>
          <a:xfrm>
            <a:off x="5970592" y="1787225"/>
            <a:ext cx="19089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1205" name="Google Shape;1205;p99"/>
          <p:cNvSpPr txBox="1">
            <a:spLocks noGrp="1"/>
          </p:cNvSpPr>
          <p:nvPr>
            <p:ph type="subTitle" idx="6"/>
          </p:nvPr>
        </p:nvSpPr>
        <p:spPr>
          <a:xfrm>
            <a:off x="5970602" y="2148198"/>
            <a:ext cx="1908900" cy="67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Mars is actually a cold place</a:t>
            </a:r>
            <a:endParaRPr/>
          </a:p>
        </p:txBody>
      </p:sp>
      <p:sp>
        <p:nvSpPr>
          <p:cNvPr id="1206" name="Google Shape;1206;p99"/>
          <p:cNvSpPr txBox="1">
            <a:spLocks noGrp="1"/>
          </p:cNvSpPr>
          <p:nvPr>
            <p:ph type="title" idx="7"/>
          </p:nvPr>
        </p:nvSpPr>
        <p:spPr>
          <a:xfrm>
            <a:off x="1664325" y="3201025"/>
            <a:ext cx="19089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1207" name="Google Shape;1207;p99"/>
          <p:cNvSpPr txBox="1">
            <a:spLocks noGrp="1"/>
          </p:cNvSpPr>
          <p:nvPr>
            <p:ph type="subTitle" idx="8"/>
          </p:nvPr>
        </p:nvSpPr>
        <p:spPr>
          <a:xfrm>
            <a:off x="1664334" y="3561998"/>
            <a:ext cx="1908900" cy="67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a:t>
            </a:r>
            <a:endParaRPr/>
          </a:p>
        </p:txBody>
      </p:sp>
      <p:sp>
        <p:nvSpPr>
          <p:cNvPr id="1208" name="Google Shape;1208;p99"/>
          <p:cNvSpPr txBox="1">
            <a:spLocks noGrp="1"/>
          </p:cNvSpPr>
          <p:nvPr>
            <p:ph type="title" idx="9"/>
          </p:nvPr>
        </p:nvSpPr>
        <p:spPr>
          <a:xfrm>
            <a:off x="3817459" y="3201025"/>
            <a:ext cx="19089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a:t>
            </a:r>
            <a:endParaRPr/>
          </a:p>
        </p:txBody>
      </p:sp>
      <p:sp>
        <p:nvSpPr>
          <p:cNvPr id="1209" name="Google Shape;1209;p99"/>
          <p:cNvSpPr txBox="1">
            <a:spLocks noGrp="1"/>
          </p:cNvSpPr>
          <p:nvPr>
            <p:ph type="subTitle" idx="13"/>
          </p:nvPr>
        </p:nvSpPr>
        <p:spPr>
          <a:xfrm>
            <a:off x="3817468" y="3561998"/>
            <a:ext cx="1908900" cy="67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with rings</a:t>
            </a:r>
            <a:endParaRPr/>
          </a:p>
        </p:txBody>
      </p:sp>
      <p:sp>
        <p:nvSpPr>
          <p:cNvPr id="1210" name="Google Shape;1210;p99"/>
          <p:cNvSpPr txBox="1">
            <a:spLocks noGrp="1"/>
          </p:cNvSpPr>
          <p:nvPr>
            <p:ph type="title" idx="14"/>
          </p:nvPr>
        </p:nvSpPr>
        <p:spPr>
          <a:xfrm>
            <a:off x="5970592" y="3201025"/>
            <a:ext cx="19089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Neptune</a:t>
            </a:r>
            <a:endParaRPr/>
          </a:p>
        </p:txBody>
      </p:sp>
      <p:sp>
        <p:nvSpPr>
          <p:cNvPr id="1211" name="Google Shape;1211;p99"/>
          <p:cNvSpPr txBox="1">
            <a:spLocks noGrp="1"/>
          </p:cNvSpPr>
          <p:nvPr>
            <p:ph type="subTitle" idx="15"/>
          </p:nvPr>
        </p:nvSpPr>
        <p:spPr>
          <a:xfrm>
            <a:off x="5970602" y="3561998"/>
            <a:ext cx="1908900" cy="67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Neptune is far from the Sun</a:t>
            </a:r>
            <a:endParaRPr/>
          </a:p>
        </p:txBody>
      </p:sp>
      <p:pic>
        <p:nvPicPr>
          <p:cNvPr id="1212" name="Google Shape;1212;p99"/>
          <p:cNvPicPr preferRelativeResize="0"/>
          <p:nvPr/>
        </p:nvPicPr>
        <p:blipFill rotWithShape="1">
          <a:blip r:embed="rId3">
            <a:alphaModFix/>
          </a:blip>
          <a:srcRect t="16970" r="8892" b="21025"/>
          <a:stretch/>
        </p:blipFill>
        <p:spPr>
          <a:xfrm rot="-5400000">
            <a:off x="665400" y="481373"/>
            <a:ext cx="2036850" cy="8102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00"/>
                                        </p:tgtEl>
                                        <p:attrNameLst>
                                          <p:attrName>style.visibility</p:attrName>
                                        </p:attrNameLst>
                                      </p:cBhvr>
                                      <p:to>
                                        <p:strVal val="visible"/>
                                      </p:to>
                                    </p:set>
                                    <p:animEffect transition="in" filter="fade">
                                      <p:cBhvr>
                                        <p:cTn id="7" dur="1000"/>
                                        <p:tgtEl>
                                          <p:spTgt spid="1200"/>
                                        </p:tgtEl>
                                      </p:cBhvr>
                                    </p:animEffect>
                                  </p:childTnLst>
                                </p:cTn>
                              </p:par>
                              <p:par>
                                <p:cTn id="8" presetID="10" presetClass="entr" presetSubtype="0" fill="hold" nodeType="withEffect">
                                  <p:stCondLst>
                                    <p:cond delay="0"/>
                                  </p:stCondLst>
                                  <p:childTnLst>
                                    <p:set>
                                      <p:cBhvr>
                                        <p:cTn id="9" dur="1" fill="hold">
                                          <p:stCondLst>
                                            <p:cond delay="0"/>
                                          </p:stCondLst>
                                        </p:cTn>
                                        <p:tgtEl>
                                          <p:spTgt spid="1201"/>
                                        </p:tgtEl>
                                        <p:attrNameLst>
                                          <p:attrName>style.visibility</p:attrName>
                                        </p:attrNameLst>
                                      </p:cBhvr>
                                      <p:to>
                                        <p:strVal val="visible"/>
                                      </p:to>
                                    </p:set>
                                    <p:animEffect transition="in" filter="fade">
                                      <p:cBhvr>
                                        <p:cTn id="10" dur="1000"/>
                                        <p:tgtEl>
                                          <p:spTgt spid="1201"/>
                                        </p:tgtEl>
                                      </p:cBhvr>
                                    </p:animEffect>
                                  </p:childTnLst>
                                </p:cTn>
                              </p:par>
                              <p:par>
                                <p:cTn id="11" presetID="10" presetClass="entr" presetSubtype="0" fill="hold" nodeType="withEffect">
                                  <p:stCondLst>
                                    <p:cond delay="0"/>
                                  </p:stCondLst>
                                  <p:childTnLst>
                                    <p:set>
                                      <p:cBhvr>
                                        <p:cTn id="12" dur="1" fill="hold">
                                          <p:stCondLst>
                                            <p:cond delay="0"/>
                                          </p:stCondLst>
                                        </p:cTn>
                                        <p:tgtEl>
                                          <p:spTgt spid="1202"/>
                                        </p:tgtEl>
                                        <p:attrNameLst>
                                          <p:attrName>style.visibility</p:attrName>
                                        </p:attrNameLst>
                                      </p:cBhvr>
                                      <p:to>
                                        <p:strVal val="visible"/>
                                      </p:to>
                                    </p:set>
                                    <p:animEffect transition="in" filter="fade">
                                      <p:cBhvr>
                                        <p:cTn id="13" dur="1000"/>
                                        <p:tgtEl>
                                          <p:spTgt spid="1202"/>
                                        </p:tgtEl>
                                      </p:cBhvr>
                                    </p:animEffect>
                                  </p:childTnLst>
                                </p:cTn>
                              </p:par>
                              <p:par>
                                <p:cTn id="14" presetID="10" presetClass="entr" presetSubtype="0" fill="hold" nodeType="withEffect">
                                  <p:stCondLst>
                                    <p:cond delay="0"/>
                                  </p:stCondLst>
                                  <p:childTnLst>
                                    <p:set>
                                      <p:cBhvr>
                                        <p:cTn id="15" dur="1" fill="hold">
                                          <p:stCondLst>
                                            <p:cond delay="0"/>
                                          </p:stCondLst>
                                        </p:cTn>
                                        <p:tgtEl>
                                          <p:spTgt spid="1203"/>
                                        </p:tgtEl>
                                        <p:attrNameLst>
                                          <p:attrName>style.visibility</p:attrName>
                                        </p:attrNameLst>
                                      </p:cBhvr>
                                      <p:to>
                                        <p:strVal val="visible"/>
                                      </p:to>
                                    </p:set>
                                    <p:animEffect transition="in" filter="fade">
                                      <p:cBhvr>
                                        <p:cTn id="16" dur="1000"/>
                                        <p:tgtEl>
                                          <p:spTgt spid="1203"/>
                                        </p:tgtEl>
                                      </p:cBhvr>
                                    </p:animEffect>
                                  </p:childTnLst>
                                </p:cTn>
                              </p:par>
                              <p:par>
                                <p:cTn id="17" presetID="10" presetClass="entr" presetSubtype="0" fill="hold" nodeType="withEffect">
                                  <p:stCondLst>
                                    <p:cond delay="0"/>
                                  </p:stCondLst>
                                  <p:childTnLst>
                                    <p:set>
                                      <p:cBhvr>
                                        <p:cTn id="18" dur="1" fill="hold">
                                          <p:stCondLst>
                                            <p:cond delay="0"/>
                                          </p:stCondLst>
                                        </p:cTn>
                                        <p:tgtEl>
                                          <p:spTgt spid="1204"/>
                                        </p:tgtEl>
                                        <p:attrNameLst>
                                          <p:attrName>style.visibility</p:attrName>
                                        </p:attrNameLst>
                                      </p:cBhvr>
                                      <p:to>
                                        <p:strVal val="visible"/>
                                      </p:to>
                                    </p:set>
                                    <p:animEffect transition="in" filter="fade">
                                      <p:cBhvr>
                                        <p:cTn id="19" dur="1000"/>
                                        <p:tgtEl>
                                          <p:spTgt spid="1204"/>
                                        </p:tgtEl>
                                      </p:cBhvr>
                                    </p:animEffect>
                                  </p:childTnLst>
                                </p:cTn>
                              </p:par>
                              <p:par>
                                <p:cTn id="20" presetID="10" presetClass="entr" presetSubtype="0" fill="hold" nodeType="withEffect">
                                  <p:stCondLst>
                                    <p:cond delay="0"/>
                                  </p:stCondLst>
                                  <p:childTnLst>
                                    <p:set>
                                      <p:cBhvr>
                                        <p:cTn id="21" dur="1" fill="hold">
                                          <p:stCondLst>
                                            <p:cond delay="0"/>
                                          </p:stCondLst>
                                        </p:cTn>
                                        <p:tgtEl>
                                          <p:spTgt spid="1205"/>
                                        </p:tgtEl>
                                        <p:attrNameLst>
                                          <p:attrName>style.visibility</p:attrName>
                                        </p:attrNameLst>
                                      </p:cBhvr>
                                      <p:to>
                                        <p:strVal val="visible"/>
                                      </p:to>
                                    </p:set>
                                    <p:animEffect transition="in" filter="fade">
                                      <p:cBhvr>
                                        <p:cTn id="22" dur="1000"/>
                                        <p:tgtEl>
                                          <p:spTgt spid="1205"/>
                                        </p:tgtEl>
                                      </p:cBhvr>
                                    </p:animEffect>
                                  </p:childTnLst>
                                </p:cTn>
                              </p:par>
                              <p:par>
                                <p:cTn id="23" presetID="10" presetClass="entr" presetSubtype="0" fill="hold" nodeType="withEffect">
                                  <p:stCondLst>
                                    <p:cond delay="0"/>
                                  </p:stCondLst>
                                  <p:childTnLst>
                                    <p:set>
                                      <p:cBhvr>
                                        <p:cTn id="24" dur="1" fill="hold">
                                          <p:stCondLst>
                                            <p:cond delay="0"/>
                                          </p:stCondLst>
                                        </p:cTn>
                                        <p:tgtEl>
                                          <p:spTgt spid="1206"/>
                                        </p:tgtEl>
                                        <p:attrNameLst>
                                          <p:attrName>style.visibility</p:attrName>
                                        </p:attrNameLst>
                                      </p:cBhvr>
                                      <p:to>
                                        <p:strVal val="visible"/>
                                      </p:to>
                                    </p:set>
                                    <p:animEffect transition="in" filter="fade">
                                      <p:cBhvr>
                                        <p:cTn id="25" dur="1000"/>
                                        <p:tgtEl>
                                          <p:spTgt spid="1206"/>
                                        </p:tgtEl>
                                      </p:cBhvr>
                                    </p:animEffect>
                                  </p:childTnLst>
                                </p:cTn>
                              </p:par>
                              <p:par>
                                <p:cTn id="26" presetID="10" presetClass="entr" presetSubtype="0" fill="hold" nodeType="withEffect">
                                  <p:stCondLst>
                                    <p:cond delay="0"/>
                                  </p:stCondLst>
                                  <p:childTnLst>
                                    <p:set>
                                      <p:cBhvr>
                                        <p:cTn id="27" dur="1" fill="hold">
                                          <p:stCondLst>
                                            <p:cond delay="0"/>
                                          </p:stCondLst>
                                        </p:cTn>
                                        <p:tgtEl>
                                          <p:spTgt spid="1207"/>
                                        </p:tgtEl>
                                        <p:attrNameLst>
                                          <p:attrName>style.visibility</p:attrName>
                                        </p:attrNameLst>
                                      </p:cBhvr>
                                      <p:to>
                                        <p:strVal val="visible"/>
                                      </p:to>
                                    </p:set>
                                    <p:animEffect transition="in" filter="fade">
                                      <p:cBhvr>
                                        <p:cTn id="28" dur="1000"/>
                                        <p:tgtEl>
                                          <p:spTgt spid="1207"/>
                                        </p:tgtEl>
                                      </p:cBhvr>
                                    </p:animEffect>
                                  </p:childTnLst>
                                </p:cTn>
                              </p:par>
                              <p:par>
                                <p:cTn id="29" presetID="10" presetClass="entr" presetSubtype="0" fill="hold" nodeType="withEffect">
                                  <p:stCondLst>
                                    <p:cond delay="0"/>
                                  </p:stCondLst>
                                  <p:childTnLst>
                                    <p:set>
                                      <p:cBhvr>
                                        <p:cTn id="30" dur="1" fill="hold">
                                          <p:stCondLst>
                                            <p:cond delay="0"/>
                                          </p:stCondLst>
                                        </p:cTn>
                                        <p:tgtEl>
                                          <p:spTgt spid="1208"/>
                                        </p:tgtEl>
                                        <p:attrNameLst>
                                          <p:attrName>style.visibility</p:attrName>
                                        </p:attrNameLst>
                                      </p:cBhvr>
                                      <p:to>
                                        <p:strVal val="visible"/>
                                      </p:to>
                                    </p:set>
                                    <p:animEffect transition="in" filter="fade">
                                      <p:cBhvr>
                                        <p:cTn id="31" dur="1000"/>
                                        <p:tgtEl>
                                          <p:spTgt spid="1208"/>
                                        </p:tgtEl>
                                      </p:cBhvr>
                                    </p:animEffect>
                                  </p:childTnLst>
                                </p:cTn>
                              </p:par>
                              <p:par>
                                <p:cTn id="32" presetID="10" presetClass="entr" presetSubtype="0" fill="hold" nodeType="withEffect">
                                  <p:stCondLst>
                                    <p:cond delay="0"/>
                                  </p:stCondLst>
                                  <p:childTnLst>
                                    <p:set>
                                      <p:cBhvr>
                                        <p:cTn id="33" dur="1" fill="hold">
                                          <p:stCondLst>
                                            <p:cond delay="0"/>
                                          </p:stCondLst>
                                        </p:cTn>
                                        <p:tgtEl>
                                          <p:spTgt spid="1209"/>
                                        </p:tgtEl>
                                        <p:attrNameLst>
                                          <p:attrName>style.visibility</p:attrName>
                                        </p:attrNameLst>
                                      </p:cBhvr>
                                      <p:to>
                                        <p:strVal val="visible"/>
                                      </p:to>
                                    </p:set>
                                    <p:animEffect transition="in" filter="fade">
                                      <p:cBhvr>
                                        <p:cTn id="34" dur="1000"/>
                                        <p:tgtEl>
                                          <p:spTgt spid="1209"/>
                                        </p:tgtEl>
                                      </p:cBhvr>
                                    </p:animEffect>
                                  </p:childTnLst>
                                </p:cTn>
                              </p:par>
                              <p:par>
                                <p:cTn id="35" presetID="10" presetClass="entr" presetSubtype="0" fill="hold" nodeType="withEffect">
                                  <p:stCondLst>
                                    <p:cond delay="0"/>
                                  </p:stCondLst>
                                  <p:childTnLst>
                                    <p:set>
                                      <p:cBhvr>
                                        <p:cTn id="36" dur="1" fill="hold">
                                          <p:stCondLst>
                                            <p:cond delay="0"/>
                                          </p:stCondLst>
                                        </p:cTn>
                                        <p:tgtEl>
                                          <p:spTgt spid="1210"/>
                                        </p:tgtEl>
                                        <p:attrNameLst>
                                          <p:attrName>style.visibility</p:attrName>
                                        </p:attrNameLst>
                                      </p:cBhvr>
                                      <p:to>
                                        <p:strVal val="visible"/>
                                      </p:to>
                                    </p:set>
                                    <p:animEffect transition="in" filter="fade">
                                      <p:cBhvr>
                                        <p:cTn id="37" dur="1000"/>
                                        <p:tgtEl>
                                          <p:spTgt spid="1210"/>
                                        </p:tgtEl>
                                      </p:cBhvr>
                                    </p:animEffect>
                                  </p:childTnLst>
                                </p:cTn>
                              </p:par>
                              <p:par>
                                <p:cTn id="38" presetID="10" presetClass="entr" presetSubtype="0" fill="hold" nodeType="withEffect">
                                  <p:stCondLst>
                                    <p:cond delay="0"/>
                                  </p:stCondLst>
                                  <p:childTnLst>
                                    <p:set>
                                      <p:cBhvr>
                                        <p:cTn id="39" dur="1" fill="hold">
                                          <p:stCondLst>
                                            <p:cond delay="0"/>
                                          </p:stCondLst>
                                        </p:cTn>
                                        <p:tgtEl>
                                          <p:spTgt spid="1211"/>
                                        </p:tgtEl>
                                        <p:attrNameLst>
                                          <p:attrName>style.visibility</p:attrName>
                                        </p:attrNameLst>
                                      </p:cBhvr>
                                      <p:to>
                                        <p:strVal val="visible"/>
                                      </p:to>
                                    </p:set>
                                    <p:animEffect transition="in" filter="fade">
                                      <p:cBhvr>
                                        <p:cTn id="40" dur="1000"/>
                                        <p:tgtEl>
                                          <p:spTgt spid="1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1217" name="Google Shape;1217;p100"/>
          <p:cNvSpPr txBox="1">
            <a:spLocks noGrp="1"/>
          </p:cNvSpPr>
          <p:nvPr>
            <p:ph type="title"/>
          </p:nvPr>
        </p:nvSpPr>
        <p:spPr>
          <a:xfrm>
            <a:off x="1002325" y="711175"/>
            <a:ext cx="3262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Revise concepts</a:t>
            </a:r>
            <a:endParaRPr/>
          </a:p>
        </p:txBody>
      </p:sp>
      <p:sp>
        <p:nvSpPr>
          <p:cNvPr id="1218" name="Google Shape;1218;p100"/>
          <p:cNvSpPr txBox="1">
            <a:spLocks noGrp="1"/>
          </p:cNvSpPr>
          <p:nvPr>
            <p:ph type="title" idx="2"/>
          </p:nvPr>
        </p:nvSpPr>
        <p:spPr>
          <a:xfrm>
            <a:off x="1782625" y="1406874"/>
            <a:ext cx="1908900" cy="39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Jupiter</a:t>
            </a:r>
            <a:endParaRPr/>
          </a:p>
        </p:txBody>
      </p:sp>
      <p:sp>
        <p:nvSpPr>
          <p:cNvPr id="1219" name="Google Shape;1219;p100"/>
          <p:cNvSpPr txBox="1">
            <a:spLocks noGrp="1"/>
          </p:cNvSpPr>
          <p:nvPr>
            <p:ph type="subTitle" idx="1"/>
          </p:nvPr>
        </p:nvSpPr>
        <p:spPr>
          <a:xfrm>
            <a:off x="1782625" y="1719827"/>
            <a:ext cx="1908900" cy="56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a:t>
            </a:r>
            <a:endParaRPr/>
          </a:p>
        </p:txBody>
      </p:sp>
      <p:sp>
        <p:nvSpPr>
          <p:cNvPr id="1220" name="Google Shape;1220;p100"/>
          <p:cNvSpPr txBox="1">
            <a:spLocks noGrp="1"/>
          </p:cNvSpPr>
          <p:nvPr>
            <p:ph type="title" idx="3"/>
          </p:nvPr>
        </p:nvSpPr>
        <p:spPr>
          <a:xfrm>
            <a:off x="6120353" y="1406874"/>
            <a:ext cx="1908900" cy="39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a:t>
            </a:r>
            <a:endParaRPr/>
          </a:p>
        </p:txBody>
      </p:sp>
      <p:sp>
        <p:nvSpPr>
          <p:cNvPr id="1221" name="Google Shape;1221;p100"/>
          <p:cNvSpPr txBox="1">
            <a:spLocks noGrp="1"/>
          </p:cNvSpPr>
          <p:nvPr>
            <p:ph type="subTitle" idx="4"/>
          </p:nvPr>
        </p:nvSpPr>
        <p:spPr>
          <a:xfrm>
            <a:off x="6120370" y="1719827"/>
            <a:ext cx="1908900" cy="56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a:t>
            </a:r>
            <a:endParaRPr/>
          </a:p>
          <a:p>
            <a:pPr marL="0" lvl="0" indent="0" algn="l" rtl="0">
              <a:spcBef>
                <a:spcPts val="0"/>
              </a:spcBef>
              <a:spcAft>
                <a:spcPts val="0"/>
              </a:spcAft>
              <a:buNone/>
            </a:pPr>
            <a:r>
              <a:rPr lang="en"/>
              <a:t>beautiful name</a:t>
            </a:r>
            <a:endParaRPr/>
          </a:p>
        </p:txBody>
      </p:sp>
      <p:sp>
        <p:nvSpPr>
          <p:cNvPr id="1222" name="Google Shape;1222;p100"/>
          <p:cNvSpPr txBox="1">
            <a:spLocks noGrp="1"/>
          </p:cNvSpPr>
          <p:nvPr>
            <p:ph type="title" idx="5"/>
          </p:nvPr>
        </p:nvSpPr>
        <p:spPr>
          <a:xfrm>
            <a:off x="6120348" y="2473545"/>
            <a:ext cx="1908900" cy="39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1223" name="Google Shape;1223;p100"/>
          <p:cNvSpPr txBox="1">
            <a:spLocks noGrp="1"/>
          </p:cNvSpPr>
          <p:nvPr>
            <p:ph type="subTitle" idx="6"/>
          </p:nvPr>
        </p:nvSpPr>
        <p:spPr>
          <a:xfrm>
            <a:off x="6120348" y="2787719"/>
            <a:ext cx="190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Mars is actually a cold place</a:t>
            </a:r>
            <a:endParaRPr/>
          </a:p>
        </p:txBody>
      </p:sp>
      <p:sp>
        <p:nvSpPr>
          <p:cNvPr id="1224" name="Google Shape;1224;p100"/>
          <p:cNvSpPr txBox="1">
            <a:spLocks noGrp="1"/>
          </p:cNvSpPr>
          <p:nvPr>
            <p:ph type="title" idx="7"/>
          </p:nvPr>
        </p:nvSpPr>
        <p:spPr>
          <a:xfrm>
            <a:off x="1782625" y="2473545"/>
            <a:ext cx="1908900" cy="39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1225" name="Google Shape;1225;p100"/>
          <p:cNvSpPr txBox="1">
            <a:spLocks noGrp="1"/>
          </p:cNvSpPr>
          <p:nvPr>
            <p:ph type="subTitle" idx="8"/>
          </p:nvPr>
        </p:nvSpPr>
        <p:spPr>
          <a:xfrm>
            <a:off x="1782625" y="2787719"/>
            <a:ext cx="190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the</a:t>
            </a:r>
            <a:endParaRPr/>
          </a:p>
          <a:p>
            <a:pPr marL="0" lvl="0" indent="0" algn="l" rtl="0">
              <a:spcBef>
                <a:spcPts val="0"/>
              </a:spcBef>
              <a:spcAft>
                <a:spcPts val="0"/>
              </a:spcAft>
              <a:buNone/>
            </a:pPr>
            <a:r>
              <a:rPr lang="en"/>
              <a:t>ringed one</a:t>
            </a:r>
            <a:endParaRPr/>
          </a:p>
        </p:txBody>
      </p:sp>
      <p:sp>
        <p:nvSpPr>
          <p:cNvPr id="1226" name="Google Shape;1226;p100"/>
          <p:cNvSpPr txBox="1">
            <a:spLocks noGrp="1"/>
          </p:cNvSpPr>
          <p:nvPr>
            <p:ph type="title" idx="9"/>
          </p:nvPr>
        </p:nvSpPr>
        <p:spPr>
          <a:xfrm>
            <a:off x="1782625" y="3540220"/>
            <a:ext cx="1908900" cy="39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Neptune</a:t>
            </a:r>
            <a:endParaRPr/>
          </a:p>
        </p:txBody>
      </p:sp>
      <p:sp>
        <p:nvSpPr>
          <p:cNvPr id="1227" name="Google Shape;1227;p100"/>
          <p:cNvSpPr txBox="1">
            <a:spLocks noGrp="1"/>
          </p:cNvSpPr>
          <p:nvPr>
            <p:ph type="subTitle" idx="13"/>
          </p:nvPr>
        </p:nvSpPr>
        <p:spPr>
          <a:xfrm>
            <a:off x="1782625" y="3854394"/>
            <a:ext cx="190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a:t>
            </a:r>
            <a:endParaRPr/>
          </a:p>
          <a:p>
            <a:pPr marL="0" lvl="0" indent="0" algn="l" rtl="0">
              <a:spcBef>
                <a:spcPts val="0"/>
              </a:spcBef>
              <a:spcAft>
                <a:spcPts val="0"/>
              </a:spcAft>
              <a:buNone/>
            </a:pPr>
            <a:r>
              <a:rPr lang="en"/>
              <a:t>farthest planet</a:t>
            </a:r>
            <a:endParaRPr/>
          </a:p>
        </p:txBody>
      </p:sp>
      <p:sp>
        <p:nvSpPr>
          <p:cNvPr id="1228" name="Google Shape;1228;p100"/>
          <p:cNvSpPr txBox="1">
            <a:spLocks noGrp="1"/>
          </p:cNvSpPr>
          <p:nvPr>
            <p:ph type="title" idx="14"/>
          </p:nvPr>
        </p:nvSpPr>
        <p:spPr>
          <a:xfrm>
            <a:off x="6120374" y="3540220"/>
            <a:ext cx="1908900" cy="39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Mercury</a:t>
            </a:r>
            <a:endParaRPr/>
          </a:p>
        </p:txBody>
      </p:sp>
      <p:sp>
        <p:nvSpPr>
          <p:cNvPr id="1229" name="Google Shape;1229;p100"/>
          <p:cNvSpPr txBox="1">
            <a:spLocks noGrp="1"/>
          </p:cNvSpPr>
          <p:nvPr>
            <p:ph type="subTitle" idx="15"/>
          </p:nvPr>
        </p:nvSpPr>
        <p:spPr>
          <a:xfrm>
            <a:off x="6120374" y="3854394"/>
            <a:ext cx="190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a:t>
            </a:r>
            <a:endParaRPr/>
          </a:p>
          <a:p>
            <a:pPr marL="0" lvl="0" indent="0" algn="l" rtl="0">
              <a:spcBef>
                <a:spcPts val="0"/>
              </a:spcBef>
              <a:spcAft>
                <a:spcPts val="0"/>
              </a:spcAft>
              <a:buNone/>
            </a:pPr>
            <a:r>
              <a:rPr lang="en"/>
              <a:t>Smallest planet</a:t>
            </a:r>
            <a:endParaRPr/>
          </a:p>
        </p:txBody>
      </p:sp>
      <p:grpSp>
        <p:nvGrpSpPr>
          <p:cNvPr id="1230" name="Google Shape;1230;p100"/>
          <p:cNvGrpSpPr/>
          <p:nvPr/>
        </p:nvGrpSpPr>
        <p:grpSpPr>
          <a:xfrm>
            <a:off x="5468676" y="3828289"/>
            <a:ext cx="370701" cy="344519"/>
            <a:chOff x="5132000" y="3659700"/>
            <a:chExt cx="258400" cy="240150"/>
          </a:xfrm>
        </p:grpSpPr>
        <p:sp>
          <p:nvSpPr>
            <p:cNvPr id="1231" name="Google Shape;1231;p100"/>
            <p:cNvSpPr/>
            <p:nvPr/>
          </p:nvSpPr>
          <p:spPr>
            <a:xfrm>
              <a:off x="5132000" y="3659700"/>
              <a:ext cx="258400" cy="240150"/>
            </a:xfrm>
            <a:custGeom>
              <a:avLst/>
              <a:gdLst/>
              <a:ahLst/>
              <a:cxnLst/>
              <a:rect l="l" t="t" r="r" b="b"/>
              <a:pathLst>
                <a:path w="10336" h="9606" extrusionOk="0">
                  <a:moveTo>
                    <a:pt x="4963" y="910"/>
                  </a:moveTo>
                  <a:cubicBezTo>
                    <a:pt x="5312" y="910"/>
                    <a:pt x="5666" y="946"/>
                    <a:pt x="5954" y="1097"/>
                  </a:cubicBezTo>
                  <a:cubicBezTo>
                    <a:pt x="6287" y="1240"/>
                    <a:pt x="6406" y="1836"/>
                    <a:pt x="6501" y="2193"/>
                  </a:cubicBezTo>
                  <a:cubicBezTo>
                    <a:pt x="6097" y="2217"/>
                    <a:pt x="5716" y="2264"/>
                    <a:pt x="5311" y="2264"/>
                  </a:cubicBezTo>
                  <a:cubicBezTo>
                    <a:pt x="4453" y="2264"/>
                    <a:pt x="3620" y="2264"/>
                    <a:pt x="2763" y="2288"/>
                  </a:cubicBezTo>
                  <a:cubicBezTo>
                    <a:pt x="2882" y="1335"/>
                    <a:pt x="3334" y="954"/>
                    <a:pt x="4382" y="931"/>
                  </a:cubicBezTo>
                  <a:cubicBezTo>
                    <a:pt x="4564" y="922"/>
                    <a:pt x="4763" y="910"/>
                    <a:pt x="4963" y="910"/>
                  </a:cubicBezTo>
                  <a:close/>
                  <a:moveTo>
                    <a:pt x="7962" y="3035"/>
                  </a:moveTo>
                  <a:cubicBezTo>
                    <a:pt x="8292" y="3035"/>
                    <a:pt x="8560" y="3073"/>
                    <a:pt x="8597" y="3193"/>
                  </a:cubicBezTo>
                  <a:cubicBezTo>
                    <a:pt x="8669" y="3622"/>
                    <a:pt x="8669" y="4050"/>
                    <a:pt x="8597" y="4479"/>
                  </a:cubicBezTo>
                  <a:lnTo>
                    <a:pt x="953" y="4479"/>
                  </a:lnTo>
                  <a:cubicBezTo>
                    <a:pt x="953" y="4074"/>
                    <a:pt x="929" y="3645"/>
                    <a:pt x="929" y="3241"/>
                  </a:cubicBezTo>
                  <a:cubicBezTo>
                    <a:pt x="1681" y="3241"/>
                    <a:pt x="2442" y="3248"/>
                    <a:pt x="3202" y="3248"/>
                  </a:cubicBezTo>
                  <a:cubicBezTo>
                    <a:pt x="4342" y="3248"/>
                    <a:pt x="5482" y="3231"/>
                    <a:pt x="6597" y="3145"/>
                  </a:cubicBezTo>
                  <a:cubicBezTo>
                    <a:pt x="6757" y="3131"/>
                    <a:pt x="7438" y="3035"/>
                    <a:pt x="7962" y="3035"/>
                  </a:cubicBezTo>
                  <a:close/>
                  <a:moveTo>
                    <a:pt x="8573" y="5408"/>
                  </a:moveTo>
                  <a:cubicBezTo>
                    <a:pt x="8621" y="6027"/>
                    <a:pt x="8692" y="6646"/>
                    <a:pt x="8740" y="7265"/>
                  </a:cubicBezTo>
                  <a:cubicBezTo>
                    <a:pt x="8764" y="7622"/>
                    <a:pt x="8740" y="7980"/>
                    <a:pt x="8692" y="8313"/>
                  </a:cubicBezTo>
                  <a:lnTo>
                    <a:pt x="8669" y="8313"/>
                  </a:lnTo>
                  <a:cubicBezTo>
                    <a:pt x="8633" y="8527"/>
                    <a:pt x="8401" y="8581"/>
                    <a:pt x="8139" y="8581"/>
                  </a:cubicBezTo>
                  <a:cubicBezTo>
                    <a:pt x="7877" y="8581"/>
                    <a:pt x="7585" y="8527"/>
                    <a:pt x="7430" y="8527"/>
                  </a:cubicBezTo>
                  <a:cubicBezTo>
                    <a:pt x="7234" y="8523"/>
                    <a:pt x="7037" y="8521"/>
                    <a:pt x="6841" y="8521"/>
                  </a:cubicBezTo>
                  <a:cubicBezTo>
                    <a:pt x="5094" y="8521"/>
                    <a:pt x="3362" y="8677"/>
                    <a:pt x="1631" y="8677"/>
                  </a:cubicBezTo>
                  <a:cubicBezTo>
                    <a:pt x="1437" y="8677"/>
                    <a:pt x="1242" y="8675"/>
                    <a:pt x="1048" y="8670"/>
                  </a:cubicBezTo>
                  <a:cubicBezTo>
                    <a:pt x="1048" y="7575"/>
                    <a:pt x="1000" y="6503"/>
                    <a:pt x="976" y="5408"/>
                  </a:cubicBezTo>
                  <a:close/>
                  <a:moveTo>
                    <a:pt x="4781" y="0"/>
                  </a:moveTo>
                  <a:cubicBezTo>
                    <a:pt x="4646" y="0"/>
                    <a:pt x="4512" y="2"/>
                    <a:pt x="4382" y="2"/>
                  </a:cubicBezTo>
                  <a:cubicBezTo>
                    <a:pt x="2786" y="26"/>
                    <a:pt x="1977" y="835"/>
                    <a:pt x="1858" y="2312"/>
                  </a:cubicBezTo>
                  <a:lnTo>
                    <a:pt x="476" y="2312"/>
                  </a:lnTo>
                  <a:cubicBezTo>
                    <a:pt x="357" y="2312"/>
                    <a:pt x="238" y="2359"/>
                    <a:pt x="167" y="2431"/>
                  </a:cubicBezTo>
                  <a:cubicBezTo>
                    <a:pt x="72" y="2502"/>
                    <a:pt x="0" y="2645"/>
                    <a:pt x="24" y="2764"/>
                  </a:cubicBezTo>
                  <a:cubicBezTo>
                    <a:pt x="24" y="4884"/>
                    <a:pt x="143" y="7003"/>
                    <a:pt x="143" y="9123"/>
                  </a:cubicBezTo>
                  <a:cubicBezTo>
                    <a:pt x="143" y="9361"/>
                    <a:pt x="357" y="9575"/>
                    <a:pt x="595" y="9575"/>
                  </a:cubicBezTo>
                  <a:cubicBezTo>
                    <a:pt x="1022" y="9597"/>
                    <a:pt x="1452" y="9605"/>
                    <a:pt x="1882" y="9605"/>
                  </a:cubicBezTo>
                  <a:cubicBezTo>
                    <a:pt x="2867" y="9605"/>
                    <a:pt x="3856" y="9561"/>
                    <a:pt x="4834" y="9528"/>
                  </a:cubicBezTo>
                  <a:cubicBezTo>
                    <a:pt x="5022" y="9520"/>
                    <a:pt x="5213" y="9517"/>
                    <a:pt x="5405" y="9517"/>
                  </a:cubicBezTo>
                  <a:cubicBezTo>
                    <a:pt x="5951" y="9517"/>
                    <a:pt x="6514" y="9540"/>
                    <a:pt x="7071" y="9540"/>
                  </a:cubicBezTo>
                  <a:cubicBezTo>
                    <a:pt x="7565" y="9540"/>
                    <a:pt x="8054" y="9522"/>
                    <a:pt x="8526" y="9456"/>
                  </a:cubicBezTo>
                  <a:cubicBezTo>
                    <a:pt x="10336" y="9218"/>
                    <a:pt x="9597" y="6408"/>
                    <a:pt x="9526" y="5193"/>
                  </a:cubicBezTo>
                  <a:cubicBezTo>
                    <a:pt x="9454" y="4455"/>
                    <a:pt x="9621" y="3717"/>
                    <a:pt x="9502" y="2955"/>
                  </a:cubicBezTo>
                  <a:cubicBezTo>
                    <a:pt x="9407" y="2264"/>
                    <a:pt x="8645" y="2193"/>
                    <a:pt x="8097" y="2145"/>
                  </a:cubicBezTo>
                  <a:lnTo>
                    <a:pt x="7430" y="2145"/>
                  </a:lnTo>
                  <a:cubicBezTo>
                    <a:pt x="7430" y="2121"/>
                    <a:pt x="7430" y="2098"/>
                    <a:pt x="7430" y="2074"/>
                  </a:cubicBezTo>
                  <a:cubicBezTo>
                    <a:pt x="7240" y="1478"/>
                    <a:pt x="7097" y="740"/>
                    <a:pt x="6549" y="383"/>
                  </a:cubicBezTo>
                  <a:cubicBezTo>
                    <a:pt x="6042" y="32"/>
                    <a:pt x="5392" y="0"/>
                    <a:pt x="47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100"/>
            <p:cNvSpPr/>
            <p:nvPr/>
          </p:nvSpPr>
          <p:spPr>
            <a:xfrm>
              <a:off x="5176650" y="3825850"/>
              <a:ext cx="57175" cy="23825"/>
            </a:xfrm>
            <a:custGeom>
              <a:avLst/>
              <a:gdLst/>
              <a:ahLst/>
              <a:cxnLst/>
              <a:rect l="l" t="t" r="r" b="b"/>
              <a:pathLst>
                <a:path w="2287" h="953" extrusionOk="0">
                  <a:moveTo>
                    <a:pt x="1667" y="0"/>
                  </a:moveTo>
                  <a:cubicBezTo>
                    <a:pt x="1262" y="0"/>
                    <a:pt x="857" y="0"/>
                    <a:pt x="453" y="24"/>
                  </a:cubicBezTo>
                  <a:cubicBezTo>
                    <a:pt x="191" y="24"/>
                    <a:pt x="0" y="238"/>
                    <a:pt x="0" y="500"/>
                  </a:cubicBezTo>
                  <a:cubicBezTo>
                    <a:pt x="0" y="738"/>
                    <a:pt x="191" y="953"/>
                    <a:pt x="453" y="953"/>
                  </a:cubicBezTo>
                  <a:cubicBezTo>
                    <a:pt x="739" y="936"/>
                    <a:pt x="1025" y="919"/>
                    <a:pt x="1311" y="919"/>
                  </a:cubicBezTo>
                  <a:cubicBezTo>
                    <a:pt x="1430" y="919"/>
                    <a:pt x="1549" y="922"/>
                    <a:pt x="1667" y="929"/>
                  </a:cubicBezTo>
                  <a:cubicBezTo>
                    <a:pt x="2286" y="929"/>
                    <a:pt x="2286" y="0"/>
                    <a:pt x="166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100"/>
            <p:cNvSpPr/>
            <p:nvPr/>
          </p:nvSpPr>
          <p:spPr>
            <a:xfrm>
              <a:off x="5279650" y="3822275"/>
              <a:ext cx="61925" cy="22650"/>
            </a:xfrm>
            <a:custGeom>
              <a:avLst/>
              <a:gdLst/>
              <a:ahLst/>
              <a:cxnLst/>
              <a:rect l="l" t="t" r="r" b="b"/>
              <a:pathLst>
                <a:path w="2477" h="906" extrusionOk="0">
                  <a:moveTo>
                    <a:pt x="619" y="0"/>
                  </a:moveTo>
                  <a:cubicBezTo>
                    <a:pt x="0" y="0"/>
                    <a:pt x="0" y="905"/>
                    <a:pt x="619" y="905"/>
                  </a:cubicBezTo>
                  <a:lnTo>
                    <a:pt x="1881" y="905"/>
                  </a:lnTo>
                  <a:cubicBezTo>
                    <a:pt x="2477" y="905"/>
                    <a:pt x="2477" y="0"/>
                    <a:pt x="18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4" name="Google Shape;1234;p100"/>
          <p:cNvGrpSpPr/>
          <p:nvPr/>
        </p:nvGrpSpPr>
        <p:grpSpPr>
          <a:xfrm>
            <a:off x="1117255" y="3839337"/>
            <a:ext cx="398030" cy="334334"/>
            <a:chOff x="1629475" y="3236350"/>
            <a:chExt cx="277450" cy="233050"/>
          </a:xfrm>
        </p:grpSpPr>
        <p:sp>
          <p:nvSpPr>
            <p:cNvPr id="1235" name="Google Shape;1235;p100"/>
            <p:cNvSpPr/>
            <p:nvPr/>
          </p:nvSpPr>
          <p:spPr>
            <a:xfrm>
              <a:off x="1695550" y="3277550"/>
              <a:ext cx="155425" cy="97400"/>
            </a:xfrm>
            <a:custGeom>
              <a:avLst/>
              <a:gdLst/>
              <a:ahLst/>
              <a:cxnLst/>
              <a:rect l="l" t="t" r="r" b="b"/>
              <a:pathLst>
                <a:path w="6217" h="3896" extrusionOk="0">
                  <a:moveTo>
                    <a:pt x="3715" y="473"/>
                  </a:moveTo>
                  <a:cubicBezTo>
                    <a:pt x="3803" y="473"/>
                    <a:pt x="3891" y="474"/>
                    <a:pt x="3978" y="475"/>
                  </a:cubicBezTo>
                  <a:cubicBezTo>
                    <a:pt x="4835" y="475"/>
                    <a:pt x="5335" y="737"/>
                    <a:pt x="5335" y="1642"/>
                  </a:cubicBezTo>
                  <a:cubicBezTo>
                    <a:pt x="5335" y="2142"/>
                    <a:pt x="5240" y="2642"/>
                    <a:pt x="5240" y="3143"/>
                  </a:cubicBezTo>
                  <a:cubicBezTo>
                    <a:pt x="5076" y="3145"/>
                    <a:pt x="4913" y="3146"/>
                    <a:pt x="4749" y="3146"/>
                  </a:cubicBezTo>
                  <a:cubicBezTo>
                    <a:pt x="4345" y="3146"/>
                    <a:pt x="3941" y="3140"/>
                    <a:pt x="3537" y="3140"/>
                  </a:cubicBezTo>
                  <a:cubicBezTo>
                    <a:pt x="2583" y="3140"/>
                    <a:pt x="1633" y="3172"/>
                    <a:pt x="691" y="3381"/>
                  </a:cubicBezTo>
                  <a:cubicBezTo>
                    <a:pt x="549" y="2476"/>
                    <a:pt x="477" y="1547"/>
                    <a:pt x="525" y="618"/>
                  </a:cubicBezTo>
                  <a:cubicBezTo>
                    <a:pt x="1581" y="596"/>
                    <a:pt x="2657" y="473"/>
                    <a:pt x="3715" y="473"/>
                  </a:cubicBezTo>
                  <a:close/>
                  <a:moveTo>
                    <a:pt x="4068" y="0"/>
                  </a:moveTo>
                  <a:cubicBezTo>
                    <a:pt x="3752" y="0"/>
                    <a:pt x="3441" y="23"/>
                    <a:pt x="3192" y="23"/>
                  </a:cubicBezTo>
                  <a:cubicBezTo>
                    <a:pt x="2216" y="47"/>
                    <a:pt x="1263" y="166"/>
                    <a:pt x="287" y="166"/>
                  </a:cubicBezTo>
                  <a:cubicBezTo>
                    <a:pt x="215" y="166"/>
                    <a:pt x="168" y="190"/>
                    <a:pt x="120" y="237"/>
                  </a:cubicBezTo>
                  <a:cubicBezTo>
                    <a:pt x="72" y="261"/>
                    <a:pt x="48" y="332"/>
                    <a:pt x="48" y="404"/>
                  </a:cubicBezTo>
                  <a:cubicBezTo>
                    <a:pt x="1" y="1523"/>
                    <a:pt x="72" y="2642"/>
                    <a:pt x="287" y="3738"/>
                  </a:cubicBezTo>
                  <a:cubicBezTo>
                    <a:pt x="324" y="3832"/>
                    <a:pt x="406" y="3896"/>
                    <a:pt x="497" y="3896"/>
                  </a:cubicBezTo>
                  <a:cubicBezTo>
                    <a:pt x="522" y="3896"/>
                    <a:pt x="547" y="3891"/>
                    <a:pt x="572" y="3881"/>
                  </a:cubicBezTo>
                  <a:cubicBezTo>
                    <a:pt x="1560" y="3634"/>
                    <a:pt x="2557" y="3600"/>
                    <a:pt x="3557" y="3600"/>
                  </a:cubicBezTo>
                  <a:cubicBezTo>
                    <a:pt x="3941" y="3600"/>
                    <a:pt x="4327" y="3605"/>
                    <a:pt x="4712" y="3605"/>
                  </a:cubicBezTo>
                  <a:cubicBezTo>
                    <a:pt x="4968" y="3605"/>
                    <a:pt x="5223" y="3602"/>
                    <a:pt x="5478" y="3595"/>
                  </a:cubicBezTo>
                  <a:cubicBezTo>
                    <a:pt x="5597" y="3595"/>
                    <a:pt x="5693" y="3500"/>
                    <a:pt x="5716" y="3381"/>
                  </a:cubicBezTo>
                  <a:cubicBezTo>
                    <a:pt x="5645" y="2404"/>
                    <a:pt x="6216" y="809"/>
                    <a:pt x="5192" y="213"/>
                  </a:cubicBezTo>
                  <a:cubicBezTo>
                    <a:pt x="4896" y="38"/>
                    <a:pt x="4478" y="0"/>
                    <a:pt x="406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100"/>
            <p:cNvSpPr/>
            <p:nvPr/>
          </p:nvSpPr>
          <p:spPr>
            <a:xfrm>
              <a:off x="1629475" y="3236350"/>
              <a:ext cx="277450" cy="233050"/>
            </a:xfrm>
            <a:custGeom>
              <a:avLst/>
              <a:gdLst/>
              <a:ahLst/>
              <a:cxnLst/>
              <a:rect l="l" t="t" r="r" b="b"/>
              <a:pathLst>
                <a:path w="11098" h="9322" extrusionOk="0">
                  <a:moveTo>
                    <a:pt x="8461" y="891"/>
                  </a:moveTo>
                  <a:cubicBezTo>
                    <a:pt x="8843" y="891"/>
                    <a:pt x="9170" y="967"/>
                    <a:pt x="9193" y="1242"/>
                  </a:cubicBezTo>
                  <a:cubicBezTo>
                    <a:pt x="9217" y="1838"/>
                    <a:pt x="9098" y="2385"/>
                    <a:pt x="9145" y="2933"/>
                  </a:cubicBezTo>
                  <a:cubicBezTo>
                    <a:pt x="9193" y="3647"/>
                    <a:pt x="9264" y="4314"/>
                    <a:pt x="9288" y="5029"/>
                  </a:cubicBezTo>
                  <a:cubicBezTo>
                    <a:pt x="9312" y="5362"/>
                    <a:pt x="9288" y="5695"/>
                    <a:pt x="9193" y="6005"/>
                  </a:cubicBezTo>
                  <a:cubicBezTo>
                    <a:pt x="9172" y="6090"/>
                    <a:pt x="8981" y="6113"/>
                    <a:pt x="8761" y="6113"/>
                  </a:cubicBezTo>
                  <a:cubicBezTo>
                    <a:pt x="8487" y="6113"/>
                    <a:pt x="8166" y="6077"/>
                    <a:pt x="8074" y="6077"/>
                  </a:cubicBezTo>
                  <a:cubicBezTo>
                    <a:pt x="7809" y="6067"/>
                    <a:pt x="7545" y="6063"/>
                    <a:pt x="7280" y="6063"/>
                  </a:cubicBezTo>
                  <a:cubicBezTo>
                    <a:pt x="5728" y="6063"/>
                    <a:pt x="4175" y="6202"/>
                    <a:pt x="2608" y="6202"/>
                  </a:cubicBezTo>
                  <a:cubicBezTo>
                    <a:pt x="2422" y="6202"/>
                    <a:pt x="2235" y="6200"/>
                    <a:pt x="2048" y="6196"/>
                  </a:cubicBezTo>
                  <a:cubicBezTo>
                    <a:pt x="2048" y="4505"/>
                    <a:pt x="1953" y="2790"/>
                    <a:pt x="1953" y="1099"/>
                  </a:cubicBezTo>
                  <a:cubicBezTo>
                    <a:pt x="2778" y="1099"/>
                    <a:pt x="3607" y="1115"/>
                    <a:pt x="4437" y="1115"/>
                  </a:cubicBezTo>
                  <a:cubicBezTo>
                    <a:pt x="5405" y="1115"/>
                    <a:pt x="6374" y="1094"/>
                    <a:pt x="7335" y="1004"/>
                  </a:cubicBezTo>
                  <a:cubicBezTo>
                    <a:pt x="7570" y="979"/>
                    <a:pt x="8048" y="891"/>
                    <a:pt x="8461" y="891"/>
                  </a:cubicBezTo>
                  <a:close/>
                  <a:moveTo>
                    <a:pt x="9312" y="6958"/>
                  </a:moveTo>
                  <a:cubicBezTo>
                    <a:pt x="9479" y="7291"/>
                    <a:pt x="9645" y="7624"/>
                    <a:pt x="9836" y="7958"/>
                  </a:cubicBezTo>
                  <a:cubicBezTo>
                    <a:pt x="8426" y="8279"/>
                    <a:pt x="6932" y="8402"/>
                    <a:pt x="5431" y="8402"/>
                  </a:cubicBezTo>
                  <a:cubicBezTo>
                    <a:pt x="4043" y="8402"/>
                    <a:pt x="2649" y="8297"/>
                    <a:pt x="1310" y="8148"/>
                  </a:cubicBezTo>
                  <a:lnTo>
                    <a:pt x="1334" y="8148"/>
                  </a:lnTo>
                  <a:cubicBezTo>
                    <a:pt x="1548" y="7815"/>
                    <a:pt x="1763" y="7482"/>
                    <a:pt x="1929" y="7124"/>
                  </a:cubicBezTo>
                  <a:cubicBezTo>
                    <a:pt x="2278" y="7138"/>
                    <a:pt x="2627" y="7144"/>
                    <a:pt x="2975" y="7144"/>
                  </a:cubicBezTo>
                  <a:cubicBezTo>
                    <a:pt x="3816" y="7144"/>
                    <a:pt x="4653" y="7110"/>
                    <a:pt x="5478" y="7077"/>
                  </a:cubicBezTo>
                  <a:cubicBezTo>
                    <a:pt x="5698" y="7068"/>
                    <a:pt x="5923" y="7065"/>
                    <a:pt x="6151" y="7065"/>
                  </a:cubicBezTo>
                  <a:cubicBezTo>
                    <a:pt x="6636" y="7065"/>
                    <a:pt x="7136" y="7078"/>
                    <a:pt x="7631" y="7078"/>
                  </a:cubicBezTo>
                  <a:cubicBezTo>
                    <a:pt x="8139" y="7078"/>
                    <a:pt x="8642" y="7064"/>
                    <a:pt x="9121" y="7005"/>
                  </a:cubicBezTo>
                  <a:cubicBezTo>
                    <a:pt x="9193" y="7005"/>
                    <a:pt x="9240" y="6981"/>
                    <a:pt x="9312" y="6958"/>
                  </a:cubicBezTo>
                  <a:close/>
                  <a:moveTo>
                    <a:pt x="8261" y="1"/>
                  </a:moveTo>
                  <a:cubicBezTo>
                    <a:pt x="7519" y="1"/>
                    <a:pt x="6749" y="123"/>
                    <a:pt x="6026" y="123"/>
                  </a:cubicBezTo>
                  <a:cubicBezTo>
                    <a:pt x="4501" y="123"/>
                    <a:pt x="2977" y="171"/>
                    <a:pt x="1477" y="171"/>
                  </a:cubicBezTo>
                  <a:cubicBezTo>
                    <a:pt x="1358" y="171"/>
                    <a:pt x="1239" y="218"/>
                    <a:pt x="1167" y="290"/>
                  </a:cubicBezTo>
                  <a:cubicBezTo>
                    <a:pt x="1072" y="385"/>
                    <a:pt x="1001" y="504"/>
                    <a:pt x="1024" y="647"/>
                  </a:cubicBezTo>
                  <a:cubicBezTo>
                    <a:pt x="1024" y="2623"/>
                    <a:pt x="1120" y="4600"/>
                    <a:pt x="1120" y="6600"/>
                  </a:cubicBezTo>
                  <a:cubicBezTo>
                    <a:pt x="953" y="7220"/>
                    <a:pt x="453" y="7696"/>
                    <a:pt x="167" y="8291"/>
                  </a:cubicBezTo>
                  <a:cubicBezTo>
                    <a:pt x="0" y="8601"/>
                    <a:pt x="215" y="8982"/>
                    <a:pt x="572" y="8982"/>
                  </a:cubicBezTo>
                  <a:cubicBezTo>
                    <a:pt x="2142" y="9177"/>
                    <a:pt x="3800" y="9322"/>
                    <a:pt x="5454" y="9322"/>
                  </a:cubicBezTo>
                  <a:cubicBezTo>
                    <a:pt x="7237" y="9322"/>
                    <a:pt x="9014" y="9153"/>
                    <a:pt x="10669" y="8696"/>
                  </a:cubicBezTo>
                  <a:cubicBezTo>
                    <a:pt x="10955" y="8625"/>
                    <a:pt x="11098" y="8291"/>
                    <a:pt x="10955" y="8029"/>
                  </a:cubicBezTo>
                  <a:cubicBezTo>
                    <a:pt x="10598" y="7482"/>
                    <a:pt x="10288" y="6934"/>
                    <a:pt x="10026" y="6362"/>
                  </a:cubicBezTo>
                  <a:cubicBezTo>
                    <a:pt x="10503" y="5434"/>
                    <a:pt x="10122" y="3814"/>
                    <a:pt x="10050" y="2957"/>
                  </a:cubicBezTo>
                  <a:cubicBezTo>
                    <a:pt x="9955" y="1671"/>
                    <a:pt x="10574" y="194"/>
                    <a:pt x="8812" y="28"/>
                  </a:cubicBezTo>
                  <a:cubicBezTo>
                    <a:pt x="8631" y="9"/>
                    <a:pt x="8447" y="1"/>
                    <a:pt x="826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100"/>
            <p:cNvSpPr/>
            <p:nvPr/>
          </p:nvSpPr>
          <p:spPr>
            <a:xfrm>
              <a:off x="1722100" y="3422700"/>
              <a:ext cx="86850" cy="12075"/>
            </a:xfrm>
            <a:custGeom>
              <a:avLst/>
              <a:gdLst/>
              <a:ahLst/>
              <a:cxnLst/>
              <a:rect l="l" t="t" r="r" b="b"/>
              <a:pathLst>
                <a:path w="3474" h="483" extrusionOk="0">
                  <a:moveTo>
                    <a:pt x="303" y="1"/>
                  </a:moveTo>
                  <a:cubicBezTo>
                    <a:pt x="0" y="1"/>
                    <a:pt x="0" y="483"/>
                    <a:pt x="303" y="483"/>
                  </a:cubicBezTo>
                  <a:cubicBezTo>
                    <a:pt x="316" y="483"/>
                    <a:pt x="330" y="482"/>
                    <a:pt x="344" y="480"/>
                  </a:cubicBezTo>
                  <a:lnTo>
                    <a:pt x="3130" y="480"/>
                  </a:lnTo>
                  <a:cubicBezTo>
                    <a:pt x="3145" y="482"/>
                    <a:pt x="3158" y="483"/>
                    <a:pt x="3171" y="483"/>
                  </a:cubicBezTo>
                  <a:cubicBezTo>
                    <a:pt x="3474" y="483"/>
                    <a:pt x="3474" y="1"/>
                    <a:pt x="3171" y="1"/>
                  </a:cubicBezTo>
                  <a:cubicBezTo>
                    <a:pt x="3158" y="1"/>
                    <a:pt x="3145" y="2"/>
                    <a:pt x="3130" y="4"/>
                  </a:cubicBezTo>
                  <a:lnTo>
                    <a:pt x="344" y="4"/>
                  </a:lnTo>
                  <a:cubicBezTo>
                    <a:pt x="330" y="2"/>
                    <a:pt x="316" y="1"/>
                    <a:pt x="30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8" name="Google Shape;1238;p100"/>
          <p:cNvGrpSpPr/>
          <p:nvPr/>
        </p:nvGrpSpPr>
        <p:grpSpPr>
          <a:xfrm>
            <a:off x="5502837" y="2728219"/>
            <a:ext cx="302378" cy="376260"/>
            <a:chOff x="6322125" y="2796175"/>
            <a:chExt cx="210775" cy="262275"/>
          </a:xfrm>
        </p:grpSpPr>
        <p:sp>
          <p:nvSpPr>
            <p:cNvPr id="1239" name="Google Shape;1239;p100"/>
            <p:cNvSpPr/>
            <p:nvPr/>
          </p:nvSpPr>
          <p:spPr>
            <a:xfrm>
              <a:off x="6322125" y="2888775"/>
              <a:ext cx="210775" cy="169675"/>
            </a:xfrm>
            <a:custGeom>
              <a:avLst/>
              <a:gdLst/>
              <a:ahLst/>
              <a:cxnLst/>
              <a:rect l="l" t="t" r="r" b="b"/>
              <a:pathLst>
                <a:path w="8431" h="6787" extrusionOk="0">
                  <a:moveTo>
                    <a:pt x="7061" y="1958"/>
                  </a:moveTo>
                  <a:cubicBezTo>
                    <a:pt x="7151" y="1958"/>
                    <a:pt x="7240" y="1964"/>
                    <a:pt x="7335" y="1976"/>
                  </a:cubicBezTo>
                  <a:cubicBezTo>
                    <a:pt x="7454" y="1976"/>
                    <a:pt x="7454" y="2405"/>
                    <a:pt x="7454" y="2500"/>
                  </a:cubicBezTo>
                  <a:cubicBezTo>
                    <a:pt x="7502" y="2928"/>
                    <a:pt x="7502" y="3333"/>
                    <a:pt x="7549" y="3762"/>
                  </a:cubicBezTo>
                  <a:cubicBezTo>
                    <a:pt x="7560" y="3949"/>
                    <a:pt x="7342" y="4004"/>
                    <a:pt x="7083" y="4004"/>
                  </a:cubicBezTo>
                  <a:cubicBezTo>
                    <a:pt x="6782" y="4004"/>
                    <a:pt x="6426" y="3930"/>
                    <a:pt x="6311" y="3905"/>
                  </a:cubicBezTo>
                  <a:lnTo>
                    <a:pt x="6168" y="3905"/>
                  </a:lnTo>
                  <a:cubicBezTo>
                    <a:pt x="6144" y="3619"/>
                    <a:pt x="6121" y="3333"/>
                    <a:pt x="6097" y="3143"/>
                  </a:cubicBezTo>
                  <a:cubicBezTo>
                    <a:pt x="6073" y="2762"/>
                    <a:pt x="6025" y="2405"/>
                    <a:pt x="6001" y="2023"/>
                  </a:cubicBezTo>
                  <a:cubicBezTo>
                    <a:pt x="6263" y="2023"/>
                    <a:pt x="6525" y="1976"/>
                    <a:pt x="6787" y="1976"/>
                  </a:cubicBezTo>
                  <a:cubicBezTo>
                    <a:pt x="6883" y="1964"/>
                    <a:pt x="6972" y="1958"/>
                    <a:pt x="7061" y="1958"/>
                  </a:cubicBezTo>
                  <a:close/>
                  <a:moveTo>
                    <a:pt x="4934" y="709"/>
                  </a:moveTo>
                  <a:cubicBezTo>
                    <a:pt x="5139" y="709"/>
                    <a:pt x="5295" y="778"/>
                    <a:pt x="5311" y="1119"/>
                  </a:cubicBezTo>
                  <a:cubicBezTo>
                    <a:pt x="5311" y="1380"/>
                    <a:pt x="5311" y="1642"/>
                    <a:pt x="5287" y="1904"/>
                  </a:cubicBezTo>
                  <a:cubicBezTo>
                    <a:pt x="5311" y="2333"/>
                    <a:pt x="5335" y="2738"/>
                    <a:pt x="5406" y="3143"/>
                  </a:cubicBezTo>
                  <a:cubicBezTo>
                    <a:pt x="5454" y="3643"/>
                    <a:pt x="5454" y="4143"/>
                    <a:pt x="5454" y="4643"/>
                  </a:cubicBezTo>
                  <a:cubicBezTo>
                    <a:pt x="5406" y="5429"/>
                    <a:pt x="5120" y="5619"/>
                    <a:pt x="4358" y="5619"/>
                  </a:cubicBezTo>
                  <a:cubicBezTo>
                    <a:pt x="3748" y="5619"/>
                    <a:pt x="3137" y="5577"/>
                    <a:pt x="2534" y="5577"/>
                  </a:cubicBezTo>
                  <a:cubicBezTo>
                    <a:pt x="2032" y="5577"/>
                    <a:pt x="1535" y="5606"/>
                    <a:pt x="1048" y="5715"/>
                  </a:cubicBezTo>
                  <a:cubicBezTo>
                    <a:pt x="977" y="4905"/>
                    <a:pt x="1072" y="4072"/>
                    <a:pt x="1024" y="3262"/>
                  </a:cubicBezTo>
                  <a:cubicBezTo>
                    <a:pt x="953" y="2452"/>
                    <a:pt x="858" y="1619"/>
                    <a:pt x="834" y="785"/>
                  </a:cubicBezTo>
                  <a:cubicBezTo>
                    <a:pt x="1453" y="785"/>
                    <a:pt x="2078" y="797"/>
                    <a:pt x="2703" y="797"/>
                  </a:cubicBezTo>
                  <a:cubicBezTo>
                    <a:pt x="3328" y="797"/>
                    <a:pt x="3953" y="785"/>
                    <a:pt x="4573" y="738"/>
                  </a:cubicBezTo>
                  <a:cubicBezTo>
                    <a:pt x="4698" y="729"/>
                    <a:pt x="4823" y="709"/>
                    <a:pt x="4934" y="709"/>
                  </a:cubicBezTo>
                  <a:close/>
                  <a:moveTo>
                    <a:pt x="4888" y="1"/>
                  </a:moveTo>
                  <a:cubicBezTo>
                    <a:pt x="4564" y="1"/>
                    <a:pt x="4230" y="58"/>
                    <a:pt x="3953" y="71"/>
                  </a:cubicBezTo>
                  <a:cubicBezTo>
                    <a:pt x="3564" y="87"/>
                    <a:pt x="3175" y="92"/>
                    <a:pt x="2787" y="92"/>
                  </a:cubicBezTo>
                  <a:cubicBezTo>
                    <a:pt x="2009" y="92"/>
                    <a:pt x="1231" y="71"/>
                    <a:pt x="453" y="71"/>
                  </a:cubicBezTo>
                  <a:cubicBezTo>
                    <a:pt x="191" y="71"/>
                    <a:pt x="0" y="356"/>
                    <a:pt x="143" y="595"/>
                  </a:cubicBezTo>
                  <a:lnTo>
                    <a:pt x="143" y="618"/>
                  </a:lnTo>
                  <a:cubicBezTo>
                    <a:pt x="167" y="1619"/>
                    <a:pt x="286" y="2595"/>
                    <a:pt x="357" y="3595"/>
                  </a:cubicBezTo>
                  <a:cubicBezTo>
                    <a:pt x="429" y="4476"/>
                    <a:pt x="286" y="5381"/>
                    <a:pt x="453" y="6239"/>
                  </a:cubicBezTo>
                  <a:cubicBezTo>
                    <a:pt x="493" y="6401"/>
                    <a:pt x="637" y="6511"/>
                    <a:pt x="797" y="6511"/>
                  </a:cubicBezTo>
                  <a:cubicBezTo>
                    <a:pt x="825" y="6511"/>
                    <a:pt x="853" y="6508"/>
                    <a:pt x="881" y="6501"/>
                  </a:cubicBezTo>
                  <a:cubicBezTo>
                    <a:pt x="977" y="6453"/>
                    <a:pt x="1096" y="6429"/>
                    <a:pt x="1215" y="6405"/>
                  </a:cubicBezTo>
                  <a:cubicBezTo>
                    <a:pt x="1215" y="6453"/>
                    <a:pt x="1239" y="6477"/>
                    <a:pt x="1262" y="6524"/>
                  </a:cubicBezTo>
                  <a:cubicBezTo>
                    <a:pt x="1286" y="6691"/>
                    <a:pt x="1429" y="6786"/>
                    <a:pt x="1596" y="6786"/>
                  </a:cubicBezTo>
                  <a:cubicBezTo>
                    <a:pt x="2691" y="6739"/>
                    <a:pt x="3787" y="6763"/>
                    <a:pt x="4882" y="6667"/>
                  </a:cubicBezTo>
                  <a:cubicBezTo>
                    <a:pt x="5097" y="6643"/>
                    <a:pt x="5263" y="6429"/>
                    <a:pt x="5216" y="6215"/>
                  </a:cubicBezTo>
                  <a:cubicBezTo>
                    <a:pt x="5358" y="6191"/>
                    <a:pt x="5478" y="6143"/>
                    <a:pt x="5597" y="6072"/>
                  </a:cubicBezTo>
                  <a:cubicBezTo>
                    <a:pt x="6049" y="5834"/>
                    <a:pt x="6192" y="5215"/>
                    <a:pt x="6192" y="4595"/>
                  </a:cubicBezTo>
                  <a:cubicBezTo>
                    <a:pt x="6490" y="4643"/>
                    <a:pt x="6799" y="4703"/>
                    <a:pt x="7097" y="4703"/>
                  </a:cubicBezTo>
                  <a:cubicBezTo>
                    <a:pt x="7395" y="4703"/>
                    <a:pt x="7680" y="4643"/>
                    <a:pt x="7930" y="4453"/>
                  </a:cubicBezTo>
                  <a:cubicBezTo>
                    <a:pt x="8431" y="4072"/>
                    <a:pt x="8216" y="3309"/>
                    <a:pt x="8192" y="2762"/>
                  </a:cubicBezTo>
                  <a:cubicBezTo>
                    <a:pt x="8169" y="2214"/>
                    <a:pt x="8145" y="1476"/>
                    <a:pt x="7526" y="1285"/>
                  </a:cubicBezTo>
                  <a:cubicBezTo>
                    <a:pt x="7376" y="1248"/>
                    <a:pt x="7222" y="1234"/>
                    <a:pt x="7066" y="1234"/>
                  </a:cubicBezTo>
                  <a:cubicBezTo>
                    <a:pt x="6725" y="1234"/>
                    <a:pt x="6376" y="1300"/>
                    <a:pt x="6049" y="1333"/>
                  </a:cubicBezTo>
                  <a:cubicBezTo>
                    <a:pt x="6049" y="904"/>
                    <a:pt x="6049" y="404"/>
                    <a:pt x="5620" y="166"/>
                  </a:cubicBezTo>
                  <a:cubicBezTo>
                    <a:pt x="5407" y="38"/>
                    <a:pt x="5151" y="1"/>
                    <a:pt x="488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100"/>
            <p:cNvSpPr/>
            <p:nvPr/>
          </p:nvSpPr>
          <p:spPr>
            <a:xfrm>
              <a:off x="6361400" y="2796175"/>
              <a:ext cx="47675" cy="91525"/>
            </a:xfrm>
            <a:custGeom>
              <a:avLst/>
              <a:gdLst/>
              <a:ahLst/>
              <a:cxnLst/>
              <a:rect l="l" t="t" r="r" b="b"/>
              <a:pathLst>
                <a:path w="1907" h="3661" extrusionOk="0">
                  <a:moveTo>
                    <a:pt x="861" y="1"/>
                  </a:moveTo>
                  <a:cubicBezTo>
                    <a:pt x="635" y="1"/>
                    <a:pt x="394" y="257"/>
                    <a:pt x="525" y="536"/>
                  </a:cubicBezTo>
                  <a:cubicBezTo>
                    <a:pt x="620" y="726"/>
                    <a:pt x="668" y="965"/>
                    <a:pt x="668" y="1179"/>
                  </a:cubicBezTo>
                  <a:cubicBezTo>
                    <a:pt x="692" y="1393"/>
                    <a:pt x="406" y="1536"/>
                    <a:pt x="287" y="1679"/>
                  </a:cubicBezTo>
                  <a:cubicBezTo>
                    <a:pt x="120" y="1893"/>
                    <a:pt x="49" y="2155"/>
                    <a:pt x="49" y="2417"/>
                  </a:cubicBezTo>
                  <a:cubicBezTo>
                    <a:pt x="1" y="3132"/>
                    <a:pt x="715" y="3560"/>
                    <a:pt x="1287" y="3656"/>
                  </a:cubicBezTo>
                  <a:cubicBezTo>
                    <a:pt x="1310" y="3659"/>
                    <a:pt x="1332" y="3661"/>
                    <a:pt x="1354" y="3661"/>
                  </a:cubicBezTo>
                  <a:cubicBezTo>
                    <a:pt x="1757" y="3661"/>
                    <a:pt x="1907" y="3057"/>
                    <a:pt x="1477" y="2989"/>
                  </a:cubicBezTo>
                  <a:cubicBezTo>
                    <a:pt x="1144" y="2917"/>
                    <a:pt x="763" y="2822"/>
                    <a:pt x="739" y="2417"/>
                  </a:cubicBezTo>
                  <a:cubicBezTo>
                    <a:pt x="692" y="2108"/>
                    <a:pt x="1025" y="1989"/>
                    <a:pt x="1168" y="1774"/>
                  </a:cubicBezTo>
                  <a:cubicBezTo>
                    <a:pt x="1525" y="1298"/>
                    <a:pt x="1335" y="679"/>
                    <a:pt x="1120" y="179"/>
                  </a:cubicBezTo>
                  <a:cubicBezTo>
                    <a:pt x="1061" y="53"/>
                    <a:pt x="963" y="1"/>
                    <a:pt x="86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1" name="Google Shape;1241;p100"/>
          <p:cNvGrpSpPr/>
          <p:nvPr/>
        </p:nvGrpSpPr>
        <p:grpSpPr>
          <a:xfrm>
            <a:off x="1143731" y="1637559"/>
            <a:ext cx="345093" cy="377300"/>
            <a:chOff x="1074000" y="2799750"/>
            <a:chExt cx="240550" cy="263000"/>
          </a:xfrm>
        </p:grpSpPr>
        <p:sp>
          <p:nvSpPr>
            <p:cNvPr id="1242" name="Google Shape;1242;p100"/>
            <p:cNvSpPr/>
            <p:nvPr/>
          </p:nvSpPr>
          <p:spPr>
            <a:xfrm>
              <a:off x="1074000" y="2799750"/>
              <a:ext cx="240550" cy="263000"/>
            </a:xfrm>
            <a:custGeom>
              <a:avLst/>
              <a:gdLst/>
              <a:ahLst/>
              <a:cxnLst/>
              <a:rect l="l" t="t" r="r" b="b"/>
              <a:pathLst>
                <a:path w="9622" h="10520" extrusionOk="0">
                  <a:moveTo>
                    <a:pt x="7980" y="2348"/>
                  </a:moveTo>
                  <a:cubicBezTo>
                    <a:pt x="8258" y="2348"/>
                    <a:pt x="8536" y="2375"/>
                    <a:pt x="8574" y="2489"/>
                  </a:cubicBezTo>
                  <a:cubicBezTo>
                    <a:pt x="8621" y="2917"/>
                    <a:pt x="8621" y="3346"/>
                    <a:pt x="8550" y="3775"/>
                  </a:cubicBezTo>
                  <a:lnTo>
                    <a:pt x="8550" y="3822"/>
                  </a:lnTo>
                  <a:cubicBezTo>
                    <a:pt x="6026" y="3822"/>
                    <a:pt x="3477" y="3894"/>
                    <a:pt x="953" y="3941"/>
                  </a:cubicBezTo>
                  <a:lnTo>
                    <a:pt x="953" y="2536"/>
                  </a:lnTo>
                  <a:lnTo>
                    <a:pt x="2596" y="2512"/>
                  </a:lnTo>
                  <a:lnTo>
                    <a:pt x="2596" y="2703"/>
                  </a:lnTo>
                  <a:cubicBezTo>
                    <a:pt x="2620" y="2989"/>
                    <a:pt x="2840" y="3132"/>
                    <a:pt x="3061" y="3132"/>
                  </a:cubicBezTo>
                  <a:cubicBezTo>
                    <a:pt x="3281" y="3132"/>
                    <a:pt x="3501" y="2989"/>
                    <a:pt x="3525" y="2703"/>
                  </a:cubicBezTo>
                  <a:lnTo>
                    <a:pt x="3525" y="2489"/>
                  </a:lnTo>
                  <a:cubicBezTo>
                    <a:pt x="4430" y="2489"/>
                    <a:pt x="5359" y="2441"/>
                    <a:pt x="6264" y="2417"/>
                  </a:cubicBezTo>
                  <a:lnTo>
                    <a:pt x="6264" y="2751"/>
                  </a:lnTo>
                  <a:cubicBezTo>
                    <a:pt x="6264" y="3060"/>
                    <a:pt x="6496" y="3215"/>
                    <a:pt x="6728" y="3215"/>
                  </a:cubicBezTo>
                  <a:cubicBezTo>
                    <a:pt x="6960" y="3215"/>
                    <a:pt x="7193" y="3060"/>
                    <a:pt x="7193" y="2751"/>
                  </a:cubicBezTo>
                  <a:lnTo>
                    <a:pt x="7193" y="2370"/>
                  </a:lnTo>
                  <a:lnTo>
                    <a:pt x="7407" y="2370"/>
                  </a:lnTo>
                  <a:cubicBezTo>
                    <a:pt x="7485" y="2370"/>
                    <a:pt x="7732" y="2348"/>
                    <a:pt x="7980" y="2348"/>
                  </a:cubicBezTo>
                  <a:close/>
                  <a:moveTo>
                    <a:pt x="8526" y="4751"/>
                  </a:moveTo>
                  <a:cubicBezTo>
                    <a:pt x="8526" y="4965"/>
                    <a:pt x="8574" y="5203"/>
                    <a:pt x="8574" y="5418"/>
                  </a:cubicBezTo>
                  <a:cubicBezTo>
                    <a:pt x="8621" y="6227"/>
                    <a:pt x="8669" y="7061"/>
                    <a:pt x="8693" y="7894"/>
                  </a:cubicBezTo>
                  <a:cubicBezTo>
                    <a:pt x="8693" y="8252"/>
                    <a:pt x="8669" y="8609"/>
                    <a:pt x="8645" y="8990"/>
                  </a:cubicBezTo>
                  <a:cubicBezTo>
                    <a:pt x="8621" y="9442"/>
                    <a:pt x="8574" y="9490"/>
                    <a:pt x="8097" y="9490"/>
                  </a:cubicBezTo>
                  <a:cubicBezTo>
                    <a:pt x="6297" y="9545"/>
                    <a:pt x="4469" y="9641"/>
                    <a:pt x="2666" y="9641"/>
                  </a:cubicBezTo>
                  <a:cubicBezTo>
                    <a:pt x="2108" y="9641"/>
                    <a:pt x="1552" y="9632"/>
                    <a:pt x="1001" y="9609"/>
                  </a:cubicBezTo>
                  <a:cubicBezTo>
                    <a:pt x="1001" y="8037"/>
                    <a:pt x="953" y="6442"/>
                    <a:pt x="905" y="4870"/>
                  </a:cubicBezTo>
                  <a:cubicBezTo>
                    <a:pt x="3454" y="4799"/>
                    <a:pt x="6002" y="4751"/>
                    <a:pt x="8526" y="4751"/>
                  </a:cubicBezTo>
                  <a:close/>
                  <a:moveTo>
                    <a:pt x="6728" y="0"/>
                  </a:moveTo>
                  <a:cubicBezTo>
                    <a:pt x="6496" y="0"/>
                    <a:pt x="6264" y="155"/>
                    <a:pt x="6264" y="464"/>
                  </a:cubicBezTo>
                  <a:lnTo>
                    <a:pt x="6264" y="1512"/>
                  </a:lnTo>
                  <a:cubicBezTo>
                    <a:pt x="6049" y="1536"/>
                    <a:pt x="5835" y="1536"/>
                    <a:pt x="5645" y="1536"/>
                  </a:cubicBezTo>
                  <a:cubicBezTo>
                    <a:pt x="4930" y="1536"/>
                    <a:pt x="4216" y="1560"/>
                    <a:pt x="3525" y="1560"/>
                  </a:cubicBezTo>
                  <a:cubicBezTo>
                    <a:pt x="3501" y="1155"/>
                    <a:pt x="3477" y="750"/>
                    <a:pt x="3406" y="345"/>
                  </a:cubicBezTo>
                  <a:cubicBezTo>
                    <a:pt x="3368" y="109"/>
                    <a:pt x="3206" y="7"/>
                    <a:pt x="3030" y="7"/>
                  </a:cubicBezTo>
                  <a:cubicBezTo>
                    <a:pt x="2764" y="7"/>
                    <a:pt x="2468" y="239"/>
                    <a:pt x="2525" y="583"/>
                  </a:cubicBezTo>
                  <a:cubicBezTo>
                    <a:pt x="2573" y="917"/>
                    <a:pt x="2596" y="1250"/>
                    <a:pt x="2596" y="1584"/>
                  </a:cubicBezTo>
                  <a:cubicBezTo>
                    <a:pt x="1882" y="1584"/>
                    <a:pt x="1191" y="1607"/>
                    <a:pt x="477" y="1607"/>
                  </a:cubicBezTo>
                  <a:cubicBezTo>
                    <a:pt x="358" y="1607"/>
                    <a:pt x="239" y="1655"/>
                    <a:pt x="167" y="1727"/>
                  </a:cubicBezTo>
                  <a:cubicBezTo>
                    <a:pt x="72" y="1822"/>
                    <a:pt x="1" y="1941"/>
                    <a:pt x="24" y="2084"/>
                  </a:cubicBezTo>
                  <a:cubicBezTo>
                    <a:pt x="24" y="4727"/>
                    <a:pt x="120" y="7371"/>
                    <a:pt x="143" y="10014"/>
                  </a:cubicBezTo>
                  <a:cubicBezTo>
                    <a:pt x="143" y="10276"/>
                    <a:pt x="334" y="10490"/>
                    <a:pt x="596" y="10490"/>
                  </a:cubicBezTo>
                  <a:cubicBezTo>
                    <a:pt x="1035" y="10511"/>
                    <a:pt x="1477" y="10520"/>
                    <a:pt x="1919" y="10520"/>
                  </a:cubicBezTo>
                  <a:cubicBezTo>
                    <a:pt x="2987" y="10520"/>
                    <a:pt x="4060" y="10469"/>
                    <a:pt x="5121" y="10419"/>
                  </a:cubicBezTo>
                  <a:cubicBezTo>
                    <a:pt x="5883" y="10395"/>
                    <a:pt x="6621" y="10371"/>
                    <a:pt x="7383" y="10347"/>
                  </a:cubicBezTo>
                  <a:cubicBezTo>
                    <a:pt x="7639" y="10347"/>
                    <a:pt x="7965" y="10396"/>
                    <a:pt x="8274" y="10396"/>
                  </a:cubicBezTo>
                  <a:cubicBezTo>
                    <a:pt x="8539" y="10396"/>
                    <a:pt x="8792" y="10360"/>
                    <a:pt x="8979" y="10228"/>
                  </a:cubicBezTo>
                  <a:cubicBezTo>
                    <a:pt x="9574" y="9823"/>
                    <a:pt x="9574" y="9109"/>
                    <a:pt x="9598" y="8442"/>
                  </a:cubicBezTo>
                  <a:cubicBezTo>
                    <a:pt x="9622" y="7418"/>
                    <a:pt x="9574" y="6418"/>
                    <a:pt x="9503" y="5394"/>
                  </a:cubicBezTo>
                  <a:cubicBezTo>
                    <a:pt x="9455" y="4656"/>
                    <a:pt x="9455" y="3894"/>
                    <a:pt x="9503" y="3132"/>
                  </a:cubicBezTo>
                  <a:cubicBezTo>
                    <a:pt x="9526" y="2322"/>
                    <a:pt x="9431" y="1655"/>
                    <a:pt x="8550" y="1488"/>
                  </a:cubicBezTo>
                  <a:cubicBezTo>
                    <a:pt x="8258" y="1442"/>
                    <a:pt x="7966" y="1416"/>
                    <a:pt x="7673" y="1416"/>
                  </a:cubicBezTo>
                  <a:cubicBezTo>
                    <a:pt x="7513" y="1416"/>
                    <a:pt x="7353" y="1424"/>
                    <a:pt x="7193" y="1441"/>
                  </a:cubicBezTo>
                  <a:lnTo>
                    <a:pt x="7193" y="464"/>
                  </a:lnTo>
                  <a:cubicBezTo>
                    <a:pt x="7193" y="155"/>
                    <a:pt x="6960" y="0"/>
                    <a:pt x="672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100"/>
            <p:cNvSpPr/>
            <p:nvPr/>
          </p:nvSpPr>
          <p:spPr>
            <a:xfrm>
              <a:off x="1113900" y="2929700"/>
              <a:ext cx="32175" cy="30750"/>
            </a:xfrm>
            <a:custGeom>
              <a:avLst/>
              <a:gdLst/>
              <a:ahLst/>
              <a:cxnLst/>
              <a:rect l="l" t="t" r="r" b="b"/>
              <a:pathLst>
                <a:path w="1287" h="1230" extrusionOk="0">
                  <a:moveTo>
                    <a:pt x="810" y="458"/>
                  </a:moveTo>
                  <a:lnTo>
                    <a:pt x="810" y="577"/>
                  </a:lnTo>
                  <a:lnTo>
                    <a:pt x="810" y="720"/>
                  </a:lnTo>
                  <a:lnTo>
                    <a:pt x="786" y="744"/>
                  </a:lnTo>
                  <a:lnTo>
                    <a:pt x="548" y="744"/>
                  </a:lnTo>
                  <a:cubicBezTo>
                    <a:pt x="548" y="696"/>
                    <a:pt x="548" y="648"/>
                    <a:pt x="548" y="625"/>
                  </a:cubicBezTo>
                  <a:lnTo>
                    <a:pt x="548" y="482"/>
                  </a:lnTo>
                  <a:cubicBezTo>
                    <a:pt x="619" y="458"/>
                    <a:pt x="715" y="458"/>
                    <a:pt x="810" y="458"/>
                  </a:cubicBezTo>
                  <a:close/>
                  <a:moveTo>
                    <a:pt x="833" y="1"/>
                  </a:moveTo>
                  <a:cubicBezTo>
                    <a:pt x="660" y="1"/>
                    <a:pt x="470" y="53"/>
                    <a:pt x="310" y="53"/>
                  </a:cubicBezTo>
                  <a:cubicBezTo>
                    <a:pt x="167" y="53"/>
                    <a:pt x="72" y="148"/>
                    <a:pt x="72" y="267"/>
                  </a:cubicBezTo>
                  <a:cubicBezTo>
                    <a:pt x="72" y="577"/>
                    <a:pt x="0" y="958"/>
                    <a:pt x="286" y="1172"/>
                  </a:cubicBezTo>
                  <a:cubicBezTo>
                    <a:pt x="373" y="1207"/>
                    <a:pt x="473" y="1229"/>
                    <a:pt x="576" y="1229"/>
                  </a:cubicBezTo>
                  <a:cubicBezTo>
                    <a:pt x="614" y="1229"/>
                    <a:pt x="652" y="1226"/>
                    <a:pt x="691" y="1220"/>
                  </a:cubicBezTo>
                  <a:cubicBezTo>
                    <a:pt x="834" y="1196"/>
                    <a:pt x="977" y="1172"/>
                    <a:pt x="1096" y="1149"/>
                  </a:cubicBezTo>
                  <a:cubicBezTo>
                    <a:pt x="1191" y="1125"/>
                    <a:pt x="1238" y="1077"/>
                    <a:pt x="1262" y="982"/>
                  </a:cubicBezTo>
                  <a:cubicBezTo>
                    <a:pt x="1286" y="863"/>
                    <a:pt x="1286" y="720"/>
                    <a:pt x="1262" y="601"/>
                  </a:cubicBezTo>
                  <a:cubicBezTo>
                    <a:pt x="1286" y="458"/>
                    <a:pt x="1262" y="291"/>
                    <a:pt x="1191" y="148"/>
                  </a:cubicBezTo>
                  <a:cubicBezTo>
                    <a:pt x="1097" y="33"/>
                    <a:pt x="970" y="1"/>
                    <a:pt x="8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100"/>
            <p:cNvSpPr/>
            <p:nvPr/>
          </p:nvSpPr>
          <p:spPr>
            <a:xfrm>
              <a:off x="1113900" y="2964825"/>
              <a:ext cx="32175" cy="30575"/>
            </a:xfrm>
            <a:custGeom>
              <a:avLst/>
              <a:gdLst/>
              <a:ahLst/>
              <a:cxnLst/>
              <a:rect l="l" t="t" r="r" b="b"/>
              <a:pathLst>
                <a:path w="1287" h="1223" extrusionOk="0">
                  <a:moveTo>
                    <a:pt x="810" y="458"/>
                  </a:moveTo>
                  <a:lnTo>
                    <a:pt x="810" y="601"/>
                  </a:lnTo>
                  <a:lnTo>
                    <a:pt x="810" y="720"/>
                  </a:lnTo>
                  <a:lnTo>
                    <a:pt x="786" y="720"/>
                  </a:lnTo>
                  <a:lnTo>
                    <a:pt x="595" y="744"/>
                  </a:lnTo>
                  <a:lnTo>
                    <a:pt x="548" y="744"/>
                  </a:lnTo>
                  <a:cubicBezTo>
                    <a:pt x="548" y="696"/>
                    <a:pt x="548" y="648"/>
                    <a:pt x="548" y="625"/>
                  </a:cubicBezTo>
                  <a:lnTo>
                    <a:pt x="548" y="482"/>
                  </a:lnTo>
                  <a:cubicBezTo>
                    <a:pt x="619" y="458"/>
                    <a:pt x="715" y="458"/>
                    <a:pt x="810" y="458"/>
                  </a:cubicBezTo>
                  <a:close/>
                  <a:moveTo>
                    <a:pt x="833" y="1"/>
                  </a:moveTo>
                  <a:cubicBezTo>
                    <a:pt x="660" y="1"/>
                    <a:pt x="470" y="53"/>
                    <a:pt x="310" y="53"/>
                  </a:cubicBezTo>
                  <a:cubicBezTo>
                    <a:pt x="297" y="49"/>
                    <a:pt x="283" y="47"/>
                    <a:pt x="271" y="47"/>
                  </a:cubicBezTo>
                  <a:cubicBezTo>
                    <a:pt x="213" y="47"/>
                    <a:pt x="158" y="86"/>
                    <a:pt x="119" y="125"/>
                  </a:cubicBezTo>
                  <a:cubicBezTo>
                    <a:pt x="95" y="172"/>
                    <a:pt x="72" y="220"/>
                    <a:pt x="72" y="267"/>
                  </a:cubicBezTo>
                  <a:cubicBezTo>
                    <a:pt x="72" y="577"/>
                    <a:pt x="0" y="934"/>
                    <a:pt x="286" y="1172"/>
                  </a:cubicBezTo>
                  <a:cubicBezTo>
                    <a:pt x="359" y="1202"/>
                    <a:pt x="442" y="1222"/>
                    <a:pt x="528" y="1222"/>
                  </a:cubicBezTo>
                  <a:cubicBezTo>
                    <a:pt x="582" y="1222"/>
                    <a:pt x="636" y="1214"/>
                    <a:pt x="691" y="1196"/>
                  </a:cubicBezTo>
                  <a:cubicBezTo>
                    <a:pt x="834" y="1196"/>
                    <a:pt x="977" y="1172"/>
                    <a:pt x="1096" y="1149"/>
                  </a:cubicBezTo>
                  <a:cubicBezTo>
                    <a:pt x="1191" y="1125"/>
                    <a:pt x="1238" y="1077"/>
                    <a:pt x="1262" y="982"/>
                  </a:cubicBezTo>
                  <a:cubicBezTo>
                    <a:pt x="1286" y="863"/>
                    <a:pt x="1286" y="720"/>
                    <a:pt x="1262" y="601"/>
                  </a:cubicBezTo>
                  <a:cubicBezTo>
                    <a:pt x="1286" y="458"/>
                    <a:pt x="1262" y="291"/>
                    <a:pt x="1191" y="148"/>
                  </a:cubicBezTo>
                  <a:cubicBezTo>
                    <a:pt x="1097" y="33"/>
                    <a:pt x="970" y="1"/>
                    <a:pt x="8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100"/>
            <p:cNvSpPr/>
            <p:nvPr/>
          </p:nvSpPr>
          <p:spPr>
            <a:xfrm>
              <a:off x="1113900" y="2999950"/>
              <a:ext cx="32175" cy="30575"/>
            </a:xfrm>
            <a:custGeom>
              <a:avLst/>
              <a:gdLst/>
              <a:ahLst/>
              <a:cxnLst/>
              <a:rect l="l" t="t" r="r" b="b"/>
              <a:pathLst>
                <a:path w="1287" h="1223" extrusionOk="0">
                  <a:moveTo>
                    <a:pt x="810" y="458"/>
                  </a:moveTo>
                  <a:lnTo>
                    <a:pt x="810" y="577"/>
                  </a:lnTo>
                  <a:lnTo>
                    <a:pt x="810" y="720"/>
                  </a:lnTo>
                  <a:lnTo>
                    <a:pt x="786" y="720"/>
                  </a:lnTo>
                  <a:lnTo>
                    <a:pt x="595" y="744"/>
                  </a:lnTo>
                  <a:lnTo>
                    <a:pt x="548" y="744"/>
                  </a:lnTo>
                  <a:cubicBezTo>
                    <a:pt x="524" y="696"/>
                    <a:pt x="524" y="649"/>
                    <a:pt x="548" y="625"/>
                  </a:cubicBezTo>
                  <a:lnTo>
                    <a:pt x="548" y="482"/>
                  </a:lnTo>
                  <a:cubicBezTo>
                    <a:pt x="619" y="458"/>
                    <a:pt x="715" y="458"/>
                    <a:pt x="810" y="458"/>
                  </a:cubicBezTo>
                  <a:close/>
                  <a:moveTo>
                    <a:pt x="833" y="1"/>
                  </a:moveTo>
                  <a:cubicBezTo>
                    <a:pt x="660" y="1"/>
                    <a:pt x="470" y="53"/>
                    <a:pt x="310" y="53"/>
                  </a:cubicBezTo>
                  <a:cubicBezTo>
                    <a:pt x="167" y="53"/>
                    <a:pt x="72" y="148"/>
                    <a:pt x="72" y="268"/>
                  </a:cubicBezTo>
                  <a:cubicBezTo>
                    <a:pt x="72" y="577"/>
                    <a:pt x="0" y="934"/>
                    <a:pt x="286" y="1172"/>
                  </a:cubicBezTo>
                  <a:cubicBezTo>
                    <a:pt x="359" y="1202"/>
                    <a:pt x="442" y="1222"/>
                    <a:pt x="528" y="1222"/>
                  </a:cubicBezTo>
                  <a:cubicBezTo>
                    <a:pt x="582" y="1222"/>
                    <a:pt x="636" y="1214"/>
                    <a:pt x="691" y="1196"/>
                  </a:cubicBezTo>
                  <a:cubicBezTo>
                    <a:pt x="834" y="1196"/>
                    <a:pt x="977" y="1172"/>
                    <a:pt x="1096" y="1149"/>
                  </a:cubicBezTo>
                  <a:cubicBezTo>
                    <a:pt x="1191" y="1125"/>
                    <a:pt x="1238" y="1053"/>
                    <a:pt x="1262" y="982"/>
                  </a:cubicBezTo>
                  <a:cubicBezTo>
                    <a:pt x="1286" y="863"/>
                    <a:pt x="1286" y="720"/>
                    <a:pt x="1262" y="601"/>
                  </a:cubicBezTo>
                  <a:cubicBezTo>
                    <a:pt x="1286" y="434"/>
                    <a:pt x="1262" y="291"/>
                    <a:pt x="1191" y="148"/>
                  </a:cubicBezTo>
                  <a:cubicBezTo>
                    <a:pt x="1097" y="33"/>
                    <a:pt x="970" y="1"/>
                    <a:pt x="8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100"/>
            <p:cNvSpPr/>
            <p:nvPr/>
          </p:nvSpPr>
          <p:spPr>
            <a:xfrm>
              <a:off x="1153175" y="2929700"/>
              <a:ext cx="32175" cy="30750"/>
            </a:xfrm>
            <a:custGeom>
              <a:avLst/>
              <a:gdLst/>
              <a:ahLst/>
              <a:cxnLst/>
              <a:rect l="l" t="t" r="r" b="b"/>
              <a:pathLst>
                <a:path w="1287" h="1230" extrusionOk="0">
                  <a:moveTo>
                    <a:pt x="834" y="458"/>
                  </a:moveTo>
                  <a:lnTo>
                    <a:pt x="834" y="577"/>
                  </a:lnTo>
                  <a:lnTo>
                    <a:pt x="834" y="720"/>
                  </a:lnTo>
                  <a:lnTo>
                    <a:pt x="787" y="744"/>
                  </a:lnTo>
                  <a:lnTo>
                    <a:pt x="549" y="744"/>
                  </a:lnTo>
                  <a:cubicBezTo>
                    <a:pt x="549" y="696"/>
                    <a:pt x="549" y="648"/>
                    <a:pt x="549" y="625"/>
                  </a:cubicBezTo>
                  <a:lnTo>
                    <a:pt x="549" y="482"/>
                  </a:lnTo>
                  <a:cubicBezTo>
                    <a:pt x="644" y="458"/>
                    <a:pt x="739" y="458"/>
                    <a:pt x="834" y="458"/>
                  </a:cubicBezTo>
                  <a:close/>
                  <a:moveTo>
                    <a:pt x="856" y="1"/>
                  </a:moveTo>
                  <a:cubicBezTo>
                    <a:pt x="680" y="1"/>
                    <a:pt x="484" y="53"/>
                    <a:pt x="310" y="53"/>
                  </a:cubicBezTo>
                  <a:cubicBezTo>
                    <a:pt x="239" y="53"/>
                    <a:pt x="168" y="77"/>
                    <a:pt x="144" y="125"/>
                  </a:cubicBezTo>
                  <a:cubicBezTo>
                    <a:pt x="96" y="172"/>
                    <a:pt x="72" y="220"/>
                    <a:pt x="72" y="267"/>
                  </a:cubicBezTo>
                  <a:cubicBezTo>
                    <a:pt x="72" y="577"/>
                    <a:pt x="1" y="958"/>
                    <a:pt x="287" y="1172"/>
                  </a:cubicBezTo>
                  <a:cubicBezTo>
                    <a:pt x="391" y="1207"/>
                    <a:pt x="496" y="1229"/>
                    <a:pt x="600" y="1229"/>
                  </a:cubicBezTo>
                  <a:cubicBezTo>
                    <a:pt x="639" y="1229"/>
                    <a:pt x="677" y="1226"/>
                    <a:pt x="715" y="1220"/>
                  </a:cubicBezTo>
                  <a:cubicBezTo>
                    <a:pt x="834" y="1196"/>
                    <a:pt x="977" y="1172"/>
                    <a:pt x="1120" y="1149"/>
                  </a:cubicBezTo>
                  <a:cubicBezTo>
                    <a:pt x="1192" y="1125"/>
                    <a:pt x="1263" y="1077"/>
                    <a:pt x="1287" y="982"/>
                  </a:cubicBezTo>
                  <a:cubicBezTo>
                    <a:pt x="1287" y="863"/>
                    <a:pt x="1287" y="720"/>
                    <a:pt x="1287" y="601"/>
                  </a:cubicBezTo>
                  <a:cubicBezTo>
                    <a:pt x="1287" y="458"/>
                    <a:pt x="1263" y="291"/>
                    <a:pt x="1215" y="148"/>
                  </a:cubicBezTo>
                  <a:cubicBezTo>
                    <a:pt x="1121" y="33"/>
                    <a:pt x="995" y="1"/>
                    <a:pt x="8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100"/>
            <p:cNvSpPr/>
            <p:nvPr/>
          </p:nvSpPr>
          <p:spPr>
            <a:xfrm>
              <a:off x="1153175" y="2964825"/>
              <a:ext cx="32175" cy="30575"/>
            </a:xfrm>
            <a:custGeom>
              <a:avLst/>
              <a:gdLst/>
              <a:ahLst/>
              <a:cxnLst/>
              <a:rect l="l" t="t" r="r" b="b"/>
              <a:pathLst>
                <a:path w="1287" h="1223" extrusionOk="0">
                  <a:moveTo>
                    <a:pt x="834" y="458"/>
                  </a:moveTo>
                  <a:lnTo>
                    <a:pt x="834" y="601"/>
                  </a:lnTo>
                  <a:lnTo>
                    <a:pt x="834" y="720"/>
                  </a:lnTo>
                  <a:lnTo>
                    <a:pt x="787" y="720"/>
                  </a:lnTo>
                  <a:cubicBezTo>
                    <a:pt x="739" y="720"/>
                    <a:pt x="668" y="720"/>
                    <a:pt x="620" y="744"/>
                  </a:cubicBezTo>
                  <a:lnTo>
                    <a:pt x="549" y="744"/>
                  </a:lnTo>
                  <a:cubicBezTo>
                    <a:pt x="549" y="696"/>
                    <a:pt x="549" y="648"/>
                    <a:pt x="549" y="625"/>
                  </a:cubicBezTo>
                  <a:lnTo>
                    <a:pt x="549" y="482"/>
                  </a:lnTo>
                  <a:cubicBezTo>
                    <a:pt x="644" y="458"/>
                    <a:pt x="739" y="458"/>
                    <a:pt x="834" y="458"/>
                  </a:cubicBezTo>
                  <a:close/>
                  <a:moveTo>
                    <a:pt x="856" y="1"/>
                  </a:moveTo>
                  <a:cubicBezTo>
                    <a:pt x="680" y="1"/>
                    <a:pt x="484" y="53"/>
                    <a:pt x="310" y="53"/>
                  </a:cubicBezTo>
                  <a:cubicBezTo>
                    <a:pt x="297" y="49"/>
                    <a:pt x="284" y="47"/>
                    <a:pt x="271" y="47"/>
                  </a:cubicBezTo>
                  <a:cubicBezTo>
                    <a:pt x="214" y="47"/>
                    <a:pt x="163" y="86"/>
                    <a:pt x="144" y="125"/>
                  </a:cubicBezTo>
                  <a:cubicBezTo>
                    <a:pt x="96" y="172"/>
                    <a:pt x="72" y="220"/>
                    <a:pt x="72" y="267"/>
                  </a:cubicBezTo>
                  <a:cubicBezTo>
                    <a:pt x="72" y="577"/>
                    <a:pt x="1" y="934"/>
                    <a:pt x="287" y="1172"/>
                  </a:cubicBezTo>
                  <a:cubicBezTo>
                    <a:pt x="375" y="1202"/>
                    <a:pt x="463" y="1222"/>
                    <a:pt x="552" y="1222"/>
                  </a:cubicBezTo>
                  <a:cubicBezTo>
                    <a:pt x="606" y="1222"/>
                    <a:pt x="661" y="1214"/>
                    <a:pt x="715" y="1196"/>
                  </a:cubicBezTo>
                  <a:cubicBezTo>
                    <a:pt x="834" y="1196"/>
                    <a:pt x="977" y="1172"/>
                    <a:pt x="1120" y="1149"/>
                  </a:cubicBezTo>
                  <a:cubicBezTo>
                    <a:pt x="1192" y="1125"/>
                    <a:pt x="1263" y="1077"/>
                    <a:pt x="1287" y="982"/>
                  </a:cubicBezTo>
                  <a:cubicBezTo>
                    <a:pt x="1287" y="863"/>
                    <a:pt x="1287" y="720"/>
                    <a:pt x="1287" y="601"/>
                  </a:cubicBezTo>
                  <a:cubicBezTo>
                    <a:pt x="1287" y="458"/>
                    <a:pt x="1263" y="291"/>
                    <a:pt x="1215" y="148"/>
                  </a:cubicBezTo>
                  <a:cubicBezTo>
                    <a:pt x="1121" y="33"/>
                    <a:pt x="995" y="1"/>
                    <a:pt x="8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100"/>
            <p:cNvSpPr/>
            <p:nvPr/>
          </p:nvSpPr>
          <p:spPr>
            <a:xfrm>
              <a:off x="1153175" y="2999950"/>
              <a:ext cx="32175" cy="30575"/>
            </a:xfrm>
            <a:custGeom>
              <a:avLst/>
              <a:gdLst/>
              <a:ahLst/>
              <a:cxnLst/>
              <a:rect l="l" t="t" r="r" b="b"/>
              <a:pathLst>
                <a:path w="1287" h="1223" extrusionOk="0">
                  <a:moveTo>
                    <a:pt x="834" y="458"/>
                  </a:moveTo>
                  <a:lnTo>
                    <a:pt x="834" y="577"/>
                  </a:lnTo>
                  <a:lnTo>
                    <a:pt x="834" y="720"/>
                  </a:lnTo>
                  <a:lnTo>
                    <a:pt x="787" y="720"/>
                  </a:lnTo>
                  <a:cubicBezTo>
                    <a:pt x="739" y="744"/>
                    <a:pt x="668" y="744"/>
                    <a:pt x="620" y="744"/>
                  </a:cubicBezTo>
                  <a:lnTo>
                    <a:pt x="549" y="744"/>
                  </a:lnTo>
                  <a:cubicBezTo>
                    <a:pt x="549" y="696"/>
                    <a:pt x="549" y="649"/>
                    <a:pt x="549" y="625"/>
                  </a:cubicBezTo>
                  <a:lnTo>
                    <a:pt x="549" y="482"/>
                  </a:lnTo>
                  <a:cubicBezTo>
                    <a:pt x="644" y="458"/>
                    <a:pt x="739" y="458"/>
                    <a:pt x="834" y="458"/>
                  </a:cubicBezTo>
                  <a:close/>
                  <a:moveTo>
                    <a:pt x="856" y="1"/>
                  </a:moveTo>
                  <a:cubicBezTo>
                    <a:pt x="680" y="1"/>
                    <a:pt x="484" y="53"/>
                    <a:pt x="310" y="53"/>
                  </a:cubicBezTo>
                  <a:cubicBezTo>
                    <a:pt x="297" y="49"/>
                    <a:pt x="284" y="47"/>
                    <a:pt x="271" y="47"/>
                  </a:cubicBezTo>
                  <a:cubicBezTo>
                    <a:pt x="214" y="47"/>
                    <a:pt x="163" y="86"/>
                    <a:pt x="144" y="125"/>
                  </a:cubicBezTo>
                  <a:cubicBezTo>
                    <a:pt x="96" y="172"/>
                    <a:pt x="72" y="220"/>
                    <a:pt x="72" y="268"/>
                  </a:cubicBezTo>
                  <a:cubicBezTo>
                    <a:pt x="72" y="577"/>
                    <a:pt x="1" y="934"/>
                    <a:pt x="287" y="1172"/>
                  </a:cubicBezTo>
                  <a:cubicBezTo>
                    <a:pt x="375" y="1202"/>
                    <a:pt x="463" y="1222"/>
                    <a:pt x="552" y="1222"/>
                  </a:cubicBezTo>
                  <a:cubicBezTo>
                    <a:pt x="606" y="1222"/>
                    <a:pt x="661" y="1214"/>
                    <a:pt x="715" y="1196"/>
                  </a:cubicBezTo>
                  <a:cubicBezTo>
                    <a:pt x="834" y="1196"/>
                    <a:pt x="977" y="1172"/>
                    <a:pt x="1120" y="1149"/>
                  </a:cubicBezTo>
                  <a:cubicBezTo>
                    <a:pt x="1192" y="1125"/>
                    <a:pt x="1263" y="1053"/>
                    <a:pt x="1287" y="982"/>
                  </a:cubicBezTo>
                  <a:cubicBezTo>
                    <a:pt x="1287" y="863"/>
                    <a:pt x="1287" y="720"/>
                    <a:pt x="1287" y="601"/>
                  </a:cubicBezTo>
                  <a:cubicBezTo>
                    <a:pt x="1287" y="434"/>
                    <a:pt x="1263" y="291"/>
                    <a:pt x="1215" y="148"/>
                  </a:cubicBezTo>
                  <a:cubicBezTo>
                    <a:pt x="1121" y="33"/>
                    <a:pt x="995" y="1"/>
                    <a:pt x="8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100"/>
            <p:cNvSpPr/>
            <p:nvPr/>
          </p:nvSpPr>
          <p:spPr>
            <a:xfrm>
              <a:off x="1193675" y="2929700"/>
              <a:ext cx="32175" cy="30750"/>
            </a:xfrm>
            <a:custGeom>
              <a:avLst/>
              <a:gdLst/>
              <a:ahLst/>
              <a:cxnLst/>
              <a:rect l="l" t="t" r="r" b="b"/>
              <a:pathLst>
                <a:path w="1287" h="1230" extrusionOk="0">
                  <a:moveTo>
                    <a:pt x="810" y="458"/>
                  </a:moveTo>
                  <a:cubicBezTo>
                    <a:pt x="834" y="506"/>
                    <a:pt x="834" y="553"/>
                    <a:pt x="834" y="577"/>
                  </a:cubicBezTo>
                  <a:lnTo>
                    <a:pt x="834" y="720"/>
                  </a:lnTo>
                  <a:lnTo>
                    <a:pt x="786" y="744"/>
                  </a:lnTo>
                  <a:lnTo>
                    <a:pt x="548" y="744"/>
                  </a:lnTo>
                  <a:cubicBezTo>
                    <a:pt x="548" y="696"/>
                    <a:pt x="548" y="648"/>
                    <a:pt x="548" y="625"/>
                  </a:cubicBezTo>
                  <a:lnTo>
                    <a:pt x="548" y="482"/>
                  </a:lnTo>
                  <a:cubicBezTo>
                    <a:pt x="643" y="458"/>
                    <a:pt x="715" y="458"/>
                    <a:pt x="810" y="458"/>
                  </a:cubicBezTo>
                  <a:close/>
                  <a:moveTo>
                    <a:pt x="834" y="1"/>
                  </a:moveTo>
                  <a:cubicBezTo>
                    <a:pt x="660" y="1"/>
                    <a:pt x="470" y="53"/>
                    <a:pt x="310" y="53"/>
                  </a:cubicBezTo>
                  <a:cubicBezTo>
                    <a:pt x="238" y="53"/>
                    <a:pt x="167" y="77"/>
                    <a:pt x="119" y="125"/>
                  </a:cubicBezTo>
                  <a:cubicBezTo>
                    <a:pt x="96" y="172"/>
                    <a:pt x="72" y="220"/>
                    <a:pt x="72" y="267"/>
                  </a:cubicBezTo>
                  <a:cubicBezTo>
                    <a:pt x="72" y="577"/>
                    <a:pt x="0" y="958"/>
                    <a:pt x="286" y="1172"/>
                  </a:cubicBezTo>
                  <a:cubicBezTo>
                    <a:pt x="373" y="1207"/>
                    <a:pt x="473" y="1229"/>
                    <a:pt x="576" y="1229"/>
                  </a:cubicBezTo>
                  <a:cubicBezTo>
                    <a:pt x="614" y="1229"/>
                    <a:pt x="653" y="1226"/>
                    <a:pt x="691" y="1220"/>
                  </a:cubicBezTo>
                  <a:cubicBezTo>
                    <a:pt x="834" y="1196"/>
                    <a:pt x="953" y="1172"/>
                    <a:pt x="1096" y="1149"/>
                  </a:cubicBezTo>
                  <a:cubicBezTo>
                    <a:pt x="1191" y="1125"/>
                    <a:pt x="1239" y="1077"/>
                    <a:pt x="1262" y="982"/>
                  </a:cubicBezTo>
                  <a:cubicBezTo>
                    <a:pt x="1286" y="863"/>
                    <a:pt x="1286" y="720"/>
                    <a:pt x="1262" y="601"/>
                  </a:cubicBezTo>
                  <a:cubicBezTo>
                    <a:pt x="1286" y="458"/>
                    <a:pt x="1262" y="291"/>
                    <a:pt x="1191" y="148"/>
                  </a:cubicBezTo>
                  <a:cubicBezTo>
                    <a:pt x="1097" y="33"/>
                    <a:pt x="970" y="1"/>
                    <a:pt x="8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100"/>
            <p:cNvSpPr/>
            <p:nvPr/>
          </p:nvSpPr>
          <p:spPr>
            <a:xfrm>
              <a:off x="1193675" y="2964825"/>
              <a:ext cx="32175" cy="30575"/>
            </a:xfrm>
            <a:custGeom>
              <a:avLst/>
              <a:gdLst/>
              <a:ahLst/>
              <a:cxnLst/>
              <a:rect l="l" t="t" r="r" b="b"/>
              <a:pathLst>
                <a:path w="1287" h="1223" extrusionOk="0">
                  <a:moveTo>
                    <a:pt x="810" y="458"/>
                  </a:moveTo>
                  <a:cubicBezTo>
                    <a:pt x="834" y="506"/>
                    <a:pt x="834" y="553"/>
                    <a:pt x="834" y="601"/>
                  </a:cubicBezTo>
                  <a:lnTo>
                    <a:pt x="834" y="720"/>
                  </a:lnTo>
                  <a:lnTo>
                    <a:pt x="786" y="720"/>
                  </a:lnTo>
                  <a:cubicBezTo>
                    <a:pt x="715" y="720"/>
                    <a:pt x="667" y="720"/>
                    <a:pt x="596" y="744"/>
                  </a:cubicBezTo>
                  <a:lnTo>
                    <a:pt x="548" y="744"/>
                  </a:lnTo>
                  <a:cubicBezTo>
                    <a:pt x="548" y="696"/>
                    <a:pt x="548" y="648"/>
                    <a:pt x="548" y="625"/>
                  </a:cubicBezTo>
                  <a:lnTo>
                    <a:pt x="548" y="482"/>
                  </a:lnTo>
                  <a:cubicBezTo>
                    <a:pt x="643" y="458"/>
                    <a:pt x="715" y="458"/>
                    <a:pt x="810" y="458"/>
                  </a:cubicBezTo>
                  <a:close/>
                  <a:moveTo>
                    <a:pt x="834" y="1"/>
                  </a:moveTo>
                  <a:cubicBezTo>
                    <a:pt x="660" y="1"/>
                    <a:pt x="470" y="53"/>
                    <a:pt x="310" y="53"/>
                  </a:cubicBezTo>
                  <a:cubicBezTo>
                    <a:pt x="297" y="49"/>
                    <a:pt x="284" y="47"/>
                    <a:pt x="271" y="47"/>
                  </a:cubicBezTo>
                  <a:cubicBezTo>
                    <a:pt x="213" y="47"/>
                    <a:pt x="158" y="86"/>
                    <a:pt x="119" y="125"/>
                  </a:cubicBezTo>
                  <a:cubicBezTo>
                    <a:pt x="96" y="172"/>
                    <a:pt x="72" y="220"/>
                    <a:pt x="72" y="267"/>
                  </a:cubicBezTo>
                  <a:cubicBezTo>
                    <a:pt x="72" y="577"/>
                    <a:pt x="0" y="934"/>
                    <a:pt x="286" y="1172"/>
                  </a:cubicBezTo>
                  <a:cubicBezTo>
                    <a:pt x="360" y="1202"/>
                    <a:pt x="442" y="1222"/>
                    <a:pt x="528" y="1222"/>
                  </a:cubicBezTo>
                  <a:cubicBezTo>
                    <a:pt x="582" y="1222"/>
                    <a:pt x="636" y="1214"/>
                    <a:pt x="691" y="1196"/>
                  </a:cubicBezTo>
                  <a:cubicBezTo>
                    <a:pt x="834" y="1196"/>
                    <a:pt x="953" y="1172"/>
                    <a:pt x="1096" y="1149"/>
                  </a:cubicBezTo>
                  <a:cubicBezTo>
                    <a:pt x="1191" y="1125"/>
                    <a:pt x="1239" y="1077"/>
                    <a:pt x="1262" y="982"/>
                  </a:cubicBezTo>
                  <a:cubicBezTo>
                    <a:pt x="1286" y="863"/>
                    <a:pt x="1286" y="720"/>
                    <a:pt x="1262" y="601"/>
                  </a:cubicBezTo>
                  <a:cubicBezTo>
                    <a:pt x="1286" y="458"/>
                    <a:pt x="1262" y="291"/>
                    <a:pt x="1191" y="148"/>
                  </a:cubicBezTo>
                  <a:cubicBezTo>
                    <a:pt x="1097" y="33"/>
                    <a:pt x="970" y="1"/>
                    <a:pt x="8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100"/>
            <p:cNvSpPr/>
            <p:nvPr/>
          </p:nvSpPr>
          <p:spPr>
            <a:xfrm>
              <a:off x="1193675" y="2999950"/>
              <a:ext cx="32175" cy="30575"/>
            </a:xfrm>
            <a:custGeom>
              <a:avLst/>
              <a:gdLst/>
              <a:ahLst/>
              <a:cxnLst/>
              <a:rect l="l" t="t" r="r" b="b"/>
              <a:pathLst>
                <a:path w="1287" h="1223" extrusionOk="0">
                  <a:moveTo>
                    <a:pt x="810" y="458"/>
                  </a:moveTo>
                  <a:cubicBezTo>
                    <a:pt x="834" y="506"/>
                    <a:pt x="834" y="553"/>
                    <a:pt x="834" y="577"/>
                  </a:cubicBezTo>
                  <a:lnTo>
                    <a:pt x="834" y="720"/>
                  </a:lnTo>
                  <a:lnTo>
                    <a:pt x="786" y="720"/>
                  </a:lnTo>
                  <a:cubicBezTo>
                    <a:pt x="715" y="744"/>
                    <a:pt x="667" y="744"/>
                    <a:pt x="596" y="744"/>
                  </a:cubicBezTo>
                  <a:lnTo>
                    <a:pt x="548" y="744"/>
                  </a:lnTo>
                  <a:cubicBezTo>
                    <a:pt x="548" y="696"/>
                    <a:pt x="548" y="649"/>
                    <a:pt x="548" y="601"/>
                  </a:cubicBezTo>
                  <a:lnTo>
                    <a:pt x="548" y="482"/>
                  </a:lnTo>
                  <a:cubicBezTo>
                    <a:pt x="643" y="458"/>
                    <a:pt x="715" y="458"/>
                    <a:pt x="810" y="458"/>
                  </a:cubicBezTo>
                  <a:close/>
                  <a:moveTo>
                    <a:pt x="834" y="1"/>
                  </a:moveTo>
                  <a:cubicBezTo>
                    <a:pt x="660" y="1"/>
                    <a:pt x="470" y="53"/>
                    <a:pt x="310" y="53"/>
                  </a:cubicBezTo>
                  <a:cubicBezTo>
                    <a:pt x="297" y="49"/>
                    <a:pt x="284" y="47"/>
                    <a:pt x="271" y="47"/>
                  </a:cubicBezTo>
                  <a:cubicBezTo>
                    <a:pt x="213" y="47"/>
                    <a:pt x="158" y="86"/>
                    <a:pt x="119" y="125"/>
                  </a:cubicBezTo>
                  <a:cubicBezTo>
                    <a:pt x="96" y="172"/>
                    <a:pt x="72" y="220"/>
                    <a:pt x="72" y="268"/>
                  </a:cubicBezTo>
                  <a:cubicBezTo>
                    <a:pt x="72" y="577"/>
                    <a:pt x="0" y="934"/>
                    <a:pt x="286" y="1172"/>
                  </a:cubicBezTo>
                  <a:cubicBezTo>
                    <a:pt x="360" y="1202"/>
                    <a:pt x="442" y="1222"/>
                    <a:pt x="528" y="1222"/>
                  </a:cubicBezTo>
                  <a:cubicBezTo>
                    <a:pt x="582" y="1222"/>
                    <a:pt x="636" y="1214"/>
                    <a:pt x="691" y="1196"/>
                  </a:cubicBezTo>
                  <a:cubicBezTo>
                    <a:pt x="834" y="1196"/>
                    <a:pt x="953" y="1172"/>
                    <a:pt x="1096" y="1149"/>
                  </a:cubicBezTo>
                  <a:cubicBezTo>
                    <a:pt x="1191" y="1125"/>
                    <a:pt x="1239" y="1053"/>
                    <a:pt x="1262" y="982"/>
                  </a:cubicBezTo>
                  <a:cubicBezTo>
                    <a:pt x="1286" y="863"/>
                    <a:pt x="1286" y="720"/>
                    <a:pt x="1262" y="601"/>
                  </a:cubicBezTo>
                  <a:cubicBezTo>
                    <a:pt x="1286" y="434"/>
                    <a:pt x="1262" y="291"/>
                    <a:pt x="1191" y="148"/>
                  </a:cubicBezTo>
                  <a:cubicBezTo>
                    <a:pt x="1097" y="33"/>
                    <a:pt x="970" y="1"/>
                    <a:pt x="8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100"/>
            <p:cNvSpPr/>
            <p:nvPr/>
          </p:nvSpPr>
          <p:spPr>
            <a:xfrm>
              <a:off x="1233550" y="2929700"/>
              <a:ext cx="32175" cy="30750"/>
            </a:xfrm>
            <a:custGeom>
              <a:avLst/>
              <a:gdLst/>
              <a:ahLst/>
              <a:cxnLst/>
              <a:rect l="l" t="t" r="r" b="b"/>
              <a:pathLst>
                <a:path w="1287" h="1230" extrusionOk="0">
                  <a:moveTo>
                    <a:pt x="811" y="458"/>
                  </a:moveTo>
                  <a:lnTo>
                    <a:pt x="811" y="577"/>
                  </a:lnTo>
                  <a:lnTo>
                    <a:pt x="811" y="720"/>
                  </a:lnTo>
                  <a:lnTo>
                    <a:pt x="763" y="744"/>
                  </a:lnTo>
                  <a:lnTo>
                    <a:pt x="549" y="744"/>
                  </a:lnTo>
                  <a:cubicBezTo>
                    <a:pt x="525" y="696"/>
                    <a:pt x="525" y="648"/>
                    <a:pt x="549" y="625"/>
                  </a:cubicBezTo>
                  <a:lnTo>
                    <a:pt x="549" y="482"/>
                  </a:lnTo>
                  <a:cubicBezTo>
                    <a:pt x="620" y="458"/>
                    <a:pt x="715" y="458"/>
                    <a:pt x="811" y="458"/>
                  </a:cubicBezTo>
                  <a:close/>
                  <a:moveTo>
                    <a:pt x="834" y="1"/>
                  </a:moveTo>
                  <a:cubicBezTo>
                    <a:pt x="660" y="1"/>
                    <a:pt x="470" y="53"/>
                    <a:pt x="310" y="53"/>
                  </a:cubicBezTo>
                  <a:cubicBezTo>
                    <a:pt x="239" y="53"/>
                    <a:pt x="168" y="77"/>
                    <a:pt x="120" y="125"/>
                  </a:cubicBezTo>
                  <a:cubicBezTo>
                    <a:pt x="96" y="172"/>
                    <a:pt x="72" y="220"/>
                    <a:pt x="72" y="267"/>
                  </a:cubicBezTo>
                  <a:cubicBezTo>
                    <a:pt x="72" y="577"/>
                    <a:pt x="1" y="958"/>
                    <a:pt x="287" y="1172"/>
                  </a:cubicBezTo>
                  <a:cubicBezTo>
                    <a:pt x="374" y="1207"/>
                    <a:pt x="474" y="1229"/>
                    <a:pt x="577" y="1229"/>
                  </a:cubicBezTo>
                  <a:cubicBezTo>
                    <a:pt x="615" y="1229"/>
                    <a:pt x="653" y="1226"/>
                    <a:pt x="691" y="1220"/>
                  </a:cubicBezTo>
                  <a:cubicBezTo>
                    <a:pt x="834" y="1196"/>
                    <a:pt x="953" y="1172"/>
                    <a:pt x="1096" y="1149"/>
                  </a:cubicBezTo>
                  <a:cubicBezTo>
                    <a:pt x="1192" y="1125"/>
                    <a:pt x="1239" y="1077"/>
                    <a:pt x="1263" y="982"/>
                  </a:cubicBezTo>
                  <a:cubicBezTo>
                    <a:pt x="1287" y="863"/>
                    <a:pt x="1287" y="720"/>
                    <a:pt x="1263" y="601"/>
                  </a:cubicBezTo>
                  <a:cubicBezTo>
                    <a:pt x="1287" y="458"/>
                    <a:pt x="1263" y="291"/>
                    <a:pt x="1192" y="148"/>
                  </a:cubicBezTo>
                  <a:cubicBezTo>
                    <a:pt x="1097" y="33"/>
                    <a:pt x="971" y="1"/>
                    <a:pt x="8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100"/>
            <p:cNvSpPr/>
            <p:nvPr/>
          </p:nvSpPr>
          <p:spPr>
            <a:xfrm>
              <a:off x="1233550" y="2964825"/>
              <a:ext cx="32175" cy="30575"/>
            </a:xfrm>
            <a:custGeom>
              <a:avLst/>
              <a:gdLst/>
              <a:ahLst/>
              <a:cxnLst/>
              <a:rect l="l" t="t" r="r" b="b"/>
              <a:pathLst>
                <a:path w="1287" h="1223" extrusionOk="0">
                  <a:moveTo>
                    <a:pt x="811" y="458"/>
                  </a:moveTo>
                  <a:lnTo>
                    <a:pt x="811" y="601"/>
                  </a:lnTo>
                  <a:lnTo>
                    <a:pt x="811" y="720"/>
                  </a:lnTo>
                  <a:lnTo>
                    <a:pt x="763" y="720"/>
                  </a:lnTo>
                  <a:cubicBezTo>
                    <a:pt x="715" y="720"/>
                    <a:pt x="668" y="720"/>
                    <a:pt x="596" y="744"/>
                  </a:cubicBezTo>
                  <a:lnTo>
                    <a:pt x="549" y="744"/>
                  </a:lnTo>
                  <a:cubicBezTo>
                    <a:pt x="525" y="696"/>
                    <a:pt x="525" y="648"/>
                    <a:pt x="549" y="625"/>
                  </a:cubicBezTo>
                  <a:lnTo>
                    <a:pt x="549" y="482"/>
                  </a:lnTo>
                  <a:cubicBezTo>
                    <a:pt x="620" y="458"/>
                    <a:pt x="715" y="458"/>
                    <a:pt x="811" y="458"/>
                  </a:cubicBezTo>
                  <a:close/>
                  <a:moveTo>
                    <a:pt x="834" y="1"/>
                  </a:moveTo>
                  <a:cubicBezTo>
                    <a:pt x="660" y="1"/>
                    <a:pt x="470" y="53"/>
                    <a:pt x="310" y="53"/>
                  </a:cubicBezTo>
                  <a:cubicBezTo>
                    <a:pt x="168" y="53"/>
                    <a:pt x="72" y="148"/>
                    <a:pt x="72" y="267"/>
                  </a:cubicBezTo>
                  <a:cubicBezTo>
                    <a:pt x="72" y="577"/>
                    <a:pt x="1" y="934"/>
                    <a:pt x="287" y="1172"/>
                  </a:cubicBezTo>
                  <a:cubicBezTo>
                    <a:pt x="360" y="1202"/>
                    <a:pt x="443" y="1222"/>
                    <a:pt x="529" y="1222"/>
                  </a:cubicBezTo>
                  <a:cubicBezTo>
                    <a:pt x="582" y="1222"/>
                    <a:pt x="637" y="1214"/>
                    <a:pt x="691" y="1196"/>
                  </a:cubicBezTo>
                  <a:cubicBezTo>
                    <a:pt x="834" y="1196"/>
                    <a:pt x="953" y="1172"/>
                    <a:pt x="1096" y="1149"/>
                  </a:cubicBezTo>
                  <a:cubicBezTo>
                    <a:pt x="1192" y="1125"/>
                    <a:pt x="1239" y="1077"/>
                    <a:pt x="1263" y="982"/>
                  </a:cubicBezTo>
                  <a:cubicBezTo>
                    <a:pt x="1287" y="863"/>
                    <a:pt x="1287" y="720"/>
                    <a:pt x="1263" y="601"/>
                  </a:cubicBezTo>
                  <a:cubicBezTo>
                    <a:pt x="1287" y="458"/>
                    <a:pt x="1263" y="291"/>
                    <a:pt x="1192" y="148"/>
                  </a:cubicBezTo>
                  <a:cubicBezTo>
                    <a:pt x="1097" y="33"/>
                    <a:pt x="971" y="1"/>
                    <a:pt x="8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100"/>
            <p:cNvSpPr/>
            <p:nvPr/>
          </p:nvSpPr>
          <p:spPr>
            <a:xfrm>
              <a:off x="1233550" y="2999950"/>
              <a:ext cx="32175" cy="30575"/>
            </a:xfrm>
            <a:custGeom>
              <a:avLst/>
              <a:gdLst/>
              <a:ahLst/>
              <a:cxnLst/>
              <a:rect l="l" t="t" r="r" b="b"/>
              <a:pathLst>
                <a:path w="1287" h="1223" extrusionOk="0">
                  <a:moveTo>
                    <a:pt x="811" y="458"/>
                  </a:moveTo>
                  <a:lnTo>
                    <a:pt x="811" y="577"/>
                  </a:lnTo>
                  <a:lnTo>
                    <a:pt x="811" y="720"/>
                  </a:lnTo>
                  <a:lnTo>
                    <a:pt x="763" y="720"/>
                  </a:lnTo>
                  <a:cubicBezTo>
                    <a:pt x="715" y="744"/>
                    <a:pt x="668" y="744"/>
                    <a:pt x="596" y="744"/>
                  </a:cubicBezTo>
                  <a:lnTo>
                    <a:pt x="549" y="744"/>
                  </a:lnTo>
                  <a:cubicBezTo>
                    <a:pt x="525" y="696"/>
                    <a:pt x="525" y="649"/>
                    <a:pt x="549" y="625"/>
                  </a:cubicBezTo>
                  <a:lnTo>
                    <a:pt x="549" y="482"/>
                  </a:lnTo>
                  <a:cubicBezTo>
                    <a:pt x="620" y="458"/>
                    <a:pt x="715" y="458"/>
                    <a:pt x="811" y="458"/>
                  </a:cubicBezTo>
                  <a:close/>
                  <a:moveTo>
                    <a:pt x="834" y="1"/>
                  </a:moveTo>
                  <a:cubicBezTo>
                    <a:pt x="660" y="1"/>
                    <a:pt x="470" y="53"/>
                    <a:pt x="310" y="53"/>
                  </a:cubicBezTo>
                  <a:cubicBezTo>
                    <a:pt x="298" y="51"/>
                    <a:pt x="286" y="50"/>
                    <a:pt x="274" y="50"/>
                  </a:cubicBezTo>
                  <a:cubicBezTo>
                    <a:pt x="152" y="50"/>
                    <a:pt x="72" y="159"/>
                    <a:pt x="72" y="268"/>
                  </a:cubicBezTo>
                  <a:cubicBezTo>
                    <a:pt x="72" y="577"/>
                    <a:pt x="1" y="934"/>
                    <a:pt x="287" y="1172"/>
                  </a:cubicBezTo>
                  <a:cubicBezTo>
                    <a:pt x="360" y="1202"/>
                    <a:pt x="443" y="1222"/>
                    <a:pt x="529" y="1222"/>
                  </a:cubicBezTo>
                  <a:cubicBezTo>
                    <a:pt x="582" y="1222"/>
                    <a:pt x="637" y="1214"/>
                    <a:pt x="691" y="1196"/>
                  </a:cubicBezTo>
                  <a:cubicBezTo>
                    <a:pt x="834" y="1196"/>
                    <a:pt x="953" y="1172"/>
                    <a:pt x="1096" y="1149"/>
                  </a:cubicBezTo>
                  <a:cubicBezTo>
                    <a:pt x="1192" y="1125"/>
                    <a:pt x="1239" y="1053"/>
                    <a:pt x="1263" y="982"/>
                  </a:cubicBezTo>
                  <a:cubicBezTo>
                    <a:pt x="1287" y="863"/>
                    <a:pt x="1287" y="720"/>
                    <a:pt x="1263" y="601"/>
                  </a:cubicBezTo>
                  <a:cubicBezTo>
                    <a:pt x="1287" y="434"/>
                    <a:pt x="1263" y="291"/>
                    <a:pt x="1192" y="148"/>
                  </a:cubicBezTo>
                  <a:cubicBezTo>
                    <a:pt x="1097" y="33"/>
                    <a:pt x="971" y="1"/>
                    <a:pt x="8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5" name="Google Shape;1255;p100"/>
          <p:cNvGrpSpPr/>
          <p:nvPr/>
        </p:nvGrpSpPr>
        <p:grpSpPr>
          <a:xfrm>
            <a:off x="5497705" y="1648007"/>
            <a:ext cx="312635" cy="356391"/>
            <a:chOff x="2249850" y="3670900"/>
            <a:chExt cx="217925" cy="248425"/>
          </a:xfrm>
        </p:grpSpPr>
        <p:sp>
          <p:nvSpPr>
            <p:cNvPr id="1256" name="Google Shape;1256;p100"/>
            <p:cNvSpPr/>
            <p:nvPr/>
          </p:nvSpPr>
          <p:spPr>
            <a:xfrm>
              <a:off x="2249850" y="3670900"/>
              <a:ext cx="217925" cy="248425"/>
            </a:xfrm>
            <a:custGeom>
              <a:avLst/>
              <a:gdLst/>
              <a:ahLst/>
              <a:cxnLst/>
              <a:rect l="l" t="t" r="r" b="b"/>
              <a:pathLst>
                <a:path w="8717" h="9937" extrusionOk="0">
                  <a:moveTo>
                    <a:pt x="4816" y="909"/>
                  </a:moveTo>
                  <a:cubicBezTo>
                    <a:pt x="5491" y="909"/>
                    <a:pt x="6165" y="940"/>
                    <a:pt x="6835" y="1030"/>
                  </a:cubicBezTo>
                  <a:lnTo>
                    <a:pt x="6835" y="1007"/>
                  </a:lnTo>
                  <a:cubicBezTo>
                    <a:pt x="7121" y="3626"/>
                    <a:pt x="7716" y="6341"/>
                    <a:pt x="7240" y="8937"/>
                  </a:cubicBezTo>
                  <a:cubicBezTo>
                    <a:pt x="6284" y="8914"/>
                    <a:pt x="5328" y="8768"/>
                    <a:pt x="4372" y="8768"/>
                  </a:cubicBezTo>
                  <a:cubicBezTo>
                    <a:pt x="4304" y="8768"/>
                    <a:pt x="4236" y="8768"/>
                    <a:pt x="4168" y="8770"/>
                  </a:cubicBezTo>
                  <a:cubicBezTo>
                    <a:pt x="3215" y="8770"/>
                    <a:pt x="2263" y="8961"/>
                    <a:pt x="1310" y="9008"/>
                  </a:cubicBezTo>
                  <a:cubicBezTo>
                    <a:pt x="1048" y="6365"/>
                    <a:pt x="953" y="3698"/>
                    <a:pt x="929" y="1054"/>
                  </a:cubicBezTo>
                  <a:cubicBezTo>
                    <a:pt x="2227" y="1023"/>
                    <a:pt x="3525" y="909"/>
                    <a:pt x="4816" y="909"/>
                  </a:cubicBezTo>
                  <a:close/>
                  <a:moveTo>
                    <a:pt x="4865" y="1"/>
                  </a:moveTo>
                  <a:cubicBezTo>
                    <a:pt x="3406" y="1"/>
                    <a:pt x="1941" y="125"/>
                    <a:pt x="476" y="125"/>
                  </a:cubicBezTo>
                  <a:cubicBezTo>
                    <a:pt x="214" y="149"/>
                    <a:pt x="24" y="340"/>
                    <a:pt x="24" y="602"/>
                  </a:cubicBezTo>
                  <a:cubicBezTo>
                    <a:pt x="0" y="3555"/>
                    <a:pt x="143" y="6531"/>
                    <a:pt x="453" y="9484"/>
                  </a:cubicBezTo>
                  <a:cubicBezTo>
                    <a:pt x="453" y="9746"/>
                    <a:pt x="643" y="9937"/>
                    <a:pt x="905" y="9937"/>
                  </a:cubicBezTo>
                  <a:cubicBezTo>
                    <a:pt x="2001" y="9937"/>
                    <a:pt x="3072" y="9746"/>
                    <a:pt x="4191" y="9699"/>
                  </a:cubicBezTo>
                  <a:cubicBezTo>
                    <a:pt x="4305" y="9694"/>
                    <a:pt x="4419" y="9692"/>
                    <a:pt x="4533" y="9692"/>
                  </a:cubicBezTo>
                  <a:cubicBezTo>
                    <a:pt x="5562" y="9692"/>
                    <a:pt x="6591" y="9868"/>
                    <a:pt x="7621" y="9889"/>
                  </a:cubicBezTo>
                  <a:cubicBezTo>
                    <a:pt x="7835" y="9889"/>
                    <a:pt x="8026" y="9746"/>
                    <a:pt x="8073" y="9556"/>
                  </a:cubicBezTo>
                  <a:cubicBezTo>
                    <a:pt x="8716" y="6603"/>
                    <a:pt x="8002" y="3555"/>
                    <a:pt x="7716" y="626"/>
                  </a:cubicBezTo>
                  <a:cubicBezTo>
                    <a:pt x="7716" y="411"/>
                    <a:pt x="7573" y="221"/>
                    <a:pt x="7383" y="173"/>
                  </a:cubicBezTo>
                  <a:cubicBezTo>
                    <a:pt x="6546" y="42"/>
                    <a:pt x="5707" y="1"/>
                    <a:pt x="486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100"/>
            <p:cNvSpPr/>
            <p:nvPr/>
          </p:nvSpPr>
          <p:spPr>
            <a:xfrm>
              <a:off x="2284375" y="3707375"/>
              <a:ext cx="135175" cy="65025"/>
            </a:xfrm>
            <a:custGeom>
              <a:avLst/>
              <a:gdLst/>
              <a:ahLst/>
              <a:cxnLst/>
              <a:rect l="l" t="t" r="r" b="b"/>
              <a:pathLst>
                <a:path w="5407" h="2601" extrusionOk="0">
                  <a:moveTo>
                    <a:pt x="4073" y="476"/>
                  </a:moveTo>
                  <a:cubicBezTo>
                    <a:pt x="4930" y="476"/>
                    <a:pt x="4787" y="1334"/>
                    <a:pt x="4787" y="1810"/>
                  </a:cubicBezTo>
                  <a:cubicBezTo>
                    <a:pt x="4787" y="1953"/>
                    <a:pt x="4610" y="1989"/>
                    <a:pt x="4400" y="1989"/>
                  </a:cubicBezTo>
                  <a:cubicBezTo>
                    <a:pt x="4223" y="1989"/>
                    <a:pt x="4023" y="1964"/>
                    <a:pt x="3882" y="1953"/>
                  </a:cubicBezTo>
                  <a:cubicBezTo>
                    <a:pt x="3501" y="1953"/>
                    <a:pt x="3120" y="1929"/>
                    <a:pt x="2739" y="1905"/>
                  </a:cubicBezTo>
                  <a:cubicBezTo>
                    <a:pt x="2510" y="1884"/>
                    <a:pt x="2284" y="1873"/>
                    <a:pt x="2059" y="1873"/>
                  </a:cubicBezTo>
                  <a:cubicBezTo>
                    <a:pt x="1534" y="1873"/>
                    <a:pt x="1017" y="1931"/>
                    <a:pt x="500" y="2048"/>
                  </a:cubicBezTo>
                  <a:cubicBezTo>
                    <a:pt x="453" y="1524"/>
                    <a:pt x="453" y="1000"/>
                    <a:pt x="500" y="476"/>
                  </a:cubicBezTo>
                  <a:close/>
                  <a:moveTo>
                    <a:pt x="3969" y="1"/>
                  </a:moveTo>
                  <a:cubicBezTo>
                    <a:pt x="3635" y="1"/>
                    <a:pt x="3287" y="48"/>
                    <a:pt x="3001" y="48"/>
                  </a:cubicBezTo>
                  <a:lnTo>
                    <a:pt x="262" y="48"/>
                  </a:lnTo>
                  <a:cubicBezTo>
                    <a:pt x="191" y="48"/>
                    <a:pt x="119" y="71"/>
                    <a:pt x="96" y="119"/>
                  </a:cubicBezTo>
                  <a:cubicBezTo>
                    <a:pt x="48" y="167"/>
                    <a:pt x="24" y="214"/>
                    <a:pt x="24" y="262"/>
                  </a:cubicBezTo>
                  <a:cubicBezTo>
                    <a:pt x="0" y="1000"/>
                    <a:pt x="24" y="1715"/>
                    <a:pt x="96" y="2429"/>
                  </a:cubicBezTo>
                  <a:cubicBezTo>
                    <a:pt x="137" y="2533"/>
                    <a:pt x="233" y="2600"/>
                    <a:pt x="335" y="2600"/>
                  </a:cubicBezTo>
                  <a:cubicBezTo>
                    <a:pt x="351" y="2600"/>
                    <a:pt x="366" y="2599"/>
                    <a:pt x="381" y="2596"/>
                  </a:cubicBezTo>
                  <a:cubicBezTo>
                    <a:pt x="944" y="2402"/>
                    <a:pt x="1520" y="2352"/>
                    <a:pt x="2101" y="2352"/>
                  </a:cubicBezTo>
                  <a:cubicBezTo>
                    <a:pt x="2736" y="2352"/>
                    <a:pt x="3377" y="2412"/>
                    <a:pt x="4012" y="2412"/>
                  </a:cubicBezTo>
                  <a:cubicBezTo>
                    <a:pt x="4368" y="2412"/>
                    <a:pt x="4722" y="2393"/>
                    <a:pt x="5073" y="2334"/>
                  </a:cubicBezTo>
                  <a:cubicBezTo>
                    <a:pt x="5168" y="2310"/>
                    <a:pt x="5240" y="2215"/>
                    <a:pt x="5240" y="2119"/>
                  </a:cubicBezTo>
                  <a:cubicBezTo>
                    <a:pt x="5240" y="1381"/>
                    <a:pt x="5406" y="524"/>
                    <a:pt x="4668" y="119"/>
                  </a:cubicBezTo>
                  <a:cubicBezTo>
                    <a:pt x="4464" y="27"/>
                    <a:pt x="4220" y="1"/>
                    <a:pt x="396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100"/>
            <p:cNvSpPr/>
            <p:nvPr/>
          </p:nvSpPr>
          <p:spPr>
            <a:xfrm>
              <a:off x="2294500" y="3799275"/>
              <a:ext cx="32175" cy="32550"/>
            </a:xfrm>
            <a:custGeom>
              <a:avLst/>
              <a:gdLst/>
              <a:ahLst/>
              <a:cxnLst/>
              <a:rect l="l" t="t" r="r" b="b"/>
              <a:pathLst>
                <a:path w="1287" h="1302" extrusionOk="0">
                  <a:moveTo>
                    <a:pt x="641" y="0"/>
                  </a:moveTo>
                  <a:cubicBezTo>
                    <a:pt x="480" y="0"/>
                    <a:pt x="317" y="64"/>
                    <a:pt x="191" y="206"/>
                  </a:cubicBezTo>
                  <a:cubicBezTo>
                    <a:pt x="72" y="349"/>
                    <a:pt x="24" y="492"/>
                    <a:pt x="24" y="658"/>
                  </a:cubicBezTo>
                  <a:cubicBezTo>
                    <a:pt x="0" y="1015"/>
                    <a:pt x="310" y="1301"/>
                    <a:pt x="667" y="1301"/>
                  </a:cubicBezTo>
                  <a:cubicBezTo>
                    <a:pt x="834" y="1301"/>
                    <a:pt x="1024" y="1230"/>
                    <a:pt x="1143" y="1087"/>
                  </a:cubicBezTo>
                  <a:cubicBezTo>
                    <a:pt x="1239" y="968"/>
                    <a:pt x="1286" y="801"/>
                    <a:pt x="1286" y="658"/>
                  </a:cubicBezTo>
                  <a:cubicBezTo>
                    <a:pt x="1286" y="260"/>
                    <a:pt x="967" y="0"/>
                    <a:pt x="6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100"/>
            <p:cNvSpPr/>
            <p:nvPr/>
          </p:nvSpPr>
          <p:spPr>
            <a:xfrm>
              <a:off x="2339150" y="3796300"/>
              <a:ext cx="32175" cy="32550"/>
            </a:xfrm>
            <a:custGeom>
              <a:avLst/>
              <a:gdLst/>
              <a:ahLst/>
              <a:cxnLst/>
              <a:rect l="l" t="t" r="r" b="b"/>
              <a:pathLst>
                <a:path w="1287" h="1302" extrusionOk="0">
                  <a:moveTo>
                    <a:pt x="641" y="0"/>
                  </a:moveTo>
                  <a:cubicBezTo>
                    <a:pt x="480" y="0"/>
                    <a:pt x="317" y="64"/>
                    <a:pt x="191" y="206"/>
                  </a:cubicBezTo>
                  <a:cubicBezTo>
                    <a:pt x="72" y="325"/>
                    <a:pt x="24" y="491"/>
                    <a:pt x="24" y="658"/>
                  </a:cubicBezTo>
                  <a:cubicBezTo>
                    <a:pt x="0" y="1015"/>
                    <a:pt x="310" y="1301"/>
                    <a:pt x="667" y="1301"/>
                  </a:cubicBezTo>
                  <a:cubicBezTo>
                    <a:pt x="834" y="1301"/>
                    <a:pt x="1024" y="1230"/>
                    <a:pt x="1143" y="1087"/>
                  </a:cubicBezTo>
                  <a:cubicBezTo>
                    <a:pt x="1239" y="968"/>
                    <a:pt x="1286" y="801"/>
                    <a:pt x="1286" y="658"/>
                  </a:cubicBezTo>
                  <a:cubicBezTo>
                    <a:pt x="1286" y="260"/>
                    <a:pt x="967" y="0"/>
                    <a:pt x="6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100"/>
            <p:cNvSpPr/>
            <p:nvPr/>
          </p:nvSpPr>
          <p:spPr>
            <a:xfrm>
              <a:off x="2384400" y="3797850"/>
              <a:ext cx="32175" cy="32550"/>
            </a:xfrm>
            <a:custGeom>
              <a:avLst/>
              <a:gdLst/>
              <a:ahLst/>
              <a:cxnLst/>
              <a:rect l="l" t="t" r="r" b="b"/>
              <a:pathLst>
                <a:path w="1287" h="1302" extrusionOk="0">
                  <a:moveTo>
                    <a:pt x="643" y="1"/>
                  </a:moveTo>
                  <a:cubicBezTo>
                    <a:pt x="453" y="1"/>
                    <a:pt x="286" y="72"/>
                    <a:pt x="167" y="215"/>
                  </a:cubicBezTo>
                  <a:cubicBezTo>
                    <a:pt x="48" y="334"/>
                    <a:pt x="0" y="501"/>
                    <a:pt x="0" y="644"/>
                  </a:cubicBezTo>
                  <a:cubicBezTo>
                    <a:pt x="0" y="1042"/>
                    <a:pt x="320" y="1302"/>
                    <a:pt x="653" y="1302"/>
                  </a:cubicBezTo>
                  <a:cubicBezTo>
                    <a:pt x="818" y="1302"/>
                    <a:pt x="985" y="1238"/>
                    <a:pt x="1120" y="1096"/>
                  </a:cubicBezTo>
                  <a:cubicBezTo>
                    <a:pt x="1215" y="953"/>
                    <a:pt x="1262" y="810"/>
                    <a:pt x="1262" y="644"/>
                  </a:cubicBezTo>
                  <a:cubicBezTo>
                    <a:pt x="1286" y="287"/>
                    <a:pt x="1000" y="1"/>
                    <a:pt x="6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100"/>
            <p:cNvSpPr/>
            <p:nvPr/>
          </p:nvSpPr>
          <p:spPr>
            <a:xfrm>
              <a:off x="2385600" y="3842500"/>
              <a:ext cx="32150" cy="32275"/>
            </a:xfrm>
            <a:custGeom>
              <a:avLst/>
              <a:gdLst/>
              <a:ahLst/>
              <a:cxnLst/>
              <a:rect l="l" t="t" r="r" b="b"/>
              <a:pathLst>
                <a:path w="1286" h="1291" extrusionOk="0">
                  <a:moveTo>
                    <a:pt x="643" y="1"/>
                  </a:moveTo>
                  <a:cubicBezTo>
                    <a:pt x="476" y="1"/>
                    <a:pt x="286" y="72"/>
                    <a:pt x="167" y="215"/>
                  </a:cubicBezTo>
                  <a:cubicBezTo>
                    <a:pt x="71" y="334"/>
                    <a:pt x="24" y="501"/>
                    <a:pt x="24" y="644"/>
                  </a:cubicBezTo>
                  <a:cubicBezTo>
                    <a:pt x="1" y="988"/>
                    <a:pt x="265" y="1288"/>
                    <a:pt x="604" y="1288"/>
                  </a:cubicBezTo>
                  <a:cubicBezTo>
                    <a:pt x="617" y="1288"/>
                    <a:pt x="630" y="1288"/>
                    <a:pt x="643" y="1287"/>
                  </a:cubicBezTo>
                  <a:cubicBezTo>
                    <a:pt x="663" y="1289"/>
                    <a:pt x="682" y="1291"/>
                    <a:pt x="702" y="1291"/>
                  </a:cubicBezTo>
                  <a:cubicBezTo>
                    <a:pt x="868" y="1291"/>
                    <a:pt x="1012" y="1203"/>
                    <a:pt x="1119" y="1096"/>
                  </a:cubicBezTo>
                  <a:cubicBezTo>
                    <a:pt x="1214" y="953"/>
                    <a:pt x="1286" y="811"/>
                    <a:pt x="1286" y="644"/>
                  </a:cubicBezTo>
                  <a:cubicBezTo>
                    <a:pt x="1286" y="287"/>
                    <a:pt x="1000" y="1"/>
                    <a:pt x="6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100"/>
            <p:cNvSpPr/>
            <p:nvPr/>
          </p:nvSpPr>
          <p:spPr>
            <a:xfrm>
              <a:off x="2340925" y="3841225"/>
              <a:ext cx="32175" cy="32275"/>
            </a:xfrm>
            <a:custGeom>
              <a:avLst/>
              <a:gdLst/>
              <a:ahLst/>
              <a:cxnLst/>
              <a:rect l="l" t="t" r="r" b="b"/>
              <a:pathLst>
                <a:path w="1287" h="1291" extrusionOk="0">
                  <a:moveTo>
                    <a:pt x="591" y="1"/>
                  </a:moveTo>
                  <a:cubicBezTo>
                    <a:pt x="438" y="1"/>
                    <a:pt x="274" y="88"/>
                    <a:pt x="167" y="195"/>
                  </a:cubicBezTo>
                  <a:cubicBezTo>
                    <a:pt x="72" y="314"/>
                    <a:pt x="25" y="481"/>
                    <a:pt x="25" y="647"/>
                  </a:cubicBezTo>
                  <a:cubicBezTo>
                    <a:pt x="1" y="1004"/>
                    <a:pt x="287" y="1290"/>
                    <a:pt x="644" y="1290"/>
                  </a:cubicBezTo>
                  <a:cubicBezTo>
                    <a:pt x="834" y="1290"/>
                    <a:pt x="1001" y="1219"/>
                    <a:pt x="1120" y="1076"/>
                  </a:cubicBezTo>
                  <a:cubicBezTo>
                    <a:pt x="1215" y="957"/>
                    <a:pt x="1287" y="790"/>
                    <a:pt x="1287" y="647"/>
                  </a:cubicBezTo>
                  <a:cubicBezTo>
                    <a:pt x="1287" y="303"/>
                    <a:pt x="1021" y="3"/>
                    <a:pt x="682" y="3"/>
                  </a:cubicBezTo>
                  <a:cubicBezTo>
                    <a:pt x="670" y="3"/>
                    <a:pt x="657" y="3"/>
                    <a:pt x="644" y="4"/>
                  </a:cubicBezTo>
                  <a:cubicBezTo>
                    <a:pt x="626" y="2"/>
                    <a:pt x="609" y="1"/>
                    <a:pt x="5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100"/>
            <p:cNvSpPr/>
            <p:nvPr/>
          </p:nvSpPr>
          <p:spPr>
            <a:xfrm>
              <a:off x="2296300" y="3847275"/>
              <a:ext cx="32150" cy="32200"/>
            </a:xfrm>
            <a:custGeom>
              <a:avLst/>
              <a:gdLst/>
              <a:ahLst/>
              <a:cxnLst/>
              <a:rect l="l" t="t" r="r" b="b"/>
              <a:pathLst>
                <a:path w="1286" h="1288" extrusionOk="0">
                  <a:moveTo>
                    <a:pt x="643" y="0"/>
                  </a:moveTo>
                  <a:cubicBezTo>
                    <a:pt x="476" y="0"/>
                    <a:pt x="285" y="72"/>
                    <a:pt x="166" y="215"/>
                  </a:cubicBezTo>
                  <a:cubicBezTo>
                    <a:pt x="71" y="334"/>
                    <a:pt x="23" y="477"/>
                    <a:pt x="23" y="643"/>
                  </a:cubicBezTo>
                  <a:cubicBezTo>
                    <a:pt x="1" y="988"/>
                    <a:pt x="265" y="1288"/>
                    <a:pt x="604" y="1288"/>
                  </a:cubicBezTo>
                  <a:cubicBezTo>
                    <a:pt x="617" y="1288"/>
                    <a:pt x="630" y="1287"/>
                    <a:pt x="643" y="1286"/>
                  </a:cubicBezTo>
                  <a:cubicBezTo>
                    <a:pt x="833" y="1286"/>
                    <a:pt x="1000" y="1215"/>
                    <a:pt x="1119" y="1072"/>
                  </a:cubicBezTo>
                  <a:cubicBezTo>
                    <a:pt x="1214" y="953"/>
                    <a:pt x="1286" y="810"/>
                    <a:pt x="1286" y="643"/>
                  </a:cubicBezTo>
                  <a:cubicBezTo>
                    <a:pt x="1286" y="286"/>
                    <a:pt x="1000" y="0"/>
                    <a:pt x="64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4" name="Google Shape;1264;p100"/>
          <p:cNvGrpSpPr/>
          <p:nvPr/>
        </p:nvGrpSpPr>
        <p:grpSpPr>
          <a:xfrm>
            <a:off x="1140734" y="2741115"/>
            <a:ext cx="351082" cy="350473"/>
            <a:chOff x="1072225" y="3663900"/>
            <a:chExt cx="244725" cy="244300"/>
          </a:xfrm>
        </p:grpSpPr>
        <p:sp>
          <p:nvSpPr>
            <p:cNvPr id="1265" name="Google Shape;1265;p100"/>
            <p:cNvSpPr/>
            <p:nvPr/>
          </p:nvSpPr>
          <p:spPr>
            <a:xfrm>
              <a:off x="1072225" y="3663900"/>
              <a:ext cx="244725" cy="244300"/>
            </a:xfrm>
            <a:custGeom>
              <a:avLst/>
              <a:gdLst/>
              <a:ahLst/>
              <a:cxnLst/>
              <a:rect l="l" t="t" r="r" b="b"/>
              <a:pathLst>
                <a:path w="9789" h="9772" extrusionOk="0">
                  <a:moveTo>
                    <a:pt x="4790" y="2263"/>
                  </a:moveTo>
                  <a:cubicBezTo>
                    <a:pt x="5716" y="2263"/>
                    <a:pt x="6644" y="2287"/>
                    <a:pt x="7573" y="2334"/>
                  </a:cubicBezTo>
                  <a:cubicBezTo>
                    <a:pt x="7573" y="2358"/>
                    <a:pt x="7573" y="2382"/>
                    <a:pt x="7573" y="2406"/>
                  </a:cubicBezTo>
                  <a:cubicBezTo>
                    <a:pt x="7764" y="3525"/>
                    <a:pt x="8049" y="4740"/>
                    <a:pt x="7883" y="5883"/>
                  </a:cubicBezTo>
                  <a:cubicBezTo>
                    <a:pt x="7692" y="5885"/>
                    <a:pt x="7502" y="5886"/>
                    <a:pt x="7311" y="5886"/>
                  </a:cubicBezTo>
                  <a:cubicBezTo>
                    <a:pt x="6549" y="5886"/>
                    <a:pt x="5787" y="5871"/>
                    <a:pt x="5025" y="5871"/>
                  </a:cubicBezTo>
                  <a:cubicBezTo>
                    <a:pt x="4072" y="5871"/>
                    <a:pt x="3120" y="5895"/>
                    <a:pt x="2167" y="6002"/>
                  </a:cubicBezTo>
                  <a:cubicBezTo>
                    <a:pt x="2024" y="4787"/>
                    <a:pt x="1977" y="3573"/>
                    <a:pt x="2024" y="2334"/>
                  </a:cubicBezTo>
                  <a:cubicBezTo>
                    <a:pt x="2941" y="2287"/>
                    <a:pt x="3864" y="2263"/>
                    <a:pt x="4790" y="2263"/>
                  </a:cubicBezTo>
                  <a:close/>
                  <a:moveTo>
                    <a:pt x="4703" y="1"/>
                  </a:moveTo>
                  <a:cubicBezTo>
                    <a:pt x="4483" y="1"/>
                    <a:pt x="4263" y="143"/>
                    <a:pt x="4239" y="429"/>
                  </a:cubicBezTo>
                  <a:cubicBezTo>
                    <a:pt x="4239" y="739"/>
                    <a:pt x="4239" y="1048"/>
                    <a:pt x="4287" y="1358"/>
                  </a:cubicBezTo>
                  <a:cubicBezTo>
                    <a:pt x="3048" y="1382"/>
                    <a:pt x="1810" y="1429"/>
                    <a:pt x="572" y="1429"/>
                  </a:cubicBezTo>
                  <a:cubicBezTo>
                    <a:pt x="0" y="1477"/>
                    <a:pt x="0" y="2311"/>
                    <a:pt x="572" y="2358"/>
                  </a:cubicBezTo>
                  <a:lnTo>
                    <a:pt x="1096" y="2358"/>
                  </a:lnTo>
                  <a:cubicBezTo>
                    <a:pt x="1048" y="3620"/>
                    <a:pt x="1119" y="4859"/>
                    <a:pt x="1262" y="6121"/>
                  </a:cubicBezTo>
                  <a:lnTo>
                    <a:pt x="667" y="6121"/>
                  </a:lnTo>
                  <a:cubicBezTo>
                    <a:pt x="95" y="6145"/>
                    <a:pt x="95" y="6978"/>
                    <a:pt x="667" y="7026"/>
                  </a:cubicBezTo>
                  <a:cubicBezTo>
                    <a:pt x="1881" y="7026"/>
                    <a:pt x="3096" y="6978"/>
                    <a:pt x="4311" y="6954"/>
                  </a:cubicBezTo>
                  <a:lnTo>
                    <a:pt x="4311" y="7454"/>
                  </a:lnTo>
                  <a:cubicBezTo>
                    <a:pt x="3644" y="7955"/>
                    <a:pt x="2977" y="8431"/>
                    <a:pt x="2310" y="8883"/>
                  </a:cubicBezTo>
                  <a:cubicBezTo>
                    <a:pt x="1893" y="9162"/>
                    <a:pt x="2139" y="9772"/>
                    <a:pt x="2523" y="9772"/>
                  </a:cubicBezTo>
                  <a:cubicBezTo>
                    <a:pt x="2599" y="9772"/>
                    <a:pt x="2680" y="9748"/>
                    <a:pt x="2763" y="9693"/>
                  </a:cubicBezTo>
                  <a:cubicBezTo>
                    <a:pt x="3334" y="9312"/>
                    <a:pt x="3858" y="8931"/>
                    <a:pt x="4406" y="8526"/>
                  </a:cubicBezTo>
                  <a:cubicBezTo>
                    <a:pt x="4406" y="8621"/>
                    <a:pt x="4406" y="8717"/>
                    <a:pt x="4430" y="8788"/>
                  </a:cubicBezTo>
                  <a:cubicBezTo>
                    <a:pt x="4468" y="9028"/>
                    <a:pt x="4635" y="9133"/>
                    <a:pt x="4815" y="9133"/>
                  </a:cubicBezTo>
                  <a:cubicBezTo>
                    <a:pt x="5081" y="9133"/>
                    <a:pt x="5377" y="8905"/>
                    <a:pt x="5335" y="8550"/>
                  </a:cubicBezTo>
                  <a:cubicBezTo>
                    <a:pt x="5311" y="8455"/>
                    <a:pt x="5287" y="8383"/>
                    <a:pt x="5287" y="8288"/>
                  </a:cubicBezTo>
                  <a:lnTo>
                    <a:pt x="5287" y="8288"/>
                  </a:lnTo>
                  <a:cubicBezTo>
                    <a:pt x="6049" y="8621"/>
                    <a:pt x="6763" y="9002"/>
                    <a:pt x="7478" y="9455"/>
                  </a:cubicBezTo>
                  <a:cubicBezTo>
                    <a:pt x="7556" y="9503"/>
                    <a:pt x="7633" y="9524"/>
                    <a:pt x="7706" y="9524"/>
                  </a:cubicBezTo>
                  <a:cubicBezTo>
                    <a:pt x="8103" y="9524"/>
                    <a:pt x="8376" y="8907"/>
                    <a:pt x="7954" y="8645"/>
                  </a:cubicBezTo>
                  <a:cubicBezTo>
                    <a:pt x="7073" y="8121"/>
                    <a:pt x="6168" y="7645"/>
                    <a:pt x="5215" y="7240"/>
                  </a:cubicBezTo>
                  <a:lnTo>
                    <a:pt x="5215" y="6931"/>
                  </a:lnTo>
                  <a:cubicBezTo>
                    <a:pt x="5373" y="6928"/>
                    <a:pt x="5531" y="6926"/>
                    <a:pt x="5689" y="6926"/>
                  </a:cubicBezTo>
                  <a:cubicBezTo>
                    <a:pt x="6793" y="6926"/>
                    <a:pt x="7895" y="6999"/>
                    <a:pt x="8978" y="7145"/>
                  </a:cubicBezTo>
                  <a:cubicBezTo>
                    <a:pt x="9000" y="7148"/>
                    <a:pt x="9022" y="7149"/>
                    <a:pt x="9043" y="7149"/>
                  </a:cubicBezTo>
                  <a:cubicBezTo>
                    <a:pt x="9569" y="7149"/>
                    <a:pt x="9789" y="6331"/>
                    <a:pt x="9216" y="6240"/>
                  </a:cubicBezTo>
                  <a:lnTo>
                    <a:pt x="8764" y="6192"/>
                  </a:lnTo>
                  <a:cubicBezTo>
                    <a:pt x="8978" y="4954"/>
                    <a:pt x="8716" y="3668"/>
                    <a:pt x="8526" y="2430"/>
                  </a:cubicBezTo>
                  <a:lnTo>
                    <a:pt x="8526" y="2430"/>
                  </a:lnTo>
                  <a:lnTo>
                    <a:pt x="8883" y="2477"/>
                  </a:lnTo>
                  <a:cubicBezTo>
                    <a:pt x="8906" y="2480"/>
                    <a:pt x="8929" y="2481"/>
                    <a:pt x="8951" y="2481"/>
                  </a:cubicBezTo>
                  <a:cubicBezTo>
                    <a:pt x="9496" y="2481"/>
                    <a:pt x="9693" y="1664"/>
                    <a:pt x="9121" y="1572"/>
                  </a:cubicBezTo>
                  <a:cubicBezTo>
                    <a:pt x="7835" y="1406"/>
                    <a:pt x="6525" y="1334"/>
                    <a:pt x="5215" y="1334"/>
                  </a:cubicBezTo>
                  <a:cubicBezTo>
                    <a:pt x="5168" y="1048"/>
                    <a:pt x="5144" y="739"/>
                    <a:pt x="5168" y="429"/>
                  </a:cubicBezTo>
                  <a:cubicBezTo>
                    <a:pt x="5144" y="143"/>
                    <a:pt x="4924" y="1"/>
                    <a:pt x="470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100"/>
            <p:cNvSpPr/>
            <p:nvPr/>
          </p:nvSpPr>
          <p:spPr>
            <a:xfrm>
              <a:off x="1150800" y="3723950"/>
              <a:ext cx="87550" cy="76625"/>
            </a:xfrm>
            <a:custGeom>
              <a:avLst/>
              <a:gdLst/>
              <a:ahLst/>
              <a:cxnLst/>
              <a:rect l="l" t="t" r="r" b="b"/>
              <a:pathLst>
                <a:path w="3502" h="3065" extrusionOk="0">
                  <a:moveTo>
                    <a:pt x="1961" y="478"/>
                  </a:moveTo>
                  <a:cubicBezTo>
                    <a:pt x="2347" y="478"/>
                    <a:pt x="2723" y="713"/>
                    <a:pt x="2882" y="1099"/>
                  </a:cubicBezTo>
                  <a:cubicBezTo>
                    <a:pt x="2549" y="1242"/>
                    <a:pt x="2215" y="1337"/>
                    <a:pt x="1858" y="1385"/>
                  </a:cubicBezTo>
                  <a:lnTo>
                    <a:pt x="1787" y="1385"/>
                  </a:lnTo>
                  <a:cubicBezTo>
                    <a:pt x="1787" y="1290"/>
                    <a:pt x="1787" y="1195"/>
                    <a:pt x="1787" y="1099"/>
                  </a:cubicBezTo>
                  <a:cubicBezTo>
                    <a:pt x="1787" y="909"/>
                    <a:pt x="1834" y="694"/>
                    <a:pt x="1834" y="480"/>
                  </a:cubicBezTo>
                  <a:lnTo>
                    <a:pt x="1906" y="480"/>
                  </a:lnTo>
                  <a:cubicBezTo>
                    <a:pt x="1924" y="479"/>
                    <a:pt x="1943" y="478"/>
                    <a:pt x="1961" y="478"/>
                  </a:cubicBezTo>
                  <a:close/>
                  <a:moveTo>
                    <a:pt x="1358" y="647"/>
                  </a:moveTo>
                  <a:lnTo>
                    <a:pt x="1358" y="647"/>
                  </a:lnTo>
                  <a:cubicBezTo>
                    <a:pt x="1310" y="1052"/>
                    <a:pt x="1191" y="1718"/>
                    <a:pt x="1620" y="1838"/>
                  </a:cubicBezTo>
                  <a:cubicBezTo>
                    <a:pt x="1679" y="1843"/>
                    <a:pt x="1739" y="1846"/>
                    <a:pt x="1799" y="1846"/>
                  </a:cubicBezTo>
                  <a:cubicBezTo>
                    <a:pt x="2008" y="1846"/>
                    <a:pt x="2221" y="1811"/>
                    <a:pt x="2406" y="1718"/>
                  </a:cubicBezTo>
                  <a:cubicBezTo>
                    <a:pt x="2596" y="1671"/>
                    <a:pt x="2787" y="1623"/>
                    <a:pt x="2954" y="1552"/>
                  </a:cubicBezTo>
                  <a:lnTo>
                    <a:pt x="2954" y="1552"/>
                  </a:lnTo>
                  <a:cubicBezTo>
                    <a:pt x="2954" y="1909"/>
                    <a:pt x="2763" y="2219"/>
                    <a:pt x="2477" y="2433"/>
                  </a:cubicBezTo>
                  <a:cubicBezTo>
                    <a:pt x="2296" y="2562"/>
                    <a:pt x="2056" y="2623"/>
                    <a:pt x="1808" y="2623"/>
                  </a:cubicBezTo>
                  <a:cubicBezTo>
                    <a:pt x="1369" y="2623"/>
                    <a:pt x="904" y="2434"/>
                    <a:pt x="691" y="2099"/>
                  </a:cubicBezTo>
                  <a:cubicBezTo>
                    <a:pt x="358" y="1576"/>
                    <a:pt x="834" y="956"/>
                    <a:pt x="1358" y="647"/>
                  </a:cubicBezTo>
                  <a:close/>
                  <a:moveTo>
                    <a:pt x="1998" y="1"/>
                  </a:moveTo>
                  <a:cubicBezTo>
                    <a:pt x="1967" y="1"/>
                    <a:pt x="1937" y="2"/>
                    <a:pt x="1906" y="4"/>
                  </a:cubicBezTo>
                  <a:cubicBezTo>
                    <a:pt x="1048" y="28"/>
                    <a:pt x="1" y="980"/>
                    <a:pt x="167" y="1909"/>
                  </a:cubicBezTo>
                  <a:cubicBezTo>
                    <a:pt x="313" y="2676"/>
                    <a:pt x="1034" y="3065"/>
                    <a:pt x="1759" y="3065"/>
                  </a:cubicBezTo>
                  <a:cubicBezTo>
                    <a:pt x="1980" y="3065"/>
                    <a:pt x="2200" y="3029"/>
                    <a:pt x="2406" y="2957"/>
                  </a:cubicBezTo>
                  <a:cubicBezTo>
                    <a:pt x="3096" y="2695"/>
                    <a:pt x="3501" y="1980"/>
                    <a:pt x="3406" y="1266"/>
                  </a:cubicBezTo>
                  <a:cubicBezTo>
                    <a:pt x="3315" y="535"/>
                    <a:pt x="2719" y="1"/>
                    <a:pt x="19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41"/>
                                        </p:tgtEl>
                                        <p:attrNameLst>
                                          <p:attrName>style.visibility</p:attrName>
                                        </p:attrNameLst>
                                      </p:cBhvr>
                                      <p:to>
                                        <p:strVal val="visible"/>
                                      </p:to>
                                    </p:set>
                                    <p:animEffect transition="in" filter="fade">
                                      <p:cBhvr>
                                        <p:cTn id="7" dur="1000"/>
                                        <p:tgtEl>
                                          <p:spTgt spid="124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264"/>
                                        </p:tgtEl>
                                        <p:attrNameLst>
                                          <p:attrName>style.visibility</p:attrName>
                                        </p:attrNameLst>
                                      </p:cBhvr>
                                      <p:to>
                                        <p:strVal val="visible"/>
                                      </p:to>
                                    </p:set>
                                    <p:animEffect transition="in" filter="fade">
                                      <p:cBhvr>
                                        <p:cTn id="11" dur="1000"/>
                                        <p:tgtEl>
                                          <p:spTgt spid="1264"/>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234"/>
                                        </p:tgtEl>
                                        <p:attrNameLst>
                                          <p:attrName>style.visibility</p:attrName>
                                        </p:attrNameLst>
                                      </p:cBhvr>
                                      <p:to>
                                        <p:strVal val="visible"/>
                                      </p:to>
                                    </p:set>
                                    <p:animEffect transition="in" filter="fade">
                                      <p:cBhvr>
                                        <p:cTn id="15" dur="1000"/>
                                        <p:tgtEl>
                                          <p:spTgt spid="1234"/>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255"/>
                                        </p:tgtEl>
                                        <p:attrNameLst>
                                          <p:attrName>style.visibility</p:attrName>
                                        </p:attrNameLst>
                                      </p:cBhvr>
                                      <p:to>
                                        <p:strVal val="visible"/>
                                      </p:to>
                                    </p:set>
                                    <p:animEffect transition="in" filter="fade">
                                      <p:cBhvr>
                                        <p:cTn id="19" dur="1000"/>
                                        <p:tgtEl>
                                          <p:spTgt spid="1255"/>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238"/>
                                        </p:tgtEl>
                                        <p:attrNameLst>
                                          <p:attrName>style.visibility</p:attrName>
                                        </p:attrNameLst>
                                      </p:cBhvr>
                                      <p:to>
                                        <p:strVal val="visible"/>
                                      </p:to>
                                    </p:set>
                                    <p:animEffect transition="in" filter="fade">
                                      <p:cBhvr>
                                        <p:cTn id="23" dur="1000"/>
                                        <p:tgtEl>
                                          <p:spTgt spid="1238"/>
                                        </p:tgtEl>
                                      </p:cBhvr>
                                    </p:animEffect>
                                  </p:childTnLst>
                                </p:cTn>
                              </p:par>
                            </p:childTnLst>
                          </p:cTn>
                        </p:par>
                        <p:par>
                          <p:cTn id="24" fill="hold">
                            <p:stCondLst>
                              <p:cond delay="5000"/>
                            </p:stCondLst>
                            <p:childTnLst>
                              <p:par>
                                <p:cTn id="25" presetID="10" presetClass="entr" presetSubtype="0" fill="hold" nodeType="afterEffect">
                                  <p:stCondLst>
                                    <p:cond delay="0"/>
                                  </p:stCondLst>
                                  <p:childTnLst>
                                    <p:set>
                                      <p:cBhvr>
                                        <p:cTn id="26" dur="1" fill="hold">
                                          <p:stCondLst>
                                            <p:cond delay="0"/>
                                          </p:stCondLst>
                                        </p:cTn>
                                        <p:tgtEl>
                                          <p:spTgt spid="1230"/>
                                        </p:tgtEl>
                                        <p:attrNameLst>
                                          <p:attrName>style.visibility</p:attrName>
                                        </p:attrNameLst>
                                      </p:cBhvr>
                                      <p:to>
                                        <p:strVal val="visible"/>
                                      </p:to>
                                    </p:set>
                                    <p:animEffect transition="in" filter="fade">
                                      <p:cBhvr>
                                        <p:cTn id="27" dur="1000"/>
                                        <p:tgtEl>
                                          <p:spTgt spid="1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17"/>
        <p:cNvGrpSpPr/>
        <p:nvPr/>
      </p:nvGrpSpPr>
      <p:grpSpPr>
        <a:xfrm>
          <a:off x="0" y="0"/>
          <a:ext cx="0" cy="0"/>
          <a:chOff x="0" y="0"/>
          <a:chExt cx="0" cy="0"/>
        </a:xfrm>
      </p:grpSpPr>
      <p:sp>
        <p:nvSpPr>
          <p:cNvPr id="1318" name="Google Shape;1318;p103"/>
          <p:cNvSpPr txBox="1">
            <a:spLocks noGrp="1"/>
          </p:cNvSpPr>
          <p:nvPr>
            <p:ph type="title"/>
          </p:nvPr>
        </p:nvSpPr>
        <p:spPr>
          <a:xfrm>
            <a:off x="1002325" y="711173"/>
            <a:ext cx="2403900" cy="138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Exercise</a:t>
            </a:r>
            <a:endParaRPr/>
          </a:p>
        </p:txBody>
      </p:sp>
      <p:sp>
        <p:nvSpPr>
          <p:cNvPr id="1319" name="Google Shape;1319;p103"/>
          <p:cNvSpPr/>
          <p:nvPr/>
        </p:nvSpPr>
        <p:spPr>
          <a:xfrm>
            <a:off x="5441325" y="1226863"/>
            <a:ext cx="933775" cy="481125"/>
          </a:xfrm>
          <a:custGeom>
            <a:avLst/>
            <a:gdLst/>
            <a:ahLst/>
            <a:cxnLst/>
            <a:rect l="l" t="t" r="r" b="b"/>
            <a:pathLst>
              <a:path w="37351" h="19245" extrusionOk="0">
                <a:moveTo>
                  <a:pt x="17282" y="1401"/>
                </a:moveTo>
                <a:cubicBezTo>
                  <a:pt x="20136" y="1401"/>
                  <a:pt x="22144" y="3382"/>
                  <a:pt x="23448" y="5890"/>
                </a:cubicBezTo>
                <a:cubicBezTo>
                  <a:pt x="23258" y="5964"/>
                  <a:pt x="23068" y="6041"/>
                  <a:pt x="22880" y="6130"/>
                </a:cubicBezTo>
                <a:cubicBezTo>
                  <a:pt x="22220" y="6437"/>
                  <a:pt x="22631" y="7324"/>
                  <a:pt x="23245" y="7324"/>
                </a:cubicBezTo>
                <a:cubicBezTo>
                  <a:pt x="23339" y="7324"/>
                  <a:pt x="23438" y="7303"/>
                  <a:pt x="23539" y="7256"/>
                </a:cubicBezTo>
                <a:cubicBezTo>
                  <a:pt x="24653" y="6737"/>
                  <a:pt x="25773" y="6501"/>
                  <a:pt x="26848" y="6501"/>
                </a:cubicBezTo>
                <a:cubicBezTo>
                  <a:pt x="31530" y="6501"/>
                  <a:pt x="35369" y="10963"/>
                  <a:pt x="34257" y="15906"/>
                </a:cubicBezTo>
                <a:cubicBezTo>
                  <a:pt x="34217" y="15886"/>
                  <a:pt x="34172" y="15875"/>
                  <a:pt x="34127" y="15875"/>
                </a:cubicBezTo>
                <a:cubicBezTo>
                  <a:pt x="23493" y="15902"/>
                  <a:pt x="12874" y="16273"/>
                  <a:pt x="2330" y="17730"/>
                </a:cubicBezTo>
                <a:cubicBezTo>
                  <a:pt x="2299" y="16906"/>
                  <a:pt x="2633" y="15766"/>
                  <a:pt x="2751" y="15427"/>
                </a:cubicBezTo>
                <a:cubicBezTo>
                  <a:pt x="3100" y="14417"/>
                  <a:pt x="3636" y="13460"/>
                  <a:pt x="4383" y="12689"/>
                </a:cubicBezTo>
                <a:cubicBezTo>
                  <a:pt x="5622" y="11410"/>
                  <a:pt x="7168" y="10785"/>
                  <a:pt x="8847" y="10459"/>
                </a:cubicBezTo>
                <a:cubicBezTo>
                  <a:pt x="8956" y="10602"/>
                  <a:pt x="9111" y="10666"/>
                  <a:pt x="9270" y="10666"/>
                </a:cubicBezTo>
                <a:cubicBezTo>
                  <a:pt x="9572" y="10666"/>
                  <a:pt x="9888" y="10436"/>
                  <a:pt x="9935" y="10068"/>
                </a:cubicBezTo>
                <a:cubicBezTo>
                  <a:pt x="10174" y="8174"/>
                  <a:pt x="10152" y="6521"/>
                  <a:pt x="11214" y="4832"/>
                </a:cubicBezTo>
                <a:cubicBezTo>
                  <a:pt x="12259" y="3168"/>
                  <a:pt x="13900" y="1982"/>
                  <a:pt x="15826" y="1563"/>
                </a:cubicBezTo>
                <a:cubicBezTo>
                  <a:pt x="16334" y="1453"/>
                  <a:pt x="16819" y="1401"/>
                  <a:pt x="17282" y="1401"/>
                </a:cubicBezTo>
                <a:close/>
                <a:moveTo>
                  <a:pt x="4726" y="11750"/>
                </a:moveTo>
                <a:cubicBezTo>
                  <a:pt x="4071" y="12275"/>
                  <a:pt x="3507" y="12903"/>
                  <a:pt x="3055" y="13610"/>
                </a:cubicBezTo>
                <a:cubicBezTo>
                  <a:pt x="2656" y="14240"/>
                  <a:pt x="1677" y="16400"/>
                  <a:pt x="1710" y="17814"/>
                </a:cubicBezTo>
                <a:cubicBezTo>
                  <a:pt x="1678" y="17818"/>
                  <a:pt x="1645" y="17823"/>
                  <a:pt x="1611" y="17826"/>
                </a:cubicBezTo>
                <a:lnTo>
                  <a:pt x="1611" y="17828"/>
                </a:lnTo>
                <a:cubicBezTo>
                  <a:pt x="1604" y="17829"/>
                  <a:pt x="1596" y="17833"/>
                  <a:pt x="1589" y="17836"/>
                </a:cubicBezTo>
                <a:cubicBezTo>
                  <a:pt x="1565" y="15911"/>
                  <a:pt x="2192" y="14027"/>
                  <a:pt x="3601" y="12637"/>
                </a:cubicBezTo>
                <a:cubicBezTo>
                  <a:pt x="3943" y="12301"/>
                  <a:pt x="4319" y="12002"/>
                  <a:pt x="4726" y="11750"/>
                </a:cubicBezTo>
                <a:close/>
                <a:moveTo>
                  <a:pt x="29225" y="16380"/>
                </a:moveTo>
                <a:cubicBezTo>
                  <a:pt x="30746" y="16380"/>
                  <a:pt x="32267" y="16400"/>
                  <a:pt x="33788" y="16444"/>
                </a:cubicBezTo>
                <a:cubicBezTo>
                  <a:pt x="23556" y="17430"/>
                  <a:pt x="13295" y="17955"/>
                  <a:pt x="3008" y="18021"/>
                </a:cubicBezTo>
                <a:lnTo>
                  <a:pt x="3008" y="18021"/>
                </a:lnTo>
                <a:cubicBezTo>
                  <a:pt x="11711" y="17068"/>
                  <a:pt x="20465" y="16380"/>
                  <a:pt x="29225" y="16380"/>
                </a:cubicBezTo>
                <a:close/>
                <a:moveTo>
                  <a:pt x="17034" y="1"/>
                </a:moveTo>
                <a:cubicBezTo>
                  <a:pt x="16671" y="1"/>
                  <a:pt x="16313" y="28"/>
                  <a:pt x="15966" y="83"/>
                </a:cubicBezTo>
                <a:cubicBezTo>
                  <a:pt x="11783" y="751"/>
                  <a:pt x="7857" y="5220"/>
                  <a:pt x="8597" y="9616"/>
                </a:cubicBezTo>
                <a:cubicBezTo>
                  <a:pt x="8221" y="9541"/>
                  <a:pt x="7851" y="9505"/>
                  <a:pt x="7489" y="9505"/>
                </a:cubicBezTo>
                <a:cubicBezTo>
                  <a:pt x="3172" y="9505"/>
                  <a:pt x="0" y="14610"/>
                  <a:pt x="423" y="18641"/>
                </a:cubicBezTo>
                <a:cubicBezTo>
                  <a:pt x="456" y="18966"/>
                  <a:pt x="672" y="19243"/>
                  <a:pt x="1026" y="19245"/>
                </a:cubicBezTo>
                <a:cubicBezTo>
                  <a:pt x="1076" y="19245"/>
                  <a:pt x="1126" y="19245"/>
                  <a:pt x="1176" y="19245"/>
                </a:cubicBezTo>
                <a:cubicBezTo>
                  <a:pt x="12338" y="19245"/>
                  <a:pt x="23478" y="18695"/>
                  <a:pt x="34596" y="17599"/>
                </a:cubicBezTo>
                <a:cubicBezTo>
                  <a:pt x="34886" y="17570"/>
                  <a:pt x="35093" y="17424"/>
                  <a:pt x="35189" y="17147"/>
                </a:cubicBezTo>
                <a:cubicBezTo>
                  <a:pt x="37350" y="10937"/>
                  <a:pt x="32525" y="5255"/>
                  <a:pt x="26755" y="5255"/>
                </a:cubicBezTo>
                <a:cubicBezTo>
                  <a:pt x="25956" y="5255"/>
                  <a:pt x="25138" y="5365"/>
                  <a:pt x="24318" y="5597"/>
                </a:cubicBezTo>
                <a:cubicBezTo>
                  <a:pt x="24050" y="2218"/>
                  <a:pt x="20324" y="1"/>
                  <a:pt x="17034" y="1"/>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0" name="Google Shape;1320;p103"/>
          <p:cNvGrpSpPr/>
          <p:nvPr/>
        </p:nvGrpSpPr>
        <p:grpSpPr>
          <a:xfrm rot="-2874609">
            <a:off x="6651160" y="1095986"/>
            <a:ext cx="615879" cy="631855"/>
            <a:chOff x="5878300" y="2628050"/>
            <a:chExt cx="615875" cy="631850"/>
          </a:xfrm>
        </p:grpSpPr>
        <p:sp>
          <p:nvSpPr>
            <p:cNvPr id="1321" name="Google Shape;1321;p103"/>
            <p:cNvSpPr/>
            <p:nvPr/>
          </p:nvSpPr>
          <p:spPr>
            <a:xfrm>
              <a:off x="5891350" y="2950125"/>
              <a:ext cx="320175" cy="309775"/>
            </a:xfrm>
            <a:custGeom>
              <a:avLst/>
              <a:gdLst/>
              <a:ahLst/>
              <a:cxnLst/>
              <a:rect l="l" t="t" r="r" b="b"/>
              <a:pathLst>
                <a:path w="12807" h="12391" extrusionOk="0">
                  <a:moveTo>
                    <a:pt x="2779" y="1165"/>
                  </a:moveTo>
                  <a:cubicBezTo>
                    <a:pt x="3067" y="1165"/>
                    <a:pt x="3517" y="1315"/>
                    <a:pt x="3709" y="1357"/>
                  </a:cubicBezTo>
                  <a:cubicBezTo>
                    <a:pt x="4555" y="1545"/>
                    <a:pt x="5378" y="1881"/>
                    <a:pt x="6141" y="2282"/>
                  </a:cubicBezTo>
                  <a:cubicBezTo>
                    <a:pt x="7759" y="3133"/>
                    <a:pt x="9166" y="4383"/>
                    <a:pt x="10191" y="5898"/>
                  </a:cubicBezTo>
                  <a:cubicBezTo>
                    <a:pt x="10647" y="6571"/>
                    <a:pt x="11022" y="7298"/>
                    <a:pt x="11309" y="8059"/>
                  </a:cubicBezTo>
                  <a:cubicBezTo>
                    <a:pt x="11489" y="8539"/>
                    <a:pt x="11990" y="10762"/>
                    <a:pt x="11284" y="10762"/>
                  </a:cubicBezTo>
                  <a:cubicBezTo>
                    <a:pt x="11164" y="10762"/>
                    <a:pt x="11009" y="10698"/>
                    <a:pt x="10812" y="10550"/>
                  </a:cubicBezTo>
                  <a:cubicBezTo>
                    <a:pt x="10417" y="10253"/>
                    <a:pt x="10205" y="9028"/>
                    <a:pt x="9988" y="8545"/>
                  </a:cubicBezTo>
                  <a:cubicBezTo>
                    <a:pt x="9631" y="7752"/>
                    <a:pt x="9238" y="6970"/>
                    <a:pt x="8759" y="6241"/>
                  </a:cubicBezTo>
                  <a:cubicBezTo>
                    <a:pt x="7512" y="4343"/>
                    <a:pt x="5379" y="2418"/>
                    <a:pt x="2989" y="2418"/>
                  </a:cubicBezTo>
                  <a:cubicBezTo>
                    <a:pt x="2807" y="2418"/>
                    <a:pt x="2624" y="2430"/>
                    <a:pt x="2440" y="2453"/>
                  </a:cubicBezTo>
                  <a:cubicBezTo>
                    <a:pt x="2307" y="2199"/>
                    <a:pt x="2354" y="1786"/>
                    <a:pt x="2594" y="1200"/>
                  </a:cubicBezTo>
                  <a:cubicBezTo>
                    <a:pt x="2640" y="1175"/>
                    <a:pt x="2704" y="1165"/>
                    <a:pt x="2779" y="1165"/>
                  </a:cubicBezTo>
                  <a:close/>
                  <a:moveTo>
                    <a:pt x="2610" y="0"/>
                  </a:moveTo>
                  <a:cubicBezTo>
                    <a:pt x="1929" y="0"/>
                    <a:pt x="1289" y="181"/>
                    <a:pt x="856" y="714"/>
                  </a:cubicBezTo>
                  <a:cubicBezTo>
                    <a:pt x="0" y="1766"/>
                    <a:pt x="813" y="3105"/>
                    <a:pt x="1898" y="3566"/>
                  </a:cubicBezTo>
                  <a:cubicBezTo>
                    <a:pt x="3093" y="4076"/>
                    <a:pt x="4427" y="3814"/>
                    <a:pt x="5624" y="4432"/>
                  </a:cubicBezTo>
                  <a:cubicBezTo>
                    <a:pt x="6176" y="4716"/>
                    <a:pt x="6664" y="5096"/>
                    <a:pt x="7103" y="5529"/>
                  </a:cubicBezTo>
                  <a:cubicBezTo>
                    <a:pt x="7770" y="6282"/>
                    <a:pt x="8342" y="7169"/>
                    <a:pt x="8838" y="8209"/>
                  </a:cubicBezTo>
                  <a:cubicBezTo>
                    <a:pt x="9340" y="9264"/>
                    <a:pt x="9620" y="10424"/>
                    <a:pt x="10129" y="11470"/>
                  </a:cubicBezTo>
                  <a:cubicBezTo>
                    <a:pt x="10342" y="11907"/>
                    <a:pt x="10616" y="12390"/>
                    <a:pt x="11175" y="12390"/>
                  </a:cubicBezTo>
                  <a:cubicBezTo>
                    <a:pt x="11189" y="12390"/>
                    <a:pt x="11202" y="12390"/>
                    <a:pt x="11215" y="12389"/>
                  </a:cubicBezTo>
                  <a:cubicBezTo>
                    <a:pt x="12599" y="12332"/>
                    <a:pt x="12807" y="10133"/>
                    <a:pt x="12709" y="9178"/>
                  </a:cubicBezTo>
                  <a:cubicBezTo>
                    <a:pt x="12509" y="7180"/>
                    <a:pt x="11328" y="5276"/>
                    <a:pt x="10006" y="3820"/>
                  </a:cubicBezTo>
                  <a:cubicBezTo>
                    <a:pt x="8645" y="2323"/>
                    <a:pt x="6902" y="1162"/>
                    <a:pt x="4989" y="497"/>
                  </a:cubicBezTo>
                  <a:cubicBezTo>
                    <a:pt x="4339" y="272"/>
                    <a:pt x="3444" y="0"/>
                    <a:pt x="2610" y="0"/>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103"/>
            <p:cNvSpPr/>
            <p:nvPr/>
          </p:nvSpPr>
          <p:spPr>
            <a:xfrm>
              <a:off x="5890350" y="2788200"/>
              <a:ext cx="471300" cy="455625"/>
            </a:xfrm>
            <a:custGeom>
              <a:avLst/>
              <a:gdLst/>
              <a:ahLst/>
              <a:cxnLst/>
              <a:rect l="l" t="t" r="r" b="b"/>
              <a:pathLst>
                <a:path w="18852" h="18225" extrusionOk="0">
                  <a:moveTo>
                    <a:pt x="2535" y="1107"/>
                  </a:moveTo>
                  <a:cubicBezTo>
                    <a:pt x="2749" y="1107"/>
                    <a:pt x="3037" y="1189"/>
                    <a:pt x="3418" y="1237"/>
                  </a:cubicBezTo>
                  <a:cubicBezTo>
                    <a:pt x="3961" y="1305"/>
                    <a:pt x="4501" y="1404"/>
                    <a:pt x="5033" y="1535"/>
                  </a:cubicBezTo>
                  <a:cubicBezTo>
                    <a:pt x="7244" y="2080"/>
                    <a:pt x="9338" y="3118"/>
                    <a:pt x="11117" y="4541"/>
                  </a:cubicBezTo>
                  <a:cubicBezTo>
                    <a:pt x="12744" y="5843"/>
                    <a:pt x="14129" y="7453"/>
                    <a:pt x="15136" y="9279"/>
                  </a:cubicBezTo>
                  <a:cubicBezTo>
                    <a:pt x="16162" y="11137"/>
                    <a:pt x="18019" y="15637"/>
                    <a:pt x="15560" y="16953"/>
                  </a:cubicBezTo>
                  <a:cubicBezTo>
                    <a:pt x="15526" y="13536"/>
                    <a:pt x="14214" y="10340"/>
                    <a:pt x="11945" y="7754"/>
                  </a:cubicBezTo>
                  <a:lnTo>
                    <a:pt x="11945" y="7753"/>
                  </a:lnTo>
                  <a:cubicBezTo>
                    <a:pt x="10745" y="6386"/>
                    <a:pt x="9281" y="5240"/>
                    <a:pt x="7643" y="4447"/>
                  </a:cubicBezTo>
                  <a:cubicBezTo>
                    <a:pt x="6827" y="4054"/>
                    <a:pt x="5986" y="3766"/>
                    <a:pt x="5112" y="3530"/>
                  </a:cubicBezTo>
                  <a:cubicBezTo>
                    <a:pt x="4533" y="3373"/>
                    <a:pt x="3946" y="3240"/>
                    <a:pt x="3368" y="3077"/>
                  </a:cubicBezTo>
                  <a:cubicBezTo>
                    <a:pt x="3079" y="3000"/>
                    <a:pt x="2793" y="2914"/>
                    <a:pt x="2509" y="2817"/>
                  </a:cubicBezTo>
                  <a:cubicBezTo>
                    <a:pt x="2470" y="2815"/>
                    <a:pt x="2438" y="2809"/>
                    <a:pt x="2402" y="2806"/>
                  </a:cubicBezTo>
                  <a:cubicBezTo>
                    <a:pt x="2121" y="2625"/>
                    <a:pt x="1962" y="2352"/>
                    <a:pt x="2023" y="1837"/>
                  </a:cubicBezTo>
                  <a:cubicBezTo>
                    <a:pt x="2091" y="1256"/>
                    <a:pt x="2246" y="1107"/>
                    <a:pt x="2535" y="1107"/>
                  </a:cubicBezTo>
                  <a:close/>
                  <a:moveTo>
                    <a:pt x="2463" y="0"/>
                  </a:moveTo>
                  <a:cubicBezTo>
                    <a:pt x="1860" y="0"/>
                    <a:pt x="1289" y="107"/>
                    <a:pt x="846" y="413"/>
                  </a:cubicBezTo>
                  <a:cubicBezTo>
                    <a:pt x="1" y="997"/>
                    <a:pt x="28" y="2000"/>
                    <a:pt x="674" y="2735"/>
                  </a:cubicBezTo>
                  <a:cubicBezTo>
                    <a:pt x="1629" y="3822"/>
                    <a:pt x="3357" y="3989"/>
                    <a:pt x="4777" y="4098"/>
                  </a:cubicBezTo>
                  <a:cubicBezTo>
                    <a:pt x="5794" y="4404"/>
                    <a:pt x="6784" y="4744"/>
                    <a:pt x="7727" y="5269"/>
                  </a:cubicBezTo>
                  <a:cubicBezTo>
                    <a:pt x="12155" y="7734"/>
                    <a:pt x="14769" y="12682"/>
                    <a:pt x="14506" y="17709"/>
                  </a:cubicBezTo>
                  <a:cubicBezTo>
                    <a:pt x="14491" y="18014"/>
                    <a:pt x="14766" y="18224"/>
                    <a:pt x="15044" y="18224"/>
                  </a:cubicBezTo>
                  <a:cubicBezTo>
                    <a:pt x="15085" y="18224"/>
                    <a:pt x="15126" y="18220"/>
                    <a:pt x="15166" y="18210"/>
                  </a:cubicBezTo>
                  <a:cubicBezTo>
                    <a:pt x="18852" y="17345"/>
                    <a:pt x="17827" y="12713"/>
                    <a:pt x="16754" y="10191"/>
                  </a:cubicBezTo>
                  <a:cubicBezTo>
                    <a:pt x="15384" y="6966"/>
                    <a:pt x="12955" y="4233"/>
                    <a:pt x="9971" y="2408"/>
                  </a:cubicBezTo>
                  <a:cubicBezTo>
                    <a:pt x="8467" y="1486"/>
                    <a:pt x="6812" y="795"/>
                    <a:pt x="5091" y="408"/>
                  </a:cubicBezTo>
                  <a:cubicBezTo>
                    <a:pt x="4364" y="244"/>
                    <a:pt x="3377" y="0"/>
                    <a:pt x="2463" y="0"/>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103"/>
            <p:cNvSpPr/>
            <p:nvPr/>
          </p:nvSpPr>
          <p:spPr>
            <a:xfrm>
              <a:off x="5878300" y="2628050"/>
              <a:ext cx="615875" cy="609700"/>
            </a:xfrm>
            <a:custGeom>
              <a:avLst/>
              <a:gdLst/>
              <a:ahLst/>
              <a:cxnLst/>
              <a:rect l="l" t="t" r="r" b="b"/>
              <a:pathLst>
                <a:path w="24635" h="24388" extrusionOk="0">
                  <a:moveTo>
                    <a:pt x="3463" y="1062"/>
                  </a:moveTo>
                  <a:cubicBezTo>
                    <a:pt x="4963" y="1062"/>
                    <a:pt x="6605" y="1497"/>
                    <a:pt x="7970" y="1881"/>
                  </a:cubicBezTo>
                  <a:cubicBezTo>
                    <a:pt x="14726" y="3777"/>
                    <a:pt x="20123" y="8997"/>
                    <a:pt x="22147" y="15721"/>
                  </a:cubicBezTo>
                  <a:cubicBezTo>
                    <a:pt x="22617" y="17284"/>
                    <a:pt x="22908" y="18906"/>
                    <a:pt x="22987" y="20537"/>
                  </a:cubicBezTo>
                  <a:cubicBezTo>
                    <a:pt x="23012" y="21045"/>
                    <a:pt x="23147" y="23296"/>
                    <a:pt x="22114" y="23296"/>
                  </a:cubicBezTo>
                  <a:cubicBezTo>
                    <a:pt x="22017" y="23296"/>
                    <a:pt x="21909" y="23276"/>
                    <a:pt x="21789" y="23233"/>
                  </a:cubicBezTo>
                  <a:cubicBezTo>
                    <a:pt x="21404" y="23093"/>
                    <a:pt x="21446" y="21407"/>
                    <a:pt x="21376" y="20931"/>
                  </a:cubicBezTo>
                  <a:cubicBezTo>
                    <a:pt x="20947" y="18046"/>
                    <a:pt x="20045" y="15209"/>
                    <a:pt x="18581" y="12679"/>
                  </a:cubicBezTo>
                  <a:cubicBezTo>
                    <a:pt x="17548" y="10894"/>
                    <a:pt x="16242" y="9326"/>
                    <a:pt x="14700" y="8014"/>
                  </a:cubicBezTo>
                  <a:cubicBezTo>
                    <a:pt x="14341" y="7692"/>
                    <a:pt x="13975" y="7379"/>
                    <a:pt x="13594" y="7086"/>
                  </a:cubicBezTo>
                  <a:cubicBezTo>
                    <a:pt x="11246" y="5286"/>
                    <a:pt x="8487" y="4010"/>
                    <a:pt x="5594" y="3397"/>
                  </a:cubicBezTo>
                  <a:cubicBezTo>
                    <a:pt x="5207" y="3315"/>
                    <a:pt x="4817" y="3252"/>
                    <a:pt x="4426" y="3195"/>
                  </a:cubicBezTo>
                  <a:lnTo>
                    <a:pt x="4410" y="3190"/>
                  </a:lnTo>
                  <a:cubicBezTo>
                    <a:pt x="4032" y="3087"/>
                    <a:pt x="3647" y="3003"/>
                    <a:pt x="3272" y="2894"/>
                  </a:cubicBezTo>
                  <a:cubicBezTo>
                    <a:pt x="3090" y="2840"/>
                    <a:pt x="1308" y="2127"/>
                    <a:pt x="1275" y="1472"/>
                  </a:cubicBezTo>
                  <a:cubicBezTo>
                    <a:pt x="1399" y="1136"/>
                    <a:pt x="2252" y="1162"/>
                    <a:pt x="2609" y="1114"/>
                  </a:cubicBezTo>
                  <a:cubicBezTo>
                    <a:pt x="2886" y="1078"/>
                    <a:pt x="3172" y="1062"/>
                    <a:pt x="3463" y="1062"/>
                  </a:cubicBezTo>
                  <a:close/>
                  <a:moveTo>
                    <a:pt x="2663" y="1"/>
                  </a:moveTo>
                  <a:cubicBezTo>
                    <a:pt x="1836" y="1"/>
                    <a:pt x="985" y="147"/>
                    <a:pt x="550" y="873"/>
                  </a:cubicBezTo>
                  <a:cubicBezTo>
                    <a:pt x="0" y="1790"/>
                    <a:pt x="489" y="2914"/>
                    <a:pt x="1300" y="3491"/>
                  </a:cubicBezTo>
                  <a:cubicBezTo>
                    <a:pt x="1903" y="3920"/>
                    <a:pt x="2657" y="3981"/>
                    <a:pt x="3364" y="4081"/>
                  </a:cubicBezTo>
                  <a:cubicBezTo>
                    <a:pt x="4573" y="4252"/>
                    <a:pt x="5752" y="4390"/>
                    <a:pt x="6932" y="4720"/>
                  </a:cubicBezTo>
                  <a:cubicBezTo>
                    <a:pt x="7167" y="4785"/>
                    <a:pt x="7401" y="4861"/>
                    <a:pt x="7634" y="4936"/>
                  </a:cubicBezTo>
                  <a:cubicBezTo>
                    <a:pt x="9059" y="5457"/>
                    <a:pt x="10445" y="6064"/>
                    <a:pt x="11745" y="6816"/>
                  </a:cubicBezTo>
                  <a:cubicBezTo>
                    <a:pt x="12524" y="7286"/>
                    <a:pt x="13269" y="7811"/>
                    <a:pt x="13976" y="8385"/>
                  </a:cubicBezTo>
                  <a:cubicBezTo>
                    <a:pt x="14964" y="9193"/>
                    <a:pt x="15862" y="10106"/>
                    <a:pt x="16653" y="11107"/>
                  </a:cubicBezTo>
                  <a:cubicBezTo>
                    <a:pt x="19144" y="14421"/>
                    <a:pt x="20050" y="18297"/>
                    <a:pt x="20694" y="22386"/>
                  </a:cubicBezTo>
                  <a:cubicBezTo>
                    <a:pt x="20803" y="23073"/>
                    <a:pt x="20955" y="24067"/>
                    <a:pt x="21741" y="24324"/>
                  </a:cubicBezTo>
                  <a:cubicBezTo>
                    <a:pt x="21872" y="24367"/>
                    <a:pt x="21998" y="24387"/>
                    <a:pt x="22118" y="24387"/>
                  </a:cubicBezTo>
                  <a:cubicBezTo>
                    <a:pt x="22982" y="24387"/>
                    <a:pt x="23572" y="23372"/>
                    <a:pt x="23774" y="22623"/>
                  </a:cubicBezTo>
                  <a:cubicBezTo>
                    <a:pt x="24634" y="19430"/>
                    <a:pt x="23143" y="15094"/>
                    <a:pt x="21785" y="12244"/>
                  </a:cubicBezTo>
                  <a:cubicBezTo>
                    <a:pt x="20144" y="8797"/>
                    <a:pt x="17610" y="5811"/>
                    <a:pt x="14453" y="3664"/>
                  </a:cubicBezTo>
                  <a:cubicBezTo>
                    <a:pt x="11304" y="1522"/>
                    <a:pt x="7521" y="279"/>
                    <a:pt x="3725" y="50"/>
                  </a:cubicBezTo>
                  <a:cubicBezTo>
                    <a:pt x="3403" y="31"/>
                    <a:pt x="3035" y="1"/>
                    <a:pt x="2663" y="1"/>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4" name="Google Shape;1324;p103"/>
          <p:cNvGrpSpPr/>
          <p:nvPr/>
        </p:nvGrpSpPr>
        <p:grpSpPr>
          <a:xfrm>
            <a:off x="7543100" y="1078200"/>
            <a:ext cx="445950" cy="667425"/>
            <a:chOff x="5809550" y="1500425"/>
            <a:chExt cx="445950" cy="667425"/>
          </a:xfrm>
        </p:grpSpPr>
        <p:sp>
          <p:nvSpPr>
            <p:cNvPr id="1325" name="Google Shape;1325;p103"/>
            <p:cNvSpPr/>
            <p:nvPr/>
          </p:nvSpPr>
          <p:spPr>
            <a:xfrm>
              <a:off x="5809550" y="1500425"/>
              <a:ext cx="445950" cy="667425"/>
            </a:xfrm>
            <a:custGeom>
              <a:avLst/>
              <a:gdLst/>
              <a:ahLst/>
              <a:cxnLst/>
              <a:rect l="l" t="t" r="r" b="b"/>
              <a:pathLst>
                <a:path w="17838" h="26697" extrusionOk="0">
                  <a:moveTo>
                    <a:pt x="6959" y="6331"/>
                  </a:moveTo>
                  <a:cubicBezTo>
                    <a:pt x="7402" y="6685"/>
                    <a:pt x="7908" y="6994"/>
                    <a:pt x="8413" y="7076"/>
                  </a:cubicBezTo>
                  <a:lnTo>
                    <a:pt x="8434" y="7076"/>
                  </a:lnTo>
                  <a:cubicBezTo>
                    <a:pt x="8249" y="7448"/>
                    <a:pt x="8087" y="7831"/>
                    <a:pt x="7971" y="8218"/>
                  </a:cubicBezTo>
                  <a:cubicBezTo>
                    <a:pt x="7726" y="8061"/>
                    <a:pt x="7436" y="7946"/>
                    <a:pt x="7205" y="7826"/>
                  </a:cubicBezTo>
                  <a:cubicBezTo>
                    <a:pt x="6975" y="7704"/>
                    <a:pt x="6745" y="7591"/>
                    <a:pt x="6512" y="7480"/>
                  </a:cubicBezTo>
                  <a:cubicBezTo>
                    <a:pt x="6644" y="7094"/>
                    <a:pt x="6797" y="6709"/>
                    <a:pt x="6959" y="6331"/>
                  </a:cubicBezTo>
                  <a:close/>
                  <a:moveTo>
                    <a:pt x="6374" y="7920"/>
                  </a:moveTo>
                  <a:cubicBezTo>
                    <a:pt x="6589" y="8058"/>
                    <a:pt x="6807" y="8193"/>
                    <a:pt x="7030" y="8326"/>
                  </a:cubicBezTo>
                  <a:cubicBezTo>
                    <a:pt x="7273" y="8471"/>
                    <a:pt x="7547" y="8677"/>
                    <a:pt x="7834" y="8789"/>
                  </a:cubicBezTo>
                  <a:cubicBezTo>
                    <a:pt x="7832" y="8803"/>
                    <a:pt x="7827" y="8820"/>
                    <a:pt x="7824" y="8834"/>
                  </a:cubicBezTo>
                  <a:cubicBezTo>
                    <a:pt x="7294" y="8707"/>
                    <a:pt x="6764" y="8581"/>
                    <a:pt x="6231" y="8466"/>
                  </a:cubicBezTo>
                  <a:cubicBezTo>
                    <a:pt x="6281" y="8261"/>
                    <a:pt x="6332" y="8060"/>
                    <a:pt x="6343" y="8015"/>
                  </a:cubicBezTo>
                  <a:lnTo>
                    <a:pt x="6343" y="8014"/>
                  </a:lnTo>
                  <a:cubicBezTo>
                    <a:pt x="6351" y="7983"/>
                    <a:pt x="6364" y="7951"/>
                    <a:pt x="6374" y="7920"/>
                  </a:cubicBezTo>
                  <a:close/>
                  <a:moveTo>
                    <a:pt x="10924" y="1381"/>
                  </a:moveTo>
                  <a:cubicBezTo>
                    <a:pt x="11095" y="1381"/>
                    <a:pt x="11272" y="1408"/>
                    <a:pt x="11453" y="1466"/>
                  </a:cubicBezTo>
                  <a:cubicBezTo>
                    <a:pt x="13158" y="2012"/>
                    <a:pt x="14221" y="3801"/>
                    <a:pt x="14542" y="5471"/>
                  </a:cubicBezTo>
                  <a:cubicBezTo>
                    <a:pt x="14768" y="6659"/>
                    <a:pt x="14666" y="7894"/>
                    <a:pt x="14442" y="9073"/>
                  </a:cubicBezTo>
                  <a:lnTo>
                    <a:pt x="14443" y="9073"/>
                  </a:lnTo>
                  <a:cubicBezTo>
                    <a:pt x="14437" y="9104"/>
                    <a:pt x="14429" y="9133"/>
                    <a:pt x="14423" y="9164"/>
                  </a:cubicBezTo>
                  <a:cubicBezTo>
                    <a:pt x="14131" y="9005"/>
                    <a:pt x="13753" y="8992"/>
                    <a:pt x="13430" y="8966"/>
                  </a:cubicBezTo>
                  <a:cubicBezTo>
                    <a:pt x="13338" y="8957"/>
                    <a:pt x="13245" y="8948"/>
                    <a:pt x="13152" y="8945"/>
                  </a:cubicBezTo>
                  <a:cubicBezTo>
                    <a:pt x="13272" y="7967"/>
                    <a:pt x="13219" y="6946"/>
                    <a:pt x="13133" y="6030"/>
                  </a:cubicBezTo>
                  <a:cubicBezTo>
                    <a:pt x="13055" y="5190"/>
                    <a:pt x="12912" y="3999"/>
                    <a:pt x="11950" y="3719"/>
                  </a:cubicBezTo>
                  <a:cubicBezTo>
                    <a:pt x="11827" y="3684"/>
                    <a:pt x="11708" y="3667"/>
                    <a:pt x="11593" y="3667"/>
                  </a:cubicBezTo>
                  <a:cubicBezTo>
                    <a:pt x="10748" y="3667"/>
                    <a:pt x="10101" y="4550"/>
                    <a:pt x="9635" y="5172"/>
                  </a:cubicBezTo>
                  <a:cubicBezTo>
                    <a:pt x="9273" y="5655"/>
                    <a:pt x="8897" y="6213"/>
                    <a:pt x="8577" y="6805"/>
                  </a:cubicBezTo>
                  <a:cubicBezTo>
                    <a:pt x="8567" y="6792"/>
                    <a:pt x="8554" y="6782"/>
                    <a:pt x="8541" y="6773"/>
                  </a:cubicBezTo>
                  <a:cubicBezTo>
                    <a:pt x="8223" y="6565"/>
                    <a:pt x="7845" y="6448"/>
                    <a:pt x="7515" y="6252"/>
                  </a:cubicBezTo>
                  <a:cubicBezTo>
                    <a:pt x="7376" y="6169"/>
                    <a:pt x="7244" y="6076"/>
                    <a:pt x="7111" y="5984"/>
                  </a:cubicBezTo>
                  <a:cubicBezTo>
                    <a:pt x="7197" y="5796"/>
                    <a:pt x="7282" y="5610"/>
                    <a:pt x="7369" y="5430"/>
                  </a:cubicBezTo>
                  <a:cubicBezTo>
                    <a:pt x="8000" y="4106"/>
                    <a:pt x="9202" y="1381"/>
                    <a:pt x="10924" y="1381"/>
                  </a:cubicBezTo>
                  <a:close/>
                  <a:moveTo>
                    <a:pt x="11510" y="4834"/>
                  </a:moveTo>
                  <a:cubicBezTo>
                    <a:pt x="11528" y="4834"/>
                    <a:pt x="11546" y="4834"/>
                    <a:pt x="11564" y="4836"/>
                  </a:cubicBezTo>
                  <a:cubicBezTo>
                    <a:pt x="12313" y="4891"/>
                    <a:pt x="12210" y="5609"/>
                    <a:pt x="12276" y="6273"/>
                  </a:cubicBezTo>
                  <a:cubicBezTo>
                    <a:pt x="12324" y="6759"/>
                    <a:pt x="12343" y="7247"/>
                    <a:pt x="12345" y="7734"/>
                  </a:cubicBezTo>
                  <a:cubicBezTo>
                    <a:pt x="12350" y="8494"/>
                    <a:pt x="12271" y="9266"/>
                    <a:pt x="12281" y="10029"/>
                  </a:cubicBezTo>
                  <a:cubicBezTo>
                    <a:pt x="11099" y="9681"/>
                    <a:pt x="9912" y="9357"/>
                    <a:pt x="8719" y="9056"/>
                  </a:cubicBezTo>
                  <a:cubicBezTo>
                    <a:pt x="9002" y="8422"/>
                    <a:pt x="9195" y="7749"/>
                    <a:pt x="9521" y="7128"/>
                  </a:cubicBezTo>
                  <a:cubicBezTo>
                    <a:pt x="9905" y="6393"/>
                    <a:pt x="10632" y="4834"/>
                    <a:pt x="11510" y="4834"/>
                  </a:cubicBezTo>
                  <a:close/>
                  <a:moveTo>
                    <a:pt x="13049" y="9571"/>
                  </a:moveTo>
                  <a:cubicBezTo>
                    <a:pt x="13152" y="9579"/>
                    <a:pt x="13257" y="9584"/>
                    <a:pt x="13362" y="9597"/>
                  </a:cubicBezTo>
                  <a:cubicBezTo>
                    <a:pt x="13658" y="9632"/>
                    <a:pt x="13964" y="9744"/>
                    <a:pt x="14262" y="9744"/>
                  </a:cubicBezTo>
                  <a:cubicBezTo>
                    <a:pt x="14270" y="9744"/>
                    <a:pt x="14278" y="9744"/>
                    <a:pt x="14286" y="9744"/>
                  </a:cubicBezTo>
                  <a:lnTo>
                    <a:pt x="14286" y="9744"/>
                  </a:lnTo>
                  <a:cubicBezTo>
                    <a:pt x="14214" y="10030"/>
                    <a:pt x="14148" y="10305"/>
                    <a:pt x="14130" y="10588"/>
                  </a:cubicBezTo>
                  <a:cubicBezTo>
                    <a:pt x="13714" y="10459"/>
                    <a:pt x="13297" y="10336"/>
                    <a:pt x="12880" y="10211"/>
                  </a:cubicBezTo>
                  <a:cubicBezTo>
                    <a:pt x="12949" y="10000"/>
                    <a:pt x="13005" y="9787"/>
                    <a:pt x="13049" y="9571"/>
                  </a:cubicBezTo>
                  <a:close/>
                  <a:moveTo>
                    <a:pt x="4124" y="9464"/>
                  </a:moveTo>
                  <a:cubicBezTo>
                    <a:pt x="8147" y="10534"/>
                    <a:pt x="12166" y="11573"/>
                    <a:pt x="16127" y="12855"/>
                  </a:cubicBezTo>
                  <a:cubicBezTo>
                    <a:pt x="15352" y="16908"/>
                    <a:pt x="14605" y="20966"/>
                    <a:pt x="13836" y="25021"/>
                  </a:cubicBezTo>
                  <a:cubicBezTo>
                    <a:pt x="11974" y="24266"/>
                    <a:pt x="10075" y="23606"/>
                    <a:pt x="8135" y="23078"/>
                  </a:cubicBezTo>
                  <a:cubicBezTo>
                    <a:pt x="7122" y="22803"/>
                    <a:pt x="6103" y="22559"/>
                    <a:pt x="5075" y="22348"/>
                  </a:cubicBezTo>
                  <a:cubicBezTo>
                    <a:pt x="4562" y="22242"/>
                    <a:pt x="4047" y="22145"/>
                    <a:pt x="3530" y="22056"/>
                  </a:cubicBezTo>
                  <a:cubicBezTo>
                    <a:pt x="3131" y="21987"/>
                    <a:pt x="2146" y="22018"/>
                    <a:pt x="1827" y="21787"/>
                  </a:cubicBezTo>
                  <a:cubicBezTo>
                    <a:pt x="1360" y="21449"/>
                    <a:pt x="2095" y="18934"/>
                    <a:pt x="2213" y="18335"/>
                  </a:cubicBezTo>
                  <a:cubicBezTo>
                    <a:pt x="2423" y="17265"/>
                    <a:pt x="2644" y="16196"/>
                    <a:pt x="2873" y="15129"/>
                  </a:cubicBezTo>
                  <a:cubicBezTo>
                    <a:pt x="3265" y="13302"/>
                    <a:pt x="3922" y="11355"/>
                    <a:pt x="4124" y="9464"/>
                  </a:cubicBezTo>
                  <a:close/>
                  <a:moveTo>
                    <a:pt x="10861" y="1"/>
                  </a:moveTo>
                  <a:cubicBezTo>
                    <a:pt x="9551" y="1"/>
                    <a:pt x="8559" y="898"/>
                    <a:pt x="7699" y="2155"/>
                  </a:cubicBezTo>
                  <a:cubicBezTo>
                    <a:pt x="6598" y="3766"/>
                    <a:pt x="5152" y="6156"/>
                    <a:pt x="5078" y="8227"/>
                  </a:cubicBezTo>
                  <a:cubicBezTo>
                    <a:pt x="4766" y="8165"/>
                    <a:pt x="4457" y="8099"/>
                    <a:pt x="4145" y="8042"/>
                  </a:cubicBezTo>
                  <a:cubicBezTo>
                    <a:pt x="4094" y="8033"/>
                    <a:pt x="4045" y="8028"/>
                    <a:pt x="3998" y="8028"/>
                  </a:cubicBezTo>
                  <a:cubicBezTo>
                    <a:pt x="3848" y="8028"/>
                    <a:pt x="3716" y="8074"/>
                    <a:pt x="3608" y="8147"/>
                  </a:cubicBezTo>
                  <a:cubicBezTo>
                    <a:pt x="3490" y="8170"/>
                    <a:pt x="3391" y="8247"/>
                    <a:pt x="3337" y="8353"/>
                  </a:cubicBezTo>
                  <a:cubicBezTo>
                    <a:pt x="2199" y="10572"/>
                    <a:pt x="1869" y="13406"/>
                    <a:pt x="1350" y="15839"/>
                  </a:cubicBezTo>
                  <a:cubicBezTo>
                    <a:pt x="1047" y="17261"/>
                    <a:pt x="760" y="18687"/>
                    <a:pt x="491" y="20116"/>
                  </a:cubicBezTo>
                  <a:cubicBezTo>
                    <a:pt x="359" y="20818"/>
                    <a:pt x="0" y="21796"/>
                    <a:pt x="415" y="22470"/>
                  </a:cubicBezTo>
                  <a:cubicBezTo>
                    <a:pt x="784" y="23070"/>
                    <a:pt x="1508" y="23116"/>
                    <a:pt x="2129" y="23216"/>
                  </a:cubicBezTo>
                  <a:cubicBezTo>
                    <a:pt x="3510" y="23438"/>
                    <a:pt x="4881" y="23703"/>
                    <a:pt x="6240" y="24033"/>
                  </a:cubicBezTo>
                  <a:cubicBezTo>
                    <a:pt x="8898" y="24682"/>
                    <a:pt x="11499" y="25547"/>
                    <a:pt x="14015" y="26621"/>
                  </a:cubicBezTo>
                  <a:cubicBezTo>
                    <a:pt x="14129" y="26670"/>
                    <a:pt x="14259" y="26696"/>
                    <a:pt x="14388" y="26696"/>
                  </a:cubicBezTo>
                  <a:cubicBezTo>
                    <a:pt x="14695" y="26696"/>
                    <a:pt x="14995" y="26547"/>
                    <a:pt x="15064" y="26194"/>
                  </a:cubicBezTo>
                  <a:cubicBezTo>
                    <a:pt x="15951" y="21638"/>
                    <a:pt x="16873" y="17092"/>
                    <a:pt x="17756" y="12534"/>
                  </a:cubicBezTo>
                  <a:cubicBezTo>
                    <a:pt x="17837" y="12108"/>
                    <a:pt x="17638" y="11724"/>
                    <a:pt x="17216" y="11584"/>
                  </a:cubicBezTo>
                  <a:cubicBezTo>
                    <a:pt x="16602" y="11380"/>
                    <a:pt x="15987" y="11180"/>
                    <a:pt x="15370" y="10982"/>
                  </a:cubicBezTo>
                  <a:cubicBezTo>
                    <a:pt x="15805" y="10220"/>
                    <a:pt x="15870" y="9202"/>
                    <a:pt x="15974" y="8360"/>
                  </a:cubicBezTo>
                  <a:cubicBezTo>
                    <a:pt x="16116" y="7209"/>
                    <a:pt x="16106" y="6036"/>
                    <a:pt x="15847" y="4901"/>
                  </a:cubicBezTo>
                  <a:cubicBezTo>
                    <a:pt x="15407" y="2968"/>
                    <a:pt x="14140" y="1106"/>
                    <a:pt x="12273" y="315"/>
                  </a:cubicBezTo>
                  <a:cubicBezTo>
                    <a:pt x="11763" y="99"/>
                    <a:pt x="11295" y="1"/>
                    <a:pt x="10861" y="1"/>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03"/>
            <p:cNvSpPr/>
            <p:nvPr/>
          </p:nvSpPr>
          <p:spPr>
            <a:xfrm>
              <a:off x="5962500" y="1814125"/>
              <a:ext cx="141525" cy="220925"/>
            </a:xfrm>
            <a:custGeom>
              <a:avLst/>
              <a:gdLst/>
              <a:ahLst/>
              <a:cxnLst/>
              <a:rect l="l" t="t" r="r" b="b"/>
              <a:pathLst>
                <a:path w="5661" h="8837" extrusionOk="0">
                  <a:moveTo>
                    <a:pt x="3299" y="0"/>
                  </a:moveTo>
                  <a:cubicBezTo>
                    <a:pt x="2478" y="0"/>
                    <a:pt x="1655" y="432"/>
                    <a:pt x="1273" y="1180"/>
                  </a:cubicBezTo>
                  <a:cubicBezTo>
                    <a:pt x="787" y="2132"/>
                    <a:pt x="964" y="3489"/>
                    <a:pt x="1748" y="4247"/>
                  </a:cubicBezTo>
                  <a:cubicBezTo>
                    <a:pt x="1701" y="4380"/>
                    <a:pt x="1653" y="4515"/>
                    <a:pt x="1608" y="4650"/>
                  </a:cubicBezTo>
                  <a:cubicBezTo>
                    <a:pt x="982" y="5511"/>
                    <a:pt x="471" y="6513"/>
                    <a:pt x="96" y="7452"/>
                  </a:cubicBezTo>
                  <a:cubicBezTo>
                    <a:pt x="1" y="7690"/>
                    <a:pt x="158" y="8008"/>
                    <a:pt x="370" y="8125"/>
                  </a:cubicBezTo>
                  <a:cubicBezTo>
                    <a:pt x="833" y="8384"/>
                    <a:pt x="1691" y="8836"/>
                    <a:pt x="2393" y="8836"/>
                  </a:cubicBezTo>
                  <a:cubicBezTo>
                    <a:pt x="2778" y="8836"/>
                    <a:pt x="3116" y="8701"/>
                    <a:pt x="3318" y="8323"/>
                  </a:cubicBezTo>
                  <a:cubicBezTo>
                    <a:pt x="3580" y="7833"/>
                    <a:pt x="3398" y="7129"/>
                    <a:pt x="3350" y="6610"/>
                  </a:cubicBezTo>
                  <a:cubicBezTo>
                    <a:pt x="3293" y="6005"/>
                    <a:pt x="3228" y="5401"/>
                    <a:pt x="3164" y="4797"/>
                  </a:cubicBezTo>
                  <a:cubicBezTo>
                    <a:pt x="3768" y="4744"/>
                    <a:pt x="4267" y="4322"/>
                    <a:pt x="4591" y="3759"/>
                  </a:cubicBezTo>
                  <a:cubicBezTo>
                    <a:pt x="5660" y="2813"/>
                    <a:pt x="5627" y="609"/>
                    <a:pt x="3955" y="97"/>
                  </a:cubicBezTo>
                  <a:cubicBezTo>
                    <a:pt x="3742" y="32"/>
                    <a:pt x="3521" y="0"/>
                    <a:pt x="3299" y="0"/>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27" name="Google Shape;1327;p103"/>
          <p:cNvPicPr preferRelativeResize="0"/>
          <p:nvPr/>
        </p:nvPicPr>
        <p:blipFill>
          <a:blip r:embed="rId3">
            <a:alphaModFix/>
          </a:blip>
          <a:stretch>
            <a:fillRect/>
          </a:stretch>
        </p:blipFill>
        <p:spPr>
          <a:xfrm rot="-668993">
            <a:off x="1067250" y="1541426"/>
            <a:ext cx="2363900" cy="2763800"/>
          </a:xfrm>
          <a:prstGeom prst="rect">
            <a:avLst/>
          </a:prstGeom>
          <a:noFill/>
          <a:ln>
            <a:noFill/>
          </a:ln>
        </p:spPr>
      </p:pic>
      <p:pic>
        <p:nvPicPr>
          <p:cNvPr id="1328" name="Google Shape;1328;p103"/>
          <p:cNvPicPr preferRelativeResize="0"/>
          <p:nvPr/>
        </p:nvPicPr>
        <p:blipFill rotWithShape="1">
          <a:blip r:embed="rId4">
            <a:alphaModFix amt="71000"/>
          </a:blip>
          <a:srcRect l="101333" r="59578"/>
          <a:stretch/>
        </p:blipFill>
        <p:spPr>
          <a:xfrm rot="5400036" flipH="1">
            <a:off x="6178300" y="2126091"/>
            <a:ext cx="1119076" cy="758214"/>
          </a:xfrm>
          <a:prstGeom prst="rect">
            <a:avLst/>
          </a:prstGeom>
          <a:noFill/>
          <a:ln>
            <a:noFill/>
          </a:ln>
        </p:spPr>
      </p:pic>
      <p:sp>
        <p:nvSpPr>
          <p:cNvPr id="1329" name="Google Shape;1329;p103"/>
          <p:cNvSpPr txBox="1">
            <a:spLocks noGrp="1"/>
          </p:cNvSpPr>
          <p:nvPr>
            <p:ph type="subTitle" idx="4294967295"/>
          </p:nvPr>
        </p:nvSpPr>
        <p:spPr>
          <a:xfrm>
            <a:off x="5486700" y="3228963"/>
            <a:ext cx="2502300" cy="942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600">
                <a:solidFill>
                  <a:schemeClr val="dk2"/>
                </a:solidFill>
              </a:rPr>
              <a:t>Despite being red, Mars is actually a cold place</a:t>
            </a:r>
            <a:endParaRPr sz="1600">
              <a:solidFill>
                <a:schemeClr val="dk2"/>
              </a:solidFill>
            </a:endParaRPr>
          </a:p>
        </p:txBody>
      </p:sp>
      <p:sp>
        <p:nvSpPr>
          <p:cNvPr id="1330" name="Google Shape;1330;p103"/>
          <p:cNvSpPr txBox="1">
            <a:spLocks noGrp="1"/>
          </p:cNvSpPr>
          <p:nvPr>
            <p:ph type="subTitle" idx="4294967295"/>
          </p:nvPr>
        </p:nvSpPr>
        <p:spPr>
          <a:xfrm rot="-668771">
            <a:off x="1315623" y="2592307"/>
            <a:ext cx="2017455" cy="138574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a:solidFill>
                  <a:schemeClr val="dk2"/>
                </a:solidFill>
              </a:rPr>
              <a:t>Venus has a beautiful name and is the second planet from the Sun</a:t>
            </a:r>
            <a:endParaRPr sz="16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28"/>
                                        </p:tgtEl>
                                        <p:attrNameLst>
                                          <p:attrName>style.visibility</p:attrName>
                                        </p:attrNameLst>
                                      </p:cBhvr>
                                      <p:to>
                                        <p:strVal val="visible"/>
                                      </p:to>
                                    </p:set>
                                    <p:animEffect transition="in" filter="fade">
                                      <p:cBhvr>
                                        <p:cTn id="7" dur="1000"/>
                                        <p:tgtEl>
                                          <p:spTgt spid="1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2"/>
        <p:cNvGrpSpPr/>
        <p:nvPr/>
      </p:nvGrpSpPr>
      <p:grpSpPr>
        <a:xfrm>
          <a:off x="0" y="0"/>
          <a:ext cx="0" cy="0"/>
          <a:chOff x="0" y="0"/>
          <a:chExt cx="0" cy="0"/>
        </a:xfrm>
      </p:grpSpPr>
      <p:grpSp>
        <p:nvGrpSpPr>
          <p:cNvPr id="1433" name="Google Shape;1433;p107"/>
          <p:cNvGrpSpPr/>
          <p:nvPr/>
        </p:nvGrpSpPr>
        <p:grpSpPr>
          <a:xfrm rot="1299773">
            <a:off x="5938417" y="2669697"/>
            <a:ext cx="421380" cy="627379"/>
            <a:chOff x="1611400" y="4264325"/>
            <a:chExt cx="204725" cy="304875"/>
          </a:xfrm>
        </p:grpSpPr>
        <p:sp>
          <p:nvSpPr>
            <p:cNvPr id="1434" name="Google Shape;1434;p107"/>
            <p:cNvSpPr/>
            <p:nvPr/>
          </p:nvSpPr>
          <p:spPr>
            <a:xfrm>
              <a:off x="1611400" y="4264325"/>
              <a:ext cx="204725" cy="224825"/>
            </a:xfrm>
            <a:custGeom>
              <a:avLst/>
              <a:gdLst/>
              <a:ahLst/>
              <a:cxnLst/>
              <a:rect l="l" t="t" r="r" b="b"/>
              <a:pathLst>
                <a:path w="8189" h="8993" extrusionOk="0">
                  <a:moveTo>
                    <a:pt x="3561" y="0"/>
                  </a:moveTo>
                  <a:cubicBezTo>
                    <a:pt x="1727" y="0"/>
                    <a:pt x="0" y="1490"/>
                    <a:pt x="935" y="3575"/>
                  </a:cubicBezTo>
                  <a:cubicBezTo>
                    <a:pt x="1077" y="3892"/>
                    <a:pt x="1311" y="4020"/>
                    <a:pt x="1557" y="4020"/>
                  </a:cubicBezTo>
                  <a:cubicBezTo>
                    <a:pt x="2000" y="4020"/>
                    <a:pt x="2483" y="3607"/>
                    <a:pt x="2546" y="3138"/>
                  </a:cubicBezTo>
                  <a:cubicBezTo>
                    <a:pt x="2652" y="2350"/>
                    <a:pt x="3006" y="2037"/>
                    <a:pt x="3405" y="2037"/>
                  </a:cubicBezTo>
                  <a:cubicBezTo>
                    <a:pt x="4054" y="2037"/>
                    <a:pt x="4819" y="2864"/>
                    <a:pt x="4821" y="3825"/>
                  </a:cubicBezTo>
                  <a:cubicBezTo>
                    <a:pt x="4825" y="5165"/>
                    <a:pt x="3942" y="6358"/>
                    <a:pt x="3228" y="7421"/>
                  </a:cubicBezTo>
                  <a:cubicBezTo>
                    <a:pt x="2689" y="8221"/>
                    <a:pt x="3437" y="8993"/>
                    <a:pt x="4195" y="8993"/>
                  </a:cubicBezTo>
                  <a:cubicBezTo>
                    <a:pt x="4522" y="8993"/>
                    <a:pt x="4850" y="8849"/>
                    <a:pt x="5078" y="8503"/>
                  </a:cubicBezTo>
                  <a:cubicBezTo>
                    <a:pt x="6537" y="6287"/>
                    <a:pt x="8188" y="2626"/>
                    <a:pt x="5438" y="602"/>
                  </a:cubicBezTo>
                  <a:cubicBezTo>
                    <a:pt x="4875" y="188"/>
                    <a:pt x="4211" y="0"/>
                    <a:pt x="35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107"/>
            <p:cNvSpPr/>
            <p:nvPr/>
          </p:nvSpPr>
          <p:spPr>
            <a:xfrm>
              <a:off x="1688575" y="4506825"/>
              <a:ext cx="60375" cy="62375"/>
            </a:xfrm>
            <a:custGeom>
              <a:avLst/>
              <a:gdLst/>
              <a:ahLst/>
              <a:cxnLst/>
              <a:rect l="l" t="t" r="r" b="b"/>
              <a:pathLst>
                <a:path w="2415" h="2495" extrusionOk="0">
                  <a:moveTo>
                    <a:pt x="1242" y="0"/>
                  </a:moveTo>
                  <a:cubicBezTo>
                    <a:pt x="1230" y="0"/>
                    <a:pt x="1219" y="1"/>
                    <a:pt x="1207" y="1"/>
                  </a:cubicBezTo>
                  <a:cubicBezTo>
                    <a:pt x="1005" y="10"/>
                    <a:pt x="807" y="63"/>
                    <a:pt x="629" y="158"/>
                  </a:cubicBezTo>
                  <a:cubicBezTo>
                    <a:pt x="403" y="277"/>
                    <a:pt x="150" y="585"/>
                    <a:pt x="103" y="841"/>
                  </a:cubicBezTo>
                  <a:cubicBezTo>
                    <a:pt x="93" y="897"/>
                    <a:pt x="83" y="952"/>
                    <a:pt x="73" y="1007"/>
                  </a:cubicBezTo>
                  <a:cubicBezTo>
                    <a:pt x="0" y="1417"/>
                    <a:pt x="50" y="1851"/>
                    <a:pt x="375" y="2151"/>
                  </a:cubicBezTo>
                  <a:cubicBezTo>
                    <a:pt x="605" y="2361"/>
                    <a:pt x="887" y="2495"/>
                    <a:pt x="1207" y="2495"/>
                  </a:cubicBezTo>
                  <a:cubicBezTo>
                    <a:pt x="1517" y="2490"/>
                    <a:pt x="1814" y="2367"/>
                    <a:pt x="2037" y="2151"/>
                  </a:cubicBezTo>
                  <a:cubicBezTo>
                    <a:pt x="2354" y="1833"/>
                    <a:pt x="2415" y="1430"/>
                    <a:pt x="2339" y="1007"/>
                  </a:cubicBezTo>
                  <a:cubicBezTo>
                    <a:pt x="2329" y="952"/>
                    <a:pt x="2319" y="897"/>
                    <a:pt x="2309" y="841"/>
                  </a:cubicBezTo>
                  <a:cubicBezTo>
                    <a:pt x="2267" y="605"/>
                    <a:pt x="2080" y="387"/>
                    <a:pt x="1900" y="247"/>
                  </a:cubicBezTo>
                  <a:cubicBezTo>
                    <a:pt x="1716" y="105"/>
                    <a:pt x="1480" y="0"/>
                    <a:pt x="12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6" name="Google Shape;1436;p107"/>
          <p:cNvSpPr txBox="1">
            <a:spLocks noGrp="1"/>
          </p:cNvSpPr>
          <p:nvPr>
            <p:ph type="title"/>
          </p:nvPr>
        </p:nvSpPr>
        <p:spPr>
          <a:xfrm>
            <a:off x="1761575" y="711175"/>
            <a:ext cx="56208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Assignment</a:t>
            </a:r>
            <a:endParaRPr/>
          </a:p>
        </p:txBody>
      </p:sp>
      <p:pic>
        <p:nvPicPr>
          <p:cNvPr id="1437" name="Google Shape;1437;p107"/>
          <p:cNvPicPr preferRelativeResize="0"/>
          <p:nvPr/>
        </p:nvPicPr>
        <p:blipFill>
          <a:blip r:embed="rId3">
            <a:alphaModFix/>
          </a:blip>
          <a:stretch>
            <a:fillRect/>
          </a:stretch>
        </p:blipFill>
        <p:spPr>
          <a:xfrm rot="-668990">
            <a:off x="3208127" y="1360455"/>
            <a:ext cx="2558896" cy="2763791"/>
          </a:xfrm>
          <a:prstGeom prst="rect">
            <a:avLst/>
          </a:prstGeom>
          <a:noFill/>
          <a:ln>
            <a:noFill/>
          </a:ln>
        </p:spPr>
      </p:pic>
      <p:sp>
        <p:nvSpPr>
          <p:cNvPr id="1438" name="Google Shape;1438;p107"/>
          <p:cNvSpPr txBox="1">
            <a:spLocks noGrp="1"/>
          </p:cNvSpPr>
          <p:nvPr>
            <p:ph type="subTitle" idx="4294967295"/>
          </p:nvPr>
        </p:nvSpPr>
        <p:spPr>
          <a:xfrm rot="-668771">
            <a:off x="3548352" y="2412859"/>
            <a:ext cx="2017455" cy="138574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a:solidFill>
                  <a:schemeClr val="dk2"/>
                </a:solidFill>
              </a:rPr>
              <a:t>Which planet has a beautiful name and is the second one from the Sun</a:t>
            </a:r>
            <a:endParaRPr sz="1600">
              <a:solidFill>
                <a:schemeClr val="dk2"/>
              </a:solidFill>
            </a:endParaRPr>
          </a:p>
          <a:p>
            <a:pPr marL="0" lvl="0" indent="0" algn="l" rtl="0">
              <a:spcBef>
                <a:spcPts val="0"/>
              </a:spcBef>
              <a:spcAft>
                <a:spcPts val="1600"/>
              </a:spcAft>
              <a:buNone/>
            </a:pPr>
            <a:endParaRPr sz="16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33"/>
                                        </p:tgtEl>
                                        <p:attrNameLst>
                                          <p:attrName>style.visibility</p:attrName>
                                        </p:attrNameLst>
                                      </p:cBhvr>
                                      <p:to>
                                        <p:strVal val="visible"/>
                                      </p:to>
                                    </p:set>
                                    <p:animEffect transition="in" filter="fade">
                                      <p:cBhvr>
                                        <p:cTn id="7" dur="1000"/>
                                        <p:tgtEl>
                                          <p:spTgt spid="1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55"/>
        <p:cNvGrpSpPr/>
        <p:nvPr/>
      </p:nvGrpSpPr>
      <p:grpSpPr>
        <a:xfrm>
          <a:off x="0" y="0"/>
          <a:ext cx="0" cy="0"/>
          <a:chOff x="0" y="0"/>
          <a:chExt cx="0" cy="0"/>
        </a:xfrm>
      </p:grpSpPr>
      <p:sp>
        <p:nvSpPr>
          <p:cNvPr id="1456" name="Google Shape;1456;p109"/>
          <p:cNvSpPr txBox="1">
            <a:spLocks noGrp="1"/>
          </p:cNvSpPr>
          <p:nvPr>
            <p:ph type="title"/>
          </p:nvPr>
        </p:nvSpPr>
        <p:spPr>
          <a:xfrm>
            <a:off x="1041650" y="1003422"/>
            <a:ext cx="2802600" cy="722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Thanks!</a:t>
            </a:r>
            <a:endParaRPr/>
          </a:p>
        </p:txBody>
      </p:sp>
      <p:sp>
        <p:nvSpPr>
          <p:cNvPr id="1457" name="Google Shape;1457;p109"/>
          <p:cNvSpPr txBox="1">
            <a:spLocks noGrp="1"/>
          </p:cNvSpPr>
          <p:nvPr>
            <p:ph type="subTitle" idx="1"/>
          </p:nvPr>
        </p:nvSpPr>
        <p:spPr>
          <a:xfrm>
            <a:off x="1058450" y="1757352"/>
            <a:ext cx="2769000" cy="137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have any questions? youremail@freepik.com           +91 620 421 838    yourcompany.com</a:t>
            </a:r>
            <a:endParaRPr/>
          </a:p>
          <a:p>
            <a:pPr marL="0" lvl="0" indent="0" algn="l" rtl="0">
              <a:spcBef>
                <a:spcPts val="0"/>
              </a:spcBef>
              <a:spcAft>
                <a:spcPts val="0"/>
              </a:spcAft>
              <a:buNone/>
            </a:pPr>
            <a:endParaRPr/>
          </a:p>
        </p:txBody>
      </p:sp>
      <p:pic>
        <p:nvPicPr>
          <p:cNvPr id="1458" name="Google Shape;1458;p109"/>
          <p:cNvPicPr preferRelativeResize="0"/>
          <p:nvPr/>
        </p:nvPicPr>
        <p:blipFill rotWithShape="1">
          <a:blip r:embed="rId3">
            <a:alphaModFix/>
          </a:blip>
          <a:srcRect t="16970" r="8892" b="21025"/>
          <a:stretch/>
        </p:blipFill>
        <p:spPr>
          <a:xfrm rot="-5400000">
            <a:off x="5989875" y="490898"/>
            <a:ext cx="2036850" cy="810276"/>
          </a:xfrm>
          <a:prstGeom prst="rect">
            <a:avLst/>
          </a:prstGeom>
          <a:noFill/>
          <a:ln>
            <a:noFill/>
          </a:ln>
        </p:spPr>
      </p:pic>
      <p:pic>
        <p:nvPicPr>
          <p:cNvPr id="1459" name="Google Shape;1459;p109"/>
          <p:cNvPicPr preferRelativeResize="0"/>
          <p:nvPr/>
        </p:nvPicPr>
        <p:blipFill rotWithShape="1">
          <a:blip r:embed="rId3">
            <a:alphaModFix/>
          </a:blip>
          <a:srcRect t="16970" r="8892" b="21025"/>
          <a:stretch/>
        </p:blipFill>
        <p:spPr>
          <a:xfrm rot="-5400000">
            <a:off x="6542325" y="490898"/>
            <a:ext cx="2036850" cy="810276"/>
          </a:xfrm>
          <a:prstGeom prst="rect">
            <a:avLst/>
          </a:prstGeom>
          <a:noFill/>
          <a:ln>
            <a:noFill/>
          </a:ln>
        </p:spPr>
      </p:pic>
      <p:pic>
        <p:nvPicPr>
          <p:cNvPr id="1460" name="Google Shape;1460;p109"/>
          <p:cNvPicPr preferRelativeResize="0"/>
          <p:nvPr/>
        </p:nvPicPr>
        <p:blipFill rotWithShape="1">
          <a:blip r:embed="rId3">
            <a:alphaModFix/>
          </a:blip>
          <a:srcRect t="16970" r="8892" b="21025"/>
          <a:stretch/>
        </p:blipFill>
        <p:spPr>
          <a:xfrm rot="-5400000">
            <a:off x="7085250" y="490898"/>
            <a:ext cx="2036850" cy="810276"/>
          </a:xfrm>
          <a:prstGeom prst="rect">
            <a:avLst/>
          </a:prstGeom>
          <a:noFill/>
          <a:ln>
            <a:noFill/>
          </a:ln>
        </p:spPr>
      </p:pic>
      <p:grpSp>
        <p:nvGrpSpPr>
          <p:cNvPr id="1461" name="Google Shape;1461;p109"/>
          <p:cNvGrpSpPr/>
          <p:nvPr/>
        </p:nvGrpSpPr>
        <p:grpSpPr>
          <a:xfrm>
            <a:off x="7400159" y="291277"/>
            <a:ext cx="282068" cy="274480"/>
            <a:chOff x="7400159" y="291277"/>
            <a:chExt cx="282068" cy="274480"/>
          </a:xfrm>
        </p:grpSpPr>
        <p:sp>
          <p:nvSpPr>
            <p:cNvPr id="1462" name="Google Shape;1462;p109"/>
            <p:cNvSpPr/>
            <p:nvPr/>
          </p:nvSpPr>
          <p:spPr>
            <a:xfrm>
              <a:off x="7613904" y="322889"/>
              <a:ext cx="37563" cy="33951"/>
            </a:xfrm>
            <a:custGeom>
              <a:avLst/>
              <a:gdLst/>
              <a:ahLst/>
              <a:cxnLst/>
              <a:rect l="l" t="t" r="r" b="b"/>
              <a:pathLst>
                <a:path w="10118" h="9145" extrusionOk="0">
                  <a:moveTo>
                    <a:pt x="4732" y="2689"/>
                  </a:moveTo>
                  <a:cubicBezTo>
                    <a:pt x="5672" y="2689"/>
                    <a:pt x="6415" y="3023"/>
                    <a:pt x="6839" y="3655"/>
                  </a:cubicBezTo>
                  <a:cubicBezTo>
                    <a:pt x="7264" y="4290"/>
                    <a:pt x="7264" y="5087"/>
                    <a:pt x="6844" y="5689"/>
                  </a:cubicBezTo>
                  <a:cubicBezTo>
                    <a:pt x="6470" y="6224"/>
                    <a:pt x="5776" y="6456"/>
                    <a:pt x="5101" y="6456"/>
                  </a:cubicBezTo>
                  <a:cubicBezTo>
                    <a:pt x="4845" y="6456"/>
                    <a:pt x="4592" y="6422"/>
                    <a:pt x="4360" y="6360"/>
                  </a:cubicBezTo>
                  <a:cubicBezTo>
                    <a:pt x="3875" y="6230"/>
                    <a:pt x="3050" y="5864"/>
                    <a:pt x="2967" y="4881"/>
                  </a:cubicBezTo>
                  <a:cubicBezTo>
                    <a:pt x="2822" y="3159"/>
                    <a:pt x="3572" y="2847"/>
                    <a:pt x="3691" y="2811"/>
                  </a:cubicBezTo>
                  <a:cubicBezTo>
                    <a:pt x="4033" y="2733"/>
                    <a:pt x="4381" y="2692"/>
                    <a:pt x="4732" y="2689"/>
                  </a:cubicBezTo>
                  <a:close/>
                  <a:moveTo>
                    <a:pt x="4732" y="0"/>
                  </a:moveTo>
                  <a:cubicBezTo>
                    <a:pt x="4218" y="0"/>
                    <a:pt x="3682" y="59"/>
                    <a:pt x="3132" y="180"/>
                  </a:cubicBezTo>
                  <a:cubicBezTo>
                    <a:pt x="2023" y="407"/>
                    <a:pt x="1" y="1730"/>
                    <a:pt x="286" y="5108"/>
                  </a:cubicBezTo>
                  <a:cubicBezTo>
                    <a:pt x="445" y="6966"/>
                    <a:pt x="1737" y="8441"/>
                    <a:pt x="3662" y="8956"/>
                  </a:cubicBezTo>
                  <a:cubicBezTo>
                    <a:pt x="4126" y="9082"/>
                    <a:pt x="4604" y="9145"/>
                    <a:pt x="5085" y="9145"/>
                  </a:cubicBezTo>
                  <a:cubicBezTo>
                    <a:pt x="6686" y="9145"/>
                    <a:pt x="8199" y="8443"/>
                    <a:pt x="9050" y="7226"/>
                  </a:cubicBezTo>
                  <a:cubicBezTo>
                    <a:pt x="10107" y="5710"/>
                    <a:pt x="10118" y="3722"/>
                    <a:pt x="9076" y="2163"/>
                  </a:cubicBezTo>
                  <a:cubicBezTo>
                    <a:pt x="8138" y="758"/>
                    <a:pt x="6574" y="0"/>
                    <a:pt x="47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109"/>
            <p:cNvSpPr/>
            <p:nvPr/>
          </p:nvSpPr>
          <p:spPr>
            <a:xfrm>
              <a:off x="7454520" y="344442"/>
              <a:ext cx="180320" cy="168978"/>
            </a:xfrm>
            <a:custGeom>
              <a:avLst/>
              <a:gdLst/>
              <a:ahLst/>
              <a:cxnLst/>
              <a:rect l="l" t="t" r="r" b="b"/>
              <a:pathLst>
                <a:path w="48571" h="45516" extrusionOk="0">
                  <a:moveTo>
                    <a:pt x="23895" y="2651"/>
                  </a:moveTo>
                  <a:cubicBezTo>
                    <a:pt x="25170" y="2651"/>
                    <a:pt x="26002" y="2785"/>
                    <a:pt x="26138" y="2811"/>
                  </a:cubicBezTo>
                  <a:cubicBezTo>
                    <a:pt x="26199" y="2822"/>
                    <a:pt x="26260" y="2829"/>
                    <a:pt x="26322" y="2831"/>
                  </a:cubicBezTo>
                  <a:cubicBezTo>
                    <a:pt x="31983" y="3067"/>
                    <a:pt x="36907" y="6166"/>
                    <a:pt x="41377" y="12305"/>
                  </a:cubicBezTo>
                  <a:cubicBezTo>
                    <a:pt x="44043" y="15967"/>
                    <a:pt x="45712" y="23481"/>
                    <a:pt x="43562" y="30198"/>
                  </a:cubicBezTo>
                  <a:cubicBezTo>
                    <a:pt x="42330" y="34042"/>
                    <a:pt x="39326" y="39138"/>
                    <a:pt x="32011" y="41576"/>
                  </a:cubicBezTo>
                  <a:cubicBezTo>
                    <a:pt x="29553" y="42395"/>
                    <a:pt x="26996" y="42791"/>
                    <a:pt x="24471" y="42791"/>
                  </a:cubicBezTo>
                  <a:cubicBezTo>
                    <a:pt x="18646" y="42791"/>
                    <a:pt x="12991" y="40683"/>
                    <a:pt x="9109" y="36799"/>
                  </a:cubicBezTo>
                  <a:cubicBezTo>
                    <a:pt x="4202" y="31892"/>
                    <a:pt x="2850" y="25142"/>
                    <a:pt x="5302" y="17790"/>
                  </a:cubicBezTo>
                  <a:cubicBezTo>
                    <a:pt x="9804" y="4277"/>
                    <a:pt x="19492" y="2651"/>
                    <a:pt x="23895" y="2651"/>
                  </a:cubicBezTo>
                  <a:close/>
                  <a:moveTo>
                    <a:pt x="24154" y="0"/>
                  </a:moveTo>
                  <a:cubicBezTo>
                    <a:pt x="19138" y="0"/>
                    <a:pt x="7804" y="1774"/>
                    <a:pt x="2751" y="16939"/>
                  </a:cubicBezTo>
                  <a:cubicBezTo>
                    <a:pt x="1" y="25187"/>
                    <a:pt x="1625" y="33120"/>
                    <a:pt x="7205" y="38700"/>
                  </a:cubicBezTo>
                  <a:cubicBezTo>
                    <a:pt x="11640" y="43135"/>
                    <a:pt x="17868" y="45515"/>
                    <a:pt x="24352" y="45515"/>
                  </a:cubicBezTo>
                  <a:cubicBezTo>
                    <a:pt x="27245" y="45511"/>
                    <a:pt x="30119" y="45043"/>
                    <a:pt x="32862" y="44127"/>
                  </a:cubicBezTo>
                  <a:cubicBezTo>
                    <a:pt x="41247" y="41331"/>
                    <a:pt x="44701" y="35456"/>
                    <a:pt x="46124" y="31017"/>
                  </a:cubicBezTo>
                  <a:cubicBezTo>
                    <a:pt x="48571" y="23377"/>
                    <a:pt x="46683" y="15025"/>
                    <a:pt x="43551" y="10724"/>
                  </a:cubicBezTo>
                  <a:cubicBezTo>
                    <a:pt x="38657" y="3998"/>
                    <a:pt x="32923" y="440"/>
                    <a:pt x="26509" y="148"/>
                  </a:cubicBezTo>
                  <a:cubicBezTo>
                    <a:pt x="26217" y="105"/>
                    <a:pt x="25371" y="0"/>
                    <a:pt x="241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109"/>
            <p:cNvSpPr/>
            <p:nvPr/>
          </p:nvSpPr>
          <p:spPr>
            <a:xfrm>
              <a:off x="7400159" y="291277"/>
              <a:ext cx="282068" cy="274480"/>
            </a:xfrm>
            <a:custGeom>
              <a:avLst/>
              <a:gdLst/>
              <a:ahLst/>
              <a:cxnLst/>
              <a:rect l="l" t="t" r="r" b="b"/>
              <a:pathLst>
                <a:path w="75978" h="73934" extrusionOk="0">
                  <a:moveTo>
                    <a:pt x="51311" y="2690"/>
                  </a:moveTo>
                  <a:cubicBezTo>
                    <a:pt x="58159" y="2690"/>
                    <a:pt x="63248" y="2796"/>
                    <a:pt x="64173" y="3076"/>
                  </a:cubicBezTo>
                  <a:lnTo>
                    <a:pt x="64440" y="3172"/>
                  </a:lnTo>
                  <a:cubicBezTo>
                    <a:pt x="67188" y="4144"/>
                    <a:pt x="71341" y="5612"/>
                    <a:pt x="72270" y="15103"/>
                  </a:cubicBezTo>
                  <a:cubicBezTo>
                    <a:pt x="73297" y="25545"/>
                    <a:pt x="72277" y="55362"/>
                    <a:pt x="72266" y="55661"/>
                  </a:cubicBezTo>
                  <a:cubicBezTo>
                    <a:pt x="72266" y="55697"/>
                    <a:pt x="72266" y="55731"/>
                    <a:pt x="72266" y="55767"/>
                  </a:cubicBezTo>
                  <a:lnTo>
                    <a:pt x="72266" y="55767"/>
                  </a:lnTo>
                  <a:cubicBezTo>
                    <a:pt x="72272" y="55893"/>
                    <a:pt x="72716" y="68241"/>
                    <a:pt x="64340" y="70062"/>
                  </a:cubicBezTo>
                  <a:cubicBezTo>
                    <a:pt x="60094" y="70985"/>
                    <a:pt x="49624" y="71238"/>
                    <a:pt x="39431" y="71238"/>
                  </a:cubicBezTo>
                  <a:cubicBezTo>
                    <a:pt x="27873" y="71238"/>
                    <a:pt x="16671" y="70913"/>
                    <a:pt x="15296" y="70872"/>
                  </a:cubicBezTo>
                  <a:cubicBezTo>
                    <a:pt x="14232" y="70601"/>
                    <a:pt x="5741" y="68167"/>
                    <a:pt x="4325" y="59665"/>
                  </a:cubicBezTo>
                  <a:cubicBezTo>
                    <a:pt x="2701" y="49914"/>
                    <a:pt x="5564" y="12942"/>
                    <a:pt x="5592" y="12570"/>
                  </a:cubicBezTo>
                  <a:cubicBezTo>
                    <a:pt x="5594" y="12535"/>
                    <a:pt x="5596" y="12500"/>
                    <a:pt x="5596" y="12464"/>
                  </a:cubicBezTo>
                  <a:cubicBezTo>
                    <a:pt x="5596" y="12093"/>
                    <a:pt x="5733" y="3384"/>
                    <a:pt x="17444" y="3154"/>
                  </a:cubicBezTo>
                  <a:cubicBezTo>
                    <a:pt x="27462" y="2917"/>
                    <a:pt x="41275" y="2690"/>
                    <a:pt x="51311" y="2690"/>
                  </a:cubicBezTo>
                  <a:close/>
                  <a:moveTo>
                    <a:pt x="50310" y="1"/>
                  </a:moveTo>
                  <a:cubicBezTo>
                    <a:pt x="38047" y="1"/>
                    <a:pt x="21993" y="358"/>
                    <a:pt x="17388" y="467"/>
                  </a:cubicBezTo>
                  <a:cubicBezTo>
                    <a:pt x="3702" y="735"/>
                    <a:pt x="2950" y="11351"/>
                    <a:pt x="2909" y="12384"/>
                  </a:cubicBezTo>
                  <a:cubicBezTo>
                    <a:pt x="2764" y="14246"/>
                    <a:pt x="1" y="50083"/>
                    <a:pt x="1672" y="60107"/>
                  </a:cubicBezTo>
                  <a:cubicBezTo>
                    <a:pt x="3472" y="70906"/>
                    <a:pt x="14362" y="73423"/>
                    <a:pt x="14826" y="73524"/>
                  </a:cubicBezTo>
                  <a:cubicBezTo>
                    <a:pt x="14908" y="73542"/>
                    <a:pt x="14990" y="73552"/>
                    <a:pt x="15073" y="73555"/>
                  </a:cubicBezTo>
                  <a:cubicBezTo>
                    <a:pt x="15947" y="73583"/>
                    <a:pt x="27362" y="73934"/>
                    <a:pt x="39277" y="73934"/>
                  </a:cubicBezTo>
                  <a:cubicBezTo>
                    <a:pt x="49654" y="73934"/>
                    <a:pt x="60414" y="73667"/>
                    <a:pt x="64912" y="72691"/>
                  </a:cubicBezTo>
                  <a:cubicBezTo>
                    <a:pt x="75278" y="70436"/>
                    <a:pt x="74997" y="56852"/>
                    <a:pt x="74953" y="55704"/>
                  </a:cubicBezTo>
                  <a:cubicBezTo>
                    <a:pt x="75018" y="53883"/>
                    <a:pt x="75978" y="25344"/>
                    <a:pt x="74949" y="14839"/>
                  </a:cubicBezTo>
                  <a:cubicBezTo>
                    <a:pt x="73849" y="3648"/>
                    <a:pt x="68314" y="1688"/>
                    <a:pt x="65338" y="636"/>
                  </a:cubicBezTo>
                  <a:lnTo>
                    <a:pt x="65081" y="545"/>
                  </a:lnTo>
                  <a:cubicBezTo>
                    <a:pt x="63935" y="135"/>
                    <a:pt x="57837" y="1"/>
                    <a:pt x="50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5" name="Google Shape;1465;p109"/>
          <p:cNvGrpSpPr/>
          <p:nvPr/>
        </p:nvGrpSpPr>
        <p:grpSpPr>
          <a:xfrm>
            <a:off x="7953799" y="283851"/>
            <a:ext cx="299752" cy="289321"/>
            <a:chOff x="4958324" y="-1574249"/>
            <a:chExt cx="299752" cy="289321"/>
          </a:xfrm>
        </p:grpSpPr>
        <p:sp>
          <p:nvSpPr>
            <p:cNvPr id="1466" name="Google Shape;1466;p109"/>
            <p:cNvSpPr/>
            <p:nvPr/>
          </p:nvSpPr>
          <p:spPr>
            <a:xfrm>
              <a:off x="4958324" y="-1485711"/>
              <a:ext cx="78260" cy="196774"/>
            </a:xfrm>
            <a:custGeom>
              <a:avLst/>
              <a:gdLst/>
              <a:ahLst/>
              <a:cxnLst/>
              <a:rect l="l" t="t" r="r" b="b"/>
              <a:pathLst>
                <a:path w="21080" h="53003" extrusionOk="0">
                  <a:moveTo>
                    <a:pt x="10803" y="2702"/>
                  </a:moveTo>
                  <a:cubicBezTo>
                    <a:pt x="13638" y="2702"/>
                    <a:pt x="16471" y="2813"/>
                    <a:pt x="17822" y="2968"/>
                  </a:cubicBezTo>
                  <a:cubicBezTo>
                    <a:pt x="18570" y="8401"/>
                    <a:pt x="17918" y="43933"/>
                    <a:pt x="17543" y="49230"/>
                  </a:cubicBezTo>
                  <a:cubicBezTo>
                    <a:pt x="16166" y="49949"/>
                    <a:pt x="10952" y="50301"/>
                    <a:pt x="7064" y="50301"/>
                  </a:cubicBezTo>
                  <a:cubicBezTo>
                    <a:pt x="5412" y="50301"/>
                    <a:pt x="3999" y="50237"/>
                    <a:pt x="3223" y="50111"/>
                  </a:cubicBezTo>
                  <a:cubicBezTo>
                    <a:pt x="2631" y="45726"/>
                    <a:pt x="3039" y="19747"/>
                    <a:pt x="3467" y="3176"/>
                  </a:cubicBezTo>
                  <a:cubicBezTo>
                    <a:pt x="4671" y="2832"/>
                    <a:pt x="7739" y="2702"/>
                    <a:pt x="10803" y="2702"/>
                  </a:cubicBezTo>
                  <a:close/>
                  <a:moveTo>
                    <a:pt x="10587" y="0"/>
                  </a:moveTo>
                  <a:cubicBezTo>
                    <a:pt x="6701" y="0"/>
                    <a:pt x="2739" y="267"/>
                    <a:pt x="1553" y="1121"/>
                  </a:cubicBezTo>
                  <a:cubicBezTo>
                    <a:pt x="910" y="1582"/>
                    <a:pt x="802" y="2174"/>
                    <a:pt x="793" y="2483"/>
                  </a:cubicBezTo>
                  <a:cubicBezTo>
                    <a:pt x="789" y="2676"/>
                    <a:pt x="477" y="14625"/>
                    <a:pt x="323" y="26522"/>
                  </a:cubicBezTo>
                  <a:cubicBezTo>
                    <a:pt x="0" y="51382"/>
                    <a:pt x="553" y="51751"/>
                    <a:pt x="1393" y="52311"/>
                  </a:cubicBezTo>
                  <a:cubicBezTo>
                    <a:pt x="2088" y="52775"/>
                    <a:pt x="4600" y="53002"/>
                    <a:pt x="7543" y="53002"/>
                  </a:cubicBezTo>
                  <a:cubicBezTo>
                    <a:pt x="11735" y="53002"/>
                    <a:pt x="16803" y="52539"/>
                    <a:pt x="18721" y="51631"/>
                  </a:cubicBezTo>
                  <a:cubicBezTo>
                    <a:pt x="19841" y="51101"/>
                    <a:pt x="20137" y="50378"/>
                    <a:pt x="20189" y="49862"/>
                  </a:cubicBezTo>
                  <a:cubicBezTo>
                    <a:pt x="20300" y="48745"/>
                    <a:pt x="20638" y="36863"/>
                    <a:pt x="20785" y="25147"/>
                  </a:cubicBezTo>
                  <a:cubicBezTo>
                    <a:pt x="21079" y="1065"/>
                    <a:pt x="20506" y="887"/>
                    <a:pt x="19245" y="500"/>
                  </a:cubicBezTo>
                  <a:cubicBezTo>
                    <a:pt x="18551" y="286"/>
                    <a:pt x="14610" y="0"/>
                    <a:pt x="105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109"/>
            <p:cNvSpPr/>
            <p:nvPr/>
          </p:nvSpPr>
          <p:spPr>
            <a:xfrm>
              <a:off x="4958643" y="-1574249"/>
              <a:ext cx="75995" cy="74573"/>
            </a:xfrm>
            <a:custGeom>
              <a:avLst/>
              <a:gdLst/>
              <a:ahLst/>
              <a:cxnLst/>
              <a:rect l="l" t="t" r="r" b="b"/>
              <a:pathLst>
                <a:path w="20470" h="20087" extrusionOk="0">
                  <a:moveTo>
                    <a:pt x="10338" y="2694"/>
                  </a:moveTo>
                  <a:cubicBezTo>
                    <a:pt x="11722" y="2694"/>
                    <a:pt x="13985" y="2941"/>
                    <a:pt x="15612" y="4358"/>
                  </a:cubicBezTo>
                  <a:cubicBezTo>
                    <a:pt x="16844" y="5432"/>
                    <a:pt x="17516" y="7039"/>
                    <a:pt x="17609" y="9135"/>
                  </a:cubicBezTo>
                  <a:cubicBezTo>
                    <a:pt x="17739" y="12050"/>
                    <a:pt x="16316" y="14796"/>
                    <a:pt x="13895" y="16296"/>
                  </a:cubicBezTo>
                  <a:cubicBezTo>
                    <a:pt x="12720" y="17026"/>
                    <a:pt x="11421" y="17392"/>
                    <a:pt x="10126" y="17392"/>
                  </a:cubicBezTo>
                  <a:cubicBezTo>
                    <a:pt x="8969" y="17392"/>
                    <a:pt x="7815" y="17100"/>
                    <a:pt x="6755" y="16515"/>
                  </a:cubicBezTo>
                  <a:cubicBezTo>
                    <a:pt x="2054" y="13917"/>
                    <a:pt x="3416" y="8016"/>
                    <a:pt x="3617" y="7247"/>
                  </a:cubicBezTo>
                  <a:cubicBezTo>
                    <a:pt x="4258" y="5800"/>
                    <a:pt x="6601" y="2994"/>
                    <a:pt x="9362" y="2736"/>
                  </a:cubicBezTo>
                  <a:cubicBezTo>
                    <a:pt x="9579" y="2716"/>
                    <a:pt x="9918" y="2694"/>
                    <a:pt x="10338" y="2694"/>
                  </a:cubicBezTo>
                  <a:close/>
                  <a:moveTo>
                    <a:pt x="10378" y="1"/>
                  </a:moveTo>
                  <a:cubicBezTo>
                    <a:pt x="9872" y="1"/>
                    <a:pt x="9440" y="28"/>
                    <a:pt x="9113" y="59"/>
                  </a:cubicBezTo>
                  <a:cubicBezTo>
                    <a:pt x="5226" y="421"/>
                    <a:pt x="2088" y="3918"/>
                    <a:pt x="1101" y="6285"/>
                  </a:cubicBezTo>
                  <a:cubicBezTo>
                    <a:pt x="1082" y="6333"/>
                    <a:pt x="1064" y="6381"/>
                    <a:pt x="1051" y="6430"/>
                  </a:cubicBezTo>
                  <a:cubicBezTo>
                    <a:pt x="189" y="9417"/>
                    <a:pt x="1" y="15857"/>
                    <a:pt x="5454" y="18869"/>
                  </a:cubicBezTo>
                  <a:cubicBezTo>
                    <a:pt x="6926" y="19681"/>
                    <a:pt x="8524" y="20086"/>
                    <a:pt x="10125" y="20086"/>
                  </a:cubicBezTo>
                  <a:cubicBezTo>
                    <a:pt x="11909" y="20086"/>
                    <a:pt x="13698" y="19584"/>
                    <a:pt x="15311" y="18581"/>
                  </a:cubicBezTo>
                  <a:cubicBezTo>
                    <a:pt x="18559" y="16567"/>
                    <a:pt x="20469" y="12901"/>
                    <a:pt x="20296" y="9014"/>
                  </a:cubicBezTo>
                  <a:cubicBezTo>
                    <a:pt x="20168" y="6155"/>
                    <a:pt x="19185" y="3905"/>
                    <a:pt x="17379" y="2331"/>
                  </a:cubicBezTo>
                  <a:cubicBezTo>
                    <a:pt x="15138" y="378"/>
                    <a:pt x="12253" y="1"/>
                    <a:pt x="10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09"/>
            <p:cNvSpPr/>
            <p:nvPr/>
          </p:nvSpPr>
          <p:spPr>
            <a:xfrm>
              <a:off x="5065913" y="-1485244"/>
              <a:ext cx="192163" cy="200315"/>
            </a:xfrm>
            <a:custGeom>
              <a:avLst/>
              <a:gdLst/>
              <a:ahLst/>
              <a:cxnLst/>
              <a:rect l="l" t="t" r="r" b="b"/>
              <a:pathLst>
                <a:path w="51761" h="53957" extrusionOk="0">
                  <a:moveTo>
                    <a:pt x="31818" y="2691"/>
                  </a:moveTo>
                  <a:cubicBezTo>
                    <a:pt x="32135" y="2691"/>
                    <a:pt x="32436" y="2707"/>
                    <a:pt x="32723" y="2740"/>
                  </a:cubicBezTo>
                  <a:cubicBezTo>
                    <a:pt x="39473" y="3507"/>
                    <a:pt x="45937" y="6151"/>
                    <a:pt x="47520" y="20194"/>
                  </a:cubicBezTo>
                  <a:cubicBezTo>
                    <a:pt x="48960" y="32928"/>
                    <a:pt x="47715" y="48370"/>
                    <a:pt x="47548" y="50343"/>
                  </a:cubicBezTo>
                  <a:lnTo>
                    <a:pt x="47546" y="50343"/>
                  </a:lnTo>
                  <a:cubicBezTo>
                    <a:pt x="47281" y="50567"/>
                    <a:pt x="46160" y="51267"/>
                    <a:pt x="42466" y="51267"/>
                  </a:cubicBezTo>
                  <a:cubicBezTo>
                    <a:pt x="42138" y="51267"/>
                    <a:pt x="41791" y="51262"/>
                    <a:pt x="41422" y="51250"/>
                  </a:cubicBezTo>
                  <a:cubicBezTo>
                    <a:pt x="36855" y="51098"/>
                    <a:pt x="35584" y="50784"/>
                    <a:pt x="35339" y="50568"/>
                  </a:cubicBezTo>
                  <a:cubicBezTo>
                    <a:pt x="35302" y="50503"/>
                    <a:pt x="35257" y="50260"/>
                    <a:pt x="35226" y="50106"/>
                  </a:cubicBezTo>
                  <a:cubicBezTo>
                    <a:pt x="35203" y="49775"/>
                    <a:pt x="35326" y="48166"/>
                    <a:pt x="35458" y="46464"/>
                  </a:cubicBezTo>
                  <a:cubicBezTo>
                    <a:pt x="36595" y="31656"/>
                    <a:pt x="37011" y="17570"/>
                    <a:pt x="32407" y="14778"/>
                  </a:cubicBezTo>
                  <a:cubicBezTo>
                    <a:pt x="30085" y="13371"/>
                    <a:pt x="27937" y="12676"/>
                    <a:pt x="25893" y="12676"/>
                  </a:cubicBezTo>
                  <a:cubicBezTo>
                    <a:pt x="25178" y="12676"/>
                    <a:pt x="24468" y="12762"/>
                    <a:pt x="23775" y="12933"/>
                  </a:cubicBezTo>
                  <a:cubicBezTo>
                    <a:pt x="20772" y="13676"/>
                    <a:pt x="18147" y="15976"/>
                    <a:pt x="15748" y="19967"/>
                  </a:cubicBezTo>
                  <a:cubicBezTo>
                    <a:pt x="15620" y="20179"/>
                    <a:pt x="15553" y="20424"/>
                    <a:pt x="15557" y="20673"/>
                  </a:cubicBezTo>
                  <a:cubicBezTo>
                    <a:pt x="15702" y="34201"/>
                    <a:pt x="15345" y="48134"/>
                    <a:pt x="15035" y="50416"/>
                  </a:cubicBezTo>
                  <a:cubicBezTo>
                    <a:pt x="14700" y="50546"/>
                    <a:pt x="14059" y="50592"/>
                    <a:pt x="13296" y="50592"/>
                  </a:cubicBezTo>
                  <a:cubicBezTo>
                    <a:pt x="12073" y="50592"/>
                    <a:pt x="10534" y="50473"/>
                    <a:pt x="9429" y="50388"/>
                  </a:cubicBezTo>
                  <a:cubicBezTo>
                    <a:pt x="8068" y="50285"/>
                    <a:pt x="6653" y="50177"/>
                    <a:pt x="5454" y="50177"/>
                  </a:cubicBezTo>
                  <a:cubicBezTo>
                    <a:pt x="5397" y="50177"/>
                    <a:pt x="5341" y="50177"/>
                    <a:pt x="5286" y="50178"/>
                  </a:cubicBezTo>
                  <a:cubicBezTo>
                    <a:pt x="5246" y="50179"/>
                    <a:pt x="5206" y="50179"/>
                    <a:pt x="5166" y="50179"/>
                  </a:cubicBezTo>
                  <a:cubicBezTo>
                    <a:pt x="3507" y="50179"/>
                    <a:pt x="2899" y="49562"/>
                    <a:pt x="2884" y="48970"/>
                  </a:cubicBezTo>
                  <a:cubicBezTo>
                    <a:pt x="2811" y="31944"/>
                    <a:pt x="2746" y="6337"/>
                    <a:pt x="2863" y="3860"/>
                  </a:cubicBezTo>
                  <a:cubicBezTo>
                    <a:pt x="2919" y="3791"/>
                    <a:pt x="3090" y="3628"/>
                    <a:pt x="3538" y="3444"/>
                  </a:cubicBezTo>
                  <a:cubicBezTo>
                    <a:pt x="4779" y="2934"/>
                    <a:pt x="6793" y="2753"/>
                    <a:pt x="8805" y="2753"/>
                  </a:cubicBezTo>
                  <a:cubicBezTo>
                    <a:pt x="11218" y="2753"/>
                    <a:pt x="13627" y="3014"/>
                    <a:pt x="14689" y="3280"/>
                  </a:cubicBezTo>
                  <a:cubicBezTo>
                    <a:pt x="14795" y="3743"/>
                    <a:pt x="14972" y="4819"/>
                    <a:pt x="15137" y="7260"/>
                  </a:cubicBezTo>
                  <a:cubicBezTo>
                    <a:pt x="15188" y="8007"/>
                    <a:pt x="15813" y="8517"/>
                    <a:pt x="16483" y="8517"/>
                  </a:cubicBezTo>
                  <a:cubicBezTo>
                    <a:pt x="16719" y="8517"/>
                    <a:pt x="16959" y="8454"/>
                    <a:pt x="17183" y="8317"/>
                  </a:cubicBezTo>
                  <a:cubicBezTo>
                    <a:pt x="23064" y="4706"/>
                    <a:pt x="28319" y="2691"/>
                    <a:pt x="31818" y="2691"/>
                  </a:cubicBezTo>
                  <a:close/>
                  <a:moveTo>
                    <a:pt x="31791" y="0"/>
                  </a:moveTo>
                  <a:cubicBezTo>
                    <a:pt x="27361" y="0"/>
                    <a:pt x="21985" y="2431"/>
                    <a:pt x="17645" y="4917"/>
                  </a:cubicBezTo>
                  <a:cubicBezTo>
                    <a:pt x="17326" y="1814"/>
                    <a:pt x="16917" y="1274"/>
                    <a:pt x="16187" y="954"/>
                  </a:cubicBezTo>
                  <a:cubicBezTo>
                    <a:pt x="15128" y="482"/>
                    <a:pt x="12064" y="60"/>
                    <a:pt x="8934" y="60"/>
                  </a:cubicBezTo>
                  <a:cubicBezTo>
                    <a:pt x="6394" y="60"/>
                    <a:pt x="3810" y="338"/>
                    <a:pt x="2217" y="1090"/>
                  </a:cubicBezTo>
                  <a:cubicBezTo>
                    <a:pt x="1152" y="1593"/>
                    <a:pt x="487" y="2299"/>
                    <a:pt x="245" y="3182"/>
                  </a:cubicBezTo>
                  <a:cubicBezTo>
                    <a:pt x="184" y="3401"/>
                    <a:pt x="0" y="4064"/>
                    <a:pt x="197" y="48922"/>
                  </a:cubicBezTo>
                  <a:cubicBezTo>
                    <a:pt x="191" y="49067"/>
                    <a:pt x="169" y="50379"/>
                    <a:pt x="1239" y="51477"/>
                  </a:cubicBezTo>
                  <a:cubicBezTo>
                    <a:pt x="2128" y="52397"/>
                    <a:pt x="3468" y="52868"/>
                    <a:pt x="5187" y="52868"/>
                  </a:cubicBezTo>
                  <a:cubicBezTo>
                    <a:pt x="5229" y="52868"/>
                    <a:pt x="5271" y="52868"/>
                    <a:pt x="5314" y="52867"/>
                  </a:cubicBezTo>
                  <a:cubicBezTo>
                    <a:pt x="5391" y="52866"/>
                    <a:pt x="5469" y="52866"/>
                    <a:pt x="5549" y="52866"/>
                  </a:cubicBezTo>
                  <a:cubicBezTo>
                    <a:pt x="6636" y="52866"/>
                    <a:pt x="7947" y="52972"/>
                    <a:pt x="9221" y="53069"/>
                  </a:cubicBezTo>
                  <a:cubicBezTo>
                    <a:pt x="10665" y="53180"/>
                    <a:pt x="12004" y="53283"/>
                    <a:pt x="13171" y="53283"/>
                  </a:cubicBezTo>
                  <a:cubicBezTo>
                    <a:pt x="15342" y="53283"/>
                    <a:pt x="16922" y="52927"/>
                    <a:pt x="17500" y="51605"/>
                  </a:cubicBezTo>
                  <a:cubicBezTo>
                    <a:pt x="18173" y="50070"/>
                    <a:pt x="18346" y="30851"/>
                    <a:pt x="18249" y="21030"/>
                  </a:cubicBezTo>
                  <a:cubicBezTo>
                    <a:pt x="20178" y="17925"/>
                    <a:pt x="22253" y="16082"/>
                    <a:pt x="24420" y="15545"/>
                  </a:cubicBezTo>
                  <a:cubicBezTo>
                    <a:pt x="24893" y="15428"/>
                    <a:pt x="25378" y="15369"/>
                    <a:pt x="25877" y="15369"/>
                  </a:cubicBezTo>
                  <a:cubicBezTo>
                    <a:pt x="27431" y="15369"/>
                    <a:pt x="29127" y="15937"/>
                    <a:pt x="31014" y="17080"/>
                  </a:cubicBezTo>
                  <a:cubicBezTo>
                    <a:pt x="33552" y="18618"/>
                    <a:pt x="34146" y="28434"/>
                    <a:pt x="32777" y="46258"/>
                  </a:cubicBezTo>
                  <a:cubicBezTo>
                    <a:pt x="32539" y="49381"/>
                    <a:pt x="32494" y="50091"/>
                    <a:pt x="32582" y="50568"/>
                  </a:cubicBezTo>
                  <a:cubicBezTo>
                    <a:pt x="33067" y="53205"/>
                    <a:pt x="34375" y="53708"/>
                    <a:pt x="41333" y="53937"/>
                  </a:cubicBezTo>
                  <a:cubicBezTo>
                    <a:pt x="41721" y="53950"/>
                    <a:pt x="42093" y="53957"/>
                    <a:pt x="42448" y="53957"/>
                  </a:cubicBezTo>
                  <a:cubicBezTo>
                    <a:pt x="48999" y="53957"/>
                    <a:pt x="50049" y="51878"/>
                    <a:pt x="50199" y="50877"/>
                  </a:cubicBezTo>
                  <a:cubicBezTo>
                    <a:pt x="50214" y="50708"/>
                    <a:pt x="51760" y="33761"/>
                    <a:pt x="50194" y="19891"/>
                  </a:cubicBezTo>
                  <a:cubicBezTo>
                    <a:pt x="48763" y="7201"/>
                    <a:pt x="43629" y="1272"/>
                    <a:pt x="33028" y="68"/>
                  </a:cubicBezTo>
                  <a:cubicBezTo>
                    <a:pt x="32626" y="22"/>
                    <a:pt x="32212" y="0"/>
                    <a:pt x="317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9" name="Google Shape;1469;p109"/>
          <p:cNvSpPr/>
          <p:nvPr/>
        </p:nvSpPr>
        <p:spPr>
          <a:xfrm>
            <a:off x="6878873" y="264080"/>
            <a:ext cx="177981" cy="328887"/>
          </a:xfrm>
          <a:custGeom>
            <a:avLst/>
            <a:gdLst/>
            <a:ahLst/>
            <a:cxnLst/>
            <a:rect l="l" t="t" r="r" b="b"/>
            <a:pathLst>
              <a:path w="47941" h="88589" extrusionOk="0">
                <a:moveTo>
                  <a:pt x="38141" y="2691"/>
                </a:moveTo>
                <a:cubicBezTo>
                  <a:pt x="43569" y="2691"/>
                  <a:pt x="44491" y="4019"/>
                  <a:pt x="44606" y="4701"/>
                </a:cubicBezTo>
                <a:lnTo>
                  <a:pt x="44660" y="5022"/>
                </a:lnTo>
                <a:cubicBezTo>
                  <a:pt x="44844" y="6092"/>
                  <a:pt x="45229" y="8318"/>
                  <a:pt x="45056" y="10271"/>
                </a:cubicBezTo>
                <a:cubicBezTo>
                  <a:pt x="44798" y="13194"/>
                  <a:pt x="43521" y="13415"/>
                  <a:pt x="43038" y="13498"/>
                </a:cubicBezTo>
                <a:cubicBezTo>
                  <a:pt x="42397" y="13608"/>
                  <a:pt x="41671" y="13710"/>
                  <a:pt x="40898" y="13816"/>
                </a:cubicBezTo>
                <a:cubicBezTo>
                  <a:pt x="36035" y="14494"/>
                  <a:pt x="28681" y="15518"/>
                  <a:pt x="28722" y="21257"/>
                </a:cubicBezTo>
                <a:cubicBezTo>
                  <a:pt x="28732" y="22476"/>
                  <a:pt x="28810" y="26265"/>
                  <a:pt x="28921" y="31564"/>
                </a:cubicBezTo>
                <a:cubicBezTo>
                  <a:pt x="28936" y="32294"/>
                  <a:pt x="29534" y="32881"/>
                  <a:pt x="30266" y="32881"/>
                </a:cubicBezTo>
                <a:lnTo>
                  <a:pt x="30417" y="32881"/>
                </a:lnTo>
                <a:cubicBezTo>
                  <a:pt x="39181" y="32881"/>
                  <a:pt x="41522" y="33182"/>
                  <a:pt x="42139" y="33331"/>
                </a:cubicBezTo>
                <a:cubicBezTo>
                  <a:pt x="43239" y="35122"/>
                  <a:pt x="43363" y="44174"/>
                  <a:pt x="42297" y="45744"/>
                </a:cubicBezTo>
                <a:cubicBezTo>
                  <a:pt x="41373" y="45989"/>
                  <a:pt x="37330" y="46511"/>
                  <a:pt x="30504" y="47017"/>
                </a:cubicBezTo>
                <a:cubicBezTo>
                  <a:pt x="29791" y="47069"/>
                  <a:pt x="29246" y="47669"/>
                  <a:pt x="29259" y="48384"/>
                </a:cubicBezTo>
                <a:cubicBezTo>
                  <a:pt x="29778" y="75929"/>
                  <a:pt x="29655" y="83246"/>
                  <a:pt x="29460" y="84394"/>
                </a:cubicBezTo>
                <a:cubicBezTo>
                  <a:pt x="28902" y="85003"/>
                  <a:pt x="26053" y="85926"/>
                  <a:pt x="22979" y="85926"/>
                </a:cubicBezTo>
                <a:cubicBezTo>
                  <a:pt x="21770" y="85926"/>
                  <a:pt x="20526" y="85783"/>
                  <a:pt x="19373" y="85423"/>
                </a:cubicBezTo>
                <a:cubicBezTo>
                  <a:pt x="17132" y="84719"/>
                  <a:pt x="16008" y="83391"/>
                  <a:pt x="15936" y="81358"/>
                </a:cubicBezTo>
                <a:cubicBezTo>
                  <a:pt x="15930" y="81195"/>
                  <a:pt x="15308" y="65021"/>
                  <a:pt x="15101" y="49066"/>
                </a:cubicBezTo>
                <a:cubicBezTo>
                  <a:pt x="15090" y="48330"/>
                  <a:pt x="14490" y="47738"/>
                  <a:pt x="13756" y="47738"/>
                </a:cubicBezTo>
                <a:lnTo>
                  <a:pt x="13667" y="47738"/>
                </a:lnTo>
                <a:cubicBezTo>
                  <a:pt x="6436" y="47738"/>
                  <a:pt x="5230" y="47085"/>
                  <a:pt x="5146" y="47035"/>
                </a:cubicBezTo>
                <a:cubicBezTo>
                  <a:pt x="3043" y="45166"/>
                  <a:pt x="2508" y="35417"/>
                  <a:pt x="3476" y="33500"/>
                </a:cubicBezTo>
                <a:cubicBezTo>
                  <a:pt x="4680" y="33420"/>
                  <a:pt x="8379" y="33271"/>
                  <a:pt x="13786" y="33126"/>
                </a:cubicBezTo>
                <a:cubicBezTo>
                  <a:pt x="14505" y="33108"/>
                  <a:pt x="15083" y="32526"/>
                  <a:pt x="15096" y="31807"/>
                </a:cubicBezTo>
                <a:cubicBezTo>
                  <a:pt x="15211" y="25371"/>
                  <a:pt x="15488" y="21010"/>
                  <a:pt x="15915" y="18842"/>
                </a:cubicBezTo>
                <a:cubicBezTo>
                  <a:pt x="17875" y="8892"/>
                  <a:pt x="23115" y="4008"/>
                  <a:pt x="32908" y="2997"/>
                </a:cubicBezTo>
                <a:cubicBezTo>
                  <a:pt x="35003" y="2781"/>
                  <a:pt x="36725" y="2691"/>
                  <a:pt x="38141" y="2691"/>
                </a:cubicBezTo>
                <a:close/>
                <a:moveTo>
                  <a:pt x="38089" y="1"/>
                </a:moveTo>
                <a:cubicBezTo>
                  <a:pt x="36249" y="1"/>
                  <a:pt x="34354" y="148"/>
                  <a:pt x="32633" y="325"/>
                </a:cubicBezTo>
                <a:cubicBezTo>
                  <a:pt x="21621" y="1460"/>
                  <a:pt x="15471" y="7179"/>
                  <a:pt x="13275" y="18324"/>
                </a:cubicBezTo>
                <a:cubicBezTo>
                  <a:pt x="12842" y="20525"/>
                  <a:pt x="12565" y="24507"/>
                  <a:pt x="12433" y="30475"/>
                </a:cubicBezTo>
                <a:cubicBezTo>
                  <a:pt x="2742" y="30739"/>
                  <a:pt x="2493" y="30878"/>
                  <a:pt x="2207" y="31032"/>
                </a:cubicBezTo>
                <a:cubicBezTo>
                  <a:pt x="1250" y="31545"/>
                  <a:pt x="687" y="32781"/>
                  <a:pt x="438" y="34917"/>
                </a:cubicBezTo>
                <a:cubicBezTo>
                  <a:pt x="0" y="38663"/>
                  <a:pt x="600" y="46591"/>
                  <a:pt x="3361" y="49044"/>
                </a:cubicBezTo>
                <a:cubicBezTo>
                  <a:pt x="4089" y="49690"/>
                  <a:pt x="5759" y="50350"/>
                  <a:pt x="12433" y="50422"/>
                </a:cubicBezTo>
                <a:cubicBezTo>
                  <a:pt x="12656" y="65972"/>
                  <a:pt x="13245" y="81306"/>
                  <a:pt x="13251" y="81458"/>
                </a:cubicBezTo>
                <a:cubicBezTo>
                  <a:pt x="13383" y="85282"/>
                  <a:pt x="16103" y="87833"/>
                  <a:pt x="20716" y="88456"/>
                </a:cubicBezTo>
                <a:cubicBezTo>
                  <a:pt x="21393" y="88543"/>
                  <a:pt x="22074" y="88589"/>
                  <a:pt x="22758" y="88589"/>
                </a:cubicBezTo>
                <a:cubicBezTo>
                  <a:pt x="22789" y="88589"/>
                  <a:pt x="22820" y="88589"/>
                  <a:pt x="22851" y="88589"/>
                </a:cubicBezTo>
                <a:cubicBezTo>
                  <a:pt x="26682" y="88589"/>
                  <a:pt x="31331" y="87456"/>
                  <a:pt x="32018" y="85260"/>
                </a:cubicBezTo>
                <a:cubicBezTo>
                  <a:pt x="32206" y="84654"/>
                  <a:pt x="32598" y="83400"/>
                  <a:pt x="31972" y="49603"/>
                </a:cubicBezTo>
                <a:cubicBezTo>
                  <a:pt x="35448" y="49328"/>
                  <a:pt x="42291" y="48730"/>
                  <a:pt x="43516" y="48163"/>
                </a:cubicBezTo>
                <a:cubicBezTo>
                  <a:pt x="44573" y="47676"/>
                  <a:pt x="45186" y="46348"/>
                  <a:pt x="45502" y="43867"/>
                </a:cubicBezTo>
                <a:cubicBezTo>
                  <a:pt x="45873" y="40952"/>
                  <a:pt x="45914" y="32896"/>
                  <a:pt x="43807" y="31175"/>
                </a:cubicBezTo>
                <a:cubicBezTo>
                  <a:pt x="43289" y="30750"/>
                  <a:pt x="42650" y="30226"/>
                  <a:pt x="31582" y="30194"/>
                </a:cubicBezTo>
                <a:cubicBezTo>
                  <a:pt x="31487" y="25616"/>
                  <a:pt x="31420" y="22339"/>
                  <a:pt x="31411" y="21237"/>
                </a:cubicBezTo>
                <a:cubicBezTo>
                  <a:pt x="31390" y="18114"/>
                  <a:pt x="36063" y="17205"/>
                  <a:pt x="41269" y="16479"/>
                </a:cubicBezTo>
                <a:cubicBezTo>
                  <a:pt x="42074" y="16369"/>
                  <a:pt x="42828" y="16263"/>
                  <a:pt x="43497" y="16148"/>
                </a:cubicBezTo>
                <a:cubicBezTo>
                  <a:pt x="45229" y="15849"/>
                  <a:pt x="47371" y="14628"/>
                  <a:pt x="47737" y="10507"/>
                </a:cubicBezTo>
                <a:cubicBezTo>
                  <a:pt x="47941" y="8205"/>
                  <a:pt x="47514" y="5747"/>
                  <a:pt x="47310" y="4565"/>
                </a:cubicBezTo>
                <a:lnTo>
                  <a:pt x="47256" y="4260"/>
                </a:lnTo>
                <a:cubicBezTo>
                  <a:pt x="46692" y="865"/>
                  <a:pt x="42552" y="1"/>
                  <a:pt x="380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09"/>
          <p:cNvSpPr txBox="1"/>
          <p:nvPr/>
        </p:nvSpPr>
        <p:spPr>
          <a:xfrm rot="-417866">
            <a:off x="7054142" y="3665421"/>
            <a:ext cx="1088632" cy="797572"/>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a:solidFill>
                  <a:schemeClr val="accent2"/>
                </a:solidFill>
                <a:latin typeface="Concert One"/>
                <a:ea typeface="Concert One"/>
                <a:cs typeface="Concert One"/>
                <a:sym typeface="Concert One"/>
              </a:rPr>
              <a:t>Please keep this slide for attribution.</a:t>
            </a:r>
            <a:endParaRPr sz="1200">
              <a:solidFill>
                <a:schemeClr val="accent2"/>
              </a:solidFill>
              <a:latin typeface="Concert One"/>
              <a:ea typeface="Concert One"/>
              <a:cs typeface="Concert One"/>
              <a:sym typeface="Concert O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456"/>
                                        </p:tgtEl>
                                        <p:attrNameLst>
                                          <p:attrName>style.visibility</p:attrName>
                                        </p:attrNameLst>
                                      </p:cBhvr>
                                      <p:to>
                                        <p:strVal val="visible"/>
                                      </p:to>
                                    </p:set>
                                    <p:anim calcmode="lin" valueType="num">
                                      <p:cBhvr additive="base">
                                        <p:cTn id="7" dur="1000"/>
                                        <p:tgtEl>
                                          <p:spTgt spid="1456"/>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0"/>
                                  </p:stCondLst>
                                  <p:childTnLst>
                                    <p:set>
                                      <p:cBhvr>
                                        <p:cTn id="9" dur="1" fill="hold">
                                          <p:stCondLst>
                                            <p:cond delay="0"/>
                                          </p:stCondLst>
                                        </p:cTn>
                                        <p:tgtEl>
                                          <p:spTgt spid="1457"/>
                                        </p:tgtEl>
                                        <p:attrNameLst>
                                          <p:attrName>style.visibility</p:attrName>
                                        </p:attrNameLst>
                                      </p:cBhvr>
                                      <p:to>
                                        <p:strVal val="visible"/>
                                      </p:to>
                                    </p:set>
                                    <p:anim calcmode="lin" valueType="num">
                                      <p:cBhvr additive="base">
                                        <p:cTn id="10" dur="1000"/>
                                        <p:tgtEl>
                                          <p:spTgt spid="14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Notebook Lesson by Slidesgo">
  <a:themeElements>
    <a:clrScheme name="Simple Light">
      <a:dk1>
        <a:srgbClr val="595959"/>
      </a:dk1>
      <a:lt1>
        <a:srgbClr val="F1C232"/>
      </a:lt1>
      <a:dk2>
        <a:srgbClr val="595959"/>
      </a:dk2>
      <a:lt2>
        <a:srgbClr val="A8D68C"/>
      </a:lt2>
      <a:accent1>
        <a:srgbClr val="F1C232"/>
      </a:accent1>
      <a:accent2>
        <a:srgbClr val="B44141"/>
      </a:accent2>
      <a:accent3>
        <a:srgbClr val="F1C232"/>
      </a:accent3>
      <a:accent4>
        <a:srgbClr val="DF7070"/>
      </a:accent4>
      <a:accent5>
        <a:srgbClr val="7A9E64"/>
      </a:accent5>
      <a:accent6>
        <a:srgbClr val="595959"/>
      </a:accent6>
      <a:hlink>
        <a:srgbClr val="59595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1354</Words>
  <Application>Microsoft Office PowerPoint</Application>
  <PresentationFormat>Экран (16:9)</PresentationFormat>
  <Paragraphs>367</Paragraphs>
  <Slides>36</Slides>
  <Notes>36</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36</vt:i4>
      </vt:variant>
    </vt:vector>
  </HeadingPairs>
  <TitlesOfParts>
    <vt:vector size="44" baseType="lpstr">
      <vt:lpstr>Roboto Mono Medium</vt:lpstr>
      <vt:lpstr>Muli</vt:lpstr>
      <vt:lpstr>Roboto Mono</vt:lpstr>
      <vt:lpstr>Concert One</vt:lpstr>
      <vt:lpstr>Coming Soon</vt:lpstr>
      <vt:lpstr>Arial</vt:lpstr>
      <vt:lpstr>Anonymous Pro</vt:lpstr>
      <vt:lpstr>Notebook Lesson by Slidesgo</vt:lpstr>
      <vt:lpstr>NOTEBOOK LESSON</vt:lpstr>
      <vt:lpstr>Contents of this template</vt:lpstr>
      <vt:lpstr>Table of Contents!</vt:lpstr>
      <vt:lpstr>01</vt:lpstr>
      <vt:lpstr>Introduction</vt:lpstr>
      <vt:lpstr>Introduction</vt:lpstr>
      <vt:lpstr>—Someone Famous</vt:lpstr>
      <vt:lpstr>Saturn</vt:lpstr>
      <vt:lpstr>Venus</vt:lpstr>
      <vt:lpstr>Features of the topic</vt:lpstr>
      <vt:lpstr>Mercury</vt:lpstr>
      <vt:lpstr>4,759</vt:lpstr>
      <vt:lpstr>10%</vt:lpstr>
      <vt:lpstr>Practical uses of this subject</vt:lpstr>
      <vt:lpstr>Did you know this?</vt:lpstr>
      <vt:lpstr>Process</vt:lpstr>
      <vt:lpstr>The learning process</vt:lpstr>
      <vt:lpstr>Relations between concepts</vt:lpstr>
      <vt:lpstr>Exams and retakes calendar</vt:lpstr>
      <vt:lpstr>Main concepts to know</vt:lpstr>
      <vt:lpstr>Exam’s grades</vt:lpstr>
      <vt:lpstr>This is a gantt chart</vt:lpstr>
      <vt:lpstr>Homework checklist</vt:lpstr>
      <vt:lpstr>Learn the difference</vt:lpstr>
      <vt:lpstr>Classes timetable</vt:lpstr>
      <vt:lpstr>Let’s have a look at this graphic</vt:lpstr>
      <vt:lpstr>Awesome words</vt:lpstr>
      <vt:lpstr>You can use this diagram</vt:lpstr>
      <vt:lpstr>Some percentages</vt:lpstr>
      <vt:lpstr>This infographic might help</vt:lpstr>
      <vt:lpstr>Some geography of your country</vt:lpstr>
      <vt:lpstr>Review of concepts</vt:lpstr>
      <vt:lpstr>Revise concepts</vt:lpstr>
      <vt:lpstr>Exercise</vt:lpstr>
      <vt:lpstr>Assignment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NOTEBOOK LESSON</dc:title>
  <cp:lastModifiedBy>я</cp:lastModifiedBy>
  <cp:revision>1</cp:revision>
  <dcterms:modified xsi:type="dcterms:W3CDTF">2026-02-19T10:17:34Z</dcterms:modified>
</cp:coreProperties>
</file>
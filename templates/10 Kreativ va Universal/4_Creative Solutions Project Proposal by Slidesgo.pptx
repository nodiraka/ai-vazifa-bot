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7" r:id="rId11"/>
    <p:sldId id="269" r:id="rId12"/>
    <p:sldId id="270" r:id="rId13"/>
    <p:sldId id="271" r:id="rId14"/>
    <p:sldId id="272" r:id="rId15"/>
    <p:sldId id="273" r:id="rId16"/>
    <p:sldId id="274" r:id="rId17"/>
    <p:sldId id="275" r:id="rId18"/>
    <p:sldId id="276" r:id="rId19"/>
    <p:sldId id="277" r:id="rId20"/>
    <p:sldId id="278" r:id="rId21"/>
    <p:sldId id="279" r:id="rId22"/>
    <p:sldId id="281" r:id="rId23"/>
    <p:sldId id="282" r:id="rId24"/>
    <p:sldId id="283" r:id="rId25"/>
  </p:sldIdLst>
  <p:sldSz cx="9144000" cy="5143500" type="screen16x9"/>
  <p:notesSz cx="6858000" cy="9144000"/>
  <p:embeddedFontLst>
    <p:embeddedFont>
      <p:font typeface="Red Hat Display Black" panose="020B0604020202020204" charset="0"/>
      <p:bold r:id="rId27"/>
      <p:boldItalic r:id="rId28"/>
    </p:embeddedFont>
    <p:embeddedFont>
      <p:font typeface="Encode Sans Black" panose="020B0604020202020204" charset="0"/>
      <p:bold r:id="rId29"/>
    </p:embeddedFont>
    <p:embeddedFont>
      <p:font typeface="Red Hat Display" panose="020B0604020202020204" charset="0"/>
      <p:regular r:id="rId30"/>
      <p:bold r:id="rId31"/>
      <p:italic r:id="rId32"/>
      <p:boldItalic r:id="rId33"/>
    </p:embeddedFont>
    <p:embeddedFont>
      <p:font typeface="Encode Sans" panose="020B060402020202020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07CDB5-CAD7-4D3C-AC16-2C8DB3FA1D81}">
  <a:tblStyle styleId="{2E07CDB5-CAD7-4D3C-AC16-2C8DB3FA1D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898feb88a6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898feb88a6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ad73ba19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 name="Google Shape;854;gad73ba19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898feb88a6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898feb88a6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898feb88a6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1" name="Google Shape;891;g898feb88a6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db112e893c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db112e893c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db112e893c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db112e893c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db112e893c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db112e893c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db112e893c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db112e893c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db112e893c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db112e893c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db112e893c_1_8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2" name="Google Shape;1082;gdb112e893c_1_8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db112e893c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db112e893c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db112e893c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5" name="Google Shape;1105;gdb112e893c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gdb112e893c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8" name="Google Shape;1178;gdb112e893c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gdb112e893c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4" name="Google Shape;1194;gdb112e893c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3"/>
        <p:cNvGrpSpPr/>
        <p:nvPr/>
      </p:nvGrpSpPr>
      <p:grpSpPr>
        <a:xfrm>
          <a:off x="0" y="0"/>
          <a:ext cx="0" cy="0"/>
          <a:chOff x="0" y="0"/>
          <a:chExt cx="0" cy="0"/>
        </a:xfrm>
      </p:grpSpPr>
      <p:sp>
        <p:nvSpPr>
          <p:cNvPr id="1294" name="Google Shape;1294;gdb112e893c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5" name="Google Shape;1295;gdb112e893c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7"/>
        <p:cNvGrpSpPr/>
        <p:nvPr/>
      </p:nvGrpSpPr>
      <p:grpSpPr>
        <a:xfrm>
          <a:off x="0" y="0"/>
          <a:ext cx="0" cy="0"/>
          <a:chOff x="0" y="0"/>
          <a:chExt cx="0" cy="0"/>
        </a:xfrm>
      </p:grpSpPr>
      <p:sp>
        <p:nvSpPr>
          <p:cNvPr id="1308" name="Google Shape;1308;gdb112e893c_1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9" name="Google Shape;1309;gdb112e893c_1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gdb112e893c_1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3" name="Google Shape;1393;gdb112e893c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2"/>
        <p:cNvGrpSpPr/>
        <p:nvPr/>
      </p:nvGrpSpPr>
      <p:grpSpPr>
        <a:xfrm>
          <a:off x="0" y="0"/>
          <a:ext cx="0" cy="0"/>
          <a:chOff x="0" y="0"/>
          <a:chExt cx="0" cy="0"/>
        </a:xfrm>
      </p:grpSpPr>
      <p:sp>
        <p:nvSpPr>
          <p:cNvPr id="1413" name="Google Shape;1413;gdb112e893c_1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4" name="Google Shape;1414;gdb112e893c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p:cNvGrpSpPr/>
        <p:nvPr/>
      </p:nvGrpSpPr>
      <p:grpSpPr>
        <a:xfrm>
          <a:off x="0" y="0"/>
          <a:ext cx="0" cy="0"/>
          <a:chOff x="0" y="0"/>
          <a:chExt cx="0" cy="0"/>
        </a:xfrm>
      </p:grpSpPr>
      <p:sp>
        <p:nvSpPr>
          <p:cNvPr id="1458" name="Google Shape;1458;gdba6aef767_0_9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9" name="Google Shape;1459;gdba6aef767_0_9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gdba6aef767_0_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dba6aef767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6"/>
        <p:cNvGrpSpPr/>
        <p:nvPr/>
      </p:nvGrpSpPr>
      <p:grpSpPr>
        <a:xfrm>
          <a:off x="0" y="0"/>
          <a:ext cx="0" cy="0"/>
          <a:chOff x="0" y="0"/>
          <a:chExt cx="0" cy="0"/>
        </a:xfrm>
      </p:grpSpPr>
      <p:sp>
        <p:nvSpPr>
          <p:cNvPr id="1537" name="Google Shape;1537;gdb112e893c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8" name="Google Shape;1538;gdb112e893c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2"/>
        <p:cNvGrpSpPr/>
        <p:nvPr/>
      </p:nvGrpSpPr>
      <p:grpSpPr>
        <a:xfrm>
          <a:off x="0" y="0"/>
          <a:ext cx="0" cy="0"/>
          <a:chOff x="0" y="0"/>
          <a:chExt cx="0" cy="0"/>
        </a:xfrm>
      </p:grpSpPr>
      <p:sp>
        <p:nvSpPr>
          <p:cNvPr id="1543" name="Google Shape;1543;gdb112e893c_1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4" name="Google Shape;1544;gdb112e893c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db112e893c_1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db112e893c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222925" y="1439900"/>
            <a:ext cx="4921500" cy="1815300"/>
          </a:xfrm>
          <a:prstGeom prst="rect">
            <a:avLst/>
          </a:prstGeom>
        </p:spPr>
        <p:txBody>
          <a:bodyPr spcFirstLastPara="1" wrap="square" lIns="91425" tIns="91425" rIns="91425" bIns="91425" anchor="b" anchorCtr="0">
            <a:noAutofit/>
          </a:bodyPr>
          <a:lstStyle>
            <a:lvl1pPr lvl="0" algn="l">
              <a:lnSpc>
                <a:spcPct val="100000"/>
              </a:lnSpc>
              <a:spcBef>
                <a:spcPts val="0"/>
              </a:spcBef>
              <a:spcAft>
                <a:spcPts val="0"/>
              </a:spcAft>
              <a:buSzPts val="7200"/>
              <a:buNone/>
              <a:defRPr sz="3700"/>
            </a:lvl1pPr>
            <a:lvl2pPr lvl="1" algn="ctr">
              <a:lnSpc>
                <a:spcPct val="80000"/>
              </a:lnSpc>
              <a:spcBef>
                <a:spcPts val="0"/>
              </a:spcBef>
              <a:spcAft>
                <a:spcPts val="0"/>
              </a:spcAft>
              <a:buSzPts val="7200"/>
              <a:buNone/>
              <a:defRPr sz="7200"/>
            </a:lvl2pPr>
            <a:lvl3pPr lvl="2" algn="ctr">
              <a:lnSpc>
                <a:spcPct val="80000"/>
              </a:lnSpc>
              <a:spcBef>
                <a:spcPts val="0"/>
              </a:spcBef>
              <a:spcAft>
                <a:spcPts val="0"/>
              </a:spcAft>
              <a:buSzPts val="7200"/>
              <a:buNone/>
              <a:defRPr sz="7200"/>
            </a:lvl3pPr>
            <a:lvl4pPr lvl="3" algn="ctr">
              <a:lnSpc>
                <a:spcPct val="80000"/>
              </a:lnSpc>
              <a:spcBef>
                <a:spcPts val="0"/>
              </a:spcBef>
              <a:spcAft>
                <a:spcPts val="0"/>
              </a:spcAft>
              <a:buSzPts val="7200"/>
              <a:buNone/>
              <a:defRPr sz="7200"/>
            </a:lvl4pPr>
            <a:lvl5pPr lvl="4" algn="ctr">
              <a:lnSpc>
                <a:spcPct val="80000"/>
              </a:lnSpc>
              <a:spcBef>
                <a:spcPts val="0"/>
              </a:spcBef>
              <a:spcAft>
                <a:spcPts val="0"/>
              </a:spcAft>
              <a:buSzPts val="7200"/>
              <a:buNone/>
              <a:defRPr sz="7200"/>
            </a:lvl5pPr>
            <a:lvl6pPr lvl="5" algn="ctr">
              <a:lnSpc>
                <a:spcPct val="80000"/>
              </a:lnSpc>
              <a:spcBef>
                <a:spcPts val="0"/>
              </a:spcBef>
              <a:spcAft>
                <a:spcPts val="0"/>
              </a:spcAft>
              <a:buSzPts val="7200"/>
              <a:buNone/>
              <a:defRPr sz="7200"/>
            </a:lvl6pPr>
            <a:lvl7pPr lvl="6" algn="ctr">
              <a:lnSpc>
                <a:spcPct val="80000"/>
              </a:lnSpc>
              <a:spcBef>
                <a:spcPts val="0"/>
              </a:spcBef>
              <a:spcAft>
                <a:spcPts val="0"/>
              </a:spcAft>
              <a:buSzPts val="7200"/>
              <a:buNone/>
              <a:defRPr sz="7200"/>
            </a:lvl7pPr>
            <a:lvl8pPr lvl="7" algn="ctr">
              <a:lnSpc>
                <a:spcPct val="80000"/>
              </a:lnSpc>
              <a:spcBef>
                <a:spcPts val="0"/>
              </a:spcBef>
              <a:spcAft>
                <a:spcPts val="0"/>
              </a:spcAft>
              <a:buSzPts val="7200"/>
              <a:buNone/>
              <a:defRPr sz="7200"/>
            </a:lvl8pPr>
            <a:lvl9pPr lvl="8" algn="ctr">
              <a:lnSpc>
                <a:spcPct val="80000"/>
              </a:lnSpc>
              <a:spcBef>
                <a:spcPts val="0"/>
              </a:spcBef>
              <a:spcAft>
                <a:spcPts val="0"/>
              </a:spcAft>
              <a:buSzPts val="7200"/>
              <a:buNone/>
              <a:defRPr sz="7200"/>
            </a:lvl9pPr>
          </a:lstStyle>
          <a:p>
            <a:endParaRPr/>
          </a:p>
        </p:txBody>
      </p:sp>
      <p:sp>
        <p:nvSpPr>
          <p:cNvPr id="10" name="Google Shape;10;p2"/>
          <p:cNvSpPr txBox="1">
            <a:spLocks noGrp="1"/>
          </p:cNvSpPr>
          <p:nvPr>
            <p:ph type="subTitle" idx="1"/>
          </p:nvPr>
        </p:nvSpPr>
        <p:spPr>
          <a:xfrm>
            <a:off x="3473975" y="3245150"/>
            <a:ext cx="4555800" cy="617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1"/>
              </a:buClr>
              <a:buSzPts val="2400"/>
              <a:buNone/>
              <a:defRPr sz="2000">
                <a:solidFill>
                  <a:srgbClr val="FF0044"/>
                </a:solidFill>
              </a:defRPr>
            </a:lvl1pPr>
            <a:lvl2pPr lvl="1" algn="ctr">
              <a:lnSpc>
                <a:spcPct val="100000"/>
              </a:lnSpc>
              <a:spcBef>
                <a:spcPts val="0"/>
              </a:spcBef>
              <a:spcAft>
                <a:spcPts val="0"/>
              </a:spcAft>
              <a:buClr>
                <a:schemeClr val="accent1"/>
              </a:buClr>
              <a:buSzPts val="2400"/>
              <a:buNone/>
              <a:defRPr sz="2400">
                <a:solidFill>
                  <a:schemeClr val="accent1"/>
                </a:solidFill>
              </a:defRPr>
            </a:lvl2pPr>
            <a:lvl3pPr lvl="2" algn="ctr">
              <a:lnSpc>
                <a:spcPct val="100000"/>
              </a:lnSpc>
              <a:spcBef>
                <a:spcPts val="0"/>
              </a:spcBef>
              <a:spcAft>
                <a:spcPts val="0"/>
              </a:spcAft>
              <a:buClr>
                <a:schemeClr val="accent1"/>
              </a:buClr>
              <a:buSzPts val="2400"/>
              <a:buNone/>
              <a:defRPr sz="2400">
                <a:solidFill>
                  <a:schemeClr val="accent1"/>
                </a:solidFill>
              </a:defRPr>
            </a:lvl3pPr>
            <a:lvl4pPr lvl="3" algn="ctr">
              <a:lnSpc>
                <a:spcPct val="100000"/>
              </a:lnSpc>
              <a:spcBef>
                <a:spcPts val="0"/>
              </a:spcBef>
              <a:spcAft>
                <a:spcPts val="0"/>
              </a:spcAft>
              <a:buClr>
                <a:schemeClr val="accent1"/>
              </a:buClr>
              <a:buSzPts val="2400"/>
              <a:buNone/>
              <a:defRPr sz="2400">
                <a:solidFill>
                  <a:schemeClr val="accent1"/>
                </a:solidFill>
              </a:defRPr>
            </a:lvl4pPr>
            <a:lvl5pPr lvl="4" algn="ctr">
              <a:lnSpc>
                <a:spcPct val="100000"/>
              </a:lnSpc>
              <a:spcBef>
                <a:spcPts val="0"/>
              </a:spcBef>
              <a:spcAft>
                <a:spcPts val="0"/>
              </a:spcAft>
              <a:buClr>
                <a:schemeClr val="accent1"/>
              </a:buClr>
              <a:buSzPts val="2400"/>
              <a:buNone/>
              <a:defRPr sz="2400">
                <a:solidFill>
                  <a:schemeClr val="accent1"/>
                </a:solidFill>
              </a:defRPr>
            </a:lvl5pPr>
            <a:lvl6pPr lvl="5" algn="ctr">
              <a:lnSpc>
                <a:spcPct val="100000"/>
              </a:lnSpc>
              <a:spcBef>
                <a:spcPts val="0"/>
              </a:spcBef>
              <a:spcAft>
                <a:spcPts val="0"/>
              </a:spcAft>
              <a:buClr>
                <a:schemeClr val="accent1"/>
              </a:buClr>
              <a:buSzPts val="2400"/>
              <a:buNone/>
              <a:defRPr sz="2400">
                <a:solidFill>
                  <a:schemeClr val="accent1"/>
                </a:solidFill>
              </a:defRPr>
            </a:lvl6pPr>
            <a:lvl7pPr lvl="6" algn="ctr">
              <a:lnSpc>
                <a:spcPct val="100000"/>
              </a:lnSpc>
              <a:spcBef>
                <a:spcPts val="0"/>
              </a:spcBef>
              <a:spcAft>
                <a:spcPts val="0"/>
              </a:spcAft>
              <a:buClr>
                <a:schemeClr val="accent1"/>
              </a:buClr>
              <a:buSzPts val="2400"/>
              <a:buNone/>
              <a:defRPr sz="2400">
                <a:solidFill>
                  <a:schemeClr val="accent1"/>
                </a:solidFill>
              </a:defRPr>
            </a:lvl7pPr>
            <a:lvl8pPr lvl="7" algn="ctr">
              <a:lnSpc>
                <a:spcPct val="100000"/>
              </a:lnSpc>
              <a:spcBef>
                <a:spcPts val="0"/>
              </a:spcBef>
              <a:spcAft>
                <a:spcPts val="0"/>
              </a:spcAft>
              <a:buClr>
                <a:schemeClr val="accent1"/>
              </a:buClr>
              <a:buSzPts val="2400"/>
              <a:buNone/>
              <a:defRPr sz="2400">
                <a:solidFill>
                  <a:schemeClr val="accent1"/>
                </a:solidFill>
              </a:defRPr>
            </a:lvl8pPr>
            <a:lvl9pPr lvl="8" algn="ctr">
              <a:lnSpc>
                <a:spcPct val="100000"/>
              </a:lnSpc>
              <a:spcBef>
                <a:spcPts val="0"/>
              </a:spcBef>
              <a:spcAft>
                <a:spcPts val="0"/>
              </a:spcAft>
              <a:buClr>
                <a:schemeClr val="accent1"/>
              </a:buClr>
              <a:buSzPts val="2400"/>
              <a:buNone/>
              <a:defRPr sz="2400">
                <a:solidFill>
                  <a:schemeClr val="accent1"/>
                </a:solidFill>
              </a:defRPr>
            </a:lvl9pPr>
          </a:lstStyle>
          <a:p>
            <a:endParaRPr/>
          </a:p>
        </p:txBody>
      </p:sp>
      <p:grpSp>
        <p:nvGrpSpPr>
          <p:cNvPr id="11" name="Google Shape;11;p2"/>
          <p:cNvGrpSpPr/>
          <p:nvPr/>
        </p:nvGrpSpPr>
        <p:grpSpPr>
          <a:xfrm>
            <a:off x="190971" y="143070"/>
            <a:ext cx="354384" cy="353556"/>
            <a:chOff x="749375" y="849500"/>
            <a:chExt cx="513600" cy="512400"/>
          </a:xfrm>
        </p:grpSpPr>
        <p:cxnSp>
          <p:nvCxnSpPr>
            <p:cNvPr id="12" name="Google Shape;12;p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3" name="Google Shape;13;p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14;p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5" name="Google Shape;15;p2"/>
          <p:cNvGrpSpPr/>
          <p:nvPr/>
        </p:nvGrpSpPr>
        <p:grpSpPr>
          <a:xfrm>
            <a:off x="8598645" y="143070"/>
            <a:ext cx="354384" cy="353556"/>
            <a:chOff x="749375" y="849500"/>
            <a:chExt cx="513600" cy="512400"/>
          </a:xfrm>
        </p:grpSpPr>
        <p:cxnSp>
          <p:nvCxnSpPr>
            <p:cNvPr id="16" name="Google Shape;16;p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7" name="Google Shape;17;p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 name="Google Shape;18;p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9" name="Google Shape;19;p2"/>
          <p:cNvGrpSpPr/>
          <p:nvPr/>
        </p:nvGrpSpPr>
        <p:grpSpPr>
          <a:xfrm>
            <a:off x="190971" y="4646874"/>
            <a:ext cx="354384" cy="353556"/>
            <a:chOff x="749375" y="849500"/>
            <a:chExt cx="513600" cy="512400"/>
          </a:xfrm>
        </p:grpSpPr>
        <p:cxnSp>
          <p:nvCxnSpPr>
            <p:cNvPr id="20" name="Google Shape;20;p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21" name="Google Shape;21;p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 name="Google Shape;22;p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23" name="Google Shape;23;p2"/>
          <p:cNvGrpSpPr/>
          <p:nvPr/>
        </p:nvGrpSpPr>
        <p:grpSpPr>
          <a:xfrm>
            <a:off x="8598645" y="4646874"/>
            <a:ext cx="354384" cy="353556"/>
            <a:chOff x="749375" y="849500"/>
            <a:chExt cx="513600" cy="512400"/>
          </a:xfrm>
        </p:grpSpPr>
        <p:cxnSp>
          <p:nvCxnSpPr>
            <p:cNvPr id="24" name="Google Shape;24;p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25" name="Google Shape;25;p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 name="Google Shape;26;p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
        <p:nvSpPr>
          <p:cNvPr id="27" name="Google Shape;27;p2"/>
          <p:cNvSpPr/>
          <p:nvPr/>
        </p:nvSpPr>
        <p:spPr>
          <a:xfrm>
            <a:off x="5021700" y="283450"/>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78300" y="60712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txBox="1"/>
          <p:nvPr/>
        </p:nvSpPr>
        <p:spPr>
          <a:xfrm>
            <a:off x="5116050" y="323500"/>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30" name="Google Shape;30;p2"/>
          <p:cNvSpPr txBox="1"/>
          <p:nvPr/>
        </p:nvSpPr>
        <p:spPr>
          <a:xfrm>
            <a:off x="5872650" y="64717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grpSp>
        <p:nvGrpSpPr>
          <p:cNvPr id="31" name="Google Shape;31;p2"/>
          <p:cNvGrpSpPr/>
          <p:nvPr/>
        </p:nvGrpSpPr>
        <p:grpSpPr>
          <a:xfrm>
            <a:off x="531855" y="1260982"/>
            <a:ext cx="1998471" cy="2508398"/>
            <a:chOff x="431393" y="1151513"/>
            <a:chExt cx="2262762" cy="2840125"/>
          </a:xfrm>
        </p:grpSpPr>
        <p:sp>
          <p:nvSpPr>
            <p:cNvPr id="32" name="Google Shape;32;p2"/>
            <p:cNvSpPr/>
            <p:nvPr/>
          </p:nvSpPr>
          <p:spPr>
            <a:xfrm>
              <a:off x="464600" y="1188000"/>
              <a:ext cx="2196900" cy="2767500"/>
            </a:xfrm>
            <a:prstGeom prst="rect">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31393" y="115151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624855" y="115151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31393" y="392233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624855" y="392233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37;p2"/>
          <p:cNvGrpSpPr/>
          <p:nvPr/>
        </p:nvGrpSpPr>
        <p:grpSpPr>
          <a:xfrm>
            <a:off x="1099891" y="1996521"/>
            <a:ext cx="1600844" cy="2062714"/>
            <a:chOff x="1074550" y="1984325"/>
            <a:chExt cx="1812550" cy="2335500"/>
          </a:xfrm>
        </p:grpSpPr>
        <p:sp>
          <p:nvSpPr>
            <p:cNvPr id="38" name="Google Shape;38;p2"/>
            <p:cNvSpPr/>
            <p:nvPr/>
          </p:nvSpPr>
          <p:spPr>
            <a:xfrm>
              <a:off x="1074550" y="1984325"/>
              <a:ext cx="1805100" cy="23355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2"/>
            <p:cNvCxnSpPr/>
            <p:nvPr/>
          </p:nvCxnSpPr>
          <p:spPr>
            <a:xfrm>
              <a:off x="1081700" y="2335350"/>
              <a:ext cx="1805400" cy="0"/>
            </a:xfrm>
            <a:prstGeom prst="straightConnector1">
              <a:avLst/>
            </a:prstGeom>
            <a:noFill/>
            <a:ln w="9525" cap="flat" cmpd="sng">
              <a:solidFill>
                <a:schemeClr val="accent1"/>
              </a:solidFill>
              <a:prstDash val="solid"/>
              <a:round/>
              <a:headEnd type="none" w="med" len="med"/>
              <a:tailEnd type="none" w="med" len="med"/>
            </a:ln>
          </p:spPr>
        </p:cxnSp>
        <p:sp>
          <p:nvSpPr>
            <p:cNvPr id="40" name="Google Shape;40;p2"/>
            <p:cNvSpPr/>
            <p:nvPr/>
          </p:nvSpPr>
          <p:spPr>
            <a:xfrm>
              <a:off x="1189175" y="2084650"/>
              <a:ext cx="157500" cy="1575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425575" y="2084650"/>
              <a:ext cx="157500" cy="1575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661975" y="2084650"/>
              <a:ext cx="157500" cy="1575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2"/>
          <p:cNvSpPr/>
          <p:nvPr/>
        </p:nvSpPr>
        <p:spPr>
          <a:xfrm>
            <a:off x="2097349" y="3987229"/>
            <a:ext cx="261528" cy="271425"/>
          </a:xfrm>
          <a:custGeom>
            <a:avLst/>
            <a:gdLst/>
            <a:ahLst/>
            <a:cxnLst/>
            <a:rect l="l" t="t" r="r" b="b"/>
            <a:pathLst>
              <a:path w="22329" h="23174" extrusionOk="0">
                <a:moveTo>
                  <a:pt x="0" y="0"/>
                </a:moveTo>
                <a:lnTo>
                  <a:pt x="8241" y="23174"/>
                </a:lnTo>
                <a:lnTo>
                  <a:pt x="12397" y="13735"/>
                </a:lnTo>
                <a:lnTo>
                  <a:pt x="22329" y="1084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
        <p:cNvGrpSpPr/>
        <p:nvPr/>
      </p:nvGrpSpPr>
      <p:grpSpPr>
        <a:xfrm>
          <a:off x="0" y="0"/>
          <a:ext cx="0" cy="0"/>
          <a:chOff x="0" y="0"/>
          <a:chExt cx="0" cy="0"/>
        </a:xfrm>
      </p:grpSpPr>
      <p:sp>
        <p:nvSpPr>
          <p:cNvPr id="45" name="Google Shape;45;p3"/>
          <p:cNvSpPr txBox="1">
            <a:spLocks noGrp="1"/>
          </p:cNvSpPr>
          <p:nvPr>
            <p:ph type="title"/>
          </p:nvPr>
        </p:nvSpPr>
        <p:spPr>
          <a:xfrm>
            <a:off x="3323900" y="2135250"/>
            <a:ext cx="5091000" cy="1421700"/>
          </a:xfrm>
          <a:prstGeom prst="rect">
            <a:avLst/>
          </a:prstGeom>
        </p:spPr>
        <p:txBody>
          <a:bodyPr spcFirstLastPara="1" wrap="square" lIns="91425" tIns="91425" rIns="91425" bIns="91425" anchor="ctr" anchorCtr="0">
            <a:noAutofit/>
          </a:bodyPr>
          <a:lstStyle>
            <a:lvl1pPr lvl="0" algn="l">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46" name="Google Shape;46;p3"/>
          <p:cNvSpPr txBox="1">
            <a:spLocks noGrp="1"/>
          </p:cNvSpPr>
          <p:nvPr>
            <p:ph type="title" idx="2" hasCustomPrompt="1"/>
          </p:nvPr>
        </p:nvSpPr>
        <p:spPr>
          <a:xfrm>
            <a:off x="3388200" y="1146025"/>
            <a:ext cx="972900" cy="73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7200"/>
              <a:buNone/>
              <a:defRPr sz="4800">
                <a:solidFill>
                  <a:schemeClr val="dk1"/>
                </a:solidFill>
              </a:defRPr>
            </a:lvl1pPr>
            <a:lvl2pPr lvl="1" algn="ctr" rtl="0">
              <a:spcBef>
                <a:spcPts val="0"/>
              </a:spcBef>
              <a:spcAft>
                <a:spcPts val="0"/>
              </a:spcAft>
              <a:buClr>
                <a:schemeClr val="accent1"/>
              </a:buClr>
              <a:buSzPts val="7200"/>
              <a:buNone/>
              <a:defRPr sz="7200">
                <a:solidFill>
                  <a:schemeClr val="accent1"/>
                </a:solidFill>
              </a:defRPr>
            </a:lvl2pPr>
            <a:lvl3pPr lvl="2" algn="ctr" rtl="0">
              <a:spcBef>
                <a:spcPts val="0"/>
              </a:spcBef>
              <a:spcAft>
                <a:spcPts val="0"/>
              </a:spcAft>
              <a:buClr>
                <a:schemeClr val="accent1"/>
              </a:buClr>
              <a:buSzPts val="7200"/>
              <a:buNone/>
              <a:defRPr sz="7200">
                <a:solidFill>
                  <a:schemeClr val="accent1"/>
                </a:solidFill>
              </a:defRPr>
            </a:lvl3pPr>
            <a:lvl4pPr lvl="3" algn="ctr" rtl="0">
              <a:spcBef>
                <a:spcPts val="0"/>
              </a:spcBef>
              <a:spcAft>
                <a:spcPts val="0"/>
              </a:spcAft>
              <a:buClr>
                <a:schemeClr val="accent1"/>
              </a:buClr>
              <a:buSzPts val="7200"/>
              <a:buNone/>
              <a:defRPr sz="7200">
                <a:solidFill>
                  <a:schemeClr val="accent1"/>
                </a:solidFill>
              </a:defRPr>
            </a:lvl4pPr>
            <a:lvl5pPr lvl="4" algn="ctr" rtl="0">
              <a:spcBef>
                <a:spcPts val="0"/>
              </a:spcBef>
              <a:spcAft>
                <a:spcPts val="0"/>
              </a:spcAft>
              <a:buClr>
                <a:schemeClr val="accent1"/>
              </a:buClr>
              <a:buSzPts val="7200"/>
              <a:buNone/>
              <a:defRPr sz="7200">
                <a:solidFill>
                  <a:schemeClr val="accent1"/>
                </a:solidFill>
              </a:defRPr>
            </a:lvl5pPr>
            <a:lvl6pPr lvl="5" algn="ctr" rtl="0">
              <a:spcBef>
                <a:spcPts val="0"/>
              </a:spcBef>
              <a:spcAft>
                <a:spcPts val="0"/>
              </a:spcAft>
              <a:buClr>
                <a:schemeClr val="accent1"/>
              </a:buClr>
              <a:buSzPts val="7200"/>
              <a:buNone/>
              <a:defRPr sz="7200">
                <a:solidFill>
                  <a:schemeClr val="accent1"/>
                </a:solidFill>
              </a:defRPr>
            </a:lvl6pPr>
            <a:lvl7pPr lvl="6" algn="ctr" rtl="0">
              <a:spcBef>
                <a:spcPts val="0"/>
              </a:spcBef>
              <a:spcAft>
                <a:spcPts val="0"/>
              </a:spcAft>
              <a:buClr>
                <a:schemeClr val="accent1"/>
              </a:buClr>
              <a:buSzPts val="7200"/>
              <a:buNone/>
              <a:defRPr sz="7200">
                <a:solidFill>
                  <a:schemeClr val="accent1"/>
                </a:solidFill>
              </a:defRPr>
            </a:lvl7pPr>
            <a:lvl8pPr lvl="7" algn="ctr" rtl="0">
              <a:spcBef>
                <a:spcPts val="0"/>
              </a:spcBef>
              <a:spcAft>
                <a:spcPts val="0"/>
              </a:spcAft>
              <a:buClr>
                <a:schemeClr val="accent1"/>
              </a:buClr>
              <a:buSzPts val="7200"/>
              <a:buNone/>
              <a:defRPr sz="7200">
                <a:solidFill>
                  <a:schemeClr val="accent1"/>
                </a:solidFill>
              </a:defRPr>
            </a:lvl8pPr>
            <a:lvl9pPr lvl="8" algn="ctr" rtl="0">
              <a:spcBef>
                <a:spcPts val="0"/>
              </a:spcBef>
              <a:spcAft>
                <a:spcPts val="0"/>
              </a:spcAft>
              <a:buClr>
                <a:schemeClr val="accent1"/>
              </a:buClr>
              <a:buSzPts val="7200"/>
              <a:buNone/>
              <a:defRPr sz="7200">
                <a:solidFill>
                  <a:schemeClr val="accent1"/>
                </a:solidFill>
              </a:defRPr>
            </a:lvl9pPr>
          </a:lstStyle>
          <a:p>
            <a:r>
              <a:t>xx%</a:t>
            </a:r>
          </a:p>
        </p:txBody>
      </p:sp>
      <p:sp>
        <p:nvSpPr>
          <p:cNvPr id="47" name="Google Shape;47;p3"/>
          <p:cNvSpPr txBox="1">
            <a:spLocks noGrp="1"/>
          </p:cNvSpPr>
          <p:nvPr>
            <p:ph type="subTitle" idx="1"/>
          </p:nvPr>
        </p:nvSpPr>
        <p:spPr>
          <a:xfrm>
            <a:off x="3326764" y="3519868"/>
            <a:ext cx="5091000" cy="589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defRPr>
            </a:lvl1pPr>
            <a:lvl2pPr lvl="1" rtl="0">
              <a:spcBef>
                <a:spcPts val="0"/>
              </a:spcBef>
              <a:spcAft>
                <a:spcPts val="0"/>
              </a:spcAft>
              <a:buNone/>
              <a:defRPr sz="1800">
                <a:solidFill>
                  <a:schemeClr val="accent1"/>
                </a:solidFill>
              </a:defRPr>
            </a:lvl2pPr>
            <a:lvl3pPr lvl="2" rtl="0">
              <a:spcBef>
                <a:spcPts val="0"/>
              </a:spcBef>
              <a:spcAft>
                <a:spcPts val="0"/>
              </a:spcAft>
              <a:buNone/>
              <a:defRPr sz="1800">
                <a:solidFill>
                  <a:schemeClr val="accent1"/>
                </a:solidFill>
              </a:defRPr>
            </a:lvl3pPr>
            <a:lvl4pPr lvl="3" rtl="0">
              <a:spcBef>
                <a:spcPts val="0"/>
              </a:spcBef>
              <a:spcAft>
                <a:spcPts val="0"/>
              </a:spcAft>
              <a:buNone/>
              <a:defRPr sz="1800">
                <a:solidFill>
                  <a:schemeClr val="accent1"/>
                </a:solidFill>
              </a:defRPr>
            </a:lvl4pPr>
            <a:lvl5pPr lvl="4" rtl="0">
              <a:spcBef>
                <a:spcPts val="0"/>
              </a:spcBef>
              <a:spcAft>
                <a:spcPts val="0"/>
              </a:spcAft>
              <a:buNone/>
              <a:defRPr sz="1800">
                <a:solidFill>
                  <a:schemeClr val="accent1"/>
                </a:solidFill>
              </a:defRPr>
            </a:lvl5pPr>
            <a:lvl6pPr lvl="5" rtl="0">
              <a:spcBef>
                <a:spcPts val="0"/>
              </a:spcBef>
              <a:spcAft>
                <a:spcPts val="0"/>
              </a:spcAft>
              <a:buNone/>
              <a:defRPr sz="1800">
                <a:solidFill>
                  <a:schemeClr val="accent1"/>
                </a:solidFill>
              </a:defRPr>
            </a:lvl6pPr>
            <a:lvl7pPr lvl="6" rtl="0">
              <a:spcBef>
                <a:spcPts val="0"/>
              </a:spcBef>
              <a:spcAft>
                <a:spcPts val="0"/>
              </a:spcAft>
              <a:buNone/>
              <a:defRPr sz="1800">
                <a:solidFill>
                  <a:schemeClr val="accent1"/>
                </a:solidFill>
              </a:defRPr>
            </a:lvl7pPr>
            <a:lvl8pPr lvl="7" rtl="0">
              <a:spcBef>
                <a:spcPts val="0"/>
              </a:spcBef>
              <a:spcAft>
                <a:spcPts val="0"/>
              </a:spcAft>
              <a:buNone/>
              <a:defRPr sz="1800">
                <a:solidFill>
                  <a:schemeClr val="accent1"/>
                </a:solidFill>
              </a:defRPr>
            </a:lvl8pPr>
            <a:lvl9pPr lvl="8" rtl="0">
              <a:spcBef>
                <a:spcPts val="0"/>
              </a:spcBef>
              <a:spcAft>
                <a:spcPts val="0"/>
              </a:spcAft>
              <a:buNone/>
              <a:defRPr sz="1800">
                <a:solidFill>
                  <a:schemeClr val="accent1"/>
                </a:solidFill>
              </a:defRPr>
            </a:lvl9pPr>
          </a:lstStyle>
          <a:p>
            <a:endParaRPr/>
          </a:p>
        </p:txBody>
      </p:sp>
      <p:sp>
        <p:nvSpPr>
          <p:cNvPr id="48" name="Google Shape;48;p3"/>
          <p:cNvSpPr/>
          <p:nvPr/>
        </p:nvSpPr>
        <p:spPr>
          <a:xfrm>
            <a:off x="780850" y="117090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1432750" y="1170900"/>
            <a:ext cx="850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780850" y="183045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1432750" y="183045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780850" y="2490000"/>
            <a:ext cx="1189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780850" y="314955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txBox="1"/>
          <p:nvPr/>
        </p:nvSpPr>
        <p:spPr>
          <a:xfrm>
            <a:off x="888250" y="1224000"/>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55" name="Google Shape;55;p3"/>
          <p:cNvSpPr txBox="1"/>
          <p:nvPr/>
        </p:nvSpPr>
        <p:spPr>
          <a:xfrm>
            <a:off x="1488850" y="1224000"/>
            <a:ext cx="738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
        <p:nvSpPr>
          <p:cNvPr id="56" name="Google Shape;56;p3"/>
          <p:cNvSpPr txBox="1"/>
          <p:nvPr/>
        </p:nvSpPr>
        <p:spPr>
          <a:xfrm>
            <a:off x="888250" y="1883550"/>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1</a:t>
            </a:r>
            <a:endParaRPr sz="1600">
              <a:solidFill>
                <a:schemeClr val="accent1"/>
              </a:solidFill>
              <a:latin typeface="Encode Sans Black"/>
              <a:ea typeface="Encode Sans Black"/>
              <a:cs typeface="Encode Sans Black"/>
              <a:sym typeface="Encode Sans Black"/>
            </a:endParaRPr>
          </a:p>
        </p:txBody>
      </p:sp>
      <p:sp>
        <p:nvSpPr>
          <p:cNvPr id="57" name="Google Shape;57;p3"/>
          <p:cNvSpPr txBox="1"/>
          <p:nvPr/>
        </p:nvSpPr>
        <p:spPr>
          <a:xfrm>
            <a:off x="1540150" y="1883550"/>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2</a:t>
            </a:r>
            <a:endParaRPr sz="1600">
              <a:solidFill>
                <a:schemeClr val="accent1"/>
              </a:solidFill>
              <a:latin typeface="Encode Sans Black"/>
              <a:ea typeface="Encode Sans Black"/>
              <a:cs typeface="Encode Sans Black"/>
              <a:sym typeface="Encode Sans Black"/>
            </a:endParaRPr>
          </a:p>
        </p:txBody>
      </p:sp>
      <p:sp>
        <p:nvSpPr>
          <p:cNvPr id="58" name="Google Shape;58;p3"/>
          <p:cNvSpPr txBox="1"/>
          <p:nvPr/>
        </p:nvSpPr>
        <p:spPr>
          <a:xfrm>
            <a:off x="834550" y="2543100"/>
            <a:ext cx="1081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SHIFT</a:t>
            </a:r>
            <a:endParaRPr sz="1600">
              <a:solidFill>
                <a:schemeClr val="accent1"/>
              </a:solidFill>
              <a:latin typeface="Encode Sans Black"/>
              <a:ea typeface="Encode Sans Black"/>
              <a:cs typeface="Encode Sans Black"/>
              <a:sym typeface="Encode Sans Black"/>
            </a:endParaRPr>
          </a:p>
        </p:txBody>
      </p:sp>
      <p:sp>
        <p:nvSpPr>
          <p:cNvPr id="59" name="Google Shape;59;p3"/>
          <p:cNvSpPr txBox="1"/>
          <p:nvPr/>
        </p:nvSpPr>
        <p:spPr>
          <a:xfrm>
            <a:off x="888250" y="3202650"/>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C</a:t>
            </a:r>
            <a:endParaRPr sz="1600">
              <a:solidFill>
                <a:schemeClr val="accent1"/>
              </a:solidFill>
              <a:latin typeface="Encode Sans Black"/>
              <a:ea typeface="Encode Sans Black"/>
              <a:cs typeface="Encode Sans Black"/>
              <a:sym typeface="Encode Sans Black"/>
            </a:endParaRPr>
          </a:p>
        </p:txBody>
      </p:sp>
      <p:grpSp>
        <p:nvGrpSpPr>
          <p:cNvPr id="60" name="Google Shape;60;p3"/>
          <p:cNvGrpSpPr/>
          <p:nvPr/>
        </p:nvGrpSpPr>
        <p:grpSpPr>
          <a:xfrm>
            <a:off x="5504155" y="287238"/>
            <a:ext cx="3650995" cy="1725750"/>
            <a:chOff x="5504155" y="409488"/>
            <a:chExt cx="3650995" cy="1725750"/>
          </a:xfrm>
        </p:grpSpPr>
        <p:cxnSp>
          <p:nvCxnSpPr>
            <p:cNvPr id="61" name="Google Shape;61;p3"/>
            <p:cNvCxnSpPr>
              <a:stCxn id="62" idx="0"/>
            </p:cNvCxnSpPr>
            <p:nvPr/>
          </p:nvCxnSpPr>
          <p:spPr>
            <a:xfrm rot="10800000">
              <a:off x="5538805" y="444138"/>
              <a:ext cx="0" cy="1621800"/>
            </a:xfrm>
            <a:prstGeom prst="straightConnector1">
              <a:avLst/>
            </a:prstGeom>
            <a:noFill/>
            <a:ln w="9525" cap="flat" cmpd="sng">
              <a:solidFill>
                <a:schemeClr val="accent1"/>
              </a:solidFill>
              <a:prstDash val="solid"/>
              <a:round/>
              <a:headEnd type="none" w="med" len="med"/>
              <a:tailEnd type="none" w="med" len="med"/>
            </a:ln>
          </p:spPr>
        </p:cxnSp>
        <p:cxnSp>
          <p:nvCxnSpPr>
            <p:cNvPr id="63" name="Google Shape;63;p3"/>
            <p:cNvCxnSpPr/>
            <p:nvPr/>
          </p:nvCxnSpPr>
          <p:spPr>
            <a:xfrm rot="10800000">
              <a:off x="5573450" y="444150"/>
              <a:ext cx="3581700" cy="0"/>
            </a:xfrm>
            <a:prstGeom prst="straightConnector1">
              <a:avLst/>
            </a:prstGeom>
            <a:noFill/>
            <a:ln w="9525" cap="flat" cmpd="sng">
              <a:solidFill>
                <a:schemeClr val="accent1"/>
              </a:solidFill>
              <a:prstDash val="solid"/>
              <a:round/>
              <a:headEnd type="none" w="med" len="med"/>
              <a:tailEnd type="none" w="med" len="med"/>
            </a:ln>
          </p:spPr>
        </p:cxnSp>
        <p:sp>
          <p:nvSpPr>
            <p:cNvPr id="64" name="Google Shape;64;p3"/>
            <p:cNvSpPr/>
            <p:nvPr/>
          </p:nvSpPr>
          <p:spPr>
            <a:xfrm>
              <a:off x="5504155" y="40948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5504155" y="206593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 name="Google Shape;65;p3"/>
            <p:cNvCxnSpPr/>
            <p:nvPr/>
          </p:nvCxnSpPr>
          <p:spPr>
            <a:xfrm rot="10800000">
              <a:off x="5573350" y="2100600"/>
              <a:ext cx="1884000" cy="0"/>
            </a:xfrm>
            <a:prstGeom prst="straightConnector1">
              <a:avLst/>
            </a:prstGeom>
            <a:noFill/>
            <a:ln w="9525" cap="flat" cmpd="sng">
              <a:solidFill>
                <a:schemeClr val="accent1"/>
              </a:solidFill>
              <a:prstDash val="solid"/>
              <a:round/>
              <a:headEnd type="none" w="med" len="med"/>
              <a:tailEnd type="none" w="med" len="med"/>
            </a:ln>
          </p:spPr>
        </p:cxnSp>
        <p:sp>
          <p:nvSpPr>
            <p:cNvPr id="66" name="Google Shape;66;p3"/>
            <p:cNvSpPr/>
            <p:nvPr/>
          </p:nvSpPr>
          <p:spPr>
            <a:xfrm>
              <a:off x="7424005" y="206593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190971" y="143070"/>
            <a:ext cx="354384" cy="353556"/>
            <a:chOff x="749375" y="849500"/>
            <a:chExt cx="513600" cy="512400"/>
          </a:xfrm>
        </p:grpSpPr>
        <p:cxnSp>
          <p:nvCxnSpPr>
            <p:cNvPr id="68" name="Google Shape;68;p3"/>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69" name="Google Shape;69;p3"/>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 name="Google Shape;70;p3"/>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71" name="Google Shape;71;p3"/>
          <p:cNvGrpSpPr/>
          <p:nvPr/>
        </p:nvGrpSpPr>
        <p:grpSpPr>
          <a:xfrm>
            <a:off x="8598645" y="4646874"/>
            <a:ext cx="354384" cy="353556"/>
            <a:chOff x="749375" y="849500"/>
            <a:chExt cx="513600" cy="512400"/>
          </a:xfrm>
        </p:grpSpPr>
        <p:cxnSp>
          <p:nvCxnSpPr>
            <p:cNvPr id="72" name="Google Shape;72;p3"/>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73" name="Google Shape;73;p3"/>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 name="Google Shape;74;p3"/>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cxnSp>
        <p:nvCxnSpPr>
          <p:cNvPr id="75" name="Google Shape;75;p3"/>
          <p:cNvCxnSpPr/>
          <p:nvPr/>
        </p:nvCxnSpPr>
        <p:spPr>
          <a:xfrm>
            <a:off x="0" y="4742325"/>
            <a:ext cx="3438600" cy="0"/>
          </a:xfrm>
          <a:prstGeom prst="straightConnector1">
            <a:avLst/>
          </a:prstGeom>
          <a:noFill/>
          <a:ln w="9525" cap="flat" cmpd="sng">
            <a:solidFill>
              <a:schemeClr val="accent1"/>
            </a:solidFill>
            <a:prstDash val="solid"/>
            <a:round/>
            <a:headEnd type="none" w="med" len="med"/>
            <a:tailEnd type="none" w="med" len="med"/>
          </a:ln>
        </p:spPr>
      </p:cxnSp>
      <p:sp>
        <p:nvSpPr>
          <p:cNvPr id="76" name="Google Shape;76;p3"/>
          <p:cNvSpPr/>
          <p:nvPr/>
        </p:nvSpPr>
        <p:spPr>
          <a:xfrm>
            <a:off x="3388205" y="47076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7"/>
        <p:cNvGrpSpPr/>
        <p:nvPr/>
      </p:nvGrpSpPr>
      <p:grpSpPr>
        <a:xfrm>
          <a:off x="0" y="0"/>
          <a:ext cx="0" cy="0"/>
          <a:chOff x="0" y="0"/>
          <a:chExt cx="0" cy="0"/>
        </a:xfrm>
      </p:grpSpPr>
      <p:sp>
        <p:nvSpPr>
          <p:cNvPr id="78" name="Google Shape;78;p4"/>
          <p:cNvSpPr txBox="1">
            <a:spLocks noGrp="1"/>
          </p:cNvSpPr>
          <p:nvPr>
            <p:ph type="title"/>
          </p:nvPr>
        </p:nvSpPr>
        <p:spPr>
          <a:xfrm>
            <a:off x="726225" y="441350"/>
            <a:ext cx="7812900" cy="5727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4"/>
          <p:cNvSpPr txBox="1">
            <a:spLocks noGrp="1"/>
          </p:cNvSpPr>
          <p:nvPr>
            <p:ph type="subTitle" idx="1"/>
          </p:nvPr>
        </p:nvSpPr>
        <p:spPr>
          <a:xfrm>
            <a:off x="726225" y="1232150"/>
            <a:ext cx="7501200" cy="332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200"/>
            </a:lvl1pPr>
            <a:lvl2pPr lvl="1" algn="ctr" rtl="0">
              <a:spcBef>
                <a:spcPts val="0"/>
              </a:spcBef>
              <a:spcAft>
                <a:spcPts val="0"/>
              </a:spcAft>
              <a:buNone/>
              <a:defRPr sz="1200"/>
            </a:lvl2pPr>
            <a:lvl3pPr lvl="2" algn="ctr" rtl="0">
              <a:spcBef>
                <a:spcPts val="0"/>
              </a:spcBef>
              <a:spcAft>
                <a:spcPts val="0"/>
              </a:spcAft>
              <a:buNone/>
              <a:defRPr sz="1200"/>
            </a:lvl3pPr>
            <a:lvl4pPr lvl="3" algn="ctr" rtl="0">
              <a:spcBef>
                <a:spcPts val="0"/>
              </a:spcBef>
              <a:spcAft>
                <a:spcPts val="0"/>
              </a:spcAft>
              <a:buNone/>
              <a:defRPr sz="1200"/>
            </a:lvl4pPr>
            <a:lvl5pPr lvl="4" algn="ctr" rtl="0">
              <a:spcBef>
                <a:spcPts val="0"/>
              </a:spcBef>
              <a:spcAft>
                <a:spcPts val="0"/>
              </a:spcAft>
              <a:buNone/>
              <a:defRPr sz="1200"/>
            </a:lvl5pPr>
            <a:lvl6pPr lvl="5" algn="ctr" rtl="0">
              <a:spcBef>
                <a:spcPts val="0"/>
              </a:spcBef>
              <a:spcAft>
                <a:spcPts val="0"/>
              </a:spcAft>
              <a:buNone/>
              <a:defRPr sz="1200"/>
            </a:lvl6pPr>
            <a:lvl7pPr lvl="6" algn="ctr" rtl="0">
              <a:spcBef>
                <a:spcPts val="0"/>
              </a:spcBef>
              <a:spcAft>
                <a:spcPts val="0"/>
              </a:spcAft>
              <a:buNone/>
              <a:defRPr sz="1200"/>
            </a:lvl7pPr>
            <a:lvl8pPr lvl="7" algn="ctr" rtl="0">
              <a:spcBef>
                <a:spcPts val="0"/>
              </a:spcBef>
              <a:spcAft>
                <a:spcPts val="0"/>
              </a:spcAft>
              <a:buNone/>
              <a:defRPr sz="1200"/>
            </a:lvl8pPr>
            <a:lvl9pPr lvl="8" algn="ctr" rtl="0">
              <a:spcBef>
                <a:spcPts val="0"/>
              </a:spcBef>
              <a:spcAft>
                <a:spcPts val="0"/>
              </a:spcAft>
              <a:buNone/>
              <a:defRPr sz="1200"/>
            </a:lvl9pPr>
          </a:lstStyle>
          <a:p>
            <a:endParaRPr/>
          </a:p>
        </p:txBody>
      </p:sp>
      <p:grpSp>
        <p:nvGrpSpPr>
          <p:cNvPr id="80" name="Google Shape;80;p4"/>
          <p:cNvGrpSpPr/>
          <p:nvPr/>
        </p:nvGrpSpPr>
        <p:grpSpPr>
          <a:xfrm>
            <a:off x="363656" y="230813"/>
            <a:ext cx="8416688" cy="2139975"/>
            <a:chOff x="333506" y="230813"/>
            <a:chExt cx="8416688" cy="2139975"/>
          </a:xfrm>
        </p:grpSpPr>
        <p:cxnSp>
          <p:nvCxnSpPr>
            <p:cNvPr id="81" name="Google Shape;81;p4"/>
            <p:cNvCxnSpPr>
              <a:stCxn id="82" idx="3"/>
            </p:cNvCxnSpPr>
            <p:nvPr/>
          </p:nvCxnSpPr>
          <p:spPr>
            <a:xfrm>
              <a:off x="402806" y="265463"/>
              <a:ext cx="8311500" cy="0"/>
            </a:xfrm>
            <a:prstGeom prst="straightConnector1">
              <a:avLst/>
            </a:prstGeom>
            <a:noFill/>
            <a:ln w="9525" cap="flat" cmpd="sng">
              <a:solidFill>
                <a:schemeClr val="accent1"/>
              </a:solidFill>
              <a:prstDash val="solid"/>
              <a:round/>
              <a:headEnd type="none" w="med" len="med"/>
              <a:tailEnd type="none" w="med" len="med"/>
            </a:ln>
          </p:spPr>
        </p:cxnSp>
        <p:sp>
          <p:nvSpPr>
            <p:cNvPr id="82" name="Google Shape;82;p4"/>
            <p:cNvSpPr/>
            <p:nvPr/>
          </p:nvSpPr>
          <p:spPr>
            <a:xfrm>
              <a:off x="333506" y="23081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8680893" y="23081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8680893" y="230148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 name="Google Shape;85;p4"/>
            <p:cNvCxnSpPr>
              <a:stCxn id="84" idx="2"/>
            </p:cNvCxnSpPr>
            <p:nvPr/>
          </p:nvCxnSpPr>
          <p:spPr>
            <a:xfrm rot="10800000">
              <a:off x="8715543" y="230888"/>
              <a:ext cx="0" cy="2139900"/>
            </a:xfrm>
            <a:prstGeom prst="straightConnector1">
              <a:avLst/>
            </a:prstGeom>
            <a:noFill/>
            <a:ln w="9525" cap="flat" cmpd="sng">
              <a:solidFill>
                <a:schemeClr val="accent1"/>
              </a:solidFill>
              <a:prstDash val="solid"/>
              <a:round/>
              <a:headEnd type="none" w="med" len="med"/>
              <a:tailEnd type="none" w="med" len="med"/>
            </a:ln>
          </p:spPr>
        </p:cxnSp>
      </p:grpSp>
      <p:grpSp>
        <p:nvGrpSpPr>
          <p:cNvPr id="86" name="Google Shape;86;p4"/>
          <p:cNvGrpSpPr/>
          <p:nvPr/>
        </p:nvGrpSpPr>
        <p:grpSpPr>
          <a:xfrm>
            <a:off x="392553" y="4646871"/>
            <a:ext cx="2717345" cy="213055"/>
            <a:chOff x="392553" y="4646871"/>
            <a:chExt cx="2717345" cy="213055"/>
          </a:xfrm>
        </p:grpSpPr>
        <p:grpSp>
          <p:nvGrpSpPr>
            <p:cNvPr id="87" name="Google Shape;87;p4"/>
            <p:cNvGrpSpPr/>
            <p:nvPr/>
          </p:nvGrpSpPr>
          <p:grpSpPr>
            <a:xfrm>
              <a:off x="2422843" y="4664938"/>
              <a:ext cx="173144" cy="176919"/>
              <a:chOff x="1835125" y="2525550"/>
              <a:chExt cx="565275" cy="577600"/>
            </a:xfrm>
          </p:grpSpPr>
          <p:sp>
            <p:nvSpPr>
              <p:cNvPr id="88" name="Google Shape;88;p4"/>
              <p:cNvSpPr/>
              <p:nvPr/>
            </p:nvSpPr>
            <p:spPr>
              <a:xfrm>
                <a:off x="2160900" y="2525550"/>
                <a:ext cx="239500" cy="239525"/>
              </a:xfrm>
              <a:custGeom>
                <a:avLst/>
                <a:gdLst/>
                <a:ahLst/>
                <a:cxnLst/>
                <a:rect l="l" t="t" r="r" b="b"/>
                <a:pathLst>
                  <a:path w="9580" h="9581" extrusionOk="0">
                    <a:moveTo>
                      <a:pt x="3663" y="1"/>
                    </a:moveTo>
                    <a:lnTo>
                      <a:pt x="0" y="3734"/>
                    </a:lnTo>
                    <a:lnTo>
                      <a:pt x="5987" y="9580"/>
                    </a:lnTo>
                    <a:lnTo>
                      <a:pt x="9579" y="6058"/>
                    </a:lnTo>
                    <a:lnTo>
                      <a:pt x="36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1835125" y="2645300"/>
                <a:ext cx="450825" cy="457850"/>
              </a:xfrm>
              <a:custGeom>
                <a:avLst/>
                <a:gdLst/>
                <a:ahLst/>
                <a:cxnLst/>
                <a:rect l="l" t="t" r="r" b="b"/>
                <a:pathLst>
                  <a:path w="18033" h="18314" extrusionOk="0">
                    <a:moveTo>
                      <a:pt x="11622" y="0"/>
                    </a:moveTo>
                    <a:lnTo>
                      <a:pt x="4438" y="3452"/>
                    </a:lnTo>
                    <a:lnTo>
                      <a:pt x="0" y="14863"/>
                    </a:lnTo>
                    <a:lnTo>
                      <a:pt x="775" y="15778"/>
                    </a:lnTo>
                    <a:lnTo>
                      <a:pt x="7185" y="9862"/>
                    </a:lnTo>
                    <a:cubicBezTo>
                      <a:pt x="7185" y="9791"/>
                      <a:pt x="7114" y="9791"/>
                      <a:pt x="7114" y="9791"/>
                    </a:cubicBezTo>
                    <a:cubicBezTo>
                      <a:pt x="7114" y="9016"/>
                      <a:pt x="7748" y="8382"/>
                      <a:pt x="8523" y="8382"/>
                    </a:cubicBezTo>
                    <a:cubicBezTo>
                      <a:pt x="9298" y="8382"/>
                      <a:pt x="9932" y="9016"/>
                      <a:pt x="9932" y="9791"/>
                    </a:cubicBezTo>
                    <a:cubicBezTo>
                      <a:pt x="9932" y="10495"/>
                      <a:pt x="9368" y="11059"/>
                      <a:pt x="8664" y="11129"/>
                    </a:cubicBezTo>
                    <a:lnTo>
                      <a:pt x="2395" y="17398"/>
                    </a:lnTo>
                    <a:lnTo>
                      <a:pt x="3240" y="18314"/>
                    </a:lnTo>
                    <a:lnTo>
                      <a:pt x="15496" y="12961"/>
                    </a:lnTo>
                    <a:lnTo>
                      <a:pt x="18032" y="6410"/>
                    </a:lnTo>
                    <a:lnTo>
                      <a:pt x="116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4"/>
            <p:cNvSpPr/>
            <p:nvPr/>
          </p:nvSpPr>
          <p:spPr>
            <a:xfrm>
              <a:off x="392553" y="4672217"/>
              <a:ext cx="160739" cy="162362"/>
            </a:xfrm>
            <a:custGeom>
              <a:avLst/>
              <a:gdLst/>
              <a:ahLst/>
              <a:cxnLst/>
              <a:rect l="l" t="t" r="r" b="b"/>
              <a:pathLst>
                <a:path w="20991" h="21203" extrusionOk="0">
                  <a:moveTo>
                    <a:pt x="0" y="1"/>
                  </a:moveTo>
                  <a:lnTo>
                    <a:pt x="0" y="6059"/>
                  </a:lnTo>
                  <a:lnTo>
                    <a:pt x="3522" y="6059"/>
                  </a:lnTo>
                  <a:lnTo>
                    <a:pt x="3522" y="3523"/>
                  </a:lnTo>
                  <a:lnTo>
                    <a:pt x="8735" y="3523"/>
                  </a:lnTo>
                  <a:lnTo>
                    <a:pt x="8735" y="17681"/>
                  </a:lnTo>
                  <a:lnTo>
                    <a:pt x="6410" y="17681"/>
                  </a:lnTo>
                  <a:lnTo>
                    <a:pt x="6410" y="21202"/>
                  </a:lnTo>
                  <a:lnTo>
                    <a:pt x="14581" y="21202"/>
                  </a:lnTo>
                  <a:lnTo>
                    <a:pt x="14581" y="17681"/>
                  </a:lnTo>
                  <a:lnTo>
                    <a:pt x="12256" y="17681"/>
                  </a:lnTo>
                  <a:lnTo>
                    <a:pt x="12256" y="3523"/>
                  </a:lnTo>
                  <a:lnTo>
                    <a:pt x="17469" y="3523"/>
                  </a:lnTo>
                  <a:lnTo>
                    <a:pt x="17469" y="6059"/>
                  </a:lnTo>
                  <a:lnTo>
                    <a:pt x="20991" y="6059"/>
                  </a:lnTo>
                  <a:lnTo>
                    <a:pt x="209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 name="Google Shape;91;p4"/>
            <p:cNvGrpSpPr/>
            <p:nvPr/>
          </p:nvGrpSpPr>
          <p:grpSpPr>
            <a:xfrm>
              <a:off x="2923269" y="4661776"/>
              <a:ext cx="186629" cy="183244"/>
              <a:chOff x="1814000" y="3605650"/>
              <a:chExt cx="609300" cy="598250"/>
            </a:xfrm>
          </p:grpSpPr>
          <p:sp>
            <p:nvSpPr>
              <p:cNvPr id="92" name="Google Shape;92;p4"/>
              <p:cNvSpPr/>
              <p:nvPr/>
            </p:nvSpPr>
            <p:spPr>
              <a:xfrm>
                <a:off x="1814000" y="3965425"/>
                <a:ext cx="306400" cy="238475"/>
              </a:xfrm>
              <a:custGeom>
                <a:avLst/>
                <a:gdLst/>
                <a:ahLst/>
                <a:cxnLst/>
                <a:rect l="l" t="t" r="r" b="b"/>
                <a:pathLst>
                  <a:path w="12256" h="9539" extrusionOk="0">
                    <a:moveTo>
                      <a:pt x="8656" y="1"/>
                    </a:moveTo>
                    <a:cubicBezTo>
                      <a:pt x="7940" y="1"/>
                      <a:pt x="7214" y="162"/>
                      <a:pt x="6621" y="446"/>
                    </a:cubicBezTo>
                    <a:cubicBezTo>
                      <a:pt x="5142" y="1150"/>
                      <a:pt x="4085" y="2488"/>
                      <a:pt x="3099" y="3897"/>
                    </a:cubicBezTo>
                    <a:cubicBezTo>
                      <a:pt x="2184" y="5306"/>
                      <a:pt x="1338" y="6715"/>
                      <a:pt x="0" y="7771"/>
                    </a:cubicBezTo>
                    <a:cubicBezTo>
                      <a:pt x="992" y="9027"/>
                      <a:pt x="2665" y="9539"/>
                      <a:pt x="4265" y="9539"/>
                    </a:cubicBezTo>
                    <a:cubicBezTo>
                      <a:pt x="4370" y="9539"/>
                      <a:pt x="4474" y="9536"/>
                      <a:pt x="4578" y="9532"/>
                    </a:cubicBezTo>
                    <a:cubicBezTo>
                      <a:pt x="6691" y="9532"/>
                      <a:pt x="8805" y="8828"/>
                      <a:pt x="10213" y="7278"/>
                    </a:cubicBezTo>
                    <a:cubicBezTo>
                      <a:pt x="11481" y="5940"/>
                      <a:pt x="12256" y="3474"/>
                      <a:pt x="11552" y="1643"/>
                    </a:cubicBezTo>
                    <a:cubicBezTo>
                      <a:pt x="11105" y="483"/>
                      <a:pt x="9895" y="1"/>
                      <a:pt x="8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2058750" y="3605650"/>
                <a:ext cx="364550" cy="402625"/>
              </a:xfrm>
              <a:custGeom>
                <a:avLst/>
                <a:gdLst/>
                <a:ahLst/>
                <a:cxnLst/>
                <a:rect l="l" t="t" r="r" b="b"/>
                <a:pathLst>
                  <a:path w="14582" h="16105" extrusionOk="0">
                    <a:moveTo>
                      <a:pt x="13416" y="0"/>
                    </a:moveTo>
                    <a:cubicBezTo>
                      <a:pt x="12991" y="0"/>
                      <a:pt x="12516" y="145"/>
                      <a:pt x="12116" y="327"/>
                    </a:cubicBezTo>
                    <a:cubicBezTo>
                      <a:pt x="9580" y="1806"/>
                      <a:pt x="7256" y="3708"/>
                      <a:pt x="5213" y="5891"/>
                    </a:cubicBezTo>
                    <a:cubicBezTo>
                      <a:pt x="3311" y="7934"/>
                      <a:pt x="1057" y="10117"/>
                      <a:pt x="1" y="12794"/>
                    </a:cubicBezTo>
                    <a:cubicBezTo>
                      <a:pt x="11" y="12774"/>
                      <a:pt x="44" y="12765"/>
                      <a:pt x="96" y="12765"/>
                    </a:cubicBezTo>
                    <a:cubicBezTo>
                      <a:pt x="407" y="12765"/>
                      <a:pt x="1359" y="13086"/>
                      <a:pt x="1480" y="13146"/>
                    </a:cubicBezTo>
                    <a:cubicBezTo>
                      <a:pt x="1832" y="13358"/>
                      <a:pt x="2255" y="13569"/>
                      <a:pt x="2536" y="13851"/>
                    </a:cubicBezTo>
                    <a:cubicBezTo>
                      <a:pt x="3311" y="14485"/>
                      <a:pt x="3875" y="15259"/>
                      <a:pt x="4227" y="16105"/>
                    </a:cubicBezTo>
                    <a:cubicBezTo>
                      <a:pt x="7960" y="13287"/>
                      <a:pt x="11130" y="9624"/>
                      <a:pt x="13313" y="5398"/>
                    </a:cubicBezTo>
                    <a:cubicBezTo>
                      <a:pt x="13947" y="4130"/>
                      <a:pt x="14581" y="2722"/>
                      <a:pt x="14581" y="1242"/>
                    </a:cubicBezTo>
                    <a:cubicBezTo>
                      <a:pt x="14511" y="961"/>
                      <a:pt x="14511" y="679"/>
                      <a:pt x="14370" y="468"/>
                    </a:cubicBezTo>
                    <a:cubicBezTo>
                      <a:pt x="14165" y="127"/>
                      <a:pt x="13813" y="0"/>
                      <a:pt x="134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4;p4"/>
            <p:cNvGrpSpPr/>
            <p:nvPr/>
          </p:nvGrpSpPr>
          <p:grpSpPr>
            <a:xfrm>
              <a:off x="1924576" y="4646871"/>
              <a:ext cx="170984" cy="213055"/>
              <a:chOff x="1838650" y="1275300"/>
              <a:chExt cx="558225" cy="695575"/>
            </a:xfrm>
          </p:grpSpPr>
          <p:sp>
            <p:nvSpPr>
              <p:cNvPr id="95" name="Google Shape;95;p4"/>
              <p:cNvSpPr/>
              <p:nvPr/>
            </p:nvSpPr>
            <p:spPr>
              <a:xfrm>
                <a:off x="1838650" y="1391525"/>
                <a:ext cx="558225" cy="579350"/>
              </a:xfrm>
              <a:custGeom>
                <a:avLst/>
                <a:gdLst/>
                <a:ahLst/>
                <a:cxnLst/>
                <a:rect l="l" t="t" r="r" b="b"/>
                <a:pathLst>
                  <a:path w="22329" h="23174" extrusionOk="0">
                    <a:moveTo>
                      <a:pt x="0" y="0"/>
                    </a:moveTo>
                    <a:lnTo>
                      <a:pt x="8241" y="23174"/>
                    </a:lnTo>
                    <a:lnTo>
                      <a:pt x="12397" y="13735"/>
                    </a:lnTo>
                    <a:lnTo>
                      <a:pt x="22329" y="1084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p:nvPr/>
            </p:nvSpPr>
            <p:spPr>
              <a:xfrm>
                <a:off x="2159125" y="1275300"/>
                <a:ext cx="195500" cy="200775"/>
              </a:xfrm>
              <a:custGeom>
                <a:avLst/>
                <a:gdLst/>
                <a:ahLst/>
                <a:cxnLst/>
                <a:rect l="l" t="t" r="r" b="b"/>
                <a:pathLst>
                  <a:path w="7820" h="8031" extrusionOk="0">
                    <a:moveTo>
                      <a:pt x="2818" y="0"/>
                    </a:moveTo>
                    <a:lnTo>
                      <a:pt x="2818" y="3029"/>
                    </a:lnTo>
                    <a:lnTo>
                      <a:pt x="1" y="3029"/>
                    </a:lnTo>
                    <a:lnTo>
                      <a:pt x="1" y="4931"/>
                    </a:lnTo>
                    <a:lnTo>
                      <a:pt x="2818" y="4931"/>
                    </a:lnTo>
                    <a:lnTo>
                      <a:pt x="2818" y="8030"/>
                    </a:lnTo>
                    <a:lnTo>
                      <a:pt x="5002" y="8030"/>
                    </a:lnTo>
                    <a:lnTo>
                      <a:pt x="5002" y="4931"/>
                    </a:lnTo>
                    <a:lnTo>
                      <a:pt x="7819" y="4931"/>
                    </a:lnTo>
                    <a:lnTo>
                      <a:pt x="7819" y="3029"/>
                    </a:lnTo>
                    <a:lnTo>
                      <a:pt x="5002" y="3029"/>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4"/>
            <p:cNvGrpSpPr/>
            <p:nvPr/>
          </p:nvGrpSpPr>
          <p:grpSpPr>
            <a:xfrm>
              <a:off x="1414984" y="4658468"/>
              <a:ext cx="182310" cy="189860"/>
              <a:chOff x="5096350" y="1532400"/>
              <a:chExt cx="595200" cy="619850"/>
            </a:xfrm>
          </p:grpSpPr>
          <p:sp>
            <p:nvSpPr>
              <p:cNvPr id="98" name="Google Shape;98;p4"/>
              <p:cNvSpPr/>
              <p:nvPr/>
            </p:nvSpPr>
            <p:spPr>
              <a:xfrm>
                <a:off x="5096350" y="1713775"/>
                <a:ext cx="452575" cy="438475"/>
              </a:xfrm>
              <a:custGeom>
                <a:avLst/>
                <a:gdLst/>
                <a:ahLst/>
                <a:cxnLst/>
                <a:rect l="l" t="t" r="r" b="b"/>
                <a:pathLst>
                  <a:path w="18103" h="17539" extrusionOk="0">
                    <a:moveTo>
                      <a:pt x="15637" y="0"/>
                    </a:moveTo>
                    <a:lnTo>
                      <a:pt x="0" y="15003"/>
                    </a:lnTo>
                    <a:lnTo>
                      <a:pt x="2465" y="17539"/>
                    </a:lnTo>
                    <a:lnTo>
                      <a:pt x="18102" y="2536"/>
                    </a:lnTo>
                    <a:lnTo>
                      <a:pt x="15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5143875" y="1541200"/>
                <a:ext cx="281775" cy="283525"/>
              </a:xfrm>
              <a:custGeom>
                <a:avLst/>
                <a:gdLst/>
                <a:ahLst/>
                <a:cxnLst/>
                <a:rect l="l" t="t" r="r" b="b"/>
                <a:pathLst>
                  <a:path w="11271" h="11341" extrusionOk="0">
                    <a:moveTo>
                      <a:pt x="6904" y="0"/>
                    </a:moveTo>
                    <a:lnTo>
                      <a:pt x="4720" y="4156"/>
                    </a:lnTo>
                    <a:lnTo>
                      <a:pt x="1" y="4367"/>
                    </a:lnTo>
                    <a:lnTo>
                      <a:pt x="4157" y="6551"/>
                    </a:lnTo>
                    <a:lnTo>
                      <a:pt x="4297" y="11341"/>
                    </a:lnTo>
                    <a:lnTo>
                      <a:pt x="6551" y="7114"/>
                    </a:lnTo>
                    <a:lnTo>
                      <a:pt x="11271" y="6974"/>
                    </a:lnTo>
                    <a:lnTo>
                      <a:pt x="7115" y="4720"/>
                    </a:lnTo>
                    <a:lnTo>
                      <a:pt x="6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5483750" y="1532400"/>
                <a:ext cx="191950" cy="191950"/>
              </a:xfrm>
              <a:custGeom>
                <a:avLst/>
                <a:gdLst/>
                <a:ahLst/>
                <a:cxnLst/>
                <a:rect l="l" t="t" r="r" b="b"/>
                <a:pathLst>
                  <a:path w="7678" h="7678" extrusionOk="0">
                    <a:moveTo>
                      <a:pt x="4719" y="0"/>
                    </a:moveTo>
                    <a:lnTo>
                      <a:pt x="3240" y="2818"/>
                    </a:lnTo>
                    <a:lnTo>
                      <a:pt x="0" y="2959"/>
                    </a:lnTo>
                    <a:lnTo>
                      <a:pt x="2818" y="4438"/>
                    </a:lnTo>
                    <a:lnTo>
                      <a:pt x="2958" y="7678"/>
                    </a:lnTo>
                    <a:lnTo>
                      <a:pt x="4438" y="4860"/>
                    </a:lnTo>
                    <a:lnTo>
                      <a:pt x="7678" y="4719"/>
                    </a:lnTo>
                    <a:lnTo>
                      <a:pt x="4860" y="3240"/>
                    </a:lnTo>
                    <a:lnTo>
                      <a:pt x="47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5554175" y="1764825"/>
                <a:ext cx="137375" cy="137375"/>
              </a:xfrm>
              <a:custGeom>
                <a:avLst/>
                <a:gdLst/>
                <a:ahLst/>
                <a:cxnLst/>
                <a:rect l="l" t="t" r="r" b="b"/>
                <a:pathLst>
                  <a:path w="5495" h="5495" extrusionOk="0">
                    <a:moveTo>
                      <a:pt x="3382" y="1"/>
                    </a:moveTo>
                    <a:lnTo>
                      <a:pt x="2325" y="2044"/>
                    </a:lnTo>
                    <a:lnTo>
                      <a:pt x="1" y="2114"/>
                    </a:lnTo>
                    <a:lnTo>
                      <a:pt x="2043" y="3171"/>
                    </a:lnTo>
                    <a:lnTo>
                      <a:pt x="2114" y="5495"/>
                    </a:lnTo>
                    <a:lnTo>
                      <a:pt x="3170" y="3452"/>
                    </a:lnTo>
                    <a:lnTo>
                      <a:pt x="5495" y="3382"/>
                    </a:lnTo>
                    <a:lnTo>
                      <a:pt x="3452" y="2325"/>
                    </a:lnTo>
                    <a:lnTo>
                      <a:pt x="3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4"/>
            <p:cNvGrpSpPr/>
            <p:nvPr/>
          </p:nvGrpSpPr>
          <p:grpSpPr>
            <a:xfrm>
              <a:off x="880574" y="4661703"/>
              <a:ext cx="207128" cy="183389"/>
              <a:chOff x="5071675" y="238125"/>
              <a:chExt cx="676225" cy="598725"/>
            </a:xfrm>
          </p:grpSpPr>
          <p:sp>
            <p:nvSpPr>
              <p:cNvPr id="103" name="Google Shape;103;p4"/>
              <p:cNvSpPr/>
              <p:nvPr/>
            </p:nvSpPr>
            <p:spPr>
              <a:xfrm>
                <a:off x="5071675" y="486400"/>
                <a:ext cx="389200" cy="350450"/>
              </a:xfrm>
              <a:custGeom>
                <a:avLst/>
                <a:gdLst/>
                <a:ahLst/>
                <a:cxnLst/>
                <a:rect l="l" t="t" r="r" b="b"/>
                <a:pathLst>
                  <a:path w="15568" h="14018" extrusionOk="0">
                    <a:moveTo>
                      <a:pt x="14440" y="1198"/>
                    </a:moveTo>
                    <a:lnTo>
                      <a:pt x="14440" y="12820"/>
                    </a:lnTo>
                    <a:lnTo>
                      <a:pt x="1128" y="12820"/>
                    </a:lnTo>
                    <a:lnTo>
                      <a:pt x="1128" y="1198"/>
                    </a:lnTo>
                    <a:close/>
                    <a:moveTo>
                      <a:pt x="1" y="1"/>
                    </a:moveTo>
                    <a:lnTo>
                      <a:pt x="1" y="14018"/>
                    </a:lnTo>
                    <a:lnTo>
                      <a:pt x="15567" y="14018"/>
                    </a:lnTo>
                    <a:lnTo>
                      <a:pt x="155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5226650" y="238125"/>
                <a:ext cx="521250" cy="433200"/>
              </a:xfrm>
              <a:custGeom>
                <a:avLst/>
                <a:gdLst/>
                <a:ahLst/>
                <a:cxnLst/>
                <a:rect l="l" t="t" r="r" b="b"/>
                <a:pathLst>
                  <a:path w="20850" h="17328" extrusionOk="0">
                    <a:moveTo>
                      <a:pt x="19652" y="1197"/>
                    </a:moveTo>
                    <a:lnTo>
                      <a:pt x="19652" y="16201"/>
                    </a:lnTo>
                    <a:lnTo>
                      <a:pt x="1198" y="16201"/>
                    </a:lnTo>
                    <a:lnTo>
                      <a:pt x="1198" y="1197"/>
                    </a:lnTo>
                    <a:close/>
                    <a:moveTo>
                      <a:pt x="0" y="0"/>
                    </a:moveTo>
                    <a:lnTo>
                      <a:pt x="0" y="17327"/>
                    </a:lnTo>
                    <a:lnTo>
                      <a:pt x="20850" y="17327"/>
                    </a:lnTo>
                    <a:lnTo>
                      <a:pt x="20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5485500" y="343775"/>
                <a:ext cx="144425" cy="128575"/>
              </a:xfrm>
              <a:custGeom>
                <a:avLst/>
                <a:gdLst/>
                <a:ahLst/>
                <a:cxnLst/>
                <a:rect l="l" t="t" r="r" b="b"/>
                <a:pathLst>
                  <a:path w="5777" h="5143" extrusionOk="0">
                    <a:moveTo>
                      <a:pt x="5002" y="0"/>
                    </a:moveTo>
                    <a:lnTo>
                      <a:pt x="1" y="4297"/>
                    </a:lnTo>
                    <a:lnTo>
                      <a:pt x="775" y="5142"/>
                    </a:lnTo>
                    <a:lnTo>
                      <a:pt x="5776" y="845"/>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5570025" y="310300"/>
                <a:ext cx="93350" cy="100400"/>
              </a:xfrm>
              <a:custGeom>
                <a:avLst/>
                <a:gdLst/>
                <a:ahLst/>
                <a:cxnLst/>
                <a:rect l="l" t="t" r="r" b="b"/>
                <a:pathLst>
                  <a:path w="3734" h="4016" extrusionOk="0">
                    <a:moveTo>
                      <a:pt x="0" y="1"/>
                    </a:moveTo>
                    <a:lnTo>
                      <a:pt x="3452" y="4016"/>
                    </a:lnTo>
                    <a:lnTo>
                      <a:pt x="3734" y="283"/>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7" name="Google Shape;107;p4"/>
          <p:cNvGrpSpPr/>
          <p:nvPr/>
        </p:nvGrpSpPr>
        <p:grpSpPr>
          <a:xfrm>
            <a:off x="8598645" y="4646874"/>
            <a:ext cx="354384" cy="353556"/>
            <a:chOff x="749375" y="849500"/>
            <a:chExt cx="513600" cy="512400"/>
          </a:xfrm>
        </p:grpSpPr>
        <p:cxnSp>
          <p:nvCxnSpPr>
            <p:cNvPr id="108" name="Google Shape;108;p4"/>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09" name="Google Shape;109;p4"/>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0" name="Google Shape;110;p4"/>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1"/>
        <p:cNvGrpSpPr/>
        <p:nvPr/>
      </p:nvGrpSpPr>
      <p:grpSpPr>
        <a:xfrm>
          <a:off x="0" y="0"/>
          <a:ext cx="0" cy="0"/>
          <a:chOff x="0" y="0"/>
          <a:chExt cx="0" cy="0"/>
        </a:xfrm>
      </p:grpSpPr>
      <p:sp>
        <p:nvSpPr>
          <p:cNvPr id="112" name="Google Shape;112;p5"/>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13" name="Google Shape;113;p5"/>
          <p:cNvSpPr txBox="1">
            <a:spLocks noGrp="1"/>
          </p:cNvSpPr>
          <p:nvPr>
            <p:ph type="subTitle" idx="1"/>
          </p:nvPr>
        </p:nvSpPr>
        <p:spPr>
          <a:xfrm>
            <a:off x="726225" y="1357200"/>
            <a:ext cx="2036100" cy="396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114" name="Google Shape;114;p5"/>
          <p:cNvSpPr txBox="1">
            <a:spLocks noGrp="1"/>
          </p:cNvSpPr>
          <p:nvPr>
            <p:ph type="subTitle" idx="2"/>
          </p:nvPr>
        </p:nvSpPr>
        <p:spPr>
          <a:xfrm>
            <a:off x="726225" y="1715075"/>
            <a:ext cx="2036100" cy="985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a:endParaRPr/>
          </a:p>
        </p:txBody>
      </p:sp>
      <p:sp>
        <p:nvSpPr>
          <p:cNvPr id="115" name="Google Shape;115;p5"/>
          <p:cNvSpPr txBox="1">
            <a:spLocks noGrp="1"/>
          </p:cNvSpPr>
          <p:nvPr>
            <p:ph type="subTitle" idx="3"/>
          </p:nvPr>
        </p:nvSpPr>
        <p:spPr>
          <a:xfrm>
            <a:off x="6381663" y="3012025"/>
            <a:ext cx="20361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116" name="Google Shape;116;p5"/>
          <p:cNvSpPr txBox="1">
            <a:spLocks noGrp="1"/>
          </p:cNvSpPr>
          <p:nvPr>
            <p:ph type="subTitle" idx="4"/>
          </p:nvPr>
        </p:nvSpPr>
        <p:spPr>
          <a:xfrm>
            <a:off x="6381663" y="3369903"/>
            <a:ext cx="2036100" cy="9855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17" name="Google Shape;117;p5"/>
          <p:cNvSpPr/>
          <p:nvPr/>
        </p:nvSpPr>
        <p:spPr>
          <a:xfrm>
            <a:off x="938450" y="315820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590350" y="3158200"/>
            <a:ext cx="850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938450" y="381775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1590350" y="381775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2242250" y="3817750"/>
            <a:ext cx="1189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txBox="1"/>
          <p:nvPr/>
        </p:nvSpPr>
        <p:spPr>
          <a:xfrm>
            <a:off x="1045850" y="3211300"/>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123" name="Google Shape;123;p5"/>
          <p:cNvSpPr txBox="1"/>
          <p:nvPr/>
        </p:nvSpPr>
        <p:spPr>
          <a:xfrm>
            <a:off x="1646450" y="3211300"/>
            <a:ext cx="738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
        <p:nvSpPr>
          <p:cNvPr id="124" name="Google Shape;124;p5"/>
          <p:cNvSpPr txBox="1"/>
          <p:nvPr/>
        </p:nvSpPr>
        <p:spPr>
          <a:xfrm>
            <a:off x="1045850" y="3870850"/>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1</a:t>
            </a:r>
            <a:endParaRPr sz="1600">
              <a:solidFill>
                <a:schemeClr val="accent1"/>
              </a:solidFill>
              <a:latin typeface="Encode Sans Black"/>
              <a:ea typeface="Encode Sans Black"/>
              <a:cs typeface="Encode Sans Black"/>
              <a:sym typeface="Encode Sans Black"/>
            </a:endParaRPr>
          </a:p>
        </p:txBody>
      </p:sp>
      <p:sp>
        <p:nvSpPr>
          <p:cNvPr id="125" name="Google Shape;125;p5"/>
          <p:cNvSpPr txBox="1"/>
          <p:nvPr/>
        </p:nvSpPr>
        <p:spPr>
          <a:xfrm>
            <a:off x="1697750" y="3870850"/>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2</a:t>
            </a:r>
            <a:endParaRPr sz="1600">
              <a:solidFill>
                <a:schemeClr val="accent1"/>
              </a:solidFill>
              <a:latin typeface="Encode Sans Black"/>
              <a:ea typeface="Encode Sans Black"/>
              <a:cs typeface="Encode Sans Black"/>
              <a:sym typeface="Encode Sans Black"/>
            </a:endParaRPr>
          </a:p>
        </p:txBody>
      </p:sp>
      <p:sp>
        <p:nvSpPr>
          <p:cNvPr id="126" name="Google Shape;126;p5"/>
          <p:cNvSpPr txBox="1"/>
          <p:nvPr/>
        </p:nvSpPr>
        <p:spPr>
          <a:xfrm>
            <a:off x="2295950" y="3870850"/>
            <a:ext cx="1081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SHIFT</a:t>
            </a:r>
            <a:endParaRPr sz="1600">
              <a:solidFill>
                <a:schemeClr val="accent1"/>
              </a:solidFill>
              <a:latin typeface="Encode Sans Black"/>
              <a:ea typeface="Encode Sans Black"/>
              <a:cs typeface="Encode Sans Black"/>
              <a:sym typeface="Encode Sans Black"/>
            </a:endParaRPr>
          </a:p>
        </p:txBody>
      </p:sp>
      <p:grpSp>
        <p:nvGrpSpPr>
          <p:cNvPr id="127" name="Google Shape;127;p5"/>
          <p:cNvGrpSpPr/>
          <p:nvPr/>
        </p:nvGrpSpPr>
        <p:grpSpPr>
          <a:xfrm>
            <a:off x="190971" y="143070"/>
            <a:ext cx="354384" cy="353556"/>
            <a:chOff x="749375" y="849500"/>
            <a:chExt cx="513600" cy="512400"/>
          </a:xfrm>
        </p:grpSpPr>
        <p:cxnSp>
          <p:nvCxnSpPr>
            <p:cNvPr id="128" name="Google Shape;128;p5"/>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29" name="Google Shape;129;p5"/>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0" name="Google Shape;130;p5"/>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31" name="Google Shape;131;p5"/>
          <p:cNvGrpSpPr/>
          <p:nvPr/>
        </p:nvGrpSpPr>
        <p:grpSpPr>
          <a:xfrm>
            <a:off x="5019700" y="1390363"/>
            <a:ext cx="4157025" cy="1644500"/>
            <a:chOff x="5019700" y="1390363"/>
            <a:chExt cx="4157025" cy="1644500"/>
          </a:xfrm>
        </p:grpSpPr>
        <p:cxnSp>
          <p:nvCxnSpPr>
            <p:cNvPr id="132" name="Google Shape;132;p5"/>
            <p:cNvCxnSpPr/>
            <p:nvPr/>
          </p:nvCxnSpPr>
          <p:spPr>
            <a:xfrm>
              <a:off x="5064700" y="1428188"/>
              <a:ext cx="0" cy="773700"/>
            </a:xfrm>
            <a:prstGeom prst="straightConnector1">
              <a:avLst/>
            </a:prstGeom>
            <a:noFill/>
            <a:ln w="9525" cap="flat" cmpd="sng">
              <a:solidFill>
                <a:schemeClr val="accent1"/>
              </a:solidFill>
              <a:prstDash val="dash"/>
              <a:round/>
              <a:headEnd type="none" w="med" len="med"/>
              <a:tailEnd type="none" w="med" len="med"/>
            </a:ln>
          </p:spPr>
        </p:cxnSp>
        <p:cxnSp>
          <p:nvCxnSpPr>
            <p:cNvPr id="133" name="Google Shape;133;p5"/>
            <p:cNvCxnSpPr/>
            <p:nvPr/>
          </p:nvCxnSpPr>
          <p:spPr>
            <a:xfrm>
              <a:off x="5079025" y="2216188"/>
              <a:ext cx="3510300" cy="0"/>
            </a:xfrm>
            <a:prstGeom prst="straightConnector1">
              <a:avLst/>
            </a:prstGeom>
            <a:noFill/>
            <a:ln w="9525" cap="flat" cmpd="sng">
              <a:solidFill>
                <a:schemeClr val="accent1"/>
              </a:solidFill>
              <a:prstDash val="dash"/>
              <a:round/>
              <a:headEnd type="none" w="med" len="med"/>
              <a:tailEnd type="none" w="med" len="med"/>
            </a:ln>
          </p:spPr>
        </p:cxnSp>
        <p:cxnSp>
          <p:nvCxnSpPr>
            <p:cNvPr id="134" name="Google Shape;134;p5"/>
            <p:cNvCxnSpPr/>
            <p:nvPr/>
          </p:nvCxnSpPr>
          <p:spPr>
            <a:xfrm>
              <a:off x="8589325" y="2216188"/>
              <a:ext cx="0" cy="773700"/>
            </a:xfrm>
            <a:prstGeom prst="straightConnector1">
              <a:avLst/>
            </a:prstGeom>
            <a:noFill/>
            <a:ln w="9525" cap="flat" cmpd="sng">
              <a:solidFill>
                <a:schemeClr val="accent1"/>
              </a:solidFill>
              <a:prstDash val="dash"/>
              <a:round/>
              <a:headEnd type="none" w="med" len="med"/>
              <a:tailEnd type="none" w="med" len="med"/>
            </a:ln>
          </p:spPr>
        </p:cxnSp>
        <p:sp>
          <p:nvSpPr>
            <p:cNvPr id="135" name="Google Shape;135;p5"/>
            <p:cNvSpPr/>
            <p:nvPr/>
          </p:nvSpPr>
          <p:spPr>
            <a:xfrm>
              <a:off x="5019700" y="2171188"/>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8544325" y="2171188"/>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544325" y="2944863"/>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5"/>
            <p:cNvGrpSpPr/>
            <p:nvPr/>
          </p:nvGrpSpPr>
          <p:grpSpPr>
            <a:xfrm>
              <a:off x="8309850" y="2365888"/>
              <a:ext cx="149700" cy="149700"/>
              <a:chOff x="8309850" y="944875"/>
              <a:chExt cx="149700" cy="149700"/>
            </a:xfrm>
          </p:grpSpPr>
          <p:sp>
            <p:nvSpPr>
              <p:cNvPr id="139" name="Google Shape;139;p5"/>
              <p:cNvSpPr/>
              <p:nvPr/>
            </p:nvSpPr>
            <p:spPr>
              <a:xfrm>
                <a:off x="8309850" y="944875"/>
                <a:ext cx="149700" cy="1497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8363550" y="9985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1" name="Google Shape;141;p5"/>
            <p:cNvCxnSpPr/>
            <p:nvPr/>
          </p:nvCxnSpPr>
          <p:spPr>
            <a:xfrm>
              <a:off x="8337775" y="2070988"/>
              <a:ext cx="503100" cy="290400"/>
            </a:xfrm>
            <a:prstGeom prst="straightConnector1">
              <a:avLst/>
            </a:prstGeom>
            <a:noFill/>
            <a:ln w="9525" cap="flat" cmpd="sng">
              <a:solidFill>
                <a:schemeClr val="accent1"/>
              </a:solidFill>
              <a:prstDash val="solid"/>
              <a:round/>
              <a:headEnd type="oval" w="med" len="med"/>
              <a:tailEnd type="oval" w="med" len="med"/>
            </a:ln>
          </p:spPr>
        </p:cxnSp>
        <p:cxnSp>
          <p:nvCxnSpPr>
            <p:cNvPr id="142" name="Google Shape;142;p5"/>
            <p:cNvCxnSpPr/>
            <p:nvPr/>
          </p:nvCxnSpPr>
          <p:spPr>
            <a:xfrm>
              <a:off x="5079025" y="1435363"/>
              <a:ext cx="4097700" cy="0"/>
            </a:xfrm>
            <a:prstGeom prst="straightConnector1">
              <a:avLst/>
            </a:prstGeom>
            <a:noFill/>
            <a:ln w="9525" cap="flat" cmpd="sng">
              <a:solidFill>
                <a:schemeClr val="accent1"/>
              </a:solidFill>
              <a:prstDash val="dash"/>
              <a:round/>
              <a:headEnd type="none" w="med" len="med"/>
              <a:tailEnd type="none" w="med" len="med"/>
            </a:ln>
          </p:spPr>
        </p:cxnSp>
        <p:sp>
          <p:nvSpPr>
            <p:cNvPr id="143" name="Google Shape;143;p5"/>
            <p:cNvSpPr/>
            <p:nvPr/>
          </p:nvSpPr>
          <p:spPr>
            <a:xfrm>
              <a:off x="5019700" y="1390363"/>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3507800" y="441350"/>
            <a:ext cx="50094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146" name="Google Shape;146;p6"/>
          <p:cNvGrpSpPr/>
          <p:nvPr/>
        </p:nvGrpSpPr>
        <p:grpSpPr>
          <a:xfrm>
            <a:off x="190971" y="143070"/>
            <a:ext cx="354384" cy="353556"/>
            <a:chOff x="749375" y="849500"/>
            <a:chExt cx="513600" cy="512400"/>
          </a:xfrm>
        </p:grpSpPr>
        <p:cxnSp>
          <p:nvCxnSpPr>
            <p:cNvPr id="147" name="Google Shape;147;p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48" name="Google Shape;148;p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9" name="Google Shape;149;p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50" name="Google Shape;150;p6"/>
          <p:cNvGrpSpPr/>
          <p:nvPr/>
        </p:nvGrpSpPr>
        <p:grpSpPr>
          <a:xfrm>
            <a:off x="8598645" y="143070"/>
            <a:ext cx="354384" cy="353556"/>
            <a:chOff x="749375" y="849500"/>
            <a:chExt cx="513600" cy="512400"/>
          </a:xfrm>
        </p:grpSpPr>
        <p:cxnSp>
          <p:nvCxnSpPr>
            <p:cNvPr id="151" name="Google Shape;151;p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52" name="Google Shape;152;p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54" name="Google Shape;154;p6"/>
          <p:cNvGrpSpPr/>
          <p:nvPr/>
        </p:nvGrpSpPr>
        <p:grpSpPr>
          <a:xfrm>
            <a:off x="190971" y="4646874"/>
            <a:ext cx="354384" cy="353556"/>
            <a:chOff x="749375" y="849500"/>
            <a:chExt cx="513600" cy="512400"/>
          </a:xfrm>
        </p:grpSpPr>
        <p:cxnSp>
          <p:nvCxnSpPr>
            <p:cNvPr id="155" name="Google Shape;155;p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56" name="Google Shape;156;p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7" name="Google Shape;157;p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58" name="Google Shape;158;p6"/>
          <p:cNvGrpSpPr/>
          <p:nvPr/>
        </p:nvGrpSpPr>
        <p:grpSpPr>
          <a:xfrm>
            <a:off x="8598645" y="4646874"/>
            <a:ext cx="354384" cy="353556"/>
            <a:chOff x="749375" y="849500"/>
            <a:chExt cx="513600" cy="512400"/>
          </a:xfrm>
        </p:grpSpPr>
        <p:cxnSp>
          <p:nvCxnSpPr>
            <p:cNvPr id="159" name="Google Shape;159;p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60" name="Google Shape;160;p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1" name="Google Shape;161;p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
        <p:nvSpPr>
          <p:cNvPr id="162" name="Google Shape;162;p6"/>
          <p:cNvSpPr/>
          <p:nvPr/>
        </p:nvSpPr>
        <p:spPr>
          <a:xfrm>
            <a:off x="234975" y="338292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a:off x="8413250" y="1699750"/>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txBox="1"/>
          <p:nvPr/>
        </p:nvSpPr>
        <p:spPr>
          <a:xfrm>
            <a:off x="329325" y="342297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165" name="Google Shape;165;p6"/>
          <p:cNvSpPr txBox="1"/>
          <p:nvPr/>
        </p:nvSpPr>
        <p:spPr>
          <a:xfrm>
            <a:off x="8507600" y="1739800"/>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6"/>
        <p:cNvGrpSpPr/>
        <p:nvPr/>
      </p:nvGrpSpPr>
      <p:grpSpPr>
        <a:xfrm>
          <a:off x="0" y="0"/>
          <a:ext cx="0" cy="0"/>
          <a:chOff x="0" y="0"/>
          <a:chExt cx="0" cy="0"/>
        </a:xfrm>
      </p:grpSpPr>
      <p:sp>
        <p:nvSpPr>
          <p:cNvPr id="167" name="Google Shape;167;p7"/>
          <p:cNvSpPr txBox="1">
            <a:spLocks noGrp="1"/>
          </p:cNvSpPr>
          <p:nvPr>
            <p:ph type="title"/>
          </p:nvPr>
        </p:nvSpPr>
        <p:spPr>
          <a:xfrm>
            <a:off x="647750" y="441350"/>
            <a:ext cx="78483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68" name="Google Shape;168;p7"/>
          <p:cNvSpPr txBox="1">
            <a:spLocks noGrp="1"/>
          </p:cNvSpPr>
          <p:nvPr>
            <p:ph type="subTitle" idx="1"/>
          </p:nvPr>
        </p:nvSpPr>
        <p:spPr>
          <a:xfrm>
            <a:off x="2823675" y="2632175"/>
            <a:ext cx="3496500" cy="1240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grpSp>
        <p:nvGrpSpPr>
          <p:cNvPr id="169" name="Google Shape;169;p7"/>
          <p:cNvGrpSpPr/>
          <p:nvPr/>
        </p:nvGrpSpPr>
        <p:grpSpPr>
          <a:xfrm>
            <a:off x="190971" y="143070"/>
            <a:ext cx="354384" cy="353556"/>
            <a:chOff x="749375" y="849500"/>
            <a:chExt cx="513600" cy="512400"/>
          </a:xfrm>
        </p:grpSpPr>
        <p:cxnSp>
          <p:nvCxnSpPr>
            <p:cNvPr id="170" name="Google Shape;170;p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71" name="Google Shape;171;p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73" name="Google Shape;173;p7"/>
          <p:cNvGrpSpPr/>
          <p:nvPr/>
        </p:nvGrpSpPr>
        <p:grpSpPr>
          <a:xfrm>
            <a:off x="8598645" y="143070"/>
            <a:ext cx="354384" cy="353556"/>
            <a:chOff x="749375" y="849500"/>
            <a:chExt cx="513600" cy="512400"/>
          </a:xfrm>
        </p:grpSpPr>
        <p:cxnSp>
          <p:nvCxnSpPr>
            <p:cNvPr id="174" name="Google Shape;174;p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75" name="Google Shape;175;p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6" name="Google Shape;176;p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77" name="Google Shape;177;p7"/>
          <p:cNvGrpSpPr/>
          <p:nvPr/>
        </p:nvGrpSpPr>
        <p:grpSpPr>
          <a:xfrm>
            <a:off x="190971" y="4646874"/>
            <a:ext cx="354384" cy="353556"/>
            <a:chOff x="749375" y="849500"/>
            <a:chExt cx="513600" cy="512400"/>
          </a:xfrm>
        </p:grpSpPr>
        <p:cxnSp>
          <p:nvCxnSpPr>
            <p:cNvPr id="178" name="Google Shape;178;p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79" name="Google Shape;179;p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0" name="Google Shape;180;p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181" name="Google Shape;181;p7"/>
          <p:cNvGrpSpPr/>
          <p:nvPr/>
        </p:nvGrpSpPr>
        <p:grpSpPr>
          <a:xfrm>
            <a:off x="8598645" y="4646874"/>
            <a:ext cx="354384" cy="353556"/>
            <a:chOff x="749375" y="849500"/>
            <a:chExt cx="513600" cy="512400"/>
          </a:xfrm>
        </p:grpSpPr>
        <p:cxnSp>
          <p:nvCxnSpPr>
            <p:cNvPr id="182" name="Google Shape;182;p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183" name="Google Shape;183;p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4" name="Google Shape;184;p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
        <p:nvSpPr>
          <p:cNvPr id="185" name="Google Shape;185;p7"/>
          <p:cNvSpPr/>
          <p:nvPr/>
        </p:nvSpPr>
        <p:spPr>
          <a:xfrm>
            <a:off x="726225" y="279072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7"/>
          <p:cNvSpPr/>
          <p:nvPr/>
        </p:nvSpPr>
        <p:spPr>
          <a:xfrm>
            <a:off x="1060175" y="349407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7"/>
          <p:cNvSpPr txBox="1"/>
          <p:nvPr/>
        </p:nvSpPr>
        <p:spPr>
          <a:xfrm>
            <a:off x="820575" y="283077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188" name="Google Shape;188;p7"/>
          <p:cNvSpPr txBox="1"/>
          <p:nvPr/>
        </p:nvSpPr>
        <p:spPr>
          <a:xfrm>
            <a:off x="1154525" y="353412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189" name="Google Shape;189;p7"/>
          <p:cNvSpPr/>
          <p:nvPr/>
        </p:nvSpPr>
        <p:spPr>
          <a:xfrm>
            <a:off x="1571375" y="739275"/>
            <a:ext cx="7809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txBox="1"/>
          <p:nvPr/>
        </p:nvSpPr>
        <p:spPr>
          <a:xfrm>
            <a:off x="1618475" y="779325"/>
            <a:ext cx="6867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1"/>
        <p:cNvGrpSpPr/>
        <p:nvPr/>
      </p:nvGrpSpPr>
      <p:grpSpPr>
        <a:xfrm>
          <a:off x="0" y="0"/>
          <a:ext cx="0" cy="0"/>
          <a:chOff x="0" y="0"/>
          <a:chExt cx="0" cy="0"/>
        </a:xfrm>
      </p:grpSpPr>
      <p:cxnSp>
        <p:nvCxnSpPr>
          <p:cNvPr id="192" name="Google Shape;192;p8"/>
          <p:cNvCxnSpPr/>
          <p:nvPr/>
        </p:nvCxnSpPr>
        <p:spPr>
          <a:xfrm rot="-5400000" flipH="1">
            <a:off x="2812000" y="547775"/>
            <a:ext cx="1081800" cy="600"/>
          </a:xfrm>
          <a:prstGeom prst="bentConnector3">
            <a:avLst>
              <a:gd name="adj1" fmla="val 50000"/>
            </a:avLst>
          </a:prstGeom>
          <a:noFill/>
          <a:ln w="9525" cap="flat" cmpd="sng">
            <a:solidFill>
              <a:schemeClr val="accent1"/>
            </a:solidFill>
            <a:prstDash val="dash"/>
            <a:round/>
            <a:headEnd type="none" w="med" len="med"/>
            <a:tailEnd type="none" w="med" len="med"/>
          </a:ln>
        </p:spPr>
      </p:cxnSp>
      <p:cxnSp>
        <p:nvCxnSpPr>
          <p:cNvPr id="193" name="Google Shape;193;p8"/>
          <p:cNvCxnSpPr/>
          <p:nvPr/>
        </p:nvCxnSpPr>
        <p:spPr>
          <a:xfrm flipH="1">
            <a:off x="924150" y="1088975"/>
            <a:ext cx="2414100" cy="600"/>
          </a:xfrm>
          <a:prstGeom prst="bentConnector3">
            <a:avLst>
              <a:gd name="adj1" fmla="val 50000"/>
            </a:avLst>
          </a:prstGeom>
          <a:noFill/>
          <a:ln w="9525" cap="flat" cmpd="sng">
            <a:solidFill>
              <a:schemeClr val="accent1"/>
            </a:solidFill>
            <a:prstDash val="dash"/>
            <a:round/>
            <a:headEnd type="none" w="med" len="med"/>
            <a:tailEnd type="none" w="med" len="med"/>
          </a:ln>
        </p:spPr>
      </p:cxnSp>
      <p:cxnSp>
        <p:nvCxnSpPr>
          <p:cNvPr id="194" name="Google Shape;194;p8"/>
          <p:cNvCxnSpPr/>
          <p:nvPr/>
        </p:nvCxnSpPr>
        <p:spPr>
          <a:xfrm>
            <a:off x="924150" y="1089575"/>
            <a:ext cx="0" cy="3065400"/>
          </a:xfrm>
          <a:prstGeom prst="straightConnector1">
            <a:avLst/>
          </a:prstGeom>
          <a:noFill/>
          <a:ln w="9525" cap="flat" cmpd="sng">
            <a:solidFill>
              <a:schemeClr val="accent1"/>
            </a:solidFill>
            <a:prstDash val="dash"/>
            <a:round/>
            <a:headEnd type="none" w="med" len="med"/>
            <a:tailEnd type="none" w="med" len="med"/>
          </a:ln>
        </p:spPr>
      </p:cxnSp>
      <p:cxnSp>
        <p:nvCxnSpPr>
          <p:cNvPr id="195" name="Google Shape;195;p8"/>
          <p:cNvCxnSpPr>
            <a:endCxn id="196" idx="2"/>
          </p:cNvCxnSpPr>
          <p:nvPr/>
        </p:nvCxnSpPr>
        <p:spPr>
          <a:xfrm>
            <a:off x="916975" y="4147750"/>
            <a:ext cx="7435500" cy="0"/>
          </a:xfrm>
          <a:prstGeom prst="straightConnector1">
            <a:avLst/>
          </a:prstGeom>
          <a:noFill/>
          <a:ln w="9525" cap="flat" cmpd="sng">
            <a:solidFill>
              <a:schemeClr val="accent1"/>
            </a:solidFill>
            <a:prstDash val="dash"/>
            <a:round/>
            <a:headEnd type="none" w="med" len="med"/>
            <a:tailEnd type="none" w="med" len="med"/>
          </a:ln>
        </p:spPr>
      </p:cxnSp>
      <p:sp>
        <p:nvSpPr>
          <p:cNvPr id="197" name="Google Shape;197;p8"/>
          <p:cNvSpPr/>
          <p:nvPr/>
        </p:nvSpPr>
        <p:spPr>
          <a:xfrm>
            <a:off x="3302350" y="1038725"/>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8"/>
          <p:cNvSpPr/>
          <p:nvPr/>
        </p:nvSpPr>
        <p:spPr>
          <a:xfrm>
            <a:off x="873600" y="1038725"/>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a:off x="873600" y="4097200"/>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8"/>
          <p:cNvSpPr/>
          <p:nvPr/>
        </p:nvSpPr>
        <p:spPr>
          <a:xfrm>
            <a:off x="8352475" y="4097200"/>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8"/>
          <p:cNvCxnSpPr/>
          <p:nvPr/>
        </p:nvCxnSpPr>
        <p:spPr>
          <a:xfrm rot="10800000" flipH="1">
            <a:off x="649500" y="930725"/>
            <a:ext cx="549300" cy="317100"/>
          </a:xfrm>
          <a:prstGeom prst="straightConnector1">
            <a:avLst/>
          </a:prstGeom>
          <a:noFill/>
          <a:ln w="9525" cap="flat" cmpd="sng">
            <a:solidFill>
              <a:schemeClr val="accent1"/>
            </a:solidFill>
            <a:prstDash val="solid"/>
            <a:round/>
            <a:headEnd type="oval" w="med" len="med"/>
            <a:tailEnd type="oval" w="med" len="med"/>
          </a:ln>
        </p:spPr>
      </p:cxnSp>
      <p:cxnSp>
        <p:nvCxnSpPr>
          <p:cNvPr id="201" name="Google Shape;201;p8"/>
          <p:cNvCxnSpPr/>
          <p:nvPr/>
        </p:nvCxnSpPr>
        <p:spPr>
          <a:xfrm>
            <a:off x="639900" y="3983650"/>
            <a:ext cx="568500" cy="328200"/>
          </a:xfrm>
          <a:prstGeom prst="straightConnector1">
            <a:avLst/>
          </a:prstGeom>
          <a:noFill/>
          <a:ln w="9525" cap="flat" cmpd="sng">
            <a:solidFill>
              <a:schemeClr val="accent1"/>
            </a:solidFill>
            <a:prstDash val="solid"/>
            <a:round/>
            <a:headEnd type="oval" w="med" len="med"/>
            <a:tailEnd type="oval" w="med" len="med"/>
          </a:ln>
        </p:spPr>
      </p:cxnSp>
      <p:cxnSp>
        <p:nvCxnSpPr>
          <p:cNvPr id="202" name="Google Shape;202;p8"/>
          <p:cNvCxnSpPr/>
          <p:nvPr/>
        </p:nvCxnSpPr>
        <p:spPr>
          <a:xfrm rot="10800000" flipH="1">
            <a:off x="8128375" y="3994750"/>
            <a:ext cx="549300" cy="317100"/>
          </a:xfrm>
          <a:prstGeom prst="straightConnector1">
            <a:avLst/>
          </a:prstGeom>
          <a:noFill/>
          <a:ln w="9525" cap="flat" cmpd="sng">
            <a:solidFill>
              <a:schemeClr val="accent1"/>
            </a:solidFill>
            <a:prstDash val="solid"/>
            <a:round/>
            <a:headEnd type="oval" w="med" len="med"/>
            <a:tailEnd type="oval" w="med" len="med"/>
          </a:ln>
        </p:spPr>
      </p:cxnSp>
      <p:grpSp>
        <p:nvGrpSpPr>
          <p:cNvPr id="203" name="Google Shape;203;p8"/>
          <p:cNvGrpSpPr/>
          <p:nvPr/>
        </p:nvGrpSpPr>
        <p:grpSpPr>
          <a:xfrm>
            <a:off x="1053050" y="1239300"/>
            <a:ext cx="101100" cy="101100"/>
            <a:chOff x="1053050" y="1239300"/>
            <a:chExt cx="101100" cy="101100"/>
          </a:xfrm>
        </p:grpSpPr>
        <p:sp>
          <p:nvSpPr>
            <p:cNvPr id="204" name="Google Shape;204;p8"/>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8"/>
          <p:cNvGrpSpPr/>
          <p:nvPr/>
        </p:nvGrpSpPr>
        <p:grpSpPr>
          <a:xfrm>
            <a:off x="1053050" y="3893650"/>
            <a:ext cx="101100" cy="101100"/>
            <a:chOff x="1053050" y="1239300"/>
            <a:chExt cx="101100" cy="101100"/>
          </a:xfrm>
        </p:grpSpPr>
        <p:sp>
          <p:nvSpPr>
            <p:cNvPr id="207" name="Google Shape;207;p8"/>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8"/>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9" name="Google Shape;209;p8"/>
          <p:cNvCxnSpPr/>
          <p:nvPr/>
        </p:nvCxnSpPr>
        <p:spPr>
          <a:xfrm rot="10800000" flipH="1">
            <a:off x="3078250" y="930725"/>
            <a:ext cx="549300" cy="317100"/>
          </a:xfrm>
          <a:prstGeom prst="straightConnector1">
            <a:avLst/>
          </a:prstGeom>
          <a:noFill/>
          <a:ln w="9525" cap="flat" cmpd="sng">
            <a:solidFill>
              <a:schemeClr val="accent1"/>
            </a:solidFill>
            <a:prstDash val="solid"/>
            <a:round/>
            <a:headEnd type="oval" w="med" len="med"/>
            <a:tailEnd type="oval" w="med" len="med"/>
          </a:ln>
        </p:spPr>
      </p:cxnSp>
      <p:grpSp>
        <p:nvGrpSpPr>
          <p:cNvPr id="210" name="Google Shape;210;p8"/>
          <p:cNvGrpSpPr/>
          <p:nvPr/>
        </p:nvGrpSpPr>
        <p:grpSpPr>
          <a:xfrm>
            <a:off x="3130511" y="873159"/>
            <a:ext cx="101100" cy="101100"/>
            <a:chOff x="1053050" y="1239300"/>
            <a:chExt cx="101100" cy="101100"/>
          </a:xfrm>
        </p:grpSpPr>
        <p:sp>
          <p:nvSpPr>
            <p:cNvPr id="211" name="Google Shape;211;p8"/>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8"/>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8"/>
          <p:cNvGrpSpPr/>
          <p:nvPr/>
        </p:nvGrpSpPr>
        <p:grpSpPr>
          <a:xfrm>
            <a:off x="7061450" y="424875"/>
            <a:ext cx="997656" cy="997656"/>
            <a:chOff x="62549" y="1649"/>
            <a:chExt cx="1327200" cy="1327200"/>
          </a:xfrm>
        </p:grpSpPr>
        <p:sp>
          <p:nvSpPr>
            <p:cNvPr id="214" name="Google Shape;214;p8"/>
            <p:cNvSpPr/>
            <p:nvPr/>
          </p:nvSpPr>
          <p:spPr>
            <a:xfrm>
              <a:off x="225675" y="164750"/>
              <a:ext cx="1001100" cy="10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349250" y="288325"/>
              <a:ext cx="753900" cy="753900"/>
            </a:xfrm>
            <a:prstGeom prst="pie">
              <a:avLst>
                <a:gd name="adj1" fmla="val 0"/>
                <a:gd name="adj2" fmla="val 1620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rot="10800000">
              <a:off x="62549" y="1649"/>
              <a:ext cx="1327200" cy="1327200"/>
            </a:xfrm>
            <a:prstGeom prst="pie">
              <a:avLst>
                <a:gd name="adj1" fmla="val 0"/>
                <a:gd name="adj2" fmla="val 5449711"/>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 name="Google Shape;217;p8"/>
          <p:cNvSpPr txBox="1">
            <a:spLocks noGrp="1"/>
          </p:cNvSpPr>
          <p:nvPr>
            <p:ph type="title"/>
          </p:nvPr>
        </p:nvSpPr>
        <p:spPr>
          <a:xfrm>
            <a:off x="2014800" y="1807050"/>
            <a:ext cx="5114400" cy="152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8"/>
        <p:cNvGrpSpPr/>
        <p:nvPr/>
      </p:nvGrpSpPr>
      <p:grpSpPr>
        <a:xfrm>
          <a:off x="0" y="0"/>
          <a:ext cx="0" cy="0"/>
          <a:chOff x="0" y="0"/>
          <a:chExt cx="0" cy="0"/>
        </a:xfrm>
      </p:grpSpPr>
      <p:sp>
        <p:nvSpPr>
          <p:cNvPr id="219" name="Google Shape;219;p9"/>
          <p:cNvSpPr txBox="1">
            <a:spLocks noGrp="1"/>
          </p:cNvSpPr>
          <p:nvPr>
            <p:ph type="title"/>
          </p:nvPr>
        </p:nvSpPr>
        <p:spPr>
          <a:xfrm>
            <a:off x="726225" y="667975"/>
            <a:ext cx="5114400" cy="1125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sz="9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20" name="Google Shape;220;p9"/>
          <p:cNvSpPr txBox="1">
            <a:spLocks noGrp="1"/>
          </p:cNvSpPr>
          <p:nvPr>
            <p:ph type="subTitle" idx="1"/>
          </p:nvPr>
        </p:nvSpPr>
        <p:spPr>
          <a:xfrm>
            <a:off x="3975125" y="2974150"/>
            <a:ext cx="3876000" cy="994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a:endParaRPr/>
          </a:p>
        </p:txBody>
      </p:sp>
      <p:grpSp>
        <p:nvGrpSpPr>
          <p:cNvPr id="221" name="Google Shape;221;p9"/>
          <p:cNvGrpSpPr/>
          <p:nvPr/>
        </p:nvGrpSpPr>
        <p:grpSpPr>
          <a:xfrm>
            <a:off x="190971" y="143070"/>
            <a:ext cx="354384" cy="353556"/>
            <a:chOff x="749375" y="849500"/>
            <a:chExt cx="513600" cy="512400"/>
          </a:xfrm>
        </p:grpSpPr>
        <p:cxnSp>
          <p:nvCxnSpPr>
            <p:cNvPr id="222" name="Google Shape;222;p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223" name="Google Shape;223;p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4" name="Google Shape;224;p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225" name="Google Shape;225;p9"/>
          <p:cNvGrpSpPr/>
          <p:nvPr/>
        </p:nvGrpSpPr>
        <p:grpSpPr>
          <a:xfrm>
            <a:off x="8598645" y="143070"/>
            <a:ext cx="354384" cy="353556"/>
            <a:chOff x="749375" y="849500"/>
            <a:chExt cx="513600" cy="512400"/>
          </a:xfrm>
        </p:grpSpPr>
        <p:cxnSp>
          <p:nvCxnSpPr>
            <p:cNvPr id="226" name="Google Shape;226;p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227" name="Google Shape;227;p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8" name="Google Shape;228;p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229" name="Google Shape;229;p9"/>
          <p:cNvGrpSpPr/>
          <p:nvPr/>
        </p:nvGrpSpPr>
        <p:grpSpPr>
          <a:xfrm>
            <a:off x="190971" y="4646874"/>
            <a:ext cx="354384" cy="353556"/>
            <a:chOff x="749375" y="849500"/>
            <a:chExt cx="513600" cy="512400"/>
          </a:xfrm>
        </p:grpSpPr>
        <p:cxnSp>
          <p:nvCxnSpPr>
            <p:cNvPr id="230" name="Google Shape;230;p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231" name="Google Shape;231;p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2" name="Google Shape;232;p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233" name="Google Shape;233;p9"/>
          <p:cNvGrpSpPr/>
          <p:nvPr/>
        </p:nvGrpSpPr>
        <p:grpSpPr>
          <a:xfrm>
            <a:off x="8598645" y="4646874"/>
            <a:ext cx="354384" cy="353556"/>
            <a:chOff x="749375" y="849500"/>
            <a:chExt cx="513600" cy="512400"/>
          </a:xfrm>
        </p:grpSpPr>
        <p:cxnSp>
          <p:nvCxnSpPr>
            <p:cNvPr id="234" name="Google Shape;234;p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235" name="Google Shape;235;p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6" name="Google Shape;236;p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237" name="Google Shape;237;p9"/>
          <p:cNvGrpSpPr/>
          <p:nvPr/>
        </p:nvGrpSpPr>
        <p:grpSpPr>
          <a:xfrm>
            <a:off x="3128411" y="7175"/>
            <a:ext cx="3492825" cy="5129150"/>
            <a:chOff x="3128411" y="7175"/>
            <a:chExt cx="3492825" cy="5129150"/>
          </a:xfrm>
        </p:grpSpPr>
        <p:cxnSp>
          <p:nvCxnSpPr>
            <p:cNvPr id="238" name="Google Shape;238;p9"/>
            <p:cNvCxnSpPr/>
            <p:nvPr/>
          </p:nvCxnSpPr>
          <p:spPr>
            <a:xfrm>
              <a:off x="6576225" y="7175"/>
              <a:ext cx="0" cy="2349600"/>
            </a:xfrm>
            <a:prstGeom prst="straightConnector1">
              <a:avLst/>
            </a:prstGeom>
            <a:noFill/>
            <a:ln w="9525" cap="flat" cmpd="sng">
              <a:solidFill>
                <a:schemeClr val="accent1"/>
              </a:solidFill>
              <a:prstDash val="solid"/>
              <a:round/>
              <a:headEnd type="none" w="med" len="med"/>
              <a:tailEnd type="none" w="med" len="med"/>
            </a:ln>
          </p:spPr>
        </p:cxnSp>
        <p:cxnSp>
          <p:nvCxnSpPr>
            <p:cNvPr id="239" name="Google Shape;239;p9"/>
            <p:cNvCxnSpPr/>
            <p:nvPr/>
          </p:nvCxnSpPr>
          <p:spPr>
            <a:xfrm rot="10800000">
              <a:off x="3180800" y="2356775"/>
              <a:ext cx="3402600" cy="0"/>
            </a:xfrm>
            <a:prstGeom prst="straightConnector1">
              <a:avLst/>
            </a:prstGeom>
            <a:noFill/>
            <a:ln w="9525" cap="flat" cmpd="sng">
              <a:solidFill>
                <a:schemeClr val="accent1"/>
              </a:solidFill>
              <a:prstDash val="solid"/>
              <a:round/>
              <a:headEnd type="none" w="med" len="med"/>
              <a:tailEnd type="none" w="med" len="med"/>
            </a:ln>
          </p:spPr>
        </p:cxnSp>
        <p:cxnSp>
          <p:nvCxnSpPr>
            <p:cNvPr id="240" name="Google Shape;240;p9"/>
            <p:cNvCxnSpPr/>
            <p:nvPr/>
          </p:nvCxnSpPr>
          <p:spPr>
            <a:xfrm rot="10800000">
              <a:off x="3173400" y="2356825"/>
              <a:ext cx="0" cy="2779500"/>
            </a:xfrm>
            <a:prstGeom prst="straightConnector1">
              <a:avLst/>
            </a:prstGeom>
            <a:noFill/>
            <a:ln w="9525" cap="flat" cmpd="sng">
              <a:solidFill>
                <a:schemeClr val="accent1"/>
              </a:solidFill>
              <a:prstDash val="solid"/>
              <a:round/>
              <a:headEnd type="none" w="med" len="med"/>
              <a:tailEnd type="none" w="med" len="med"/>
            </a:ln>
          </p:spPr>
        </p:cxnSp>
        <p:sp>
          <p:nvSpPr>
            <p:cNvPr id="241" name="Google Shape;241;p9"/>
            <p:cNvSpPr/>
            <p:nvPr/>
          </p:nvSpPr>
          <p:spPr>
            <a:xfrm>
              <a:off x="6531236" y="23117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p:nvPr/>
          </p:nvSpPr>
          <p:spPr>
            <a:xfrm>
              <a:off x="3128411" y="23117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 name="Google Shape;243;p9"/>
          <p:cNvSpPr/>
          <p:nvPr/>
        </p:nvSpPr>
        <p:spPr>
          <a:xfrm>
            <a:off x="7020800" y="1350475"/>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9"/>
          <p:cNvSpPr/>
          <p:nvPr/>
        </p:nvSpPr>
        <p:spPr>
          <a:xfrm>
            <a:off x="7672700" y="1350475"/>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9"/>
          <p:cNvSpPr/>
          <p:nvPr/>
        </p:nvSpPr>
        <p:spPr>
          <a:xfrm>
            <a:off x="7672700" y="2010025"/>
            <a:ext cx="1189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p:nvPr/>
        </p:nvSpPr>
        <p:spPr>
          <a:xfrm>
            <a:off x="7672700" y="2669575"/>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9"/>
          <p:cNvSpPr txBox="1"/>
          <p:nvPr/>
        </p:nvSpPr>
        <p:spPr>
          <a:xfrm>
            <a:off x="7128200" y="1403575"/>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248" name="Google Shape;248;p9"/>
          <p:cNvSpPr txBox="1"/>
          <p:nvPr/>
        </p:nvSpPr>
        <p:spPr>
          <a:xfrm>
            <a:off x="7780100" y="1403575"/>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C</a:t>
            </a:r>
            <a:endParaRPr sz="1600">
              <a:solidFill>
                <a:schemeClr val="accent1"/>
              </a:solidFill>
              <a:latin typeface="Encode Sans Black"/>
              <a:ea typeface="Encode Sans Black"/>
              <a:cs typeface="Encode Sans Black"/>
              <a:sym typeface="Encode Sans Black"/>
            </a:endParaRPr>
          </a:p>
        </p:txBody>
      </p:sp>
      <p:sp>
        <p:nvSpPr>
          <p:cNvPr id="249" name="Google Shape;249;p9"/>
          <p:cNvSpPr txBox="1"/>
          <p:nvPr/>
        </p:nvSpPr>
        <p:spPr>
          <a:xfrm>
            <a:off x="7726400" y="2063125"/>
            <a:ext cx="1081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SHIFT</a:t>
            </a:r>
            <a:endParaRPr sz="1600">
              <a:solidFill>
                <a:schemeClr val="accent1"/>
              </a:solidFill>
              <a:latin typeface="Encode Sans Black"/>
              <a:ea typeface="Encode Sans Black"/>
              <a:cs typeface="Encode Sans Black"/>
              <a:sym typeface="Encode Sans Black"/>
            </a:endParaRPr>
          </a:p>
        </p:txBody>
      </p:sp>
      <p:sp>
        <p:nvSpPr>
          <p:cNvPr id="250" name="Google Shape;250;p9"/>
          <p:cNvSpPr txBox="1"/>
          <p:nvPr/>
        </p:nvSpPr>
        <p:spPr>
          <a:xfrm>
            <a:off x="7780100" y="2722675"/>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X</a:t>
            </a:r>
            <a:endParaRPr sz="1600">
              <a:solidFill>
                <a:schemeClr val="accent1"/>
              </a:solidFill>
              <a:latin typeface="Encode Sans Black"/>
              <a:ea typeface="Encode Sans Black"/>
              <a:cs typeface="Encode Sans Black"/>
              <a:sym typeface="Encode Sans Black"/>
            </a:endParaRPr>
          </a:p>
        </p:txBody>
      </p:sp>
      <p:sp>
        <p:nvSpPr>
          <p:cNvPr id="251" name="Google Shape;251;p9"/>
          <p:cNvSpPr/>
          <p:nvPr/>
        </p:nvSpPr>
        <p:spPr>
          <a:xfrm>
            <a:off x="7020800" y="690925"/>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9"/>
          <p:cNvSpPr txBox="1"/>
          <p:nvPr/>
        </p:nvSpPr>
        <p:spPr>
          <a:xfrm>
            <a:off x="7128200" y="744025"/>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a:t>
            </a:r>
            <a:endParaRPr sz="1600">
              <a:solidFill>
                <a:schemeClr val="accent1"/>
              </a:solidFill>
              <a:latin typeface="Encode Sans Black"/>
              <a:ea typeface="Encode Sans Black"/>
              <a:cs typeface="Encode Sans Black"/>
              <a:sym typeface="Encode Sans Black"/>
            </a:endParaRPr>
          </a:p>
        </p:txBody>
      </p:sp>
      <p:grpSp>
        <p:nvGrpSpPr>
          <p:cNvPr id="253" name="Google Shape;253;p9"/>
          <p:cNvGrpSpPr/>
          <p:nvPr/>
        </p:nvGrpSpPr>
        <p:grpSpPr>
          <a:xfrm>
            <a:off x="646240" y="2795671"/>
            <a:ext cx="1204741" cy="635682"/>
            <a:chOff x="646240" y="2795671"/>
            <a:chExt cx="1204741" cy="635682"/>
          </a:xfrm>
        </p:grpSpPr>
        <p:grpSp>
          <p:nvGrpSpPr>
            <p:cNvPr id="254" name="Google Shape;254;p9"/>
            <p:cNvGrpSpPr/>
            <p:nvPr/>
          </p:nvGrpSpPr>
          <p:grpSpPr>
            <a:xfrm>
              <a:off x="1162043" y="2813738"/>
              <a:ext cx="173144" cy="176919"/>
              <a:chOff x="1835125" y="2525550"/>
              <a:chExt cx="565275" cy="577600"/>
            </a:xfrm>
          </p:grpSpPr>
          <p:sp>
            <p:nvSpPr>
              <p:cNvPr id="255" name="Google Shape;255;p9"/>
              <p:cNvSpPr/>
              <p:nvPr/>
            </p:nvSpPr>
            <p:spPr>
              <a:xfrm>
                <a:off x="2160900" y="2525550"/>
                <a:ext cx="239500" cy="239525"/>
              </a:xfrm>
              <a:custGeom>
                <a:avLst/>
                <a:gdLst/>
                <a:ahLst/>
                <a:cxnLst/>
                <a:rect l="l" t="t" r="r" b="b"/>
                <a:pathLst>
                  <a:path w="9580" h="9581" extrusionOk="0">
                    <a:moveTo>
                      <a:pt x="3663" y="1"/>
                    </a:moveTo>
                    <a:lnTo>
                      <a:pt x="0" y="3734"/>
                    </a:lnTo>
                    <a:lnTo>
                      <a:pt x="5987" y="9580"/>
                    </a:lnTo>
                    <a:lnTo>
                      <a:pt x="9579" y="6058"/>
                    </a:lnTo>
                    <a:lnTo>
                      <a:pt x="36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9"/>
              <p:cNvSpPr/>
              <p:nvPr/>
            </p:nvSpPr>
            <p:spPr>
              <a:xfrm>
                <a:off x="1835125" y="2645300"/>
                <a:ext cx="450825" cy="457850"/>
              </a:xfrm>
              <a:custGeom>
                <a:avLst/>
                <a:gdLst/>
                <a:ahLst/>
                <a:cxnLst/>
                <a:rect l="l" t="t" r="r" b="b"/>
                <a:pathLst>
                  <a:path w="18033" h="18314" extrusionOk="0">
                    <a:moveTo>
                      <a:pt x="11622" y="0"/>
                    </a:moveTo>
                    <a:lnTo>
                      <a:pt x="4438" y="3452"/>
                    </a:lnTo>
                    <a:lnTo>
                      <a:pt x="0" y="14863"/>
                    </a:lnTo>
                    <a:lnTo>
                      <a:pt x="775" y="15778"/>
                    </a:lnTo>
                    <a:lnTo>
                      <a:pt x="7185" y="9862"/>
                    </a:lnTo>
                    <a:cubicBezTo>
                      <a:pt x="7185" y="9791"/>
                      <a:pt x="7114" y="9791"/>
                      <a:pt x="7114" y="9791"/>
                    </a:cubicBezTo>
                    <a:cubicBezTo>
                      <a:pt x="7114" y="9016"/>
                      <a:pt x="7748" y="8382"/>
                      <a:pt x="8523" y="8382"/>
                    </a:cubicBezTo>
                    <a:cubicBezTo>
                      <a:pt x="9298" y="8382"/>
                      <a:pt x="9932" y="9016"/>
                      <a:pt x="9932" y="9791"/>
                    </a:cubicBezTo>
                    <a:cubicBezTo>
                      <a:pt x="9932" y="10495"/>
                      <a:pt x="9368" y="11059"/>
                      <a:pt x="8664" y="11129"/>
                    </a:cubicBezTo>
                    <a:lnTo>
                      <a:pt x="2395" y="17398"/>
                    </a:lnTo>
                    <a:lnTo>
                      <a:pt x="3240" y="18314"/>
                    </a:lnTo>
                    <a:lnTo>
                      <a:pt x="15496" y="12961"/>
                    </a:lnTo>
                    <a:lnTo>
                      <a:pt x="18032" y="6410"/>
                    </a:lnTo>
                    <a:lnTo>
                      <a:pt x="116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9"/>
            <p:cNvSpPr/>
            <p:nvPr/>
          </p:nvSpPr>
          <p:spPr>
            <a:xfrm>
              <a:off x="646240" y="3255242"/>
              <a:ext cx="160739" cy="162362"/>
            </a:xfrm>
            <a:custGeom>
              <a:avLst/>
              <a:gdLst/>
              <a:ahLst/>
              <a:cxnLst/>
              <a:rect l="l" t="t" r="r" b="b"/>
              <a:pathLst>
                <a:path w="20991" h="21203" extrusionOk="0">
                  <a:moveTo>
                    <a:pt x="0" y="1"/>
                  </a:moveTo>
                  <a:lnTo>
                    <a:pt x="0" y="6059"/>
                  </a:lnTo>
                  <a:lnTo>
                    <a:pt x="3522" y="6059"/>
                  </a:lnTo>
                  <a:lnTo>
                    <a:pt x="3522" y="3523"/>
                  </a:lnTo>
                  <a:lnTo>
                    <a:pt x="8735" y="3523"/>
                  </a:lnTo>
                  <a:lnTo>
                    <a:pt x="8735" y="17681"/>
                  </a:lnTo>
                  <a:lnTo>
                    <a:pt x="6410" y="17681"/>
                  </a:lnTo>
                  <a:lnTo>
                    <a:pt x="6410" y="21202"/>
                  </a:lnTo>
                  <a:lnTo>
                    <a:pt x="14581" y="21202"/>
                  </a:lnTo>
                  <a:lnTo>
                    <a:pt x="14581" y="17681"/>
                  </a:lnTo>
                  <a:lnTo>
                    <a:pt x="12256" y="17681"/>
                  </a:lnTo>
                  <a:lnTo>
                    <a:pt x="12256" y="3523"/>
                  </a:lnTo>
                  <a:lnTo>
                    <a:pt x="17469" y="3523"/>
                  </a:lnTo>
                  <a:lnTo>
                    <a:pt x="17469" y="6059"/>
                  </a:lnTo>
                  <a:lnTo>
                    <a:pt x="20991" y="6059"/>
                  </a:lnTo>
                  <a:lnTo>
                    <a:pt x="209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9"/>
            <p:cNvGrpSpPr/>
            <p:nvPr/>
          </p:nvGrpSpPr>
          <p:grpSpPr>
            <a:xfrm>
              <a:off x="1662469" y="2810576"/>
              <a:ext cx="186629" cy="183244"/>
              <a:chOff x="1814000" y="3605650"/>
              <a:chExt cx="609300" cy="598250"/>
            </a:xfrm>
          </p:grpSpPr>
          <p:sp>
            <p:nvSpPr>
              <p:cNvPr id="259" name="Google Shape;259;p9"/>
              <p:cNvSpPr/>
              <p:nvPr/>
            </p:nvSpPr>
            <p:spPr>
              <a:xfrm>
                <a:off x="1814000" y="3965425"/>
                <a:ext cx="306400" cy="238475"/>
              </a:xfrm>
              <a:custGeom>
                <a:avLst/>
                <a:gdLst/>
                <a:ahLst/>
                <a:cxnLst/>
                <a:rect l="l" t="t" r="r" b="b"/>
                <a:pathLst>
                  <a:path w="12256" h="9539" extrusionOk="0">
                    <a:moveTo>
                      <a:pt x="8656" y="1"/>
                    </a:moveTo>
                    <a:cubicBezTo>
                      <a:pt x="7940" y="1"/>
                      <a:pt x="7214" y="162"/>
                      <a:pt x="6621" y="446"/>
                    </a:cubicBezTo>
                    <a:cubicBezTo>
                      <a:pt x="5142" y="1150"/>
                      <a:pt x="4085" y="2488"/>
                      <a:pt x="3099" y="3897"/>
                    </a:cubicBezTo>
                    <a:cubicBezTo>
                      <a:pt x="2184" y="5306"/>
                      <a:pt x="1338" y="6715"/>
                      <a:pt x="0" y="7771"/>
                    </a:cubicBezTo>
                    <a:cubicBezTo>
                      <a:pt x="992" y="9027"/>
                      <a:pt x="2665" y="9539"/>
                      <a:pt x="4265" y="9539"/>
                    </a:cubicBezTo>
                    <a:cubicBezTo>
                      <a:pt x="4370" y="9539"/>
                      <a:pt x="4474" y="9536"/>
                      <a:pt x="4578" y="9532"/>
                    </a:cubicBezTo>
                    <a:cubicBezTo>
                      <a:pt x="6691" y="9532"/>
                      <a:pt x="8805" y="8828"/>
                      <a:pt x="10213" y="7278"/>
                    </a:cubicBezTo>
                    <a:cubicBezTo>
                      <a:pt x="11481" y="5940"/>
                      <a:pt x="12256" y="3474"/>
                      <a:pt x="11552" y="1643"/>
                    </a:cubicBezTo>
                    <a:cubicBezTo>
                      <a:pt x="11105" y="483"/>
                      <a:pt x="9895" y="1"/>
                      <a:pt x="8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9"/>
              <p:cNvSpPr/>
              <p:nvPr/>
            </p:nvSpPr>
            <p:spPr>
              <a:xfrm>
                <a:off x="2058750" y="3605650"/>
                <a:ext cx="364550" cy="402625"/>
              </a:xfrm>
              <a:custGeom>
                <a:avLst/>
                <a:gdLst/>
                <a:ahLst/>
                <a:cxnLst/>
                <a:rect l="l" t="t" r="r" b="b"/>
                <a:pathLst>
                  <a:path w="14582" h="16105" extrusionOk="0">
                    <a:moveTo>
                      <a:pt x="13416" y="0"/>
                    </a:moveTo>
                    <a:cubicBezTo>
                      <a:pt x="12991" y="0"/>
                      <a:pt x="12516" y="145"/>
                      <a:pt x="12116" y="327"/>
                    </a:cubicBezTo>
                    <a:cubicBezTo>
                      <a:pt x="9580" y="1806"/>
                      <a:pt x="7256" y="3708"/>
                      <a:pt x="5213" y="5891"/>
                    </a:cubicBezTo>
                    <a:cubicBezTo>
                      <a:pt x="3311" y="7934"/>
                      <a:pt x="1057" y="10117"/>
                      <a:pt x="1" y="12794"/>
                    </a:cubicBezTo>
                    <a:cubicBezTo>
                      <a:pt x="11" y="12774"/>
                      <a:pt x="44" y="12765"/>
                      <a:pt x="96" y="12765"/>
                    </a:cubicBezTo>
                    <a:cubicBezTo>
                      <a:pt x="407" y="12765"/>
                      <a:pt x="1359" y="13086"/>
                      <a:pt x="1480" y="13146"/>
                    </a:cubicBezTo>
                    <a:cubicBezTo>
                      <a:pt x="1832" y="13358"/>
                      <a:pt x="2255" y="13569"/>
                      <a:pt x="2536" y="13851"/>
                    </a:cubicBezTo>
                    <a:cubicBezTo>
                      <a:pt x="3311" y="14485"/>
                      <a:pt x="3875" y="15259"/>
                      <a:pt x="4227" y="16105"/>
                    </a:cubicBezTo>
                    <a:cubicBezTo>
                      <a:pt x="7960" y="13287"/>
                      <a:pt x="11130" y="9624"/>
                      <a:pt x="13313" y="5398"/>
                    </a:cubicBezTo>
                    <a:cubicBezTo>
                      <a:pt x="13947" y="4130"/>
                      <a:pt x="14581" y="2722"/>
                      <a:pt x="14581" y="1242"/>
                    </a:cubicBezTo>
                    <a:cubicBezTo>
                      <a:pt x="14511" y="961"/>
                      <a:pt x="14511" y="679"/>
                      <a:pt x="14370" y="468"/>
                    </a:cubicBezTo>
                    <a:cubicBezTo>
                      <a:pt x="14165" y="127"/>
                      <a:pt x="13813" y="0"/>
                      <a:pt x="134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261;p9"/>
            <p:cNvGrpSpPr/>
            <p:nvPr/>
          </p:nvGrpSpPr>
          <p:grpSpPr>
            <a:xfrm>
              <a:off x="663776" y="2795671"/>
              <a:ext cx="170984" cy="213055"/>
              <a:chOff x="1838650" y="1275300"/>
              <a:chExt cx="558225" cy="695575"/>
            </a:xfrm>
          </p:grpSpPr>
          <p:sp>
            <p:nvSpPr>
              <p:cNvPr id="262" name="Google Shape;262;p9"/>
              <p:cNvSpPr/>
              <p:nvPr/>
            </p:nvSpPr>
            <p:spPr>
              <a:xfrm>
                <a:off x="1838650" y="1391525"/>
                <a:ext cx="558225" cy="579350"/>
              </a:xfrm>
              <a:custGeom>
                <a:avLst/>
                <a:gdLst/>
                <a:ahLst/>
                <a:cxnLst/>
                <a:rect l="l" t="t" r="r" b="b"/>
                <a:pathLst>
                  <a:path w="22329" h="23174" extrusionOk="0">
                    <a:moveTo>
                      <a:pt x="0" y="0"/>
                    </a:moveTo>
                    <a:lnTo>
                      <a:pt x="8241" y="23174"/>
                    </a:lnTo>
                    <a:lnTo>
                      <a:pt x="12397" y="13735"/>
                    </a:lnTo>
                    <a:lnTo>
                      <a:pt x="22329" y="1084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9"/>
              <p:cNvSpPr/>
              <p:nvPr/>
            </p:nvSpPr>
            <p:spPr>
              <a:xfrm>
                <a:off x="2159125" y="1275300"/>
                <a:ext cx="195500" cy="200775"/>
              </a:xfrm>
              <a:custGeom>
                <a:avLst/>
                <a:gdLst/>
                <a:ahLst/>
                <a:cxnLst/>
                <a:rect l="l" t="t" r="r" b="b"/>
                <a:pathLst>
                  <a:path w="7820" h="8031" extrusionOk="0">
                    <a:moveTo>
                      <a:pt x="2818" y="0"/>
                    </a:moveTo>
                    <a:lnTo>
                      <a:pt x="2818" y="3029"/>
                    </a:lnTo>
                    <a:lnTo>
                      <a:pt x="1" y="3029"/>
                    </a:lnTo>
                    <a:lnTo>
                      <a:pt x="1" y="4931"/>
                    </a:lnTo>
                    <a:lnTo>
                      <a:pt x="2818" y="4931"/>
                    </a:lnTo>
                    <a:lnTo>
                      <a:pt x="2818" y="8030"/>
                    </a:lnTo>
                    <a:lnTo>
                      <a:pt x="5002" y="8030"/>
                    </a:lnTo>
                    <a:lnTo>
                      <a:pt x="5002" y="4931"/>
                    </a:lnTo>
                    <a:lnTo>
                      <a:pt x="7819" y="4931"/>
                    </a:lnTo>
                    <a:lnTo>
                      <a:pt x="7819" y="3029"/>
                    </a:lnTo>
                    <a:lnTo>
                      <a:pt x="5002" y="3029"/>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9"/>
            <p:cNvGrpSpPr/>
            <p:nvPr/>
          </p:nvGrpSpPr>
          <p:grpSpPr>
            <a:xfrm>
              <a:off x="1668671" y="3241493"/>
              <a:ext cx="182310" cy="189860"/>
              <a:chOff x="5096350" y="1532400"/>
              <a:chExt cx="595200" cy="619850"/>
            </a:xfrm>
          </p:grpSpPr>
          <p:sp>
            <p:nvSpPr>
              <p:cNvPr id="265" name="Google Shape;265;p9"/>
              <p:cNvSpPr/>
              <p:nvPr/>
            </p:nvSpPr>
            <p:spPr>
              <a:xfrm>
                <a:off x="5096350" y="1713775"/>
                <a:ext cx="452575" cy="438475"/>
              </a:xfrm>
              <a:custGeom>
                <a:avLst/>
                <a:gdLst/>
                <a:ahLst/>
                <a:cxnLst/>
                <a:rect l="l" t="t" r="r" b="b"/>
                <a:pathLst>
                  <a:path w="18103" h="17539" extrusionOk="0">
                    <a:moveTo>
                      <a:pt x="15637" y="0"/>
                    </a:moveTo>
                    <a:lnTo>
                      <a:pt x="0" y="15003"/>
                    </a:lnTo>
                    <a:lnTo>
                      <a:pt x="2465" y="17539"/>
                    </a:lnTo>
                    <a:lnTo>
                      <a:pt x="18102" y="2536"/>
                    </a:lnTo>
                    <a:lnTo>
                      <a:pt x="15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9"/>
              <p:cNvSpPr/>
              <p:nvPr/>
            </p:nvSpPr>
            <p:spPr>
              <a:xfrm>
                <a:off x="5143875" y="1541200"/>
                <a:ext cx="281775" cy="283525"/>
              </a:xfrm>
              <a:custGeom>
                <a:avLst/>
                <a:gdLst/>
                <a:ahLst/>
                <a:cxnLst/>
                <a:rect l="l" t="t" r="r" b="b"/>
                <a:pathLst>
                  <a:path w="11271" h="11341" extrusionOk="0">
                    <a:moveTo>
                      <a:pt x="6904" y="0"/>
                    </a:moveTo>
                    <a:lnTo>
                      <a:pt x="4720" y="4156"/>
                    </a:lnTo>
                    <a:lnTo>
                      <a:pt x="1" y="4367"/>
                    </a:lnTo>
                    <a:lnTo>
                      <a:pt x="4157" y="6551"/>
                    </a:lnTo>
                    <a:lnTo>
                      <a:pt x="4297" y="11341"/>
                    </a:lnTo>
                    <a:lnTo>
                      <a:pt x="6551" y="7114"/>
                    </a:lnTo>
                    <a:lnTo>
                      <a:pt x="11271" y="6974"/>
                    </a:lnTo>
                    <a:lnTo>
                      <a:pt x="7115" y="4720"/>
                    </a:lnTo>
                    <a:lnTo>
                      <a:pt x="6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9"/>
              <p:cNvSpPr/>
              <p:nvPr/>
            </p:nvSpPr>
            <p:spPr>
              <a:xfrm>
                <a:off x="5483750" y="1532400"/>
                <a:ext cx="191950" cy="191950"/>
              </a:xfrm>
              <a:custGeom>
                <a:avLst/>
                <a:gdLst/>
                <a:ahLst/>
                <a:cxnLst/>
                <a:rect l="l" t="t" r="r" b="b"/>
                <a:pathLst>
                  <a:path w="7678" h="7678" extrusionOk="0">
                    <a:moveTo>
                      <a:pt x="4719" y="0"/>
                    </a:moveTo>
                    <a:lnTo>
                      <a:pt x="3240" y="2818"/>
                    </a:lnTo>
                    <a:lnTo>
                      <a:pt x="0" y="2959"/>
                    </a:lnTo>
                    <a:lnTo>
                      <a:pt x="2818" y="4438"/>
                    </a:lnTo>
                    <a:lnTo>
                      <a:pt x="2958" y="7678"/>
                    </a:lnTo>
                    <a:lnTo>
                      <a:pt x="4438" y="4860"/>
                    </a:lnTo>
                    <a:lnTo>
                      <a:pt x="7678" y="4719"/>
                    </a:lnTo>
                    <a:lnTo>
                      <a:pt x="4860" y="3240"/>
                    </a:lnTo>
                    <a:lnTo>
                      <a:pt x="47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9"/>
              <p:cNvSpPr/>
              <p:nvPr/>
            </p:nvSpPr>
            <p:spPr>
              <a:xfrm>
                <a:off x="5554175" y="1764825"/>
                <a:ext cx="137375" cy="137375"/>
              </a:xfrm>
              <a:custGeom>
                <a:avLst/>
                <a:gdLst/>
                <a:ahLst/>
                <a:cxnLst/>
                <a:rect l="l" t="t" r="r" b="b"/>
                <a:pathLst>
                  <a:path w="5495" h="5495" extrusionOk="0">
                    <a:moveTo>
                      <a:pt x="3382" y="1"/>
                    </a:moveTo>
                    <a:lnTo>
                      <a:pt x="2325" y="2044"/>
                    </a:lnTo>
                    <a:lnTo>
                      <a:pt x="1" y="2114"/>
                    </a:lnTo>
                    <a:lnTo>
                      <a:pt x="2043" y="3171"/>
                    </a:lnTo>
                    <a:lnTo>
                      <a:pt x="2114" y="5495"/>
                    </a:lnTo>
                    <a:lnTo>
                      <a:pt x="3170" y="3452"/>
                    </a:lnTo>
                    <a:lnTo>
                      <a:pt x="5495" y="3382"/>
                    </a:lnTo>
                    <a:lnTo>
                      <a:pt x="3452" y="2325"/>
                    </a:lnTo>
                    <a:lnTo>
                      <a:pt x="3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9"/>
            <p:cNvGrpSpPr/>
            <p:nvPr/>
          </p:nvGrpSpPr>
          <p:grpSpPr>
            <a:xfrm>
              <a:off x="1134261" y="3244728"/>
              <a:ext cx="207128" cy="183389"/>
              <a:chOff x="5071675" y="238125"/>
              <a:chExt cx="676225" cy="598725"/>
            </a:xfrm>
          </p:grpSpPr>
          <p:sp>
            <p:nvSpPr>
              <p:cNvPr id="270" name="Google Shape;270;p9"/>
              <p:cNvSpPr/>
              <p:nvPr/>
            </p:nvSpPr>
            <p:spPr>
              <a:xfrm>
                <a:off x="5071675" y="486400"/>
                <a:ext cx="389200" cy="350450"/>
              </a:xfrm>
              <a:custGeom>
                <a:avLst/>
                <a:gdLst/>
                <a:ahLst/>
                <a:cxnLst/>
                <a:rect l="l" t="t" r="r" b="b"/>
                <a:pathLst>
                  <a:path w="15568" h="14018" extrusionOk="0">
                    <a:moveTo>
                      <a:pt x="14440" y="1198"/>
                    </a:moveTo>
                    <a:lnTo>
                      <a:pt x="14440" y="12820"/>
                    </a:lnTo>
                    <a:lnTo>
                      <a:pt x="1128" y="12820"/>
                    </a:lnTo>
                    <a:lnTo>
                      <a:pt x="1128" y="1198"/>
                    </a:lnTo>
                    <a:close/>
                    <a:moveTo>
                      <a:pt x="1" y="1"/>
                    </a:moveTo>
                    <a:lnTo>
                      <a:pt x="1" y="14018"/>
                    </a:lnTo>
                    <a:lnTo>
                      <a:pt x="15567" y="14018"/>
                    </a:lnTo>
                    <a:lnTo>
                      <a:pt x="155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9"/>
              <p:cNvSpPr/>
              <p:nvPr/>
            </p:nvSpPr>
            <p:spPr>
              <a:xfrm>
                <a:off x="5226650" y="238125"/>
                <a:ext cx="521250" cy="433200"/>
              </a:xfrm>
              <a:custGeom>
                <a:avLst/>
                <a:gdLst/>
                <a:ahLst/>
                <a:cxnLst/>
                <a:rect l="l" t="t" r="r" b="b"/>
                <a:pathLst>
                  <a:path w="20850" h="17328" extrusionOk="0">
                    <a:moveTo>
                      <a:pt x="19652" y="1197"/>
                    </a:moveTo>
                    <a:lnTo>
                      <a:pt x="19652" y="16201"/>
                    </a:lnTo>
                    <a:lnTo>
                      <a:pt x="1198" y="16201"/>
                    </a:lnTo>
                    <a:lnTo>
                      <a:pt x="1198" y="1197"/>
                    </a:lnTo>
                    <a:close/>
                    <a:moveTo>
                      <a:pt x="0" y="0"/>
                    </a:moveTo>
                    <a:lnTo>
                      <a:pt x="0" y="17327"/>
                    </a:lnTo>
                    <a:lnTo>
                      <a:pt x="20850" y="17327"/>
                    </a:lnTo>
                    <a:lnTo>
                      <a:pt x="20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9"/>
              <p:cNvSpPr/>
              <p:nvPr/>
            </p:nvSpPr>
            <p:spPr>
              <a:xfrm>
                <a:off x="5485500" y="343775"/>
                <a:ext cx="144425" cy="128575"/>
              </a:xfrm>
              <a:custGeom>
                <a:avLst/>
                <a:gdLst/>
                <a:ahLst/>
                <a:cxnLst/>
                <a:rect l="l" t="t" r="r" b="b"/>
                <a:pathLst>
                  <a:path w="5777" h="5143" extrusionOk="0">
                    <a:moveTo>
                      <a:pt x="5002" y="0"/>
                    </a:moveTo>
                    <a:lnTo>
                      <a:pt x="1" y="4297"/>
                    </a:lnTo>
                    <a:lnTo>
                      <a:pt x="775" y="5142"/>
                    </a:lnTo>
                    <a:lnTo>
                      <a:pt x="5776" y="845"/>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9"/>
              <p:cNvSpPr/>
              <p:nvPr/>
            </p:nvSpPr>
            <p:spPr>
              <a:xfrm>
                <a:off x="5570025" y="310300"/>
                <a:ext cx="93350" cy="100400"/>
              </a:xfrm>
              <a:custGeom>
                <a:avLst/>
                <a:gdLst/>
                <a:ahLst/>
                <a:cxnLst/>
                <a:rect l="l" t="t" r="r" b="b"/>
                <a:pathLst>
                  <a:path w="3734" h="4016" extrusionOk="0">
                    <a:moveTo>
                      <a:pt x="0" y="1"/>
                    </a:moveTo>
                    <a:lnTo>
                      <a:pt x="3452" y="4016"/>
                    </a:lnTo>
                    <a:lnTo>
                      <a:pt x="3734" y="283"/>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1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_3_1_1">
    <p:spTree>
      <p:nvGrpSpPr>
        <p:cNvPr id="1" name="Shape 312"/>
        <p:cNvGrpSpPr/>
        <p:nvPr/>
      </p:nvGrpSpPr>
      <p:grpSpPr>
        <a:xfrm>
          <a:off x="0" y="0"/>
          <a:ext cx="0" cy="0"/>
          <a:chOff x="0" y="0"/>
          <a:chExt cx="0" cy="0"/>
        </a:xfrm>
      </p:grpSpPr>
      <p:sp>
        <p:nvSpPr>
          <p:cNvPr id="313" name="Google Shape;313;p13"/>
          <p:cNvSpPr txBox="1">
            <a:spLocks noGrp="1"/>
          </p:cNvSpPr>
          <p:nvPr>
            <p:ph type="title"/>
          </p:nvPr>
        </p:nvSpPr>
        <p:spPr>
          <a:xfrm>
            <a:off x="4391327" y="438300"/>
            <a:ext cx="4127100" cy="5727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a:endParaRPr/>
          </a:p>
        </p:txBody>
      </p:sp>
      <p:sp>
        <p:nvSpPr>
          <p:cNvPr id="314" name="Google Shape;314;p13"/>
          <p:cNvSpPr txBox="1">
            <a:spLocks noGrp="1"/>
          </p:cNvSpPr>
          <p:nvPr>
            <p:ph type="subTitle" idx="1"/>
          </p:nvPr>
        </p:nvSpPr>
        <p:spPr>
          <a:xfrm>
            <a:off x="1568706" y="345631"/>
            <a:ext cx="2728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15" name="Google Shape;315;p13"/>
          <p:cNvSpPr txBox="1">
            <a:spLocks noGrp="1"/>
          </p:cNvSpPr>
          <p:nvPr>
            <p:ph type="subTitle" idx="2"/>
          </p:nvPr>
        </p:nvSpPr>
        <p:spPr>
          <a:xfrm>
            <a:off x="1567897" y="658246"/>
            <a:ext cx="2730000" cy="569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16" name="Google Shape;316;p13"/>
          <p:cNvSpPr txBox="1">
            <a:spLocks noGrp="1"/>
          </p:cNvSpPr>
          <p:nvPr>
            <p:ph type="title" idx="3" hasCustomPrompt="1"/>
          </p:nvPr>
        </p:nvSpPr>
        <p:spPr>
          <a:xfrm>
            <a:off x="718772" y="600875"/>
            <a:ext cx="632700" cy="422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317" name="Google Shape;317;p13"/>
          <p:cNvSpPr txBox="1">
            <a:spLocks noGrp="1"/>
          </p:cNvSpPr>
          <p:nvPr>
            <p:ph type="subTitle" idx="4"/>
          </p:nvPr>
        </p:nvSpPr>
        <p:spPr>
          <a:xfrm>
            <a:off x="1571564" y="1552931"/>
            <a:ext cx="27369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18" name="Google Shape;318;p13"/>
          <p:cNvSpPr txBox="1">
            <a:spLocks noGrp="1"/>
          </p:cNvSpPr>
          <p:nvPr>
            <p:ph type="subTitle" idx="5"/>
          </p:nvPr>
        </p:nvSpPr>
        <p:spPr>
          <a:xfrm>
            <a:off x="1566474" y="1867622"/>
            <a:ext cx="2733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19" name="Google Shape;319;p13"/>
          <p:cNvSpPr txBox="1">
            <a:spLocks noGrp="1"/>
          </p:cNvSpPr>
          <p:nvPr>
            <p:ph type="title" idx="6" hasCustomPrompt="1"/>
          </p:nvPr>
        </p:nvSpPr>
        <p:spPr>
          <a:xfrm>
            <a:off x="719672" y="1808045"/>
            <a:ext cx="630900" cy="420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320" name="Google Shape;320;p13"/>
          <p:cNvSpPr txBox="1">
            <a:spLocks noGrp="1"/>
          </p:cNvSpPr>
          <p:nvPr>
            <p:ph type="subTitle" idx="7"/>
          </p:nvPr>
        </p:nvSpPr>
        <p:spPr>
          <a:xfrm>
            <a:off x="1573193" y="2747404"/>
            <a:ext cx="2730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21" name="Google Shape;321;p13"/>
          <p:cNvSpPr txBox="1">
            <a:spLocks noGrp="1"/>
          </p:cNvSpPr>
          <p:nvPr>
            <p:ph type="subTitle" idx="8"/>
          </p:nvPr>
        </p:nvSpPr>
        <p:spPr>
          <a:xfrm>
            <a:off x="1566474" y="3062715"/>
            <a:ext cx="2733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22" name="Google Shape;322;p13"/>
          <p:cNvSpPr txBox="1">
            <a:spLocks noGrp="1"/>
          </p:cNvSpPr>
          <p:nvPr>
            <p:ph type="title" idx="9" hasCustomPrompt="1"/>
          </p:nvPr>
        </p:nvSpPr>
        <p:spPr>
          <a:xfrm>
            <a:off x="719672" y="2999993"/>
            <a:ext cx="630900" cy="420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323" name="Google Shape;323;p13"/>
          <p:cNvSpPr txBox="1">
            <a:spLocks noGrp="1"/>
          </p:cNvSpPr>
          <p:nvPr>
            <p:ph type="subTitle" idx="13"/>
          </p:nvPr>
        </p:nvSpPr>
        <p:spPr>
          <a:xfrm>
            <a:off x="4913316" y="1410596"/>
            <a:ext cx="2742000" cy="3933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24" name="Google Shape;324;p13"/>
          <p:cNvSpPr txBox="1">
            <a:spLocks noGrp="1"/>
          </p:cNvSpPr>
          <p:nvPr>
            <p:ph type="subTitle" idx="14"/>
          </p:nvPr>
        </p:nvSpPr>
        <p:spPr>
          <a:xfrm>
            <a:off x="4906568" y="1719760"/>
            <a:ext cx="2742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a:endParaRPr/>
          </a:p>
        </p:txBody>
      </p:sp>
      <p:sp>
        <p:nvSpPr>
          <p:cNvPr id="325" name="Google Shape;325;p13"/>
          <p:cNvSpPr txBox="1">
            <a:spLocks noGrp="1"/>
          </p:cNvSpPr>
          <p:nvPr>
            <p:ph type="title" idx="15" hasCustomPrompt="1"/>
          </p:nvPr>
        </p:nvSpPr>
        <p:spPr>
          <a:xfrm>
            <a:off x="7794025" y="1668168"/>
            <a:ext cx="630900" cy="420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326" name="Google Shape;326;p13"/>
          <p:cNvSpPr txBox="1">
            <a:spLocks noGrp="1"/>
          </p:cNvSpPr>
          <p:nvPr>
            <p:ph type="subTitle" idx="16"/>
          </p:nvPr>
        </p:nvSpPr>
        <p:spPr>
          <a:xfrm>
            <a:off x="4913316" y="2594604"/>
            <a:ext cx="2742000" cy="3933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27" name="Google Shape;327;p13"/>
          <p:cNvSpPr txBox="1">
            <a:spLocks noGrp="1"/>
          </p:cNvSpPr>
          <p:nvPr>
            <p:ph type="subTitle" idx="17"/>
          </p:nvPr>
        </p:nvSpPr>
        <p:spPr>
          <a:xfrm>
            <a:off x="4906571" y="2909295"/>
            <a:ext cx="2742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a:endParaRPr/>
          </a:p>
        </p:txBody>
      </p:sp>
      <p:sp>
        <p:nvSpPr>
          <p:cNvPr id="328" name="Google Shape;328;p13"/>
          <p:cNvSpPr txBox="1">
            <a:spLocks noGrp="1"/>
          </p:cNvSpPr>
          <p:nvPr>
            <p:ph type="title" idx="18" hasCustomPrompt="1"/>
          </p:nvPr>
        </p:nvSpPr>
        <p:spPr>
          <a:xfrm>
            <a:off x="7794025" y="2851093"/>
            <a:ext cx="630900" cy="420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329" name="Google Shape;329;p13"/>
          <p:cNvSpPr txBox="1">
            <a:spLocks noGrp="1"/>
          </p:cNvSpPr>
          <p:nvPr>
            <p:ph type="subTitle" idx="19"/>
          </p:nvPr>
        </p:nvSpPr>
        <p:spPr>
          <a:xfrm>
            <a:off x="4913316" y="3767587"/>
            <a:ext cx="2742000" cy="3933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30" name="Google Shape;330;p13"/>
          <p:cNvSpPr txBox="1">
            <a:spLocks noGrp="1"/>
          </p:cNvSpPr>
          <p:nvPr>
            <p:ph type="subTitle" idx="20"/>
          </p:nvPr>
        </p:nvSpPr>
        <p:spPr>
          <a:xfrm>
            <a:off x="4906571" y="4082897"/>
            <a:ext cx="2742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a:endParaRPr/>
          </a:p>
        </p:txBody>
      </p:sp>
      <p:sp>
        <p:nvSpPr>
          <p:cNvPr id="331" name="Google Shape;331;p13"/>
          <p:cNvSpPr txBox="1">
            <a:spLocks noGrp="1"/>
          </p:cNvSpPr>
          <p:nvPr>
            <p:ph type="title" idx="21" hasCustomPrompt="1"/>
          </p:nvPr>
        </p:nvSpPr>
        <p:spPr>
          <a:xfrm>
            <a:off x="7794025" y="4019691"/>
            <a:ext cx="630900" cy="420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grpSp>
        <p:nvGrpSpPr>
          <p:cNvPr id="332" name="Google Shape;332;p13"/>
          <p:cNvGrpSpPr/>
          <p:nvPr/>
        </p:nvGrpSpPr>
        <p:grpSpPr>
          <a:xfrm>
            <a:off x="190971" y="143070"/>
            <a:ext cx="354384" cy="353556"/>
            <a:chOff x="749375" y="849500"/>
            <a:chExt cx="513600" cy="512400"/>
          </a:xfrm>
        </p:grpSpPr>
        <p:cxnSp>
          <p:nvCxnSpPr>
            <p:cNvPr id="333" name="Google Shape;333;p13"/>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34" name="Google Shape;334;p13"/>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5" name="Google Shape;335;p13"/>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336" name="Google Shape;336;p13"/>
          <p:cNvGrpSpPr/>
          <p:nvPr/>
        </p:nvGrpSpPr>
        <p:grpSpPr>
          <a:xfrm>
            <a:off x="8598645" y="143070"/>
            <a:ext cx="354384" cy="353556"/>
            <a:chOff x="749375" y="849500"/>
            <a:chExt cx="513600" cy="512400"/>
          </a:xfrm>
        </p:grpSpPr>
        <p:cxnSp>
          <p:nvCxnSpPr>
            <p:cNvPr id="337" name="Google Shape;337;p13"/>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38" name="Google Shape;338;p13"/>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9" name="Google Shape;339;p13"/>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340" name="Google Shape;340;p13"/>
          <p:cNvGrpSpPr/>
          <p:nvPr/>
        </p:nvGrpSpPr>
        <p:grpSpPr>
          <a:xfrm>
            <a:off x="190971" y="4646874"/>
            <a:ext cx="354384" cy="353556"/>
            <a:chOff x="749375" y="849500"/>
            <a:chExt cx="513600" cy="512400"/>
          </a:xfrm>
        </p:grpSpPr>
        <p:cxnSp>
          <p:nvCxnSpPr>
            <p:cNvPr id="341" name="Google Shape;341;p13"/>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42" name="Google Shape;342;p13"/>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3" name="Google Shape;343;p13"/>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344" name="Google Shape;344;p13"/>
          <p:cNvGrpSpPr/>
          <p:nvPr/>
        </p:nvGrpSpPr>
        <p:grpSpPr>
          <a:xfrm>
            <a:off x="8598645" y="4646874"/>
            <a:ext cx="354384" cy="353556"/>
            <a:chOff x="749375" y="849500"/>
            <a:chExt cx="513600" cy="512400"/>
          </a:xfrm>
        </p:grpSpPr>
        <p:cxnSp>
          <p:nvCxnSpPr>
            <p:cNvPr id="345" name="Google Shape;345;p13"/>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46" name="Google Shape;346;p13"/>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7" name="Google Shape;347;p13"/>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348" name="Google Shape;348;p13"/>
          <p:cNvGrpSpPr/>
          <p:nvPr/>
        </p:nvGrpSpPr>
        <p:grpSpPr>
          <a:xfrm>
            <a:off x="1134930" y="1974563"/>
            <a:ext cx="3472025" cy="2178800"/>
            <a:chOff x="1134930" y="1974563"/>
            <a:chExt cx="3472025" cy="2178800"/>
          </a:xfrm>
        </p:grpSpPr>
        <p:cxnSp>
          <p:nvCxnSpPr>
            <p:cNvPr id="349" name="Google Shape;349;p13"/>
            <p:cNvCxnSpPr/>
            <p:nvPr/>
          </p:nvCxnSpPr>
          <p:spPr>
            <a:xfrm>
              <a:off x="4572000" y="1984325"/>
              <a:ext cx="0" cy="2134800"/>
            </a:xfrm>
            <a:prstGeom prst="straightConnector1">
              <a:avLst/>
            </a:prstGeom>
            <a:noFill/>
            <a:ln w="9525" cap="flat" cmpd="sng">
              <a:solidFill>
                <a:schemeClr val="accent1"/>
              </a:solidFill>
              <a:prstDash val="solid"/>
              <a:round/>
              <a:headEnd type="none" w="med" len="med"/>
              <a:tailEnd type="none" w="med" len="med"/>
            </a:ln>
          </p:spPr>
        </p:cxnSp>
        <p:cxnSp>
          <p:nvCxnSpPr>
            <p:cNvPr id="350" name="Google Shape;350;p13"/>
            <p:cNvCxnSpPr/>
            <p:nvPr/>
          </p:nvCxnSpPr>
          <p:spPr>
            <a:xfrm>
              <a:off x="1174850" y="4118725"/>
              <a:ext cx="3399300" cy="0"/>
            </a:xfrm>
            <a:prstGeom prst="straightConnector1">
              <a:avLst/>
            </a:prstGeom>
            <a:noFill/>
            <a:ln w="9525" cap="flat" cmpd="sng">
              <a:solidFill>
                <a:schemeClr val="accent1"/>
              </a:solidFill>
              <a:prstDash val="solid"/>
              <a:round/>
              <a:headEnd type="none" w="med" len="med"/>
              <a:tailEnd type="none" w="med" len="med"/>
            </a:ln>
          </p:spPr>
        </p:cxnSp>
        <p:sp>
          <p:nvSpPr>
            <p:cNvPr id="351" name="Google Shape;351;p13"/>
            <p:cNvSpPr/>
            <p:nvPr/>
          </p:nvSpPr>
          <p:spPr>
            <a:xfrm>
              <a:off x="4537655" y="19745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3"/>
            <p:cNvSpPr/>
            <p:nvPr/>
          </p:nvSpPr>
          <p:spPr>
            <a:xfrm>
              <a:off x="4537655" y="40840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3"/>
            <p:cNvSpPr/>
            <p:nvPr/>
          </p:nvSpPr>
          <p:spPr>
            <a:xfrm>
              <a:off x="1134930" y="40840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1" name="Shape 354"/>
        <p:cNvGrpSpPr/>
        <p:nvPr/>
      </p:nvGrpSpPr>
      <p:grpSpPr>
        <a:xfrm>
          <a:off x="0" y="0"/>
          <a:ext cx="0" cy="0"/>
          <a:chOff x="0" y="0"/>
          <a:chExt cx="0" cy="0"/>
        </a:xfrm>
      </p:grpSpPr>
      <p:sp>
        <p:nvSpPr>
          <p:cNvPr id="355" name="Google Shape;355;p14"/>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56" name="Google Shape;356;p14"/>
          <p:cNvSpPr txBox="1">
            <a:spLocks noGrp="1"/>
          </p:cNvSpPr>
          <p:nvPr>
            <p:ph type="subTitle" idx="1"/>
          </p:nvPr>
        </p:nvSpPr>
        <p:spPr>
          <a:xfrm>
            <a:off x="1672275" y="1689225"/>
            <a:ext cx="1515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57" name="Google Shape;357;p14"/>
          <p:cNvSpPr txBox="1">
            <a:spLocks noGrp="1"/>
          </p:cNvSpPr>
          <p:nvPr>
            <p:ph type="subTitle" idx="2"/>
          </p:nvPr>
        </p:nvSpPr>
        <p:spPr>
          <a:xfrm>
            <a:off x="1672275" y="2047575"/>
            <a:ext cx="1515600" cy="7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58" name="Google Shape;358;p14"/>
          <p:cNvSpPr txBox="1">
            <a:spLocks noGrp="1"/>
          </p:cNvSpPr>
          <p:nvPr>
            <p:ph type="subTitle" idx="3"/>
          </p:nvPr>
        </p:nvSpPr>
        <p:spPr>
          <a:xfrm>
            <a:off x="3814238" y="3336875"/>
            <a:ext cx="1515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59" name="Google Shape;359;p14"/>
          <p:cNvSpPr txBox="1">
            <a:spLocks noGrp="1"/>
          </p:cNvSpPr>
          <p:nvPr>
            <p:ph type="subTitle" idx="4"/>
          </p:nvPr>
        </p:nvSpPr>
        <p:spPr>
          <a:xfrm>
            <a:off x="3814238" y="3695225"/>
            <a:ext cx="1515600" cy="7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60" name="Google Shape;360;p14"/>
          <p:cNvSpPr txBox="1">
            <a:spLocks noGrp="1"/>
          </p:cNvSpPr>
          <p:nvPr>
            <p:ph type="subTitle" idx="5"/>
          </p:nvPr>
        </p:nvSpPr>
        <p:spPr>
          <a:xfrm>
            <a:off x="5956150" y="1689225"/>
            <a:ext cx="1515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61" name="Google Shape;361;p14"/>
          <p:cNvSpPr txBox="1">
            <a:spLocks noGrp="1"/>
          </p:cNvSpPr>
          <p:nvPr>
            <p:ph type="subTitle" idx="6"/>
          </p:nvPr>
        </p:nvSpPr>
        <p:spPr>
          <a:xfrm>
            <a:off x="5956150" y="2047575"/>
            <a:ext cx="1515600" cy="7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grpSp>
        <p:nvGrpSpPr>
          <p:cNvPr id="362" name="Google Shape;362;p14"/>
          <p:cNvGrpSpPr/>
          <p:nvPr/>
        </p:nvGrpSpPr>
        <p:grpSpPr>
          <a:xfrm>
            <a:off x="293336" y="167375"/>
            <a:ext cx="3679200" cy="3315475"/>
            <a:chOff x="293336" y="167375"/>
            <a:chExt cx="3679200" cy="3315475"/>
          </a:xfrm>
        </p:grpSpPr>
        <p:cxnSp>
          <p:nvCxnSpPr>
            <p:cNvPr id="363" name="Google Shape;363;p14"/>
            <p:cNvCxnSpPr/>
            <p:nvPr/>
          </p:nvCxnSpPr>
          <p:spPr>
            <a:xfrm rot="10800000">
              <a:off x="338325" y="212375"/>
              <a:ext cx="3544200" cy="0"/>
            </a:xfrm>
            <a:prstGeom prst="straightConnector1">
              <a:avLst/>
            </a:prstGeom>
            <a:noFill/>
            <a:ln w="9525" cap="flat" cmpd="sng">
              <a:solidFill>
                <a:schemeClr val="accent1"/>
              </a:solidFill>
              <a:prstDash val="solid"/>
              <a:round/>
              <a:headEnd type="none" w="med" len="med"/>
              <a:tailEnd type="none" w="med" len="med"/>
            </a:ln>
          </p:spPr>
        </p:cxnSp>
        <p:cxnSp>
          <p:nvCxnSpPr>
            <p:cNvPr id="364" name="Google Shape;364;p14"/>
            <p:cNvCxnSpPr/>
            <p:nvPr/>
          </p:nvCxnSpPr>
          <p:spPr>
            <a:xfrm rot="10800000">
              <a:off x="338325" y="212375"/>
              <a:ext cx="0" cy="3212100"/>
            </a:xfrm>
            <a:prstGeom prst="straightConnector1">
              <a:avLst/>
            </a:prstGeom>
            <a:noFill/>
            <a:ln w="9525" cap="flat" cmpd="sng">
              <a:solidFill>
                <a:schemeClr val="accent1"/>
              </a:solidFill>
              <a:prstDash val="solid"/>
              <a:round/>
              <a:headEnd type="none" w="med" len="med"/>
              <a:tailEnd type="none" w="med" len="med"/>
            </a:ln>
          </p:spPr>
        </p:cxnSp>
        <p:cxnSp>
          <p:nvCxnSpPr>
            <p:cNvPr id="365" name="Google Shape;365;p14"/>
            <p:cNvCxnSpPr/>
            <p:nvPr/>
          </p:nvCxnSpPr>
          <p:spPr>
            <a:xfrm>
              <a:off x="338325" y="3437840"/>
              <a:ext cx="2137200" cy="0"/>
            </a:xfrm>
            <a:prstGeom prst="straightConnector1">
              <a:avLst/>
            </a:prstGeom>
            <a:noFill/>
            <a:ln w="9525" cap="flat" cmpd="sng">
              <a:solidFill>
                <a:schemeClr val="accent1"/>
              </a:solidFill>
              <a:prstDash val="solid"/>
              <a:round/>
              <a:headEnd type="none" w="med" len="med"/>
              <a:tailEnd type="none" w="med" len="med"/>
            </a:ln>
          </p:spPr>
        </p:cxnSp>
        <p:sp>
          <p:nvSpPr>
            <p:cNvPr id="366" name="Google Shape;366;p14"/>
            <p:cNvSpPr/>
            <p:nvPr/>
          </p:nvSpPr>
          <p:spPr>
            <a:xfrm>
              <a:off x="3882536" y="1673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4"/>
            <p:cNvSpPr/>
            <p:nvPr/>
          </p:nvSpPr>
          <p:spPr>
            <a:xfrm>
              <a:off x="293336" y="1673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4"/>
            <p:cNvSpPr/>
            <p:nvPr/>
          </p:nvSpPr>
          <p:spPr>
            <a:xfrm>
              <a:off x="293336" y="3392850"/>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4"/>
            <p:cNvSpPr/>
            <p:nvPr/>
          </p:nvSpPr>
          <p:spPr>
            <a:xfrm>
              <a:off x="2417086" y="3392850"/>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370;p14"/>
          <p:cNvGrpSpPr/>
          <p:nvPr/>
        </p:nvGrpSpPr>
        <p:grpSpPr>
          <a:xfrm>
            <a:off x="190971" y="4646874"/>
            <a:ext cx="354384" cy="353556"/>
            <a:chOff x="749375" y="849500"/>
            <a:chExt cx="513600" cy="512400"/>
          </a:xfrm>
        </p:grpSpPr>
        <p:cxnSp>
          <p:nvCxnSpPr>
            <p:cNvPr id="371" name="Google Shape;371;p14"/>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72" name="Google Shape;372;p14"/>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3" name="Google Shape;373;p14"/>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374" name="Google Shape;374;p14"/>
          <p:cNvGrpSpPr/>
          <p:nvPr/>
        </p:nvGrpSpPr>
        <p:grpSpPr>
          <a:xfrm>
            <a:off x="8598645" y="4646874"/>
            <a:ext cx="354384" cy="353556"/>
            <a:chOff x="749375" y="849500"/>
            <a:chExt cx="513600" cy="512400"/>
          </a:xfrm>
        </p:grpSpPr>
        <p:cxnSp>
          <p:nvCxnSpPr>
            <p:cNvPr id="375" name="Google Shape;375;p14"/>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76" name="Google Shape;376;p14"/>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7" name="Google Shape;377;p14"/>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
        <p:nvSpPr>
          <p:cNvPr id="378" name="Google Shape;378;p14"/>
          <p:cNvSpPr/>
          <p:nvPr/>
        </p:nvSpPr>
        <p:spPr>
          <a:xfrm>
            <a:off x="6296000" y="3560125"/>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4"/>
          <p:cNvSpPr/>
          <p:nvPr/>
        </p:nvSpPr>
        <p:spPr>
          <a:xfrm>
            <a:off x="7047450" y="3196475"/>
            <a:ext cx="850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4"/>
          <p:cNvSpPr txBox="1"/>
          <p:nvPr/>
        </p:nvSpPr>
        <p:spPr>
          <a:xfrm>
            <a:off x="6403400" y="361322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381" name="Google Shape;381;p14"/>
          <p:cNvSpPr txBox="1"/>
          <p:nvPr/>
        </p:nvSpPr>
        <p:spPr>
          <a:xfrm>
            <a:off x="7103550" y="3249575"/>
            <a:ext cx="738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2">
    <p:spTree>
      <p:nvGrpSpPr>
        <p:cNvPr id="1" name="Shape 382"/>
        <p:cNvGrpSpPr/>
        <p:nvPr/>
      </p:nvGrpSpPr>
      <p:grpSpPr>
        <a:xfrm>
          <a:off x="0" y="0"/>
          <a:ext cx="0" cy="0"/>
          <a:chOff x="0" y="0"/>
          <a:chExt cx="0" cy="0"/>
        </a:xfrm>
      </p:grpSpPr>
      <p:sp>
        <p:nvSpPr>
          <p:cNvPr id="383" name="Google Shape;383;p15"/>
          <p:cNvSpPr txBox="1">
            <a:spLocks noGrp="1"/>
          </p:cNvSpPr>
          <p:nvPr>
            <p:ph type="title"/>
          </p:nvPr>
        </p:nvSpPr>
        <p:spPr>
          <a:xfrm>
            <a:off x="1085100" y="438300"/>
            <a:ext cx="7418100" cy="5727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84" name="Google Shape;384;p15"/>
          <p:cNvSpPr txBox="1">
            <a:spLocks noGrp="1"/>
          </p:cNvSpPr>
          <p:nvPr>
            <p:ph type="subTitle" idx="1"/>
          </p:nvPr>
        </p:nvSpPr>
        <p:spPr>
          <a:xfrm>
            <a:off x="1521350" y="1824184"/>
            <a:ext cx="14373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85" name="Google Shape;385;p15"/>
          <p:cNvSpPr txBox="1">
            <a:spLocks noGrp="1"/>
          </p:cNvSpPr>
          <p:nvPr>
            <p:ph type="subTitle" idx="2"/>
          </p:nvPr>
        </p:nvSpPr>
        <p:spPr>
          <a:xfrm>
            <a:off x="1521350" y="2127228"/>
            <a:ext cx="14373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86" name="Google Shape;386;p15"/>
          <p:cNvSpPr txBox="1">
            <a:spLocks noGrp="1"/>
          </p:cNvSpPr>
          <p:nvPr>
            <p:ph type="subTitle" idx="3"/>
          </p:nvPr>
        </p:nvSpPr>
        <p:spPr>
          <a:xfrm>
            <a:off x="3853325" y="1824184"/>
            <a:ext cx="14373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87" name="Google Shape;387;p15"/>
          <p:cNvSpPr txBox="1">
            <a:spLocks noGrp="1"/>
          </p:cNvSpPr>
          <p:nvPr>
            <p:ph type="subTitle" idx="4"/>
          </p:nvPr>
        </p:nvSpPr>
        <p:spPr>
          <a:xfrm>
            <a:off x="3853325" y="2127228"/>
            <a:ext cx="14373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88" name="Google Shape;388;p15"/>
          <p:cNvSpPr txBox="1">
            <a:spLocks noGrp="1"/>
          </p:cNvSpPr>
          <p:nvPr>
            <p:ph type="subTitle" idx="5"/>
          </p:nvPr>
        </p:nvSpPr>
        <p:spPr>
          <a:xfrm>
            <a:off x="6185350" y="1824184"/>
            <a:ext cx="14373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89" name="Google Shape;389;p15"/>
          <p:cNvSpPr txBox="1">
            <a:spLocks noGrp="1"/>
          </p:cNvSpPr>
          <p:nvPr>
            <p:ph type="subTitle" idx="6"/>
          </p:nvPr>
        </p:nvSpPr>
        <p:spPr>
          <a:xfrm>
            <a:off x="6185350" y="2127228"/>
            <a:ext cx="14373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90" name="Google Shape;390;p15"/>
          <p:cNvSpPr txBox="1">
            <a:spLocks noGrp="1"/>
          </p:cNvSpPr>
          <p:nvPr>
            <p:ph type="subTitle" idx="7"/>
          </p:nvPr>
        </p:nvSpPr>
        <p:spPr>
          <a:xfrm>
            <a:off x="1521350" y="3581432"/>
            <a:ext cx="14373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91" name="Google Shape;391;p15"/>
          <p:cNvSpPr txBox="1">
            <a:spLocks noGrp="1"/>
          </p:cNvSpPr>
          <p:nvPr>
            <p:ph type="subTitle" idx="8"/>
          </p:nvPr>
        </p:nvSpPr>
        <p:spPr>
          <a:xfrm>
            <a:off x="1521350" y="3884476"/>
            <a:ext cx="14373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92" name="Google Shape;392;p15"/>
          <p:cNvSpPr txBox="1">
            <a:spLocks noGrp="1"/>
          </p:cNvSpPr>
          <p:nvPr>
            <p:ph type="subTitle" idx="9"/>
          </p:nvPr>
        </p:nvSpPr>
        <p:spPr>
          <a:xfrm>
            <a:off x="3853325" y="3581432"/>
            <a:ext cx="14373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93" name="Google Shape;393;p15"/>
          <p:cNvSpPr txBox="1">
            <a:spLocks noGrp="1"/>
          </p:cNvSpPr>
          <p:nvPr>
            <p:ph type="subTitle" idx="13"/>
          </p:nvPr>
        </p:nvSpPr>
        <p:spPr>
          <a:xfrm>
            <a:off x="3853325" y="3884476"/>
            <a:ext cx="14373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94" name="Google Shape;394;p15"/>
          <p:cNvSpPr txBox="1">
            <a:spLocks noGrp="1"/>
          </p:cNvSpPr>
          <p:nvPr>
            <p:ph type="subTitle" idx="14"/>
          </p:nvPr>
        </p:nvSpPr>
        <p:spPr>
          <a:xfrm>
            <a:off x="6185350" y="3581432"/>
            <a:ext cx="14373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ct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395" name="Google Shape;395;p15"/>
          <p:cNvSpPr txBox="1">
            <a:spLocks noGrp="1"/>
          </p:cNvSpPr>
          <p:nvPr>
            <p:ph type="subTitle" idx="15"/>
          </p:nvPr>
        </p:nvSpPr>
        <p:spPr>
          <a:xfrm>
            <a:off x="6185350" y="3884476"/>
            <a:ext cx="14373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grpSp>
        <p:nvGrpSpPr>
          <p:cNvPr id="396" name="Google Shape;396;p15"/>
          <p:cNvGrpSpPr/>
          <p:nvPr/>
        </p:nvGrpSpPr>
        <p:grpSpPr>
          <a:xfrm>
            <a:off x="190971" y="4646874"/>
            <a:ext cx="354384" cy="353556"/>
            <a:chOff x="749375" y="849500"/>
            <a:chExt cx="513600" cy="512400"/>
          </a:xfrm>
        </p:grpSpPr>
        <p:cxnSp>
          <p:nvCxnSpPr>
            <p:cNvPr id="397" name="Google Shape;397;p15"/>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398" name="Google Shape;398;p15"/>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9" name="Google Shape;399;p15"/>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00" name="Google Shape;400;p15"/>
          <p:cNvGrpSpPr/>
          <p:nvPr/>
        </p:nvGrpSpPr>
        <p:grpSpPr>
          <a:xfrm>
            <a:off x="8598645" y="4646874"/>
            <a:ext cx="354384" cy="353556"/>
            <a:chOff x="749375" y="849500"/>
            <a:chExt cx="513600" cy="512400"/>
          </a:xfrm>
        </p:grpSpPr>
        <p:cxnSp>
          <p:nvCxnSpPr>
            <p:cNvPr id="401" name="Google Shape;401;p15"/>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02" name="Google Shape;402;p15"/>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3" name="Google Shape;403;p15"/>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04" name="Google Shape;404;p15"/>
          <p:cNvGrpSpPr/>
          <p:nvPr/>
        </p:nvGrpSpPr>
        <p:grpSpPr>
          <a:xfrm>
            <a:off x="517600" y="7175"/>
            <a:ext cx="3821175" cy="1606675"/>
            <a:chOff x="517600" y="7175"/>
            <a:chExt cx="3821175" cy="1606675"/>
          </a:xfrm>
        </p:grpSpPr>
        <p:cxnSp>
          <p:nvCxnSpPr>
            <p:cNvPr id="405" name="Google Shape;405;p15"/>
            <p:cNvCxnSpPr/>
            <p:nvPr/>
          </p:nvCxnSpPr>
          <p:spPr>
            <a:xfrm>
              <a:off x="4293775" y="7175"/>
              <a:ext cx="0" cy="773700"/>
            </a:xfrm>
            <a:prstGeom prst="straightConnector1">
              <a:avLst/>
            </a:prstGeom>
            <a:noFill/>
            <a:ln w="9525" cap="flat" cmpd="sng">
              <a:solidFill>
                <a:schemeClr val="accent1"/>
              </a:solidFill>
              <a:prstDash val="dash"/>
              <a:round/>
              <a:headEnd type="none" w="med" len="med"/>
              <a:tailEnd type="none" w="med" len="med"/>
            </a:ln>
          </p:spPr>
        </p:cxnSp>
        <p:cxnSp>
          <p:nvCxnSpPr>
            <p:cNvPr id="406" name="Google Shape;406;p15"/>
            <p:cNvCxnSpPr/>
            <p:nvPr/>
          </p:nvCxnSpPr>
          <p:spPr>
            <a:xfrm rot="10800000">
              <a:off x="769150" y="795175"/>
              <a:ext cx="3510300" cy="0"/>
            </a:xfrm>
            <a:prstGeom prst="straightConnector1">
              <a:avLst/>
            </a:prstGeom>
            <a:noFill/>
            <a:ln w="9525" cap="flat" cmpd="sng">
              <a:solidFill>
                <a:schemeClr val="accent1"/>
              </a:solidFill>
              <a:prstDash val="dash"/>
              <a:round/>
              <a:headEnd type="none" w="med" len="med"/>
              <a:tailEnd type="none" w="med" len="med"/>
            </a:ln>
          </p:spPr>
        </p:cxnSp>
        <p:cxnSp>
          <p:nvCxnSpPr>
            <p:cNvPr id="407" name="Google Shape;407;p15"/>
            <p:cNvCxnSpPr/>
            <p:nvPr/>
          </p:nvCxnSpPr>
          <p:spPr>
            <a:xfrm>
              <a:off x="769150" y="795175"/>
              <a:ext cx="0" cy="773700"/>
            </a:xfrm>
            <a:prstGeom prst="straightConnector1">
              <a:avLst/>
            </a:prstGeom>
            <a:noFill/>
            <a:ln w="9525" cap="flat" cmpd="sng">
              <a:solidFill>
                <a:schemeClr val="accent1"/>
              </a:solidFill>
              <a:prstDash val="dash"/>
              <a:round/>
              <a:headEnd type="none" w="med" len="med"/>
              <a:tailEnd type="none" w="med" len="med"/>
            </a:ln>
          </p:spPr>
        </p:cxnSp>
        <p:sp>
          <p:nvSpPr>
            <p:cNvPr id="408" name="Google Shape;408;p15"/>
            <p:cNvSpPr/>
            <p:nvPr/>
          </p:nvSpPr>
          <p:spPr>
            <a:xfrm flipH="1">
              <a:off x="4248775" y="750175"/>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5"/>
            <p:cNvSpPr/>
            <p:nvPr/>
          </p:nvSpPr>
          <p:spPr>
            <a:xfrm flipH="1">
              <a:off x="724150" y="750175"/>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p:cNvSpPr/>
            <p:nvPr/>
          </p:nvSpPr>
          <p:spPr>
            <a:xfrm flipH="1">
              <a:off x="724150" y="1523850"/>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 name="Google Shape;411;p15"/>
            <p:cNvGrpSpPr/>
            <p:nvPr/>
          </p:nvGrpSpPr>
          <p:grpSpPr>
            <a:xfrm flipH="1">
              <a:off x="898925" y="944875"/>
              <a:ext cx="149700" cy="149700"/>
              <a:chOff x="8309850" y="944875"/>
              <a:chExt cx="149700" cy="149700"/>
            </a:xfrm>
          </p:grpSpPr>
          <p:sp>
            <p:nvSpPr>
              <p:cNvPr id="412" name="Google Shape;412;p15"/>
              <p:cNvSpPr/>
              <p:nvPr/>
            </p:nvSpPr>
            <p:spPr>
              <a:xfrm>
                <a:off x="8309850" y="944875"/>
                <a:ext cx="149700" cy="1497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p:cNvSpPr/>
              <p:nvPr/>
            </p:nvSpPr>
            <p:spPr>
              <a:xfrm>
                <a:off x="8363550" y="9985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4" name="Google Shape;414;p15"/>
            <p:cNvCxnSpPr/>
            <p:nvPr/>
          </p:nvCxnSpPr>
          <p:spPr>
            <a:xfrm flipH="1">
              <a:off x="517600" y="649975"/>
              <a:ext cx="503100" cy="290400"/>
            </a:xfrm>
            <a:prstGeom prst="straightConnector1">
              <a:avLst/>
            </a:prstGeom>
            <a:noFill/>
            <a:ln w="9525" cap="flat" cmpd="sng">
              <a:solidFill>
                <a:schemeClr val="accent1"/>
              </a:solidFill>
              <a:prstDash val="solid"/>
              <a:round/>
              <a:headEnd type="oval" w="med" len="med"/>
              <a:tailEnd type="oval"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numbers">
  <p:cSld name="CUSTOM_8">
    <p:spTree>
      <p:nvGrpSpPr>
        <p:cNvPr id="1" name="Shape 415"/>
        <p:cNvGrpSpPr/>
        <p:nvPr/>
      </p:nvGrpSpPr>
      <p:grpSpPr>
        <a:xfrm>
          <a:off x="0" y="0"/>
          <a:ext cx="0" cy="0"/>
          <a:chOff x="0" y="0"/>
          <a:chExt cx="0" cy="0"/>
        </a:xfrm>
      </p:grpSpPr>
      <p:sp>
        <p:nvSpPr>
          <p:cNvPr id="416" name="Google Shape;416;p16"/>
          <p:cNvSpPr txBox="1">
            <a:spLocks noGrp="1"/>
          </p:cNvSpPr>
          <p:nvPr>
            <p:ph type="title" hasCustomPrompt="1"/>
          </p:nvPr>
        </p:nvSpPr>
        <p:spPr>
          <a:xfrm>
            <a:off x="3399150" y="3613607"/>
            <a:ext cx="2345700" cy="58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0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417" name="Google Shape;417;p16"/>
          <p:cNvSpPr txBox="1">
            <a:spLocks noGrp="1"/>
          </p:cNvSpPr>
          <p:nvPr>
            <p:ph type="subTitle" idx="1"/>
          </p:nvPr>
        </p:nvSpPr>
        <p:spPr>
          <a:xfrm>
            <a:off x="3399150" y="4081403"/>
            <a:ext cx="23457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18" name="Google Shape;418;p16"/>
          <p:cNvSpPr txBox="1">
            <a:spLocks noGrp="1"/>
          </p:cNvSpPr>
          <p:nvPr>
            <p:ph type="title" idx="2" hasCustomPrompt="1"/>
          </p:nvPr>
        </p:nvSpPr>
        <p:spPr>
          <a:xfrm>
            <a:off x="6036825" y="3612899"/>
            <a:ext cx="2349000" cy="58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0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419" name="Google Shape;419;p16"/>
          <p:cNvSpPr txBox="1">
            <a:spLocks noGrp="1"/>
          </p:cNvSpPr>
          <p:nvPr>
            <p:ph type="subTitle" idx="3"/>
          </p:nvPr>
        </p:nvSpPr>
        <p:spPr>
          <a:xfrm>
            <a:off x="6036825" y="4079528"/>
            <a:ext cx="23490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20" name="Google Shape;420;p16"/>
          <p:cNvSpPr txBox="1">
            <a:spLocks noGrp="1"/>
          </p:cNvSpPr>
          <p:nvPr>
            <p:ph type="title" idx="4" hasCustomPrompt="1"/>
          </p:nvPr>
        </p:nvSpPr>
        <p:spPr>
          <a:xfrm>
            <a:off x="759825" y="3616439"/>
            <a:ext cx="2345700" cy="58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0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421" name="Google Shape;421;p16"/>
          <p:cNvSpPr txBox="1">
            <a:spLocks noGrp="1"/>
          </p:cNvSpPr>
          <p:nvPr>
            <p:ph type="subTitle" idx="5"/>
          </p:nvPr>
        </p:nvSpPr>
        <p:spPr>
          <a:xfrm>
            <a:off x="759825" y="4081304"/>
            <a:ext cx="23457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22" name="Google Shape;422;p16"/>
          <p:cNvSpPr txBox="1">
            <a:spLocks noGrp="1"/>
          </p:cNvSpPr>
          <p:nvPr>
            <p:ph type="title" idx="6"/>
          </p:nvPr>
        </p:nvSpPr>
        <p:spPr>
          <a:xfrm>
            <a:off x="626700" y="441350"/>
            <a:ext cx="78906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grpSp>
        <p:nvGrpSpPr>
          <p:cNvPr id="423" name="Google Shape;423;p16"/>
          <p:cNvGrpSpPr/>
          <p:nvPr/>
        </p:nvGrpSpPr>
        <p:grpSpPr>
          <a:xfrm>
            <a:off x="190971" y="143070"/>
            <a:ext cx="354384" cy="353556"/>
            <a:chOff x="749375" y="849500"/>
            <a:chExt cx="513600" cy="512400"/>
          </a:xfrm>
        </p:grpSpPr>
        <p:cxnSp>
          <p:nvCxnSpPr>
            <p:cNvPr id="424" name="Google Shape;424;p1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25" name="Google Shape;425;p1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6" name="Google Shape;426;p1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27" name="Google Shape;427;p16"/>
          <p:cNvGrpSpPr/>
          <p:nvPr/>
        </p:nvGrpSpPr>
        <p:grpSpPr>
          <a:xfrm>
            <a:off x="8598645" y="143070"/>
            <a:ext cx="354384" cy="353556"/>
            <a:chOff x="749375" y="849500"/>
            <a:chExt cx="513600" cy="512400"/>
          </a:xfrm>
        </p:grpSpPr>
        <p:cxnSp>
          <p:nvCxnSpPr>
            <p:cNvPr id="428" name="Google Shape;428;p1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29" name="Google Shape;429;p1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0" name="Google Shape;430;p1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431"/>
        <p:cNvGrpSpPr/>
        <p:nvPr/>
      </p:nvGrpSpPr>
      <p:grpSpPr>
        <a:xfrm>
          <a:off x="0" y="0"/>
          <a:ext cx="0" cy="0"/>
          <a:chOff x="0" y="0"/>
          <a:chExt cx="0" cy="0"/>
        </a:xfrm>
      </p:grpSpPr>
      <p:sp>
        <p:nvSpPr>
          <p:cNvPr id="432" name="Google Shape;432;p17"/>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433" name="Google Shape;433;p17"/>
          <p:cNvSpPr txBox="1">
            <a:spLocks noGrp="1"/>
          </p:cNvSpPr>
          <p:nvPr>
            <p:ph type="subTitle" idx="1"/>
          </p:nvPr>
        </p:nvSpPr>
        <p:spPr>
          <a:xfrm>
            <a:off x="726225" y="1412463"/>
            <a:ext cx="4030800" cy="195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grpSp>
        <p:nvGrpSpPr>
          <p:cNvPr id="434" name="Google Shape;434;p17"/>
          <p:cNvGrpSpPr/>
          <p:nvPr/>
        </p:nvGrpSpPr>
        <p:grpSpPr>
          <a:xfrm>
            <a:off x="190971" y="143070"/>
            <a:ext cx="354384" cy="353556"/>
            <a:chOff x="749375" y="849500"/>
            <a:chExt cx="513600" cy="512400"/>
          </a:xfrm>
        </p:grpSpPr>
        <p:cxnSp>
          <p:nvCxnSpPr>
            <p:cNvPr id="435" name="Google Shape;435;p1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36" name="Google Shape;436;p1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7" name="Google Shape;437;p1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38" name="Google Shape;438;p17"/>
          <p:cNvGrpSpPr/>
          <p:nvPr/>
        </p:nvGrpSpPr>
        <p:grpSpPr>
          <a:xfrm>
            <a:off x="8598645" y="143070"/>
            <a:ext cx="354384" cy="353556"/>
            <a:chOff x="749375" y="849500"/>
            <a:chExt cx="513600" cy="512400"/>
          </a:xfrm>
        </p:grpSpPr>
        <p:cxnSp>
          <p:nvCxnSpPr>
            <p:cNvPr id="439" name="Google Shape;439;p1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40" name="Google Shape;440;p1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1" name="Google Shape;441;p1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42" name="Google Shape;442;p17"/>
          <p:cNvGrpSpPr/>
          <p:nvPr/>
        </p:nvGrpSpPr>
        <p:grpSpPr>
          <a:xfrm>
            <a:off x="190971" y="4646874"/>
            <a:ext cx="354384" cy="353556"/>
            <a:chOff x="749375" y="849500"/>
            <a:chExt cx="513600" cy="512400"/>
          </a:xfrm>
        </p:grpSpPr>
        <p:cxnSp>
          <p:nvCxnSpPr>
            <p:cNvPr id="443" name="Google Shape;443;p1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44" name="Google Shape;444;p1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5" name="Google Shape;445;p1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46" name="Google Shape;446;p17"/>
          <p:cNvGrpSpPr/>
          <p:nvPr/>
        </p:nvGrpSpPr>
        <p:grpSpPr>
          <a:xfrm>
            <a:off x="8598645" y="4646874"/>
            <a:ext cx="354384" cy="353556"/>
            <a:chOff x="749375" y="849500"/>
            <a:chExt cx="513600" cy="512400"/>
          </a:xfrm>
        </p:grpSpPr>
        <p:cxnSp>
          <p:nvCxnSpPr>
            <p:cNvPr id="447" name="Google Shape;447;p1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48" name="Google Shape;448;p1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9" name="Google Shape;449;p1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CAPTION_ONLY_1">
    <p:spTree>
      <p:nvGrpSpPr>
        <p:cNvPr id="1" name="Shape 450"/>
        <p:cNvGrpSpPr/>
        <p:nvPr/>
      </p:nvGrpSpPr>
      <p:grpSpPr>
        <a:xfrm>
          <a:off x="0" y="0"/>
          <a:ext cx="0" cy="0"/>
          <a:chOff x="0" y="0"/>
          <a:chExt cx="0" cy="0"/>
        </a:xfrm>
      </p:grpSpPr>
      <p:sp>
        <p:nvSpPr>
          <p:cNvPr id="451" name="Google Shape;451;p18"/>
          <p:cNvSpPr txBox="1">
            <a:spLocks noGrp="1"/>
          </p:cNvSpPr>
          <p:nvPr>
            <p:ph type="body" idx="1"/>
          </p:nvPr>
        </p:nvSpPr>
        <p:spPr>
          <a:xfrm>
            <a:off x="1535100" y="1483634"/>
            <a:ext cx="6073800" cy="1490400"/>
          </a:xfrm>
          <a:prstGeom prst="rect">
            <a:avLst/>
          </a:prstGeom>
        </p:spPr>
        <p:txBody>
          <a:bodyPr spcFirstLastPara="1" wrap="square" lIns="91425" tIns="91425" rIns="91425" bIns="91425" anchor="ctr" anchorCtr="0">
            <a:noAutofit/>
          </a:bodyPr>
          <a:lstStyle>
            <a:lvl1pPr marL="457200" lvl="0" indent="-228600" algn="ctr" rtl="0">
              <a:lnSpc>
                <a:spcPct val="100000"/>
              </a:lnSpc>
              <a:spcBef>
                <a:spcPts val="0"/>
              </a:spcBef>
              <a:spcAft>
                <a:spcPts val="0"/>
              </a:spcAft>
              <a:buSzPts val="2400"/>
              <a:buNone/>
              <a:defRPr sz="2200"/>
            </a:lvl1pPr>
          </a:lstStyle>
          <a:p>
            <a:endParaRPr/>
          </a:p>
        </p:txBody>
      </p:sp>
      <p:sp>
        <p:nvSpPr>
          <p:cNvPr id="452" name="Google Shape;452;p18"/>
          <p:cNvSpPr txBox="1">
            <a:spLocks noGrp="1"/>
          </p:cNvSpPr>
          <p:nvPr>
            <p:ph type="subTitle" idx="2"/>
          </p:nvPr>
        </p:nvSpPr>
        <p:spPr>
          <a:xfrm>
            <a:off x="1535100" y="2993744"/>
            <a:ext cx="60738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lvl1pPr>
            <a:lvl2pPr lvl="1" algn="ctr" rtl="0">
              <a:spcBef>
                <a:spcPts val="0"/>
              </a:spcBef>
              <a:spcAft>
                <a:spcPts val="0"/>
              </a:spcAft>
              <a:buNone/>
              <a:defRPr sz="1600"/>
            </a:lvl2pPr>
            <a:lvl3pPr lvl="2" algn="ctr" rtl="0">
              <a:spcBef>
                <a:spcPts val="0"/>
              </a:spcBef>
              <a:spcAft>
                <a:spcPts val="0"/>
              </a:spcAft>
              <a:buNone/>
              <a:defRPr sz="1600"/>
            </a:lvl3pPr>
            <a:lvl4pPr lvl="3" algn="ctr" rtl="0">
              <a:spcBef>
                <a:spcPts val="0"/>
              </a:spcBef>
              <a:spcAft>
                <a:spcPts val="0"/>
              </a:spcAft>
              <a:buNone/>
              <a:defRPr sz="1600"/>
            </a:lvl4pPr>
            <a:lvl5pPr lvl="4" algn="ctr" rtl="0">
              <a:spcBef>
                <a:spcPts val="0"/>
              </a:spcBef>
              <a:spcAft>
                <a:spcPts val="0"/>
              </a:spcAft>
              <a:buNone/>
              <a:defRPr sz="1600"/>
            </a:lvl5pPr>
            <a:lvl6pPr lvl="5" algn="ctr" rtl="0">
              <a:spcBef>
                <a:spcPts val="0"/>
              </a:spcBef>
              <a:spcAft>
                <a:spcPts val="0"/>
              </a:spcAft>
              <a:buNone/>
              <a:defRPr sz="1600"/>
            </a:lvl6pPr>
            <a:lvl7pPr lvl="6" algn="ctr" rtl="0">
              <a:spcBef>
                <a:spcPts val="0"/>
              </a:spcBef>
              <a:spcAft>
                <a:spcPts val="0"/>
              </a:spcAft>
              <a:buNone/>
              <a:defRPr sz="1600"/>
            </a:lvl7pPr>
            <a:lvl8pPr lvl="7" algn="ctr" rtl="0">
              <a:spcBef>
                <a:spcPts val="0"/>
              </a:spcBef>
              <a:spcAft>
                <a:spcPts val="0"/>
              </a:spcAft>
              <a:buNone/>
              <a:defRPr sz="1600"/>
            </a:lvl8pPr>
            <a:lvl9pPr lvl="8" algn="ctr" rtl="0">
              <a:spcBef>
                <a:spcPts val="0"/>
              </a:spcBef>
              <a:spcAft>
                <a:spcPts val="0"/>
              </a:spcAft>
              <a:buNone/>
              <a:defRPr sz="1600"/>
            </a:lvl9pPr>
          </a:lstStyle>
          <a:p>
            <a:endParaRPr/>
          </a:p>
        </p:txBody>
      </p:sp>
      <p:grpSp>
        <p:nvGrpSpPr>
          <p:cNvPr id="453" name="Google Shape;453;p18"/>
          <p:cNvGrpSpPr/>
          <p:nvPr/>
        </p:nvGrpSpPr>
        <p:grpSpPr>
          <a:xfrm>
            <a:off x="263150" y="3779225"/>
            <a:ext cx="997656" cy="997656"/>
            <a:chOff x="62549" y="1649"/>
            <a:chExt cx="1327200" cy="1327200"/>
          </a:xfrm>
        </p:grpSpPr>
        <p:sp>
          <p:nvSpPr>
            <p:cNvPr id="454" name="Google Shape;454;p18"/>
            <p:cNvSpPr/>
            <p:nvPr/>
          </p:nvSpPr>
          <p:spPr>
            <a:xfrm>
              <a:off x="225675" y="164750"/>
              <a:ext cx="1001100" cy="10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8"/>
            <p:cNvSpPr/>
            <p:nvPr/>
          </p:nvSpPr>
          <p:spPr>
            <a:xfrm>
              <a:off x="349250" y="288325"/>
              <a:ext cx="753900" cy="753900"/>
            </a:xfrm>
            <a:prstGeom prst="pie">
              <a:avLst>
                <a:gd name="adj1" fmla="val 0"/>
                <a:gd name="adj2" fmla="val 1620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8"/>
            <p:cNvSpPr/>
            <p:nvPr/>
          </p:nvSpPr>
          <p:spPr>
            <a:xfrm rot="10800000">
              <a:off x="62549" y="1649"/>
              <a:ext cx="1327200" cy="1327200"/>
            </a:xfrm>
            <a:prstGeom prst="pie">
              <a:avLst>
                <a:gd name="adj1" fmla="val 0"/>
                <a:gd name="adj2" fmla="val 5449711"/>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7" name="Google Shape;457;p18"/>
          <p:cNvCxnSpPr/>
          <p:nvPr/>
        </p:nvCxnSpPr>
        <p:spPr>
          <a:xfrm>
            <a:off x="5064700" y="7175"/>
            <a:ext cx="0" cy="773700"/>
          </a:xfrm>
          <a:prstGeom prst="straightConnector1">
            <a:avLst/>
          </a:prstGeom>
          <a:noFill/>
          <a:ln w="9525" cap="flat" cmpd="sng">
            <a:solidFill>
              <a:schemeClr val="accent1"/>
            </a:solidFill>
            <a:prstDash val="dash"/>
            <a:round/>
            <a:headEnd type="none" w="med" len="med"/>
            <a:tailEnd type="none" w="med" len="med"/>
          </a:ln>
        </p:spPr>
      </p:cxnSp>
      <p:cxnSp>
        <p:nvCxnSpPr>
          <p:cNvPr id="458" name="Google Shape;458;p18"/>
          <p:cNvCxnSpPr/>
          <p:nvPr/>
        </p:nvCxnSpPr>
        <p:spPr>
          <a:xfrm>
            <a:off x="5079025" y="795175"/>
            <a:ext cx="3510300" cy="0"/>
          </a:xfrm>
          <a:prstGeom prst="straightConnector1">
            <a:avLst/>
          </a:prstGeom>
          <a:noFill/>
          <a:ln w="9525" cap="flat" cmpd="sng">
            <a:solidFill>
              <a:schemeClr val="accent1"/>
            </a:solidFill>
            <a:prstDash val="dash"/>
            <a:round/>
            <a:headEnd type="none" w="med" len="med"/>
            <a:tailEnd type="none" w="med" len="med"/>
          </a:ln>
        </p:spPr>
      </p:cxnSp>
      <p:cxnSp>
        <p:nvCxnSpPr>
          <p:cNvPr id="459" name="Google Shape;459;p18"/>
          <p:cNvCxnSpPr/>
          <p:nvPr/>
        </p:nvCxnSpPr>
        <p:spPr>
          <a:xfrm>
            <a:off x="8589325" y="795175"/>
            <a:ext cx="0" cy="773700"/>
          </a:xfrm>
          <a:prstGeom prst="straightConnector1">
            <a:avLst/>
          </a:prstGeom>
          <a:noFill/>
          <a:ln w="9525" cap="flat" cmpd="sng">
            <a:solidFill>
              <a:schemeClr val="accent1"/>
            </a:solidFill>
            <a:prstDash val="dash"/>
            <a:round/>
            <a:headEnd type="none" w="med" len="med"/>
            <a:tailEnd type="none" w="med" len="med"/>
          </a:ln>
        </p:spPr>
      </p:cxnSp>
      <p:sp>
        <p:nvSpPr>
          <p:cNvPr id="460" name="Google Shape;460;p18"/>
          <p:cNvSpPr/>
          <p:nvPr/>
        </p:nvSpPr>
        <p:spPr>
          <a:xfrm>
            <a:off x="5019700" y="750175"/>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8"/>
          <p:cNvSpPr/>
          <p:nvPr/>
        </p:nvSpPr>
        <p:spPr>
          <a:xfrm>
            <a:off x="8544325" y="750175"/>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8"/>
          <p:cNvSpPr/>
          <p:nvPr/>
        </p:nvSpPr>
        <p:spPr>
          <a:xfrm>
            <a:off x="8544325" y="1523850"/>
            <a:ext cx="90000" cy="90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3" name="Google Shape;463;p18"/>
          <p:cNvGrpSpPr/>
          <p:nvPr/>
        </p:nvGrpSpPr>
        <p:grpSpPr>
          <a:xfrm>
            <a:off x="8309850" y="944875"/>
            <a:ext cx="149700" cy="149700"/>
            <a:chOff x="8309850" y="944875"/>
            <a:chExt cx="149700" cy="149700"/>
          </a:xfrm>
        </p:grpSpPr>
        <p:sp>
          <p:nvSpPr>
            <p:cNvPr id="464" name="Google Shape;464;p18"/>
            <p:cNvSpPr/>
            <p:nvPr/>
          </p:nvSpPr>
          <p:spPr>
            <a:xfrm>
              <a:off x="8309850" y="944875"/>
              <a:ext cx="149700" cy="1497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8"/>
            <p:cNvSpPr/>
            <p:nvPr/>
          </p:nvSpPr>
          <p:spPr>
            <a:xfrm>
              <a:off x="8363550" y="9985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66" name="Google Shape;466;p18"/>
          <p:cNvCxnSpPr/>
          <p:nvPr/>
        </p:nvCxnSpPr>
        <p:spPr>
          <a:xfrm>
            <a:off x="8337775" y="649975"/>
            <a:ext cx="503100" cy="290400"/>
          </a:xfrm>
          <a:prstGeom prst="straightConnector1">
            <a:avLst/>
          </a:prstGeom>
          <a:noFill/>
          <a:ln w="9525" cap="flat" cmpd="sng">
            <a:solidFill>
              <a:schemeClr val="accent1"/>
            </a:solidFill>
            <a:prstDash val="solid"/>
            <a:round/>
            <a:headEnd type="oval" w="med" len="med"/>
            <a:tailEnd type="oval" w="med" len="med"/>
          </a:ln>
        </p:spPr>
      </p:cxnSp>
      <p:sp>
        <p:nvSpPr>
          <p:cNvPr id="467" name="Google Shape;467;p18"/>
          <p:cNvSpPr/>
          <p:nvPr/>
        </p:nvSpPr>
        <p:spPr>
          <a:xfrm>
            <a:off x="6449425" y="4392625"/>
            <a:ext cx="1232100" cy="5016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8"/>
          <p:cNvSpPr txBox="1"/>
          <p:nvPr/>
        </p:nvSpPr>
        <p:spPr>
          <a:xfrm>
            <a:off x="6524575" y="4427875"/>
            <a:ext cx="1081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SHIFT</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one column">
  <p:cSld name="ONE_COLUMN_TEXT_1">
    <p:spTree>
      <p:nvGrpSpPr>
        <p:cNvPr id="1" name="Shape 469"/>
        <p:cNvGrpSpPr/>
        <p:nvPr/>
      </p:nvGrpSpPr>
      <p:grpSpPr>
        <a:xfrm>
          <a:off x="0" y="0"/>
          <a:ext cx="0" cy="0"/>
          <a:chOff x="0" y="0"/>
          <a:chExt cx="0" cy="0"/>
        </a:xfrm>
      </p:grpSpPr>
      <p:sp>
        <p:nvSpPr>
          <p:cNvPr id="470" name="Google Shape;470;p19"/>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471" name="Google Shape;471;p19"/>
          <p:cNvSpPr txBox="1">
            <a:spLocks noGrp="1"/>
          </p:cNvSpPr>
          <p:nvPr>
            <p:ph type="subTitle" idx="1"/>
          </p:nvPr>
        </p:nvSpPr>
        <p:spPr>
          <a:xfrm>
            <a:off x="1266420" y="2167108"/>
            <a:ext cx="26412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472" name="Google Shape;472;p19"/>
          <p:cNvSpPr txBox="1">
            <a:spLocks noGrp="1"/>
          </p:cNvSpPr>
          <p:nvPr>
            <p:ph type="subTitle" idx="2"/>
          </p:nvPr>
        </p:nvSpPr>
        <p:spPr>
          <a:xfrm>
            <a:off x="1263775" y="2521058"/>
            <a:ext cx="2641200" cy="9912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grpSp>
        <p:nvGrpSpPr>
          <p:cNvPr id="473" name="Google Shape;473;p19"/>
          <p:cNvGrpSpPr/>
          <p:nvPr/>
        </p:nvGrpSpPr>
        <p:grpSpPr>
          <a:xfrm>
            <a:off x="190971" y="143070"/>
            <a:ext cx="354384" cy="353556"/>
            <a:chOff x="749375" y="849500"/>
            <a:chExt cx="513600" cy="512400"/>
          </a:xfrm>
        </p:grpSpPr>
        <p:cxnSp>
          <p:nvCxnSpPr>
            <p:cNvPr id="474" name="Google Shape;474;p1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75" name="Google Shape;475;p1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6" name="Google Shape;476;p1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77" name="Google Shape;477;p19"/>
          <p:cNvGrpSpPr/>
          <p:nvPr/>
        </p:nvGrpSpPr>
        <p:grpSpPr>
          <a:xfrm>
            <a:off x="8598645" y="143070"/>
            <a:ext cx="354384" cy="353556"/>
            <a:chOff x="749375" y="849500"/>
            <a:chExt cx="513600" cy="512400"/>
          </a:xfrm>
        </p:grpSpPr>
        <p:cxnSp>
          <p:nvCxnSpPr>
            <p:cNvPr id="478" name="Google Shape;478;p1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79" name="Google Shape;479;p1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0" name="Google Shape;480;p1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81" name="Google Shape;481;p19"/>
          <p:cNvGrpSpPr/>
          <p:nvPr/>
        </p:nvGrpSpPr>
        <p:grpSpPr>
          <a:xfrm>
            <a:off x="190971" y="4646874"/>
            <a:ext cx="354384" cy="353556"/>
            <a:chOff x="749375" y="849500"/>
            <a:chExt cx="513600" cy="512400"/>
          </a:xfrm>
        </p:grpSpPr>
        <p:cxnSp>
          <p:nvCxnSpPr>
            <p:cNvPr id="482" name="Google Shape;482;p1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83" name="Google Shape;483;p1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4" name="Google Shape;484;p1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485" name="Google Shape;485;p19"/>
          <p:cNvGrpSpPr/>
          <p:nvPr/>
        </p:nvGrpSpPr>
        <p:grpSpPr>
          <a:xfrm>
            <a:off x="8598645" y="4646874"/>
            <a:ext cx="354384" cy="353556"/>
            <a:chOff x="749375" y="849500"/>
            <a:chExt cx="513600" cy="512400"/>
          </a:xfrm>
        </p:grpSpPr>
        <p:cxnSp>
          <p:nvCxnSpPr>
            <p:cNvPr id="486" name="Google Shape;486;p1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487" name="Google Shape;487;p1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8" name="Google Shape;488;p1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
        <p:nvSpPr>
          <p:cNvPr id="489" name="Google Shape;489;p19"/>
          <p:cNvSpPr/>
          <p:nvPr/>
        </p:nvSpPr>
        <p:spPr>
          <a:xfrm>
            <a:off x="1841075" y="430367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1107275" y="387812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txBox="1"/>
          <p:nvPr/>
        </p:nvSpPr>
        <p:spPr>
          <a:xfrm>
            <a:off x="1935425" y="434372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492" name="Google Shape;492;p19"/>
          <p:cNvSpPr txBox="1"/>
          <p:nvPr/>
        </p:nvSpPr>
        <p:spPr>
          <a:xfrm>
            <a:off x="1201625" y="391817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493" name="Google Shape;493;p19"/>
          <p:cNvSpPr/>
          <p:nvPr/>
        </p:nvSpPr>
        <p:spPr>
          <a:xfrm>
            <a:off x="1571375" y="920575"/>
            <a:ext cx="7809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txBox="1"/>
          <p:nvPr/>
        </p:nvSpPr>
        <p:spPr>
          <a:xfrm>
            <a:off x="1618475" y="960625"/>
            <a:ext cx="6867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2_2">
    <p:spTree>
      <p:nvGrpSpPr>
        <p:cNvPr id="1" name="Shape 495"/>
        <p:cNvGrpSpPr/>
        <p:nvPr/>
      </p:nvGrpSpPr>
      <p:grpSpPr>
        <a:xfrm>
          <a:off x="0" y="0"/>
          <a:ext cx="0" cy="0"/>
          <a:chOff x="0" y="0"/>
          <a:chExt cx="0" cy="0"/>
        </a:xfrm>
      </p:grpSpPr>
      <p:sp>
        <p:nvSpPr>
          <p:cNvPr id="496" name="Google Shape;496;p20"/>
          <p:cNvSpPr txBox="1">
            <a:spLocks noGrp="1"/>
          </p:cNvSpPr>
          <p:nvPr>
            <p:ph type="title"/>
          </p:nvPr>
        </p:nvSpPr>
        <p:spPr>
          <a:xfrm>
            <a:off x="726225" y="43830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97" name="Google Shape;497;p20"/>
          <p:cNvSpPr txBox="1">
            <a:spLocks noGrp="1"/>
          </p:cNvSpPr>
          <p:nvPr>
            <p:ph type="subTitle" idx="1"/>
          </p:nvPr>
        </p:nvSpPr>
        <p:spPr>
          <a:xfrm>
            <a:off x="2438000" y="704150"/>
            <a:ext cx="2357100" cy="469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498" name="Google Shape;498;p20"/>
          <p:cNvSpPr txBox="1">
            <a:spLocks noGrp="1"/>
          </p:cNvSpPr>
          <p:nvPr>
            <p:ph type="subTitle" idx="2"/>
          </p:nvPr>
        </p:nvSpPr>
        <p:spPr>
          <a:xfrm>
            <a:off x="2438025" y="1013249"/>
            <a:ext cx="23571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99" name="Google Shape;499;p20"/>
          <p:cNvSpPr txBox="1">
            <a:spLocks noGrp="1"/>
          </p:cNvSpPr>
          <p:nvPr>
            <p:ph type="subTitle" idx="3"/>
          </p:nvPr>
        </p:nvSpPr>
        <p:spPr>
          <a:xfrm>
            <a:off x="3352442" y="1707768"/>
            <a:ext cx="2357100" cy="467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00" name="Google Shape;500;p20"/>
          <p:cNvSpPr txBox="1">
            <a:spLocks noGrp="1"/>
          </p:cNvSpPr>
          <p:nvPr>
            <p:ph type="subTitle" idx="4"/>
          </p:nvPr>
        </p:nvSpPr>
        <p:spPr>
          <a:xfrm>
            <a:off x="3352350" y="2017050"/>
            <a:ext cx="23571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01" name="Google Shape;501;p20"/>
          <p:cNvSpPr txBox="1">
            <a:spLocks noGrp="1"/>
          </p:cNvSpPr>
          <p:nvPr>
            <p:ph type="subTitle" idx="5"/>
          </p:nvPr>
        </p:nvSpPr>
        <p:spPr>
          <a:xfrm>
            <a:off x="4266754" y="2715116"/>
            <a:ext cx="2357100" cy="469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02" name="Google Shape;502;p20"/>
          <p:cNvSpPr txBox="1">
            <a:spLocks noGrp="1"/>
          </p:cNvSpPr>
          <p:nvPr>
            <p:ph type="subTitle" idx="6"/>
          </p:nvPr>
        </p:nvSpPr>
        <p:spPr>
          <a:xfrm>
            <a:off x="4266750" y="3024216"/>
            <a:ext cx="23571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03" name="Google Shape;503;p20"/>
          <p:cNvSpPr txBox="1">
            <a:spLocks noGrp="1"/>
          </p:cNvSpPr>
          <p:nvPr>
            <p:ph type="subTitle" idx="7"/>
          </p:nvPr>
        </p:nvSpPr>
        <p:spPr>
          <a:xfrm>
            <a:off x="5181254" y="3723951"/>
            <a:ext cx="2357100" cy="467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04" name="Google Shape;504;p20"/>
          <p:cNvSpPr txBox="1">
            <a:spLocks noGrp="1"/>
          </p:cNvSpPr>
          <p:nvPr>
            <p:ph type="subTitle" idx="8"/>
          </p:nvPr>
        </p:nvSpPr>
        <p:spPr>
          <a:xfrm>
            <a:off x="5181250" y="4033233"/>
            <a:ext cx="23571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grpSp>
        <p:nvGrpSpPr>
          <p:cNvPr id="505" name="Google Shape;505;p20"/>
          <p:cNvGrpSpPr/>
          <p:nvPr/>
        </p:nvGrpSpPr>
        <p:grpSpPr>
          <a:xfrm>
            <a:off x="7424624" y="1486302"/>
            <a:ext cx="961500" cy="621536"/>
            <a:chOff x="7424624" y="1486302"/>
            <a:chExt cx="961500" cy="621536"/>
          </a:xfrm>
        </p:grpSpPr>
        <p:grpSp>
          <p:nvGrpSpPr>
            <p:cNvPr id="506" name="Google Shape;506;p20"/>
            <p:cNvGrpSpPr/>
            <p:nvPr/>
          </p:nvGrpSpPr>
          <p:grpSpPr>
            <a:xfrm>
              <a:off x="8212980" y="1489537"/>
              <a:ext cx="173144" cy="176919"/>
              <a:chOff x="1835125" y="2525550"/>
              <a:chExt cx="565275" cy="577600"/>
            </a:xfrm>
          </p:grpSpPr>
          <p:sp>
            <p:nvSpPr>
              <p:cNvPr id="507" name="Google Shape;507;p20"/>
              <p:cNvSpPr/>
              <p:nvPr/>
            </p:nvSpPr>
            <p:spPr>
              <a:xfrm>
                <a:off x="2160900" y="2525550"/>
                <a:ext cx="239500" cy="239525"/>
              </a:xfrm>
              <a:custGeom>
                <a:avLst/>
                <a:gdLst/>
                <a:ahLst/>
                <a:cxnLst/>
                <a:rect l="l" t="t" r="r" b="b"/>
                <a:pathLst>
                  <a:path w="9580" h="9581" extrusionOk="0">
                    <a:moveTo>
                      <a:pt x="3663" y="1"/>
                    </a:moveTo>
                    <a:lnTo>
                      <a:pt x="0" y="3734"/>
                    </a:lnTo>
                    <a:lnTo>
                      <a:pt x="5987" y="9580"/>
                    </a:lnTo>
                    <a:lnTo>
                      <a:pt x="9579" y="6058"/>
                    </a:lnTo>
                    <a:lnTo>
                      <a:pt x="36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0"/>
              <p:cNvSpPr/>
              <p:nvPr/>
            </p:nvSpPr>
            <p:spPr>
              <a:xfrm>
                <a:off x="1835125" y="2645300"/>
                <a:ext cx="450825" cy="457850"/>
              </a:xfrm>
              <a:custGeom>
                <a:avLst/>
                <a:gdLst/>
                <a:ahLst/>
                <a:cxnLst/>
                <a:rect l="l" t="t" r="r" b="b"/>
                <a:pathLst>
                  <a:path w="18033" h="18314" extrusionOk="0">
                    <a:moveTo>
                      <a:pt x="11622" y="0"/>
                    </a:moveTo>
                    <a:lnTo>
                      <a:pt x="4438" y="3452"/>
                    </a:lnTo>
                    <a:lnTo>
                      <a:pt x="0" y="14863"/>
                    </a:lnTo>
                    <a:lnTo>
                      <a:pt x="775" y="15778"/>
                    </a:lnTo>
                    <a:lnTo>
                      <a:pt x="7185" y="9862"/>
                    </a:lnTo>
                    <a:cubicBezTo>
                      <a:pt x="7185" y="9791"/>
                      <a:pt x="7114" y="9791"/>
                      <a:pt x="7114" y="9791"/>
                    </a:cubicBezTo>
                    <a:cubicBezTo>
                      <a:pt x="7114" y="9016"/>
                      <a:pt x="7748" y="8382"/>
                      <a:pt x="8523" y="8382"/>
                    </a:cubicBezTo>
                    <a:cubicBezTo>
                      <a:pt x="9298" y="8382"/>
                      <a:pt x="9932" y="9016"/>
                      <a:pt x="9932" y="9791"/>
                    </a:cubicBezTo>
                    <a:cubicBezTo>
                      <a:pt x="9932" y="10495"/>
                      <a:pt x="9368" y="11059"/>
                      <a:pt x="8664" y="11129"/>
                    </a:cubicBezTo>
                    <a:lnTo>
                      <a:pt x="2395" y="17398"/>
                    </a:lnTo>
                    <a:lnTo>
                      <a:pt x="3240" y="18314"/>
                    </a:lnTo>
                    <a:lnTo>
                      <a:pt x="15496" y="12961"/>
                    </a:lnTo>
                    <a:lnTo>
                      <a:pt x="18032" y="6410"/>
                    </a:lnTo>
                    <a:lnTo>
                      <a:pt x="116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 name="Google Shape;509;p20"/>
            <p:cNvSpPr/>
            <p:nvPr/>
          </p:nvSpPr>
          <p:spPr>
            <a:xfrm>
              <a:off x="8216490" y="1920129"/>
              <a:ext cx="160739" cy="162362"/>
            </a:xfrm>
            <a:custGeom>
              <a:avLst/>
              <a:gdLst/>
              <a:ahLst/>
              <a:cxnLst/>
              <a:rect l="l" t="t" r="r" b="b"/>
              <a:pathLst>
                <a:path w="20991" h="21203" extrusionOk="0">
                  <a:moveTo>
                    <a:pt x="0" y="1"/>
                  </a:moveTo>
                  <a:lnTo>
                    <a:pt x="0" y="6059"/>
                  </a:lnTo>
                  <a:lnTo>
                    <a:pt x="3522" y="6059"/>
                  </a:lnTo>
                  <a:lnTo>
                    <a:pt x="3522" y="3523"/>
                  </a:lnTo>
                  <a:lnTo>
                    <a:pt x="8735" y="3523"/>
                  </a:lnTo>
                  <a:lnTo>
                    <a:pt x="8735" y="17681"/>
                  </a:lnTo>
                  <a:lnTo>
                    <a:pt x="6410" y="17681"/>
                  </a:lnTo>
                  <a:lnTo>
                    <a:pt x="6410" y="21202"/>
                  </a:lnTo>
                  <a:lnTo>
                    <a:pt x="14581" y="21202"/>
                  </a:lnTo>
                  <a:lnTo>
                    <a:pt x="14581" y="17681"/>
                  </a:lnTo>
                  <a:lnTo>
                    <a:pt x="12256" y="17681"/>
                  </a:lnTo>
                  <a:lnTo>
                    <a:pt x="12256" y="3523"/>
                  </a:lnTo>
                  <a:lnTo>
                    <a:pt x="17469" y="3523"/>
                  </a:lnTo>
                  <a:lnTo>
                    <a:pt x="17469" y="6059"/>
                  </a:lnTo>
                  <a:lnTo>
                    <a:pt x="20991" y="6059"/>
                  </a:lnTo>
                  <a:lnTo>
                    <a:pt x="209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20"/>
            <p:cNvGrpSpPr/>
            <p:nvPr/>
          </p:nvGrpSpPr>
          <p:grpSpPr>
            <a:xfrm>
              <a:off x="7829056" y="1486375"/>
              <a:ext cx="186629" cy="183244"/>
              <a:chOff x="1814000" y="3605650"/>
              <a:chExt cx="609300" cy="598250"/>
            </a:xfrm>
          </p:grpSpPr>
          <p:sp>
            <p:nvSpPr>
              <p:cNvPr id="511" name="Google Shape;511;p20"/>
              <p:cNvSpPr/>
              <p:nvPr/>
            </p:nvSpPr>
            <p:spPr>
              <a:xfrm>
                <a:off x="1814000" y="3965425"/>
                <a:ext cx="306400" cy="238475"/>
              </a:xfrm>
              <a:custGeom>
                <a:avLst/>
                <a:gdLst/>
                <a:ahLst/>
                <a:cxnLst/>
                <a:rect l="l" t="t" r="r" b="b"/>
                <a:pathLst>
                  <a:path w="12256" h="9539" extrusionOk="0">
                    <a:moveTo>
                      <a:pt x="8656" y="1"/>
                    </a:moveTo>
                    <a:cubicBezTo>
                      <a:pt x="7940" y="1"/>
                      <a:pt x="7214" y="162"/>
                      <a:pt x="6621" y="446"/>
                    </a:cubicBezTo>
                    <a:cubicBezTo>
                      <a:pt x="5142" y="1150"/>
                      <a:pt x="4085" y="2488"/>
                      <a:pt x="3099" y="3897"/>
                    </a:cubicBezTo>
                    <a:cubicBezTo>
                      <a:pt x="2184" y="5306"/>
                      <a:pt x="1338" y="6715"/>
                      <a:pt x="0" y="7771"/>
                    </a:cubicBezTo>
                    <a:cubicBezTo>
                      <a:pt x="992" y="9027"/>
                      <a:pt x="2665" y="9539"/>
                      <a:pt x="4265" y="9539"/>
                    </a:cubicBezTo>
                    <a:cubicBezTo>
                      <a:pt x="4370" y="9539"/>
                      <a:pt x="4474" y="9536"/>
                      <a:pt x="4578" y="9532"/>
                    </a:cubicBezTo>
                    <a:cubicBezTo>
                      <a:pt x="6691" y="9532"/>
                      <a:pt x="8805" y="8828"/>
                      <a:pt x="10213" y="7278"/>
                    </a:cubicBezTo>
                    <a:cubicBezTo>
                      <a:pt x="11481" y="5940"/>
                      <a:pt x="12256" y="3474"/>
                      <a:pt x="11552" y="1643"/>
                    </a:cubicBezTo>
                    <a:cubicBezTo>
                      <a:pt x="11105" y="483"/>
                      <a:pt x="9895" y="1"/>
                      <a:pt x="8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0"/>
              <p:cNvSpPr/>
              <p:nvPr/>
            </p:nvSpPr>
            <p:spPr>
              <a:xfrm>
                <a:off x="2058750" y="3605650"/>
                <a:ext cx="364550" cy="402625"/>
              </a:xfrm>
              <a:custGeom>
                <a:avLst/>
                <a:gdLst/>
                <a:ahLst/>
                <a:cxnLst/>
                <a:rect l="l" t="t" r="r" b="b"/>
                <a:pathLst>
                  <a:path w="14582" h="16105" extrusionOk="0">
                    <a:moveTo>
                      <a:pt x="13416" y="0"/>
                    </a:moveTo>
                    <a:cubicBezTo>
                      <a:pt x="12991" y="0"/>
                      <a:pt x="12516" y="145"/>
                      <a:pt x="12116" y="327"/>
                    </a:cubicBezTo>
                    <a:cubicBezTo>
                      <a:pt x="9580" y="1806"/>
                      <a:pt x="7256" y="3708"/>
                      <a:pt x="5213" y="5891"/>
                    </a:cubicBezTo>
                    <a:cubicBezTo>
                      <a:pt x="3311" y="7934"/>
                      <a:pt x="1057" y="10117"/>
                      <a:pt x="1" y="12794"/>
                    </a:cubicBezTo>
                    <a:cubicBezTo>
                      <a:pt x="11" y="12774"/>
                      <a:pt x="44" y="12765"/>
                      <a:pt x="96" y="12765"/>
                    </a:cubicBezTo>
                    <a:cubicBezTo>
                      <a:pt x="407" y="12765"/>
                      <a:pt x="1359" y="13086"/>
                      <a:pt x="1480" y="13146"/>
                    </a:cubicBezTo>
                    <a:cubicBezTo>
                      <a:pt x="1832" y="13358"/>
                      <a:pt x="2255" y="13569"/>
                      <a:pt x="2536" y="13851"/>
                    </a:cubicBezTo>
                    <a:cubicBezTo>
                      <a:pt x="3311" y="14485"/>
                      <a:pt x="3875" y="15259"/>
                      <a:pt x="4227" y="16105"/>
                    </a:cubicBezTo>
                    <a:cubicBezTo>
                      <a:pt x="7960" y="13287"/>
                      <a:pt x="11130" y="9624"/>
                      <a:pt x="13313" y="5398"/>
                    </a:cubicBezTo>
                    <a:cubicBezTo>
                      <a:pt x="13947" y="4130"/>
                      <a:pt x="14581" y="2722"/>
                      <a:pt x="14581" y="1242"/>
                    </a:cubicBezTo>
                    <a:cubicBezTo>
                      <a:pt x="14511" y="961"/>
                      <a:pt x="14511" y="679"/>
                      <a:pt x="14370" y="468"/>
                    </a:cubicBezTo>
                    <a:cubicBezTo>
                      <a:pt x="14165" y="127"/>
                      <a:pt x="13813" y="0"/>
                      <a:pt x="134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 name="Google Shape;513;p20"/>
            <p:cNvGrpSpPr/>
            <p:nvPr/>
          </p:nvGrpSpPr>
          <p:grpSpPr>
            <a:xfrm>
              <a:off x="7465351" y="1894783"/>
              <a:ext cx="170984" cy="213055"/>
              <a:chOff x="1838650" y="1275300"/>
              <a:chExt cx="558225" cy="695575"/>
            </a:xfrm>
          </p:grpSpPr>
          <p:sp>
            <p:nvSpPr>
              <p:cNvPr id="514" name="Google Shape;514;p20"/>
              <p:cNvSpPr/>
              <p:nvPr/>
            </p:nvSpPr>
            <p:spPr>
              <a:xfrm>
                <a:off x="1838650" y="1391525"/>
                <a:ext cx="558225" cy="579350"/>
              </a:xfrm>
              <a:custGeom>
                <a:avLst/>
                <a:gdLst/>
                <a:ahLst/>
                <a:cxnLst/>
                <a:rect l="l" t="t" r="r" b="b"/>
                <a:pathLst>
                  <a:path w="22329" h="23174" extrusionOk="0">
                    <a:moveTo>
                      <a:pt x="0" y="0"/>
                    </a:moveTo>
                    <a:lnTo>
                      <a:pt x="8241" y="23174"/>
                    </a:lnTo>
                    <a:lnTo>
                      <a:pt x="12397" y="13735"/>
                    </a:lnTo>
                    <a:lnTo>
                      <a:pt x="22329" y="1084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0"/>
              <p:cNvSpPr/>
              <p:nvPr/>
            </p:nvSpPr>
            <p:spPr>
              <a:xfrm>
                <a:off x="2159125" y="1275300"/>
                <a:ext cx="195500" cy="200775"/>
              </a:xfrm>
              <a:custGeom>
                <a:avLst/>
                <a:gdLst/>
                <a:ahLst/>
                <a:cxnLst/>
                <a:rect l="l" t="t" r="r" b="b"/>
                <a:pathLst>
                  <a:path w="7820" h="8031" extrusionOk="0">
                    <a:moveTo>
                      <a:pt x="2818" y="0"/>
                    </a:moveTo>
                    <a:lnTo>
                      <a:pt x="2818" y="3029"/>
                    </a:lnTo>
                    <a:lnTo>
                      <a:pt x="1" y="3029"/>
                    </a:lnTo>
                    <a:lnTo>
                      <a:pt x="1" y="4931"/>
                    </a:lnTo>
                    <a:lnTo>
                      <a:pt x="2818" y="4931"/>
                    </a:lnTo>
                    <a:lnTo>
                      <a:pt x="2818" y="8030"/>
                    </a:lnTo>
                    <a:lnTo>
                      <a:pt x="5002" y="8030"/>
                    </a:lnTo>
                    <a:lnTo>
                      <a:pt x="5002" y="4931"/>
                    </a:lnTo>
                    <a:lnTo>
                      <a:pt x="7819" y="4931"/>
                    </a:lnTo>
                    <a:lnTo>
                      <a:pt x="7819" y="3029"/>
                    </a:lnTo>
                    <a:lnTo>
                      <a:pt x="5002" y="3029"/>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20"/>
            <p:cNvGrpSpPr/>
            <p:nvPr/>
          </p:nvGrpSpPr>
          <p:grpSpPr>
            <a:xfrm>
              <a:off x="7835259" y="1906380"/>
              <a:ext cx="182310" cy="189860"/>
              <a:chOff x="5096350" y="1532400"/>
              <a:chExt cx="595200" cy="619850"/>
            </a:xfrm>
          </p:grpSpPr>
          <p:sp>
            <p:nvSpPr>
              <p:cNvPr id="517" name="Google Shape;517;p20"/>
              <p:cNvSpPr/>
              <p:nvPr/>
            </p:nvSpPr>
            <p:spPr>
              <a:xfrm>
                <a:off x="5096350" y="1713775"/>
                <a:ext cx="452575" cy="438475"/>
              </a:xfrm>
              <a:custGeom>
                <a:avLst/>
                <a:gdLst/>
                <a:ahLst/>
                <a:cxnLst/>
                <a:rect l="l" t="t" r="r" b="b"/>
                <a:pathLst>
                  <a:path w="18103" h="17539" extrusionOk="0">
                    <a:moveTo>
                      <a:pt x="15637" y="0"/>
                    </a:moveTo>
                    <a:lnTo>
                      <a:pt x="0" y="15003"/>
                    </a:lnTo>
                    <a:lnTo>
                      <a:pt x="2465" y="17539"/>
                    </a:lnTo>
                    <a:lnTo>
                      <a:pt x="18102" y="2536"/>
                    </a:lnTo>
                    <a:lnTo>
                      <a:pt x="15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0"/>
              <p:cNvSpPr/>
              <p:nvPr/>
            </p:nvSpPr>
            <p:spPr>
              <a:xfrm>
                <a:off x="5143875" y="1541200"/>
                <a:ext cx="281775" cy="283525"/>
              </a:xfrm>
              <a:custGeom>
                <a:avLst/>
                <a:gdLst/>
                <a:ahLst/>
                <a:cxnLst/>
                <a:rect l="l" t="t" r="r" b="b"/>
                <a:pathLst>
                  <a:path w="11271" h="11341" extrusionOk="0">
                    <a:moveTo>
                      <a:pt x="6904" y="0"/>
                    </a:moveTo>
                    <a:lnTo>
                      <a:pt x="4720" y="4156"/>
                    </a:lnTo>
                    <a:lnTo>
                      <a:pt x="1" y="4367"/>
                    </a:lnTo>
                    <a:lnTo>
                      <a:pt x="4157" y="6551"/>
                    </a:lnTo>
                    <a:lnTo>
                      <a:pt x="4297" y="11341"/>
                    </a:lnTo>
                    <a:lnTo>
                      <a:pt x="6551" y="7114"/>
                    </a:lnTo>
                    <a:lnTo>
                      <a:pt x="11271" y="6974"/>
                    </a:lnTo>
                    <a:lnTo>
                      <a:pt x="7115" y="4720"/>
                    </a:lnTo>
                    <a:lnTo>
                      <a:pt x="6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0"/>
              <p:cNvSpPr/>
              <p:nvPr/>
            </p:nvSpPr>
            <p:spPr>
              <a:xfrm>
                <a:off x="5483750" y="1532400"/>
                <a:ext cx="191950" cy="191950"/>
              </a:xfrm>
              <a:custGeom>
                <a:avLst/>
                <a:gdLst/>
                <a:ahLst/>
                <a:cxnLst/>
                <a:rect l="l" t="t" r="r" b="b"/>
                <a:pathLst>
                  <a:path w="7678" h="7678" extrusionOk="0">
                    <a:moveTo>
                      <a:pt x="4719" y="0"/>
                    </a:moveTo>
                    <a:lnTo>
                      <a:pt x="3240" y="2818"/>
                    </a:lnTo>
                    <a:lnTo>
                      <a:pt x="0" y="2959"/>
                    </a:lnTo>
                    <a:lnTo>
                      <a:pt x="2818" y="4438"/>
                    </a:lnTo>
                    <a:lnTo>
                      <a:pt x="2958" y="7678"/>
                    </a:lnTo>
                    <a:lnTo>
                      <a:pt x="4438" y="4860"/>
                    </a:lnTo>
                    <a:lnTo>
                      <a:pt x="7678" y="4719"/>
                    </a:lnTo>
                    <a:lnTo>
                      <a:pt x="4860" y="3240"/>
                    </a:lnTo>
                    <a:lnTo>
                      <a:pt x="47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0"/>
              <p:cNvSpPr/>
              <p:nvPr/>
            </p:nvSpPr>
            <p:spPr>
              <a:xfrm>
                <a:off x="5554175" y="1764825"/>
                <a:ext cx="137375" cy="137375"/>
              </a:xfrm>
              <a:custGeom>
                <a:avLst/>
                <a:gdLst/>
                <a:ahLst/>
                <a:cxnLst/>
                <a:rect l="l" t="t" r="r" b="b"/>
                <a:pathLst>
                  <a:path w="5495" h="5495" extrusionOk="0">
                    <a:moveTo>
                      <a:pt x="3382" y="1"/>
                    </a:moveTo>
                    <a:lnTo>
                      <a:pt x="2325" y="2044"/>
                    </a:lnTo>
                    <a:lnTo>
                      <a:pt x="1" y="2114"/>
                    </a:lnTo>
                    <a:lnTo>
                      <a:pt x="2043" y="3171"/>
                    </a:lnTo>
                    <a:lnTo>
                      <a:pt x="2114" y="5495"/>
                    </a:lnTo>
                    <a:lnTo>
                      <a:pt x="3170" y="3452"/>
                    </a:lnTo>
                    <a:lnTo>
                      <a:pt x="5495" y="3382"/>
                    </a:lnTo>
                    <a:lnTo>
                      <a:pt x="3452" y="2325"/>
                    </a:lnTo>
                    <a:lnTo>
                      <a:pt x="3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20"/>
            <p:cNvGrpSpPr/>
            <p:nvPr/>
          </p:nvGrpSpPr>
          <p:grpSpPr>
            <a:xfrm>
              <a:off x="7424624" y="1486302"/>
              <a:ext cx="207128" cy="183389"/>
              <a:chOff x="5071675" y="238125"/>
              <a:chExt cx="676225" cy="598725"/>
            </a:xfrm>
          </p:grpSpPr>
          <p:sp>
            <p:nvSpPr>
              <p:cNvPr id="522" name="Google Shape;522;p20"/>
              <p:cNvSpPr/>
              <p:nvPr/>
            </p:nvSpPr>
            <p:spPr>
              <a:xfrm>
                <a:off x="5071675" y="486400"/>
                <a:ext cx="389200" cy="350450"/>
              </a:xfrm>
              <a:custGeom>
                <a:avLst/>
                <a:gdLst/>
                <a:ahLst/>
                <a:cxnLst/>
                <a:rect l="l" t="t" r="r" b="b"/>
                <a:pathLst>
                  <a:path w="15568" h="14018" extrusionOk="0">
                    <a:moveTo>
                      <a:pt x="14440" y="1198"/>
                    </a:moveTo>
                    <a:lnTo>
                      <a:pt x="14440" y="12820"/>
                    </a:lnTo>
                    <a:lnTo>
                      <a:pt x="1128" y="12820"/>
                    </a:lnTo>
                    <a:lnTo>
                      <a:pt x="1128" y="1198"/>
                    </a:lnTo>
                    <a:close/>
                    <a:moveTo>
                      <a:pt x="1" y="1"/>
                    </a:moveTo>
                    <a:lnTo>
                      <a:pt x="1" y="14018"/>
                    </a:lnTo>
                    <a:lnTo>
                      <a:pt x="15567" y="14018"/>
                    </a:lnTo>
                    <a:lnTo>
                      <a:pt x="155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0"/>
              <p:cNvSpPr/>
              <p:nvPr/>
            </p:nvSpPr>
            <p:spPr>
              <a:xfrm>
                <a:off x="5226650" y="238125"/>
                <a:ext cx="521250" cy="433200"/>
              </a:xfrm>
              <a:custGeom>
                <a:avLst/>
                <a:gdLst/>
                <a:ahLst/>
                <a:cxnLst/>
                <a:rect l="l" t="t" r="r" b="b"/>
                <a:pathLst>
                  <a:path w="20850" h="17328" extrusionOk="0">
                    <a:moveTo>
                      <a:pt x="19652" y="1197"/>
                    </a:moveTo>
                    <a:lnTo>
                      <a:pt x="19652" y="16201"/>
                    </a:lnTo>
                    <a:lnTo>
                      <a:pt x="1198" y="16201"/>
                    </a:lnTo>
                    <a:lnTo>
                      <a:pt x="1198" y="1197"/>
                    </a:lnTo>
                    <a:close/>
                    <a:moveTo>
                      <a:pt x="0" y="0"/>
                    </a:moveTo>
                    <a:lnTo>
                      <a:pt x="0" y="17327"/>
                    </a:lnTo>
                    <a:lnTo>
                      <a:pt x="20850" y="17327"/>
                    </a:lnTo>
                    <a:lnTo>
                      <a:pt x="20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5485500" y="343775"/>
                <a:ext cx="144425" cy="128575"/>
              </a:xfrm>
              <a:custGeom>
                <a:avLst/>
                <a:gdLst/>
                <a:ahLst/>
                <a:cxnLst/>
                <a:rect l="l" t="t" r="r" b="b"/>
                <a:pathLst>
                  <a:path w="5777" h="5143" extrusionOk="0">
                    <a:moveTo>
                      <a:pt x="5002" y="0"/>
                    </a:moveTo>
                    <a:lnTo>
                      <a:pt x="1" y="4297"/>
                    </a:lnTo>
                    <a:lnTo>
                      <a:pt x="775" y="5142"/>
                    </a:lnTo>
                    <a:lnTo>
                      <a:pt x="5776" y="845"/>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570025" y="310300"/>
                <a:ext cx="93350" cy="100400"/>
              </a:xfrm>
              <a:custGeom>
                <a:avLst/>
                <a:gdLst/>
                <a:ahLst/>
                <a:cxnLst/>
                <a:rect l="l" t="t" r="r" b="b"/>
                <a:pathLst>
                  <a:path w="3734" h="4016" extrusionOk="0">
                    <a:moveTo>
                      <a:pt x="0" y="1"/>
                    </a:moveTo>
                    <a:lnTo>
                      <a:pt x="3452" y="4016"/>
                    </a:lnTo>
                    <a:lnTo>
                      <a:pt x="3734" y="283"/>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6" name="Google Shape;526;p20"/>
          <p:cNvSpPr/>
          <p:nvPr/>
        </p:nvSpPr>
        <p:spPr>
          <a:xfrm>
            <a:off x="519825" y="3339425"/>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txBox="1"/>
          <p:nvPr/>
        </p:nvSpPr>
        <p:spPr>
          <a:xfrm>
            <a:off x="614175" y="337947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528" name="Google Shape;528;p20"/>
          <p:cNvSpPr/>
          <p:nvPr/>
        </p:nvSpPr>
        <p:spPr>
          <a:xfrm>
            <a:off x="851425" y="3941125"/>
            <a:ext cx="9030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txBox="1"/>
          <p:nvPr/>
        </p:nvSpPr>
        <p:spPr>
          <a:xfrm>
            <a:off x="934825" y="3981175"/>
            <a:ext cx="736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CRT</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one column 2">
  <p:cSld name="ONE_COLUMN_TEXT_1_1">
    <p:spTree>
      <p:nvGrpSpPr>
        <p:cNvPr id="1" name="Shape 530"/>
        <p:cNvGrpSpPr/>
        <p:nvPr/>
      </p:nvGrpSpPr>
      <p:grpSpPr>
        <a:xfrm>
          <a:off x="0" y="0"/>
          <a:ext cx="0" cy="0"/>
          <a:chOff x="0" y="0"/>
          <a:chExt cx="0" cy="0"/>
        </a:xfrm>
      </p:grpSpPr>
      <p:cxnSp>
        <p:nvCxnSpPr>
          <p:cNvPr id="531" name="Google Shape;531;p21"/>
          <p:cNvCxnSpPr/>
          <p:nvPr/>
        </p:nvCxnSpPr>
        <p:spPr>
          <a:xfrm rot="-5400000" flipH="1">
            <a:off x="2581300" y="750725"/>
            <a:ext cx="1544400" cy="600"/>
          </a:xfrm>
          <a:prstGeom prst="bentConnector3">
            <a:avLst>
              <a:gd name="adj1" fmla="val 50000"/>
            </a:avLst>
          </a:prstGeom>
          <a:noFill/>
          <a:ln w="9525" cap="flat" cmpd="sng">
            <a:solidFill>
              <a:schemeClr val="accent1"/>
            </a:solidFill>
            <a:prstDash val="dash"/>
            <a:round/>
            <a:headEnd type="none" w="med" len="med"/>
            <a:tailEnd type="none" w="med" len="med"/>
          </a:ln>
        </p:spPr>
      </p:cxnSp>
      <p:cxnSp>
        <p:nvCxnSpPr>
          <p:cNvPr id="532" name="Google Shape;532;p21"/>
          <p:cNvCxnSpPr/>
          <p:nvPr/>
        </p:nvCxnSpPr>
        <p:spPr>
          <a:xfrm flipH="1">
            <a:off x="924150" y="1523150"/>
            <a:ext cx="2414100" cy="600"/>
          </a:xfrm>
          <a:prstGeom prst="bentConnector3">
            <a:avLst>
              <a:gd name="adj1" fmla="val 50000"/>
            </a:avLst>
          </a:prstGeom>
          <a:noFill/>
          <a:ln w="9525" cap="flat" cmpd="sng">
            <a:solidFill>
              <a:schemeClr val="accent1"/>
            </a:solidFill>
            <a:prstDash val="dash"/>
            <a:round/>
            <a:headEnd type="none" w="med" len="med"/>
            <a:tailEnd type="none" w="med" len="med"/>
          </a:ln>
        </p:spPr>
      </p:cxnSp>
      <p:cxnSp>
        <p:nvCxnSpPr>
          <p:cNvPr id="533" name="Google Shape;533;p21"/>
          <p:cNvCxnSpPr/>
          <p:nvPr/>
        </p:nvCxnSpPr>
        <p:spPr>
          <a:xfrm>
            <a:off x="924150" y="1523750"/>
            <a:ext cx="0" cy="3065400"/>
          </a:xfrm>
          <a:prstGeom prst="straightConnector1">
            <a:avLst/>
          </a:prstGeom>
          <a:noFill/>
          <a:ln w="9525" cap="flat" cmpd="sng">
            <a:solidFill>
              <a:schemeClr val="accent1"/>
            </a:solidFill>
            <a:prstDash val="dash"/>
            <a:round/>
            <a:headEnd type="none" w="med" len="med"/>
            <a:tailEnd type="none" w="med" len="med"/>
          </a:ln>
        </p:spPr>
      </p:cxnSp>
      <p:cxnSp>
        <p:nvCxnSpPr>
          <p:cNvPr id="534" name="Google Shape;534;p21"/>
          <p:cNvCxnSpPr>
            <a:endCxn id="535" idx="2"/>
          </p:cNvCxnSpPr>
          <p:nvPr/>
        </p:nvCxnSpPr>
        <p:spPr>
          <a:xfrm>
            <a:off x="916975" y="4581925"/>
            <a:ext cx="7435500" cy="0"/>
          </a:xfrm>
          <a:prstGeom prst="straightConnector1">
            <a:avLst/>
          </a:prstGeom>
          <a:noFill/>
          <a:ln w="9525" cap="flat" cmpd="sng">
            <a:solidFill>
              <a:schemeClr val="accent1"/>
            </a:solidFill>
            <a:prstDash val="dash"/>
            <a:round/>
            <a:headEnd type="none" w="med" len="med"/>
            <a:tailEnd type="none" w="med" len="med"/>
          </a:ln>
        </p:spPr>
      </p:cxnSp>
      <p:sp>
        <p:nvSpPr>
          <p:cNvPr id="536" name="Google Shape;536;p21"/>
          <p:cNvSpPr/>
          <p:nvPr/>
        </p:nvSpPr>
        <p:spPr>
          <a:xfrm>
            <a:off x="3302350" y="1472900"/>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1"/>
          <p:cNvSpPr/>
          <p:nvPr/>
        </p:nvSpPr>
        <p:spPr>
          <a:xfrm>
            <a:off x="873600" y="1472900"/>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1"/>
          <p:cNvSpPr/>
          <p:nvPr/>
        </p:nvSpPr>
        <p:spPr>
          <a:xfrm>
            <a:off x="873600" y="4531375"/>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1"/>
          <p:cNvSpPr/>
          <p:nvPr/>
        </p:nvSpPr>
        <p:spPr>
          <a:xfrm>
            <a:off x="8352475" y="4531375"/>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21"/>
          <p:cNvCxnSpPr/>
          <p:nvPr/>
        </p:nvCxnSpPr>
        <p:spPr>
          <a:xfrm rot="10800000" flipH="1">
            <a:off x="649500" y="1364900"/>
            <a:ext cx="549300" cy="317100"/>
          </a:xfrm>
          <a:prstGeom prst="straightConnector1">
            <a:avLst/>
          </a:prstGeom>
          <a:noFill/>
          <a:ln w="9525" cap="flat" cmpd="sng">
            <a:solidFill>
              <a:schemeClr val="accent1"/>
            </a:solidFill>
            <a:prstDash val="solid"/>
            <a:round/>
            <a:headEnd type="oval" w="med" len="med"/>
            <a:tailEnd type="oval" w="med" len="med"/>
          </a:ln>
        </p:spPr>
      </p:cxnSp>
      <p:cxnSp>
        <p:nvCxnSpPr>
          <p:cNvPr id="540" name="Google Shape;540;p21"/>
          <p:cNvCxnSpPr/>
          <p:nvPr/>
        </p:nvCxnSpPr>
        <p:spPr>
          <a:xfrm>
            <a:off x="639900" y="4417825"/>
            <a:ext cx="568500" cy="328200"/>
          </a:xfrm>
          <a:prstGeom prst="straightConnector1">
            <a:avLst/>
          </a:prstGeom>
          <a:noFill/>
          <a:ln w="9525" cap="flat" cmpd="sng">
            <a:solidFill>
              <a:schemeClr val="accent1"/>
            </a:solidFill>
            <a:prstDash val="solid"/>
            <a:round/>
            <a:headEnd type="oval" w="med" len="med"/>
            <a:tailEnd type="oval" w="med" len="med"/>
          </a:ln>
        </p:spPr>
      </p:cxnSp>
      <p:cxnSp>
        <p:nvCxnSpPr>
          <p:cNvPr id="541" name="Google Shape;541;p21"/>
          <p:cNvCxnSpPr/>
          <p:nvPr/>
        </p:nvCxnSpPr>
        <p:spPr>
          <a:xfrm rot="10800000" flipH="1">
            <a:off x="8128375" y="4428925"/>
            <a:ext cx="549300" cy="317100"/>
          </a:xfrm>
          <a:prstGeom prst="straightConnector1">
            <a:avLst/>
          </a:prstGeom>
          <a:noFill/>
          <a:ln w="9525" cap="flat" cmpd="sng">
            <a:solidFill>
              <a:schemeClr val="accent1"/>
            </a:solidFill>
            <a:prstDash val="solid"/>
            <a:round/>
            <a:headEnd type="oval" w="med" len="med"/>
            <a:tailEnd type="oval" w="med" len="med"/>
          </a:ln>
        </p:spPr>
      </p:cxnSp>
      <p:grpSp>
        <p:nvGrpSpPr>
          <p:cNvPr id="542" name="Google Shape;542;p21"/>
          <p:cNvGrpSpPr/>
          <p:nvPr/>
        </p:nvGrpSpPr>
        <p:grpSpPr>
          <a:xfrm>
            <a:off x="1053050" y="1673475"/>
            <a:ext cx="101100" cy="101100"/>
            <a:chOff x="1053050" y="1239300"/>
            <a:chExt cx="101100" cy="101100"/>
          </a:xfrm>
        </p:grpSpPr>
        <p:sp>
          <p:nvSpPr>
            <p:cNvPr id="543" name="Google Shape;543;p21"/>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1"/>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21"/>
          <p:cNvGrpSpPr/>
          <p:nvPr/>
        </p:nvGrpSpPr>
        <p:grpSpPr>
          <a:xfrm>
            <a:off x="1053050" y="4327825"/>
            <a:ext cx="101100" cy="101100"/>
            <a:chOff x="1053050" y="1239300"/>
            <a:chExt cx="101100" cy="101100"/>
          </a:xfrm>
        </p:grpSpPr>
        <p:sp>
          <p:nvSpPr>
            <p:cNvPr id="546" name="Google Shape;546;p21"/>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1"/>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48" name="Google Shape;548;p21"/>
          <p:cNvCxnSpPr/>
          <p:nvPr/>
        </p:nvCxnSpPr>
        <p:spPr>
          <a:xfrm rot="10800000" flipH="1">
            <a:off x="3078250" y="1364900"/>
            <a:ext cx="549300" cy="317100"/>
          </a:xfrm>
          <a:prstGeom prst="straightConnector1">
            <a:avLst/>
          </a:prstGeom>
          <a:noFill/>
          <a:ln w="9525" cap="flat" cmpd="sng">
            <a:solidFill>
              <a:schemeClr val="accent1"/>
            </a:solidFill>
            <a:prstDash val="solid"/>
            <a:round/>
            <a:headEnd type="oval" w="med" len="med"/>
            <a:tailEnd type="oval" w="med" len="med"/>
          </a:ln>
        </p:spPr>
      </p:cxnSp>
      <p:grpSp>
        <p:nvGrpSpPr>
          <p:cNvPr id="549" name="Google Shape;549;p21"/>
          <p:cNvGrpSpPr/>
          <p:nvPr/>
        </p:nvGrpSpPr>
        <p:grpSpPr>
          <a:xfrm>
            <a:off x="3130511" y="1307334"/>
            <a:ext cx="101100" cy="101100"/>
            <a:chOff x="1053050" y="1239300"/>
            <a:chExt cx="101100" cy="101100"/>
          </a:xfrm>
        </p:grpSpPr>
        <p:sp>
          <p:nvSpPr>
            <p:cNvPr id="550" name="Google Shape;550;p21"/>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1"/>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 name="Google Shape;552;p21"/>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53" name="Google Shape;553;p21"/>
          <p:cNvSpPr txBox="1">
            <a:spLocks noGrp="1"/>
          </p:cNvSpPr>
          <p:nvPr>
            <p:ph type="subTitle" idx="1"/>
          </p:nvPr>
        </p:nvSpPr>
        <p:spPr>
          <a:xfrm>
            <a:off x="1968452" y="2090313"/>
            <a:ext cx="26106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54" name="Google Shape;554;p21"/>
          <p:cNvSpPr txBox="1">
            <a:spLocks noGrp="1"/>
          </p:cNvSpPr>
          <p:nvPr>
            <p:ph type="subTitle" idx="2"/>
          </p:nvPr>
        </p:nvSpPr>
        <p:spPr>
          <a:xfrm>
            <a:off x="1965838" y="2444263"/>
            <a:ext cx="2610600" cy="1061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2">
  <p:cSld name="CUSTOM_13">
    <p:spTree>
      <p:nvGrpSpPr>
        <p:cNvPr id="1" name="Shape 555"/>
        <p:cNvGrpSpPr/>
        <p:nvPr/>
      </p:nvGrpSpPr>
      <p:grpSpPr>
        <a:xfrm>
          <a:off x="0" y="0"/>
          <a:ext cx="0" cy="0"/>
          <a:chOff x="0" y="0"/>
          <a:chExt cx="0" cy="0"/>
        </a:xfrm>
      </p:grpSpPr>
      <p:grpSp>
        <p:nvGrpSpPr>
          <p:cNvPr id="556" name="Google Shape;556;p22"/>
          <p:cNvGrpSpPr/>
          <p:nvPr/>
        </p:nvGrpSpPr>
        <p:grpSpPr>
          <a:xfrm>
            <a:off x="1746225" y="610225"/>
            <a:ext cx="6387825" cy="4067300"/>
            <a:chOff x="1746225" y="610225"/>
            <a:chExt cx="6387825" cy="4067300"/>
          </a:xfrm>
        </p:grpSpPr>
        <p:cxnSp>
          <p:nvCxnSpPr>
            <p:cNvPr id="557" name="Google Shape;557;p22"/>
            <p:cNvCxnSpPr/>
            <p:nvPr/>
          </p:nvCxnSpPr>
          <p:spPr>
            <a:xfrm>
              <a:off x="4501450" y="649100"/>
              <a:ext cx="0" cy="1869600"/>
            </a:xfrm>
            <a:prstGeom prst="straightConnector1">
              <a:avLst/>
            </a:prstGeom>
            <a:noFill/>
            <a:ln w="9525" cap="flat" cmpd="sng">
              <a:solidFill>
                <a:schemeClr val="accent1"/>
              </a:solidFill>
              <a:prstDash val="dash"/>
              <a:round/>
              <a:headEnd type="none" w="med" len="med"/>
              <a:tailEnd type="none" w="med" len="med"/>
            </a:ln>
          </p:spPr>
        </p:cxnSp>
        <p:cxnSp>
          <p:nvCxnSpPr>
            <p:cNvPr id="558" name="Google Shape;558;p22"/>
            <p:cNvCxnSpPr/>
            <p:nvPr/>
          </p:nvCxnSpPr>
          <p:spPr>
            <a:xfrm rot="10800000">
              <a:off x="1784950" y="2518800"/>
              <a:ext cx="2716500" cy="0"/>
            </a:xfrm>
            <a:prstGeom prst="straightConnector1">
              <a:avLst/>
            </a:prstGeom>
            <a:noFill/>
            <a:ln w="9525" cap="flat" cmpd="sng">
              <a:solidFill>
                <a:schemeClr val="accent1"/>
              </a:solidFill>
              <a:prstDash val="dash"/>
              <a:round/>
              <a:headEnd type="none" w="med" len="med"/>
              <a:tailEnd type="none" w="med" len="med"/>
            </a:ln>
          </p:spPr>
        </p:cxnSp>
        <p:cxnSp>
          <p:nvCxnSpPr>
            <p:cNvPr id="559" name="Google Shape;559;p22"/>
            <p:cNvCxnSpPr/>
            <p:nvPr/>
          </p:nvCxnSpPr>
          <p:spPr>
            <a:xfrm>
              <a:off x="1785075" y="2518800"/>
              <a:ext cx="0" cy="2116800"/>
            </a:xfrm>
            <a:prstGeom prst="straightConnector1">
              <a:avLst/>
            </a:prstGeom>
            <a:noFill/>
            <a:ln w="9525" cap="flat" cmpd="sng">
              <a:solidFill>
                <a:schemeClr val="accent1"/>
              </a:solidFill>
              <a:prstDash val="dash"/>
              <a:round/>
              <a:headEnd type="none" w="med" len="med"/>
              <a:tailEnd type="none" w="med" len="med"/>
            </a:ln>
          </p:spPr>
        </p:cxnSp>
        <p:cxnSp>
          <p:nvCxnSpPr>
            <p:cNvPr id="560" name="Google Shape;560;p22"/>
            <p:cNvCxnSpPr/>
            <p:nvPr/>
          </p:nvCxnSpPr>
          <p:spPr>
            <a:xfrm rot="10800000">
              <a:off x="1784825" y="4635600"/>
              <a:ext cx="4656900" cy="0"/>
            </a:xfrm>
            <a:prstGeom prst="straightConnector1">
              <a:avLst/>
            </a:prstGeom>
            <a:noFill/>
            <a:ln w="9525" cap="flat" cmpd="sng">
              <a:solidFill>
                <a:schemeClr val="accent1"/>
              </a:solidFill>
              <a:prstDash val="dash"/>
              <a:round/>
              <a:headEnd type="none" w="med" len="med"/>
              <a:tailEnd type="none" w="med" len="med"/>
            </a:ln>
          </p:spPr>
        </p:cxnSp>
        <p:cxnSp>
          <p:nvCxnSpPr>
            <p:cNvPr id="561" name="Google Shape;561;p22"/>
            <p:cNvCxnSpPr/>
            <p:nvPr/>
          </p:nvCxnSpPr>
          <p:spPr>
            <a:xfrm>
              <a:off x="6441725" y="3153825"/>
              <a:ext cx="0" cy="1523700"/>
            </a:xfrm>
            <a:prstGeom prst="straightConnector1">
              <a:avLst/>
            </a:prstGeom>
            <a:noFill/>
            <a:ln w="9525" cap="flat" cmpd="sng">
              <a:solidFill>
                <a:schemeClr val="accent1"/>
              </a:solidFill>
              <a:prstDash val="dash"/>
              <a:round/>
              <a:headEnd type="none" w="med" len="med"/>
              <a:tailEnd type="none" w="med" len="med"/>
            </a:ln>
          </p:spPr>
        </p:cxnSp>
        <p:cxnSp>
          <p:nvCxnSpPr>
            <p:cNvPr id="562" name="Google Shape;562;p22"/>
            <p:cNvCxnSpPr/>
            <p:nvPr/>
          </p:nvCxnSpPr>
          <p:spPr>
            <a:xfrm rot="10800000">
              <a:off x="6434475" y="3153825"/>
              <a:ext cx="1651200" cy="0"/>
            </a:xfrm>
            <a:prstGeom prst="straightConnector1">
              <a:avLst/>
            </a:prstGeom>
            <a:noFill/>
            <a:ln w="9525" cap="flat" cmpd="sng">
              <a:solidFill>
                <a:schemeClr val="accent1"/>
              </a:solidFill>
              <a:prstDash val="dash"/>
              <a:round/>
              <a:headEnd type="none" w="med" len="med"/>
              <a:tailEnd type="none" w="med" len="med"/>
            </a:ln>
          </p:spPr>
        </p:cxnSp>
        <p:sp>
          <p:nvSpPr>
            <p:cNvPr id="563" name="Google Shape;563;p22"/>
            <p:cNvSpPr/>
            <p:nvPr/>
          </p:nvSpPr>
          <p:spPr>
            <a:xfrm>
              <a:off x="4462600" y="24799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2"/>
            <p:cNvSpPr/>
            <p:nvPr/>
          </p:nvSpPr>
          <p:spPr>
            <a:xfrm>
              <a:off x="1746225" y="24799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2"/>
            <p:cNvSpPr/>
            <p:nvPr/>
          </p:nvSpPr>
          <p:spPr>
            <a:xfrm>
              <a:off x="1746225" y="45967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2"/>
            <p:cNvSpPr/>
            <p:nvPr/>
          </p:nvSpPr>
          <p:spPr>
            <a:xfrm>
              <a:off x="6402875" y="45967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2"/>
            <p:cNvSpPr/>
            <p:nvPr/>
          </p:nvSpPr>
          <p:spPr>
            <a:xfrm>
              <a:off x="6402875" y="3114975"/>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2"/>
            <p:cNvSpPr/>
            <p:nvPr/>
          </p:nvSpPr>
          <p:spPr>
            <a:xfrm>
              <a:off x="8056350" y="3114975"/>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2"/>
            <p:cNvSpPr/>
            <p:nvPr/>
          </p:nvSpPr>
          <p:spPr>
            <a:xfrm>
              <a:off x="4462600" y="610225"/>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 name="Google Shape;570;p22"/>
            <p:cNvGrpSpPr/>
            <p:nvPr/>
          </p:nvGrpSpPr>
          <p:grpSpPr>
            <a:xfrm>
              <a:off x="4233325" y="2216825"/>
              <a:ext cx="120000" cy="120000"/>
              <a:chOff x="4233325" y="2216825"/>
              <a:chExt cx="120000" cy="120000"/>
            </a:xfrm>
          </p:grpSpPr>
          <p:sp>
            <p:nvSpPr>
              <p:cNvPr id="571" name="Google Shape;571;p22"/>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2"/>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22"/>
            <p:cNvGrpSpPr/>
            <p:nvPr/>
          </p:nvGrpSpPr>
          <p:grpSpPr>
            <a:xfrm>
              <a:off x="1897950" y="2647400"/>
              <a:ext cx="120000" cy="120000"/>
              <a:chOff x="4233325" y="2216825"/>
              <a:chExt cx="120000" cy="120000"/>
            </a:xfrm>
          </p:grpSpPr>
          <p:sp>
            <p:nvSpPr>
              <p:cNvPr id="574" name="Google Shape;574;p22"/>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2"/>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p22"/>
            <p:cNvGrpSpPr/>
            <p:nvPr/>
          </p:nvGrpSpPr>
          <p:grpSpPr>
            <a:xfrm>
              <a:off x="1897950" y="4361900"/>
              <a:ext cx="120000" cy="120000"/>
              <a:chOff x="4233325" y="2216825"/>
              <a:chExt cx="120000" cy="120000"/>
            </a:xfrm>
          </p:grpSpPr>
          <p:sp>
            <p:nvSpPr>
              <p:cNvPr id="577" name="Google Shape;577;p22"/>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2"/>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22"/>
            <p:cNvGrpSpPr/>
            <p:nvPr/>
          </p:nvGrpSpPr>
          <p:grpSpPr>
            <a:xfrm>
              <a:off x="6187725" y="4361900"/>
              <a:ext cx="120000" cy="120000"/>
              <a:chOff x="4233325" y="2216825"/>
              <a:chExt cx="120000" cy="120000"/>
            </a:xfrm>
          </p:grpSpPr>
          <p:sp>
            <p:nvSpPr>
              <p:cNvPr id="580" name="Google Shape;580;p22"/>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2"/>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 name="Google Shape;582;p22"/>
            <p:cNvGrpSpPr/>
            <p:nvPr/>
          </p:nvGrpSpPr>
          <p:grpSpPr>
            <a:xfrm>
              <a:off x="6561650" y="3256658"/>
              <a:ext cx="120000" cy="120000"/>
              <a:chOff x="4233325" y="2216825"/>
              <a:chExt cx="120000" cy="120000"/>
            </a:xfrm>
          </p:grpSpPr>
          <p:sp>
            <p:nvSpPr>
              <p:cNvPr id="583" name="Google Shape;583;p22"/>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2"/>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5" name="Google Shape;585;p22"/>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86" name="Google Shape;586;p22"/>
          <p:cNvSpPr txBox="1">
            <a:spLocks noGrp="1"/>
          </p:cNvSpPr>
          <p:nvPr>
            <p:ph type="subTitle" idx="1"/>
          </p:nvPr>
        </p:nvSpPr>
        <p:spPr>
          <a:xfrm>
            <a:off x="1760625" y="1220425"/>
            <a:ext cx="20229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87" name="Google Shape;587;p22"/>
          <p:cNvSpPr txBox="1">
            <a:spLocks noGrp="1"/>
          </p:cNvSpPr>
          <p:nvPr>
            <p:ph type="subTitle" idx="2"/>
          </p:nvPr>
        </p:nvSpPr>
        <p:spPr>
          <a:xfrm>
            <a:off x="1760625" y="1578775"/>
            <a:ext cx="2022900" cy="6228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dk1"/>
                </a:solidFill>
              </a:defRPr>
            </a:lvl1pPr>
            <a:lvl2pPr lvl="1" rtl="0">
              <a:spcBef>
                <a:spcPts val="0"/>
              </a:spcBef>
              <a:spcAft>
                <a:spcPts val="0"/>
              </a:spcAft>
              <a:buNone/>
              <a:defRPr>
                <a:solidFill>
                  <a:schemeClr val="dk1"/>
                </a:solidFill>
              </a:defRPr>
            </a:lvl2pPr>
            <a:lvl3pPr lvl="2" rtl="0">
              <a:spcBef>
                <a:spcPts val="0"/>
              </a:spcBef>
              <a:spcAft>
                <a:spcPts val="0"/>
              </a:spcAft>
              <a:buNone/>
              <a:defRPr>
                <a:solidFill>
                  <a:schemeClr val="dk1"/>
                </a:solidFill>
              </a:defRPr>
            </a:lvl3pPr>
            <a:lvl4pPr lvl="3" rtl="0">
              <a:spcBef>
                <a:spcPts val="0"/>
              </a:spcBef>
              <a:spcAft>
                <a:spcPts val="0"/>
              </a:spcAft>
              <a:buNone/>
              <a:defRPr>
                <a:solidFill>
                  <a:schemeClr val="dk1"/>
                </a:solidFill>
              </a:defRPr>
            </a:lvl4pPr>
            <a:lvl5pPr lvl="4" rtl="0">
              <a:spcBef>
                <a:spcPts val="0"/>
              </a:spcBef>
              <a:spcAft>
                <a:spcPts val="0"/>
              </a:spcAft>
              <a:buNone/>
              <a:defRPr>
                <a:solidFill>
                  <a:schemeClr val="dk1"/>
                </a:solidFill>
              </a:defRPr>
            </a:lvl5pPr>
            <a:lvl6pPr lvl="5" rtl="0">
              <a:spcBef>
                <a:spcPts val="0"/>
              </a:spcBef>
              <a:spcAft>
                <a:spcPts val="0"/>
              </a:spcAft>
              <a:buNone/>
              <a:defRPr>
                <a:solidFill>
                  <a:schemeClr val="dk1"/>
                </a:solidFill>
              </a:defRPr>
            </a:lvl6pPr>
            <a:lvl7pPr lvl="6" rtl="0">
              <a:spcBef>
                <a:spcPts val="0"/>
              </a:spcBef>
              <a:spcAft>
                <a:spcPts val="0"/>
              </a:spcAft>
              <a:buNone/>
              <a:defRPr>
                <a:solidFill>
                  <a:schemeClr val="dk1"/>
                </a:solidFill>
              </a:defRPr>
            </a:lvl7pPr>
            <a:lvl8pPr lvl="7" rtl="0">
              <a:spcBef>
                <a:spcPts val="0"/>
              </a:spcBef>
              <a:spcAft>
                <a:spcPts val="0"/>
              </a:spcAft>
              <a:buNone/>
              <a:defRPr>
                <a:solidFill>
                  <a:schemeClr val="dk1"/>
                </a:solidFill>
              </a:defRPr>
            </a:lvl8pPr>
            <a:lvl9pPr lvl="8" rtl="0">
              <a:spcBef>
                <a:spcPts val="0"/>
              </a:spcBef>
              <a:spcAft>
                <a:spcPts val="0"/>
              </a:spcAft>
              <a:buNone/>
              <a:defRPr>
                <a:solidFill>
                  <a:schemeClr val="dk1"/>
                </a:solidFill>
              </a:defRPr>
            </a:lvl9pPr>
          </a:lstStyle>
          <a:p>
            <a:endParaRPr/>
          </a:p>
        </p:txBody>
      </p:sp>
      <p:sp>
        <p:nvSpPr>
          <p:cNvPr id="588" name="Google Shape;588;p22"/>
          <p:cNvSpPr txBox="1">
            <a:spLocks noGrp="1"/>
          </p:cNvSpPr>
          <p:nvPr>
            <p:ph type="subTitle" idx="3"/>
          </p:nvPr>
        </p:nvSpPr>
        <p:spPr>
          <a:xfrm>
            <a:off x="5360475" y="1786250"/>
            <a:ext cx="2022900" cy="396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algn="r"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89" name="Google Shape;589;p22"/>
          <p:cNvSpPr txBox="1">
            <a:spLocks noGrp="1"/>
          </p:cNvSpPr>
          <p:nvPr>
            <p:ph type="subTitle" idx="4"/>
          </p:nvPr>
        </p:nvSpPr>
        <p:spPr>
          <a:xfrm>
            <a:off x="5360475" y="2144600"/>
            <a:ext cx="2022900" cy="6228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solidFill>
                  <a:schemeClr val="dk1"/>
                </a:solidFill>
              </a:defRPr>
            </a:lvl1pPr>
            <a:lvl2pPr lvl="1" algn="r" rtl="0">
              <a:spcBef>
                <a:spcPts val="0"/>
              </a:spcBef>
              <a:spcAft>
                <a:spcPts val="0"/>
              </a:spcAft>
              <a:buNone/>
              <a:defRPr>
                <a:solidFill>
                  <a:schemeClr val="dk1"/>
                </a:solidFill>
              </a:defRPr>
            </a:lvl2pPr>
            <a:lvl3pPr lvl="2" algn="r" rtl="0">
              <a:spcBef>
                <a:spcPts val="0"/>
              </a:spcBef>
              <a:spcAft>
                <a:spcPts val="0"/>
              </a:spcAft>
              <a:buNone/>
              <a:defRPr>
                <a:solidFill>
                  <a:schemeClr val="dk1"/>
                </a:solidFill>
              </a:defRPr>
            </a:lvl3pPr>
            <a:lvl4pPr lvl="3" algn="r" rtl="0">
              <a:spcBef>
                <a:spcPts val="0"/>
              </a:spcBef>
              <a:spcAft>
                <a:spcPts val="0"/>
              </a:spcAft>
              <a:buNone/>
              <a:defRPr>
                <a:solidFill>
                  <a:schemeClr val="dk1"/>
                </a:solidFill>
              </a:defRPr>
            </a:lvl4pPr>
            <a:lvl5pPr lvl="4" algn="r" rtl="0">
              <a:spcBef>
                <a:spcPts val="0"/>
              </a:spcBef>
              <a:spcAft>
                <a:spcPts val="0"/>
              </a:spcAft>
              <a:buNone/>
              <a:defRPr>
                <a:solidFill>
                  <a:schemeClr val="dk1"/>
                </a:solidFill>
              </a:defRPr>
            </a:lvl5pPr>
            <a:lvl6pPr lvl="5" algn="r" rtl="0">
              <a:spcBef>
                <a:spcPts val="0"/>
              </a:spcBef>
              <a:spcAft>
                <a:spcPts val="0"/>
              </a:spcAft>
              <a:buNone/>
              <a:defRPr>
                <a:solidFill>
                  <a:schemeClr val="dk1"/>
                </a:solidFill>
              </a:defRPr>
            </a:lvl6pPr>
            <a:lvl7pPr lvl="6" algn="r" rtl="0">
              <a:spcBef>
                <a:spcPts val="0"/>
              </a:spcBef>
              <a:spcAft>
                <a:spcPts val="0"/>
              </a:spcAft>
              <a:buNone/>
              <a:defRPr>
                <a:solidFill>
                  <a:schemeClr val="dk1"/>
                </a:solidFill>
              </a:defRPr>
            </a:lvl7pPr>
            <a:lvl8pPr lvl="7" algn="r" rtl="0">
              <a:spcBef>
                <a:spcPts val="0"/>
              </a:spcBef>
              <a:spcAft>
                <a:spcPts val="0"/>
              </a:spcAft>
              <a:buNone/>
              <a:defRPr>
                <a:solidFill>
                  <a:schemeClr val="dk1"/>
                </a:solidFill>
              </a:defRPr>
            </a:lvl8pPr>
            <a:lvl9pPr lvl="8" algn="r" rtl="0">
              <a:spcBef>
                <a:spcPts val="0"/>
              </a:spcBef>
              <a:spcAft>
                <a:spcPts val="0"/>
              </a:spcAft>
              <a:buNone/>
              <a:defRPr>
                <a:solidFill>
                  <a:schemeClr val="dk1"/>
                </a:solidFill>
              </a:defRPr>
            </a:lvl9pPr>
          </a:lstStyle>
          <a:p>
            <a:endParaRPr/>
          </a:p>
        </p:txBody>
      </p:sp>
      <p:sp>
        <p:nvSpPr>
          <p:cNvPr id="590" name="Google Shape;590;p22"/>
          <p:cNvSpPr txBox="1">
            <a:spLocks noGrp="1"/>
          </p:cNvSpPr>
          <p:nvPr>
            <p:ph type="subTitle" idx="5"/>
          </p:nvPr>
        </p:nvSpPr>
        <p:spPr>
          <a:xfrm>
            <a:off x="4023375" y="3139375"/>
            <a:ext cx="20229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1pPr>
            <a:lvl2pPr lvl="1"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2pPr>
            <a:lvl3pPr lvl="2"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3pPr>
            <a:lvl4pPr lvl="3"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4pPr>
            <a:lvl5pPr lvl="4"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5pPr>
            <a:lvl6pPr lvl="5"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6pPr>
            <a:lvl7pPr lvl="6"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7pPr>
            <a:lvl8pPr lvl="7"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8pPr>
            <a:lvl9pPr lvl="8" rtl="0">
              <a:spcBef>
                <a:spcPts val="0"/>
              </a:spcBef>
              <a:spcAft>
                <a:spcPts val="0"/>
              </a:spcAft>
              <a:buNone/>
              <a:defRPr sz="1800">
                <a:solidFill>
                  <a:schemeClr val="accent1"/>
                </a:solidFill>
                <a:latin typeface="Red Hat Display Black"/>
                <a:ea typeface="Red Hat Display Black"/>
                <a:cs typeface="Red Hat Display Black"/>
                <a:sym typeface="Red Hat Display Black"/>
              </a:defRPr>
            </a:lvl9pPr>
          </a:lstStyle>
          <a:p>
            <a:endParaRPr/>
          </a:p>
        </p:txBody>
      </p:sp>
      <p:sp>
        <p:nvSpPr>
          <p:cNvPr id="591" name="Google Shape;591;p22"/>
          <p:cNvSpPr txBox="1">
            <a:spLocks noGrp="1"/>
          </p:cNvSpPr>
          <p:nvPr>
            <p:ph type="subTitle" idx="6"/>
          </p:nvPr>
        </p:nvSpPr>
        <p:spPr>
          <a:xfrm>
            <a:off x="4023375" y="3497725"/>
            <a:ext cx="2022900" cy="6228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dk1"/>
                </a:solidFill>
              </a:defRPr>
            </a:lvl1pPr>
            <a:lvl2pPr lvl="1" rtl="0">
              <a:spcBef>
                <a:spcPts val="0"/>
              </a:spcBef>
              <a:spcAft>
                <a:spcPts val="0"/>
              </a:spcAft>
              <a:buNone/>
              <a:defRPr>
                <a:solidFill>
                  <a:schemeClr val="dk1"/>
                </a:solidFill>
              </a:defRPr>
            </a:lvl2pPr>
            <a:lvl3pPr lvl="2" rtl="0">
              <a:spcBef>
                <a:spcPts val="0"/>
              </a:spcBef>
              <a:spcAft>
                <a:spcPts val="0"/>
              </a:spcAft>
              <a:buNone/>
              <a:defRPr>
                <a:solidFill>
                  <a:schemeClr val="dk1"/>
                </a:solidFill>
              </a:defRPr>
            </a:lvl3pPr>
            <a:lvl4pPr lvl="3" rtl="0">
              <a:spcBef>
                <a:spcPts val="0"/>
              </a:spcBef>
              <a:spcAft>
                <a:spcPts val="0"/>
              </a:spcAft>
              <a:buNone/>
              <a:defRPr>
                <a:solidFill>
                  <a:schemeClr val="dk1"/>
                </a:solidFill>
              </a:defRPr>
            </a:lvl4pPr>
            <a:lvl5pPr lvl="4" rtl="0">
              <a:spcBef>
                <a:spcPts val="0"/>
              </a:spcBef>
              <a:spcAft>
                <a:spcPts val="0"/>
              </a:spcAft>
              <a:buNone/>
              <a:defRPr>
                <a:solidFill>
                  <a:schemeClr val="dk1"/>
                </a:solidFill>
              </a:defRPr>
            </a:lvl5pPr>
            <a:lvl6pPr lvl="5" rtl="0">
              <a:spcBef>
                <a:spcPts val="0"/>
              </a:spcBef>
              <a:spcAft>
                <a:spcPts val="0"/>
              </a:spcAft>
              <a:buNone/>
              <a:defRPr>
                <a:solidFill>
                  <a:schemeClr val="dk1"/>
                </a:solidFill>
              </a:defRPr>
            </a:lvl6pPr>
            <a:lvl7pPr lvl="6" rtl="0">
              <a:spcBef>
                <a:spcPts val="0"/>
              </a:spcBef>
              <a:spcAft>
                <a:spcPts val="0"/>
              </a:spcAft>
              <a:buNone/>
              <a:defRPr>
                <a:solidFill>
                  <a:schemeClr val="dk1"/>
                </a:solidFill>
              </a:defRPr>
            </a:lvl7pPr>
            <a:lvl8pPr lvl="7" rtl="0">
              <a:spcBef>
                <a:spcPts val="0"/>
              </a:spcBef>
              <a:spcAft>
                <a:spcPts val="0"/>
              </a:spcAft>
              <a:buNone/>
              <a:defRPr>
                <a:solidFill>
                  <a:schemeClr val="dk1"/>
                </a:solidFill>
              </a:defRPr>
            </a:lvl8pPr>
            <a:lvl9pPr lvl="8" rtl="0">
              <a:spcBef>
                <a:spcPts val="0"/>
              </a:spcBef>
              <a:spcAft>
                <a:spcPts val="0"/>
              </a:spcAft>
              <a:buNone/>
              <a:defRPr>
                <a:solidFill>
                  <a:schemeClr val="dk1"/>
                </a:solidFill>
              </a:defRPr>
            </a:lvl9pPr>
          </a:lstStyle>
          <a:p>
            <a:endParaRPr/>
          </a:p>
        </p:txBody>
      </p:sp>
      <p:grpSp>
        <p:nvGrpSpPr>
          <p:cNvPr id="592" name="Google Shape;592;p22"/>
          <p:cNvGrpSpPr/>
          <p:nvPr/>
        </p:nvGrpSpPr>
        <p:grpSpPr>
          <a:xfrm>
            <a:off x="190971" y="4646874"/>
            <a:ext cx="354384" cy="353556"/>
            <a:chOff x="749375" y="849500"/>
            <a:chExt cx="513600" cy="512400"/>
          </a:xfrm>
        </p:grpSpPr>
        <p:cxnSp>
          <p:nvCxnSpPr>
            <p:cNvPr id="593" name="Google Shape;593;p2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594" name="Google Shape;594;p2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5" name="Google Shape;595;p2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596" name="Google Shape;596;p22"/>
          <p:cNvGrpSpPr/>
          <p:nvPr/>
        </p:nvGrpSpPr>
        <p:grpSpPr>
          <a:xfrm>
            <a:off x="8598645" y="4646874"/>
            <a:ext cx="354384" cy="353556"/>
            <a:chOff x="749375" y="849500"/>
            <a:chExt cx="513600" cy="512400"/>
          </a:xfrm>
        </p:grpSpPr>
        <p:cxnSp>
          <p:nvCxnSpPr>
            <p:cNvPr id="597" name="Google Shape;597;p2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598" name="Google Shape;598;p2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9" name="Google Shape;599;p2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600" name="Google Shape;600;p22"/>
          <p:cNvGrpSpPr/>
          <p:nvPr/>
        </p:nvGrpSpPr>
        <p:grpSpPr>
          <a:xfrm>
            <a:off x="190971" y="143070"/>
            <a:ext cx="354384" cy="353556"/>
            <a:chOff x="749375" y="849500"/>
            <a:chExt cx="513600" cy="512400"/>
          </a:xfrm>
        </p:grpSpPr>
        <p:cxnSp>
          <p:nvCxnSpPr>
            <p:cNvPr id="601" name="Google Shape;601;p2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602" name="Google Shape;602;p2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3" name="Google Shape;603;p2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604" name="Google Shape;604;p22"/>
          <p:cNvGrpSpPr/>
          <p:nvPr/>
        </p:nvGrpSpPr>
        <p:grpSpPr>
          <a:xfrm>
            <a:off x="8598645" y="143070"/>
            <a:ext cx="354384" cy="353556"/>
            <a:chOff x="749375" y="849500"/>
            <a:chExt cx="513600" cy="512400"/>
          </a:xfrm>
        </p:grpSpPr>
        <p:cxnSp>
          <p:nvCxnSpPr>
            <p:cNvPr id="605" name="Google Shape;605;p22"/>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606" name="Google Shape;606;p22"/>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7" name="Google Shape;607;p22"/>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12">
    <p:spTree>
      <p:nvGrpSpPr>
        <p:cNvPr id="1" name="Shape 669"/>
        <p:cNvGrpSpPr/>
        <p:nvPr/>
      </p:nvGrpSpPr>
      <p:grpSpPr>
        <a:xfrm>
          <a:off x="0" y="0"/>
          <a:ext cx="0" cy="0"/>
          <a:chOff x="0" y="0"/>
          <a:chExt cx="0" cy="0"/>
        </a:xfrm>
      </p:grpSpPr>
      <p:sp>
        <p:nvSpPr>
          <p:cNvPr id="670" name="Google Shape;670;p25"/>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671" name="Google Shape;671;p25"/>
          <p:cNvCxnSpPr/>
          <p:nvPr/>
        </p:nvCxnSpPr>
        <p:spPr>
          <a:xfrm rot="-5400000" flipH="1">
            <a:off x="2293350" y="547775"/>
            <a:ext cx="1081800" cy="600"/>
          </a:xfrm>
          <a:prstGeom prst="bentConnector3">
            <a:avLst>
              <a:gd name="adj1" fmla="val 50000"/>
            </a:avLst>
          </a:prstGeom>
          <a:noFill/>
          <a:ln w="9525" cap="flat" cmpd="sng">
            <a:solidFill>
              <a:schemeClr val="accent1"/>
            </a:solidFill>
            <a:prstDash val="dash"/>
            <a:round/>
            <a:headEnd type="none" w="med" len="med"/>
            <a:tailEnd type="none" w="med" len="med"/>
          </a:ln>
        </p:spPr>
      </p:cxnSp>
      <p:cxnSp>
        <p:nvCxnSpPr>
          <p:cNvPr id="672" name="Google Shape;672;p25"/>
          <p:cNvCxnSpPr/>
          <p:nvPr/>
        </p:nvCxnSpPr>
        <p:spPr>
          <a:xfrm flipH="1">
            <a:off x="405500" y="1088975"/>
            <a:ext cx="2414100" cy="600"/>
          </a:xfrm>
          <a:prstGeom prst="bentConnector3">
            <a:avLst>
              <a:gd name="adj1" fmla="val 50000"/>
            </a:avLst>
          </a:prstGeom>
          <a:noFill/>
          <a:ln w="9525" cap="flat" cmpd="sng">
            <a:solidFill>
              <a:schemeClr val="accent1"/>
            </a:solidFill>
            <a:prstDash val="dash"/>
            <a:round/>
            <a:headEnd type="none" w="med" len="med"/>
            <a:tailEnd type="none" w="med" len="med"/>
          </a:ln>
        </p:spPr>
      </p:cxnSp>
      <p:cxnSp>
        <p:nvCxnSpPr>
          <p:cNvPr id="673" name="Google Shape;673;p25"/>
          <p:cNvCxnSpPr/>
          <p:nvPr/>
        </p:nvCxnSpPr>
        <p:spPr>
          <a:xfrm>
            <a:off x="405500" y="1089575"/>
            <a:ext cx="0" cy="3065400"/>
          </a:xfrm>
          <a:prstGeom prst="straightConnector1">
            <a:avLst/>
          </a:prstGeom>
          <a:noFill/>
          <a:ln w="9525" cap="flat" cmpd="sng">
            <a:solidFill>
              <a:schemeClr val="accent1"/>
            </a:solidFill>
            <a:prstDash val="dash"/>
            <a:round/>
            <a:headEnd type="none" w="med" len="med"/>
            <a:tailEnd type="none" w="med" len="med"/>
          </a:ln>
        </p:spPr>
      </p:cxnSp>
      <p:sp>
        <p:nvSpPr>
          <p:cNvPr id="674" name="Google Shape;674;p25"/>
          <p:cNvSpPr/>
          <p:nvPr/>
        </p:nvSpPr>
        <p:spPr>
          <a:xfrm>
            <a:off x="2783700" y="1038725"/>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354950" y="1038725"/>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354950" y="4097200"/>
            <a:ext cx="101100" cy="101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7" name="Google Shape;677;p25"/>
          <p:cNvCxnSpPr/>
          <p:nvPr/>
        </p:nvCxnSpPr>
        <p:spPr>
          <a:xfrm rot="10800000" flipH="1">
            <a:off x="130850" y="930725"/>
            <a:ext cx="549300" cy="317100"/>
          </a:xfrm>
          <a:prstGeom prst="straightConnector1">
            <a:avLst/>
          </a:prstGeom>
          <a:noFill/>
          <a:ln w="9525" cap="flat" cmpd="sng">
            <a:solidFill>
              <a:schemeClr val="accent1"/>
            </a:solidFill>
            <a:prstDash val="solid"/>
            <a:round/>
            <a:headEnd type="oval" w="med" len="med"/>
            <a:tailEnd type="oval" w="med" len="med"/>
          </a:ln>
        </p:spPr>
      </p:cxnSp>
      <p:cxnSp>
        <p:nvCxnSpPr>
          <p:cNvPr id="678" name="Google Shape;678;p25"/>
          <p:cNvCxnSpPr/>
          <p:nvPr/>
        </p:nvCxnSpPr>
        <p:spPr>
          <a:xfrm>
            <a:off x="121250" y="3983650"/>
            <a:ext cx="568500" cy="328200"/>
          </a:xfrm>
          <a:prstGeom prst="straightConnector1">
            <a:avLst/>
          </a:prstGeom>
          <a:noFill/>
          <a:ln w="9525" cap="flat" cmpd="sng">
            <a:solidFill>
              <a:schemeClr val="accent1"/>
            </a:solidFill>
            <a:prstDash val="solid"/>
            <a:round/>
            <a:headEnd type="oval" w="med" len="med"/>
            <a:tailEnd type="oval" w="med" len="med"/>
          </a:ln>
        </p:spPr>
      </p:cxnSp>
      <p:grpSp>
        <p:nvGrpSpPr>
          <p:cNvPr id="679" name="Google Shape;679;p25"/>
          <p:cNvGrpSpPr/>
          <p:nvPr/>
        </p:nvGrpSpPr>
        <p:grpSpPr>
          <a:xfrm>
            <a:off x="534400" y="1239300"/>
            <a:ext cx="101100" cy="101100"/>
            <a:chOff x="1053050" y="1239300"/>
            <a:chExt cx="101100" cy="101100"/>
          </a:xfrm>
        </p:grpSpPr>
        <p:sp>
          <p:nvSpPr>
            <p:cNvPr id="680" name="Google Shape;680;p25"/>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25"/>
          <p:cNvGrpSpPr/>
          <p:nvPr/>
        </p:nvGrpSpPr>
        <p:grpSpPr>
          <a:xfrm>
            <a:off x="534400" y="3893650"/>
            <a:ext cx="101100" cy="101100"/>
            <a:chOff x="1053050" y="1239300"/>
            <a:chExt cx="101100" cy="101100"/>
          </a:xfrm>
        </p:grpSpPr>
        <p:sp>
          <p:nvSpPr>
            <p:cNvPr id="683" name="Google Shape;683;p25"/>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5"/>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85" name="Google Shape;685;p25"/>
          <p:cNvCxnSpPr/>
          <p:nvPr/>
        </p:nvCxnSpPr>
        <p:spPr>
          <a:xfrm rot="10800000" flipH="1">
            <a:off x="2559600" y="930725"/>
            <a:ext cx="549300" cy="317100"/>
          </a:xfrm>
          <a:prstGeom prst="straightConnector1">
            <a:avLst/>
          </a:prstGeom>
          <a:noFill/>
          <a:ln w="9525" cap="flat" cmpd="sng">
            <a:solidFill>
              <a:schemeClr val="accent1"/>
            </a:solidFill>
            <a:prstDash val="solid"/>
            <a:round/>
            <a:headEnd type="oval" w="med" len="med"/>
            <a:tailEnd type="oval" w="med" len="med"/>
          </a:ln>
        </p:spPr>
      </p:cxnSp>
      <p:grpSp>
        <p:nvGrpSpPr>
          <p:cNvPr id="686" name="Google Shape;686;p25"/>
          <p:cNvGrpSpPr/>
          <p:nvPr/>
        </p:nvGrpSpPr>
        <p:grpSpPr>
          <a:xfrm>
            <a:off x="2611861" y="873159"/>
            <a:ext cx="101100" cy="101100"/>
            <a:chOff x="1053050" y="1239300"/>
            <a:chExt cx="101100" cy="101100"/>
          </a:xfrm>
        </p:grpSpPr>
        <p:sp>
          <p:nvSpPr>
            <p:cNvPr id="687" name="Google Shape;687;p25"/>
            <p:cNvSpPr/>
            <p:nvPr/>
          </p:nvSpPr>
          <p:spPr>
            <a:xfrm>
              <a:off x="1053050" y="1239300"/>
              <a:ext cx="101100" cy="101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a:off x="1091000" y="1277250"/>
              <a:ext cx="25200" cy="2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9" name="Google Shape;689;p25"/>
          <p:cNvSpPr/>
          <p:nvPr/>
        </p:nvSpPr>
        <p:spPr>
          <a:xfrm>
            <a:off x="8389625" y="3786250"/>
            <a:ext cx="5112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txBox="1"/>
          <p:nvPr/>
        </p:nvSpPr>
        <p:spPr>
          <a:xfrm>
            <a:off x="8483975" y="3826300"/>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A</a:t>
            </a:r>
            <a:endParaRPr sz="1600">
              <a:solidFill>
                <a:schemeClr val="accent1"/>
              </a:solidFill>
              <a:latin typeface="Encode Sans Black"/>
              <a:ea typeface="Encode Sans Black"/>
              <a:cs typeface="Encode Sans Black"/>
              <a:sym typeface="Encode Sans Black"/>
            </a:endParaRPr>
          </a:p>
        </p:txBody>
      </p:sp>
      <p:sp>
        <p:nvSpPr>
          <p:cNvPr id="691" name="Google Shape;691;p25"/>
          <p:cNvSpPr/>
          <p:nvPr/>
        </p:nvSpPr>
        <p:spPr>
          <a:xfrm>
            <a:off x="7697450" y="4387950"/>
            <a:ext cx="903000" cy="511200"/>
          </a:xfrm>
          <a:prstGeom prst="roundRect">
            <a:avLst>
              <a:gd name="adj" fmla="val 16667"/>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txBox="1"/>
          <p:nvPr/>
        </p:nvSpPr>
        <p:spPr>
          <a:xfrm>
            <a:off x="7780850" y="4428000"/>
            <a:ext cx="7362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CRT</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_10_1_1">
    <p:spTree>
      <p:nvGrpSpPr>
        <p:cNvPr id="1" name="Shape 693"/>
        <p:cNvGrpSpPr/>
        <p:nvPr/>
      </p:nvGrpSpPr>
      <p:grpSpPr>
        <a:xfrm>
          <a:off x="0" y="0"/>
          <a:ext cx="0" cy="0"/>
          <a:chOff x="0" y="0"/>
          <a:chExt cx="0" cy="0"/>
        </a:xfrm>
      </p:grpSpPr>
      <p:sp>
        <p:nvSpPr>
          <p:cNvPr id="694" name="Google Shape;694;p26"/>
          <p:cNvSpPr txBox="1">
            <a:spLocks noGrp="1"/>
          </p:cNvSpPr>
          <p:nvPr>
            <p:ph type="title"/>
          </p:nvPr>
        </p:nvSpPr>
        <p:spPr>
          <a:xfrm>
            <a:off x="625934" y="1219038"/>
            <a:ext cx="4492800" cy="1041000"/>
          </a:xfrm>
          <a:prstGeom prst="rect">
            <a:avLst/>
          </a:prstGeom>
        </p:spPr>
        <p:txBody>
          <a:bodyPr spcFirstLastPara="1" wrap="square" lIns="91425" tIns="91425" rIns="91425" bIns="91425" anchor="t" anchorCtr="0">
            <a:noAutofit/>
          </a:bodyPr>
          <a:lstStyle>
            <a:lvl1pPr lvl="0" algn="l" rtl="0">
              <a:spcBef>
                <a:spcPts val="0"/>
              </a:spcBef>
              <a:spcAft>
                <a:spcPts val="0"/>
              </a:spcAft>
              <a:buNone/>
              <a:defRPr sz="6000"/>
            </a:lvl1pPr>
            <a:lvl2pPr lvl="1" algn="l" rtl="0">
              <a:spcBef>
                <a:spcPts val="0"/>
              </a:spcBef>
              <a:spcAft>
                <a:spcPts val="0"/>
              </a:spcAft>
              <a:buNone/>
              <a:defRPr sz="6000"/>
            </a:lvl2pPr>
            <a:lvl3pPr lvl="2" algn="l" rtl="0">
              <a:spcBef>
                <a:spcPts val="0"/>
              </a:spcBef>
              <a:spcAft>
                <a:spcPts val="0"/>
              </a:spcAft>
              <a:buNone/>
              <a:defRPr sz="6000"/>
            </a:lvl3pPr>
            <a:lvl4pPr lvl="3" algn="l" rtl="0">
              <a:spcBef>
                <a:spcPts val="0"/>
              </a:spcBef>
              <a:spcAft>
                <a:spcPts val="0"/>
              </a:spcAft>
              <a:buNone/>
              <a:defRPr sz="6000"/>
            </a:lvl4pPr>
            <a:lvl5pPr lvl="4" algn="l" rtl="0">
              <a:spcBef>
                <a:spcPts val="0"/>
              </a:spcBef>
              <a:spcAft>
                <a:spcPts val="0"/>
              </a:spcAft>
              <a:buNone/>
              <a:defRPr sz="6000"/>
            </a:lvl5pPr>
            <a:lvl6pPr lvl="5" algn="l" rtl="0">
              <a:spcBef>
                <a:spcPts val="0"/>
              </a:spcBef>
              <a:spcAft>
                <a:spcPts val="0"/>
              </a:spcAft>
              <a:buNone/>
              <a:defRPr sz="6000"/>
            </a:lvl6pPr>
            <a:lvl7pPr lvl="6" algn="l" rtl="0">
              <a:spcBef>
                <a:spcPts val="0"/>
              </a:spcBef>
              <a:spcAft>
                <a:spcPts val="0"/>
              </a:spcAft>
              <a:buNone/>
              <a:defRPr sz="6000"/>
            </a:lvl7pPr>
            <a:lvl8pPr lvl="7" algn="l" rtl="0">
              <a:spcBef>
                <a:spcPts val="0"/>
              </a:spcBef>
              <a:spcAft>
                <a:spcPts val="0"/>
              </a:spcAft>
              <a:buNone/>
              <a:defRPr sz="6000"/>
            </a:lvl8pPr>
            <a:lvl9pPr lvl="8" algn="l" rtl="0">
              <a:spcBef>
                <a:spcPts val="0"/>
              </a:spcBef>
              <a:spcAft>
                <a:spcPts val="0"/>
              </a:spcAft>
              <a:buNone/>
              <a:defRPr sz="6000"/>
            </a:lvl9pPr>
          </a:lstStyle>
          <a:p>
            <a:endParaRPr/>
          </a:p>
        </p:txBody>
      </p:sp>
      <p:sp>
        <p:nvSpPr>
          <p:cNvPr id="695" name="Google Shape;695;p26"/>
          <p:cNvSpPr txBox="1">
            <a:spLocks noGrp="1"/>
          </p:cNvSpPr>
          <p:nvPr>
            <p:ph type="subTitle" idx="1"/>
          </p:nvPr>
        </p:nvSpPr>
        <p:spPr>
          <a:xfrm>
            <a:off x="627025" y="2193423"/>
            <a:ext cx="4492800" cy="12315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96" name="Google Shape;696;p26"/>
          <p:cNvSpPr txBox="1"/>
          <p:nvPr/>
        </p:nvSpPr>
        <p:spPr>
          <a:xfrm>
            <a:off x="2178800" y="3777100"/>
            <a:ext cx="4794000" cy="5307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Clr>
                <a:schemeClr val="dk1"/>
              </a:buClr>
              <a:buSzPts val="1100"/>
              <a:buFont typeface="Arial"/>
              <a:buNone/>
            </a:pPr>
            <a:r>
              <a:rPr lang="en" sz="1200" b="1">
                <a:solidFill>
                  <a:schemeClr val="accent1"/>
                </a:solidFill>
                <a:latin typeface="Red Hat Display"/>
                <a:ea typeface="Red Hat Display"/>
                <a:cs typeface="Red Hat Display"/>
                <a:sym typeface="Red Hat Display"/>
              </a:rPr>
              <a:t>CREDITS:</a:t>
            </a:r>
            <a:r>
              <a:rPr lang="en" sz="1200">
                <a:solidFill>
                  <a:schemeClr val="dk1"/>
                </a:solidFill>
                <a:latin typeface="Red Hat Display"/>
                <a:ea typeface="Red Hat Display"/>
                <a:cs typeface="Red Hat Display"/>
                <a:sym typeface="Red Hat Display"/>
              </a:rPr>
              <a:t> This presentation template was created by </a:t>
            </a:r>
            <a:r>
              <a:rPr lang="en" sz="1200" b="1">
                <a:solidFill>
                  <a:schemeClr val="accent1"/>
                </a:solidFill>
                <a:uFill>
                  <a:noFill/>
                </a:uFill>
                <a:latin typeface="Red Hat Display"/>
                <a:ea typeface="Red Hat Display"/>
                <a:cs typeface="Red Hat Display"/>
                <a:sym typeface="Red Hat Display"/>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Red Hat Display"/>
                <a:ea typeface="Red Hat Display"/>
                <a:cs typeface="Red Hat Display"/>
                <a:sym typeface="Red Hat Display"/>
              </a:rPr>
              <a:t>, including icons by </a:t>
            </a:r>
            <a:r>
              <a:rPr lang="en" sz="1200" b="1">
                <a:solidFill>
                  <a:schemeClr val="accent1"/>
                </a:solidFill>
                <a:uFill>
                  <a:noFill/>
                </a:uFill>
                <a:latin typeface="Red Hat Display"/>
                <a:ea typeface="Red Hat Display"/>
                <a:cs typeface="Red Hat Display"/>
                <a:sym typeface="Red Hat Display"/>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Red Hat Display"/>
                <a:ea typeface="Red Hat Display"/>
                <a:cs typeface="Red Hat Display"/>
                <a:sym typeface="Red Hat Display"/>
              </a:rPr>
              <a:t>, and infographics &amp; images by </a:t>
            </a:r>
            <a:r>
              <a:rPr lang="en" sz="1200" b="1">
                <a:solidFill>
                  <a:schemeClr val="accent1"/>
                </a:solidFill>
                <a:uFill>
                  <a:noFill/>
                </a:uFill>
                <a:latin typeface="Red Hat Display"/>
                <a:ea typeface="Red Hat Display"/>
                <a:cs typeface="Red Hat Display"/>
                <a:sym typeface="Red Hat Display"/>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a:solidFill>
                <a:schemeClr val="dk1"/>
              </a:solidFill>
              <a:latin typeface="Red Hat Display"/>
              <a:ea typeface="Red Hat Display"/>
              <a:cs typeface="Red Hat Display"/>
              <a:sym typeface="Red Hat Display"/>
            </a:endParaRPr>
          </a:p>
        </p:txBody>
      </p:sp>
      <p:sp>
        <p:nvSpPr>
          <p:cNvPr id="697" name="Google Shape;697;p26"/>
          <p:cNvSpPr txBox="1">
            <a:spLocks noGrp="1"/>
          </p:cNvSpPr>
          <p:nvPr>
            <p:ph type="subTitle" idx="2"/>
          </p:nvPr>
        </p:nvSpPr>
        <p:spPr>
          <a:xfrm>
            <a:off x="6168880" y="1383775"/>
            <a:ext cx="2327700" cy="385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98" name="Google Shape;698;p26"/>
          <p:cNvSpPr txBox="1">
            <a:spLocks noGrp="1"/>
          </p:cNvSpPr>
          <p:nvPr>
            <p:ph type="subTitle" idx="3"/>
          </p:nvPr>
        </p:nvSpPr>
        <p:spPr>
          <a:xfrm>
            <a:off x="6168880" y="2107300"/>
            <a:ext cx="2327700" cy="385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99" name="Google Shape;699;p26"/>
          <p:cNvSpPr txBox="1">
            <a:spLocks noGrp="1"/>
          </p:cNvSpPr>
          <p:nvPr>
            <p:ph type="subTitle" idx="4"/>
          </p:nvPr>
        </p:nvSpPr>
        <p:spPr>
          <a:xfrm>
            <a:off x="6168880" y="2830825"/>
            <a:ext cx="2327700" cy="385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grpSp>
        <p:nvGrpSpPr>
          <p:cNvPr id="700" name="Google Shape;700;p26"/>
          <p:cNvGrpSpPr/>
          <p:nvPr/>
        </p:nvGrpSpPr>
        <p:grpSpPr>
          <a:xfrm>
            <a:off x="5504155" y="239063"/>
            <a:ext cx="3650995" cy="578375"/>
            <a:chOff x="5504155" y="239063"/>
            <a:chExt cx="3650995" cy="578375"/>
          </a:xfrm>
        </p:grpSpPr>
        <p:cxnSp>
          <p:nvCxnSpPr>
            <p:cNvPr id="701" name="Google Shape;701;p26"/>
            <p:cNvCxnSpPr>
              <a:stCxn id="702" idx="0"/>
              <a:endCxn id="703" idx="2"/>
            </p:cNvCxnSpPr>
            <p:nvPr/>
          </p:nvCxnSpPr>
          <p:spPr>
            <a:xfrm rot="10800000">
              <a:off x="5538805" y="308363"/>
              <a:ext cx="0" cy="433800"/>
            </a:xfrm>
            <a:prstGeom prst="straightConnector1">
              <a:avLst/>
            </a:prstGeom>
            <a:noFill/>
            <a:ln w="9525" cap="flat" cmpd="sng">
              <a:solidFill>
                <a:schemeClr val="accent1"/>
              </a:solidFill>
              <a:prstDash val="solid"/>
              <a:round/>
              <a:headEnd type="none" w="med" len="med"/>
              <a:tailEnd type="none" w="med" len="med"/>
            </a:ln>
          </p:spPr>
        </p:cxnSp>
        <p:cxnSp>
          <p:nvCxnSpPr>
            <p:cNvPr id="704" name="Google Shape;704;p26"/>
            <p:cNvCxnSpPr/>
            <p:nvPr/>
          </p:nvCxnSpPr>
          <p:spPr>
            <a:xfrm rot="10800000">
              <a:off x="5573450" y="273725"/>
              <a:ext cx="3581700" cy="0"/>
            </a:xfrm>
            <a:prstGeom prst="straightConnector1">
              <a:avLst/>
            </a:prstGeom>
            <a:noFill/>
            <a:ln w="9525" cap="flat" cmpd="sng">
              <a:solidFill>
                <a:schemeClr val="accent1"/>
              </a:solidFill>
              <a:prstDash val="solid"/>
              <a:round/>
              <a:headEnd type="none" w="med" len="med"/>
              <a:tailEnd type="none" w="med" len="med"/>
            </a:ln>
          </p:spPr>
        </p:cxnSp>
        <p:sp>
          <p:nvSpPr>
            <p:cNvPr id="703" name="Google Shape;703;p26"/>
            <p:cNvSpPr/>
            <p:nvPr/>
          </p:nvSpPr>
          <p:spPr>
            <a:xfrm>
              <a:off x="5504155" y="2390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6"/>
            <p:cNvSpPr/>
            <p:nvPr/>
          </p:nvSpPr>
          <p:spPr>
            <a:xfrm>
              <a:off x="5504155" y="7421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5" name="Google Shape;705;p26"/>
            <p:cNvCxnSpPr/>
            <p:nvPr/>
          </p:nvCxnSpPr>
          <p:spPr>
            <a:xfrm rot="10800000">
              <a:off x="5573350" y="776825"/>
              <a:ext cx="1884000" cy="0"/>
            </a:xfrm>
            <a:prstGeom prst="straightConnector1">
              <a:avLst/>
            </a:prstGeom>
            <a:noFill/>
            <a:ln w="9525" cap="flat" cmpd="sng">
              <a:solidFill>
                <a:schemeClr val="accent1"/>
              </a:solidFill>
              <a:prstDash val="solid"/>
              <a:round/>
              <a:headEnd type="none" w="med" len="med"/>
              <a:tailEnd type="none" w="med" len="med"/>
            </a:ln>
          </p:spPr>
        </p:cxnSp>
        <p:sp>
          <p:nvSpPr>
            <p:cNvPr id="706" name="Google Shape;706;p26"/>
            <p:cNvSpPr/>
            <p:nvPr/>
          </p:nvSpPr>
          <p:spPr>
            <a:xfrm>
              <a:off x="7424005" y="74813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26"/>
          <p:cNvGrpSpPr/>
          <p:nvPr/>
        </p:nvGrpSpPr>
        <p:grpSpPr>
          <a:xfrm>
            <a:off x="190971" y="143070"/>
            <a:ext cx="354384" cy="353556"/>
            <a:chOff x="749375" y="849500"/>
            <a:chExt cx="513600" cy="512400"/>
          </a:xfrm>
        </p:grpSpPr>
        <p:cxnSp>
          <p:nvCxnSpPr>
            <p:cNvPr id="708" name="Google Shape;708;p2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709" name="Google Shape;709;p2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0" name="Google Shape;710;p2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711" name="Google Shape;711;p26"/>
          <p:cNvGrpSpPr/>
          <p:nvPr/>
        </p:nvGrpSpPr>
        <p:grpSpPr>
          <a:xfrm>
            <a:off x="8598645" y="4646874"/>
            <a:ext cx="354384" cy="353556"/>
            <a:chOff x="749375" y="849500"/>
            <a:chExt cx="513600" cy="512400"/>
          </a:xfrm>
        </p:grpSpPr>
        <p:cxnSp>
          <p:nvCxnSpPr>
            <p:cNvPr id="712" name="Google Shape;712;p26"/>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713" name="Google Shape;713;p26"/>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4" name="Google Shape;714;p26"/>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cxnSp>
        <p:nvCxnSpPr>
          <p:cNvPr id="715" name="Google Shape;715;p26"/>
          <p:cNvCxnSpPr/>
          <p:nvPr/>
        </p:nvCxnSpPr>
        <p:spPr>
          <a:xfrm>
            <a:off x="0" y="4970925"/>
            <a:ext cx="3438600" cy="0"/>
          </a:xfrm>
          <a:prstGeom prst="straightConnector1">
            <a:avLst/>
          </a:prstGeom>
          <a:noFill/>
          <a:ln w="9525" cap="flat" cmpd="sng">
            <a:solidFill>
              <a:schemeClr val="accent1"/>
            </a:solidFill>
            <a:prstDash val="solid"/>
            <a:round/>
            <a:headEnd type="none" w="med" len="med"/>
            <a:tailEnd type="none" w="med" len="med"/>
          </a:ln>
        </p:spPr>
      </p:cxnSp>
      <p:sp>
        <p:nvSpPr>
          <p:cNvPr id="716" name="Google Shape;716;p26"/>
          <p:cNvSpPr/>
          <p:nvPr/>
        </p:nvSpPr>
        <p:spPr>
          <a:xfrm>
            <a:off x="3388205" y="49362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10_1_1_1">
    <p:spTree>
      <p:nvGrpSpPr>
        <p:cNvPr id="1" name="Shape 717"/>
        <p:cNvGrpSpPr/>
        <p:nvPr/>
      </p:nvGrpSpPr>
      <p:grpSpPr>
        <a:xfrm>
          <a:off x="0" y="0"/>
          <a:ext cx="0" cy="0"/>
          <a:chOff x="0" y="0"/>
          <a:chExt cx="0" cy="0"/>
        </a:xfrm>
      </p:grpSpPr>
      <p:grpSp>
        <p:nvGrpSpPr>
          <p:cNvPr id="718" name="Google Shape;718;p27"/>
          <p:cNvGrpSpPr/>
          <p:nvPr/>
        </p:nvGrpSpPr>
        <p:grpSpPr>
          <a:xfrm>
            <a:off x="5504155" y="239063"/>
            <a:ext cx="3650995" cy="578375"/>
            <a:chOff x="5504155" y="239063"/>
            <a:chExt cx="3650995" cy="578375"/>
          </a:xfrm>
        </p:grpSpPr>
        <p:cxnSp>
          <p:nvCxnSpPr>
            <p:cNvPr id="719" name="Google Shape;719;p27"/>
            <p:cNvCxnSpPr>
              <a:stCxn id="720" idx="0"/>
              <a:endCxn id="721" idx="2"/>
            </p:cNvCxnSpPr>
            <p:nvPr/>
          </p:nvCxnSpPr>
          <p:spPr>
            <a:xfrm rot="10800000">
              <a:off x="5538805" y="308363"/>
              <a:ext cx="0" cy="433800"/>
            </a:xfrm>
            <a:prstGeom prst="straightConnector1">
              <a:avLst/>
            </a:prstGeom>
            <a:noFill/>
            <a:ln w="9525" cap="flat" cmpd="sng">
              <a:solidFill>
                <a:schemeClr val="accent1"/>
              </a:solidFill>
              <a:prstDash val="solid"/>
              <a:round/>
              <a:headEnd type="none" w="med" len="med"/>
              <a:tailEnd type="none" w="med" len="med"/>
            </a:ln>
          </p:spPr>
        </p:cxnSp>
        <p:cxnSp>
          <p:nvCxnSpPr>
            <p:cNvPr id="722" name="Google Shape;722;p27"/>
            <p:cNvCxnSpPr/>
            <p:nvPr/>
          </p:nvCxnSpPr>
          <p:spPr>
            <a:xfrm rot="10800000">
              <a:off x="5573450" y="273725"/>
              <a:ext cx="3581700" cy="0"/>
            </a:xfrm>
            <a:prstGeom prst="straightConnector1">
              <a:avLst/>
            </a:prstGeom>
            <a:noFill/>
            <a:ln w="9525" cap="flat" cmpd="sng">
              <a:solidFill>
                <a:schemeClr val="accent1"/>
              </a:solidFill>
              <a:prstDash val="solid"/>
              <a:round/>
              <a:headEnd type="none" w="med" len="med"/>
              <a:tailEnd type="none" w="med" len="med"/>
            </a:ln>
          </p:spPr>
        </p:cxnSp>
        <p:sp>
          <p:nvSpPr>
            <p:cNvPr id="721" name="Google Shape;721;p27"/>
            <p:cNvSpPr/>
            <p:nvPr/>
          </p:nvSpPr>
          <p:spPr>
            <a:xfrm>
              <a:off x="5504155" y="2390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7"/>
            <p:cNvSpPr/>
            <p:nvPr/>
          </p:nvSpPr>
          <p:spPr>
            <a:xfrm>
              <a:off x="5504155" y="7421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3" name="Google Shape;723;p27"/>
            <p:cNvCxnSpPr/>
            <p:nvPr/>
          </p:nvCxnSpPr>
          <p:spPr>
            <a:xfrm rot="10800000">
              <a:off x="5573350" y="776825"/>
              <a:ext cx="1884000" cy="0"/>
            </a:xfrm>
            <a:prstGeom prst="straightConnector1">
              <a:avLst/>
            </a:prstGeom>
            <a:noFill/>
            <a:ln w="9525" cap="flat" cmpd="sng">
              <a:solidFill>
                <a:schemeClr val="accent1"/>
              </a:solidFill>
              <a:prstDash val="solid"/>
              <a:round/>
              <a:headEnd type="none" w="med" len="med"/>
              <a:tailEnd type="none" w="med" len="med"/>
            </a:ln>
          </p:spPr>
        </p:cxnSp>
        <p:sp>
          <p:nvSpPr>
            <p:cNvPr id="724" name="Google Shape;724;p27"/>
            <p:cNvSpPr/>
            <p:nvPr/>
          </p:nvSpPr>
          <p:spPr>
            <a:xfrm>
              <a:off x="7424005" y="748138"/>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27"/>
          <p:cNvGrpSpPr/>
          <p:nvPr/>
        </p:nvGrpSpPr>
        <p:grpSpPr>
          <a:xfrm>
            <a:off x="190971" y="143070"/>
            <a:ext cx="354384" cy="353556"/>
            <a:chOff x="749375" y="849500"/>
            <a:chExt cx="513600" cy="512400"/>
          </a:xfrm>
        </p:grpSpPr>
        <p:cxnSp>
          <p:nvCxnSpPr>
            <p:cNvPr id="726" name="Google Shape;726;p2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727" name="Google Shape;727;p2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8" name="Google Shape;728;p2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729" name="Google Shape;729;p27"/>
          <p:cNvGrpSpPr/>
          <p:nvPr/>
        </p:nvGrpSpPr>
        <p:grpSpPr>
          <a:xfrm>
            <a:off x="8598645" y="4646874"/>
            <a:ext cx="354384" cy="353556"/>
            <a:chOff x="749375" y="849500"/>
            <a:chExt cx="513600" cy="512400"/>
          </a:xfrm>
        </p:grpSpPr>
        <p:cxnSp>
          <p:nvCxnSpPr>
            <p:cNvPr id="730" name="Google Shape;730;p27"/>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731" name="Google Shape;731;p27"/>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2" name="Google Shape;732;p27"/>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cxnSp>
        <p:nvCxnSpPr>
          <p:cNvPr id="733" name="Google Shape;733;p27"/>
          <p:cNvCxnSpPr/>
          <p:nvPr/>
        </p:nvCxnSpPr>
        <p:spPr>
          <a:xfrm>
            <a:off x="0" y="4970925"/>
            <a:ext cx="3438600" cy="0"/>
          </a:xfrm>
          <a:prstGeom prst="straightConnector1">
            <a:avLst/>
          </a:prstGeom>
          <a:noFill/>
          <a:ln w="9525" cap="flat" cmpd="sng">
            <a:solidFill>
              <a:schemeClr val="accent1"/>
            </a:solidFill>
            <a:prstDash val="solid"/>
            <a:round/>
            <a:headEnd type="none" w="med" len="med"/>
            <a:tailEnd type="none" w="med" len="med"/>
          </a:ln>
        </p:spPr>
      </p:cxnSp>
      <p:sp>
        <p:nvSpPr>
          <p:cNvPr id="734" name="Google Shape;734;p27"/>
          <p:cNvSpPr/>
          <p:nvPr/>
        </p:nvSpPr>
        <p:spPr>
          <a:xfrm>
            <a:off x="3388205" y="4936263"/>
            <a:ext cx="69300" cy="69300"/>
          </a:xfrm>
          <a:prstGeom prst="rect">
            <a:avLst/>
          </a:prstGeom>
          <a:solidFill>
            <a:srgbClr val="FF0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CUSTOM_10_1_1_1_1">
    <p:spTree>
      <p:nvGrpSpPr>
        <p:cNvPr id="1" name="Shape 735"/>
        <p:cNvGrpSpPr/>
        <p:nvPr/>
      </p:nvGrpSpPr>
      <p:grpSpPr>
        <a:xfrm>
          <a:off x="0" y="0"/>
          <a:ext cx="0" cy="0"/>
          <a:chOff x="0" y="0"/>
          <a:chExt cx="0" cy="0"/>
        </a:xfrm>
      </p:grpSpPr>
      <p:sp>
        <p:nvSpPr>
          <p:cNvPr id="736" name="Google Shape;736;p28"/>
          <p:cNvSpPr/>
          <p:nvPr/>
        </p:nvSpPr>
        <p:spPr>
          <a:xfrm>
            <a:off x="6357125" y="15960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8"/>
          <p:cNvSpPr/>
          <p:nvPr/>
        </p:nvSpPr>
        <p:spPr>
          <a:xfrm>
            <a:off x="7009025" y="159600"/>
            <a:ext cx="850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8"/>
          <p:cNvSpPr/>
          <p:nvPr/>
        </p:nvSpPr>
        <p:spPr>
          <a:xfrm>
            <a:off x="8312825" y="1531800"/>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8"/>
          <p:cNvSpPr/>
          <p:nvPr/>
        </p:nvSpPr>
        <p:spPr>
          <a:xfrm>
            <a:off x="7660925" y="819150"/>
            <a:ext cx="1189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8"/>
          <p:cNvSpPr txBox="1"/>
          <p:nvPr/>
        </p:nvSpPr>
        <p:spPr>
          <a:xfrm>
            <a:off x="6464525" y="212700"/>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741" name="Google Shape;741;p28"/>
          <p:cNvSpPr txBox="1"/>
          <p:nvPr/>
        </p:nvSpPr>
        <p:spPr>
          <a:xfrm>
            <a:off x="7065125" y="212700"/>
            <a:ext cx="738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
        <p:nvSpPr>
          <p:cNvPr id="742" name="Google Shape;742;p28"/>
          <p:cNvSpPr txBox="1"/>
          <p:nvPr/>
        </p:nvSpPr>
        <p:spPr>
          <a:xfrm>
            <a:off x="8420225" y="1584900"/>
            <a:ext cx="322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accent1"/>
                </a:solidFill>
                <a:latin typeface="Encode Sans Black"/>
                <a:ea typeface="Encode Sans Black"/>
                <a:cs typeface="Encode Sans Black"/>
                <a:sym typeface="Encode Sans Black"/>
              </a:rPr>
              <a:t>C</a:t>
            </a:r>
            <a:endParaRPr sz="1600">
              <a:solidFill>
                <a:schemeClr val="accent1"/>
              </a:solidFill>
              <a:latin typeface="Encode Sans Black"/>
              <a:ea typeface="Encode Sans Black"/>
              <a:cs typeface="Encode Sans Black"/>
              <a:sym typeface="Encode Sans Black"/>
            </a:endParaRPr>
          </a:p>
        </p:txBody>
      </p:sp>
      <p:sp>
        <p:nvSpPr>
          <p:cNvPr id="743" name="Google Shape;743;p28"/>
          <p:cNvSpPr txBox="1"/>
          <p:nvPr/>
        </p:nvSpPr>
        <p:spPr>
          <a:xfrm>
            <a:off x="7714625" y="872250"/>
            <a:ext cx="1081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SHIFT</a:t>
            </a:r>
            <a:endParaRPr sz="1600">
              <a:solidFill>
                <a:schemeClr val="accent1"/>
              </a:solidFill>
              <a:latin typeface="Encode Sans Black"/>
              <a:ea typeface="Encode Sans Black"/>
              <a:cs typeface="Encode Sans Black"/>
              <a:sym typeface="Encode Sans Black"/>
            </a:endParaRPr>
          </a:p>
        </p:txBody>
      </p:sp>
      <p:grpSp>
        <p:nvGrpSpPr>
          <p:cNvPr id="744" name="Google Shape;744;p28"/>
          <p:cNvGrpSpPr/>
          <p:nvPr/>
        </p:nvGrpSpPr>
        <p:grpSpPr>
          <a:xfrm>
            <a:off x="483965" y="4023346"/>
            <a:ext cx="1204741" cy="635682"/>
            <a:chOff x="646240" y="2795671"/>
            <a:chExt cx="1204741" cy="635682"/>
          </a:xfrm>
        </p:grpSpPr>
        <p:grpSp>
          <p:nvGrpSpPr>
            <p:cNvPr id="745" name="Google Shape;745;p28"/>
            <p:cNvGrpSpPr/>
            <p:nvPr/>
          </p:nvGrpSpPr>
          <p:grpSpPr>
            <a:xfrm>
              <a:off x="1162043" y="2813738"/>
              <a:ext cx="173144" cy="176919"/>
              <a:chOff x="1835125" y="2525550"/>
              <a:chExt cx="565275" cy="577600"/>
            </a:xfrm>
          </p:grpSpPr>
          <p:sp>
            <p:nvSpPr>
              <p:cNvPr id="746" name="Google Shape;746;p28"/>
              <p:cNvSpPr/>
              <p:nvPr/>
            </p:nvSpPr>
            <p:spPr>
              <a:xfrm>
                <a:off x="2160900" y="2525550"/>
                <a:ext cx="239500" cy="239525"/>
              </a:xfrm>
              <a:custGeom>
                <a:avLst/>
                <a:gdLst/>
                <a:ahLst/>
                <a:cxnLst/>
                <a:rect l="l" t="t" r="r" b="b"/>
                <a:pathLst>
                  <a:path w="9580" h="9581" extrusionOk="0">
                    <a:moveTo>
                      <a:pt x="3663" y="1"/>
                    </a:moveTo>
                    <a:lnTo>
                      <a:pt x="0" y="3734"/>
                    </a:lnTo>
                    <a:lnTo>
                      <a:pt x="5987" y="9580"/>
                    </a:lnTo>
                    <a:lnTo>
                      <a:pt x="9579" y="6058"/>
                    </a:lnTo>
                    <a:lnTo>
                      <a:pt x="36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8"/>
              <p:cNvSpPr/>
              <p:nvPr/>
            </p:nvSpPr>
            <p:spPr>
              <a:xfrm>
                <a:off x="1835125" y="2645300"/>
                <a:ext cx="450825" cy="457850"/>
              </a:xfrm>
              <a:custGeom>
                <a:avLst/>
                <a:gdLst/>
                <a:ahLst/>
                <a:cxnLst/>
                <a:rect l="l" t="t" r="r" b="b"/>
                <a:pathLst>
                  <a:path w="18033" h="18314" extrusionOk="0">
                    <a:moveTo>
                      <a:pt x="11622" y="0"/>
                    </a:moveTo>
                    <a:lnTo>
                      <a:pt x="4438" y="3452"/>
                    </a:lnTo>
                    <a:lnTo>
                      <a:pt x="0" y="14863"/>
                    </a:lnTo>
                    <a:lnTo>
                      <a:pt x="775" y="15778"/>
                    </a:lnTo>
                    <a:lnTo>
                      <a:pt x="7185" y="9862"/>
                    </a:lnTo>
                    <a:cubicBezTo>
                      <a:pt x="7185" y="9791"/>
                      <a:pt x="7114" y="9791"/>
                      <a:pt x="7114" y="9791"/>
                    </a:cubicBezTo>
                    <a:cubicBezTo>
                      <a:pt x="7114" y="9016"/>
                      <a:pt x="7748" y="8382"/>
                      <a:pt x="8523" y="8382"/>
                    </a:cubicBezTo>
                    <a:cubicBezTo>
                      <a:pt x="9298" y="8382"/>
                      <a:pt x="9932" y="9016"/>
                      <a:pt x="9932" y="9791"/>
                    </a:cubicBezTo>
                    <a:cubicBezTo>
                      <a:pt x="9932" y="10495"/>
                      <a:pt x="9368" y="11059"/>
                      <a:pt x="8664" y="11129"/>
                    </a:cubicBezTo>
                    <a:lnTo>
                      <a:pt x="2395" y="17398"/>
                    </a:lnTo>
                    <a:lnTo>
                      <a:pt x="3240" y="18314"/>
                    </a:lnTo>
                    <a:lnTo>
                      <a:pt x="15496" y="12961"/>
                    </a:lnTo>
                    <a:lnTo>
                      <a:pt x="18032" y="6410"/>
                    </a:lnTo>
                    <a:lnTo>
                      <a:pt x="116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 name="Google Shape;748;p28"/>
            <p:cNvSpPr/>
            <p:nvPr/>
          </p:nvSpPr>
          <p:spPr>
            <a:xfrm>
              <a:off x="646240" y="3255242"/>
              <a:ext cx="160739" cy="162362"/>
            </a:xfrm>
            <a:custGeom>
              <a:avLst/>
              <a:gdLst/>
              <a:ahLst/>
              <a:cxnLst/>
              <a:rect l="l" t="t" r="r" b="b"/>
              <a:pathLst>
                <a:path w="20991" h="21203" extrusionOk="0">
                  <a:moveTo>
                    <a:pt x="0" y="1"/>
                  </a:moveTo>
                  <a:lnTo>
                    <a:pt x="0" y="6059"/>
                  </a:lnTo>
                  <a:lnTo>
                    <a:pt x="3522" y="6059"/>
                  </a:lnTo>
                  <a:lnTo>
                    <a:pt x="3522" y="3523"/>
                  </a:lnTo>
                  <a:lnTo>
                    <a:pt x="8735" y="3523"/>
                  </a:lnTo>
                  <a:lnTo>
                    <a:pt x="8735" y="17681"/>
                  </a:lnTo>
                  <a:lnTo>
                    <a:pt x="6410" y="17681"/>
                  </a:lnTo>
                  <a:lnTo>
                    <a:pt x="6410" y="21202"/>
                  </a:lnTo>
                  <a:lnTo>
                    <a:pt x="14581" y="21202"/>
                  </a:lnTo>
                  <a:lnTo>
                    <a:pt x="14581" y="17681"/>
                  </a:lnTo>
                  <a:lnTo>
                    <a:pt x="12256" y="17681"/>
                  </a:lnTo>
                  <a:lnTo>
                    <a:pt x="12256" y="3523"/>
                  </a:lnTo>
                  <a:lnTo>
                    <a:pt x="17469" y="3523"/>
                  </a:lnTo>
                  <a:lnTo>
                    <a:pt x="17469" y="6059"/>
                  </a:lnTo>
                  <a:lnTo>
                    <a:pt x="20991" y="6059"/>
                  </a:lnTo>
                  <a:lnTo>
                    <a:pt x="209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9" name="Google Shape;749;p28"/>
            <p:cNvGrpSpPr/>
            <p:nvPr/>
          </p:nvGrpSpPr>
          <p:grpSpPr>
            <a:xfrm>
              <a:off x="1662469" y="2810576"/>
              <a:ext cx="186629" cy="183244"/>
              <a:chOff x="1814000" y="3605650"/>
              <a:chExt cx="609300" cy="598250"/>
            </a:xfrm>
          </p:grpSpPr>
          <p:sp>
            <p:nvSpPr>
              <p:cNvPr id="750" name="Google Shape;750;p28"/>
              <p:cNvSpPr/>
              <p:nvPr/>
            </p:nvSpPr>
            <p:spPr>
              <a:xfrm>
                <a:off x="1814000" y="3965425"/>
                <a:ext cx="306400" cy="238475"/>
              </a:xfrm>
              <a:custGeom>
                <a:avLst/>
                <a:gdLst/>
                <a:ahLst/>
                <a:cxnLst/>
                <a:rect l="l" t="t" r="r" b="b"/>
                <a:pathLst>
                  <a:path w="12256" h="9539" extrusionOk="0">
                    <a:moveTo>
                      <a:pt x="8656" y="1"/>
                    </a:moveTo>
                    <a:cubicBezTo>
                      <a:pt x="7940" y="1"/>
                      <a:pt x="7214" y="162"/>
                      <a:pt x="6621" y="446"/>
                    </a:cubicBezTo>
                    <a:cubicBezTo>
                      <a:pt x="5142" y="1150"/>
                      <a:pt x="4085" y="2488"/>
                      <a:pt x="3099" y="3897"/>
                    </a:cubicBezTo>
                    <a:cubicBezTo>
                      <a:pt x="2184" y="5306"/>
                      <a:pt x="1338" y="6715"/>
                      <a:pt x="0" y="7771"/>
                    </a:cubicBezTo>
                    <a:cubicBezTo>
                      <a:pt x="992" y="9027"/>
                      <a:pt x="2665" y="9539"/>
                      <a:pt x="4265" y="9539"/>
                    </a:cubicBezTo>
                    <a:cubicBezTo>
                      <a:pt x="4370" y="9539"/>
                      <a:pt x="4474" y="9536"/>
                      <a:pt x="4578" y="9532"/>
                    </a:cubicBezTo>
                    <a:cubicBezTo>
                      <a:pt x="6691" y="9532"/>
                      <a:pt x="8805" y="8828"/>
                      <a:pt x="10213" y="7278"/>
                    </a:cubicBezTo>
                    <a:cubicBezTo>
                      <a:pt x="11481" y="5940"/>
                      <a:pt x="12256" y="3474"/>
                      <a:pt x="11552" y="1643"/>
                    </a:cubicBezTo>
                    <a:cubicBezTo>
                      <a:pt x="11105" y="483"/>
                      <a:pt x="9895" y="1"/>
                      <a:pt x="8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8"/>
              <p:cNvSpPr/>
              <p:nvPr/>
            </p:nvSpPr>
            <p:spPr>
              <a:xfrm>
                <a:off x="2058750" y="3605650"/>
                <a:ext cx="364550" cy="402625"/>
              </a:xfrm>
              <a:custGeom>
                <a:avLst/>
                <a:gdLst/>
                <a:ahLst/>
                <a:cxnLst/>
                <a:rect l="l" t="t" r="r" b="b"/>
                <a:pathLst>
                  <a:path w="14582" h="16105" extrusionOk="0">
                    <a:moveTo>
                      <a:pt x="13416" y="0"/>
                    </a:moveTo>
                    <a:cubicBezTo>
                      <a:pt x="12991" y="0"/>
                      <a:pt x="12516" y="145"/>
                      <a:pt x="12116" y="327"/>
                    </a:cubicBezTo>
                    <a:cubicBezTo>
                      <a:pt x="9580" y="1806"/>
                      <a:pt x="7256" y="3708"/>
                      <a:pt x="5213" y="5891"/>
                    </a:cubicBezTo>
                    <a:cubicBezTo>
                      <a:pt x="3311" y="7934"/>
                      <a:pt x="1057" y="10117"/>
                      <a:pt x="1" y="12794"/>
                    </a:cubicBezTo>
                    <a:cubicBezTo>
                      <a:pt x="11" y="12774"/>
                      <a:pt x="44" y="12765"/>
                      <a:pt x="96" y="12765"/>
                    </a:cubicBezTo>
                    <a:cubicBezTo>
                      <a:pt x="407" y="12765"/>
                      <a:pt x="1359" y="13086"/>
                      <a:pt x="1480" y="13146"/>
                    </a:cubicBezTo>
                    <a:cubicBezTo>
                      <a:pt x="1832" y="13358"/>
                      <a:pt x="2255" y="13569"/>
                      <a:pt x="2536" y="13851"/>
                    </a:cubicBezTo>
                    <a:cubicBezTo>
                      <a:pt x="3311" y="14485"/>
                      <a:pt x="3875" y="15259"/>
                      <a:pt x="4227" y="16105"/>
                    </a:cubicBezTo>
                    <a:cubicBezTo>
                      <a:pt x="7960" y="13287"/>
                      <a:pt x="11130" y="9624"/>
                      <a:pt x="13313" y="5398"/>
                    </a:cubicBezTo>
                    <a:cubicBezTo>
                      <a:pt x="13947" y="4130"/>
                      <a:pt x="14581" y="2722"/>
                      <a:pt x="14581" y="1242"/>
                    </a:cubicBezTo>
                    <a:cubicBezTo>
                      <a:pt x="14511" y="961"/>
                      <a:pt x="14511" y="679"/>
                      <a:pt x="14370" y="468"/>
                    </a:cubicBezTo>
                    <a:cubicBezTo>
                      <a:pt x="14165" y="127"/>
                      <a:pt x="13813" y="0"/>
                      <a:pt x="134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752;p28"/>
            <p:cNvGrpSpPr/>
            <p:nvPr/>
          </p:nvGrpSpPr>
          <p:grpSpPr>
            <a:xfrm>
              <a:off x="663776" y="2795671"/>
              <a:ext cx="170984" cy="213055"/>
              <a:chOff x="1838650" y="1275300"/>
              <a:chExt cx="558225" cy="695575"/>
            </a:xfrm>
          </p:grpSpPr>
          <p:sp>
            <p:nvSpPr>
              <p:cNvPr id="753" name="Google Shape;753;p28"/>
              <p:cNvSpPr/>
              <p:nvPr/>
            </p:nvSpPr>
            <p:spPr>
              <a:xfrm>
                <a:off x="1838650" y="1391525"/>
                <a:ext cx="558225" cy="579350"/>
              </a:xfrm>
              <a:custGeom>
                <a:avLst/>
                <a:gdLst/>
                <a:ahLst/>
                <a:cxnLst/>
                <a:rect l="l" t="t" r="r" b="b"/>
                <a:pathLst>
                  <a:path w="22329" h="23174" extrusionOk="0">
                    <a:moveTo>
                      <a:pt x="0" y="0"/>
                    </a:moveTo>
                    <a:lnTo>
                      <a:pt x="8241" y="23174"/>
                    </a:lnTo>
                    <a:lnTo>
                      <a:pt x="12397" y="13735"/>
                    </a:lnTo>
                    <a:lnTo>
                      <a:pt x="22329" y="1084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8"/>
              <p:cNvSpPr/>
              <p:nvPr/>
            </p:nvSpPr>
            <p:spPr>
              <a:xfrm>
                <a:off x="2159125" y="1275300"/>
                <a:ext cx="195500" cy="200775"/>
              </a:xfrm>
              <a:custGeom>
                <a:avLst/>
                <a:gdLst/>
                <a:ahLst/>
                <a:cxnLst/>
                <a:rect l="l" t="t" r="r" b="b"/>
                <a:pathLst>
                  <a:path w="7820" h="8031" extrusionOk="0">
                    <a:moveTo>
                      <a:pt x="2818" y="0"/>
                    </a:moveTo>
                    <a:lnTo>
                      <a:pt x="2818" y="3029"/>
                    </a:lnTo>
                    <a:lnTo>
                      <a:pt x="1" y="3029"/>
                    </a:lnTo>
                    <a:lnTo>
                      <a:pt x="1" y="4931"/>
                    </a:lnTo>
                    <a:lnTo>
                      <a:pt x="2818" y="4931"/>
                    </a:lnTo>
                    <a:lnTo>
                      <a:pt x="2818" y="8030"/>
                    </a:lnTo>
                    <a:lnTo>
                      <a:pt x="5002" y="8030"/>
                    </a:lnTo>
                    <a:lnTo>
                      <a:pt x="5002" y="4931"/>
                    </a:lnTo>
                    <a:lnTo>
                      <a:pt x="7819" y="4931"/>
                    </a:lnTo>
                    <a:lnTo>
                      <a:pt x="7819" y="3029"/>
                    </a:lnTo>
                    <a:lnTo>
                      <a:pt x="5002" y="3029"/>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 name="Google Shape;755;p28"/>
            <p:cNvGrpSpPr/>
            <p:nvPr/>
          </p:nvGrpSpPr>
          <p:grpSpPr>
            <a:xfrm>
              <a:off x="1668671" y="3241493"/>
              <a:ext cx="182310" cy="189860"/>
              <a:chOff x="5096350" y="1532400"/>
              <a:chExt cx="595200" cy="619850"/>
            </a:xfrm>
          </p:grpSpPr>
          <p:sp>
            <p:nvSpPr>
              <p:cNvPr id="756" name="Google Shape;756;p28"/>
              <p:cNvSpPr/>
              <p:nvPr/>
            </p:nvSpPr>
            <p:spPr>
              <a:xfrm>
                <a:off x="5096350" y="1713775"/>
                <a:ext cx="452575" cy="438475"/>
              </a:xfrm>
              <a:custGeom>
                <a:avLst/>
                <a:gdLst/>
                <a:ahLst/>
                <a:cxnLst/>
                <a:rect l="l" t="t" r="r" b="b"/>
                <a:pathLst>
                  <a:path w="18103" h="17539" extrusionOk="0">
                    <a:moveTo>
                      <a:pt x="15637" y="0"/>
                    </a:moveTo>
                    <a:lnTo>
                      <a:pt x="0" y="15003"/>
                    </a:lnTo>
                    <a:lnTo>
                      <a:pt x="2465" y="17539"/>
                    </a:lnTo>
                    <a:lnTo>
                      <a:pt x="18102" y="2536"/>
                    </a:lnTo>
                    <a:lnTo>
                      <a:pt x="15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8"/>
              <p:cNvSpPr/>
              <p:nvPr/>
            </p:nvSpPr>
            <p:spPr>
              <a:xfrm>
                <a:off x="5143875" y="1541200"/>
                <a:ext cx="281775" cy="283525"/>
              </a:xfrm>
              <a:custGeom>
                <a:avLst/>
                <a:gdLst/>
                <a:ahLst/>
                <a:cxnLst/>
                <a:rect l="l" t="t" r="r" b="b"/>
                <a:pathLst>
                  <a:path w="11271" h="11341" extrusionOk="0">
                    <a:moveTo>
                      <a:pt x="6904" y="0"/>
                    </a:moveTo>
                    <a:lnTo>
                      <a:pt x="4720" y="4156"/>
                    </a:lnTo>
                    <a:lnTo>
                      <a:pt x="1" y="4367"/>
                    </a:lnTo>
                    <a:lnTo>
                      <a:pt x="4157" y="6551"/>
                    </a:lnTo>
                    <a:lnTo>
                      <a:pt x="4297" y="11341"/>
                    </a:lnTo>
                    <a:lnTo>
                      <a:pt x="6551" y="7114"/>
                    </a:lnTo>
                    <a:lnTo>
                      <a:pt x="11271" y="6974"/>
                    </a:lnTo>
                    <a:lnTo>
                      <a:pt x="7115" y="4720"/>
                    </a:lnTo>
                    <a:lnTo>
                      <a:pt x="6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8"/>
              <p:cNvSpPr/>
              <p:nvPr/>
            </p:nvSpPr>
            <p:spPr>
              <a:xfrm>
                <a:off x="5483750" y="1532400"/>
                <a:ext cx="191950" cy="191950"/>
              </a:xfrm>
              <a:custGeom>
                <a:avLst/>
                <a:gdLst/>
                <a:ahLst/>
                <a:cxnLst/>
                <a:rect l="l" t="t" r="r" b="b"/>
                <a:pathLst>
                  <a:path w="7678" h="7678" extrusionOk="0">
                    <a:moveTo>
                      <a:pt x="4719" y="0"/>
                    </a:moveTo>
                    <a:lnTo>
                      <a:pt x="3240" y="2818"/>
                    </a:lnTo>
                    <a:lnTo>
                      <a:pt x="0" y="2959"/>
                    </a:lnTo>
                    <a:lnTo>
                      <a:pt x="2818" y="4438"/>
                    </a:lnTo>
                    <a:lnTo>
                      <a:pt x="2958" y="7678"/>
                    </a:lnTo>
                    <a:lnTo>
                      <a:pt x="4438" y="4860"/>
                    </a:lnTo>
                    <a:lnTo>
                      <a:pt x="7678" y="4719"/>
                    </a:lnTo>
                    <a:lnTo>
                      <a:pt x="4860" y="3240"/>
                    </a:lnTo>
                    <a:lnTo>
                      <a:pt x="47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8"/>
              <p:cNvSpPr/>
              <p:nvPr/>
            </p:nvSpPr>
            <p:spPr>
              <a:xfrm>
                <a:off x="5554175" y="1764825"/>
                <a:ext cx="137375" cy="137375"/>
              </a:xfrm>
              <a:custGeom>
                <a:avLst/>
                <a:gdLst/>
                <a:ahLst/>
                <a:cxnLst/>
                <a:rect l="l" t="t" r="r" b="b"/>
                <a:pathLst>
                  <a:path w="5495" h="5495" extrusionOk="0">
                    <a:moveTo>
                      <a:pt x="3382" y="1"/>
                    </a:moveTo>
                    <a:lnTo>
                      <a:pt x="2325" y="2044"/>
                    </a:lnTo>
                    <a:lnTo>
                      <a:pt x="1" y="2114"/>
                    </a:lnTo>
                    <a:lnTo>
                      <a:pt x="2043" y="3171"/>
                    </a:lnTo>
                    <a:lnTo>
                      <a:pt x="2114" y="5495"/>
                    </a:lnTo>
                    <a:lnTo>
                      <a:pt x="3170" y="3452"/>
                    </a:lnTo>
                    <a:lnTo>
                      <a:pt x="5495" y="3382"/>
                    </a:lnTo>
                    <a:lnTo>
                      <a:pt x="3452" y="2325"/>
                    </a:lnTo>
                    <a:lnTo>
                      <a:pt x="3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 name="Google Shape;760;p28"/>
            <p:cNvGrpSpPr/>
            <p:nvPr/>
          </p:nvGrpSpPr>
          <p:grpSpPr>
            <a:xfrm>
              <a:off x="1134261" y="3244728"/>
              <a:ext cx="207128" cy="183389"/>
              <a:chOff x="5071675" y="238125"/>
              <a:chExt cx="676225" cy="598725"/>
            </a:xfrm>
          </p:grpSpPr>
          <p:sp>
            <p:nvSpPr>
              <p:cNvPr id="761" name="Google Shape;761;p28"/>
              <p:cNvSpPr/>
              <p:nvPr/>
            </p:nvSpPr>
            <p:spPr>
              <a:xfrm>
                <a:off x="5071675" y="486400"/>
                <a:ext cx="389200" cy="350450"/>
              </a:xfrm>
              <a:custGeom>
                <a:avLst/>
                <a:gdLst/>
                <a:ahLst/>
                <a:cxnLst/>
                <a:rect l="l" t="t" r="r" b="b"/>
                <a:pathLst>
                  <a:path w="15568" h="14018" extrusionOk="0">
                    <a:moveTo>
                      <a:pt x="14440" y="1198"/>
                    </a:moveTo>
                    <a:lnTo>
                      <a:pt x="14440" y="12820"/>
                    </a:lnTo>
                    <a:lnTo>
                      <a:pt x="1128" y="12820"/>
                    </a:lnTo>
                    <a:lnTo>
                      <a:pt x="1128" y="1198"/>
                    </a:lnTo>
                    <a:close/>
                    <a:moveTo>
                      <a:pt x="1" y="1"/>
                    </a:moveTo>
                    <a:lnTo>
                      <a:pt x="1" y="14018"/>
                    </a:lnTo>
                    <a:lnTo>
                      <a:pt x="15567" y="14018"/>
                    </a:lnTo>
                    <a:lnTo>
                      <a:pt x="155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8"/>
              <p:cNvSpPr/>
              <p:nvPr/>
            </p:nvSpPr>
            <p:spPr>
              <a:xfrm>
                <a:off x="5226650" y="238125"/>
                <a:ext cx="521250" cy="433200"/>
              </a:xfrm>
              <a:custGeom>
                <a:avLst/>
                <a:gdLst/>
                <a:ahLst/>
                <a:cxnLst/>
                <a:rect l="l" t="t" r="r" b="b"/>
                <a:pathLst>
                  <a:path w="20850" h="17328" extrusionOk="0">
                    <a:moveTo>
                      <a:pt x="19652" y="1197"/>
                    </a:moveTo>
                    <a:lnTo>
                      <a:pt x="19652" y="16201"/>
                    </a:lnTo>
                    <a:lnTo>
                      <a:pt x="1198" y="16201"/>
                    </a:lnTo>
                    <a:lnTo>
                      <a:pt x="1198" y="1197"/>
                    </a:lnTo>
                    <a:close/>
                    <a:moveTo>
                      <a:pt x="0" y="0"/>
                    </a:moveTo>
                    <a:lnTo>
                      <a:pt x="0" y="17327"/>
                    </a:lnTo>
                    <a:lnTo>
                      <a:pt x="20850" y="17327"/>
                    </a:lnTo>
                    <a:lnTo>
                      <a:pt x="20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8"/>
              <p:cNvSpPr/>
              <p:nvPr/>
            </p:nvSpPr>
            <p:spPr>
              <a:xfrm>
                <a:off x="5485500" y="343775"/>
                <a:ext cx="144425" cy="128575"/>
              </a:xfrm>
              <a:custGeom>
                <a:avLst/>
                <a:gdLst/>
                <a:ahLst/>
                <a:cxnLst/>
                <a:rect l="l" t="t" r="r" b="b"/>
                <a:pathLst>
                  <a:path w="5777" h="5143" extrusionOk="0">
                    <a:moveTo>
                      <a:pt x="5002" y="0"/>
                    </a:moveTo>
                    <a:lnTo>
                      <a:pt x="1" y="4297"/>
                    </a:lnTo>
                    <a:lnTo>
                      <a:pt x="775" y="5142"/>
                    </a:lnTo>
                    <a:lnTo>
                      <a:pt x="5776" y="845"/>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8"/>
              <p:cNvSpPr/>
              <p:nvPr/>
            </p:nvSpPr>
            <p:spPr>
              <a:xfrm>
                <a:off x="5570025" y="310300"/>
                <a:ext cx="93350" cy="100400"/>
              </a:xfrm>
              <a:custGeom>
                <a:avLst/>
                <a:gdLst/>
                <a:ahLst/>
                <a:cxnLst/>
                <a:rect l="l" t="t" r="r" b="b"/>
                <a:pathLst>
                  <a:path w="3734" h="4016" extrusionOk="0">
                    <a:moveTo>
                      <a:pt x="0" y="1"/>
                    </a:moveTo>
                    <a:lnTo>
                      <a:pt x="3452" y="4016"/>
                    </a:lnTo>
                    <a:lnTo>
                      <a:pt x="3734" y="283"/>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5" name="Google Shape;765;p28"/>
          <p:cNvGrpSpPr/>
          <p:nvPr/>
        </p:nvGrpSpPr>
        <p:grpSpPr>
          <a:xfrm>
            <a:off x="3148639" y="4315325"/>
            <a:ext cx="6002411" cy="90000"/>
            <a:chOff x="3148639" y="4315325"/>
            <a:chExt cx="6002411" cy="90000"/>
          </a:xfrm>
        </p:grpSpPr>
        <p:cxnSp>
          <p:nvCxnSpPr>
            <p:cNvPr id="766" name="Google Shape;766;p28"/>
            <p:cNvCxnSpPr/>
            <p:nvPr/>
          </p:nvCxnSpPr>
          <p:spPr>
            <a:xfrm rot="10800000">
              <a:off x="3238650" y="4360325"/>
              <a:ext cx="5912400" cy="0"/>
            </a:xfrm>
            <a:prstGeom prst="straightConnector1">
              <a:avLst/>
            </a:prstGeom>
            <a:noFill/>
            <a:ln w="9525" cap="flat" cmpd="sng">
              <a:solidFill>
                <a:schemeClr val="accent1"/>
              </a:solidFill>
              <a:prstDash val="solid"/>
              <a:round/>
              <a:headEnd type="none" w="med" len="med"/>
              <a:tailEnd type="none" w="med" len="med"/>
            </a:ln>
          </p:spPr>
        </p:cxnSp>
        <p:sp>
          <p:nvSpPr>
            <p:cNvPr id="767" name="Google Shape;767;p28"/>
            <p:cNvSpPr/>
            <p:nvPr/>
          </p:nvSpPr>
          <p:spPr>
            <a:xfrm>
              <a:off x="3148639" y="431532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3">
  <p:cSld name="CUSTOM_10_1_1_1_1_1">
    <p:spTree>
      <p:nvGrpSpPr>
        <p:cNvPr id="1" name="Shape 768"/>
        <p:cNvGrpSpPr/>
        <p:nvPr/>
      </p:nvGrpSpPr>
      <p:grpSpPr>
        <a:xfrm>
          <a:off x="0" y="0"/>
          <a:ext cx="0" cy="0"/>
          <a:chOff x="0" y="0"/>
          <a:chExt cx="0" cy="0"/>
        </a:xfrm>
      </p:grpSpPr>
      <p:grpSp>
        <p:nvGrpSpPr>
          <p:cNvPr id="769" name="Google Shape;769;p29"/>
          <p:cNvGrpSpPr/>
          <p:nvPr/>
        </p:nvGrpSpPr>
        <p:grpSpPr>
          <a:xfrm>
            <a:off x="1746225" y="610225"/>
            <a:ext cx="6387825" cy="4067300"/>
            <a:chOff x="1746225" y="610225"/>
            <a:chExt cx="6387825" cy="4067300"/>
          </a:xfrm>
        </p:grpSpPr>
        <p:cxnSp>
          <p:nvCxnSpPr>
            <p:cNvPr id="770" name="Google Shape;770;p29"/>
            <p:cNvCxnSpPr/>
            <p:nvPr/>
          </p:nvCxnSpPr>
          <p:spPr>
            <a:xfrm>
              <a:off x="4501450" y="649100"/>
              <a:ext cx="0" cy="1869600"/>
            </a:xfrm>
            <a:prstGeom prst="straightConnector1">
              <a:avLst/>
            </a:prstGeom>
            <a:noFill/>
            <a:ln w="9525" cap="flat" cmpd="sng">
              <a:solidFill>
                <a:schemeClr val="accent1"/>
              </a:solidFill>
              <a:prstDash val="dash"/>
              <a:round/>
              <a:headEnd type="none" w="med" len="med"/>
              <a:tailEnd type="none" w="med" len="med"/>
            </a:ln>
          </p:spPr>
        </p:cxnSp>
        <p:cxnSp>
          <p:nvCxnSpPr>
            <p:cNvPr id="771" name="Google Shape;771;p29"/>
            <p:cNvCxnSpPr/>
            <p:nvPr/>
          </p:nvCxnSpPr>
          <p:spPr>
            <a:xfrm rot="10800000">
              <a:off x="1784950" y="2518800"/>
              <a:ext cx="2716500" cy="0"/>
            </a:xfrm>
            <a:prstGeom prst="straightConnector1">
              <a:avLst/>
            </a:prstGeom>
            <a:noFill/>
            <a:ln w="9525" cap="flat" cmpd="sng">
              <a:solidFill>
                <a:schemeClr val="accent1"/>
              </a:solidFill>
              <a:prstDash val="dash"/>
              <a:round/>
              <a:headEnd type="none" w="med" len="med"/>
              <a:tailEnd type="none" w="med" len="med"/>
            </a:ln>
          </p:spPr>
        </p:cxnSp>
        <p:cxnSp>
          <p:nvCxnSpPr>
            <p:cNvPr id="772" name="Google Shape;772;p29"/>
            <p:cNvCxnSpPr/>
            <p:nvPr/>
          </p:nvCxnSpPr>
          <p:spPr>
            <a:xfrm>
              <a:off x="1785075" y="2518800"/>
              <a:ext cx="0" cy="2116800"/>
            </a:xfrm>
            <a:prstGeom prst="straightConnector1">
              <a:avLst/>
            </a:prstGeom>
            <a:noFill/>
            <a:ln w="9525" cap="flat" cmpd="sng">
              <a:solidFill>
                <a:schemeClr val="accent1"/>
              </a:solidFill>
              <a:prstDash val="dash"/>
              <a:round/>
              <a:headEnd type="none" w="med" len="med"/>
              <a:tailEnd type="none" w="med" len="med"/>
            </a:ln>
          </p:spPr>
        </p:cxnSp>
        <p:cxnSp>
          <p:nvCxnSpPr>
            <p:cNvPr id="773" name="Google Shape;773;p29"/>
            <p:cNvCxnSpPr/>
            <p:nvPr/>
          </p:nvCxnSpPr>
          <p:spPr>
            <a:xfrm rot="10800000">
              <a:off x="1784825" y="4635600"/>
              <a:ext cx="4656900" cy="0"/>
            </a:xfrm>
            <a:prstGeom prst="straightConnector1">
              <a:avLst/>
            </a:prstGeom>
            <a:noFill/>
            <a:ln w="9525" cap="flat" cmpd="sng">
              <a:solidFill>
                <a:schemeClr val="accent1"/>
              </a:solidFill>
              <a:prstDash val="dash"/>
              <a:round/>
              <a:headEnd type="none" w="med" len="med"/>
              <a:tailEnd type="none" w="med" len="med"/>
            </a:ln>
          </p:spPr>
        </p:cxnSp>
        <p:cxnSp>
          <p:nvCxnSpPr>
            <p:cNvPr id="774" name="Google Shape;774;p29"/>
            <p:cNvCxnSpPr/>
            <p:nvPr/>
          </p:nvCxnSpPr>
          <p:spPr>
            <a:xfrm>
              <a:off x="6441725" y="3153825"/>
              <a:ext cx="0" cy="1523700"/>
            </a:xfrm>
            <a:prstGeom prst="straightConnector1">
              <a:avLst/>
            </a:prstGeom>
            <a:noFill/>
            <a:ln w="9525" cap="flat" cmpd="sng">
              <a:solidFill>
                <a:schemeClr val="accent1"/>
              </a:solidFill>
              <a:prstDash val="dash"/>
              <a:round/>
              <a:headEnd type="none" w="med" len="med"/>
              <a:tailEnd type="none" w="med" len="med"/>
            </a:ln>
          </p:spPr>
        </p:cxnSp>
        <p:cxnSp>
          <p:nvCxnSpPr>
            <p:cNvPr id="775" name="Google Shape;775;p29"/>
            <p:cNvCxnSpPr/>
            <p:nvPr/>
          </p:nvCxnSpPr>
          <p:spPr>
            <a:xfrm rot="10800000">
              <a:off x="6434475" y="3153825"/>
              <a:ext cx="1651200" cy="0"/>
            </a:xfrm>
            <a:prstGeom prst="straightConnector1">
              <a:avLst/>
            </a:prstGeom>
            <a:noFill/>
            <a:ln w="9525" cap="flat" cmpd="sng">
              <a:solidFill>
                <a:schemeClr val="accent1"/>
              </a:solidFill>
              <a:prstDash val="dash"/>
              <a:round/>
              <a:headEnd type="none" w="med" len="med"/>
              <a:tailEnd type="none" w="med" len="med"/>
            </a:ln>
          </p:spPr>
        </p:cxnSp>
        <p:sp>
          <p:nvSpPr>
            <p:cNvPr id="776" name="Google Shape;776;p29"/>
            <p:cNvSpPr/>
            <p:nvPr/>
          </p:nvSpPr>
          <p:spPr>
            <a:xfrm>
              <a:off x="4462600" y="24799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9"/>
            <p:cNvSpPr/>
            <p:nvPr/>
          </p:nvSpPr>
          <p:spPr>
            <a:xfrm>
              <a:off x="1746225" y="24799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9"/>
            <p:cNvSpPr/>
            <p:nvPr/>
          </p:nvSpPr>
          <p:spPr>
            <a:xfrm>
              <a:off x="1746225" y="45967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9"/>
            <p:cNvSpPr/>
            <p:nvPr/>
          </p:nvSpPr>
          <p:spPr>
            <a:xfrm>
              <a:off x="6402875" y="4596750"/>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9"/>
            <p:cNvSpPr/>
            <p:nvPr/>
          </p:nvSpPr>
          <p:spPr>
            <a:xfrm>
              <a:off x="6402875" y="3114975"/>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9"/>
            <p:cNvSpPr/>
            <p:nvPr/>
          </p:nvSpPr>
          <p:spPr>
            <a:xfrm>
              <a:off x="8056350" y="3114975"/>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9"/>
            <p:cNvSpPr/>
            <p:nvPr/>
          </p:nvSpPr>
          <p:spPr>
            <a:xfrm>
              <a:off x="4462600" y="610225"/>
              <a:ext cx="77700" cy="77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3" name="Google Shape;783;p29"/>
            <p:cNvGrpSpPr/>
            <p:nvPr/>
          </p:nvGrpSpPr>
          <p:grpSpPr>
            <a:xfrm>
              <a:off x="4233325" y="2216825"/>
              <a:ext cx="120000" cy="120000"/>
              <a:chOff x="4233325" y="2216825"/>
              <a:chExt cx="120000" cy="120000"/>
            </a:xfrm>
          </p:grpSpPr>
          <p:sp>
            <p:nvSpPr>
              <p:cNvPr id="784" name="Google Shape;784;p29"/>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9"/>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29"/>
            <p:cNvGrpSpPr/>
            <p:nvPr/>
          </p:nvGrpSpPr>
          <p:grpSpPr>
            <a:xfrm>
              <a:off x="1897950" y="2647400"/>
              <a:ext cx="120000" cy="120000"/>
              <a:chOff x="4233325" y="2216825"/>
              <a:chExt cx="120000" cy="120000"/>
            </a:xfrm>
          </p:grpSpPr>
          <p:sp>
            <p:nvSpPr>
              <p:cNvPr id="787" name="Google Shape;787;p29"/>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9"/>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29"/>
            <p:cNvGrpSpPr/>
            <p:nvPr/>
          </p:nvGrpSpPr>
          <p:grpSpPr>
            <a:xfrm>
              <a:off x="1897950" y="4361900"/>
              <a:ext cx="120000" cy="120000"/>
              <a:chOff x="4233325" y="2216825"/>
              <a:chExt cx="120000" cy="120000"/>
            </a:xfrm>
          </p:grpSpPr>
          <p:sp>
            <p:nvSpPr>
              <p:cNvPr id="790" name="Google Shape;790;p29"/>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9"/>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29"/>
            <p:cNvGrpSpPr/>
            <p:nvPr/>
          </p:nvGrpSpPr>
          <p:grpSpPr>
            <a:xfrm>
              <a:off x="6187725" y="4361900"/>
              <a:ext cx="120000" cy="120000"/>
              <a:chOff x="4233325" y="2216825"/>
              <a:chExt cx="120000" cy="120000"/>
            </a:xfrm>
          </p:grpSpPr>
          <p:sp>
            <p:nvSpPr>
              <p:cNvPr id="793" name="Google Shape;793;p29"/>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9"/>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29"/>
            <p:cNvGrpSpPr/>
            <p:nvPr/>
          </p:nvGrpSpPr>
          <p:grpSpPr>
            <a:xfrm>
              <a:off x="6561650" y="3256658"/>
              <a:ext cx="120000" cy="120000"/>
              <a:chOff x="4233325" y="2216825"/>
              <a:chExt cx="120000" cy="120000"/>
            </a:xfrm>
          </p:grpSpPr>
          <p:sp>
            <p:nvSpPr>
              <p:cNvPr id="796" name="Google Shape;796;p29"/>
              <p:cNvSpPr/>
              <p:nvPr/>
            </p:nvSpPr>
            <p:spPr>
              <a:xfrm>
                <a:off x="4233325" y="2216825"/>
                <a:ext cx="120000" cy="120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9"/>
              <p:cNvSpPr/>
              <p:nvPr/>
            </p:nvSpPr>
            <p:spPr>
              <a:xfrm>
                <a:off x="4272175" y="2255675"/>
                <a:ext cx="42300" cy="4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98" name="Google Shape;798;p29"/>
          <p:cNvGrpSpPr/>
          <p:nvPr/>
        </p:nvGrpSpPr>
        <p:grpSpPr>
          <a:xfrm>
            <a:off x="190971" y="4646874"/>
            <a:ext cx="354384" cy="353556"/>
            <a:chOff x="749375" y="849500"/>
            <a:chExt cx="513600" cy="512400"/>
          </a:xfrm>
        </p:grpSpPr>
        <p:cxnSp>
          <p:nvCxnSpPr>
            <p:cNvPr id="799" name="Google Shape;799;p2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800" name="Google Shape;800;p2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1" name="Google Shape;801;p2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802" name="Google Shape;802;p29"/>
          <p:cNvGrpSpPr/>
          <p:nvPr/>
        </p:nvGrpSpPr>
        <p:grpSpPr>
          <a:xfrm>
            <a:off x="8598645" y="4646874"/>
            <a:ext cx="354384" cy="353556"/>
            <a:chOff x="749375" y="849500"/>
            <a:chExt cx="513600" cy="512400"/>
          </a:xfrm>
        </p:grpSpPr>
        <p:cxnSp>
          <p:nvCxnSpPr>
            <p:cNvPr id="803" name="Google Shape;803;p2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804" name="Google Shape;804;p2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5" name="Google Shape;805;p2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806" name="Google Shape;806;p29"/>
          <p:cNvGrpSpPr/>
          <p:nvPr/>
        </p:nvGrpSpPr>
        <p:grpSpPr>
          <a:xfrm>
            <a:off x="190971" y="143070"/>
            <a:ext cx="354384" cy="353556"/>
            <a:chOff x="749375" y="849500"/>
            <a:chExt cx="513600" cy="512400"/>
          </a:xfrm>
        </p:grpSpPr>
        <p:cxnSp>
          <p:nvCxnSpPr>
            <p:cNvPr id="807" name="Google Shape;807;p2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808" name="Google Shape;808;p2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9" name="Google Shape;809;p2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810" name="Google Shape;810;p29"/>
          <p:cNvGrpSpPr/>
          <p:nvPr/>
        </p:nvGrpSpPr>
        <p:grpSpPr>
          <a:xfrm>
            <a:off x="8598645" y="143070"/>
            <a:ext cx="354384" cy="353556"/>
            <a:chOff x="749375" y="849500"/>
            <a:chExt cx="513600" cy="512400"/>
          </a:xfrm>
        </p:grpSpPr>
        <p:cxnSp>
          <p:nvCxnSpPr>
            <p:cNvPr id="811" name="Google Shape;811;p29"/>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812" name="Google Shape;812;p29"/>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3" name="Google Shape;813;p29"/>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4">
  <p:cSld name="CUSTOM_10_1_1_1_1_1_1">
    <p:spTree>
      <p:nvGrpSpPr>
        <p:cNvPr id="1" name="Shape 814"/>
        <p:cNvGrpSpPr/>
        <p:nvPr/>
      </p:nvGrpSpPr>
      <p:grpSpPr>
        <a:xfrm>
          <a:off x="0" y="0"/>
          <a:ext cx="0" cy="0"/>
          <a:chOff x="0" y="0"/>
          <a:chExt cx="0" cy="0"/>
        </a:xfrm>
      </p:grpSpPr>
      <p:grpSp>
        <p:nvGrpSpPr>
          <p:cNvPr id="815" name="Google Shape;815;p30"/>
          <p:cNvGrpSpPr/>
          <p:nvPr/>
        </p:nvGrpSpPr>
        <p:grpSpPr>
          <a:xfrm>
            <a:off x="293336" y="167375"/>
            <a:ext cx="3679200" cy="3315475"/>
            <a:chOff x="293336" y="167375"/>
            <a:chExt cx="3679200" cy="3315475"/>
          </a:xfrm>
        </p:grpSpPr>
        <p:cxnSp>
          <p:nvCxnSpPr>
            <p:cNvPr id="816" name="Google Shape;816;p30"/>
            <p:cNvCxnSpPr/>
            <p:nvPr/>
          </p:nvCxnSpPr>
          <p:spPr>
            <a:xfrm rot="10800000">
              <a:off x="338325" y="212375"/>
              <a:ext cx="3544200" cy="0"/>
            </a:xfrm>
            <a:prstGeom prst="straightConnector1">
              <a:avLst/>
            </a:prstGeom>
            <a:noFill/>
            <a:ln w="9525" cap="flat" cmpd="sng">
              <a:solidFill>
                <a:schemeClr val="accent1"/>
              </a:solidFill>
              <a:prstDash val="solid"/>
              <a:round/>
              <a:headEnd type="none" w="med" len="med"/>
              <a:tailEnd type="none" w="med" len="med"/>
            </a:ln>
          </p:spPr>
        </p:cxnSp>
        <p:cxnSp>
          <p:nvCxnSpPr>
            <p:cNvPr id="817" name="Google Shape;817;p30"/>
            <p:cNvCxnSpPr/>
            <p:nvPr/>
          </p:nvCxnSpPr>
          <p:spPr>
            <a:xfrm rot="10800000">
              <a:off x="338325" y="212375"/>
              <a:ext cx="0" cy="3212100"/>
            </a:xfrm>
            <a:prstGeom prst="straightConnector1">
              <a:avLst/>
            </a:prstGeom>
            <a:noFill/>
            <a:ln w="9525" cap="flat" cmpd="sng">
              <a:solidFill>
                <a:schemeClr val="accent1"/>
              </a:solidFill>
              <a:prstDash val="solid"/>
              <a:round/>
              <a:headEnd type="none" w="med" len="med"/>
              <a:tailEnd type="none" w="med" len="med"/>
            </a:ln>
          </p:spPr>
        </p:cxnSp>
        <p:cxnSp>
          <p:nvCxnSpPr>
            <p:cNvPr id="818" name="Google Shape;818;p30"/>
            <p:cNvCxnSpPr/>
            <p:nvPr/>
          </p:nvCxnSpPr>
          <p:spPr>
            <a:xfrm>
              <a:off x="338325" y="3437840"/>
              <a:ext cx="2137200" cy="0"/>
            </a:xfrm>
            <a:prstGeom prst="straightConnector1">
              <a:avLst/>
            </a:prstGeom>
            <a:noFill/>
            <a:ln w="9525" cap="flat" cmpd="sng">
              <a:solidFill>
                <a:schemeClr val="accent1"/>
              </a:solidFill>
              <a:prstDash val="solid"/>
              <a:round/>
              <a:headEnd type="none" w="med" len="med"/>
              <a:tailEnd type="none" w="med" len="med"/>
            </a:ln>
          </p:spPr>
        </p:cxnSp>
        <p:sp>
          <p:nvSpPr>
            <p:cNvPr id="819" name="Google Shape;819;p30"/>
            <p:cNvSpPr/>
            <p:nvPr/>
          </p:nvSpPr>
          <p:spPr>
            <a:xfrm>
              <a:off x="3882536" y="1673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0"/>
            <p:cNvSpPr/>
            <p:nvPr/>
          </p:nvSpPr>
          <p:spPr>
            <a:xfrm>
              <a:off x="293336" y="1673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0"/>
            <p:cNvSpPr/>
            <p:nvPr/>
          </p:nvSpPr>
          <p:spPr>
            <a:xfrm>
              <a:off x="293336" y="3392850"/>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0"/>
            <p:cNvSpPr/>
            <p:nvPr/>
          </p:nvSpPr>
          <p:spPr>
            <a:xfrm>
              <a:off x="2417086" y="3392850"/>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 name="Google Shape;823;p30"/>
          <p:cNvGrpSpPr/>
          <p:nvPr/>
        </p:nvGrpSpPr>
        <p:grpSpPr>
          <a:xfrm>
            <a:off x="190971" y="4646874"/>
            <a:ext cx="354384" cy="353556"/>
            <a:chOff x="749375" y="849500"/>
            <a:chExt cx="513600" cy="512400"/>
          </a:xfrm>
        </p:grpSpPr>
        <p:cxnSp>
          <p:nvCxnSpPr>
            <p:cNvPr id="824" name="Google Shape;824;p30"/>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825" name="Google Shape;825;p30"/>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6" name="Google Shape;826;p30"/>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grpSp>
        <p:nvGrpSpPr>
          <p:cNvPr id="827" name="Google Shape;827;p30"/>
          <p:cNvGrpSpPr/>
          <p:nvPr/>
        </p:nvGrpSpPr>
        <p:grpSpPr>
          <a:xfrm>
            <a:off x="8598645" y="4646874"/>
            <a:ext cx="354384" cy="353556"/>
            <a:chOff x="749375" y="849500"/>
            <a:chExt cx="513600" cy="512400"/>
          </a:xfrm>
        </p:grpSpPr>
        <p:cxnSp>
          <p:nvCxnSpPr>
            <p:cNvPr id="828" name="Google Shape;828;p30"/>
            <p:cNvCxnSpPr/>
            <p:nvPr/>
          </p:nvCxnSpPr>
          <p:spPr>
            <a:xfrm>
              <a:off x="1006175" y="849500"/>
              <a:ext cx="0" cy="512400"/>
            </a:xfrm>
            <a:prstGeom prst="straightConnector1">
              <a:avLst/>
            </a:prstGeom>
            <a:noFill/>
            <a:ln w="9525" cap="flat" cmpd="sng">
              <a:solidFill>
                <a:srgbClr val="FF0044"/>
              </a:solidFill>
              <a:prstDash val="solid"/>
              <a:round/>
              <a:headEnd type="none" w="med" len="med"/>
              <a:tailEnd type="none" w="med" len="med"/>
            </a:ln>
          </p:spPr>
        </p:cxnSp>
        <p:sp>
          <p:nvSpPr>
            <p:cNvPr id="829" name="Google Shape;829;p30"/>
            <p:cNvSpPr/>
            <p:nvPr/>
          </p:nvSpPr>
          <p:spPr>
            <a:xfrm>
              <a:off x="862775" y="962300"/>
              <a:ext cx="286800" cy="286800"/>
            </a:xfrm>
            <a:prstGeom prst="ellipse">
              <a:avLst/>
            </a:prstGeom>
            <a:noFill/>
            <a:ln w="9525" cap="flat" cmpd="sng">
              <a:solidFill>
                <a:srgbClr val="FF00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0" name="Google Shape;830;p30"/>
            <p:cNvCxnSpPr/>
            <p:nvPr/>
          </p:nvCxnSpPr>
          <p:spPr>
            <a:xfrm rot="10800000">
              <a:off x="749375" y="1105700"/>
              <a:ext cx="513600" cy="0"/>
            </a:xfrm>
            <a:prstGeom prst="straightConnector1">
              <a:avLst/>
            </a:prstGeom>
            <a:noFill/>
            <a:ln w="9525" cap="flat" cmpd="sng">
              <a:solidFill>
                <a:srgbClr val="FF0044"/>
              </a:solidFill>
              <a:prstDash val="solid"/>
              <a:round/>
              <a:headEnd type="none" w="med" len="med"/>
              <a:tailEnd type="none" w="med" len="med"/>
            </a:ln>
          </p:spPr>
        </p:cxnSp>
      </p:grpSp>
      <p:sp>
        <p:nvSpPr>
          <p:cNvPr id="831" name="Google Shape;831;p30"/>
          <p:cNvSpPr/>
          <p:nvPr/>
        </p:nvSpPr>
        <p:spPr>
          <a:xfrm>
            <a:off x="6296000" y="3560125"/>
            <a:ext cx="5373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0"/>
          <p:cNvSpPr/>
          <p:nvPr/>
        </p:nvSpPr>
        <p:spPr>
          <a:xfrm>
            <a:off x="7047450" y="3196475"/>
            <a:ext cx="850200" cy="5373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0"/>
          <p:cNvSpPr txBox="1"/>
          <p:nvPr/>
        </p:nvSpPr>
        <p:spPr>
          <a:xfrm>
            <a:off x="6403400" y="3613225"/>
            <a:ext cx="32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Z</a:t>
            </a:r>
            <a:endParaRPr sz="1600">
              <a:solidFill>
                <a:schemeClr val="accent1"/>
              </a:solidFill>
              <a:latin typeface="Encode Sans Black"/>
              <a:ea typeface="Encode Sans Black"/>
              <a:cs typeface="Encode Sans Black"/>
              <a:sym typeface="Encode Sans Black"/>
            </a:endParaRPr>
          </a:p>
        </p:txBody>
      </p:sp>
      <p:sp>
        <p:nvSpPr>
          <p:cNvPr id="834" name="Google Shape;834;p30"/>
          <p:cNvSpPr txBox="1"/>
          <p:nvPr/>
        </p:nvSpPr>
        <p:spPr>
          <a:xfrm>
            <a:off x="7103550" y="3249575"/>
            <a:ext cx="738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accent1"/>
                </a:solidFill>
                <a:latin typeface="Encode Sans Black"/>
                <a:ea typeface="Encode Sans Black"/>
                <a:cs typeface="Encode Sans Black"/>
                <a:sym typeface="Encode Sans Black"/>
              </a:rPr>
              <a:t>CTR</a:t>
            </a:r>
            <a:endParaRPr sz="1600">
              <a:solidFill>
                <a:schemeClr val="accent1"/>
              </a:solidFill>
              <a:latin typeface="Encode Sans Black"/>
              <a:ea typeface="Encode Sans Black"/>
              <a:cs typeface="Encode Sans Black"/>
              <a:sym typeface="Encode Sans Black"/>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F4F9"/>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6700" y="441350"/>
            <a:ext cx="7890600" cy="572700"/>
          </a:xfrm>
          <a:prstGeom prst="rect">
            <a:avLst/>
          </a:prstGeom>
          <a:noFill/>
          <a:ln>
            <a:noFill/>
          </a:ln>
        </p:spPr>
        <p:txBody>
          <a:bodyPr spcFirstLastPara="1" wrap="square" lIns="91425" tIns="91425" rIns="91425" bIns="91425" anchor="t" anchorCtr="0">
            <a:noAutofit/>
          </a:bodyPr>
          <a:lstStyle>
            <a:lvl1pPr lvl="0"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1pPr>
            <a:lvl2pPr lvl="1"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2pPr>
            <a:lvl3pPr lvl="2"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3pPr>
            <a:lvl4pPr lvl="3"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4pPr>
            <a:lvl5pPr lvl="4"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5pPr>
            <a:lvl6pPr lvl="5"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6pPr>
            <a:lvl7pPr lvl="6"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7pPr>
            <a:lvl8pPr lvl="7"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8pPr>
            <a:lvl9pPr lvl="8" algn="r">
              <a:lnSpc>
                <a:spcPct val="80000"/>
              </a:lnSpc>
              <a:spcBef>
                <a:spcPts val="0"/>
              </a:spcBef>
              <a:spcAft>
                <a:spcPts val="0"/>
              </a:spcAft>
              <a:buClr>
                <a:srgbClr val="0000E0"/>
              </a:buClr>
              <a:buSzPts val="2800"/>
              <a:buFont typeface="Encode Sans Black"/>
              <a:buNone/>
              <a:defRPr sz="2800">
                <a:solidFill>
                  <a:srgbClr val="0000E0"/>
                </a:solidFill>
                <a:latin typeface="Encode Sans Black"/>
                <a:ea typeface="Encode Sans Black"/>
                <a:cs typeface="Encode Sans Black"/>
                <a:sym typeface="Encode Sans Black"/>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1pPr>
            <a:lvl2pPr marL="914400" lvl="1"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2pPr>
            <a:lvl3pPr marL="1371600" lvl="2"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3pPr>
            <a:lvl4pPr marL="1828800" lvl="3"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4pPr>
            <a:lvl5pPr marL="2286000" lvl="4"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5pPr>
            <a:lvl6pPr marL="2743200" lvl="5"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6pPr>
            <a:lvl7pPr marL="3200400" lvl="6"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7pPr>
            <a:lvl8pPr marL="3657600" lvl="7"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8pPr>
            <a:lvl9pPr marL="4114800" lvl="8" indent="-317500">
              <a:lnSpc>
                <a:spcPct val="100000"/>
              </a:lnSpc>
              <a:spcBef>
                <a:spcPts val="0"/>
              </a:spcBef>
              <a:spcAft>
                <a:spcPts val="0"/>
              </a:spcAft>
              <a:buClr>
                <a:srgbClr val="0000E0"/>
              </a:buClr>
              <a:buSzPts val="1400"/>
              <a:buFont typeface="Red Hat Display"/>
              <a:buChar char="■"/>
              <a:defRPr>
                <a:solidFill>
                  <a:srgbClr val="0000E0"/>
                </a:solidFill>
                <a:latin typeface="Red Hat Display"/>
                <a:ea typeface="Red Hat Display"/>
                <a:cs typeface="Red Hat Display"/>
                <a:sym typeface="Red Hat Displ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71" r:id="rId20"/>
    <p:sldLayoutId id="2147483672" r:id="rId21"/>
    <p:sldLayoutId id="2147483673" r:id="rId22"/>
    <p:sldLayoutId id="2147483674" r:id="rId23"/>
    <p:sldLayoutId id="2147483675" r:id="rId24"/>
    <p:sldLayoutId id="2147483676"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24.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hyperlink" Target="https://docs.google.com/spreadsheets/d/1yGKfP_7ziBgHkQjCK4sYOdNXzWvdsiaC7EEEFt1lSa4/copy"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spreadsheets/d/1yGKfP_7ziBgHkQjCK4sYOdNXzWvdsiaC7EEEFt1lSa4/copy"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33"/>
          <p:cNvSpPr/>
          <p:nvPr/>
        </p:nvSpPr>
        <p:spPr>
          <a:xfrm>
            <a:off x="3347875" y="3344925"/>
            <a:ext cx="4796700" cy="477900"/>
          </a:xfrm>
          <a:prstGeom prst="roundRect">
            <a:avLst>
              <a:gd name="adj" fmla="val 16667"/>
            </a:avLst>
          </a:prstGeom>
          <a:noFill/>
          <a:ln w="9525" cap="flat" cmpd="sng">
            <a:solidFill>
              <a:srgbClr val="000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3"/>
          <p:cNvSpPr txBox="1">
            <a:spLocks noGrp="1"/>
          </p:cNvSpPr>
          <p:nvPr>
            <p:ph type="ctrTitle"/>
          </p:nvPr>
        </p:nvSpPr>
        <p:spPr>
          <a:xfrm>
            <a:off x="3222925" y="1439900"/>
            <a:ext cx="4921500" cy="181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000E0"/>
                </a:solidFill>
                <a:latin typeface="Encode Sans Black"/>
                <a:ea typeface="Encode Sans Black"/>
                <a:cs typeface="Encode Sans Black"/>
                <a:sym typeface="Encode Sans Black"/>
              </a:rPr>
              <a:t>CREATIVE SOLUTIONS </a:t>
            </a:r>
            <a:r>
              <a:rPr lang="en">
                <a:solidFill>
                  <a:srgbClr val="0000E0"/>
                </a:solidFill>
                <a:latin typeface="Encode Sans"/>
                <a:ea typeface="Encode Sans"/>
                <a:cs typeface="Encode Sans"/>
                <a:sym typeface="Encode Sans"/>
              </a:rPr>
              <a:t>PROJECT PROPOSAL </a:t>
            </a:r>
            <a:endParaRPr>
              <a:solidFill>
                <a:srgbClr val="0000E0"/>
              </a:solidFill>
              <a:latin typeface="Encode Sans Black"/>
              <a:ea typeface="Encode Sans Black"/>
              <a:cs typeface="Encode Sans Black"/>
              <a:sym typeface="Encode Sans Black"/>
            </a:endParaRPr>
          </a:p>
        </p:txBody>
      </p:sp>
      <p:sp>
        <p:nvSpPr>
          <p:cNvPr id="845" name="Google Shape;845;p33"/>
          <p:cNvSpPr txBox="1">
            <a:spLocks noGrp="1"/>
          </p:cNvSpPr>
          <p:nvPr>
            <p:ph type="subTitle" idx="1"/>
          </p:nvPr>
        </p:nvSpPr>
        <p:spPr>
          <a:xfrm>
            <a:off x="3473975" y="3245150"/>
            <a:ext cx="4555800" cy="61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Here is where your presentation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34"/>
          <p:cNvSpPr txBox="1">
            <a:spLocks noGrp="1"/>
          </p:cNvSpPr>
          <p:nvPr>
            <p:ph type="title"/>
          </p:nvPr>
        </p:nvSpPr>
        <p:spPr>
          <a:xfrm>
            <a:off x="726225" y="441350"/>
            <a:ext cx="78129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CONTENTS </a:t>
            </a:r>
            <a:r>
              <a:rPr lang="en">
                <a:latin typeface="Encode Sans"/>
                <a:ea typeface="Encode Sans"/>
                <a:cs typeface="Encode Sans"/>
                <a:sym typeface="Encode Sans"/>
              </a:rPr>
              <a:t>OF THIS </a:t>
            </a:r>
            <a:r>
              <a:rPr lang="en"/>
              <a:t>TEMPLATE</a:t>
            </a:r>
            <a:endParaRPr/>
          </a:p>
        </p:txBody>
      </p:sp>
      <p:sp>
        <p:nvSpPr>
          <p:cNvPr id="851" name="Google Shape;851;p34"/>
          <p:cNvSpPr txBox="1">
            <a:spLocks noGrp="1"/>
          </p:cNvSpPr>
          <p:nvPr>
            <p:ph type="subTitle" idx="1"/>
          </p:nvPr>
        </p:nvSpPr>
        <p:spPr>
          <a:xfrm>
            <a:off x="726225" y="1232150"/>
            <a:ext cx="7501200" cy="332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Here’s what you’ll find in this </a:t>
            </a:r>
            <a:r>
              <a:rPr lang="en">
                <a:solidFill>
                  <a:schemeClr val="dk1"/>
                </a:solidFill>
                <a:uFill>
                  <a:noFill/>
                </a:uFill>
                <a:latin typeface="Red Hat Display Black"/>
                <a:ea typeface="Red Hat Display Black"/>
                <a:cs typeface="Red Hat Display Black"/>
                <a:sym typeface="Red Hat Display Black"/>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b="1">
                <a:solidFill>
                  <a:schemeClr val="dk1"/>
                </a:solidFill>
              </a:rPr>
              <a:t> </a:t>
            </a:r>
            <a:r>
              <a:rPr lang="en">
                <a:solidFill>
                  <a:schemeClr val="dk1"/>
                </a:solidFill>
              </a:rPr>
              <a:t>template: </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 slide structure based on a project proposal, which you can easily adapt to your needs. For more info on how to edit the template, please visit </a:t>
            </a:r>
            <a:r>
              <a:rPr lang="en">
                <a:solidFill>
                  <a:schemeClr val="dk1"/>
                </a:solidFill>
                <a:uFill>
                  <a:noFill/>
                </a:uFill>
                <a:latin typeface="Red Hat Display Black"/>
                <a:ea typeface="Red Hat Display Black"/>
                <a:cs typeface="Red Hat Display Black"/>
                <a:sym typeface="Red Hat Display Black"/>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a:solidFill>
                  <a:schemeClr val="dk1"/>
                </a:solidFill>
              </a:rPr>
              <a:t> or read our </a:t>
            </a:r>
            <a:r>
              <a:rPr lang="en">
                <a:solidFill>
                  <a:schemeClr val="dk1"/>
                </a:solidFill>
                <a:uFill>
                  <a:noFill/>
                </a:uFill>
                <a:latin typeface="Red Hat Display Black"/>
                <a:ea typeface="Red Hat Display Black"/>
                <a:cs typeface="Red Hat Display Black"/>
                <a:sym typeface="Red Hat Display Black"/>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r>
              <a:rPr lang="en">
                <a:solidFill>
                  <a:schemeClr val="dk1"/>
                </a:solidFill>
              </a:rPr>
              <a:t>.</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An assortment of graphic resources that are suitable for use in the presentation can be found in the </a:t>
            </a:r>
            <a:r>
              <a:rPr lang="en">
                <a:solidFill>
                  <a:schemeClr val="dk1"/>
                </a:solidFill>
                <a:latin typeface="Red Hat Display Black"/>
                <a:ea typeface="Red Hat Display Black"/>
                <a:cs typeface="Red Hat Display Black"/>
                <a:sym typeface="Red Hat Display Black"/>
              </a:rPr>
              <a:t>a</a:t>
            </a:r>
            <a:r>
              <a:rPr lang="en">
                <a:solidFill>
                  <a:schemeClr val="dk1"/>
                </a:solidFill>
                <a:uFill>
                  <a:noFill/>
                </a:uFill>
                <a:latin typeface="Red Hat Display Black"/>
                <a:ea typeface="Red Hat Display Black"/>
                <a:cs typeface="Red Hat Display Black"/>
                <a:sym typeface="Red Hat Display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lternative resources</a:t>
            </a:r>
            <a:r>
              <a:rPr lang="en">
                <a:solidFill>
                  <a:schemeClr val="dk1"/>
                </a:solidFill>
              </a:rPr>
              <a:t> slide.</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a:t>
            </a:r>
            <a:r>
              <a:rPr lang="en">
                <a:solidFill>
                  <a:schemeClr val="dk1"/>
                </a:solidFill>
                <a:latin typeface="Red Hat Display Black"/>
                <a:ea typeface="Red Hat Display Black"/>
                <a:cs typeface="Red Hat Display Black"/>
                <a:sym typeface="Red Hat Display Black"/>
              </a:rPr>
              <a:t> </a:t>
            </a:r>
            <a:r>
              <a:rPr lang="en">
                <a:solidFill>
                  <a:schemeClr val="dk1"/>
                </a:solidFill>
                <a:uFill>
                  <a:noFill/>
                </a:uFill>
                <a:latin typeface="Red Hat Display Black"/>
                <a:ea typeface="Red Hat Display Black"/>
                <a:cs typeface="Red Hat Display Black"/>
                <a:sym typeface="Red Hat Display Black"/>
                <a:hlinkClick r:id="rId6"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a:t>
            </a:r>
            <a:r>
              <a:rPr lang="en">
                <a:solidFill>
                  <a:schemeClr val="dk1"/>
                </a:solidFill>
              </a:rPr>
              <a:t>slide, which you must keep so that proper credits for our design are given.</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A </a:t>
            </a:r>
            <a:r>
              <a:rPr lang="en">
                <a:solidFill>
                  <a:schemeClr val="dk1"/>
                </a:solidFill>
                <a:uFill>
                  <a:noFill/>
                </a:uFill>
                <a:latin typeface="Red Hat Display Black"/>
                <a:ea typeface="Red Hat Display Black"/>
                <a:cs typeface="Red Hat Display Black"/>
                <a:sym typeface="Red Hat Display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resources </a:t>
            </a:r>
            <a:r>
              <a:rPr lang="en">
                <a:solidFill>
                  <a:schemeClr val="dk1"/>
                </a:solidFill>
              </a:rPr>
              <a:t>slide, where you’ll find links to all the elements used in the template.</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uFill>
                  <a:noFill/>
                </a:uFill>
                <a:latin typeface="Red Hat Display Black"/>
                <a:ea typeface="Red Hat Display Black"/>
                <a:cs typeface="Red Hat Display Black"/>
                <a:sym typeface="Red Hat Display Black"/>
                <a:hlinkClick r:id="">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Instructions for use</a:t>
            </a:r>
            <a:r>
              <a:rPr lang="en">
                <a:solidFill>
                  <a:schemeClr val="dk1"/>
                </a:solidFill>
              </a:rPr>
              <a:t>.</a:t>
            </a:r>
            <a:endParaRPr>
              <a:solidFill>
                <a:schemeClr val="dk1"/>
              </a:solidFill>
            </a:endParaRPr>
          </a:p>
          <a:p>
            <a:pPr marL="457200" lvl="0" indent="-304800" algn="l" rtl="0">
              <a:spcBef>
                <a:spcPts val="0"/>
              </a:spcBef>
              <a:spcAft>
                <a:spcPts val="0"/>
              </a:spcAft>
              <a:buClr>
                <a:schemeClr val="dk1"/>
              </a:buClr>
              <a:buSzPts val="1200"/>
              <a:buAutoNum type="arabicPeriod"/>
            </a:pPr>
            <a:r>
              <a:rPr lang="en">
                <a:solidFill>
                  <a:schemeClr val="dk1"/>
                </a:solidFill>
              </a:rPr>
              <a:t>Final slides with: </a:t>
            </a:r>
            <a:endParaRPr>
              <a:solidFill>
                <a:schemeClr val="dk1"/>
              </a:solidFill>
            </a:endParaRPr>
          </a:p>
          <a:p>
            <a:pPr marL="914400" lvl="0" indent="-304800" algn="l" rtl="0">
              <a:spcBef>
                <a:spcPts val="0"/>
              </a:spcBef>
              <a:spcAft>
                <a:spcPts val="0"/>
              </a:spcAft>
              <a:buClr>
                <a:schemeClr val="accent1"/>
              </a:buClr>
              <a:buSzPts val="1200"/>
              <a:buFont typeface="Red Hat Display Black"/>
              <a:buChar char="●"/>
            </a:pPr>
            <a:r>
              <a:rPr lang="en">
                <a:solidFill>
                  <a:schemeClr val="dk1"/>
                </a:solidFill>
              </a:rPr>
              <a:t>The</a:t>
            </a:r>
            <a:r>
              <a:rPr lang="en">
                <a:solidFill>
                  <a:schemeClr val="dk1"/>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a:solidFill>
                  <a:schemeClr val="dk1"/>
                </a:solidFill>
                <a:uFill>
                  <a:noFill/>
                </a:uFill>
                <a:latin typeface="Red Hat Display Black"/>
                <a:ea typeface="Red Hat Display Black"/>
                <a:cs typeface="Red Hat Display Black"/>
                <a:sym typeface="Red Hat Display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 and colors</a:t>
            </a:r>
            <a:r>
              <a:rPr lang="en">
                <a:solidFill>
                  <a:schemeClr val="dk1"/>
                </a:solidFill>
              </a:rPr>
              <a:t> used in the template.</a:t>
            </a:r>
            <a:endParaRPr>
              <a:solidFill>
                <a:schemeClr val="dk1"/>
              </a:solidFill>
            </a:endParaRPr>
          </a:p>
          <a:p>
            <a:pPr marL="914400" lvl="0" indent="-304800" algn="l" rtl="0">
              <a:spcBef>
                <a:spcPts val="0"/>
              </a:spcBef>
              <a:spcAft>
                <a:spcPts val="0"/>
              </a:spcAft>
              <a:buClr>
                <a:schemeClr val="accent1"/>
              </a:buClr>
              <a:buSzPts val="1200"/>
              <a:buFont typeface="Red Hat Display Black"/>
              <a:buChar char="●"/>
            </a:pPr>
            <a:r>
              <a:rPr lang="en">
                <a:solidFill>
                  <a:schemeClr val="dk1"/>
                </a:solidFill>
              </a:rPr>
              <a:t>A selection of </a:t>
            </a:r>
            <a:r>
              <a:rPr lang="en">
                <a:solidFill>
                  <a:schemeClr val="dk1"/>
                </a:solidFill>
                <a:uFill>
                  <a:noFill/>
                </a:uFill>
                <a:latin typeface="Red Hat Display Black"/>
                <a:ea typeface="Red Hat Display Black"/>
                <a:cs typeface="Red Hat Display Black"/>
                <a:sym typeface="Red Hat Display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illustrations</a:t>
            </a:r>
            <a:r>
              <a:rPr lang="en">
                <a:solidFill>
                  <a:schemeClr val="dk1"/>
                </a:solidFill>
              </a:rPr>
              <a:t>. You can also customize and animate them as you wish with the online editor. Visit </a:t>
            </a:r>
            <a:r>
              <a:rPr lang="en">
                <a:solidFill>
                  <a:schemeClr val="dk1"/>
                </a:solidFill>
                <a:uFill>
                  <a:noFill/>
                </a:uFill>
                <a:latin typeface="Red Hat Display Black"/>
                <a:ea typeface="Red Hat Display Black"/>
                <a:cs typeface="Red Hat Display Black"/>
                <a:sym typeface="Red Hat Display Black"/>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a:solidFill>
                  <a:schemeClr val="dk1"/>
                </a:solidFill>
              </a:rPr>
              <a:t> to find more. </a:t>
            </a:r>
            <a:endParaRPr>
              <a:solidFill>
                <a:schemeClr val="dk1"/>
              </a:solidFill>
            </a:endParaRPr>
          </a:p>
          <a:p>
            <a:pPr marL="914400" lvl="0" indent="-304800" algn="l" rtl="0">
              <a:spcBef>
                <a:spcPts val="0"/>
              </a:spcBef>
              <a:spcAft>
                <a:spcPts val="0"/>
              </a:spcAft>
              <a:buClr>
                <a:schemeClr val="accent1"/>
              </a:buClr>
              <a:buSzPts val="1200"/>
              <a:buFont typeface="Red Hat Display Black"/>
              <a:buChar char="●"/>
            </a:pPr>
            <a:r>
              <a:rPr lang="en">
                <a:solidFill>
                  <a:schemeClr val="dk1"/>
                </a:solidFill>
              </a:rPr>
              <a:t>More</a:t>
            </a:r>
            <a:r>
              <a:rPr lang="en">
                <a:solidFill>
                  <a:schemeClr val="dk1"/>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a:solidFill>
                  <a:schemeClr val="dk1"/>
                </a:solidFill>
                <a:uFill>
                  <a:noFill/>
                </a:uFill>
                <a:latin typeface="Red Hat Display Black"/>
                <a:ea typeface="Red Hat Display Black"/>
                <a:cs typeface="Red Hat Display Black"/>
                <a:sym typeface="Red Hat Display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r>
              <a:rPr lang="en">
                <a:solidFill>
                  <a:schemeClr val="dk1"/>
                </a:solidFill>
              </a:rPr>
              <a:t>, whose size and color can be edited. </a:t>
            </a:r>
            <a:endParaRPr>
              <a:solidFill>
                <a:schemeClr val="dk1"/>
              </a:solidFill>
            </a:endParaRPr>
          </a:p>
          <a:p>
            <a:pPr marL="914400" lvl="0" indent="-304800" algn="l" rtl="0">
              <a:spcBef>
                <a:spcPts val="0"/>
              </a:spcBef>
              <a:spcAft>
                <a:spcPts val="0"/>
              </a:spcAft>
              <a:buClr>
                <a:schemeClr val="accent1"/>
              </a:buClr>
              <a:buSzPts val="1200"/>
              <a:buFont typeface="Red Hat Display Black"/>
              <a:buChar char="●"/>
            </a:pPr>
            <a:r>
              <a:rPr lang="en">
                <a:solidFill>
                  <a:schemeClr val="dk1"/>
                </a:solidFill>
              </a:rPr>
              <a:t>Sets of </a:t>
            </a:r>
            <a:r>
              <a:rPr lang="en">
                <a:solidFill>
                  <a:schemeClr val="dk1"/>
                </a:solidFill>
                <a:uFill>
                  <a:noFill/>
                </a:uFill>
                <a:latin typeface="Red Hat Display Black"/>
                <a:ea typeface="Red Hat Display Black"/>
                <a:cs typeface="Red Hat Display Black"/>
                <a:sym typeface="Red Hat Display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customizable icons</a:t>
            </a:r>
            <a:r>
              <a:rPr lang="en">
                <a:solidFill>
                  <a:schemeClr val="dk1"/>
                </a:solidFill>
              </a:rPr>
              <a:t> of the following themes: general, business, avatar, creative process, education, help &amp; support, medical, nature, performing arts, SEO &amp; marketing, and teamwork.</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can delete this slide when you’re done editing the presentation.</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35"/>
          <p:cNvSpPr/>
          <p:nvPr/>
        </p:nvSpPr>
        <p:spPr>
          <a:xfrm>
            <a:off x="719672" y="496625"/>
            <a:ext cx="630900" cy="6309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5"/>
          <p:cNvSpPr/>
          <p:nvPr/>
        </p:nvSpPr>
        <p:spPr>
          <a:xfrm>
            <a:off x="719672" y="1702895"/>
            <a:ext cx="630900" cy="6309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5"/>
          <p:cNvSpPr/>
          <p:nvPr/>
        </p:nvSpPr>
        <p:spPr>
          <a:xfrm>
            <a:off x="719672" y="2894843"/>
            <a:ext cx="630900" cy="6309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5"/>
          <p:cNvSpPr/>
          <p:nvPr/>
        </p:nvSpPr>
        <p:spPr>
          <a:xfrm>
            <a:off x="7794025" y="2745943"/>
            <a:ext cx="630900" cy="6309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5"/>
          <p:cNvSpPr/>
          <p:nvPr/>
        </p:nvSpPr>
        <p:spPr>
          <a:xfrm>
            <a:off x="7794025" y="1563018"/>
            <a:ext cx="630900" cy="6309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5"/>
          <p:cNvSpPr/>
          <p:nvPr/>
        </p:nvSpPr>
        <p:spPr>
          <a:xfrm>
            <a:off x="7794025" y="3914541"/>
            <a:ext cx="630900" cy="6309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5"/>
          <p:cNvSpPr txBox="1">
            <a:spLocks noGrp="1"/>
          </p:cNvSpPr>
          <p:nvPr>
            <p:ph type="title"/>
          </p:nvPr>
        </p:nvSpPr>
        <p:spPr>
          <a:xfrm>
            <a:off x="4391327" y="438300"/>
            <a:ext cx="41271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TABLE </a:t>
            </a:r>
            <a:r>
              <a:rPr lang="en"/>
              <a:t>OF CONTENTS</a:t>
            </a:r>
            <a:endParaRPr/>
          </a:p>
        </p:txBody>
      </p:sp>
      <p:sp>
        <p:nvSpPr>
          <p:cNvPr id="863" name="Google Shape;863;p35"/>
          <p:cNvSpPr txBox="1">
            <a:spLocks noGrp="1"/>
          </p:cNvSpPr>
          <p:nvPr>
            <p:ph type="subTitle" idx="19"/>
          </p:nvPr>
        </p:nvSpPr>
        <p:spPr>
          <a:xfrm>
            <a:off x="4913316" y="3767587"/>
            <a:ext cx="2742000" cy="393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OUR TEAM</a:t>
            </a:r>
            <a:endParaRPr/>
          </a:p>
        </p:txBody>
      </p:sp>
      <p:sp>
        <p:nvSpPr>
          <p:cNvPr id="864" name="Google Shape;864;p35"/>
          <p:cNvSpPr txBox="1">
            <a:spLocks noGrp="1"/>
          </p:cNvSpPr>
          <p:nvPr>
            <p:ph type="subTitle" idx="20"/>
          </p:nvPr>
        </p:nvSpPr>
        <p:spPr>
          <a:xfrm>
            <a:off x="4906571" y="4082897"/>
            <a:ext cx="2742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describe the topic of the section here</a:t>
            </a:r>
            <a:endParaRPr/>
          </a:p>
        </p:txBody>
      </p:sp>
      <p:sp>
        <p:nvSpPr>
          <p:cNvPr id="865" name="Google Shape;865;p35"/>
          <p:cNvSpPr txBox="1">
            <a:spLocks noGrp="1"/>
          </p:cNvSpPr>
          <p:nvPr>
            <p:ph type="title" idx="21"/>
          </p:nvPr>
        </p:nvSpPr>
        <p:spPr>
          <a:xfrm>
            <a:off x="7794025" y="4019691"/>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866" name="Google Shape;866;p35"/>
          <p:cNvSpPr txBox="1">
            <a:spLocks noGrp="1"/>
          </p:cNvSpPr>
          <p:nvPr>
            <p:ph type="subTitle" idx="4"/>
          </p:nvPr>
        </p:nvSpPr>
        <p:spPr>
          <a:xfrm>
            <a:off x="1571564" y="1552931"/>
            <a:ext cx="2736900" cy="39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REQUIREMENTS</a:t>
            </a:r>
            <a:endParaRPr/>
          </a:p>
        </p:txBody>
      </p:sp>
      <p:sp>
        <p:nvSpPr>
          <p:cNvPr id="867" name="Google Shape;867;p35"/>
          <p:cNvSpPr txBox="1">
            <a:spLocks noGrp="1"/>
          </p:cNvSpPr>
          <p:nvPr>
            <p:ph type="subTitle" idx="5"/>
          </p:nvPr>
        </p:nvSpPr>
        <p:spPr>
          <a:xfrm>
            <a:off x="1566474" y="1867622"/>
            <a:ext cx="273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868" name="Google Shape;868;p35"/>
          <p:cNvSpPr txBox="1">
            <a:spLocks noGrp="1"/>
          </p:cNvSpPr>
          <p:nvPr>
            <p:ph type="subTitle" idx="1"/>
          </p:nvPr>
        </p:nvSpPr>
        <p:spPr>
          <a:xfrm>
            <a:off x="1568706" y="345631"/>
            <a:ext cx="27288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ABOUT THE PROJECT</a:t>
            </a:r>
            <a:endParaRPr/>
          </a:p>
        </p:txBody>
      </p:sp>
      <p:sp>
        <p:nvSpPr>
          <p:cNvPr id="869" name="Google Shape;869;p35"/>
          <p:cNvSpPr txBox="1">
            <a:spLocks noGrp="1"/>
          </p:cNvSpPr>
          <p:nvPr>
            <p:ph type="subTitle" idx="2"/>
          </p:nvPr>
        </p:nvSpPr>
        <p:spPr>
          <a:xfrm>
            <a:off x="1567897" y="658246"/>
            <a:ext cx="2730000" cy="56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870" name="Google Shape;870;p35"/>
          <p:cNvSpPr txBox="1">
            <a:spLocks noGrp="1"/>
          </p:cNvSpPr>
          <p:nvPr>
            <p:ph type="subTitle" idx="7"/>
          </p:nvPr>
        </p:nvSpPr>
        <p:spPr>
          <a:xfrm>
            <a:off x="1573193" y="2747404"/>
            <a:ext cx="2730000" cy="39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GOALS</a:t>
            </a:r>
            <a:endParaRPr/>
          </a:p>
        </p:txBody>
      </p:sp>
      <p:sp>
        <p:nvSpPr>
          <p:cNvPr id="871" name="Google Shape;871;p35"/>
          <p:cNvSpPr txBox="1">
            <a:spLocks noGrp="1"/>
          </p:cNvSpPr>
          <p:nvPr>
            <p:ph type="subTitle" idx="8"/>
          </p:nvPr>
        </p:nvSpPr>
        <p:spPr>
          <a:xfrm>
            <a:off x="1566474" y="3062715"/>
            <a:ext cx="273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872" name="Google Shape;872;p35"/>
          <p:cNvSpPr txBox="1">
            <a:spLocks noGrp="1"/>
          </p:cNvSpPr>
          <p:nvPr>
            <p:ph type="subTitle" idx="13"/>
          </p:nvPr>
        </p:nvSpPr>
        <p:spPr>
          <a:xfrm>
            <a:off x="4913316" y="1410596"/>
            <a:ext cx="2742000" cy="393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SNEAK PEEK</a:t>
            </a:r>
            <a:endParaRPr/>
          </a:p>
        </p:txBody>
      </p:sp>
      <p:sp>
        <p:nvSpPr>
          <p:cNvPr id="873" name="Google Shape;873;p35"/>
          <p:cNvSpPr txBox="1">
            <a:spLocks noGrp="1"/>
          </p:cNvSpPr>
          <p:nvPr>
            <p:ph type="subTitle" idx="14"/>
          </p:nvPr>
        </p:nvSpPr>
        <p:spPr>
          <a:xfrm>
            <a:off x="4906568" y="1719760"/>
            <a:ext cx="2742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describe the topic of the section here</a:t>
            </a:r>
            <a:endParaRPr/>
          </a:p>
        </p:txBody>
      </p:sp>
      <p:sp>
        <p:nvSpPr>
          <p:cNvPr id="874" name="Google Shape;874;p35"/>
          <p:cNvSpPr txBox="1">
            <a:spLocks noGrp="1"/>
          </p:cNvSpPr>
          <p:nvPr>
            <p:ph type="title" idx="3"/>
          </p:nvPr>
        </p:nvSpPr>
        <p:spPr>
          <a:xfrm>
            <a:off x="718772" y="600875"/>
            <a:ext cx="632700" cy="42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75" name="Google Shape;875;p35"/>
          <p:cNvSpPr txBox="1">
            <a:spLocks noGrp="1"/>
          </p:cNvSpPr>
          <p:nvPr>
            <p:ph type="title" idx="6"/>
          </p:nvPr>
        </p:nvSpPr>
        <p:spPr>
          <a:xfrm>
            <a:off x="719672" y="1808045"/>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76" name="Google Shape;876;p35"/>
          <p:cNvSpPr txBox="1">
            <a:spLocks noGrp="1"/>
          </p:cNvSpPr>
          <p:nvPr>
            <p:ph type="title" idx="9"/>
          </p:nvPr>
        </p:nvSpPr>
        <p:spPr>
          <a:xfrm>
            <a:off x="719672" y="2999993"/>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77" name="Google Shape;877;p35"/>
          <p:cNvSpPr txBox="1">
            <a:spLocks noGrp="1"/>
          </p:cNvSpPr>
          <p:nvPr>
            <p:ph type="title" idx="15"/>
          </p:nvPr>
        </p:nvSpPr>
        <p:spPr>
          <a:xfrm>
            <a:off x="7794025" y="1668168"/>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878" name="Google Shape;878;p35"/>
          <p:cNvSpPr txBox="1">
            <a:spLocks noGrp="1"/>
          </p:cNvSpPr>
          <p:nvPr>
            <p:ph type="subTitle" idx="16"/>
          </p:nvPr>
        </p:nvSpPr>
        <p:spPr>
          <a:xfrm>
            <a:off x="4913316" y="2594604"/>
            <a:ext cx="2742000" cy="393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PROJECT STAGES</a:t>
            </a:r>
            <a:endParaRPr/>
          </a:p>
        </p:txBody>
      </p:sp>
      <p:sp>
        <p:nvSpPr>
          <p:cNvPr id="879" name="Google Shape;879;p35"/>
          <p:cNvSpPr txBox="1">
            <a:spLocks noGrp="1"/>
          </p:cNvSpPr>
          <p:nvPr>
            <p:ph type="subTitle" idx="17"/>
          </p:nvPr>
        </p:nvSpPr>
        <p:spPr>
          <a:xfrm>
            <a:off x="4906571" y="2909295"/>
            <a:ext cx="2742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describe the topic of the section here</a:t>
            </a:r>
            <a:endParaRPr/>
          </a:p>
        </p:txBody>
      </p:sp>
      <p:sp>
        <p:nvSpPr>
          <p:cNvPr id="880" name="Google Shape;880;p35"/>
          <p:cNvSpPr txBox="1">
            <a:spLocks noGrp="1"/>
          </p:cNvSpPr>
          <p:nvPr>
            <p:ph type="title" idx="18"/>
          </p:nvPr>
        </p:nvSpPr>
        <p:spPr>
          <a:xfrm>
            <a:off x="7794025" y="2851093"/>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6"/>
          <p:cNvSpPr/>
          <p:nvPr/>
        </p:nvSpPr>
        <p:spPr>
          <a:xfrm>
            <a:off x="3449550" y="1033825"/>
            <a:ext cx="850200" cy="850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6"/>
          <p:cNvSpPr txBox="1">
            <a:spLocks noGrp="1"/>
          </p:cNvSpPr>
          <p:nvPr>
            <p:ph type="subTitle" idx="1"/>
          </p:nvPr>
        </p:nvSpPr>
        <p:spPr>
          <a:xfrm>
            <a:off x="3326764" y="3519868"/>
            <a:ext cx="5091000" cy="58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sp>
        <p:nvSpPr>
          <p:cNvPr id="887" name="Google Shape;887;p36"/>
          <p:cNvSpPr txBox="1">
            <a:spLocks noGrp="1"/>
          </p:cNvSpPr>
          <p:nvPr>
            <p:ph type="title"/>
          </p:nvPr>
        </p:nvSpPr>
        <p:spPr>
          <a:xfrm>
            <a:off x="3323900" y="2135250"/>
            <a:ext cx="5091000" cy="14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Encode Sans"/>
                <a:ea typeface="Encode Sans"/>
                <a:cs typeface="Encode Sans"/>
                <a:sym typeface="Encode Sans"/>
              </a:rPr>
              <a:t>OUR </a:t>
            </a:r>
            <a:r>
              <a:rPr lang="en"/>
              <a:t>COMPANY</a:t>
            </a:r>
            <a:endParaRPr/>
          </a:p>
        </p:txBody>
      </p:sp>
      <p:sp>
        <p:nvSpPr>
          <p:cNvPr id="888" name="Google Shape;888;p36"/>
          <p:cNvSpPr txBox="1">
            <a:spLocks noGrp="1"/>
          </p:cNvSpPr>
          <p:nvPr>
            <p:ph type="title" idx="2"/>
          </p:nvPr>
        </p:nvSpPr>
        <p:spPr>
          <a:xfrm>
            <a:off x="3388200" y="1146025"/>
            <a:ext cx="972900" cy="7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37"/>
          <p:cNvSpPr/>
          <p:nvPr/>
        </p:nvSpPr>
        <p:spPr>
          <a:xfrm>
            <a:off x="6896175" y="1698100"/>
            <a:ext cx="410742" cy="410087"/>
          </a:xfrm>
          <a:custGeom>
            <a:avLst/>
            <a:gdLst/>
            <a:ahLst/>
            <a:cxnLst/>
            <a:rect l="l" t="t" r="r" b="b"/>
            <a:pathLst>
              <a:path w="11288" h="11270" extrusionOk="0">
                <a:moveTo>
                  <a:pt x="6049" y="351"/>
                </a:moveTo>
                <a:lnTo>
                  <a:pt x="6049" y="1149"/>
                </a:lnTo>
                <a:lnTo>
                  <a:pt x="5239" y="1149"/>
                </a:lnTo>
                <a:lnTo>
                  <a:pt x="5239" y="351"/>
                </a:lnTo>
                <a:close/>
                <a:moveTo>
                  <a:pt x="1167" y="5828"/>
                </a:moveTo>
                <a:lnTo>
                  <a:pt x="1167" y="6650"/>
                </a:lnTo>
                <a:lnTo>
                  <a:pt x="345" y="6650"/>
                </a:lnTo>
                <a:lnTo>
                  <a:pt x="345" y="5828"/>
                </a:lnTo>
                <a:close/>
                <a:moveTo>
                  <a:pt x="10954" y="5828"/>
                </a:moveTo>
                <a:lnTo>
                  <a:pt x="10954" y="6650"/>
                </a:lnTo>
                <a:lnTo>
                  <a:pt x="10132" y="6650"/>
                </a:lnTo>
                <a:lnTo>
                  <a:pt x="10132" y="5828"/>
                </a:lnTo>
                <a:close/>
                <a:moveTo>
                  <a:pt x="1442" y="0"/>
                </a:moveTo>
                <a:cubicBezTo>
                  <a:pt x="1273" y="0"/>
                  <a:pt x="1100" y="58"/>
                  <a:pt x="953" y="185"/>
                </a:cubicBezTo>
                <a:cubicBezTo>
                  <a:pt x="726" y="375"/>
                  <a:pt x="643" y="709"/>
                  <a:pt x="726" y="971"/>
                </a:cubicBezTo>
                <a:cubicBezTo>
                  <a:pt x="755" y="1047"/>
                  <a:pt x="814" y="1085"/>
                  <a:pt x="885" y="1085"/>
                </a:cubicBezTo>
                <a:cubicBezTo>
                  <a:pt x="903" y="1085"/>
                  <a:pt x="922" y="1082"/>
                  <a:pt x="941" y="1078"/>
                </a:cubicBezTo>
                <a:cubicBezTo>
                  <a:pt x="1024" y="1042"/>
                  <a:pt x="1072" y="959"/>
                  <a:pt x="1036" y="863"/>
                </a:cubicBezTo>
                <a:cubicBezTo>
                  <a:pt x="953" y="601"/>
                  <a:pt x="1143" y="328"/>
                  <a:pt x="1429" y="328"/>
                </a:cubicBezTo>
                <a:cubicBezTo>
                  <a:pt x="1798" y="328"/>
                  <a:pt x="1977" y="792"/>
                  <a:pt x="1691" y="1042"/>
                </a:cubicBezTo>
                <a:cubicBezTo>
                  <a:pt x="1631" y="1112"/>
                  <a:pt x="1545" y="1140"/>
                  <a:pt x="1463" y="1140"/>
                </a:cubicBezTo>
                <a:cubicBezTo>
                  <a:pt x="1447" y="1140"/>
                  <a:pt x="1432" y="1139"/>
                  <a:pt x="1417" y="1137"/>
                </a:cubicBezTo>
                <a:cubicBezTo>
                  <a:pt x="1322" y="1137"/>
                  <a:pt x="1238" y="1197"/>
                  <a:pt x="1238" y="1280"/>
                </a:cubicBezTo>
                <a:cubicBezTo>
                  <a:pt x="1238" y="1375"/>
                  <a:pt x="1298" y="1459"/>
                  <a:pt x="1381" y="1459"/>
                </a:cubicBezTo>
                <a:cubicBezTo>
                  <a:pt x="1409" y="1462"/>
                  <a:pt x="1436" y="1464"/>
                  <a:pt x="1463" y="1464"/>
                </a:cubicBezTo>
                <a:cubicBezTo>
                  <a:pt x="1628" y="1464"/>
                  <a:pt x="1795" y="1403"/>
                  <a:pt x="1917" y="1280"/>
                </a:cubicBezTo>
                <a:cubicBezTo>
                  <a:pt x="2036" y="1185"/>
                  <a:pt x="2131" y="1042"/>
                  <a:pt x="2155" y="899"/>
                </a:cubicBezTo>
                <a:lnTo>
                  <a:pt x="3822" y="899"/>
                </a:lnTo>
                <a:cubicBezTo>
                  <a:pt x="3167" y="1149"/>
                  <a:pt x="2572" y="1542"/>
                  <a:pt x="2072" y="2042"/>
                </a:cubicBezTo>
                <a:cubicBezTo>
                  <a:pt x="1143" y="2971"/>
                  <a:pt x="619" y="4173"/>
                  <a:pt x="595" y="5471"/>
                </a:cubicBezTo>
                <a:lnTo>
                  <a:pt x="167" y="5471"/>
                </a:lnTo>
                <a:cubicBezTo>
                  <a:pt x="72" y="5471"/>
                  <a:pt x="0" y="5543"/>
                  <a:pt x="0" y="5626"/>
                </a:cubicBezTo>
                <a:lnTo>
                  <a:pt x="0" y="6793"/>
                </a:lnTo>
                <a:cubicBezTo>
                  <a:pt x="0" y="6876"/>
                  <a:pt x="72" y="6959"/>
                  <a:pt x="167" y="6959"/>
                </a:cubicBezTo>
                <a:lnTo>
                  <a:pt x="1322" y="6959"/>
                </a:lnTo>
                <a:cubicBezTo>
                  <a:pt x="1417" y="6959"/>
                  <a:pt x="1488" y="6876"/>
                  <a:pt x="1488" y="6793"/>
                </a:cubicBezTo>
                <a:lnTo>
                  <a:pt x="1488" y="5626"/>
                </a:lnTo>
                <a:cubicBezTo>
                  <a:pt x="1488" y="5543"/>
                  <a:pt x="1417" y="5471"/>
                  <a:pt x="1322" y="5471"/>
                </a:cubicBezTo>
                <a:lnTo>
                  <a:pt x="941" y="5471"/>
                </a:lnTo>
                <a:cubicBezTo>
                  <a:pt x="1012" y="3185"/>
                  <a:pt x="2703" y="1304"/>
                  <a:pt x="4906" y="959"/>
                </a:cubicBezTo>
                <a:lnTo>
                  <a:pt x="4906" y="1304"/>
                </a:lnTo>
                <a:cubicBezTo>
                  <a:pt x="4906" y="1387"/>
                  <a:pt x="4989" y="1459"/>
                  <a:pt x="5072" y="1459"/>
                </a:cubicBezTo>
                <a:lnTo>
                  <a:pt x="5406" y="1459"/>
                </a:lnTo>
                <a:cubicBezTo>
                  <a:pt x="5227" y="1518"/>
                  <a:pt x="5072" y="1661"/>
                  <a:pt x="5001" y="1852"/>
                </a:cubicBezTo>
                <a:lnTo>
                  <a:pt x="3513" y="5269"/>
                </a:lnTo>
                <a:cubicBezTo>
                  <a:pt x="3382" y="5566"/>
                  <a:pt x="3322" y="5888"/>
                  <a:pt x="3322" y="6197"/>
                </a:cubicBezTo>
                <a:cubicBezTo>
                  <a:pt x="3322" y="6793"/>
                  <a:pt x="3548" y="7340"/>
                  <a:pt x="3941" y="7793"/>
                </a:cubicBezTo>
                <a:cubicBezTo>
                  <a:pt x="3977" y="7817"/>
                  <a:pt x="4001" y="7852"/>
                  <a:pt x="4036" y="7900"/>
                </a:cubicBezTo>
                <a:lnTo>
                  <a:pt x="3643" y="7900"/>
                </a:lnTo>
                <a:cubicBezTo>
                  <a:pt x="3429" y="7900"/>
                  <a:pt x="3215" y="8031"/>
                  <a:pt x="3132" y="8233"/>
                </a:cubicBezTo>
                <a:cubicBezTo>
                  <a:pt x="3096" y="8329"/>
                  <a:pt x="3132" y="8412"/>
                  <a:pt x="3215" y="8460"/>
                </a:cubicBezTo>
                <a:cubicBezTo>
                  <a:pt x="3240" y="8469"/>
                  <a:pt x="3264" y="8473"/>
                  <a:pt x="3287" y="8473"/>
                </a:cubicBezTo>
                <a:cubicBezTo>
                  <a:pt x="3351" y="8473"/>
                  <a:pt x="3406" y="8438"/>
                  <a:pt x="3441" y="8376"/>
                </a:cubicBezTo>
                <a:cubicBezTo>
                  <a:pt x="3465" y="8281"/>
                  <a:pt x="3560" y="8221"/>
                  <a:pt x="3667" y="8221"/>
                </a:cubicBezTo>
                <a:lnTo>
                  <a:pt x="7632" y="8221"/>
                </a:lnTo>
                <a:cubicBezTo>
                  <a:pt x="7775" y="8221"/>
                  <a:pt x="7870" y="8329"/>
                  <a:pt x="7870" y="8460"/>
                </a:cubicBezTo>
                <a:lnTo>
                  <a:pt x="7870" y="9043"/>
                </a:lnTo>
                <a:cubicBezTo>
                  <a:pt x="7870" y="9174"/>
                  <a:pt x="7775" y="9281"/>
                  <a:pt x="7632" y="9281"/>
                </a:cubicBezTo>
                <a:lnTo>
                  <a:pt x="3632" y="9281"/>
                </a:lnTo>
                <a:cubicBezTo>
                  <a:pt x="3501" y="9281"/>
                  <a:pt x="3393" y="9174"/>
                  <a:pt x="3393" y="9043"/>
                </a:cubicBezTo>
                <a:lnTo>
                  <a:pt x="3393" y="8972"/>
                </a:lnTo>
                <a:cubicBezTo>
                  <a:pt x="3393" y="8876"/>
                  <a:pt x="3322" y="8805"/>
                  <a:pt x="3227" y="8805"/>
                </a:cubicBezTo>
                <a:cubicBezTo>
                  <a:pt x="3143" y="8805"/>
                  <a:pt x="3072" y="8876"/>
                  <a:pt x="3072" y="8972"/>
                </a:cubicBezTo>
                <a:lnTo>
                  <a:pt x="3072" y="9043"/>
                </a:lnTo>
                <a:cubicBezTo>
                  <a:pt x="3072" y="9353"/>
                  <a:pt x="3322" y="9603"/>
                  <a:pt x="3632" y="9603"/>
                </a:cubicBezTo>
                <a:lnTo>
                  <a:pt x="3691" y="9603"/>
                </a:lnTo>
                <a:lnTo>
                  <a:pt x="3691" y="11103"/>
                </a:lnTo>
                <a:cubicBezTo>
                  <a:pt x="3691" y="11198"/>
                  <a:pt x="3763" y="11269"/>
                  <a:pt x="3858" y="11269"/>
                </a:cubicBezTo>
                <a:lnTo>
                  <a:pt x="7382" y="11269"/>
                </a:lnTo>
                <a:cubicBezTo>
                  <a:pt x="7477" y="11269"/>
                  <a:pt x="7549" y="11198"/>
                  <a:pt x="7549" y="11103"/>
                </a:cubicBezTo>
                <a:lnTo>
                  <a:pt x="7549" y="10710"/>
                </a:lnTo>
                <a:cubicBezTo>
                  <a:pt x="7549" y="10615"/>
                  <a:pt x="7477" y="10543"/>
                  <a:pt x="7382" y="10543"/>
                </a:cubicBezTo>
                <a:cubicBezTo>
                  <a:pt x="7299" y="10543"/>
                  <a:pt x="7215" y="10615"/>
                  <a:pt x="7215" y="10710"/>
                </a:cubicBezTo>
                <a:lnTo>
                  <a:pt x="7215" y="10948"/>
                </a:lnTo>
                <a:lnTo>
                  <a:pt x="4024" y="10948"/>
                </a:lnTo>
                <a:lnTo>
                  <a:pt x="4024" y="9603"/>
                </a:lnTo>
                <a:lnTo>
                  <a:pt x="7215" y="9603"/>
                </a:lnTo>
                <a:lnTo>
                  <a:pt x="7215" y="10031"/>
                </a:lnTo>
                <a:cubicBezTo>
                  <a:pt x="7215" y="10126"/>
                  <a:pt x="7299" y="10198"/>
                  <a:pt x="7382" y="10198"/>
                </a:cubicBezTo>
                <a:cubicBezTo>
                  <a:pt x="7477" y="10198"/>
                  <a:pt x="7549" y="10126"/>
                  <a:pt x="7549" y="10031"/>
                </a:cubicBezTo>
                <a:lnTo>
                  <a:pt x="7549" y="9603"/>
                </a:lnTo>
                <a:lnTo>
                  <a:pt x="7608" y="9603"/>
                </a:lnTo>
                <a:cubicBezTo>
                  <a:pt x="7918" y="9603"/>
                  <a:pt x="8168" y="9353"/>
                  <a:pt x="8168" y="9043"/>
                </a:cubicBezTo>
                <a:lnTo>
                  <a:pt x="8168" y="8460"/>
                </a:lnTo>
                <a:cubicBezTo>
                  <a:pt x="8168" y="8150"/>
                  <a:pt x="7918" y="7900"/>
                  <a:pt x="7608" y="7900"/>
                </a:cubicBezTo>
                <a:lnTo>
                  <a:pt x="7239" y="7900"/>
                </a:lnTo>
                <a:cubicBezTo>
                  <a:pt x="7453" y="7686"/>
                  <a:pt x="7632" y="7436"/>
                  <a:pt x="7751" y="7150"/>
                </a:cubicBezTo>
                <a:cubicBezTo>
                  <a:pt x="7799" y="7067"/>
                  <a:pt x="7751" y="6971"/>
                  <a:pt x="7668" y="6924"/>
                </a:cubicBezTo>
                <a:cubicBezTo>
                  <a:pt x="7643" y="6915"/>
                  <a:pt x="7620" y="6910"/>
                  <a:pt x="7598" y="6910"/>
                </a:cubicBezTo>
                <a:cubicBezTo>
                  <a:pt x="7532" y="6910"/>
                  <a:pt x="7477" y="6948"/>
                  <a:pt x="7442" y="7019"/>
                </a:cubicBezTo>
                <a:cubicBezTo>
                  <a:pt x="7275" y="7388"/>
                  <a:pt x="7013" y="7686"/>
                  <a:pt x="6680" y="7900"/>
                </a:cubicBezTo>
                <a:lnTo>
                  <a:pt x="4572" y="7900"/>
                </a:lnTo>
                <a:cubicBezTo>
                  <a:pt x="4001" y="7555"/>
                  <a:pt x="3632" y="6912"/>
                  <a:pt x="3632" y="6209"/>
                </a:cubicBezTo>
                <a:cubicBezTo>
                  <a:pt x="3632" y="5947"/>
                  <a:pt x="3691" y="5674"/>
                  <a:pt x="3798" y="5423"/>
                </a:cubicBezTo>
                <a:lnTo>
                  <a:pt x="5287" y="2006"/>
                </a:lnTo>
                <a:cubicBezTo>
                  <a:pt x="5310" y="1911"/>
                  <a:pt x="5370" y="1852"/>
                  <a:pt x="5453" y="1828"/>
                </a:cubicBezTo>
                <a:lnTo>
                  <a:pt x="5453" y="5114"/>
                </a:lnTo>
                <a:cubicBezTo>
                  <a:pt x="5072" y="5173"/>
                  <a:pt x="4775" y="5423"/>
                  <a:pt x="4656" y="5781"/>
                </a:cubicBezTo>
                <a:cubicBezTo>
                  <a:pt x="4632" y="5876"/>
                  <a:pt x="4679" y="5959"/>
                  <a:pt x="4763" y="5995"/>
                </a:cubicBezTo>
                <a:cubicBezTo>
                  <a:pt x="4779" y="5999"/>
                  <a:pt x="4795" y="6001"/>
                  <a:pt x="4811" y="6001"/>
                </a:cubicBezTo>
                <a:cubicBezTo>
                  <a:pt x="4886" y="6001"/>
                  <a:pt x="4947" y="5957"/>
                  <a:pt x="4977" y="5888"/>
                </a:cubicBezTo>
                <a:cubicBezTo>
                  <a:pt x="5085" y="5573"/>
                  <a:pt x="5349" y="5427"/>
                  <a:pt x="5614" y="5427"/>
                </a:cubicBezTo>
                <a:cubicBezTo>
                  <a:pt x="5930" y="5427"/>
                  <a:pt x="6247" y="5636"/>
                  <a:pt x="6299" y="6019"/>
                </a:cubicBezTo>
                <a:lnTo>
                  <a:pt x="6299" y="6114"/>
                </a:lnTo>
                <a:cubicBezTo>
                  <a:pt x="6299" y="6537"/>
                  <a:pt x="5951" y="6795"/>
                  <a:pt x="5605" y="6795"/>
                </a:cubicBezTo>
                <a:cubicBezTo>
                  <a:pt x="5356" y="6795"/>
                  <a:pt x="5108" y="6662"/>
                  <a:pt x="4989" y="6364"/>
                </a:cubicBezTo>
                <a:cubicBezTo>
                  <a:pt x="4962" y="6293"/>
                  <a:pt x="4903" y="6255"/>
                  <a:pt x="4835" y="6255"/>
                </a:cubicBezTo>
                <a:cubicBezTo>
                  <a:pt x="4811" y="6255"/>
                  <a:pt x="4787" y="6260"/>
                  <a:pt x="4763" y="6269"/>
                </a:cubicBezTo>
                <a:cubicBezTo>
                  <a:pt x="4679" y="6305"/>
                  <a:pt x="4632" y="6412"/>
                  <a:pt x="4679" y="6495"/>
                </a:cubicBezTo>
                <a:cubicBezTo>
                  <a:pt x="4810" y="6805"/>
                  <a:pt x="5072" y="7043"/>
                  <a:pt x="5418" y="7126"/>
                </a:cubicBezTo>
                <a:cubicBezTo>
                  <a:pt x="5483" y="7138"/>
                  <a:pt x="5548" y="7144"/>
                  <a:pt x="5612" y="7144"/>
                </a:cubicBezTo>
                <a:cubicBezTo>
                  <a:pt x="6166" y="7144"/>
                  <a:pt x="6644" y="6702"/>
                  <a:pt x="6644" y="6126"/>
                </a:cubicBezTo>
                <a:cubicBezTo>
                  <a:pt x="6644" y="5590"/>
                  <a:pt x="6239" y="5197"/>
                  <a:pt x="5787" y="5126"/>
                </a:cubicBezTo>
                <a:lnTo>
                  <a:pt x="5787" y="1840"/>
                </a:lnTo>
                <a:cubicBezTo>
                  <a:pt x="5870" y="1864"/>
                  <a:pt x="5929" y="1947"/>
                  <a:pt x="5953" y="2018"/>
                </a:cubicBezTo>
                <a:lnTo>
                  <a:pt x="7442" y="5459"/>
                </a:lnTo>
                <a:cubicBezTo>
                  <a:pt x="7573" y="5769"/>
                  <a:pt x="7632" y="6114"/>
                  <a:pt x="7596" y="6447"/>
                </a:cubicBezTo>
                <a:cubicBezTo>
                  <a:pt x="7573" y="6543"/>
                  <a:pt x="7656" y="6626"/>
                  <a:pt x="7739" y="6626"/>
                </a:cubicBezTo>
                <a:cubicBezTo>
                  <a:pt x="7750" y="6629"/>
                  <a:pt x="7762" y="6630"/>
                  <a:pt x="7772" y="6630"/>
                </a:cubicBezTo>
                <a:cubicBezTo>
                  <a:pt x="7853" y="6630"/>
                  <a:pt x="7918" y="6557"/>
                  <a:pt x="7918" y="6483"/>
                </a:cubicBezTo>
                <a:cubicBezTo>
                  <a:pt x="7965" y="6090"/>
                  <a:pt x="7906" y="5697"/>
                  <a:pt x="7739" y="5316"/>
                </a:cubicBezTo>
                <a:lnTo>
                  <a:pt x="6251" y="1887"/>
                </a:lnTo>
                <a:cubicBezTo>
                  <a:pt x="6180" y="1709"/>
                  <a:pt x="6025" y="1566"/>
                  <a:pt x="5846" y="1494"/>
                </a:cubicBezTo>
                <a:lnTo>
                  <a:pt x="6180" y="1494"/>
                </a:lnTo>
                <a:cubicBezTo>
                  <a:pt x="6263" y="1494"/>
                  <a:pt x="6346" y="1423"/>
                  <a:pt x="6346" y="1328"/>
                </a:cubicBezTo>
                <a:lnTo>
                  <a:pt x="6346" y="994"/>
                </a:lnTo>
                <a:cubicBezTo>
                  <a:pt x="8549" y="1328"/>
                  <a:pt x="10240" y="3221"/>
                  <a:pt x="10311" y="5495"/>
                </a:cubicBezTo>
                <a:lnTo>
                  <a:pt x="9930" y="5495"/>
                </a:lnTo>
                <a:cubicBezTo>
                  <a:pt x="9835" y="5495"/>
                  <a:pt x="9763" y="5578"/>
                  <a:pt x="9763" y="5662"/>
                </a:cubicBezTo>
                <a:lnTo>
                  <a:pt x="9763" y="6828"/>
                </a:lnTo>
                <a:cubicBezTo>
                  <a:pt x="9763" y="6912"/>
                  <a:pt x="9835" y="6983"/>
                  <a:pt x="9930" y="6983"/>
                </a:cubicBezTo>
                <a:lnTo>
                  <a:pt x="11085" y="6983"/>
                </a:lnTo>
                <a:cubicBezTo>
                  <a:pt x="11180" y="6983"/>
                  <a:pt x="11252" y="6912"/>
                  <a:pt x="11252" y="6828"/>
                </a:cubicBezTo>
                <a:lnTo>
                  <a:pt x="11252" y="5662"/>
                </a:lnTo>
                <a:cubicBezTo>
                  <a:pt x="11287" y="5554"/>
                  <a:pt x="11204" y="5483"/>
                  <a:pt x="11121" y="5483"/>
                </a:cubicBezTo>
                <a:lnTo>
                  <a:pt x="10692" y="5483"/>
                </a:lnTo>
                <a:cubicBezTo>
                  <a:pt x="10656" y="4185"/>
                  <a:pt x="10132" y="2983"/>
                  <a:pt x="9216" y="2054"/>
                </a:cubicBezTo>
                <a:cubicBezTo>
                  <a:pt x="8704" y="1554"/>
                  <a:pt x="8108" y="1161"/>
                  <a:pt x="7453" y="911"/>
                </a:cubicBezTo>
                <a:lnTo>
                  <a:pt x="9120" y="911"/>
                </a:lnTo>
                <a:cubicBezTo>
                  <a:pt x="9204" y="1244"/>
                  <a:pt x="9501" y="1483"/>
                  <a:pt x="9835" y="1483"/>
                </a:cubicBezTo>
                <a:cubicBezTo>
                  <a:pt x="10240" y="1483"/>
                  <a:pt x="10585" y="1149"/>
                  <a:pt x="10585" y="732"/>
                </a:cubicBezTo>
                <a:cubicBezTo>
                  <a:pt x="10585" y="447"/>
                  <a:pt x="10418" y="197"/>
                  <a:pt x="10180" y="78"/>
                </a:cubicBezTo>
                <a:cubicBezTo>
                  <a:pt x="10155" y="63"/>
                  <a:pt x="10128" y="56"/>
                  <a:pt x="10102" y="56"/>
                </a:cubicBezTo>
                <a:cubicBezTo>
                  <a:pt x="10043" y="56"/>
                  <a:pt x="9987" y="91"/>
                  <a:pt x="9954" y="149"/>
                </a:cubicBezTo>
                <a:cubicBezTo>
                  <a:pt x="9918" y="244"/>
                  <a:pt x="9942" y="328"/>
                  <a:pt x="10037" y="375"/>
                </a:cubicBezTo>
                <a:cubicBezTo>
                  <a:pt x="10168" y="447"/>
                  <a:pt x="10251" y="590"/>
                  <a:pt x="10251" y="732"/>
                </a:cubicBezTo>
                <a:cubicBezTo>
                  <a:pt x="10251" y="959"/>
                  <a:pt x="10073" y="1137"/>
                  <a:pt x="9859" y="1137"/>
                </a:cubicBezTo>
                <a:cubicBezTo>
                  <a:pt x="9632" y="1137"/>
                  <a:pt x="9454" y="959"/>
                  <a:pt x="9454" y="732"/>
                </a:cubicBezTo>
                <a:cubicBezTo>
                  <a:pt x="9454" y="613"/>
                  <a:pt x="9489" y="506"/>
                  <a:pt x="9585" y="435"/>
                </a:cubicBezTo>
                <a:cubicBezTo>
                  <a:pt x="9656" y="375"/>
                  <a:pt x="9656" y="268"/>
                  <a:pt x="9597" y="197"/>
                </a:cubicBezTo>
                <a:cubicBezTo>
                  <a:pt x="9565" y="159"/>
                  <a:pt x="9521" y="141"/>
                  <a:pt x="9476" y="141"/>
                </a:cubicBezTo>
                <a:cubicBezTo>
                  <a:pt x="9435" y="141"/>
                  <a:pt x="9393" y="156"/>
                  <a:pt x="9358" y="185"/>
                </a:cubicBezTo>
                <a:cubicBezTo>
                  <a:pt x="9239" y="292"/>
                  <a:pt x="9168" y="423"/>
                  <a:pt x="9120" y="566"/>
                </a:cubicBezTo>
                <a:lnTo>
                  <a:pt x="6370" y="566"/>
                </a:lnTo>
                <a:lnTo>
                  <a:pt x="6370" y="173"/>
                </a:lnTo>
                <a:cubicBezTo>
                  <a:pt x="6370" y="78"/>
                  <a:pt x="6299" y="6"/>
                  <a:pt x="6203" y="6"/>
                </a:cubicBezTo>
                <a:lnTo>
                  <a:pt x="5072" y="6"/>
                </a:lnTo>
                <a:cubicBezTo>
                  <a:pt x="4989" y="6"/>
                  <a:pt x="4906" y="78"/>
                  <a:pt x="4906" y="173"/>
                </a:cubicBezTo>
                <a:lnTo>
                  <a:pt x="4906" y="566"/>
                </a:lnTo>
                <a:lnTo>
                  <a:pt x="2155" y="566"/>
                </a:lnTo>
                <a:cubicBezTo>
                  <a:pt x="2077" y="214"/>
                  <a:pt x="1767" y="0"/>
                  <a:pt x="14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7"/>
          <p:cNvSpPr txBox="1">
            <a:spLocks noGrp="1"/>
          </p:cNvSpPr>
          <p:nvPr>
            <p:ph type="title"/>
          </p:nvPr>
        </p:nvSpPr>
        <p:spPr>
          <a:xfrm>
            <a:off x="647750" y="441350"/>
            <a:ext cx="78483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OUR</a:t>
            </a:r>
            <a:r>
              <a:rPr lang="en"/>
              <a:t> COMPANY</a:t>
            </a:r>
            <a:endParaRPr/>
          </a:p>
        </p:txBody>
      </p:sp>
      <p:sp>
        <p:nvSpPr>
          <p:cNvPr id="895" name="Google Shape;895;p37"/>
          <p:cNvSpPr txBox="1">
            <a:spLocks noGrp="1"/>
          </p:cNvSpPr>
          <p:nvPr>
            <p:ph type="subTitle" idx="1"/>
          </p:nvPr>
        </p:nvSpPr>
        <p:spPr>
          <a:xfrm>
            <a:off x="2823675" y="2632175"/>
            <a:ext cx="3496500" cy="12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grpSp>
        <p:nvGrpSpPr>
          <p:cNvPr id="896" name="Google Shape;896;p37"/>
          <p:cNvGrpSpPr/>
          <p:nvPr/>
        </p:nvGrpSpPr>
        <p:grpSpPr>
          <a:xfrm>
            <a:off x="2397900" y="1962825"/>
            <a:ext cx="4348200" cy="2249400"/>
            <a:chOff x="2397900" y="1962825"/>
            <a:chExt cx="4348200" cy="2249400"/>
          </a:xfrm>
        </p:grpSpPr>
        <p:sp>
          <p:nvSpPr>
            <p:cNvPr id="897" name="Google Shape;897;p37"/>
            <p:cNvSpPr/>
            <p:nvPr/>
          </p:nvSpPr>
          <p:spPr>
            <a:xfrm>
              <a:off x="2397900" y="1962825"/>
              <a:ext cx="4348200" cy="2249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98" name="Google Shape;898;p37"/>
            <p:cNvCxnSpPr/>
            <p:nvPr/>
          </p:nvCxnSpPr>
          <p:spPr>
            <a:xfrm>
              <a:off x="2399825" y="2371150"/>
              <a:ext cx="4341300" cy="0"/>
            </a:xfrm>
            <a:prstGeom prst="straightConnector1">
              <a:avLst/>
            </a:prstGeom>
            <a:noFill/>
            <a:ln w="9525" cap="flat" cmpd="sng">
              <a:solidFill>
                <a:schemeClr val="accent1"/>
              </a:solidFill>
              <a:prstDash val="solid"/>
              <a:round/>
              <a:headEnd type="none" w="med" len="med"/>
              <a:tailEnd type="none" w="med" len="med"/>
            </a:ln>
          </p:spPr>
        </p:cxnSp>
        <p:sp>
          <p:nvSpPr>
            <p:cNvPr id="899" name="Google Shape;899;p37"/>
            <p:cNvSpPr/>
            <p:nvPr/>
          </p:nvSpPr>
          <p:spPr>
            <a:xfrm>
              <a:off x="2543100" y="2091775"/>
              <a:ext cx="164700" cy="1647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7"/>
            <p:cNvSpPr/>
            <p:nvPr/>
          </p:nvSpPr>
          <p:spPr>
            <a:xfrm>
              <a:off x="2823675" y="2091775"/>
              <a:ext cx="164700" cy="1647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7"/>
            <p:cNvSpPr/>
            <p:nvPr/>
          </p:nvSpPr>
          <p:spPr>
            <a:xfrm>
              <a:off x="3104250" y="2091775"/>
              <a:ext cx="164700" cy="1647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 name="Google Shape;902;p37"/>
          <p:cNvGrpSpPr/>
          <p:nvPr/>
        </p:nvGrpSpPr>
        <p:grpSpPr>
          <a:xfrm>
            <a:off x="6468761" y="1271925"/>
            <a:ext cx="1264825" cy="1262425"/>
            <a:chOff x="6468761" y="1014050"/>
            <a:chExt cx="1264825" cy="1262425"/>
          </a:xfrm>
        </p:grpSpPr>
        <p:sp>
          <p:nvSpPr>
            <p:cNvPr id="903" name="Google Shape;903;p37"/>
            <p:cNvSpPr/>
            <p:nvPr/>
          </p:nvSpPr>
          <p:spPr>
            <a:xfrm>
              <a:off x="6509350" y="1053075"/>
              <a:ext cx="1184400" cy="1184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7"/>
            <p:cNvSpPr/>
            <p:nvPr/>
          </p:nvSpPr>
          <p:spPr>
            <a:xfrm>
              <a:off x="6468761" y="1014050"/>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7"/>
            <p:cNvSpPr/>
            <p:nvPr/>
          </p:nvSpPr>
          <p:spPr>
            <a:xfrm>
              <a:off x="7643586" y="1014050"/>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7"/>
            <p:cNvSpPr/>
            <p:nvPr/>
          </p:nvSpPr>
          <p:spPr>
            <a:xfrm>
              <a:off x="6468761" y="21864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7"/>
            <p:cNvSpPr/>
            <p:nvPr/>
          </p:nvSpPr>
          <p:spPr>
            <a:xfrm>
              <a:off x="7643586" y="218647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38"/>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WHAT </a:t>
            </a:r>
            <a:r>
              <a:rPr lang="en">
                <a:latin typeface="Encode Sans"/>
                <a:ea typeface="Encode Sans"/>
                <a:cs typeface="Encode Sans"/>
                <a:sym typeface="Encode Sans"/>
              </a:rPr>
              <a:t>WE ARE WORKING</a:t>
            </a:r>
            <a:r>
              <a:rPr lang="en"/>
              <a:t> ON</a:t>
            </a:r>
            <a:endParaRPr/>
          </a:p>
        </p:txBody>
      </p:sp>
      <p:sp>
        <p:nvSpPr>
          <p:cNvPr id="913" name="Google Shape;913;p38"/>
          <p:cNvSpPr txBox="1">
            <a:spLocks noGrp="1"/>
          </p:cNvSpPr>
          <p:nvPr>
            <p:ph type="subTitle" idx="1"/>
          </p:nvPr>
        </p:nvSpPr>
        <p:spPr>
          <a:xfrm>
            <a:off x="1672275" y="1689225"/>
            <a:ext cx="15156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a:t>
            </a:r>
            <a:endParaRPr/>
          </a:p>
        </p:txBody>
      </p:sp>
      <p:sp>
        <p:nvSpPr>
          <p:cNvPr id="914" name="Google Shape;914;p38"/>
          <p:cNvSpPr txBox="1">
            <a:spLocks noGrp="1"/>
          </p:cNvSpPr>
          <p:nvPr>
            <p:ph type="subTitle" idx="2"/>
          </p:nvPr>
        </p:nvSpPr>
        <p:spPr>
          <a:xfrm>
            <a:off x="1672275" y="2047575"/>
            <a:ext cx="1515600" cy="76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915" name="Google Shape;915;p38"/>
          <p:cNvSpPr txBox="1">
            <a:spLocks noGrp="1"/>
          </p:cNvSpPr>
          <p:nvPr>
            <p:ph type="subTitle" idx="3"/>
          </p:nvPr>
        </p:nvSpPr>
        <p:spPr>
          <a:xfrm>
            <a:off x="3814238" y="3336875"/>
            <a:ext cx="15156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a:t>
            </a:r>
            <a:endParaRPr/>
          </a:p>
        </p:txBody>
      </p:sp>
      <p:sp>
        <p:nvSpPr>
          <p:cNvPr id="916" name="Google Shape;916;p38"/>
          <p:cNvSpPr txBox="1">
            <a:spLocks noGrp="1"/>
          </p:cNvSpPr>
          <p:nvPr>
            <p:ph type="subTitle" idx="4"/>
          </p:nvPr>
        </p:nvSpPr>
        <p:spPr>
          <a:xfrm>
            <a:off x="3814238" y="3695225"/>
            <a:ext cx="1515600" cy="76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 </a:t>
            </a:r>
            <a:endParaRPr/>
          </a:p>
        </p:txBody>
      </p:sp>
      <p:sp>
        <p:nvSpPr>
          <p:cNvPr id="917" name="Google Shape;917;p38"/>
          <p:cNvSpPr txBox="1">
            <a:spLocks noGrp="1"/>
          </p:cNvSpPr>
          <p:nvPr>
            <p:ph type="subTitle" idx="5"/>
          </p:nvPr>
        </p:nvSpPr>
        <p:spPr>
          <a:xfrm>
            <a:off x="5956150" y="1689225"/>
            <a:ext cx="15156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a:t>
            </a:r>
            <a:endParaRPr/>
          </a:p>
        </p:txBody>
      </p:sp>
      <p:sp>
        <p:nvSpPr>
          <p:cNvPr id="918" name="Google Shape;918;p38"/>
          <p:cNvSpPr txBox="1">
            <a:spLocks noGrp="1"/>
          </p:cNvSpPr>
          <p:nvPr>
            <p:ph type="subTitle" idx="6"/>
          </p:nvPr>
        </p:nvSpPr>
        <p:spPr>
          <a:xfrm>
            <a:off x="5956150" y="2047575"/>
            <a:ext cx="1515600" cy="76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composed of hydrogen and also helium</a:t>
            </a:r>
            <a:endParaRPr/>
          </a:p>
        </p:txBody>
      </p:sp>
      <p:grpSp>
        <p:nvGrpSpPr>
          <p:cNvPr id="919" name="Google Shape;919;p38"/>
          <p:cNvGrpSpPr/>
          <p:nvPr/>
        </p:nvGrpSpPr>
        <p:grpSpPr>
          <a:xfrm>
            <a:off x="4427066" y="2878807"/>
            <a:ext cx="289709" cy="391642"/>
            <a:chOff x="1835485" y="2422352"/>
            <a:chExt cx="259433" cy="350714"/>
          </a:xfrm>
        </p:grpSpPr>
        <p:sp>
          <p:nvSpPr>
            <p:cNvPr id="920" name="Google Shape;920;p38"/>
            <p:cNvSpPr/>
            <p:nvPr/>
          </p:nvSpPr>
          <p:spPr>
            <a:xfrm>
              <a:off x="2027460" y="2437141"/>
              <a:ext cx="36767" cy="33713"/>
            </a:xfrm>
            <a:custGeom>
              <a:avLst/>
              <a:gdLst/>
              <a:ahLst/>
              <a:cxnLst/>
              <a:rect l="l" t="t" r="r" b="b"/>
              <a:pathLst>
                <a:path w="1156" h="1060" extrusionOk="0">
                  <a:moveTo>
                    <a:pt x="834" y="322"/>
                  </a:moveTo>
                  <a:lnTo>
                    <a:pt x="834" y="715"/>
                  </a:lnTo>
                  <a:lnTo>
                    <a:pt x="334" y="715"/>
                  </a:lnTo>
                  <a:lnTo>
                    <a:pt x="334" y="322"/>
                  </a:lnTo>
                  <a:close/>
                  <a:moveTo>
                    <a:pt x="263" y="0"/>
                  </a:moveTo>
                  <a:cubicBezTo>
                    <a:pt x="120" y="0"/>
                    <a:pt x="1" y="119"/>
                    <a:pt x="1" y="262"/>
                  </a:cubicBezTo>
                  <a:lnTo>
                    <a:pt x="1" y="786"/>
                  </a:lnTo>
                  <a:cubicBezTo>
                    <a:pt x="1" y="941"/>
                    <a:pt x="120" y="1060"/>
                    <a:pt x="263" y="1060"/>
                  </a:cubicBezTo>
                  <a:lnTo>
                    <a:pt x="894" y="1060"/>
                  </a:lnTo>
                  <a:cubicBezTo>
                    <a:pt x="1037" y="1060"/>
                    <a:pt x="1156" y="941"/>
                    <a:pt x="1156" y="786"/>
                  </a:cubicBezTo>
                  <a:lnTo>
                    <a:pt x="1156" y="262"/>
                  </a:lnTo>
                  <a:cubicBezTo>
                    <a:pt x="1156" y="119"/>
                    <a:pt x="1037" y="0"/>
                    <a:pt x="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8"/>
            <p:cNvSpPr/>
            <p:nvPr/>
          </p:nvSpPr>
          <p:spPr>
            <a:xfrm>
              <a:off x="1870693" y="2531125"/>
              <a:ext cx="33968" cy="32059"/>
            </a:xfrm>
            <a:custGeom>
              <a:avLst/>
              <a:gdLst/>
              <a:ahLst/>
              <a:cxnLst/>
              <a:rect l="l" t="t" r="r" b="b"/>
              <a:pathLst>
                <a:path w="1068" h="1008" extrusionOk="0">
                  <a:moveTo>
                    <a:pt x="453" y="1"/>
                  </a:moveTo>
                  <a:cubicBezTo>
                    <a:pt x="269" y="1"/>
                    <a:pt x="120" y="99"/>
                    <a:pt x="179" y="248"/>
                  </a:cubicBezTo>
                  <a:cubicBezTo>
                    <a:pt x="197" y="310"/>
                    <a:pt x="260" y="345"/>
                    <a:pt x="320" y="345"/>
                  </a:cubicBezTo>
                  <a:cubicBezTo>
                    <a:pt x="342" y="345"/>
                    <a:pt x="363" y="341"/>
                    <a:pt x="382" y="331"/>
                  </a:cubicBezTo>
                  <a:cubicBezTo>
                    <a:pt x="403" y="323"/>
                    <a:pt x="425" y="319"/>
                    <a:pt x="445" y="319"/>
                  </a:cubicBezTo>
                  <a:cubicBezTo>
                    <a:pt x="540" y="319"/>
                    <a:pt x="620" y="400"/>
                    <a:pt x="620" y="498"/>
                  </a:cubicBezTo>
                  <a:cubicBezTo>
                    <a:pt x="620" y="608"/>
                    <a:pt x="532" y="676"/>
                    <a:pt x="442" y="676"/>
                  </a:cubicBezTo>
                  <a:cubicBezTo>
                    <a:pt x="395" y="676"/>
                    <a:pt x="347" y="658"/>
                    <a:pt x="310" y="617"/>
                  </a:cubicBezTo>
                  <a:cubicBezTo>
                    <a:pt x="279" y="580"/>
                    <a:pt x="235" y="562"/>
                    <a:pt x="190" y="562"/>
                  </a:cubicBezTo>
                  <a:cubicBezTo>
                    <a:pt x="148" y="562"/>
                    <a:pt x="106" y="577"/>
                    <a:pt x="72" y="605"/>
                  </a:cubicBezTo>
                  <a:cubicBezTo>
                    <a:pt x="1" y="665"/>
                    <a:pt x="1" y="760"/>
                    <a:pt x="60" y="843"/>
                  </a:cubicBezTo>
                  <a:cubicBezTo>
                    <a:pt x="171" y="958"/>
                    <a:pt x="308" y="1008"/>
                    <a:pt x="441" y="1008"/>
                  </a:cubicBezTo>
                  <a:cubicBezTo>
                    <a:pt x="764" y="1008"/>
                    <a:pt x="1068" y="714"/>
                    <a:pt x="941" y="343"/>
                  </a:cubicBezTo>
                  <a:cubicBezTo>
                    <a:pt x="858" y="99"/>
                    <a:pt x="638" y="1"/>
                    <a:pt x="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8"/>
            <p:cNvSpPr/>
            <p:nvPr/>
          </p:nvSpPr>
          <p:spPr>
            <a:xfrm>
              <a:off x="2028223" y="2531030"/>
              <a:ext cx="32218" cy="31042"/>
            </a:xfrm>
            <a:custGeom>
              <a:avLst/>
              <a:gdLst/>
              <a:ahLst/>
              <a:cxnLst/>
              <a:rect l="l" t="t" r="r" b="b"/>
              <a:pathLst>
                <a:path w="1013" h="976" extrusionOk="0">
                  <a:moveTo>
                    <a:pt x="511" y="1"/>
                  </a:moveTo>
                  <a:cubicBezTo>
                    <a:pt x="245" y="1"/>
                    <a:pt x="1" y="210"/>
                    <a:pt x="1" y="501"/>
                  </a:cubicBezTo>
                  <a:cubicBezTo>
                    <a:pt x="1" y="770"/>
                    <a:pt x="222" y="975"/>
                    <a:pt x="383" y="975"/>
                  </a:cubicBezTo>
                  <a:cubicBezTo>
                    <a:pt x="443" y="975"/>
                    <a:pt x="495" y="947"/>
                    <a:pt x="525" y="882"/>
                  </a:cubicBezTo>
                  <a:cubicBezTo>
                    <a:pt x="548" y="799"/>
                    <a:pt x="525" y="703"/>
                    <a:pt x="429" y="668"/>
                  </a:cubicBezTo>
                  <a:cubicBezTo>
                    <a:pt x="334" y="620"/>
                    <a:pt x="298" y="513"/>
                    <a:pt x="346" y="430"/>
                  </a:cubicBezTo>
                  <a:cubicBezTo>
                    <a:pt x="379" y="358"/>
                    <a:pt x="441" y="327"/>
                    <a:pt x="503" y="327"/>
                  </a:cubicBezTo>
                  <a:cubicBezTo>
                    <a:pt x="597" y="327"/>
                    <a:pt x="691" y="398"/>
                    <a:pt x="691" y="513"/>
                  </a:cubicBezTo>
                  <a:cubicBezTo>
                    <a:pt x="679" y="627"/>
                    <a:pt x="762" y="690"/>
                    <a:pt x="846" y="690"/>
                  </a:cubicBezTo>
                  <a:cubicBezTo>
                    <a:pt x="928" y="690"/>
                    <a:pt x="1013" y="630"/>
                    <a:pt x="1013" y="501"/>
                  </a:cubicBezTo>
                  <a:cubicBezTo>
                    <a:pt x="1013" y="311"/>
                    <a:pt x="894" y="144"/>
                    <a:pt x="727" y="49"/>
                  </a:cubicBezTo>
                  <a:cubicBezTo>
                    <a:pt x="656" y="16"/>
                    <a:pt x="583"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8"/>
            <p:cNvSpPr/>
            <p:nvPr/>
          </p:nvSpPr>
          <p:spPr>
            <a:xfrm>
              <a:off x="1952495" y="2480714"/>
              <a:ext cx="35208" cy="29165"/>
            </a:xfrm>
            <a:custGeom>
              <a:avLst/>
              <a:gdLst/>
              <a:ahLst/>
              <a:cxnLst/>
              <a:rect l="l" t="t" r="r" b="b"/>
              <a:pathLst>
                <a:path w="1107" h="917" extrusionOk="0">
                  <a:moveTo>
                    <a:pt x="561" y="0"/>
                  </a:moveTo>
                  <a:cubicBezTo>
                    <a:pt x="450" y="0"/>
                    <a:pt x="336" y="40"/>
                    <a:pt x="239" y="130"/>
                  </a:cubicBezTo>
                  <a:cubicBezTo>
                    <a:pt x="0" y="357"/>
                    <a:pt x="48" y="738"/>
                    <a:pt x="334" y="904"/>
                  </a:cubicBezTo>
                  <a:cubicBezTo>
                    <a:pt x="358" y="916"/>
                    <a:pt x="393" y="916"/>
                    <a:pt x="405" y="916"/>
                  </a:cubicBezTo>
                  <a:cubicBezTo>
                    <a:pt x="572" y="916"/>
                    <a:pt x="631" y="702"/>
                    <a:pt x="477" y="607"/>
                  </a:cubicBezTo>
                  <a:cubicBezTo>
                    <a:pt x="346" y="535"/>
                    <a:pt x="405" y="309"/>
                    <a:pt x="548" y="309"/>
                  </a:cubicBezTo>
                  <a:cubicBezTo>
                    <a:pt x="655" y="309"/>
                    <a:pt x="727" y="404"/>
                    <a:pt x="703" y="500"/>
                  </a:cubicBezTo>
                  <a:cubicBezTo>
                    <a:pt x="691" y="595"/>
                    <a:pt x="727" y="678"/>
                    <a:pt x="822" y="702"/>
                  </a:cubicBezTo>
                  <a:cubicBezTo>
                    <a:pt x="830" y="703"/>
                    <a:pt x="839" y="704"/>
                    <a:pt x="848" y="704"/>
                  </a:cubicBezTo>
                  <a:cubicBezTo>
                    <a:pt x="924" y="704"/>
                    <a:pt x="1002" y="658"/>
                    <a:pt x="1012" y="583"/>
                  </a:cubicBezTo>
                  <a:cubicBezTo>
                    <a:pt x="1107" y="258"/>
                    <a:pt x="844" y="0"/>
                    <a:pt x="5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8"/>
            <p:cNvSpPr/>
            <p:nvPr/>
          </p:nvSpPr>
          <p:spPr>
            <a:xfrm>
              <a:off x="1835485" y="2422352"/>
              <a:ext cx="259433" cy="350714"/>
            </a:xfrm>
            <a:custGeom>
              <a:avLst/>
              <a:gdLst/>
              <a:ahLst/>
              <a:cxnLst/>
              <a:rect l="l" t="t" r="r" b="b"/>
              <a:pathLst>
                <a:path w="8157" h="11027" extrusionOk="0">
                  <a:moveTo>
                    <a:pt x="7180" y="334"/>
                  </a:moveTo>
                  <a:cubicBezTo>
                    <a:pt x="7358" y="334"/>
                    <a:pt x="7501" y="477"/>
                    <a:pt x="7501" y="656"/>
                  </a:cubicBezTo>
                  <a:lnTo>
                    <a:pt x="7501" y="1620"/>
                  </a:lnTo>
                  <a:lnTo>
                    <a:pt x="5692" y="1620"/>
                  </a:lnTo>
                  <a:cubicBezTo>
                    <a:pt x="5382" y="1013"/>
                    <a:pt x="4751" y="632"/>
                    <a:pt x="4048" y="632"/>
                  </a:cubicBezTo>
                  <a:cubicBezTo>
                    <a:pt x="3334" y="632"/>
                    <a:pt x="2727" y="1025"/>
                    <a:pt x="2417" y="1620"/>
                  </a:cubicBezTo>
                  <a:lnTo>
                    <a:pt x="703" y="1620"/>
                  </a:lnTo>
                  <a:lnTo>
                    <a:pt x="703" y="656"/>
                  </a:lnTo>
                  <a:cubicBezTo>
                    <a:pt x="703" y="477"/>
                    <a:pt x="858" y="334"/>
                    <a:pt x="1036" y="334"/>
                  </a:cubicBezTo>
                  <a:close/>
                  <a:moveTo>
                    <a:pt x="2286" y="1965"/>
                  </a:moveTo>
                  <a:cubicBezTo>
                    <a:pt x="2191" y="2275"/>
                    <a:pt x="2179" y="2620"/>
                    <a:pt x="2263" y="2930"/>
                  </a:cubicBezTo>
                  <a:lnTo>
                    <a:pt x="703" y="2930"/>
                  </a:lnTo>
                  <a:lnTo>
                    <a:pt x="703" y="1965"/>
                  </a:lnTo>
                  <a:close/>
                  <a:moveTo>
                    <a:pt x="4072" y="965"/>
                  </a:moveTo>
                  <a:cubicBezTo>
                    <a:pt x="4584" y="965"/>
                    <a:pt x="5049" y="1227"/>
                    <a:pt x="5334" y="1644"/>
                  </a:cubicBezTo>
                  <a:cubicBezTo>
                    <a:pt x="5406" y="1739"/>
                    <a:pt x="5453" y="1858"/>
                    <a:pt x="5453" y="1858"/>
                  </a:cubicBezTo>
                  <a:cubicBezTo>
                    <a:pt x="5465" y="1894"/>
                    <a:pt x="5477" y="1942"/>
                    <a:pt x="5501" y="1954"/>
                  </a:cubicBezTo>
                  <a:cubicBezTo>
                    <a:pt x="5537" y="1995"/>
                    <a:pt x="5584" y="2013"/>
                    <a:pt x="5631" y="2013"/>
                  </a:cubicBezTo>
                  <a:cubicBezTo>
                    <a:pt x="5677" y="2013"/>
                    <a:pt x="5721" y="1995"/>
                    <a:pt x="5751" y="1965"/>
                  </a:cubicBezTo>
                  <a:lnTo>
                    <a:pt x="7525" y="1965"/>
                  </a:lnTo>
                  <a:lnTo>
                    <a:pt x="7525" y="2930"/>
                  </a:lnTo>
                  <a:lnTo>
                    <a:pt x="5870" y="2930"/>
                  </a:lnTo>
                  <a:cubicBezTo>
                    <a:pt x="5894" y="2787"/>
                    <a:pt x="5930" y="2632"/>
                    <a:pt x="5930" y="2489"/>
                  </a:cubicBezTo>
                  <a:cubicBezTo>
                    <a:pt x="5918" y="2394"/>
                    <a:pt x="5834" y="2323"/>
                    <a:pt x="5751" y="2323"/>
                  </a:cubicBezTo>
                  <a:cubicBezTo>
                    <a:pt x="5656" y="2323"/>
                    <a:pt x="5584" y="2394"/>
                    <a:pt x="5584" y="2489"/>
                  </a:cubicBezTo>
                  <a:cubicBezTo>
                    <a:pt x="5584" y="3323"/>
                    <a:pt x="4894" y="4001"/>
                    <a:pt x="4072" y="4001"/>
                  </a:cubicBezTo>
                  <a:cubicBezTo>
                    <a:pt x="2858" y="4001"/>
                    <a:pt x="2132" y="2656"/>
                    <a:pt x="2822" y="1644"/>
                  </a:cubicBezTo>
                  <a:cubicBezTo>
                    <a:pt x="3084" y="1239"/>
                    <a:pt x="3548" y="965"/>
                    <a:pt x="4072" y="965"/>
                  </a:cubicBezTo>
                  <a:close/>
                  <a:moveTo>
                    <a:pt x="7525" y="3263"/>
                  </a:moveTo>
                  <a:lnTo>
                    <a:pt x="7525" y="4680"/>
                  </a:lnTo>
                  <a:lnTo>
                    <a:pt x="715" y="4680"/>
                  </a:lnTo>
                  <a:lnTo>
                    <a:pt x="715" y="3263"/>
                  </a:lnTo>
                  <a:lnTo>
                    <a:pt x="2382" y="3263"/>
                  </a:lnTo>
                  <a:cubicBezTo>
                    <a:pt x="2679" y="3882"/>
                    <a:pt x="3322" y="4335"/>
                    <a:pt x="4072" y="4335"/>
                  </a:cubicBezTo>
                  <a:cubicBezTo>
                    <a:pt x="4810" y="4335"/>
                    <a:pt x="5453" y="3882"/>
                    <a:pt x="5751" y="3263"/>
                  </a:cubicBezTo>
                  <a:close/>
                  <a:moveTo>
                    <a:pt x="7549" y="4990"/>
                  </a:moveTo>
                  <a:lnTo>
                    <a:pt x="7775" y="6025"/>
                  </a:lnTo>
                  <a:lnTo>
                    <a:pt x="381" y="6025"/>
                  </a:lnTo>
                  <a:lnTo>
                    <a:pt x="679" y="4990"/>
                  </a:lnTo>
                  <a:close/>
                  <a:moveTo>
                    <a:pt x="7823" y="6359"/>
                  </a:moveTo>
                  <a:lnTo>
                    <a:pt x="7823" y="7776"/>
                  </a:lnTo>
                  <a:lnTo>
                    <a:pt x="6489" y="7776"/>
                  </a:lnTo>
                  <a:lnTo>
                    <a:pt x="6489" y="7216"/>
                  </a:lnTo>
                  <a:lnTo>
                    <a:pt x="7168" y="7216"/>
                  </a:lnTo>
                  <a:cubicBezTo>
                    <a:pt x="7251" y="7216"/>
                    <a:pt x="7323" y="7145"/>
                    <a:pt x="7323" y="7061"/>
                  </a:cubicBezTo>
                  <a:cubicBezTo>
                    <a:pt x="7323" y="6966"/>
                    <a:pt x="7251" y="6895"/>
                    <a:pt x="7168" y="6895"/>
                  </a:cubicBezTo>
                  <a:lnTo>
                    <a:pt x="953" y="6895"/>
                  </a:lnTo>
                  <a:cubicBezTo>
                    <a:pt x="870" y="6895"/>
                    <a:pt x="798" y="6966"/>
                    <a:pt x="798" y="7061"/>
                  </a:cubicBezTo>
                  <a:cubicBezTo>
                    <a:pt x="798" y="7145"/>
                    <a:pt x="870" y="7216"/>
                    <a:pt x="953" y="7216"/>
                  </a:cubicBezTo>
                  <a:lnTo>
                    <a:pt x="1632" y="7216"/>
                  </a:lnTo>
                  <a:lnTo>
                    <a:pt x="1632" y="7776"/>
                  </a:lnTo>
                  <a:lnTo>
                    <a:pt x="322" y="7776"/>
                  </a:lnTo>
                  <a:lnTo>
                    <a:pt x="322" y="6359"/>
                  </a:lnTo>
                  <a:close/>
                  <a:moveTo>
                    <a:pt x="6168" y="7216"/>
                  </a:moveTo>
                  <a:lnTo>
                    <a:pt x="6168" y="10716"/>
                  </a:lnTo>
                  <a:lnTo>
                    <a:pt x="1965" y="10716"/>
                  </a:lnTo>
                  <a:lnTo>
                    <a:pt x="1965" y="7216"/>
                  </a:lnTo>
                  <a:close/>
                  <a:moveTo>
                    <a:pt x="1048" y="1"/>
                  </a:moveTo>
                  <a:cubicBezTo>
                    <a:pt x="691" y="1"/>
                    <a:pt x="393" y="299"/>
                    <a:pt x="393" y="656"/>
                  </a:cubicBezTo>
                  <a:lnTo>
                    <a:pt x="393" y="4799"/>
                  </a:lnTo>
                  <a:lnTo>
                    <a:pt x="0" y="6133"/>
                  </a:lnTo>
                  <a:lnTo>
                    <a:pt x="0" y="6145"/>
                  </a:lnTo>
                  <a:lnTo>
                    <a:pt x="0" y="6168"/>
                  </a:lnTo>
                  <a:lnTo>
                    <a:pt x="0" y="6180"/>
                  </a:lnTo>
                  <a:lnTo>
                    <a:pt x="0" y="7919"/>
                  </a:lnTo>
                  <a:cubicBezTo>
                    <a:pt x="0" y="8014"/>
                    <a:pt x="84" y="8085"/>
                    <a:pt x="167" y="8085"/>
                  </a:cubicBezTo>
                  <a:lnTo>
                    <a:pt x="1655" y="8085"/>
                  </a:lnTo>
                  <a:lnTo>
                    <a:pt x="1655" y="10871"/>
                  </a:lnTo>
                  <a:cubicBezTo>
                    <a:pt x="1655" y="10955"/>
                    <a:pt x="1727" y="11026"/>
                    <a:pt x="1822" y="11026"/>
                  </a:cubicBezTo>
                  <a:lnTo>
                    <a:pt x="6346" y="11026"/>
                  </a:lnTo>
                  <a:cubicBezTo>
                    <a:pt x="6430" y="11026"/>
                    <a:pt x="6513" y="10955"/>
                    <a:pt x="6513" y="10871"/>
                  </a:cubicBezTo>
                  <a:lnTo>
                    <a:pt x="6513" y="8085"/>
                  </a:lnTo>
                  <a:lnTo>
                    <a:pt x="8001" y="8085"/>
                  </a:lnTo>
                  <a:cubicBezTo>
                    <a:pt x="8085" y="8085"/>
                    <a:pt x="8156" y="8014"/>
                    <a:pt x="8156" y="7919"/>
                  </a:cubicBezTo>
                  <a:lnTo>
                    <a:pt x="8156" y="6180"/>
                  </a:lnTo>
                  <a:cubicBezTo>
                    <a:pt x="8144" y="6180"/>
                    <a:pt x="8144" y="6180"/>
                    <a:pt x="8132" y="6168"/>
                  </a:cubicBezTo>
                  <a:lnTo>
                    <a:pt x="8132" y="6133"/>
                  </a:lnTo>
                  <a:lnTo>
                    <a:pt x="7847" y="4823"/>
                  </a:lnTo>
                  <a:lnTo>
                    <a:pt x="7847" y="656"/>
                  </a:lnTo>
                  <a:cubicBezTo>
                    <a:pt x="7847" y="299"/>
                    <a:pt x="7549" y="1"/>
                    <a:pt x="7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8"/>
            <p:cNvSpPr/>
            <p:nvPr/>
          </p:nvSpPr>
          <p:spPr>
            <a:xfrm>
              <a:off x="1916142" y="2464366"/>
              <a:ext cx="86001" cy="74646"/>
            </a:xfrm>
            <a:custGeom>
              <a:avLst/>
              <a:gdLst/>
              <a:ahLst/>
              <a:cxnLst/>
              <a:rect l="l" t="t" r="r" b="b"/>
              <a:pathLst>
                <a:path w="2704" h="2347" extrusionOk="0">
                  <a:moveTo>
                    <a:pt x="1345" y="0"/>
                  </a:moveTo>
                  <a:cubicBezTo>
                    <a:pt x="1338" y="0"/>
                    <a:pt x="1330" y="1"/>
                    <a:pt x="1322" y="1"/>
                  </a:cubicBezTo>
                  <a:cubicBezTo>
                    <a:pt x="358" y="180"/>
                    <a:pt x="0" y="1418"/>
                    <a:pt x="774" y="2061"/>
                  </a:cubicBezTo>
                  <a:cubicBezTo>
                    <a:pt x="1003" y="2258"/>
                    <a:pt x="1269" y="2346"/>
                    <a:pt x="1528" y="2346"/>
                  </a:cubicBezTo>
                  <a:cubicBezTo>
                    <a:pt x="2132" y="2346"/>
                    <a:pt x="2703" y="1868"/>
                    <a:pt x="2703" y="1168"/>
                  </a:cubicBezTo>
                  <a:cubicBezTo>
                    <a:pt x="2703" y="716"/>
                    <a:pt x="2453" y="323"/>
                    <a:pt x="2072" y="109"/>
                  </a:cubicBezTo>
                  <a:cubicBezTo>
                    <a:pt x="2045" y="95"/>
                    <a:pt x="2017" y="89"/>
                    <a:pt x="1991" y="89"/>
                  </a:cubicBezTo>
                  <a:cubicBezTo>
                    <a:pt x="1882" y="89"/>
                    <a:pt x="1798" y="198"/>
                    <a:pt x="1846" y="323"/>
                  </a:cubicBezTo>
                  <a:cubicBezTo>
                    <a:pt x="1846" y="323"/>
                    <a:pt x="1846" y="335"/>
                    <a:pt x="1858" y="347"/>
                  </a:cubicBezTo>
                  <a:cubicBezTo>
                    <a:pt x="1870" y="382"/>
                    <a:pt x="1905" y="394"/>
                    <a:pt x="1917" y="406"/>
                  </a:cubicBezTo>
                  <a:cubicBezTo>
                    <a:pt x="2405" y="656"/>
                    <a:pt x="2525" y="1299"/>
                    <a:pt x="2191" y="1716"/>
                  </a:cubicBezTo>
                  <a:cubicBezTo>
                    <a:pt x="2017" y="1922"/>
                    <a:pt x="1779" y="2022"/>
                    <a:pt x="1543" y="2022"/>
                  </a:cubicBezTo>
                  <a:cubicBezTo>
                    <a:pt x="1262" y="2022"/>
                    <a:pt x="984" y="1881"/>
                    <a:pt x="822" y="1609"/>
                  </a:cubicBezTo>
                  <a:cubicBezTo>
                    <a:pt x="500" y="1109"/>
                    <a:pt x="798" y="442"/>
                    <a:pt x="1382" y="335"/>
                  </a:cubicBezTo>
                  <a:cubicBezTo>
                    <a:pt x="1599" y="289"/>
                    <a:pt x="1541" y="0"/>
                    <a:pt x="13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8"/>
            <p:cNvSpPr/>
            <p:nvPr/>
          </p:nvSpPr>
          <p:spPr>
            <a:xfrm>
              <a:off x="1910449" y="2663211"/>
              <a:ext cx="108328" cy="89022"/>
            </a:xfrm>
            <a:custGeom>
              <a:avLst/>
              <a:gdLst/>
              <a:ahLst/>
              <a:cxnLst/>
              <a:rect l="l" t="t" r="r" b="b"/>
              <a:pathLst>
                <a:path w="3406" h="2799" extrusionOk="0">
                  <a:moveTo>
                    <a:pt x="3085" y="322"/>
                  </a:moveTo>
                  <a:lnTo>
                    <a:pt x="3085" y="2465"/>
                  </a:lnTo>
                  <a:lnTo>
                    <a:pt x="322" y="2465"/>
                  </a:lnTo>
                  <a:lnTo>
                    <a:pt x="322" y="322"/>
                  </a:lnTo>
                  <a:close/>
                  <a:moveTo>
                    <a:pt x="167" y="0"/>
                  </a:moveTo>
                  <a:cubicBezTo>
                    <a:pt x="72" y="0"/>
                    <a:pt x="1" y="84"/>
                    <a:pt x="1" y="167"/>
                  </a:cubicBezTo>
                  <a:lnTo>
                    <a:pt x="1" y="2643"/>
                  </a:lnTo>
                  <a:cubicBezTo>
                    <a:pt x="1" y="2727"/>
                    <a:pt x="72" y="2798"/>
                    <a:pt x="167" y="2798"/>
                  </a:cubicBezTo>
                  <a:lnTo>
                    <a:pt x="3239" y="2798"/>
                  </a:lnTo>
                  <a:cubicBezTo>
                    <a:pt x="3335" y="2798"/>
                    <a:pt x="3406" y="2727"/>
                    <a:pt x="3406" y="2643"/>
                  </a:cubicBezTo>
                  <a:lnTo>
                    <a:pt x="3406" y="167"/>
                  </a:lnTo>
                  <a:cubicBezTo>
                    <a:pt x="3406" y="60"/>
                    <a:pt x="3335" y="0"/>
                    <a:pt x="3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 name="Google Shape;927;p38"/>
          <p:cNvGrpSpPr/>
          <p:nvPr/>
        </p:nvGrpSpPr>
        <p:grpSpPr>
          <a:xfrm>
            <a:off x="6561499" y="1248066"/>
            <a:ext cx="304910" cy="377222"/>
            <a:chOff x="2667821" y="3361108"/>
            <a:chExt cx="273046" cy="337801"/>
          </a:xfrm>
        </p:grpSpPr>
        <p:sp>
          <p:nvSpPr>
            <p:cNvPr id="928" name="Google Shape;928;p38"/>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8"/>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8"/>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8"/>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8"/>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8"/>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8"/>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8"/>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8"/>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8"/>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8"/>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8"/>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8"/>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8"/>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8"/>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8"/>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8"/>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8"/>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8"/>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 name="Google Shape;947;p38"/>
          <p:cNvGrpSpPr/>
          <p:nvPr/>
        </p:nvGrpSpPr>
        <p:grpSpPr>
          <a:xfrm>
            <a:off x="2274448" y="1247366"/>
            <a:ext cx="311268" cy="378643"/>
            <a:chOff x="1768821" y="3361108"/>
            <a:chExt cx="278739" cy="339073"/>
          </a:xfrm>
        </p:grpSpPr>
        <p:sp>
          <p:nvSpPr>
            <p:cNvPr id="948" name="Google Shape;948;p38"/>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8"/>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8"/>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8"/>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8"/>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8"/>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8"/>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8"/>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8"/>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8"/>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8"/>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grpSp>
        <p:nvGrpSpPr>
          <p:cNvPr id="963" name="Google Shape;963;p39"/>
          <p:cNvGrpSpPr/>
          <p:nvPr/>
        </p:nvGrpSpPr>
        <p:grpSpPr>
          <a:xfrm>
            <a:off x="5395700" y="1364300"/>
            <a:ext cx="2309425" cy="2787600"/>
            <a:chOff x="5435525" y="1317850"/>
            <a:chExt cx="2309425" cy="2787600"/>
          </a:xfrm>
        </p:grpSpPr>
        <p:sp>
          <p:nvSpPr>
            <p:cNvPr id="964" name="Google Shape;964;p39"/>
            <p:cNvSpPr/>
            <p:nvPr/>
          </p:nvSpPr>
          <p:spPr>
            <a:xfrm>
              <a:off x="5435525" y="1317850"/>
              <a:ext cx="2305200" cy="2787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65" name="Google Shape;965;p39"/>
            <p:cNvCxnSpPr/>
            <p:nvPr/>
          </p:nvCxnSpPr>
          <p:spPr>
            <a:xfrm>
              <a:off x="5442150" y="1652550"/>
              <a:ext cx="2302800" cy="0"/>
            </a:xfrm>
            <a:prstGeom prst="straightConnector1">
              <a:avLst/>
            </a:prstGeom>
            <a:noFill/>
            <a:ln w="9525" cap="flat" cmpd="sng">
              <a:solidFill>
                <a:schemeClr val="accent1"/>
              </a:solidFill>
              <a:prstDash val="solid"/>
              <a:round/>
              <a:headEnd type="none" w="med" len="med"/>
              <a:tailEnd type="none" w="med" len="med"/>
            </a:ln>
          </p:spPr>
        </p:cxnSp>
        <p:sp>
          <p:nvSpPr>
            <p:cNvPr id="966" name="Google Shape;966;p39"/>
            <p:cNvSpPr/>
            <p:nvPr/>
          </p:nvSpPr>
          <p:spPr>
            <a:xfrm>
              <a:off x="5555000" y="1433550"/>
              <a:ext cx="119400" cy="119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9"/>
            <p:cNvSpPr/>
            <p:nvPr/>
          </p:nvSpPr>
          <p:spPr>
            <a:xfrm>
              <a:off x="5780650" y="1433550"/>
              <a:ext cx="119400" cy="119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9"/>
            <p:cNvSpPr/>
            <p:nvPr/>
          </p:nvSpPr>
          <p:spPr>
            <a:xfrm>
              <a:off x="6006300" y="1433550"/>
              <a:ext cx="119400" cy="119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9" name="Google Shape;969;p39"/>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ABOUT</a:t>
            </a:r>
            <a:r>
              <a:rPr lang="en"/>
              <a:t> THE PROJECT</a:t>
            </a:r>
            <a:endParaRPr/>
          </a:p>
        </p:txBody>
      </p:sp>
      <p:sp>
        <p:nvSpPr>
          <p:cNvPr id="970" name="Google Shape;970;p39"/>
          <p:cNvSpPr txBox="1">
            <a:spLocks noGrp="1"/>
          </p:cNvSpPr>
          <p:nvPr>
            <p:ph type="subTitle" idx="1"/>
          </p:nvPr>
        </p:nvSpPr>
        <p:spPr>
          <a:xfrm>
            <a:off x="726225" y="1412463"/>
            <a:ext cx="4030800" cy="195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clear? Lists like this one:</a:t>
            </a:r>
            <a:endParaRPr/>
          </a:p>
          <a:p>
            <a:pPr marL="457200" lvl="0" indent="-317500" algn="l" rtl="0">
              <a:spcBef>
                <a:spcPts val="1000"/>
              </a:spcBef>
              <a:spcAft>
                <a:spcPts val="0"/>
              </a:spcAft>
              <a:buClr>
                <a:schemeClr val="accent1"/>
              </a:buClr>
              <a:buSzPts val="1400"/>
              <a:buChar char="●"/>
            </a:pPr>
            <a:r>
              <a:rPr lang="en"/>
              <a:t>They’re simple</a:t>
            </a:r>
            <a:endParaRPr/>
          </a:p>
          <a:p>
            <a:pPr marL="457200" lvl="0" indent="-317500" algn="l" rtl="0">
              <a:spcBef>
                <a:spcPts val="0"/>
              </a:spcBef>
              <a:spcAft>
                <a:spcPts val="0"/>
              </a:spcAft>
              <a:buClr>
                <a:schemeClr val="accent1"/>
              </a:buClr>
              <a:buSzPts val="1400"/>
              <a:buChar char="●"/>
            </a:pPr>
            <a:r>
              <a:rPr lang="en"/>
              <a:t>You can organize your ideas clearly</a:t>
            </a:r>
            <a:endParaRPr/>
          </a:p>
          <a:p>
            <a:pPr marL="457200" lvl="0" indent="-317500" algn="l" rtl="0">
              <a:spcBef>
                <a:spcPts val="0"/>
              </a:spcBef>
              <a:spcAft>
                <a:spcPts val="0"/>
              </a:spcAft>
              <a:buClr>
                <a:schemeClr val="accent1"/>
              </a:buClr>
              <a:buSzPts val="1400"/>
              <a:buChar char="●"/>
            </a:pPr>
            <a:r>
              <a:rPr lang="en"/>
              <a:t>You’ll never forget to buy milk!</a:t>
            </a:r>
            <a:endParaRPr/>
          </a:p>
          <a:p>
            <a:pPr marL="0" lvl="0" indent="0" algn="l" rtl="0">
              <a:spcBef>
                <a:spcPts val="1000"/>
              </a:spcBef>
              <a:spcAft>
                <a:spcPts val="0"/>
              </a:spcAft>
              <a:buNone/>
            </a:pPr>
            <a:r>
              <a:rPr lang="en"/>
              <a:t>And the most important thing: the audience won’t miss the point of your presentation</a:t>
            </a:r>
            <a:endParaRPr/>
          </a:p>
        </p:txBody>
      </p:sp>
      <p:grpSp>
        <p:nvGrpSpPr>
          <p:cNvPr id="971" name="Google Shape;971;p39"/>
          <p:cNvGrpSpPr/>
          <p:nvPr/>
        </p:nvGrpSpPr>
        <p:grpSpPr>
          <a:xfrm>
            <a:off x="822951" y="3640700"/>
            <a:ext cx="3457800" cy="511200"/>
            <a:chOff x="400625" y="3913775"/>
            <a:chExt cx="3457800" cy="511200"/>
          </a:xfrm>
        </p:grpSpPr>
        <p:grpSp>
          <p:nvGrpSpPr>
            <p:cNvPr id="972" name="Google Shape;972;p39"/>
            <p:cNvGrpSpPr/>
            <p:nvPr/>
          </p:nvGrpSpPr>
          <p:grpSpPr>
            <a:xfrm>
              <a:off x="770853" y="4062846"/>
              <a:ext cx="2717345" cy="213055"/>
              <a:chOff x="392553" y="4646871"/>
              <a:chExt cx="2717345" cy="213055"/>
            </a:xfrm>
          </p:grpSpPr>
          <p:grpSp>
            <p:nvGrpSpPr>
              <p:cNvPr id="973" name="Google Shape;973;p39"/>
              <p:cNvGrpSpPr/>
              <p:nvPr/>
            </p:nvGrpSpPr>
            <p:grpSpPr>
              <a:xfrm>
                <a:off x="2422843" y="4664938"/>
                <a:ext cx="173144" cy="176919"/>
                <a:chOff x="1835125" y="2525550"/>
                <a:chExt cx="565275" cy="577600"/>
              </a:xfrm>
            </p:grpSpPr>
            <p:sp>
              <p:nvSpPr>
                <p:cNvPr id="974" name="Google Shape;974;p39"/>
                <p:cNvSpPr/>
                <p:nvPr/>
              </p:nvSpPr>
              <p:spPr>
                <a:xfrm>
                  <a:off x="2160900" y="2525550"/>
                  <a:ext cx="239500" cy="239525"/>
                </a:xfrm>
                <a:custGeom>
                  <a:avLst/>
                  <a:gdLst/>
                  <a:ahLst/>
                  <a:cxnLst/>
                  <a:rect l="l" t="t" r="r" b="b"/>
                  <a:pathLst>
                    <a:path w="9580" h="9581" extrusionOk="0">
                      <a:moveTo>
                        <a:pt x="3663" y="1"/>
                      </a:moveTo>
                      <a:lnTo>
                        <a:pt x="0" y="3734"/>
                      </a:lnTo>
                      <a:lnTo>
                        <a:pt x="5987" y="9580"/>
                      </a:lnTo>
                      <a:lnTo>
                        <a:pt x="9579" y="6058"/>
                      </a:lnTo>
                      <a:lnTo>
                        <a:pt x="36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9"/>
                <p:cNvSpPr/>
                <p:nvPr/>
              </p:nvSpPr>
              <p:spPr>
                <a:xfrm>
                  <a:off x="1835125" y="2645300"/>
                  <a:ext cx="450825" cy="457850"/>
                </a:xfrm>
                <a:custGeom>
                  <a:avLst/>
                  <a:gdLst/>
                  <a:ahLst/>
                  <a:cxnLst/>
                  <a:rect l="l" t="t" r="r" b="b"/>
                  <a:pathLst>
                    <a:path w="18033" h="18314" extrusionOk="0">
                      <a:moveTo>
                        <a:pt x="11622" y="0"/>
                      </a:moveTo>
                      <a:lnTo>
                        <a:pt x="4438" y="3452"/>
                      </a:lnTo>
                      <a:lnTo>
                        <a:pt x="0" y="14863"/>
                      </a:lnTo>
                      <a:lnTo>
                        <a:pt x="775" y="15778"/>
                      </a:lnTo>
                      <a:lnTo>
                        <a:pt x="7185" y="9862"/>
                      </a:lnTo>
                      <a:cubicBezTo>
                        <a:pt x="7185" y="9791"/>
                        <a:pt x="7114" y="9791"/>
                        <a:pt x="7114" y="9791"/>
                      </a:cubicBezTo>
                      <a:cubicBezTo>
                        <a:pt x="7114" y="9016"/>
                        <a:pt x="7748" y="8382"/>
                        <a:pt x="8523" y="8382"/>
                      </a:cubicBezTo>
                      <a:cubicBezTo>
                        <a:pt x="9298" y="8382"/>
                        <a:pt x="9932" y="9016"/>
                        <a:pt x="9932" y="9791"/>
                      </a:cubicBezTo>
                      <a:cubicBezTo>
                        <a:pt x="9932" y="10495"/>
                        <a:pt x="9368" y="11059"/>
                        <a:pt x="8664" y="11129"/>
                      </a:cubicBezTo>
                      <a:lnTo>
                        <a:pt x="2395" y="17398"/>
                      </a:lnTo>
                      <a:lnTo>
                        <a:pt x="3240" y="18314"/>
                      </a:lnTo>
                      <a:lnTo>
                        <a:pt x="15496" y="12961"/>
                      </a:lnTo>
                      <a:lnTo>
                        <a:pt x="18032" y="6410"/>
                      </a:lnTo>
                      <a:lnTo>
                        <a:pt x="116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6" name="Google Shape;976;p39"/>
              <p:cNvSpPr/>
              <p:nvPr/>
            </p:nvSpPr>
            <p:spPr>
              <a:xfrm>
                <a:off x="392553" y="4672217"/>
                <a:ext cx="160739" cy="162362"/>
              </a:xfrm>
              <a:custGeom>
                <a:avLst/>
                <a:gdLst/>
                <a:ahLst/>
                <a:cxnLst/>
                <a:rect l="l" t="t" r="r" b="b"/>
                <a:pathLst>
                  <a:path w="20991" h="21203" extrusionOk="0">
                    <a:moveTo>
                      <a:pt x="0" y="1"/>
                    </a:moveTo>
                    <a:lnTo>
                      <a:pt x="0" y="6059"/>
                    </a:lnTo>
                    <a:lnTo>
                      <a:pt x="3522" y="6059"/>
                    </a:lnTo>
                    <a:lnTo>
                      <a:pt x="3522" y="3523"/>
                    </a:lnTo>
                    <a:lnTo>
                      <a:pt x="8735" y="3523"/>
                    </a:lnTo>
                    <a:lnTo>
                      <a:pt x="8735" y="17681"/>
                    </a:lnTo>
                    <a:lnTo>
                      <a:pt x="6410" y="17681"/>
                    </a:lnTo>
                    <a:lnTo>
                      <a:pt x="6410" y="21202"/>
                    </a:lnTo>
                    <a:lnTo>
                      <a:pt x="14581" y="21202"/>
                    </a:lnTo>
                    <a:lnTo>
                      <a:pt x="14581" y="17681"/>
                    </a:lnTo>
                    <a:lnTo>
                      <a:pt x="12256" y="17681"/>
                    </a:lnTo>
                    <a:lnTo>
                      <a:pt x="12256" y="3523"/>
                    </a:lnTo>
                    <a:lnTo>
                      <a:pt x="17469" y="3523"/>
                    </a:lnTo>
                    <a:lnTo>
                      <a:pt x="17469" y="6059"/>
                    </a:lnTo>
                    <a:lnTo>
                      <a:pt x="20991" y="6059"/>
                    </a:lnTo>
                    <a:lnTo>
                      <a:pt x="209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7" name="Google Shape;977;p39"/>
              <p:cNvGrpSpPr/>
              <p:nvPr/>
            </p:nvGrpSpPr>
            <p:grpSpPr>
              <a:xfrm>
                <a:off x="2923269" y="4661776"/>
                <a:ext cx="186629" cy="183244"/>
                <a:chOff x="1814000" y="3605650"/>
                <a:chExt cx="609300" cy="598250"/>
              </a:xfrm>
            </p:grpSpPr>
            <p:sp>
              <p:nvSpPr>
                <p:cNvPr id="978" name="Google Shape;978;p39"/>
                <p:cNvSpPr/>
                <p:nvPr/>
              </p:nvSpPr>
              <p:spPr>
                <a:xfrm>
                  <a:off x="1814000" y="3965425"/>
                  <a:ext cx="306400" cy="238475"/>
                </a:xfrm>
                <a:custGeom>
                  <a:avLst/>
                  <a:gdLst/>
                  <a:ahLst/>
                  <a:cxnLst/>
                  <a:rect l="l" t="t" r="r" b="b"/>
                  <a:pathLst>
                    <a:path w="12256" h="9539" extrusionOk="0">
                      <a:moveTo>
                        <a:pt x="8656" y="1"/>
                      </a:moveTo>
                      <a:cubicBezTo>
                        <a:pt x="7940" y="1"/>
                        <a:pt x="7214" y="162"/>
                        <a:pt x="6621" y="446"/>
                      </a:cubicBezTo>
                      <a:cubicBezTo>
                        <a:pt x="5142" y="1150"/>
                        <a:pt x="4085" y="2488"/>
                        <a:pt x="3099" y="3897"/>
                      </a:cubicBezTo>
                      <a:cubicBezTo>
                        <a:pt x="2184" y="5306"/>
                        <a:pt x="1338" y="6715"/>
                        <a:pt x="0" y="7771"/>
                      </a:cubicBezTo>
                      <a:cubicBezTo>
                        <a:pt x="992" y="9027"/>
                        <a:pt x="2665" y="9539"/>
                        <a:pt x="4265" y="9539"/>
                      </a:cubicBezTo>
                      <a:cubicBezTo>
                        <a:pt x="4370" y="9539"/>
                        <a:pt x="4474" y="9536"/>
                        <a:pt x="4578" y="9532"/>
                      </a:cubicBezTo>
                      <a:cubicBezTo>
                        <a:pt x="6691" y="9532"/>
                        <a:pt x="8805" y="8828"/>
                        <a:pt x="10213" y="7278"/>
                      </a:cubicBezTo>
                      <a:cubicBezTo>
                        <a:pt x="11481" y="5940"/>
                        <a:pt x="12256" y="3474"/>
                        <a:pt x="11552" y="1643"/>
                      </a:cubicBezTo>
                      <a:cubicBezTo>
                        <a:pt x="11105" y="483"/>
                        <a:pt x="9895" y="1"/>
                        <a:pt x="86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9"/>
                <p:cNvSpPr/>
                <p:nvPr/>
              </p:nvSpPr>
              <p:spPr>
                <a:xfrm>
                  <a:off x="2058750" y="3605650"/>
                  <a:ext cx="364550" cy="402625"/>
                </a:xfrm>
                <a:custGeom>
                  <a:avLst/>
                  <a:gdLst/>
                  <a:ahLst/>
                  <a:cxnLst/>
                  <a:rect l="l" t="t" r="r" b="b"/>
                  <a:pathLst>
                    <a:path w="14582" h="16105" extrusionOk="0">
                      <a:moveTo>
                        <a:pt x="13416" y="0"/>
                      </a:moveTo>
                      <a:cubicBezTo>
                        <a:pt x="12991" y="0"/>
                        <a:pt x="12516" y="145"/>
                        <a:pt x="12116" y="327"/>
                      </a:cubicBezTo>
                      <a:cubicBezTo>
                        <a:pt x="9580" y="1806"/>
                        <a:pt x="7256" y="3708"/>
                        <a:pt x="5213" y="5891"/>
                      </a:cubicBezTo>
                      <a:cubicBezTo>
                        <a:pt x="3311" y="7934"/>
                        <a:pt x="1057" y="10117"/>
                        <a:pt x="1" y="12794"/>
                      </a:cubicBezTo>
                      <a:cubicBezTo>
                        <a:pt x="11" y="12774"/>
                        <a:pt x="44" y="12765"/>
                        <a:pt x="96" y="12765"/>
                      </a:cubicBezTo>
                      <a:cubicBezTo>
                        <a:pt x="407" y="12765"/>
                        <a:pt x="1359" y="13086"/>
                        <a:pt x="1480" y="13146"/>
                      </a:cubicBezTo>
                      <a:cubicBezTo>
                        <a:pt x="1832" y="13358"/>
                        <a:pt x="2255" y="13569"/>
                        <a:pt x="2536" y="13851"/>
                      </a:cubicBezTo>
                      <a:cubicBezTo>
                        <a:pt x="3311" y="14485"/>
                        <a:pt x="3875" y="15259"/>
                        <a:pt x="4227" y="16105"/>
                      </a:cubicBezTo>
                      <a:cubicBezTo>
                        <a:pt x="7960" y="13287"/>
                        <a:pt x="11130" y="9624"/>
                        <a:pt x="13313" y="5398"/>
                      </a:cubicBezTo>
                      <a:cubicBezTo>
                        <a:pt x="13947" y="4130"/>
                        <a:pt x="14581" y="2722"/>
                        <a:pt x="14581" y="1242"/>
                      </a:cubicBezTo>
                      <a:cubicBezTo>
                        <a:pt x="14511" y="961"/>
                        <a:pt x="14511" y="679"/>
                        <a:pt x="14370" y="468"/>
                      </a:cubicBezTo>
                      <a:cubicBezTo>
                        <a:pt x="14165" y="127"/>
                        <a:pt x="13813" y="0"/>
                        <a:pt x="134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 name="Google Shape;980;p39"/>
              <p:cNvGrpSpPr/>
              <p:nvPr/>
            </p:nvGrpSpPr>
            <p:grpSpPr>
              <a:xfrm>
                <a:off x="1924576" y="4646871"/>
                <a:ext cx="170984" cy="213055"/>
                <a:chOff x="1838650" y="1275300"/>
                <a:chExt cx="558225" cy="695575"/>
              </a:xfrm>
            </p:grpSpPr>
            <p:sp>
              <p:nvSpPr>
                <p:cNvPr id="981" name="Google Shape;981;p39"/>
                <p:cNvSpPr/>
                <p:nvPr/>
              </p:nvSpPr>
              <p:spPr>
                <a:xfrm>
                  <a:off x="1838650" y="1391525"/>
                  <a:ext cx="558225" cy="579350"/>
                </a:xfrm>
                <a:custGeom>
                  <a:avLst/>
                  <a:gdLst/>
                  <a:ahLst/>
                  <a:cxnLst/>
                  <a:rect l="l" t="t" r="r" b="b"/>
                  <a:pathLst>
                    <a:path w="22329" h="23174" extrusionOk="0">
                      <a:moveTo>
                        <a:pt x="0" y="0"/>
                      </a:moveTo>
                      <a:lnTo>
                        <a:pt x="8241" y="23174"/>
                      </a:lnTo>
                      <a:lnTo>
                        <a:pt x="12397" y="13735"/>
                      </a:lnTo>
                      <a:lnTo>
                        <a:pt x="22329" y="1084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9"/>
                <p:cNvSpPr/>
                <p:nvPr/>
              </p:nvSpPr>
              <p:spPr>
                <a:xfrm>
                  <a:off x="2159125" y="1275300"/>
                  <a:ext cx="195500" cy="200775"/>
                </a:xfrm>
                <a:custGeom>
                  <a:avLst/>
                  <a:gdLst/>
                  <a:ahLst/>
                  <a:cxnLst/>
                  <a:rect l="l" t="t" r="r" b="b"/>
                  <a:pathLst>
                    <a:path w="7820" h="8031" extrusionOk="0">
                      <a:moveTo>
                        <a:pt x="2818" y="0"/>
                      </a:moveTo>
                      <a:lnTo>
                        <a:pt x="2818" y="3029"/>
                      </a:lnTo>
                      <a:lnTo>
                        <a:pt x="1" y="3029"/>
                      </a:lnTo>
                      <a:lnTo>
                        <a:pt x="1" y="4931"/>
                      </a:lnTo>
                      <a:lnTo>
                        <a:pt x="2818" y="4931"/>
                      </a:lnTo>
                      <a:lnTo>
                        <a:pt x="2818" y="8030"/>
                      </a:lnTo>
                      <a:lnTo>
                        <a:pt x="5002" y="8030"/>
                      </a:lnTo>
                      <a:lnTo>
                        <a:pt x="5002" y="4931"/>
                      </a:lnTo>
                      <a:lnTo>
                        <a:pt x="7819" y="4931"/>
                      </a:lnTo>
                      <a:lnTo>
                        <a:pt x="7819" y="3029"/>
                      </a:lnTo>
                      <a:lnTo>
                        <a:pt x="5002" y="3029"/>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983;p39"/>
              <p:cNvGrpSpPr/>
              <p:nvPr/>
            </p:nvGrpSpPr>
            <p:grpSpPr>
              <a:xfrm>
                <a:off x="1414984" y="4658468"/>
                <a:ext cx="182310" cy="189860"/>
                <a:chOff x="5096350" y="1532400"/>
                <a:chExt cx="595200" cy="619850"/>
              </a:xfrm>
            </p:grpSpPr>
            <p:sp>
              <p:nvSpPr>
                <p:cNvPr id="984" name="Google Shape;984;p39"/>
                <p:cNvSpPr/>
                <p:nvPr/>
              </p:nvSpPr>
              <p:spPr>
                <a:xfrm>
                  <a:off x="5096350" y="1713775"/>
                  <a:ext cx="452575" cy="438475"/>
                </a:xfrm>
                <a:custGeom>
                  <a:avLst/>
                  <a:gdLst/>
                  <a:ahLst/>
                  <a:cxnLst/>
                  <a:rect l="l" t="t" r="r" b="b"/>
                  <a:pathLst>
                    <a:path w="18103" h="17539" extrusionOk="0">
                      <a:moveTo>
                        <a:pt x="15637" y="0"/>
                      </a:moveTo>
                      <a:lnTo>
                        <a:pt x="0" y="15003"/>
                      </a:lnTo>
                      <a:lnTo>
                        <a:pt x="2465" y="17539"/>
                      </a:lnTo>
                      <a:lnTo>
                        <a:pt x="18102" y="2536"/>
                      </a:lnTo>
                      <a:lnTo>
                        <a:pt x="15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9"/>
                <p:cNvSpPr/>
                <p:nvPr/>
              </p:nvSpPr>
              <p:spPr>
                <a:xfrm>
                  <a:off x="5143875" y="1541200"/>
                  <a:ext cx="281775" cy="283525"/>
                </a:xfrm>
                <a:custGeom>
                  <a:avLst/>
                  <a:gdLst/>
                  <a:ahLst/>
                  <a:cxnLst/>
                  <a:rect l="l" t="t" r="r" b="b"/>
                  <a:pathLst>
                    <a:path w="11271" h="11341" extrusionOk="0">
                      <a:moveTo>
                        <a:pt x="6904" y="0"/>
                      </a:moveTo>
                      <a:lnTo>
                        <a:pt x="4720" y="4156"/>
                      </a:lnTo>
                      <a:lnTo>
                        <a:pt x="1" y="4367"/>
                      </a:lnTo>
                      <a:lnTo>
                        <a:pt x="4157" y="6551"/>
                      </a:lnTo>
                      <a:lnTo>
                        <a:pt x="4297" y="11341"/>
                      </a:lnTo>
                      <a:lnTo>
                        <a:pt x="6551" y="7114"/>
                      </a:lnTo>
                      <a:lnTo>
                        <a:pt x="11271" y="6974"/>
                      </a:lnTo>
                      <a:lnTo>
                        <a:pt x="7115" y="4720"/>
                      </a:lnTo>
                      <a:lnTo>
                        <a:pt x="6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9"/>
                <p:cNvSpPr/>
                <p:nvPr/>
              </p:nvSpPr>
              <p:spPr>
                <a:xfrm>
                  <a:off x="5483750" y="1532400"/>
                  <a:ext cx="191950" cy="191950"/>
                </a:xfrm>
                <a:custGeom>
                  <a:avLst/>
                  <a:gdLst/>
                  <a:ahLst/>
                  <a:cxnLst/>
                  <a:rect l="l" t="t" r="r" b="b"/>
                  <a:pathLst>
                    <a:path w="7678" h="7678" extrusionOk="0">
                      <a:moveTo>
                        <a:pt x="4719" y="0"/>
                      </a:moveTo>
                      <a:lnTo>
                        <a:pt x="3240" y="2818"/>
                      </a:lnTo>
                      <a:lnTo>
                        <a:pt x="0" y="2959"/>
                      </a:lnTo>
                      <a:lnTo>
                        <a:pt x="2818" y="4438"/>
                      </a:lnTo>
                      <a:lnTo>
                        <a:pt x="2958" y="7678"/>
                      </a:lnTo>
                      <a:lnTo>
                        <a:pt x="4438" y="4860"/>
                      </a:lnTo>
                      <a:lnTo>
                        <a:pt x="7678" y="4719"/>
                      </a:lnTo>
                      <a:lnTo>
                        <a:pt x="4860" y="3240"/>
                      </a:lnTo>
                      <a:lnTo>
                        <a:pt x="47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9"/>
                <p:cNvSpPr/>
                <p:nvPr/>
              </p:nvSpPr>
              <p:spPr>
                <a:xfrm>
                  <a:off x="5554175" y="1764825"/>
                  <a:ext cx="137375" cy="137375"/>
                </a:xfrm>
                <a:custGeom>
                  <a:avLst/>
                  <a:gdLst/>
                  <a:ahLst/>
                  <a:cxnLst/>
                  <a:rect l="l" t="t" r="r" b="b"/>
                  <a:pathLst>
                    <a:path w="5495" h="5495" extrusionOk="0">
                      <a:moveTo>
                        <a:pt x="3382" y="1"/>
                      </a:moveTo>
                      <a:lnTo>
                        <a:pt x="2325" y="2044"/>
                      </a:lnTo>
                      <a:lnTo>
                        <a:pt x="1" y="2114"/>
                      </a:lnTo>
                      <a:lnTo>
                        <a:pt x="2043" y="3171"/>
                      </a:lnTo>
                      <a:lnTo>
                        <a:pt x="2114" y="5495"/>
                      </a:lnTo>
                      <a:lnTo>
                        <a:pt x="3170" y="3452"/>
                      </a:lnTo>
                      <a:lnTo>
                        <a:pt x="5495" y="3382"/>
                      </a:lnTo>
                      <a:lnTo>
                        <a:pt x="3452" y="2325"/>
                      </a:lnTo>
                      <a:lnTo>
                        <a:pt x="33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988;p39"/>
              <p:cNvGrpSpPr/>
              <p:nvPr/>
            </p:nvGrpSpPr>
            <p:grpSpPr>
              <a:xfrm>
                <a:off x="880574" y="4661703"/>
                <a:ext cx="207128" cy="183389"/>
                <a:chOff x="5071675" y="238125"/>
                <a:chExt cx="676225" cy="598725"/>
              </a:xfrm>
            </p:grpSpPr>
            <p:sp>
              <p:nvSpPr>
                <p:cNvPr id="989" name="Google Shape;989;p39"/>
                <p:cNvSpPr/>
                <p:nvPr/>
              </p:nvSpPr>
              <p:spPr>
                <a:xfrm>
                  <a:off x="5071675" y="486400"/>
                  <a:ext cx="389200" cy="350450"/>
                </a:xfrm>
                <a:custGeom>
                  <a:avLst/>
                  <a:gdLst/>
                  <a:ahLst/>
                  <a:cxnLst/>
                  <a:rect l="l" t="t" r="r" b="b"/>
                  <a:pathLst>
                    <a:path w="15568" h="14018" extrusionOk="0">
                      <a:moveTo>
                        <a:pt x="14440" y="1198"/>
                      </a:moveTo>
                      <a:lnTo>
                        <a:pt x="14440" y="12820"/>
                      </a:lnTo>
                      <a:lnTo>
                        <a:pt x="1128" y="12820"/>
                      </a:lnTo>
                      <a:lnTo>
                        <a:pt x="1128" y="1198"/>
                      </a:lnTo>
                      <a:close/>
                      <a:moveTo>
                        <a:pt x="1" y="1"/>
                      </a:moveTo>
                      <a:lnTo>
                        <a:pt x="1" y="14018"/>
                      </a:lnTo>
                      <a:lnTo>
                        <a:pt x="15567" y="14018"/>
                      </a:lnTo>
                      <a:lnTo>
                        <a:pt x="155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9"/>
                <p:cNvSpPr/>
                <p:nvPr/>
              </p:nvSpPr>
              <p:spPr>
                <a:xfrm>
                  <a:off x="5226650" y="238125"/>
                  <a:ext cx="521250" cy="433200"/>
                </a:xfrm>
                <a:custGeom>
                  <a:avLst/>
                  <a:gdLst/>
                  <a:ahLst/>
                  <a:cxnLst/>
                  <a:rect l="l" t="t" r="r" b="b"/>
                  <a:pathLst>
                    <a:path w="20850" h="17328" extrusionOk="0">
                      <a:moveTo>
                        <a:pt x="19652" y="1197"/>
                      </a:moveTo>
                      <a:lnTo>
                        <a:pt x="19652" y="16201"/>
                      </a:lnTo>
                      <a:lnTo>
                        <a:pt x="1198" y="16201"/>
                      </a:lnTo>
                      <a:lnTo>
                        <a:pt x="1198" y="1197"/>
                      </a:lnTo>
                      <a:close/>
                      <a:moveTo>
                        <a:pt x="0" y="0"/>
                      </a:moveTo>
                      <a:lnTo>
                        <a:pt x="0" y="17327"/>
                      </a:lnTo>
                      <a:lnTo>
                        <a:pt x="20850" y="17327"/>
                      </a:lnTo>
                      <a:lnTo>
                        <a:pt x="20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9"/>
                <p:cNvSpPr/>
                <p:nvPr/>
              </p:nvSpPr>
              <p:spPr>
                <a:xfrm>
                  <a:off x="5485500" y="343775"/>
                  <a:ext cx="144425" cy="128575"/>
                </a:xfrm>
                <a:custGeom>
                  <a:avLst/>
                  <a:gdLst/>
                  <a:ahLst/>
                  <a:cxnLst/>
                  <a:rect l="l" t="t" r="r" b="b"/>
                  <a:pathLst>
                    <a:path w="5777" h="5143" extrusionOk="0">
                      <a:moveTo>
                        <a:pt x="5002" y="0"/>
                      </a:moveTo>
                      <a:lnTo>
                        <a:pt x="1" y="4297"/>
                      </a:lnTo>
                      <a:lnTo>
                        <a:pt x="775" y="5142"/>
                      </a:lnTo>
                      <a:lnTo>
                        <a:pt x="5776" y="845"/>
                      </a:lnTo>
                      <a:lnTo>
                        <a:pt x="50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9"/>
                <p:cNvSpPr/>
                <p:nvPr/>
              </p:nvSpPr>
              <p:spPr>
                <a:xfrm>
                  <a:off x="5570025" y="310300"/>
                  <a:ext cx="93350" cy="100400"/>
                </a:xfrm>
                <a:custGeom>
                  <a:avLst/>
                  <a:gdLst/>
                  <a:ahLst/>
                  <a:cxnLst/>
                  <a:rect l="l" t="t" r="r" b="b"/>
                  <a:pathLst>
                    <a:path w="3734" h="4016" extrusionOk="0">
                      <a:moveTo>
                        <a:pt x="0" y="1"/>
                      </a:moveTo>
                      <a:lnTo>
                        <a:pt x="3452" y="4016"/>
                      </a:lnTo>
                      <a:lnTo>
                        <a:pt x="3734" y="283"/>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3" name="Google Shape;993;p39"/>
            <p:cNvSpPr/>
            <p:nvPr/>
          </p:nvSpPr>
          <p:spPr>
            <a:xfrm>
              <a:off x="400625" y="3913775"/>
              <a:ext cx="3457800" cy="511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40"/>
          <p:cNvSpPr txBox="1">
            <a:spLocks noGrp="1"/>
          </p:cNvSpPr>
          <p:nvPr>
            <p:ph type="title"/>
          </p:nvPr>
        </p:nvSpPr>
        <p:spPr>
          <a:xfrm>
            <a:off x="726225" y="667975"/>
            <a:ext cx="5114400" cy="11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WHOA</a:t>
            </a:r>
            <a:endParaRPr/>
          </a:p>
        </p:txBody>
      </p:sp>
      <p:sp>
        <p:nvSpPr>
          <p:cNvPr id="1000" name="Google Shape;1000;p40"/>
          <p:cNvSpPr txBox="1">
            <a:spLocks noGrp="1"/>
          </p:cNvSpPr>
          <p:nvPr>
            <p:ph type="subTitle" idx="1"/>
          </p:nvPr>
        </p:nvSpPr>
        <p:spPr>
          <a:xfrm>
            <a:off x="3975125" y="2974150"/>
            <a:ext cx="3876000" cy="99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can be the part of the presentation where you introduce yourself, write your email…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grpSp>
        <p:nvGrpSpPr>
          <p:cNvPr id="1005" name="Google Shape;1005;p41"/>
          <p:cNvGrpSpPr/>
          <p:nvPr/>
        </p:nvGrpSpPr>
        <p:grpSpPr>
          <a:xfrm>
            <a:off x="1459439" y="1271925"/>
            <a:ext cx="6222077" cy="2597300"/>
            <a:chOff x="1459439" y="1271925"/>
            <a:chExt cx="6222077" cy="2597300"/>
          </a:xfrm>
        </p:grpSpPr>
        <p:sp>
          <p:nvSpPr>
            <p:cNvPr id="1006" name="Google Shape;1006;p41"/>
            <p:cNvSpPr/>
            <p:nvPr/>
          </p:nvSpPr>
          <p:spPr>
            <a:xfrm>
              <a:off x="1506000" y="1314450"/>
              <a:ext cx="6132000" cy="2514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1"/>
            <p:cNvSpPr/>
            <p:nvPr/>
          </p:nvSpPr>
          <p:spPr>
            <a:xfrm>
              <a:off x="1459439" y="127192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1"/>
            <p:cNvSpPr/>
            <p:nvPr/>
          </p:nvSpPr>
          <p:spPr>
            <a:xfrm>
              <a:off x="1459439" y="377922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p:cNvSpPr/>
            <p:nvPr/>
          </p:nvSpPr>
          <p:spPr>
            <a:xfrm>
              <a:off x="7591516" y="127192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p:cNvSpPr/>
            <p:nvPr/>
          </p:nvSpPr>
          <p:spPr>
            <a:xfrm>
              <a:off x="7591516" y="3779225"/>
              <a:ext cx="90000" cy="9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1" name="Google Shape;1011;p41"/>
          <p:cNvSpPr txBox="1">
            <a:spLocks noGrp="1"/>
          </p:cNvSpPr>
          <p:nvPr>
            <p:ph type="body" idx="1"/>
          </p:nvPr>
        </p:nvSpPr>
        <p:spPr>
          <a:xfrm>
            <a:off x="1535100" y="1483634"/>
            <a:ext cx="6073800" cy="14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1012" name="Google Shape;1012;p41"/>
          <p:cNvSpPr txBox="1">
            <a:spLocks noGrp="1"/>
          </p:cNvSpPr>
          <p:nvPr>
            <p:ph type="subTitle" idx="2"/>
          </p:nvPr>
        </p:nvSpPr>
        <p:spPr>
          <a:xfrm>
            <a:off x="1535100" y="2993744"/>
            <a:ext cx="6073800" cy="41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Encode Sans Black"/>
                <a:ea typeface="Encode Sans Black"/>
                <a:cs typeface="Encode Sans Black"/>
                <a:sym typeface="Encode Sans Black"/>
              </a:rPr>
              <a:t>—SOMEONE </a:t>
            </a:r>
            <a:r>
              <a:rPr lang="en">
                <a:latin typeface="Encode Sans"/>
                <a:ea typeface="Encode Sans"/>
                <a:cs typeface="Encode Sans"/>
                <a:sym typeface="Encode Sans"/>
              </a:rPr>
              <a:t>FAMOUS</a:t>
            </a:r>
            <a:endParaRPr>
              <a:latin typeface="Encode Sans"/>
              <a:ea typeface="Encode Sans"/>
              <a:cs typeface="Encode Sans"/>
              <a:sym typeface="Encod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44"/>
          <p:cNvSpPr/>
          <p:nvPr/>
        </p:nvSpPr>
        <p:spPr>
          <a:xfrm>
            <a:off x="5318400" y="3230686"/>
            <a:ext cx="766500" cy="7665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4"/>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MAJOR</a:t>
            </a:r>
            <a:r>
              <a:rPr lang="en"/>
              <a:t> REQUIREMENTS</a:t>
            </a:r>
            <a:endParaRPr/>
          </a:p>
        </p:txBody>
      </p:sp>
      <p:sp>
        <p:nvSpPr>
          <p:cNvPr id="1043" name="Google Shape;1043;p44"/>
          <p:cNvSpPr txBox="1">
            <a:spLocks noGrp="1"/>
          </p:cNvSpPr>
          <p:nvPr>
            <p:ph type="subTitle" idx="2"/>
          </p:nvPr>
        </p:nvSpPr>
        <p:spPr>
          <a:xfrm>
            <a:off x="726225" y="1715075"/>
            <a:ext cx="2036100" cy="985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Mercury is the closest planet to the Sun and the smallest one</a:t>
            </a:r>
            <a:endParaRPr/>
          </a:p>
        </p:txBody>
      </p:sp>
      <p:sp>
        <p:nvSpPr>
          <p:cNvPr id="1044" name="Google Shape;1044;p44"/>
          <p:cNvSpPr txBox="1">
            <a:spLocks noGrp="1"/>
          </p:cNvSpPr>
          <p:nvPr>
            <p:ph type="subTitle" idx="1"/>
          </p:nvPr>
        </p:nvSpPr>
        <p:spPr>
          <a:xfrm>
            <a:off x="726225" y="1357200"/>
            <a:ext cx="2036100" cy="396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MERCURY</a:t>
            </a:r>
            <a:endParaRPr/>
          </a:p>
        </p:txBody>
      </p:sp>
      <p:sp>
        <p:nvSpPr>
          <p:cNvPr id="1045" name="Google Shape;1045;p44"/>
          <p:cNvSpPr txBox="1">
            <a:spLocks noGrp="1"/>
          </p:cNvSpPr>
          <p:nvPr>
            <p:ph type="subTitle" idx="3"/>
          </p:nvPr>
        </p:nvSpPr>
        <p:spPr>
          <a:xfrm>
            <a:off x="6381663" y="3012025"/>
            <a:ext cx="20361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a:t>
            </a:r>
            <a:endParaRPr/>
          </a:p>
        </p:txBody>
      </p:sp>
      <p:sp>
        <p:nvSpPr>
          <p:cNvPr id="1046" name="Google Shape;1046;p44"/>
          <p:cNvSpPr txBox="1">
            <a:spLocks noGrp="1"/>
          </p:cNvSpPr>
          <p:nvPr>
            <p:ph type="subTitle" idx="4"/>
          </p:nvPr>
        </p:nvSpPr>
        <p:spPr>
          <a:xfrm>
            <a:off x="6381663" y="3369903"/>
            <a:ext cx="2036100" cy="98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 It’s terribly hot</a:t>
            </a:r>
            <a:endParaRPr/>
          </a:p>
        </p:txBody>
      </p:sp>
      <p:sp>
        <p:nvSpPr>
          <p:cNvPr id="1047" name="Google Shape;1047;p44"/>
          <p:cNvSpPr/>
          <p:nvPr/>
        </p:nvSpPr>
        <p:spPr>
          <a:xfrm>
            <a:off x="3051725" y="1583168"/>
            <a:ext cx="766500" cy="7665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8" name="Google Shape;1048;p44"/>
          <p:cNvGrpSpPr/>
          <p:nvPr/>
        </p:nvGrpSpPr>
        <p:grpSpPr>
          <a:xfrm>
            <a:off x="3286484" y="1770865"/>
            <a:ext cx="296989" cy="391117"/>
            <a:chOff x="864062" y="2884503"/>
            <a:chExt cx="264084" cy="347783"/>
          </a:xfrm>
        </p:grpSpPr>
        <p:sp>
          <p:nvSpPr>
            <p:cNvPr id="1049" name="Google Shape;1049;p44"/>
            <p:cNvSpPr/>
            <p:nvPr/>
          </p:nvSpPr>
          <p:spPr>
            <a:xfrm>
              <a:off x="944783" y="2884503"/>
              <a:ext cx="102263" cy="122982"/>
            </a:xfrm>
            <a:custGeom>
              <a:avLst/>
              <a:gdLst/>
              <a:ahLst/>
              <a:cxnLst/>
              <a:rect l="l" t="t" r="r" b="b"/>
              <a:pathLst>
                <a:path w="3228" h="3882" extrusionOk="0">
                  <a:moveTo>
                    <a:pt x="1608" y="0"/>
                  </a:moveTo>
                  <a:cubicBezTo>
                    <a:pt x="715" y="0"/>
                    <a:pt x="1" y="727"/>
                    <a:pt x="1" y="1608"/>
                  </a:cubicBezTo>
                  <a:cubicBezTo>
                    <a:pt x="1" y="2286"/>
                    <a:pt x="418" y="2882"/>
                    <a:pt x="1060" y="3120"/>
                  </a:cubicBezTo>
                  <a:lnTo>
                    <a:pt x="1477" y="3810"/>
                  </a:lnTo>
                  <a:cubicBezTo>
                    <a:pt x="1501" y="3858"/>
                    <a:pt x="1549" y="3882"/>
                    <a:pt x="1608" y="3882"/>
                  </a:cubicBezTo>
                  <a:cubicBezTo>
                    <a:pt x="1668" y="3882"/>
                    <a:pt x="1715" y="3858"/>
                    <a:pt x="1739" y="3810"/>
                  </a:cubicBezTo>
                  <a:lnTo>
                    <a:pt x="2156" y="3120"/>
                  </a:lnTo>
                  <a:cubicBezTo>
                    <a:pt x="2561" y="2977"/>
                    <a:pt x="2906" y="2667"/>
                    <a:pt x="3085" y="2263"/>
                  </a:cubicBezTo>
                  <a:cubicBezTo>
                    <a:pt x="3108" y="2191"/>
                    <a:pt x="3085" y="2084"/>
                    <a:pt x="3001" y="2060"/>
                  </a:cubicBezTo>
                  <a:cubicBezTo>
                    <a:pt x="2982" y="2051"/>
                    <a:pt x="2961" y="2046"/>
                    <a:pt x="2940" y="2046"/>
                  </a:cubicBezTo>
                  <a:cubicBezTo>
                    <a:pt x="2883" y="2046"/>
                    <a:pt x="2825" y="2079"/>
                    <a:pt x="2799" y="2132"/>
                  </a:cubicBezTo>
                  <a:cubicBezTo>
                    <a:pt x="2644" y="2465"/>
                    <a:pt x="2370" y="2727"/>
                    <a:pt x="2013" y="2834"/>
                  </a:cubicBezTo>
                  <a:cubicBezTo>
                    <a:pt x="1977" y="2846"/>
                    <a:pt x="1930" y="2858"/>
                    <a:pt x="1918" y="2905"/>
                  </a:cubicBezTo>
                  <a:lnTo>
                    <a:pt x="1608" y="3406"/>
                  </a:lnTo>
                  <a:lnTo>
                    <a:pt x="1299" y="2905"/>
                  </a:lnTo>
                  <a:cubicBezTo>
                    <a:pt x="1275" y="2870"/>
                    <a:pt x="1251" y="2846"/>
                    <a:pt x="1203" y="2834"/>
                  </a:cubicBezTo>
                  <a:cubicBezTo>
                    <a:pt x="668" y="2655"/>
                    <a:pt x="310" y="2155"/>
                    <a:pt x="310" y="1596"/>
                  </a:cubicBezTo>
                  <a:cubicBezTo>
                    <a:pt x="310" y="905"/>
                    <a:pt x="894" y="322"/>
                    <a:pt x="1608" y="322"/>
                  </a:cubicBezTo>
                  <a:cubicBezTo>
                    <a:pt x="2311" y="322"/>
                    <a:pt x="2870" y="881"/>
                    <a:pt x="2906" y="1572"/>
                  </a:cubicBezTo>
                  <a:cubicBezTo>
                    <a:pt x="2906" y="1667"/>
                    <a:pt x="2977" y="1739"/>
                    <a:pt x="3061" y="1739"/>
                  </a:cubicBezTo>
                  <a:cubicBezTo>
                    <a:pt x="3156" y="1739"/>
                    <a:pt x="3227" y="1667"/>
                    <a:pt x="3227" y="1572"/>
                  </a:cubicBezTo>
                  <a:cubicBezTo>
                    <a:pt x="3215" y="1167"/>
                    <a:pt x="3049" y="762"/>
                    <a:pt x="2739" y="465"/>
                  </a:cubicBezTo>
                  <a:cubicBezTo>
                    <a:pt x="2442" y="167"/>
                    <a:pt x="2037" y="0"/>
                    <a:pt x="1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4"/>
            <p:cNvSpPr/>
            <p:nvPr/>
          </p:nvSpPr>
          <p:spPr>
            <a:xfrm>
              <a:off x="963664" y="2903733"/>
              <a:ext cx="65261" cy="64152"/>
            </a:xfrm>
            <a:custGeom>
              <a:avLst/>
              <a:gdLst/>
              <a:ahLst/>
              <a:cxnLst/>
              <a:rect l="l" t="t" r="r" b="b"/>
              <a:pathLst>
                <a:path w="2060" h="2025" extrusionOk="0">
                  <a:moveTo>
                    <a:pt x="1012" y="584"/>
                  </a:moveTo>
                  <a:cubicBezTo>
                    <a:pt x="1250" y="584"/>
                    <a:pt x="1441" y="774"/>
                    <a:pt x="1441" y="1013"/>
                  </a:cubicBezTo>
                  <a:cubicBezTo>
                    <a:pt x="1441" y="1251"/>
                    <a:pt x="1250" y="1453"/>
                    <a:pt x="1012" y="1453"/>
                  </a:cubicBezTo>
                  <a:cubicBezTo>
                    <a:pt x="774" y="1453"/>
                    <a:pt x="584" y="1251"/>
                    <a:pt x="584" y="1013"/>
                  </a:cubicBezTo>
                  <a:cubicBezTo>
                    <a:pt x="584" y="774"/>
                    <a:pt x="774" y="584"/>
                    <a:pt x="1012" y="584"/>
                  </a:cubicBezTo>
                  <a:close/>
                  <a:moveTo>
                    <a:pt x="1012" y="1"/>
                  </a:moveTo>
                  <a:cubicBezTo>
                    <a:pt x="929" y="1"/>
                    <a:pt x="845" y="72"/>
                    <a:pt x="845" y="167"/>
                  </a:cubicBezTo>
                  <a:lnTo>
                    <a:pt x="845" y="274"/>
                  </a:lnTo>
                  <a:cubicBezTo>
                    <a:pt x="762" y="286"/>
                    <a:pt x="667" y="334"/>
                    <a:pt x="595" y="370"/>
                  </a:cubicBezTo>
                  <a:lnTo>
                    <a:pt x="524" y="298"/>
                  </a:lnTo>
                  <a:cubicBezTo>
                    <a:pt x="494" y="268"/>
                    <a:pt x="453" y="254"/>
                    <a:pt x="411" y="254"/>
                  </a:cubicBezTo>
                  <a:cubicBezTo>
                    <a:pt x="369" y="254"/>
                    <a:pt x="328" y="268"/>
                    <a:pt x="298" y="298"/>
                  </a:cubicBezTo>
                  <a:cubicBezTo>
                    <a:pt x="238" y="358"/>
                    <a:pt x="238" y="465"/>
                    <a:pt x="298" y="524"/>
                  </a:cubicBezTo>
                  <a:lnTo>
                    <a:pt x="369" y="596"/>
                  </a:lnTo>
                  <a:cubicBezTo>
                    <a:pt x="333" y="667"/>
                    <a:pt x="286" y="763"/>
                    <a:pt x="274" y="858"/>
                  </a:cubicBezTo>
                  <a:lnTo>
                    <a:pt x="167" y="858"/>
                  </a:lnTo>
                  <a:cubicBezTo>
                    <a:pt x="72" y="858"/>
                    <a:pt x="0" y="929"/>
                    <a:pt x="0" y="1013"/>
                  </a:cubicBezTo>
                  <a:cubicBezTo>
                    <a:pt x="0" y="1108"/>
                    <a:pt x="72" y="1179"/>
                    <a:pt x="167" y="1179"/>
                  </a:cubicBezTo>
                  <a:lnTo>
                    <a:pt x="274" y="1179"/>
                  </a:lnTo>
                  <a:cubicBezTo>
                    <a:pt x="286" y="1275"/>
                    <a:pt x="333" y="1358"/>
                    <a:pt x="369" y="1429"/>
                  </a:cubicBezTo>
                  <a:lnTo>
                    <a:pt x="298" y="1513"/>
                  </a:lnTo>
                  <a:cubicBezTo>
                    <a:pt x="238" y="1572"/>
                    <a:pt x="238" y="1667"/>
                    <a:pt x="298" y="1727"/>
                  </a:cubicBezTo>
                  <a:cubicBezTo>
                    <a:pt x="333" y="1763"/>
                    <a:pt x="369" y="1775"/>
                    <a:pt x="417" y="1775"/>
                  </a:cubicBezTo>
                  <a:cubicBezTo>
                    <a:pt x="464" y="1775"/>
                    <a:pt x="512" y="1763"/>
                    <a:pt x="536" y="1727"/>
                  </a:cubicBezTo>
                  <a:lnTo>
                    <a:pt x="607" y="1656"/>
                  </a:lnTo>
                  <a:cubicBezTo>
                    <a:pt x="691" y="1703"/>
                    <a:pt x="774" y="1751"/>
                    <a:pt x="869" y="1763"/>
                  </a:cubicBezTo>
                  <a:lnTo>
                    <a:pt x="869" y="1870"/>
                  </a:lnTo>
                  <a:cubicBezTo>
                    <a:pt x="869" y="1953"/>
                    <a:pt x="941" y="2025"/>
                    <a:pt x="1024" y="2025"/>
                  </a:cubicBezTo>
                  <a:cubicBezTo>
                    <a:pt x="1119" y="2025"/>
                    <a:pt x="1191" y="1953"/>
                    <a:pt x="1191" y="1870"/>
                  </a:cubicBezTo>
                  <a:lnTo>
                    <a:pt x="1191" y="1763"/>
                  </a:lnTo>
                  <a:cubicBezTo>
                    <a:pt x="1286" y="1751"/>
                    <a:pt x="1369" y="1703"/>
                    <a:pt x="1441" y="1656"/>
                  </a:cubicBezTo>
                  <a:lnTo>
                    <a:pt x="1524" y="1727"/>
                  </a:lnTo>
                  <a:cubicBezTo>
                    <a:pt x="1548" y="1763"/>
                    <a:pt x="1596" y="1775"/>
                    <a:pt x="1643" y="1775"/>
                  </a:cubicBezTo>
                  <a:cubicBezTo>
                    <a:pt x="1679" y="1775"/>
                    <a:pt x="1727" y="1763"/>
                    <a:pt x="1762" y="1727"/>
                  </a:cubicBezTo>
                  <a:cubicBezTo>
                    <a:pt x="1822" y="1667"/>
                    <a:pt x="1822" y="1572"/>
                    <a:pt x="1762" y="1513"/>
                  </a:cubicBezTo>
                  <a:lnTo>
                    <a:pt x="1679" y="1429"/>
                  </a:lnTo>
                  <a:cubicBezTo>
                    <a:pt x="1727" y="1358"/>
                    <a:pt x="1774" y="1275"/>
                    <a:pt x="1786" y="1179"/>
                  </a:cubicBezTo>
                  <a:lnTo>
                    <a:pt x="1893" y="1179"/>
                  </a:lnTo>
                  <a:cubicBezTo>
                    <a:pt x="1977" y="1179"/>
                    <a:pt x="2060" y="1108"/>
                    <a:pt x="2060" y="1013"/>
                  </a:cubicBezTo>
                  <a:cubicBezTo>
                    <a:pt x="2012" y="929"/>
                    <a:pt x="1953" y="858"/>
                    <a:pt x="1857" y="858"/>
                  </a:cubicBezTo>
                  <a:lnTo>
                    <a:pt x="1762" y="858"/>
                  </a:lnTo>
                  <a:cubicBezTo>
                    <a:pt x="1738" y="763"/>
                    <a:pt x="1703" y="667"/>
                    <a:pt x="1655" y="596"/>
                  </a:cubicBezTo>
                  <a:lnTo>
                    <a:pt x="1727" y="524"/>
                  </a:lnTo>
                  <a:cubicBezTo>
                    <a:pt x="1786" y="465"/>
                    <a:pt x="1786" y="358"/>
                    <a:pt x="1727" y="298"/>
                  </a:cubicBezTo>
                  <a:cubicBezTo>
                    <a:pt x="1697" y="268"/>
                    <a:pt x="1655" y="254"/>
                    <a:pt x="1613" y="254"/>
                  </a:cubicBezTo>
                  <a:cubicBezTo>
                    <a:pt x="1572" y="254"/>
                    <a:pt x="1530" y="268"/>
                    <a:pt x="1500" y="298"/>
                  </a:cubicBezTo>
                  <a:lnTo>
                    <a:pt x="1429" y="370"/>
                  </a:lnTo>
                  <a:cubicBezTo>
                    <a:pt x="1357" y="334"/>
                    <a:pt x="1262" y="286"/>
                    <a:pt x="1179" y="274"/>
                  </a:cubicBezTo>
                  <a:lnTo>
                    <a:pt x="1179" y="167"/>
                  </a:lnTo>
                  <a:cubicBezTo>
                    <a:pt x="1179" y="72"/>
                    <a:pt x="1107" y="1"/>
                    <a:pt x="10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4"/>
            <p:cNvSpPr/>
            <p:nvPr/>
          </p:nvSpPr>
          <p:spPr>
            <a:xfrm>
              <a:off x="864062" y="2987843"/>
              <a:ext cx="264084" cy="244443"/>
            </a:xfrm>
            <a:custGeom>
              <a:avLst/>
              <a:gdLst/>
              <a:ahLst/>
              <a:cxnLst/>
              <a:rect l="l" t="t" r="r" b="b"/>
              <a:pathLst>
                <a:path w="8336" h="7716" extrusionOk="0">
                  <a:moveTo>
                    <a:pt x="2513" y="1"/>
                  </a:moveTo>
                  <a:cubicBezTo>
                    <a:pt x="2477" y="1"/>
                    <a:pt x="2418" y="13"/>
                    <a:pt x="2370" y="24"/>
                  </a:cubicBezTo>
                  <a:cubicBezTo>
                    <a:pt x="1834" y="167"/>
                    <a:pt x="1442" y="667"/>
                    <a:pt x="1442" y="1263"/>
                  </a:cubicBezTo>
                  <a:lnTo>
                    <a:pt x="1442" y="1358"/>
                  </a:lnTo>
                  <a:cubicBezTo>
                    <a:pt x="953" y="1513"/>
                    <a:pt x="632" y="2013"/>
                    <a:pt x="632" y="2560"/>
                  </a:cubicBezTo>
                  <a:cubicBezTo>
                    <a:pt x="632" y="2751"/>
                    <a:pt x="680" y="2941"/>
                    <a:pt x="751" y="3120"/>
                  </a:cubicBezTo>
                  <a:cubicBezTo>
                    <a:pt x="287" y="3453"/>
                    <a:pt x="1" y="4001"/>
                    <a:pt x="1" y="4596"/>
                  </a:cubicBezTo>
                  <a:cubicBezTo>
                    <a:pt x="1" y="4966"/>
                    <a:pt x="108" y="5323"/>
                    <a:pt x="322" y="5620"/>
                  </a:cubicBezTo>
                  <a:cubicBezTo>
                    <a:pt x="346" y="5675"/>
                    <a:pt x="395" y="5699"/>
                    <a:pt x="446" y="5699"/>
                  </a:cubicBezTo>
                  <a:cubicBezTo>
                    <a:pt x="473" y="5699"/>
                    <a:pt x="500" y="5692"/>
                    <a:pt x="525" y="5680"/>
                  </a:cubicBezTo>
                  <a:cubicBezTo>
                    <a:pt x="620" y="5644"/>
                    <a:pt x="644" y="5537"/>
                    <a:pt x="584" y="5442"/>
                  </a:cubicBezTo>
                  <a:cubicBezTo>
                    <a:pt x="406" y="5192"/>
                    <a:pt x="322" y="4894"/>
                    <a:pt x="322" y="4596"/>
                  </a:cubicBezTo>
                  <a:cubicBezTo>
                    <a:pt x="322" y="4061"/>
                    <a:pt x="596" y="3573"/>
                    <a:pt x="1037" y="3311"/>
                  </a:cubicBezTo>
                  <a:cubicBezTo>
                    <a:pt x="1037" y="3311"/>
                    <a:pt x="1049" y="3311"/>
                    <a:pt x="1049" y="3299"/>
                  </a:cubicBezTo>
                  <a:cubicBezTo>
                    <a:pt x="1049" y="3299"/>
                    <a:pt x="1327" y="3093"/>
                    <a:pt x="1883" y="3093"/>
                  </a:cubicBezTo>
                  <a:cubicBezTo>
                    <a:pt x="1925" y="3093"/>
                    <a:pt x="1968" y="3094"/>
                    <a:pt x="2013" y="3096"/>
                  </a:cubicBezTo>
                  <a:cubicBezTo>
                    <a:pt x="2108" y="3096"/>
                    <a:pt x="2180" y="3037"/>
                    <a:pt x="2180" y="2941"/>
                  </a:cubicBezTo>
                  <a:cubicBezTo>
                    <a:pt x="2180" y="2858"/>
                    <a:pt x="2120" y="2775"/>
                    <a:pt x="2025" y="2775"/>
                  </a:cubicBezTo>
                  <a:cubicBezTo>
                    <a:pt x="2000" y="2774"/>
                    <a:pt x="1975" y="2774"/>
                    <a:pt x="1950" y="2774"/>
                  </a:cubicBezTo>
                  <a:cubicBezTo>
                    <a:pt x="1502" y="2774"/>
                    <a:pt x="1182" y="2874"/>
                    <a:pt x="1013" y="2953"/>
                  </a:cubicBezTo>
                  <a:cubicBezTo>
                    <a:pt x="953" y="2834"/>
                    <a:pt x="941" y="2703"/>
                    <a:pt x="941" y="2560"/>
                  </a:cubicBezTo>
                  <a:cubicBezTo>
                    <a:pt x="941" y="2108"/>
                    <a:pt x="1239" y="1727"/>
                    <a:pt x="1644" y="1632"/>
                  </a:cubicBezTo>
                  <a:cubicBezTo>
                    <a:pt x="1680" y="1632"/>
                    <a:pt x="1882" y="1632"/>
                    <a:pt x="2013" y="1763"/>
                  </a:cubicBezTo>
                  <a:cubicBezTo>
                    <a:pt x="2120" y="1870"/>
                    <a:pt x="2180" y="2025"/>
                    <a:pt x="2180" y="2239"/>
                  </a:cubicBezTo>
                  <a:cubicBezTo>
                    <a:pt x="2180" y="2334"/>
                    <a:pt x="2251" y="2406"/>
                    <a:pt x="2323" y="2406"/>
                  </a:cubicBezTo>
                  <a:cubicBezTo>
                    <a:pt x="2418" y="2406"/>
                    <a:pt x="2489" y="2334"/>
                    <a:pt x="2489" y="2239"/>
                  </a:cubicBezTo>
                  <a:cubicBezTo>
                    <a:pt x="2489" y="1929"/>
                    <a:pt x="2394" y="1691"/>
                    <a:pt x="2215" y="1525"/>
                  </a:cubicBezTo>
                  <a:cubicBezTo>
                    <a:pt x="2073" y="1394"/>
                    <a:pt x="1882" y="1334"/>
                    <a:pt x="1763" y="1322"/>
                  </a:cubicBezTo>
                  <a:lnTo>
                    <a:pt x="1763" y="1275"/>
                  </a:lnTo>
                  <a:cubicBezTo>
                    <a:pt x="1763" y="846"/>
                    <a:pt x="2037" y="453"/>
                    <a:pt x="2430" y="358"/>
                  </a:cubicBezTo>
                  <a:cubicBezTo>
                    <a:pt x="2477" y="334"/>
                    <a:pt x="2513" y="334"/>
                    <a:pt x="2561" y="322"/>
                  </a:cubicBezTo>
                  <a:lnTo>
                    <a:pt x="2846" y="322"/>
                  </a:lnTo>
                  <a:cubicBezTo>
                    <a:pt x="3370" y="322"/>
                    <a:pt x="3799" y="751"/>
                    <a:pt x="3799" y="1275"/>
                  </a:cubicBezTo>
                  <a:lnTo>
                    <a:pt x="3799" y="4608"/>
                  </a:lnTo>
                  <a:cubicBezTo>
                    <a:pt x="3311" y="4644"/>
                    <a:pt x="2858" y="4835"/>
                    <a:pt x="2513" y="5180"/>
                  </a:cubicBezTo>
                  <a:cubicBezTo>
                    <a:pt x="2477" y="5216"/>
                    <a:pt x="2454" y="5311"/>
                    <a:pt x="2489" y="5370"/>
                  </a:cubicBezTo>
                  <a:cubicBezTo>
                    <a:pt x="2513" y="5430"/>
                    <a:pt x="2573" y="5442"/>
                    <a:pt x="2620" y="5442"/>
                  </a:cubicBezTo>
                  <a:cubicBezTo>
                    <a:pt x="2668" y="5442"/>
                    <a:pt x="2715" y="5430"/>
                    <a:pt x="2739" y="5394"/>
                  </a:cubicBezTo>
                  <a:cubicBezTo>
                    <a:pt x="3037" y="5097"/>
                    <a:pt x="3454" y="4918"/>
                    <a:pt x="3894" y="4918"/>
                  </a:cubicBezTo>
                  <a:cubicBezTo>
                    <a:pt x="4168" y="5192"/>
                    <a:pt x="4335" y="5573"/>
                    <a:pt x="4335" y="5978"/>
                  </a:cubicBezTo>
                  <a:cubicBezTo>
                    <a:pt x="4335" y="6382"/>
                    <a:pt x="4168" y="6763"/>
                    <a:pt x="3894" y="7037"/>
                  </a:cubicBezTo>
                  <a:cubicBezTo>
                    <a:pt x="3656" y="7263"/>
                    <a:pt x="3335" y="7394"/>
                    <a:pt x="3013" y="7394"/>
                  </a:cubicBezTo>
                  <a:cubicBezTo>
                    <a:pt x="2358" y="7394"/>
                    <a:pt x="1811" y="6882"/>
                    <a:pt x="1703" y="6204"/>
                  </a:cubicBezTo>
                  <a:cubicBezTo>
                    <a:pt x="1763" y="6097"/>
                    <a:pt x="1942" y="5787"/>
                    <a:pt x="2215" y="5680"/>
                  </a:cubicBezTo>
                  <a:cubicBezTo>
                    <a:pt x="2299" y="5656"/>
                    <a:pt x="2358" y="5561"/>
                    <a:pt x="2323" y="5489"/>
                  </a:cubicBezTo>
                  <a:cubicBezTo>
                    <a:pt x="2304" y="5413"/>
                    <a:pt x="2239" y="5375"/>
                    <a:pt x="2171" y="5375"/>
                  </a:cubicBezTo>
                  <a:cubicBezTo>
                    <a:pt x="2154" y="5375"/>
                    <a:pt x="2137" y="5377"/>
                    <a:pt x="2120" y="5382"/>
                  </a:cubicBezTo>
                  <a:cubicBezTo>
                    <a:pt x="1775" y="5513"/>
                    <a:pt x="1549" y="5847"/>
                    <a:pt x="1442" y="6013"/>
                  </a:cubicBezTo>
                  <a:cubicBezTo>
                    <a:pt x="1287" y="5978"/>
                    <a:pt x="1132" y="5918"/>
                    <a:pt x="989" y="5835"/>
                  </a:cubicBezTo>
                  <a:cubicBezTo>
                    <a:pt x="956" y="5816"/>
                    <a:pt x="920" y="5806"/>
                    <a:pt x="887" y="5806"/>
                  </a:cubicBezTo>
                  <a:cubicBezTo>
                    <a:pt x="837" y="5806"/>
                    <a:pt x="791" y="5828"/>
                    <a:pt x="763" y="5870"/>
                  </a:cubicBezTo>
                  <a:cubicBezTo>
                    <a:pt x="715" y="5954"/>
                    <a:pt x="727" y="6049"/>
                    <a:pt x="810" y="6097"/>
                  </a:cubicBezTo>
                  <a:cubicBezTo>
                    <a:pt x="989" y="6216"/>
                    <a:pt x="1191" y="6287"/>
                    <a:pt x="1406" y="6323"/>
                  </a:cubicBezTo>
                  <a:cubicBezTo>
                    <a:pt x="1549" y="7121"/>
                    <a:pt x="2239" y="7716"/>
                    <a:pt x="3025" y="7716"/>
                  </a:cubicBezTo>
                  <a:cubicBezTo>
                    <a:pt x="3430" y="7716"/>
                    <a:pt x="3823" y="7561"/>
                    <a:pt x="4120" y="7275"/>
                  </a:cubicBezTo>
                  <a:lnTo>
                    <a:pt x="4168" y="7228"/>
                  </a:lnTo>
                  <a:lnTo>
                    <a:pt x="4216" y="7275"/>
                  </a:lnTo>
                  <a:cubicBezTo>
                    <a:pt x="4251" y="7299"/>
                    <a:pt x="4287" y="7335"/>
                    <a:pt x="4323" y="7359"/>
                  </a:cubicBezTo>
                  <a:cubicBezTo>
                    <a:pt x="4609" y="7597"/>
                    <a:pt x="4966" y="7716"/>
                    <a:pt x="5311" y="7716"/>
                  </a:cubicBezTo>
                  <a:cubicBezTo>
                    <a:pt x="6109" y="7716"/>
                    <a:pt x="6787" y="7121"/>
                    <a:pt x="6942" y="6323"/>
                  </a:cubicBezTo>
                  <a:cubicBezTo>
                    <a:pt x="7168" y="6287"/>
                    <a:pt x="7371" y="6204"/>
                    <a:pt x="7561" y="6085"/>
                  </a:cubicBezTo>
                  <a:cubicBezTo>
                    <a:pt x="7633" y="6037"/>
                    <a:pt x="7657" y="5954"/>
                    <a:pt x="7621" y="5870"/>
                  </a:cubicBezTo>
                  <a:cubicBezTo>
                    <a:pt x="7589" y="5816"/>
                    <a:pt x="7538" y="5781"/>
                    <a:pt x="7478" y="5781"/>
                  </a:cubicBezTo>
                  <a:cubicBezTo>
                    <a:pt x="7448" y="5781"/>
                    <a:pt x="7415" y="5791"/>
                    <a:pt x="7383" y="5811"/>
                  </a:cubicBezTo>
                  <a:cubicBezTo>
                    <a:pt x="7240" y="5918"/>
                    <a:pt x="7061" y="5978"/>
                    <a:pt x="6883" y="6013"/>
                  </a:cubicBezTo>
                  <a:cubicBezTo>
                    <a:pt x="6787" y="5835"/>
                    <a:pt x="6573" y="5513"/>
                    <a:pt x="6204" y="5382"/>
                  </a:cubicBezTo>
                  <a:cubicBezTo>
                    <a:pt x="6187" y="5377"/>
                    <a:pt x="6171" y="5375"/>
                    <a:pt x="6154" y="5375"/>
                  </a:cubicBezTo>
                  <a:cubicBezTo>
                    <a:pt x="6089" y="5375"/>
                    <a:pt x="6030" y="5413"/>
                    <a:pt x="6002" y="5489"/>
                  </a:cubicBezTo>
                  <a:cubicBezTo>
                    <a:pt x="5978" y="5573"/>
                    <a:pt x="6025" y="5656"/>
                    <a:pt x="6109" y="5680"/>
                  </a:cubicBezTo>
                  <a:cubicBezTo>
                    <a:pt x="6383" y="5787"/>
                    <a:pt x="6561" y="6097"/>
                    <a:pt x="6621" y="6204"/>
                  </a:cubicBezTo>
                  <a:cubicBezTo>
                    <a:pt x="6525" y="6882"/>
                    <a:pt x="5966" y="7394"/>
                    <a:pt x="5311" y="7394"/>
                  </a:cubicBezTo>
                  <a:cubicBezTo>
                    <a:pt x="5037" y="7394"/>
                    <a:pt x="4751" y="7287"/>
                    <a:pt x="4513" y="7109"/>
                  </a:cubicBezTo>
                  <a:cubicBezTo>
                    <a:pt x="4478" y="7085"/>
                    <a:pt x="4454" y="7061"/>
                    <a:pt x="4418" y="7037"/>
                  </a:cubicBezTo>
                  <a:cubicBezTo>
                    <a:pt x="4394" y="7025"/>
                    <a:pt x="4382" y="6990"/>
                    <a:pt x="4347" y="6966"/>
                  </a:cubicBezTo>
                  <a:cubicBezTo>
                    <a:pt x="4537" y="6680"/>
                    <a:pt x="4644" y="6323"/>
                    <a:pt x="4644" y="5966"/>
                  </a:cubicBezTo>
                  <a:cubicBezTo>
                    <a:pt x="4644" y="5859"/>
                    <a:pt x="4632" y="5775"/>
                    <a:pt x="4620" y="5680"/>
                  </a:cubicBezTo>
                  <a:lnTo>
                    <a:pt x="4620" y="5680"/>
                  </a:lnTo>
                  <a:cubicBezTo>
                    <a:pt x="5430" y="5859"/>
                    <a:pt x="5728" y="6251"/>
                    <a:pt x="5823" y="6430"/>
                  </a:cubicBezTo>
                  <a:cubicBezTo>
                    <a:pt x="5844" y="6482"/>
                    <a:pt x="5910" y="6516"/>
                    <a:pt x="5973" y="6516"/>
                  </a:cubicBezTo>
                  <a:cubicBezTo>
                    <a:pt x="5983" y="6516"/>
                    <a:pt x="5992" y="6515"/>
                    <a:pt x="6002" y="6513"/>
                  </a:cubicBezTo>
                  <a:cubicBezTo>
                    <a:pt x="6109" y="6501"/>
                    <a:pt x="6168" y="6382"/>
                    <a:pt x="6121" y="6275"/>
                  </a:cubicBezTo>
                  <a:cubicBezTo>
                    <a:pt x="5990" y="6025"/>
                    <a:pt x="5633" y="5561"/>
                    <a:pt x="4656" y="5370"/>
                  </a:cubicBezTo>
                  <a:cubicBezTo>
                    <a:pt x="4646" y="5367"/>
                    <a:pt x="4634" y="5365"/>
                    <a:pt x="4622" y="5365"/>
                  </a:cubicBezTo>
                  <a:cubicBezTo>
                    <a:pt x="4594" y="5365"/>
                    <a:pt x="4562" y="5374"/>
                    <a:pt x="4537" y="5382"/>
                  </a:cubicBezTo>
                  <a:cubicBezTo>
                    <a:pt x="4501" y="5239"/>
                    <a:pt x="4418" y="5097"/>
                    <a:pt x="4347" y="4977"/>
                  </a:cubicBezTo>
                  <a:cubicBezTo>
                    <a:pt x="4359" y="4954"/>
                    <a:pt x="4394" y="4942"/>
                    <a:pt x="4418" y="4906"/>
                  </a:cubicBezTo>
                  <a:cubicBezTo>
                    <a:pt x="4859" y="4906"/>
                    <a:pt x="5252" y="5073"/>
                    <a:pt x="5573" y="5382"/>
                  </a:cubicBezTo>
                  <a:cubicBezTo>
                    <a:pt x="5597" y="5418"/>
                    <a:pt x="5644" y="5430"/>
                    <a:pt x="5692" y="5430"/>
                  </a:cubicBezTo>
                  <a:cubicBezTo>
                    <a:pt x="5752" y="5430"/>
                    <a:pt x="5787" y="5394"/>
                    <a:pt x="5823" y="5358"/>
                  </a:cubicBezTo>
                  <a:cubicBezTo>
                    <a:pt x="5847" y="5299"/>
                    <a:pt x="5847" y="5204"/>
                    <a:pt x="5787" y="5156"/>
                  </a:cubicBezTo>
                  <a:cubicBezTo>
                    <a:pt x="5454" y="4823"/>
                    <a:pt x="4990" y="4608"/>
                    <a:pt x="4513" y="4596"/>
                  </a:cubicBezTo>
                  <a:lnTo>
                    <a:pt x="4513" y="1251"/>
                  </a:lnTo>
                  <a:cubicBezTo>
                    <a:pt x="4513" y="727"/>
                    <a:pt x="4942" y="298"/>
                    <a:pt x="5466" y="298"/>
                  </a:cubicBezTo>
                  <a:lnTo>
                    <a:pt x="5752" y="298"/>
                  </a:lnTo>
                  <a:cubicBezTo>
                    <a:pt x="5787" y="298"/>
                    <a:pt x="5835" y="310"/>
                    <a:pt x="5883" y="310"/>
                  </a:cubicBezTo>
                  <a:cubicBezTo>
                    <a:pt x="6287" y="417"/>
                    <a:pt x="6549" y="786"/>
                    <a:pt x="6549" y="1227"/>
                  </a:cubicBezTo>
                  <a:lnTo>
                    <a:pt x="6549" y="1275"/>
                  </a:lnTo>
                  <a:cubicBezTo>
                    <a:pt x="6418" y="1287"/>
                    <a:pt x="6240" y="1334"/>
                    <a:pt x="6085" y="1489"/>
                  </a:cubicBezTo>
                  <a:cubicBezTo>
                    <a:pt x="5906" y="1644"/>
                    <a:pt x="5823" y="1882"/>
                    <a:pt x="5823" y="2203"/>
                  </a:cubicBezTo>
                  <a:cubicBezTo>
                    <a:pt x="5823" y="2287"/>
                    <a:pt x="5883" y="2346"/>
                    <a:pt x="5954" y="2358"/>
                  </a:cubicBezTo>
                  <a:cubicBezTo>
                    <a:pt x="5967" y="2361"/>
                    <a:pt x="5979" y="2362"/>
                    <a:pt x="5990" y="2362"/>
                  </a:cubicBezTo>
                  <a:cubicBezTo>
                    <a:pt x="6077" y="2362"/>
                    <a:pt x="6133" y="2287"/>
                    <a:pt x="6133" y="2203"/>
                  </a:cubicBezTo>
                  <a:cubicBezTo>
                    <a:pt x="6133" y="1977"/>
                    <a:pt x="6192" y="1822"/>
                    <a:pt x="6299" y="1727"/>
                  </a:cubicBezTo>
                  <a:cubicBezTo>
                    <a:pt x="6430" y="1584"/>
                    <a:pt x="6621" y="1584"/>
                    <a:pt x="6668" y="1584"/>
                  </a:cubicBezTo>
                  <a:cubicBezTo>
                    <a:pt x="7073" y="1679"/>
                    <a:pt x="7371" y="2060"/>
                    <a:pt x="7371" y="2513"/>
                  </a:cubicBezTo>
                  <a:cubicBezTo>
                    <a:pt x="7371" y="2644"/>
                    <a:pt x="7335" y="2775"/>
                    <a:pt x="7299" y="2918"/>
                  </a:cubicBezTo>
                  <a:cubicBezTo>
                    <a:pt x="7138" y="2832"/>
                    <a:pt x="6840" y="2736"/>
                    <a:pt x="6424" y="2736"/>
                  </a:cubicBezTo>
                  <a:cubicBezTo>
                    <a:pt x="6380" y="2736"/>
                    <a:pt x="6334" y="2737"/>
                    <a:pt x="6287" y="2739"/>
                  </a:cubicBezTo>
                  <a:cubicBezTo>
                    <a:pt x="6192" y="2739"/>
                    <a:pt x="6133" y="2799"/>
                    <a:pt x="6121" y="2882"/>
                  </a:cubicBezTo>
                  <a:cubicBezTo>
                    <a:pt x="6109" y="2989"/>
                    <a:pt x="6192" y="3061"/>
                    <a:pt x="6287" y="3061"/>
                  </a:cubicBezTo>
                  <a:cubicBezTo>
                    <a:pt x="6317" y="3059"/>
                    <a:pt x="6346" y="3059"/>
                    <a:pt x="6374" y="3059"/>
                  </a:cubicBezTo>
                  <a:cubicBezTo>
                    <a:pt x="6937" y="3059"/>
                    <a:pt x="7240" y="3275"/>
                    <a:pt x="7252" y="3275"/>
                  </a:cubicBezTo>
                  <a:lnTo>
                    <a:pt x="7264" y="3287"/>
                  </a:lnTo>
                  <a:cubicBezTo>
                    <a:pt x="7716" y="3537"/>
                    <a:pt x="7978" y="4025"/>
                    <a:pt x="7978" y="4561"/>
                  </a:cubicBezTo>
                  <a:cubicBezTo>
                    <a:pt x="7978" y="4858"/>
                    <a:pt x="7895" y="5144"/>
                    <a:pt x="7740" y="5382"/>
                  </a:cubicBezTo>
                  <a:cubicBezTo>
                    <a:pt x="7692" y="5454"/>
                    <a:pt x="7716" y="5549"/>
                    <a:pt x="7776" y="5608"/>
                  </a:cubicBezTo>
                  <a:cubicBezTo>
                    <a:pt x="7799" y="5632"/>
                    <a:pt x="7835" y="5632"/>
                    <a:pt x="7871" y="5632"/>
                  </a:cubicBezTo>
                  <a:cubicBezTo>
                    <a:pt x="7930" y="5632"/>
                    <a:pt x="7978" y="5608"/>
                    <a:pt x="8014" y="5561"/>
                  </a:cubicBezTo>
                  <a:cubicBezTo>
                    <a:pt x="8204" y="5263"/>
                    <a:pt x="8311" y="4918"/>
                    <a:pt x="8311" y="4561"/>
                  </a:cubicBezTo>
                  <a:cubicBezTo>
                    <a:pt x="8335" y="4001"/>
                    <a:pt x="8061" y="3453"/>
                    <a:pt x="7597" y="3120"/>
                  </a:cubicBezTo>
                  <a:cubicBezTo>
                    <a:pt x="7680" y="2941"/>
                    <a:pt x="7716" y="2751"/>
                    <a:pt x="7716" y="2560"/>
                  </a:cubicBezTo>
                  <a:cubicBezTo>
                    <a:pt x="7716" y="2013"/>
                    <a:pt x="7371" y="1537"/>
                    <a:pt x="6895" y="1358"/>
                  </a:cubicBezTo>
                  <a:lnTo>
                    <a:pt x="6895" y="1263"/>
                  </a:lnTo>
                  <a:cubicBezTo>
                    <a:pt x="6895" y="679"/>
                    <a:pt x="6525" y="179"/>
                    <a:pt x="5978" y="24"/>
                  </a:cubicBezTo>
                  <a:cubicBezTo>
                    <a:pt x="5930" y="13"/>
                    <a:pt x="5871" y="13"/>
                    <a:pt x="5823" y="1"/>
                  </a:cubicBezTo>
                  <a:lnTo>
                    <a:pt x="5478" y="1"/>
                  </a:lnTo>
                  <a:cubicBezTo>
                    <a:pt x="4787" y="1"/>
                    <a:pt x="4216" y="560"/>
                    <a:pt x="4216" y="1263"/>
                  </a:cubicBezTo>
                  <a:lnTo>
                    <a:pt x="4216" y="4692"/>
                  </a:lnTo>
                  <a:lnTo>
                    <a:pt x="4168" y="4727"/>
                  </a:lnTo>
                  <a:lnTo>
                    <a:pt x="4120" y="4692"/>
                  </a:lnTo>
                  <a:lnTo>
                    <a:pt x="4120" y="1263"/>
                  </a:lnTo>
                  <a:cubicBezTo>
                    <a:pt x="4120" y="560"/>
                    <a:pt x="3561" y="1"/>
                    <a:pt x="2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4"/>
            <p:cNvSpPr/>
            <p:nvPr/>
          </p:nvSpPr>
          <p:spPr>
            <a:xfrm>
              <a:off x="1022494" y="3006724"/>
              <a:ext cx="44162" cy="22271"/>
            </a:xfrm>
            <a:custGeom>
              <a:avLst/>
              <a:gdLst/>
              <a:ahLst/>
              <a:cxnLst/>
              <a:rect l="l" t="t" r="r" b="b"/>
              <a:pathLst>
                <a:path w="1394" h="703" extrusionOk="0">
                  <a:moveTo>
                    <a:pt x="454" y="0"/>
                  </a:moveTo>
                  <a:cubicBezTo>
                    <a:pt x="402" y="0"/>
                    <a:pt x="350" y="4"/>
                    <a:pt x="298" y="12"/>
                  </a:cubicBezTo>
                  <a:lnTo>
                    <a:pt x="155" y="24"/>
                  </a:lnTo>
                  <a:cubicBezTo>
                    <a:pt x="60" y="48"/>
                    <a:pt x="0" y="119"/>
                    <a:pt x="12" y="202"/>
                  </a:cubicBezTo>
                  <a:cubicBezTo>
                    <a:pt x="34" y="290"/>
                    <a:pt x="96" y="347"/>
                    <a:pt x="170" y="347"/>
                  </a:cubicBezTo>
                  <a:cubicBezTo>
                    <a:pt x="177" y="347"/>
                    <a:pt x="184" y="346"/>
                    <a:pt x="191" y="345"/>
                  </a:cubicBezTo>
                  <a:lnTo>
                    <a:pt x="346" y="321"/>
                  </a:lnTo>
                  <a:cubicBezTo>
                    <a:pt x="370" y="319"/>
                    <a:pt x="394" y="318"/>
                    <a:pt x="417" y="318"/>
                  </a:cubicBezTo>
                  <a:cubicBezTo>
                    <a:pt x="675" y="318"/>
                    <a:pt x="908" y="436"/>
                    <a:pt x="1072" y="643"/>
                  </a:cubicBezTo>
                  <a:cubicBezTo>
                    <a:pt x="1108" y="679"/>
                    <a:pt x="1143" y="702"/>
                    <a:pt x="1203" y="702"/>
                  </a:cubicBezTo>
                  <a:cubicBezTo>
                    <a:pt x="1239" y="702"/>
                    <a:pt x="1286" y="679"/>
                    <a:pt x="1298" y="667"/>
                  </a:cubicBezTo>
                  <a:cubicBezTo>
                    <a:pt x="1370" y="607"/>
                    <a:pt x="1394" y="524"/>
                    <a:pt x="1334" y="440"/>
                  </a:cubicBezTo>
                  <a:cubicBezTo>
                    <a:pt x="1126" y="171"/>
                    <a:pt x="802" y="0"/>
                    <a:pt x="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4"/>
            <p:cNvSpPr/>
            <p:nvPr/>
          </p:nvSpPr>
          <p:spPr>
            <a:xfrm>
              <a:off x="1086234" y="3100244"/>
              <a:ext cx="28322" cy="37002"/>
            </a:xfrm>
            <a:custGeom>
              <a:avLst/>
              <a:gdLst/>
              <a:ahLst/>
              <a:cxnLst/>
              <a:rect l="l" t="t" r="r" b="b"/>
              <a:pathLst>
                <a:path w="894" h="1168" extrusionOk="0">
                  <a:moveTo>
                    <a:pt x="181" y="1"/>
                  </a:moveTo>
                  <a:cubicBezTo>
                    <a:pt x="115" y="1"/>
                    <a:pt x="55" y="44"/>
                    <a:pt x="36" y="108"/>
                  </a:cubicBezTo>
                  <a:cubicBezTo>
                    <a:pt x="1" y="203"/>
                    <a:pt x="48" y="286"/>
                    <a:pt x="132" y="322"/>
                  </a:cubicBezTo>
                  <a:cubicBezTo>
                    <a:pt x="525" y="441"/>
                    <a:pt x="572" y="1025"/>
                    <a:pt x="572" y="1025"/>
                  </a:cubicBezTo>
                  <a:cubicBezTo>
                    <a:pt x="572" y="1108"/>
                    <a:pt x="644" y="1168"/>
                    <a:pt x="727" y="1168"/>
                  </a:cubicBezTo>
                  <a:lnTo>
                    <a:pt x="751" y="1168"/>
                  </a:lnTo>
                  <a:cubicBezTo>
                    <a:pt x="822" y="1168"/>
                    <a:pt x="894" y="1096"/>
                    <a:pt x="894" y="1001"/>
                  </a:cubicBezTo>
                  <a:cubicBezTo>
                    <a:pt x="894" y="977"/>
                    <a:pt x="846" y="203"/>
                    <a:pt x="239" y="13"/>
                  </a:cubicBezTo>
                  <a:cubicBezTo>
                    <a:pt x="220" y="4"/>
                    <a:pt x="200"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4"/>
            <p:cNvSpPr/>
            <p:nvPr/>
          </p:nvSpPr>
          <p:spPr>
            <a:xfrm>
              <a:off x="1023634" y="3077941"/>
              <a:ext cx="26041" cy="49167"/>
            </a:xfrm>
            <a:custGeom>
              <a:avLst/>
              <a:gdLst/>
              <a:ahLst/>
              <a:cxnLst/>
              <a:rect l="l" t="t" r="r" b="b"/>
              <a:pathLst>
                <a:path w="822" h="1552" extrusionOk="0">
                  <a:moveTo>
                    <a:pt x="646" y="0"/>
                  </a:moveTo>
                  <a:cubicBezTo>
                    <a:pt x="617" y="0"/>
                    <a:pt x="588" y="9"/>
                    <a:pt x="560" y="26"/>
                  </a:cubicBezTo>
                  <a:cubicBezTo>
                    <a:pt x="345" y="181"/>
                    <a:pt x="0" y="538"/>
                    <a:pt x="0" y="1383"/>
                  </a:cubicBezTo>
                  <a:cubicBezTo>
                    <a:pt x="0" y="1462"/>
                    <a:pt x="74" y="1551"/>
                    <a:pt x="163" y="1551"/>
                  </a:cubicBezTo>
                  <a:cubicBezTo>
                    <a:pt x="168" y="1551"/>
                    <a:pt x="173" y="1551"/>
                    <a:pt x="179" y="1550"/>
                  </a:cubicBezTo>
                  <a:cubicBezTo>
                    <a:pt x="250" y="1526"/>
                    <a:pt x="310" y="1455"/>
                    <a:pt x="310" y="1383"/>
                  </a:cubicBezTo>
                  <a:cubicBezTo>
                    <a:pt x="310" y="681"/>
                    <a:pt x="584" y="395"/>
                    <a:pt x="726" y="312"/>
                  </a:cubicBezTo>
                  <a:cubicBezTo>
                    <a:pt x="786" y="264"/>
                    <a:pt x="822" y="205"/>
                    <a:pt x="798" y="133"/>
                  </a:cubicBezTo>
                  <a:cubicBezTo>
                    <a:pt x="781" y="49"/>
                    <a:pt x="716"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4"/>
            <p:cNvSpPr/>
            <p:nvPr/>
          </p:nvSpPr>
          <p:spPr>
            <a:xfrm>
              <a:off x="924413" y="3006819"/>
              <a:ext cx="44162" cy="22176"/>
            </a:xfrm>
            <a:custGeom>
              <a:avLst/>
              <a:gdLst/>
              <a:ahLst/>
              <a:cxnLst/>
              <a:rect l="l" t="t" r="r" b="b"/>
              <a:pathLst>
                <a:path w="1394" h="700" extrusionOk="0">
                  <a:moveTo>
                    <a:pt x="963" y="1"/>
                  </a:moveTo>
                  <a:cubicBezTo>
                    <a:pt x="614" y="1"/>
                    <a:pt x="272" y="163"/>
                    <a:pt x="60" y="437"/>
                  </a:cubicBezTo>
                  <a:cubicBezTo>
                    <a:pt x="1" y="521"/>
                    <a:pt x="25" y="616"/>
                    <a:pt x="96" y="664"/>
                  </a:cubicBezTo>
                  <a:cubicBezTo>
                    <a:pt x="120" y="676"/>
                    <a:pt x="156" y="699"/>
                    <a:pt x="179" y="699"/>
                  </a:cubicBezTo>
                  <a:cubicBezTo>
                    <a:pt x="227" y="699"/>
                    <a:pt x="287" y="664"/>
                    <a:pt x="322" y="640"/>
                  </a:cubicBezTo>
                  <a:cubicBezTo>
                    <a:pt x="464" y="433"/>
                    <a:pt x="716" y="315"/>
                    <a:pt x="976" y="315"/>
                  </a:cubicBezTo>
                  <a:cubicBezTo>
                    <a:pt x="1000" y="315"/>
                    <a:pt x="1025" y="316"/>
                    <a:pt x="1049" y="318"/>
                  </a:cubicBezTo>
                  <a:lnTo>
                    <a:pt x="1191" y="342"/>
                  </a:lnTo>
                  <a:cubicBezTo>
                    <a:pt x="1200" y="343"/>
                    <a:pt x="1208" y="344"/>
                    <a:pt x="1215" y="344"/>
                  </a:cubicBezTo>
                  <a:cubicBezTo>
                    <a:pt x="1298" y="344"/>
                    <a:pt x="1359" y="287"/>
                    <a:pt x="1370" y="199"/>
                  </a:cubicBezTo>
                  <a:cubicBezTo>
                    <a:pt x="1394" y="116"/>
                    <a:pt x="1334" y="21"/>
                    <a:pt x="1239" y="21"/>
                  </a:cubicBezTo>
                  <a:lnTo>
                    <a:pt x="1096" y="9"/>
                  </a:lnTo>
                  <a:cubicBezTo>
                    <a:pt x="1052" y="3"/>
                    <a:pt x="1007"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4"/>
            <p:cNvSpPr/>
            <p:nvPr/>
          </p:nvSpPr>
          <p:spPr>
            <a:xfrm>
              <a:off x="929703" y="3158757"/>
              <a:ext cx="56232" cy="41849"/>
            </a:xfrm>
            <a:custGeom>
              <a:avLst/>
              <a:gdLst/>
              <a:ahLst/>
              <a:cxnLst/>
              <a:rect l="l" t="t" r="r" b="b"/>
              <a:pathLst>
                <a:path w="1775" h="1321" extrusionOk="0">
                  <a:moveTo>
                    <a:pt x="1604" y="1"/>
                  </a:moveTo>
                  <a:cubicBezTo>
                    <a:pt x="1586" y="1"/>
                    <a:pt x="1567" y="4"/>
                    <a:pt x="1548" y="11"/>
                  </a:cubicBezTo>
                  <a:cubicBezTo>
                    <a:pt x="179" y="309"/>
                    <a:pt x="36" y="1095"/>
                    <a:pt x="12" y="1118"/>
                  </a:cubicBezTo>
                  <a:cubicBezTo>
                    <a:pt x="1" y="1214"/>
                    <a:pt x="60" y="1297"/>
                    <a:pt x="155" y="1321"/>
                  </a:cubicBezTo>
                  <a:lnTo>
                    <a:pt x="179" y="1321"/>
                  </a:lnTo>
                  <a:cubicBezTo>
                    <a:pt x="251" y="1321"/>
                    <a:pt x="334" y="1261"/>
                    <a:pt x="346" y="1178"/>
                  </a:cubicBezTo>
                  <a:cubicBezTo>
                    <a:pt x="346" y="1178"/>
                    <a:pt x="477" y="571"/>
                    <a:pt x="1620" y="333"/>
                  </a:cubicBezTo>
                  <a:cubicBezTo>
                    <a:pt x="1715" y="309"/>
                    <a:pt x="1775" y="213"/>
                    <a:pt x="1739" y="130"/>
                  </a:cubicBezTo>
                  <a:cubicBezTo>
                    <a:pt x="1729" y="54"/>
                    <a:pt x="1674" y="1"/>
                    <a:pt x="1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4"/>
            <p:cNvSpPr/>
            <p:nvPr/>
          </p:nvSpPr>
          <p:spPr>
            <a:xfrm>
              <a:off x="876512" y="3100244"/>
              <a:ext cx="28322" cy="37002"/>
            </a:xfrm>
            <a:custGeom>
              <a:avLst/>
              <a:gdLst/>
              <a:ahLst/>
              <a:cxnLst/>
              <a:rect l="l" t="t" r="r" b="b"/>
              <a:pathLst>
                <a:path w="894" h="1168" extrusionOk="0">
                  <a:moveTo>
                    <a:pt x="714" y="1"/>
                  </a:moveTo>
                  <a:cubicBezTo>
                    <a:pt x="694" y="1"/>
                    <a:pt x="675" y="4"/>
                    <a:pt x="656" y="13"/>
                  </a:cubicBezTo>
                  <a:cubicBezTo>
                    <a:pt x="60" y="203"/>
                    <a:pt x="1" y="965"/>
                    <a:pt x="1" y="1001"/>
                  </a:cubicBezTo>
                  <a:cubicBezTo>
                    <a:pt x="1" y="1096"/>
                    <a:pt x="60" y="1168"/>
                    <a:pt x="144" y="1168"/>
                  </a:cubicBezTo>
                  <a:lnTo>
                    <a:pt x="156" y="1168"/>
                  </a:lnTo>
                  <a:cubicBezTo>
                    <a:pt x="251" y="1168"/>
                    <a:pt x="322" y="1108"/>
                    <a:pt x="322" y="1025"/>
                  </a:cubicBezTo>
                  <a:cubicBezTo>
                    <a:pt x="322" y="1025"/>
                    <a:pt x="358" y="441"/>
                    <a:pt x="751" y="322"/>
                  </a:cubicBezTo>
                  <a:cubicBezTo>
                    <a:pt x="846" y="286"/>
                    <a:pt x="894" y="203"/>
                    <a:pt x="858" y="108"/>
                  </a:cubicBezTo>
                  <a:cubicBezTo>
                    <a:pt x="840" y="44"/>
                    <a:pt x="779"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4"/>
            <p:cNvSpPr/>
            <p:nvPr/>
          </p:nvSpPr>
          <p:spPr>
            <a:xfrm>
              <a:off x="941393" y="3077941"/>
              <a:ext cx="26453" cy="49484"/>
            </a:xfrm>
            <a:custGeom>
              <a:avLst/>
              <a:gdLst/>
              <a:ahLst/>
              <a:cxnLst/>
              <a:rect l="l" t="t" r="r" b="b"/>
              <a:pathLst>
                <a:path w="835" h="1562" extrusionOk="0">
                  <a:moveTo>
                    <a:pt x="185" y="0"/>
                  </a:moveTo>
                  <a:cubicBezTo>
                    <a:pt x="112" y="0"/>
                    <a:pt x="41" y="49"/>
                    <a:pt x="24" y="133"/>
                  </a:cubicBezTo>
                  <a:cubicBezTo>
                    <a:pt x="1" y="193"/>
                    <a:pt x="36" y="264"/>
                    <a:pt x="96" y="312"/>
                  </a:cubicBezTo>
                  <a:cubicBezTo>
                    <a:pt x="239" y="419"/>
                    <a:pt x="513" y="681"/>
                    <a:pt x="513" y="1395"/>
                  </a:cubicBezTo>
                  <a:cubicBezTo>
                    <a:pt x="513" y="1491"/>
                    <a:pt x="584" y="1562"/>
                    <a:pt x="679" y="1562"/>
                  </a:cubicBezTo>
                  <a:cubicBezTo>
                    <a:pt x="763" y="1562"/>
                    <a:pt x="834" y="1491"/>
                    <a:pt x="834" y="1395"/>
                  </a:cubicBezTo>
                  <a:cubicBezTo>
                    <a:pt x="834" y="538"/>
                    <a:pt x="513" y="181"/>
                    <a:pt x="274" y="26"/>
                  </a:cubicBezTo>
                  <a:cubicBezTo>
                    <a:pt x="247" y="9"/>
                    <a:pt x="216" y="0"/>
                    <a:pt x="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44"/>
          <p:cNvGrpSpPr/>
          <p:nvPr/>
        </p:nvGrpSpPr>
        <p:grpSpPr>
          <a:xfrm>
            <a:off x="5495479" y="3407570"/>
            <a:ext cx="412351" cy="412707"/>
            <a:chOff x="2185372" y="1957799"/>
            <a:chExt cx="366664" cy="366981"/>
          </a:xfrm>
        </p:grpSpPr>
        <p:sp>
          <p:nvSpPr>
            <p:cNvPr id="1060" name="Google Shape;1060;p44"/>
            <p:cNvSpPr/>
            <p:nvPr/>
          </p:nvSpPr>
          <p:spPr>
            <a:xfrm>
              <a:off x="2228742" y="2000853"/>
              <a:ext cx="75082" cy="74226"/>
            </a:xfrm>
            <a:custGeom>
              <a:avLst/>
              <a:gdLst/>
              <a:ahLst/>
              <a:cxnLst/>
              <a:rect l="l" t="t" r="r" b="b"/>
              <a:pathLst>
                <a:path w="2370" h="2343" extrusionOk="0">
                  <a:moveTo>
                    <a:pt x="179" y="0"/>
                  </a:moveTo>
                  <a:cubicBezTo>
                    <a:pt x="135" y="0"/>
                    <a:pt x="90" y="15"/>
                    <a:pt x="60" y="45"/>
                  </a:cubicBezTo>
                  <a:cubicBezTo>
                    <a:pt x="1" y="104"/>
                    <a:pt x="1" y="223"/>
                    <a:pt x="60" y="283"/>
                  </a:cubicBezTo>
                  <a:lnTo>
                    <a:pt x="2072" y="2295"/>
                  </a:lnTo>
                  <a:cubicBezTo>
                    <a:pt x="2096" y="2331"/>
                    <a:pt x="2144" y="2343"/>
                    <a:pt x="2191" y="2343"/>
                  </a:cubicBezTo>
                  <a:cubicBezTo>
                    <a:pt x="2227" y="2343"/>
                    <a:pt x="2275" y="2331"/>
                    <a:pt x="2310" y="2295"/>
                  </a:cubicBezTo>
                  <a:cubicBezTo>
                    <a:pt x="2370" y="2235"/>
                    <a:pt x="2370" y="2116"/>
                    <a:pt x="2310" y="2057"/>
                  </a:cubicBezTo>
                  <a:lnTo>
                    <a:pt x="298" y="45"/>
                  </a:lnTo>
                  <a:cubicBezTo>
                    <a:pt x="269" y="15"/>
                    <a:pt x="224"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4"/>
            <p:cNvSpPr/>
            <p:nvPr/>
          </p:nvSpPr>
          <p:spPr>
            <a:xfrm>
              <a:off x="2188001" y="2067159"/>
              <a:ext cx="98873" cy="35070"/>
            </a:xfrm>
            <a:custGeom>
              <a:avLst/>
              <a:gdLst/>
              <a:ahLst/>
              <a:cxnLst/>
              <a:rect l="l" t="t" r="r" b="b"/>
              <a:pathLst>
                <a:path w="3121" h="1107" extrusionOk="0">
                  <a:moveTo>
                    <a:pt x="188" y="1"/>
                  </a:moveTo>
                  <a:cubicBezTo>
                    <a:pt x="120" y="1"/>
                    <a:pt x="56" y="54"/>
                    <a:pt x="37" y="131"/>
                  </a:cubicBezTo>
                  <a:cubicBezTo>
                    <a:pt x="1" y="214"/>
                    <a:pt x="60" y="309"/>
                    <a:pt x="156" y="333"/>
                  </a:cubicBezTo>
                  <a:lnTo>
                    <a:pt x="2882" y="1107"/>
                  </a:lnTo>
                  <a:lnTo>
                    <a:pt x="2918" y="1107"/>
                  </a:lnTo>
                  <a:cubicBezTo>
                    <a:pt x="3001" y="1107"/>
                    <a:pt x="3073" y="1071"/>
                    <a:pt x="3085" y="988"/>
                  </a:cubicBezTo>
                  <a:cubicBezTo>
                    <a:pt x="3120" y="904"/>
                    <a:pt x="3061" y="809"/>
                    <a:pt x="2965" y="785"/>
                  </a:cubicBezTo>
                  <a:lnTo>
                    <a:pt x="239" y="11"/>
                  </a:lnTo>
                  <a:cubicBezTo>
                    <a:pt x="222" y="4"/>
                    <a:pt x="205" y="1"/>
                    <a:pt x="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4"/>
            <p:cNvSpPr/>
            <p:nvPr/>
          </p:nvSpPr>
          <p:spPr>
            <a:xfrm>
              <a:off x="2185372" y="2119114"/>
              <a:ext cx="97733" cy="37066"/>
            </a:xfrm>
            <a:custGeom>
              <a:avLst/>
              <a:gdLst/>
              <a:ahLst/>
              <a:cxnLst/>
              <a:rect l="l" t="t" r="r" b="b"/>
              <a:pathLst>
                <a:path w="3085" h="1170" extrusionOk="0">
                  <a:moveTo>
                    <a:pt x="2872" y="1"/>
                  </a:moveTo>
                  <a:cubicBezTo>
                    <a:pt x="2863" y="1"/>
                    <a:pt x="2855" y="1"/>
                    <a:pt x="2846" y="3"/>
                  </a:cubicBezTo>
                  <a:lnTo>
                    <a:pt x="131" y="836"/>
                  </a:lnTo>
                  <a:cubicBezTo>
                    <a:pt x="48" y="872"/>
                    <a:pt x="0" y="955"/>
                    <a:pt x="12" y="1050"/>
                  </a:cubicBezTo>
                  <a:cubicBezTo>
                    <a:pt x="48" y="1122"/>
                    <a:pt x="108" y="1169"/>
                    <a:pt x="179" y="1169"/>
                  </a:cubicBezTo>
                  <a:cubicBezTo>
                    <a:pt x="191" y="1169"/>
                    <a:pt x="203" y="1169"/>
                    <a:pt x="227" y="1158"/>
                  </a:cubicBezTo>
                  <a:lnTo>
                    <a:pt x="2929" y="324"/>
                  </a:lnTo>
                  <a:cubicBezTo>
                    <a:pt x="3037" y="300"/>
                    <a:pt x="3084" y="217"/>
                    <a:pt x="3048" y="122"/>
                  </a:cubicBezTo>
                  <a:cubicBezTo>
                    <a:pt x="3027" y="47"/>
                    <a:pt x="2948" y="1"/>
                    <a:pt x="2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4"/>
            <p:cNvSpPr/>
            <p:nvPr/>
          </p:nvSpPr>
          <p:spPr>
            <a:xfrm>
              <a:off x="2294763" y="1960587"/>
              <a:ext cx="36242" cy="97131"/>
            </a:xfrm>
            <a:custGeom>
              <a:avLst/>
              <a:gdLst/>
              <a:ahLst/>
              <a:cxnLst/>
              <a:rect l="l" t="t" r="r" b="b"/>
              <a:pathLst>
                <a:path w="1144" h="3066" extrusionOk="0">
                  <a:moveTo>
                    <a:pt x="185" y="1"/>
                  </a:moveTo>
                  <a:cubicBezTo>
                    <a:pt x="172" y="1"/>
                    <a:pt x="158" y="2"/>
                    <a:pt x="143" y="6"/>
                  </a:cubicBezTo>
                  <a:cubicBezTo>
                    <a:pt x="60" y="42"/>
                    <a:pt x="0" y="125"/>
                    <a:pt x="24" y="220"/>
                  </a:cubicBezTo>
                  <a:lnTo>
                    <a:pt x="798" y="2947"/>
                  </a:lnTo>
                  <a:cubicBezTo>
                    <a:pt x="822" y="3018"/>
                    <a:pt x="893" y="3066"/>
                    <a:pt x="965" y="3066"/>
                  </a:cubicBezTo>
                  <a:lnTo>
                    <a:pt x="1012" y="3066"/>
                  </a:lnTo>
                  <a:cubicBezTo>
                    <a:pt x="1096" y="3030"/>
                    <a:pt x="1143" y="2947"/>
                    <a:pt x="1131" y="2852"/>
                  </a:cubicBezTo>
                  <a:lnTo>
                    <a:pt x="357" y="125"/>
                  </a:lnTo>
                  <a:cubicBezTo>
                    <a:pt x="327" y="54"/>
                    <a:pt x="262"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4"/>
            <p:cNvSpPr/>
            <p:nvPr/>
          </p:nvSpPr>
          <p:spPr>
            <a:xfrm>
              <a:off x="2346433" y="1957799"/>
              <a:ext cx="38491" cy="96909"/>
            </a:xfrm>
            <a:custGeom>
              <a:avLst/>
              <a:gdLst/>
              <a:ahLst/>
              <a:cxnLst/>
              <a:rect l="l" t="t" r="r" b="b"/>
              <a:pathLst>
                <a:path w="1215" h="3059" extrusionOk="0">
                  <a:moveTo>
                    <a:pt x="1021" y="0"/>
                  </a:moveTo>
                  <a:cubicBezTo>
                    <a:pt x="953" y="0"/>
                    <a:pt x="889" y="54"/>
                    <a:pt x="870" y="130"/>
                  </a:cubicBezTo>
                  <a:lnTo>
                    <a:pt x="36" y="2832"/>
                  </a:lnTo>
                  <a:cubicBezTo>
                    <a:pt x="0" y="2928"/>
                    <a:pt x="60" y="3011"/>
                    <a:pt x="155" y="3047"/>
                  </a:cubicBezTo>
                  <a:cubicBezTo>
                    <a:pt x="167" y="3047"/>
                    <a:pt x="179" y="3059"/>
                    <a:pt x="203" y="3059"/>
                  </a:cubicBezTo>
                  <a:cubicBezTo>
                    <a:pt x="274" y="3059"/>
                    <a:pt x="334" y="3011"/>
                    <a:pt x="358" y="2940"/>
                  </a:cubicBezTo>
                  <a:lnTo>
                    <a:pt x="1191" y="237"/>
                  </a:lnTo>
                  <a:cubicBezTo>
                    <a:pt x="1215" y="130"/>
                    <a:pt x="1167" y="23"/>
                    <a:pt x="1072" y="11"/>
                  </a:cubicBezTo>
                  <a:cubicBezTo>
                    <a:pt x="1055" y="4"/>
                    <a:pt x="103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4"/>
            <p:cNvSpPr/>
            <p:nvPr/>
          </p:nvSpPr>
          <p:spPr>
            <a:xfrm>
              <a:off x="2290993" y="2100391"/>
              <a:ext cx="37731" cy="121778"/>
            </a:xfrm>
            <a:custGeom>
              <a:avLst/>
              <a:gdLst/>
              <a:ahLst/>
              <a:cxnLst/>
              <a:rect l="l" t="t" r="r" b="b"/>
              <a:pathLst>
                <a:path w="1191" h="3844" extrusionOk="0">
                  <a:moveTo>
                    <a:pt x="721" y="1"/>
                  </a:moveTo>
                  <a:cubicBezTo>
                    <a:pt x="670" y="1"/>
                    <a:pt x="616" y="30"/>
                    <a:pt x="572" y="82"/>
                  </a:cubicBezTo>
                  <a:cubicBezTo>
                    <a:pt x="191" y="629"/>
                    <a:pt x="0" y="1296"/>
                    <a:pt x="60" y="1987"/>
                  </a:cubicBezTo>
                  <a:cubicBezTo>
                    <a:pt x="119" y="2665"/>
                    <a:pt x="417" y="3308"/>
                    <a:pt x="893" y="3796"/>
                  </a:cubicBezTo>
                  <a:cubicBezTo>
                    <a:pt x="917" y="3832"/>
                    <a:pt x="965" y="3844"/>
                    <a:pt x="1012" y="3844"/>
                  </a:cubicBezTo>
                  <a:cubicBezTo>
                    <a:pt x="1060" y="3844"/>
                    <a:pt x="1096" y="3832"/>
                    <a:pt x="1131" y="3796"/>
                  </a:cubicBezTo>
                  <a:cubicBezTo>
                    <a:pt x="1191" y="3725"/>
                    <a:pt x="1191" y="3618"/>
                    <a:pt x="1131" y="3546"/>
                  </a:cubicBezTo>
                  <a:cubicBezTo>
                    <a:pt x="250" y="2665"/>
                    <a:pt x="131" y="1284"/>
                    <a:pt x="857" y="272"/>
                  </a:cubicBezTo>
                  <a:cubicBezTo>
                    <a:pt x="917" y="201"/>
                    <a:pt x="893" y="94"/>
                    <a:pt x="810" y="34"/>
                  </a:cubicBezTo>
                  <a:cubicBezTo>
                    <a:pt x="783" y="12"/>
                    <a:pt x="752" y="1"/>
                    <a:pt x="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4"/>
            <p:cNvSpPr/>
            <p:nvPr/>
          </p:nvSpPr>
          <p:spPr>
            <a:xfrm>
              <a:off x="2353592" y="2091362"/>
              <a:ext cx="68302" cy="20307"/>
            </a:xfrm>
            <a:custGeom>
              <a:avLst/>
              <a:gdLst/>
              <a:ahLst/>
              <a:cxnLst/>
              <a:rect l="l" t="t" r="r" b="b"/>
              <a:pathLst>
                <a:path w="2156" h="641" extrusionOk="0">
                  <a:moveTo>
                    <a:pt x="971" y="1"/>
                  </a:moveTo>
                  <a:cubicBezTo>
                    <a:pt x="708" y="1"/>
                    <a:pt x="417" y="59"/>
                    <a:pt x="120" y="224"/>
                  </a:cubicBezTo>
                  <a:cubicBezTo>
                    <a:pt x="24" y="271"/>
                    <a:pt x="1" y="379"/>
                    <a:pt x="60" y="462"/>
                  </a:cubicBezTo>
                  <a:cubicBezTo>
                    <a:pt x="90" y="522"/>
                    <a:pt x="144" y="554"/>
                    <a:pt x="201" y="554"/>
                  </a:cubicBezTo>
                  <a:cubicBezTo>
                    <a:pt x="234" y="554"/>
                    <a:pt x="268" y="543"/>
                    <a:pt x="298" y="521"/>
                  </a:cubicBezTo>
                  <a:cubicBezTo>
                    <a:pt x="537" y="391"/>
                    <a:pt x="771" y="345"/>
                    <a:pt x="982" y="345"/>
                  </a:cubicBezTo>
                  <a:cubicBezTo>
                    <a:pt x="1488" y="345"/>
                    <a:pt x="1869" y="608"/>
                    <a:pt x="1894" y="617"/>
                  </a:cubicBezTo>
                  <a:cubicBezTo>
                    <a:pt x="1918" y="629"/>
                    <a:pt x="1953" y="640"/>
                    <a:pt x="2001" y="640"/>
                  </a:cubicBezTo>
                  <a:cubicBezTo>
                    <a:pt x="2060" y="640"/>
                    <a:pt x="2096" y="617"/>
                    <a:pt x="2132" y="569"/>
                  </a:cubicBezTo>
                  <a:cubicBezTo>
                    <a:pt x="2156" y="498"/>
                    <a:pt x="2144" y="390"/>
                    <a:pt x="2072" y="331"/>
                  </a:cubicBezTo>
                  <a:cubicBezTo>
                    <a:pt x="2039" y="314"/>
                    <a:pt x="1581" y="1"/>
                    <a:pt x="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4"/>
            <p:cNvSpPr/>
            <p:nvPr/>
          </p:nvSpPr>
          <p:spPr>
            <a:xfrm>
              <a:off x="2321532" y="2064434"/>
              <a:ext cx="230504" cy="260346"/>
            </a:xfrm>
            <a:custGeom>
              <a:avLst/>
              <a:gdLst/>
              <a:ahLst/>
              <a:cxnLst/>
              <a:rect l="l" t="t" r="r" b="b"/>
              <a:pathLst>
                <a:path w="7276" h="8218" extrusionOk="0">
                  <a:moveTo>
                    <a:pt x="3322" y="3038"/>
                  </a:moveTo>
                  <a:cubicBezTo>
                    <a:pt x="3394" y="3038"/>
                    <a:pt x="3489" y="3074"/>
                    <a:pt x="3549" y="3134"/>
                  </a:cubicBezTo>
                  <a:cubicBezTo>
                    <a:pt x="3668" y="3241"/>
                    <a:pt x="3668" y="3431"/>
                    <a:pt x="3525" y="3562"/>
                  </a:cubicBezTo>
                  <a:cubicBezTo>
                    <a:pt x="3465" y="3622"/>
                    <a:pt x="3388" y="3651"/>
                    <a:pt x="3311" y="3651"/>
                  </a:cubicBezTo>
                  <a:cubicBezTo>
                    <a:pt x="3233" y="3651"/>
                    <a:pt x="3156" y="3622"/>
                    <a:pt x="3096" y="3562"/>
                  </a:cubicBezTo>
                  <a:cubicBezTo>
                    <a:pt x="2977" y="3443"/>
                    <a:pt x="2977" y="3253"/>
                    <a:pt x="3096" y="3134"/>
                  </a:cubicBezTo>
                  <a:cubicBezTo>
                    <a:pt x="3156" y="3074"/>
                    <a:pt x="3227" y="3038"/>
                    <a:pt x="3322" y="3038"/>
                  </a:cubicBezTo>
                  <a:close/>
                  <a:moveTo>
                    <a:pt x="2441" y="3919"/>
                  </a:moveTo>
                  <a:cubicBezTo>
                    <a:pt x="2537" y="3919"/>
                    <a:pt x="2608" y="3955"/>
                    <a:pt x="2668" y="4015"/>
                  </a:cubicBezTo>
                  <a:cubicBezTo>
                    <a:pt x="2727" y="4074"/>
                    <a:pt x="2751" y="4146"/>
                    <a:pt x="2751" y="4229"/>
                  </a:cubicBezTo>
                  <a:cubicBezTo>
                    <a:pt x="2739" y="4312"/>
                    <a:pt x="2715" y="4384"/>
                    <a:pt x="2656" y="4443"/>
                  </a:cubicBezTo>
                  <a:cubicBezTo>
                    <a:pt x="2596" y="4503"/>
                    <a:pt x="2516" y="4533"/>
                    <a:pt x="2435" y="4533"/>
                  </a:cubicBezTo>
                  <a:cubicBezTo>
                    <a:pt x="2355" y="4533"/>
                    <a:pt x="2275" y="4503"/>
                    <a:pt x="2215" y="4443"/>
                  </a:cubicBezTo>
                  <a:cubicBezTo>
                    <a:pt x="2096" y="4324"/>
                    <a:pt x="2096" y="4134"/>
                    <a:pt x="2215" y="4015"/>
                  </a:cubicBezTo>
                  <a:cubicBezTo>
                    <a:pt x="2275" y="3955"/>
                    <a:pt x="2358" y="3919"/>
                    <a:pt x="2441" y="3919"/>
                  </a:cubicBezTo>
                  <a:close/>
                  <a:moveTo>
                    <a:pt x="6109" y="5062"/>
                  </a:moveTo>
                  <a:lnTo>
                    <a:pt x="6620" y="5586"/>
                  </a:lnTo>
                  <a:lnTo>
                    <a:pt x="4775" y="7432"/>
                  </a:lnTo>
                  <a:lnTo>
                    <a:pt x="4656" y="7551"/>
                  </a:lnTo>
                  <a:lnTo>
                    <a:pt x="4144" y="7027"/>
                  </a:lnTo>
                  <a:lnTo>
                    <a:pt x="4215" y="6955"/>
                  </a:lnTo>
                  <a:lnTo>
                    <a:pt x="4680" y="6491"/>
                  </a:lnTo>
                  <a:lnTo>
                    <a:pt x="5573" y="5598"/>
                  </a:lnTo>
                  <a:lnTo>
                    <a:pt x="6025" y="5146"/>
                  </a:lnTo>
                  <a:lnTo>
                    <a:pt x="6109" y="5062"/>
                  </a:lnTo>
                  <a:close/>
                  <a:moveTo>
                    <a:pt x="6644" y="6062"/>
                  </a:moveTo>
                  <a:lnTo>
                    <a:pt x="6668" y="6098"/>
                  </a:lnTo>
                  <a:cubicBezTo>
                    <a:pt x="6859" y="6289"/>
                    <a:pt x="6978" y="6551"/>
                    <a:pt x="6978" y="6836"/>
                  </a:cubicBezTo>
                  <a:cubicBezTo>
                    <a:pt x="6978" y="7122"/>
                    <a:pt x="6859" y="7384"/>
                    <a:pt x="6668" y="7586"/>
                  </a:cubicBezTo>
                  <a:cubicBezTo>
                    <a:pt x="6478" y="7777"/>
                    <a:pt x="6204" y="7896"/>
                    <a:pt x="5930" y="7896"/>
                  </a:cubicBezTo>
                  <a:cubicBezTo>
                    <a:pt x="5644" y="7896"/>
                    <a:pt x="5370" y="7789"/>
                    <a:pt x="5180" y="7586"/>
                  </a:cubicBezTo>
                  <a:lnTo>
                    <a:pt x="5156" y="7551"/>
                  </a:lnTo>
                  <a:lnTo>
                    <a:pt x="6644" y="6062"/>
                  </a:lnTo>
                  <a:close/>
                  <a:moveTo>
                    <a:pt x="1942" y="1"/>
                  </a:moveTo>
                  <a:cubicBezTo>
                    <a:pt x="1249" y="1"/>
                    <a:pt x="584" y="249"/>
                    <a:pt x="72" y="693"/>
                  </a:cubicBezTo>
                  <a:cubicBezTo>
                    <a:pt x="1" y="752"/>
                    <a:pt x="1" y="859"/>
                    <a:pt x="60" y="931"/>
                  </a:cubicBezTo>
                  <a:cubicBezTo>
                    <a:pt x="91" y="968"/>
                    <a:pt x="135" y="986"/>
                    <a:pt x="181" y="986"/>
                  </a:cubicBezTo>
                  <a:cubicBezTo>
                    <a:pt x="222" y="986"/>
                    <a:pt x="264" y="971"/>
                    <a:pt x="298" y="943"/>
                  </a:cubicBezTo>
                  <a:cubicBezTo>
                    <a:pt x="775" y="540"/>
                    <a:pt x="1365" y="340"/>
                    <a:pt x="1953" y="340"/>
                  </a:cubicBezTo>
                  <a:cubicBezTo>
                    <a:pt x="2601" y="340"/>
                    <a:pt x="3247" y="582"/>
                    <a:pt x="3739" y="1062"/>
                  </a:cubicBezTo>
                  <a:cubicBezTo>
                    <a:pt x="4144" y="1467"/>
                    <a:pt x="4406" y="1967"/>
                    <a:pt x="4477" y="2538"/>
                  </a:cubicBezTo>
                  <a:cubicBezTo>
                    <a:pt x="4620" y="3491"/>
                    <a:pt x="5013" y="4336"/>
                    <a:pt x="5668" y="5003"/>
                  </a:cubicBezTo>
                  <a:lnTo>
                    <a:pt x="5454" y="5229"/>
                  </a:lnTo>
                  <a:lnTo>
                    <a:pt x="3882" y="3669"/>
                  </a:lnTo>
                  <a:cubicBezTo>
                    <a:pt x="4037" y="3419"/>
                    <a:pt x="3989" y="3098"/>
                    <a:pt x="3787" y="2884"/>
                  </a:cubicBezTo>
                  <a:cubicBezTo>
                    <a:pt x="3656" y="2753"/>
                    <a:pt x="3486" y="2687"/>
                    <a:pt x="3318" y="2687"/>
                  </a:cubicBezTo>
                  <a:cubicBezTo>
                    <a:pt x="3150" y="2687"/>
                    <a:pt x="2983" y="2753"/>
                    <a:pt x="2858" y="2884"/>
                  </a:cubicBezTo>
                  <a:cubicBezTo>
                    <a:pt x="2656" y="3086"/>
                    <a:pt x="2608" y="3419"/>
                    <a:pt x="2751" y="3669"/>
                  </a:cubicBezTo>
                  <a:cubicBezTo>
                    <a:pt x="2656" y="3610"/>
                    <a:pt x="2549" y="3574"/>
                    <a:pt x="2429" y="3574"/>
                  </a:cubicBezTo>
                  <a:cubicBezTo>
                    <a:pt x="2251" y="3574"/>
                    <a:pt x="2084" y="3657"/>
                    <a:pt x="1965" y="3776"/>
                  </a:cubicBezTo>
                  <a:cubicBezTo>
                    <a:pt x="1715" y="4027"/>
                    <a:pt x="1715" y="4443"/>
                    <a:pt x="1965" y="4693"/>
                  </a:cubicBezTo>
                  <a:cubicBezTo>
                    <a:pt x="2096" y="4824"/>
                    <a:pt x="2263" y="4884"/>
                    <a:pt x="2429" y="4884"/>
                  </a:cubicBezTo>
                  <a:cubicBezTo>
                    <a:pt x="2537" y="4884"/>
                    <a:pt x="2656" y="4860"/>
                    <a:pt x="2739" y="4800"/>
                  </a:cubicBezTo>
                  <a:cubicBezTo>
                    <a:pt x="2834" y="4884"/>
                    <a:pt x="2906" y="4967"/>
                    <a:pt x="2989" y="5039"/>
                  </a:cubicBezTo>
                  <a:cubicBezTo>
                    <a:pt x="3025" y="5062"/>
                    <a:pt x="3072" y="5086"/>
                    <a:pt x="3108" y="5086"/>
                  </a:cubicBezTo>
                  <a:cubicBezTo>
                    <a:pt x="3156" y="5086"/>
                    <a:pt x="3203" y="5062"/>
                    <a:pt x="3227" y="5027"/>
                  </a:cubicBezTo>
                  <a:cubicBezTo>
                    <a:pt x="3287" y="4943"/>
                    <a:pt x="3287" y="4848"/>
                    <a:pt x="3215" y="4789"/>
                  </a:cubicBezTo>
                  <a:cubicBezTo>
                    <a:pt x="3144" y="4705"/>
                    <a:pt x="3049" y="4634"/>
                    <a:pt x="2977" y="4562"/>
                  </a:cubicBezTo>
                  <a:cubicBezTo>
                    <a:pt x="3037" y="4455"/>
                    <a:pt x="3072" y="4348"/>
                    <a:pt x="3072" y="4229"/>
                  </a:cubicBezTo>
                  <a:cubicBezTo>
                    <a:pt x="3072" y="4110"/>
                    <a:pt x="3037" y="3991"/>
                    <a:pt x="2977" y="3907"/>
                  </a:cubicBezTo>
                  <a:lnTo>
                    <a:pt x="2977" y="3907"/>
                  </a:lnTo>
                  <a:cubicBezTo>
                    <a:pt x="3084" y="3967"/>
                    <a:pt x="3203" y="3991"/>
                    <a:pt x="3311" y="3991"/>
                  </a:cubicBezTo>
                  <a:cubicBezTo>
                    <a:pt x="3430" y="3991"/>
                    <a:pt x="3525" y="3967"/>
                    <a:pt x="3632" y="3907"/>
                  </a:cubicBezTo>
                  <a:lnTo>
                    <a:pt x="5192" y="5467"/>
                  </a:lnTo>
                  <a:lnTo>
                    <a:pt x="4537" y="6122"/>
                  </a:lnTo>
                  <a:lnTo>
                    <a:pt x="3751" y="5336"/>
                  </a:lnTo>
                  <a:cubicBezTo>
                    <a:pt x="3721" y="5300"/>
                    <a:pt x="3677" y="5283"/>
                    <a:pt x="3632" y="5283"/>
                  </a:cubicBezTo>
                  <a:cubicBezTo>
                    <a:pt x="3587" y="5283"/>
                    <a:pt x="3543" y="5300"/>
                    <a:pt x="3513" y="5336"/>
                  </a:cubicBezTo>
                  <a:cubicBezTo>
                    <a:pt x="3442" y="5396"/>
                    <a:pt x="3442" y="5515"/>
                    <a:pt x="3513" y="5574"/>
                  </a:cubicBezTo>
                  <a:lnTo>
                    <a:pt x="4299" y="6360"/>
                  </a:lnTo>
                  <a:lnTo>
                    <a:pt x="4084" y="6586"/>
                  </a:lnTo>
                  <a:cubicBezTo>
                    <a:pt x="3394" y="5932"/>
                    <a:pt x="2537" y="5515"/>
                    <a:pt x="1620" y="5396"/>
                  </a:cubicBezTo>
                  <a:cubicBezTo>
                    <a:pt x="1286" y="5348"/>
                    <a:pt x="941" y="5229"/>
                    <a:pt x="644" y="5050"/>
                  </a:cubicBezTo>
                  <a:cubicBezTo>
                    <a:pt x="621" y="5035"/>
                    <a:pt x="595" y="5029"/>
                    <a:pt x="568" y="5029"/>
                  </a:cubicBezTo>
                  <a:cubicBezTo>
                    <a:pt x="510" y="5029"/>
                    <a:pt x="446" y="5061"/>
                    <a:pt x="405" y="5110"/>
                  </a:cubicBezTo>
                  <a:cubicBezTo>
                    <a:pt x="358" y="5181"/>
                    <a:pt x="394" y="5289"/>
                    <a:pt x="465" y="5348"/>
                  </a:cubicBezTo>
                  <a:cubicBezTo>
                    <a:pt x="810" y="5562"/>
                    <a:pt x="1179" y="5681"/>
                    <a:pt x="1560" y="5741"/>
                  </a:cubicBezTo>
                  <a:cubicBezTo>
                    <a:pt x="2394" y="5836"/>
                    <a:pt x="3191" y="6229"/>
                    <a:pt x="3823" y="6824"/>
                  </a:cubicBezTo>
                  <a:lnTo>
                    <a:pt x="3751" y="6896"/>
                  </a:lnTo>
                  <a:cubicBezTo>
                    <a:pt x="3692" y="6955"/>
                    <a:pt x="3692" y="7075"/>
                    <a:pt x="3751" y="7134"/>
                  </a:cubicBezTo>
                  <a:lnTo>
                    <a:pt x="4525" y="7908"/>
                  </a:lnTo>
                  <a:cubicBezTo>
                    <a:pt x="4561" y="7944"/>
                    <a:pt x="4596" y="7956"/>
                    <a:pt x="4644" y="7956"/>
                  </a:cubicBezTo>
                  <a:cubicBezTo>
                    <a:pt x="4692" y="7956"/>
                    <a:pt x="4739" y="7944"/>
                    <a:pt x="4763" y="7908"/>
                  </a:cubicBezTo>
                  <a:lnTo>
                    <a:pt x="4882" y="7789"/>
                  </a:lnTo>
                  <a:lnTo>
                    <a:pt x="4918" y="7825"/>
                  </a:lnTo>
                  <a:cubicBezTo>
                    <a:pt x="5180" y="8087"/>
                    <a:pt x="5525" y="8217"/>
                    <a:pt x="5894" y="8217"/>
                  </a:cubicBezTo>
                  <a:cubicBezTo>
                    <a:pt x="6263" y="8217"/>
                    <a:pt x="6620" y="8075"/>
                    <a:pt x="6882" y="7825"/>
                  </a:cubicBezTo>
                  <a:cubicBezTo>
                    <a:pt x="7144" y="7551"/>
                    <a:pt x="7275" y="7205"/>
                    <a:pt x="7275" y="6836"/>
                  </a:cubicBezTo>
                  <a:cubicBezTo>
                    <a:pt x="7275" y="6467"/>
                    <a:pt x="7180" y="6122"/>
                    <a:pt x="6906" y="5860"/>
                  </a:cubicBezTo>
                  <a:lnTo>
                    <a:pt x="6882" y="5824"/>
                  </a:lnTo>
                  <a:lnTo>
                    <a:pt x="6990" y="5705"/>
                  </a:lnTo>
                  <a:cubicBezTo>
                    <a:pt x="7049" y="5646"/>
                    <a:pt x="7049" y="5527"/>
                    <a:pt x="6990" y="5467"/>
                  </a:cubicBezTo>
                  <a:lnTo>
                    <a:pt x="6216" y="4693"/>
                  </a:lnTo>
                  <a:cubicBezTo>
                    <a:pt x="6192" y="4669"/>
                    <a:pt x="6144" y="4646"/>
                    <a:pt x="6097" y="4646"/>
                  </a:cubicBezTo>
                  <a:cubicBezTo>
                    <a:pt x="6061" y="4646"/>
                    <a:pt x="6013" y="4669"/>
                    <a:pt x="5989" y="4693"/>
                  </a:cubicBezTo>
                  <a:lnTo>
                    <a:pt x="5906" y="4765"/>
                  </a:lnTo>
                  <a:cubicBezTo>
                    <a:pt x="5311" y="4157"/>
                    <a:pt x="4942" y="3372"/>
                    <a:pt x="4823" y="2491"/>
                  </a:cubicBezTo>
                  <a:cubicBezTo>
                    <a:pt x="4739" y="1848"/>
                    <a:pt x="4454" y="1276"/>
                    <a:pt x="3977" y="824"/>
                  </a:cubicBezTo>
                  <a:cubicBezTo>
                    <a:pt x="3453" y="324"/>
                    <a:pt x="2775" y="26"/>
                    <a:pt x="2037" y="2"/>
                  </a:cubicBezTo>
                  <a:cubicBezTo>
                    <a:pt x="2005" y="1"/>
                    <a:pt x="1973" y="1"/>
                    <a:pt x="19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46"/>
          <p:cNvSpPr/>
          <p:nvPr/>
        </p:nvSpPr>
        <p:spPr>
          <a:xfrm>
            <a:off x="4642050" y="2961800"/>
            <a:ext cx="3180600" cy="1296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6"/>
          <p:cNvSpPr/>
          <p:nvPr/>
        </p:nvSpPr>
        <p:spPr>
          <a:xfrm>
            <a:off x="4642050" y="1339625"/>
            <a:ext cx="3180600" cy="1296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6"/>
          <p:cNvSpPr txBox="1">
            <a:spLocks noGrp="1"/>
          </p:cNvSpPr>
          <p:nvPr>
            <p:ph type="title"/>
          </p:nvPr>
        </p:nvSpPr>
        <p:spPr>
          <a:xfrm>
            <a:off x="3507800" y="441350"/>
            <a:ext cx="500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BUDGET</a:t>
            </a:r>
            <a:endParaRPr/>
          </a:p>
        </p:txBody>
      </p:sp>
      <p:sp>
        <p:nvSpPr>
          <p:cNvPr id="1087" name="Google Shape;1087;p46"/>
          <p:cNvSpPr txBox="1"/>
          <p:nvPr/>
        </p:nvSpPr>
        <p:spPr>
          <a:xfrm>
            <a:off x="1471688" y="391204"/>
            <a:ext cx="20361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MERCURY</a:t>
            </a:r>
            <a:endParaRPr sz="1800">
              <a:solidFill>
                <a:srgbClr val="FF0044"/>
              </a:solidFill>
              <a:latin typeface="Red Hat Display Black"/>
              <a:ea typeface="Red Hat Display Black"/>
              <a:cs typeface="Red Hat Display Black"/>
              <a:sym typeface="Red Hat Display Black"/>
            </a:endParaRPr>
          </a:p>
        </p:txBody>
      </p:sp>
      <p:sp>
        <p:nvSpPr>
          <p:cNvPr id="1088" name="Google Shape;1088;p46"/>
          <p:cNvSpPr txBox="1"/>
          <p:nvPr/>
        </p:nvSpPr>
        <p:spPr>
          <a:xfrm>
            <a:off x="982150" y="3923750"/>
            <a:ext cx="3015300" cy="68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200">
                <a:solidFill>
                  <a:schemeClr val="dk1"/>
                </a:solidFill>
                <a:latin typeface="Red Hat Display"/>
                <a:ea typeface="Red Hat Display"/>
                <a:cs typeface="Red Hat Display"/>
                <a:sym typeface="Red Hat Display"/>
              </a:rPr>
              <a:t>Follow the link in the graph to modify its data and then paste the new one here. </a:t>
            </a:r>
            <a:br>
              <a:rPr lang="en" sz="1200">
                <a:solidFill>
                  <a:schemeClr val="dk1"/>
                </a:solidFill>
                <a:latin typeface="Red Hat Display"/>
                <a:ea typeface="Red Hat Display"/>
                <a:cs typeface="Red Hat Display"/>
                <a:sym typeface="Red Hat Display"/>
              </a:rPr>
            </a:br>
            <a:r>
              <a:rPr lang="en" sz="1200" b="1">
                <a:solidFill>
                  <a:schemeClr val="dk1"/>
                </a:solidFill>
                <a:uFill>
                  <a:noFill/>
                </a:uFill>
                <a:latin typeface="Red Hat Display"/>
                <a:ea typeface="Red Hat Display"/>
                <a:cs typeface="Red Hat Display"/>
                <a:sym typeface="Red Hat Display"/>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Red Hat Display"/>
              <a:ea typeface="Red Hat Display"/>
              <a:cs typeface="Red Hat Display"/>
              <a:sym typeface="Red Hat Display"/>
            </a:endParaRPr>
          </a:p>
        </p:txBody>
      </p:sp>
      <p:sp>
        <p:nvSpPr>
          <p:cNvPr id="1089" name="Google Shape;1089;p46"/>
          <p:cNvSpPr/>
          <p:nvPr/>
        </p:nvSpPr>
        <p:spPr>
          <a:xfrm>
            <a:off x="1540925" y="3637113"/>
            <a:ext cx="150600" cy="150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6"/>
          <p:cNvSpPr txBox="1">
            <a:spLocks noGrp="1"/>
          </p:cNvSpPr>
          <p:nvPr>
            <p:ph type="subTitle" idx="4294967295"/>
          </p:nvPr>
        </p:nvSpPr>
        <p:spPr>
          <a:xfrm>
            <a:off x="1691525" y="3582363"/>
            <a:ext cx="700500" cy="2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a:t>
            </a:r>
            <a:endParaRPr/>
          </a:p>
        </p:txBody>
      </p:sp>
      <p:sp>
        <p:nvSpPr>
          <p:cNvPr id="1091" name="Google Shape;1091;p46"/>
          <p:cNvSpPr/>
          <p:nvPr/>
        </p:nvSpPr>
        <p:spPr>
          <a:xfrm>
            <a:off x="2587450" y="3637113"/>
            <a:ext cx="150600" cy="1506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6"/>
          <p:cNvSpPr txBox="1">
            <a:spLocks noGrp="1"/>
          </p:cNvSpPr>
          <p:nvPr>
            <p:ph type="subTitle" idx="4294967295"/>
          </p:nvPr>
        </p:nvSpPr>
        <p:spPr>
          <a:xfrm>
            <a:off x="2738050" y="3582363"/>
            <a:ext cx="700500" cy="26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Earth</a:t>
            </a:r>
            <a:endParaRPr/>
          </a:p>
        </p:txBody>
      </p:sp>
      <p:sp>
        <p:nvSpPr>
          <p:cNvPr id="1093" name="Google Shape;1093;p46"/>
          <p:cNvSpPr txBox="1"/>
          <p:nvPr/>
        </p:nvSpPr>
        <p:spPr>
          <a:xfrm>
            <a:off x="4790250" y="1872677"/>
            <a:ext cx="2884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Mercury is the closest planet to the Sun and the smallest one</a:t>
            </a:r>
            <a:endParaRPr>
              <a:solidFill>
                <a:srgbClr val="0000E0"/>
              </a:solidFill>
              <a:latin typeface="Red Hat Display"/>
              <a:ea typeface="Red Hat Display"/>
              <a:cs typeface="Red Hat Display"/>
              <a:sym typeface="Red Hat Display"/>
            </a:endParaRPr>
          </a:p>
        </p:txBody>
      </p:sp>
      <p:sp>
        <p:nvSpPr>
          <p:cNvPr id="1094" name="Google Shape;1094;p46"/>
          <p:cNvSpPr txBox="1"/>
          <p:nvPr/>
        </p:nvSpPr>
        <p:spPr>
          <a:xfrm>
            <a:off x="4790250" y="1481584"/>
            <a:ext cx="28842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300">
                <a:solidFill>
                  <a:srgbClr val="FF0044"/>
                </a:solidFill>
                <a:latin typeface="Red Hat Display Black"/>
                <a:ea typeface="Red Hat Display Black"/>
                <a:cs typeface="Red Hat Display Black"/>
                <a:sym typeface="Red Hat Display Black"/>
              </a:rPr>
              <a:t>$ 465,789</a:t>
            </a:r>
            <a:endParaRPr sz="2300">
              <a:solidFill>
                <a:srgbClr val="FF0044"/>
              </a:solidFill>
              <a:latin typeface="Red Hat Display Black"/>
              <a:ea typeface="Red Hat Display Black"/>
              <a:cs typeface="Red Hat Display Black"/>
              <a:sym typeface="Red Hat Display Black"/>
            </a:endParaRPr>
          </a:p>
        </p:txBody>
      </p:sp>
      <p:sp>
        <p:nvSpPr>
          <p:cNvPr id="1095" name="Google Shape;1095;p46"/>
          <p:cNvSpPr txBox="1"/>
          <p:nvPr/>
        </p:nvSpPr>
        <p:spPr>
          <a:xfrm>
            <a:off x="4790250" y="3491682"/>
            <a:ext cx="2884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Jupiter is a gas giant and the biggest planet of them all</a:t>
            </a:r>
            <a:endParaRPr>
              <a:solidFill>
                <a:srgbClr val="0000E0"/>
              </a:solidFill>
              <a:latin typeface="Red Hat Display"/>
              <a:ea typeface="Red Hat Display"/>
              <a:cs typeface="Red Hat Display"/>
              <a:sym typeface="Red Hat Display"/>
            </a:endParaRPr>
          </a:p>
        </p:txBody>
      </p:sp>
      <p:sp>
        <p:nvSpPr>
          <p:cNvPr id="1096" name="Google Shape;1096;p46"/>
          <p:cNvSpPr txBox="1"/>
          <p:nvPr/>
        </p:nvSpPr>
        <p:spPr>
          <a:xfrm>
            <a:off x="4790250" y="3100589"/>
            <a:ext cx="28842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300">
                <a:solidFill>
                  <a:srgbClr val="FF0044"/>
                </a:solidFill>
                <a:latin typeface="Red Hat Display Black"/>
                <a:ea typeface="Red Hat Display Black"/>
                <a:cs typeface="Red Hat Display Black"/>
                <a:sym typeface="Red Hat Display Black"/>
              </a:rPr>
              <a:t>$ 523,657</a:t>
            </a:r>
            <a:endParaRPr sz="2300">
              <a:solidFill>
                <a:srgbClr val="FF0044"/>
              </a:solidFill>
              <a:latin typeface="Red Hat Display Black"/>
              <a:ea typeface="Red Hat Display Black"/>
              <a:cs typeface="Red Hat Display Black"/>
              <a:sym typeface="Red Hat Display Black"/>
            </a:endParaRPr>
          </a:p>
        </p:txBody>
      </p:sp>
      <p:pic>
        <p:nvPicPr>
          <p:cNvPr id="1097" name="Google Shape;1097;p46" title="Chart">
            <a:hlinkClick r:id="rId4"/>
          </p:cNvPr>
          <p:cNvPicPr preferRelativeResize="0"/>
          <p:nvPr/>
        </p:nvPicPr>
        <p:blipFill>
          <a:blip r:embed="rId5">
            <a:alphaModFix/>
          </a:blip>
          <a:stretch>
            <a:fillRect/>
          </a:stretch>
        </p:blipFill>
        <p:spPr>
          <a:xfrm>
            <a:off x="1185402" y="954212"/>
            <a:ext cx="2608800" cy="24620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47"/>
          <p:cNvSpPr txBox="1">
            <a:spLocks noGrp="1"/>
          </p:cNvSpPr>
          <p:nvPr>
            <p:ph type="title"/>
          </p:nvPr>
        </p:nvSpPr>
        <p:spPr>
          <a:xfrm>
            <a:off x="2014800" y="1807050"/>
            <a:ext cx="5114400" cy="152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AWESOME </a:t>
            </a:r>
            <a:r>
              <a:rPr lang="en">
                <a:latin typeface="Encode Sans"/>
                <a:ea typeface="Encode Sans"/>
                <a:cs typeface="Encode Sans"/>
                <a:sym typeface="Encode Sans"/>
              </a:rPr>
              <a:t>WORDS</a:t>
            </a:r>
            <a:endParaRPr>
              <a:latin typeface="Encode Sans"/>
              <a:ea typeface="Encode Sans"/>
              <a:cs typeface="Encode Sans"/>
              <a:sym typeface="Encod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48"/>
          <p:cNvSpPr txBox="1">
            <a:spLocks noGrp="1"/>
          </p:cNvSpPr>
          <p:nvPr>
            <p:ph type="title"/>
          </p:nvPr>
        </p:nvSpPr>
        <p:spPr>
          <a:xfrm>
            <a:off x="1085100" y="438300"/>
            <a:ext cx="74181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PROJECT</a:t>
            </a:r>
            <a:r>
              <a:rPr lang="en">
                <a:latin typeface="Encode Sans"/>
                <a:ea typeface="Encode Sans"/>
                <a:cs typeface="Encode Sans"/>
                <a:sym typeface="Encode Sans"/>
              </a:rPr>
              <a:t> GOALS</a:t>
            </a:r>
            <a:endParaRPr>
              <a:latin typeface="Encode Sans"/>
              <a:ea typeface="Encode Sans"/>
              <a:cs typeface="Encode Sans"/>
              <a:sym typeface="Encode Sans"/>
            </a:endParaRPr>
          </a:p>
        </p:txBody>
      </p:sp>
      <p:sp>
        <p:nvSpPr>
          <p:cNvPr id="1108" name="Google Shape;1108;p48"/>
          <p:cNvSpPr txBox="1">
            <a:spLocks noGrp="1"/>
          </p:cNvSpPr>
          <p:nvPr>
            <p:ph type="subTitle" idx="1"/>
          </p:nvPr>
        </p:nvSpPr>
        <p:spPr>
          <a:xfrm>
            <a:off x="1521350" y="1824184"/>
            <a:ext cx="14373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a:t>
            </a:r>
            <a:endParaRPr/>
          </a:p>
        </p:txBody>
      </p:sp>
      <p:sp>
        <p:nvSpPr>
          <p:cNvPr id="1109" name="Google Shape;1109;p48"/>
          <p:cNvSpPr txBox="1">
            <a:spLocks noGrp="1"/>
          </p:cNvSpPr>
          <p:nvPr>
            <p:ph type="subTitle" idx="2"/>
          </p:nvPr>
        </p:nvSpPr>
        <p:spPr>
          <a:xfrm>
            <a:off x="1521350" y="2127228"/>
            <a:ext cx="1437300" cy="68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smallest planet</a:t>
            </a:r>
            <a:endParaRPr/>
          </a:p>
        </p:txBody>
      </p:sp>
      <p:sp>
        <p:nvSpPr>
          <p:cNvPr id="1110" name="Google Shape;1110;p48"/>
          <p:cNvSpPr txBox="1">
            <a:spLocks noGrp="1"/>
          </p:cNvSpPr>
          <p:nvPr>
            <p:ph type="subTitle" idx="3"/>
          </p:nvPr>
        </p:nvSpPr>
        <p:spPr>
          <a:xfrm>
            <a:off x="3853325" y="1824184"/>
            <a:ext cx="14373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a:t>
            </a:r>
            <a:endParaRPr/>
          </a:p>
        </p:txBody>
      </p:sp>
      <p:sp>
        <p:nvSpPr>
          <p:cNvPr id="1111" name="Google Shape;1111;p48"/>
          <p:cNvSpPr txBox="1">
            <a:spLocks noGrp="1"/>
          </p:cNvSpPr>
          <p:nvPr>
            <p:ph type="subTitle" idx="4"/>
          </p:nvPr>
        </p:nvSpPr>
        <p:spPr>
          <a:xfrm>
            <a:off x="3853325" y="2127228"/>
            <a:ext cx="1437300" cy="68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a:t>
            </a:r>
            <a:endParaRPr/>
          </a:p>
        </p:txBody>
      </p:sp>
      <p:sp>
        <p:nvSpPr>
          <p:cNvPr id="1112" name="Google Shape;1112;p48"/>
          <p:cNvSpPr txBox="1">
            <a:spLocks noGrp="1"/>
          </p:cNvSpPr>
          <p:nvPr>
            <p:ph type="subTitle" idx="5"/>
          </p:nvPr>
        </p:nvSpPr>
        <p:spPr>
          <a:xfrm>
            <a:off x="6185350" y="1824184"/>
            <a:ext cx="14373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a:t>
            </a:r>
            <a:endParaRPr/>
          </a:p>
        </p:txBody>
      </p:sp>
      <p:sp>
        <p:nvSpPr>
          <p:cNvPr id="1113" name="Google Shape;1113;p48"/>
          <p:cNvSpPr txBox="1">
            <a:spLocks noGrp="1"/>
          </p:cNvSpPr>
          <p:nvPr>
            <p:ph type="subTitle" idx="6"/>
          </p:nvPr>
        </p:nvSpPr>
        <p:spPr>
          <a:xfrm>
            <a:off x="6185350" y="2127228"/>
            <a:ext cx="1437300" cy="68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a:t>
            </a:r>
            <a:endParaRPr/>
          </a:p>
        </p:txBody>
      </p:sp>
      <p:sp>
        <p:nvSpPr>
          <p:cNvPr id="1114" name="Google Shape;1114;p48"/>
          <p:cNvSpPr txBox="1">
            <a:spLocks noGrp="1"/>
          </p:cNvSpPr>
          <p:nvPr>
            <p:ph type="subTitle" idx="7"/>
          </p:nvPr>
        </p:nvSpPr>
        <p:spPr>
          <a:xfrm>
            <a:off x="1521350" y="3581432"/>
            <a:ext cx="14373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a:t>
            </a:r>
            <a:endParaRPr/>
          </a:p>
        </p:txBody>
      </p:sp>
      <p:sp>
        <p:nvSpPr>
          <p:cNvPr id="1115" name="Google Shape;1115;p48"/>
          <p:cNvSpPr txBox="1">
            <a:spLocks noGrp="1"/>
          </p:cNvSpPr>
          <p:nvPr>
            <p:ph type="subTitle" idx="8"/>
          </p:nvPr>
        </p:nvSpPr>
        <p:spPr>
          <a:xfrm>
            <a:off x="1521350" y="3884476"/>
            <a:ext cx="1437300" cy="62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Mars is a very cold place</a:t>
            </a:r>
            <a:endParaRPr/>
          </a:p>
          <a:p>
            <a:pPr marL="0" lvl="0" indent="0" algn="ctr" rtl="0">
              <a:spcBef>
                <a:spcPts val="0"/>
              </a:spcBef>
              <a:spcAft>
                <a:spcPts val="0"/>
              </a:spcAft>
              <a:buClr>
                <a:schemeClr val="dk1"/>
              </a:buClr>
              <a:buSzPts val="1100"/>
              <a:buFont typeface="Arial"/>
              <a:buNone/>
            </a:pPr>
            <a:endParaRPr/>
          </a:p>
          <a:p>
            <a:pPr marL="0" lvl="0" indent="0" algn="ctr" rtl="0">
              <a:spcBef>
                <a:spcPts val="0"/>
              </a:spcBef>
              <a:spcAft>
                <a:spcPts val="0"/>
              </a:spcAft>
              <a:buNone/>
            </a:pPr>
            <a:endParaRPr/>
          </a:p>
        </p:txBody>
      </p:sp>
      <p:sp>
        <p:nvSpPr>
          <p:cNvPr id="1116" name="Google Shape;1116;p48"/>
          <p:cNvSpPr txBox="1">
            <a:spLocks noGrp="1"/>
          </p:cNvSpPr>
          <p:nvPr>
            <p:ph type="subTitle" idx="9"/>
          </p:nvPr>
        </p:nvSpPr>
        <p:spPr>
          <a:xfrm>
            <a:off x="3853325" y="3581432"/>
            <a:ext cx="14373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a:t>
            </a:r>
            <a:endParaRPr/>
          </a:p>
        </p:txBody>
      </p:sp>
      <p:sp>
        <p:nvSpPr>
          <p:cNvPr id="1117" name="Google Shape;1117;p48"/>
          <p:cNvSpPr txBox="1">
            <a:spLocks noGrp="1"/>
          </p:cNvSpPr>
          <p:nvPr>
            <p:ph type="subTitle" idx="13"/>
          </p:nvPr>
        </p:nvSpPr>
        <p:spPr>
          <a:xfrm>
            <a:off x="3853325" y="3884476"/>
            <a:ext cx="1437300" cy="62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a:t>
            </a:r>
            <a:endParaRPr/>
          </a:p>
        </p:txBody>
      </p:sp>
      <p:sp>
        <p:nvSpPr>
          <p:cNvPr id="1118" name="Google Shape;1118;p48"/>
          <p:cNvSpPr txBox="1">
            <a:spLocks noGrp="1"/>
          </p:cNvSpPr>
          <p:nvPr>
            <p:ph type="subTitle" idx="14"/>
          </p:nvPr>
        </p:nvSpPr>
        <p:spPr>
          <a:xfrm>
            <a:off x="6185350" y="3581432"/>
            <a:ext cx="14373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a:t>
            </a:r>
            <a:endParaRPr/>
          </a:p>
        </p:txBody>
      </p:sp>
      <p:sp>
        <p:nvSpPr>
          <p:cNvPr id="1119" name="Google Shape;1119;p48"/>
          <p:cNvSpPr txBox="1">
            <a:spLocks noGrp="1"/>
          </p:cNvSpPr>
          <p:nvPr>
            <p:ph type="subTitle" idx="15"/>
          </p:nvPr>
        </p:nvSpPr>
        <p:spPr>
          <a:xfrm>
            <a:off x="6185350" y="3884476"/>
            <a:ext cx="1437300" cy="62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the ringed one</a:t>
            </a:r>
            <a:endParaRPr/>
          </a:p>
        </p:txBody>
      </p:sp>
      <p:grpSp>
        <p:nvGrpSpPr>
          <p:cNvPr id="1120" name="Google Shape;1120;p48"/>
          <p:cNvGrpSpPr/>
          <p:nvPr/>
        </p:nvGrpSpPr>
        <p:grpSpPr>
          <a:xfrm>
            <a:off x="4389042" y="1454204"/>
            <a:ext cx="365904" cy="350064"/>
            <a:chOff x="2189142" y="2421310"/>
            <a:chExt cx="365904" cy="350064"/>
          </a:xfrm>
        </p:grpSpPr>
        <p:sp>
          <p:nvSpPr>
            <p:cNvPr id="1121" name="Google Shape;1121;p48"/>
            <p:cNvSpPr/>
            <p:nvPr/>
          </p:nvSpPr>
          <p:spPr>
            <a:xfrm>
              <a:off x="2400384" y="2421310"/>
              <a:ext cx="154662" cy="162613"/>
            </a:xfrm>
            <a:custGeom>
              <a:avLst/>
              <a:gdLst/>
              <a:ahLst/>
              <a:cxnLst/>
              <a:rect l="l" t="t" r="r" b="b"/>
              <a:pathLst>
                <a:path w="4882" h="5133" extrusionOk="0">
                  <a:moveTo>
                    <a:pt x="2482" y="0"/>
                  </a:moveTo>
                  <a:cubicBezTo>
                    <a:pt x="1731" y="0"/>
                    <a:pt x="996" y="363"/>
                    <a:pt x="548" y="1036"/>
                  </a:cubicBezTo>
                  <a:cubicBezTo>
                    <a:pt x="0" y="1870"/>
                    <a:pt x="24" y="2941"/>
                    <a:pt x="619" y="3727"/>
                  </a:cubicBezTo>
                  <a:lnTo>
                    <a:pt x="560" y="4953"/>
                  </a:lnTo>
                  <a:cubicBezTo>
                    <a:pt x="560" y="5013"/>
                    <a:pt x="595" y="5073"/>
                    <a:pt x="643" y="5096"/>
                  </a:cubicBezTo>
                  <a:cubicBezTo>
                    <a:pt x="667" y="5108"/>
                    <a:pt x="702" y="5132"/>
                    <a:pt x="726" y="5132"/>
                  </a:cubicBezTo>
                  <a:cubicBezTo>
                    <a:pt x="762" y="5132"/>
                    <a:pt x="774" y="5132"/>
                    <a:pt x="798" y="5108"/>
                  </a:cubicBezTo>
                  <a:lnTo>
                    <a:pt x="1905" y="4596"/>
                  </a:lnTo>
                  <a:cubicBezTo>
                    <a:pt x="2090" y="4640"/>
                    <a:pt x="2289" y="4665"/>
                    <a:pt x="2486" y="4665"/>
                  </a:cubicBezTo>
                  <a:cubicBezTo>
                    <a:pt x="2555" y="4665"/>
                    <a:pt x="2623" y="4662"/>
                    <a:pt x="2691" y="4656"/>
                  </a:cubicBezTo>
                  <a:cubicBezTo>
                    <a:pt x="2786" y="4632"/>
                    <a:pt x="2858" y="4561"/>
                    <a:pt x="2846" y="4477"/>
                  </a:cubicBezTo>
                  <a:cubicBezTo>
                    <a:pt x="2824" y="4389"/>
                    <a:pt x="2761" y="4321"/>
                    <a:pt x="2685" y="4321"/>
                  </a:cubicBezTo>
                  <a:cubicBezTo>
                    <a:pt x="2679" y="4321"/>
                    <a:pt x="2673" y="4322"/>
                    <a:pt x="2667" y="4322"/>
                  </a:cubicBezTo>
                  <a:cubicBezTo>
                    <a:pt x="2597" y="4332"/>
                    <a:pt x="2528" y="4336"/>
                    <a:pt x="2461" y="4336"/>
                  </a:cubicBezTo>
                  <a:cubicBezTo>
                    <a:pt x="2277" y="4336"/>
                    <a:pt x="2103" y="4303"/>
                    <a:pt x="1929" y="4251"/>
                  </a:cubicBezTo>
                  <a:cubicBezTo>
                    <a:pt x="1913" y="4240"/>
                    <a:pt x="1897" y="4234"/>
                    <a:pt x="1880" y="4234"/>
                  </a:cubicBezTo>
                  <a:cubicBezTo>
                    <a:pt x="1859" y="4234"/>
                    <a:pt x="1836" y="4243"/>
                    <a:pt x="1810" y="4263"/>
                  </a:cubicBezTo>
                  <a:lnTo>
                    <a:pt x="905" y="4680"/>
                  </a:lnTo>
                  <a:lnTo>
                    <a:pt x="953" y="3680"/>
                  </a:lnTo>
                  <a:cubicBezTo>
                    <a:pt x="953" y="3632"/>
                    <a:pt x="941" y="3608"/>
                    <a:pt x="917" y="3560"/>
                  </a:cubicBezTo>
                  <a:cubicBezTo>
                    <a:pt x="381" y="2882"/>
                    <a:pt x="345" y="1941"/>
                    <a:pt x="833" y="1215"/>
                  </a:cubicBezTo>
                  <a:cubicBezTo>
                    <a:pt x="1218" y="642"/>
                    <a:pt x="1855" y="327"/>
                    <a:pt x="2504" y="327"/>
                  </a:cubicBezTo>
                  <a:cubicBezTo>
                    <a:pt x="2880" y="327"/>
                    <a:pt x="3259" y="433"/>
                    <a:pt x="3596" y="655"/>
                  </a:cubicBezTo>
                  <a:cubicBezTo>
                    <a:pt x="4048" y="953"/>
                    <a:pt x="4346" y="1405"/>
                    <a:pt x="4453" y="1929"/>
                  </a:cubicBezTo>
                  <a:cubicBezTo>
                    <a:pt x="4548" y="2441"/>
                    <a:pt x="4453" y="2989"/>
                    <a:pt x="4155" y="3418"/>
                  </a:cubicBezTo>
                  <a:cubicBezTo>
                    <a:pt x="3941" y="3727"/>
                    <a:pt x="3643" y="3977"/>
                    <a:pt x="3286" y="4132"/>
                  </a:cubicBezTo>
                  <a:cubicBezTo>
                    <a:pt x="3203" y="4156"/>
                    <a:pt x="3167" y="4263"/>
                    <a:pt x="3203" y="4346"/>
                  </a:cubicBezTo>
                  <a:cubicBezTo>
                    <a:pt x="3221" y="4419"/>
                    <a:pt x="3288" y="4450"/>
                    <a:pt x="3356" y="4450"/>
                  </a:cubicBezTo>
                  <a:cubicBezTo>
                    <a:pt x="3376" y="4450"/>
                    <a:pt x="3397" y="4447"/>
                    <a:pt x="3417" y="4442"/>
                  </a:cubicBezTo>
                  <a:cubicBezTo>
                    <a:pt x="3834" y="4263"/>
                    <a:pt x="4179" y="3977"/>
                    <a:pt x="4429" y="3608"/>
                  </a:cubicBezTo>
                  <a:cubicBezTo>
                    <a:pt x="4763" y="3108"/>
                    <a:pt x="4882" y="2477"/>
                    <a:pt x="4763" y="1882"/>
                  </a:cubicBezTo>
                  <a:cubicBezTo>
                    <a:pt x="4643" y="1274"/>
                    <a:pt x="4286" y="751"/>
                    <a:pt x="3774" y="393"/>
                  </a:cubicBezTo>
                  <a:cubicBezTo>
                    <a:pt x="3376" y="128"/>
                    <a:pt x="2926" y="0"/>
                    <a:pt x="2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8"/>
            <p:cNvSpPr/>
            <p:nvPr/>
          </p:nvSpPr>
          <p:spPr>
            <a:xfrm>
              <a:off x="2292862" y="2724899"/>
              <a:ext cx="168252" cy="46475"/>
            </a:xfrm>
            <a:custGeom>
              <a:avLst/>
              <a:gdLst/>
              <a:ahLst/>
              <a:cxnLst/>
              <a:rect l="l" t="t" r="r" b="b"/>
              <a:pathLst>
                <a:path w="5311" h="1467" extrusionOk="0">
                  <a:moveTo>
                    <a:pt x="5139" y="1"/>
                  </a:moveTo>
                  <a:cubicBezTo>
                    <a:pt x="5133" y="1"/>
                    <a:pt x="5127" y="1"/>
                    <a:pt x="5120" y="2"/>
                  </a:cubicBezTo>
                  <a:cubicBezTo>
                    <a:pt x="5025" y="26"/>
                    <a:pt x="4954" y="97"/>
                    <a:pt x="4966" y="193"/>
                  </a:cubicBezTo>
                  <a:cubicBezTo>
                    <a:pt x="4966" y="264"/>
                    <a:pt x="4989" y="323"/>
                    <a:pt x="4989" y="395"/>
                  </a:cubicBezTo>
                  <a:lnTo>
                    <a:pt x="4989" y="1145"/>
                  </a:lnTo>
                  <a:lnTo>
                    <a:pt x="167" y="1145"/>
                  </a:lnTo>
                  <a:cubicBezTo>
                    <a:pt x="72" y="1145"/>
                    <a:pt x="1" y="1216"/>
                    <a:pt x="1" y="1300"/>
                  </a:cubicBezTo>
                  <a:cubicBezTo>
                    <a:pt x="1" y="1395"/>
                    <a:pt x="72" y="1466"/>
                    <a:pt x="167" y="1466"/>
                  </a:cubicBezTo>
                  <a:lnTo>
                    <a:pt x="5144" y="1466"/>
                  </a:lnTo>
                  <a:cubicBezTo>
                    <a:pt x="5239" y="1466"/>
                    <a:pt x="5311" y="1395"/>
                    <a:pt x="5311" y="1300"/>
                  </a:cubicBezTo>
                  <a:lnTo>
                    <a:pt x="5311" y="395"/>
                  </a:lnTo>
                  <a:cubicBezTo>
                    <a:pt x="5311" y="323"/>
                    <a:pt x="5311" y="252"/>
                    <a:pt x="5299" y="157"/>
                  </a:cubicBezTo>
                  <a:cubicBezTo>
                    <a:pt x="5288" y="69"/>
                    <a:pt x="5216" y="1"/>
                    <a:pt x="5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8"/>
            <p:cNvSpPr/>
            <p:nvPr/>
          </p:nvSpPr>
          <p:spPr>
            <a:xfrm>
              <a:off x="2189142" y="2460149"/>
              <a:ext cx="266714" cy="310844"/>
            </a:xfrm>
            <a:custGeom>
              <a:avLst/>
              <a:gdLst/>
              <a:ahLst/>
              <a:cxnLst/>
              <a:rect l="l" t="t" r="r" b="b"/>
              <a:pathLst>
                <a:path w="8419" h="9812" extrusionOk="0">
                  <a:moveTo>
                    <a:pt x="3525" y="787"/>
                  </a:moveTo>
                  <a:lnTo>
                    <a:pt x="3525" y="787"/>
                  </a:lnTo>
                  <a:cubicBezTo>
                    <a:pt x="3322" y="1382"/>
                    <a:pt x="2977" y="1703"/>
                    <a:pt x="2751" y="1834"/>
                  </a:cubicBezTo>
                  <a:cubicBezTo>
                    <a:pt x="2787" y="1358"/>
                    <a:pt x="3096" y="941"/>
                    <a:pt x="3525" y="787"/>
                  </a:cubicBezTo>
                  <a:close/>
                  <a:moveTo>
                    <a:pt x="4692" y="715"/>
                  </a:moveTo>
                  <a:cubicBezTo>
                    <a:pt x="5323" y="715"/>
                    <a:pt x="5846" y="1239"/>
                    <a:pt x="5846" y="1870"/>
                  </a:cubicBezTo>
                  <a:lnTo>
                    <a:pt x="5846" y="2608"/>
                  </a:lnTo>
                  <a:cubicBezTo>
                    <a:pt x="5168" y="2561"/>
                    <a:pt x="4644" y="2215"/>
                    <a:pt x="4299" y="1596"/>
                  </a:cubicBezTo>
                  <a:cubicBezTo>
                    <a:pt x="4108" y="1251"/>
                    <a:pt x="4013" y="906"/>
                    <a:pt x="3977" y="715"/>
                  </a:cubicBezTo>
                  <a:close/>
                  <a:moveTo>
                    <a:pt x="2048" y="2454"/>
                  </a:moveTo>
                  <a:lnTo>
                    <a:pt x="2048" y="3525"/>
                  </a:lnTo>
                  <a:cubicBezTo>
                    <a:pt x="1858" y="3454"/>
                    <a:pt x="1715" y="3275"/>
                    <a:pt x="1715" y="3049"/>
                  </a:cubicBezTo>
                  <a:lnTo>
                    <a:pt x="1715" y="2930"/>
                  </a:lnTo>
                  <a:cubicBezTo>
                    <a:pt x="1715" y="2704"/>
                    <a:pt x="1846" y="2525"/>
                    <a:pt x="2048" y="2454"/>
                  </a:cubicBezTo>
                  <a:close/>
                  <a:moveTo>
                    <a:pt x="6549" y="2454"/>
                  </a:moveTo>
                  <a:cubicBezTo>
                    <a:pt x="6739" y="2537"/>
                    <a:pt x="6894" y="2715"/>
                    <a:pt x="6894" y="2930"/>
                  </a:cubicBezTo>
                  <a:lnTo>
                    <a:pt x="6894" y="3049"/>
                  </a:lnTo>
                  <a:cubicBezTo>
                    <a:pt x="6894" y="3275"/>
                    <a:pt x="6751" y="3454"/>
                    <a:pt x="6549" y="3525"/>
                  </a:cubicBezTo>
                  <a:lnTo>
                    <a:pt x="6549" y="2454"/>
                  </a:lnTo>
                  <a:close/>
                  <a:moveTo>
                    <a:pt x="3739" y="1168"/>
                  </a:moveTo>
                  <a:cubicBezTo>
                    <a:pt x="3799" y="1346"/>
                    <a:pt x="3870" y="1549"/>
                    <a:pt x="3989" y="1763"/>
                  </a:cubicBezTo>
                  <a:cubicBezTo>
                    <a:pt x="4394" y="2489"/>
                    <a:pt x="5025" y="2906"/>
                    <a:pt x="5835" y="2954"/>
                  </a:cubicBezTo>
                  <a:lnTo>
                    <a:pt x="5835" y="3251"/>
                  </a:lnTo>
                  <a:cubicBezTo>
                    <a:pt x="5846" y="3894"/>
                    <a:pt x="5501" y="4489"/>
                    <a:pt x="4942" y="4835"/>
                  </a:cubicBezTo>
                  <a:lnTo>
                    <a:pt x="4692" y="4990"/>
                  </a:lnTo>
                  <a:cubicBezTo>
                    <a:pt x="4573" y="5055"/>
                    <a:pt x="4439" y="5088"/>
                    <a:pt x="4305" y="5088"/>
                  </a:cubicBezTo>
                  <a:cubicBezTo>
                    <a:pt x="4171" y="5088"/>
                    <a:pt x="4037" y="5055"/>
                    <a:pt x="3918" y="4990"/>
                  </a:cubicBezTo>
                  <a:lnTo>
                    <a:pt x="3656" y="4835"/>
                  </a:lnTo>
                  <a:cubicBezTo>
                    <a:pt x="3096" y="4513"/>
                    <a:pt x="2751" y="3906"/>
                    <a:pt x="2751" y="3251"/>
                  </a:cubicBezTo>
                  <a:lnTo>
                    <a:pt x="2751" y="2215"/>
                  </a:lnTo>
                  <a:cubicBezTo>
                    <a:pt x="2965" y="2108"/>
                    <a:pt x="3418" y="1834"/>
                    <a:pt x="3739" y="1168"/>
                  </a:cubicBezTo>
                  <a:close/>
                  <a:moveTo>
                    <a:pt x="4942" y="5228"/>
                  </a:moveTo>
                  <a:lnTo>
                    <a:pt x="4942" y="5656"/>
                  </a:lnTo>
                  <a:cubicBezTo>
                    <a:pt x="4894" y="5656"/>
                    <a:pt x="4834" y="5668"/>
                    <a:pt x="4787" y="5668"/>
                  </a:cubicBezTo>
                  <a:cubicBezTo>
                    <a:pt x="4751" y="5549"/>
                    <a:pt x="4668" y="5454"/>
                    <a:pt x="4573" y="5382"/>
                  </a:cubicBezTo>
                  <a:cubicBezTo>
                    <a:pt x="4668" y="5359"/>
                    <a:pt x="4763" y="5335"/>
                    <a:pt x="4846" y="5275"/>
                  </a:cubicBezTo>
                  <a:lnTo>
                    <a:pt x="4942" y="5228"/>
                  </a:lnTo>
                  <a:close/>
                  <a:moveTo>
                    <a:pt x="4299" y="5656"/>
                  </a:moveTo>
                  <a:cubicBezTo>
                    <a:pt x="4406" y="5656"/>
                    <a:pt x="4477" y="5728"/>
                    <a:pt x="4477" y="5835"/>
                  </a:cubicBezTo>
                  <a:cubicBezTo>
                    <a:pt x="4477" y="5942"/>
                    <a:pt x="4406" y="6013"/>
                    <a:pt x="4299" y="6013"/>
                  </a:cubicBezTo>
                  <a:cubicBezTo>
                    <a:pt x="4215" y="6013"/>
                    <a:pt x="4120" y="5930"/>
                    <a:pt x="4120" y="5835"/>
                  </a:cubicBezTo>
                  <a:cubicBezTo>
                    <a:pt x="4120" y="5728"/>
                    <a:pt x="4192" y="5656"/>
                    <a:pt x="4299" y="5656"/>
                  </a:cubicBezTo>
                  <a:close/>
                  <a:moveTo>
                    <a:pt x="3656" y="5228"/>
                  </a:moveTo>
                  <a:lnTo>
                    <a:pt x="3751" y="5263"/>
                  </a:lnTo>
                  <a:cubicBezTo>
                    <a:pt x="3834" y="5323"/>
                    <a:pt x="3941" y="5359"/>
                    <a:pt x="4037" y="5382"/>
                  </a:cubicBezTo>
                  <a:cubicBezTo>
                    <a:pt x="3882" y="5478"/>
                    <a:pt x="3775" y="5644"/>
                    <a:pt x="3775" y="5835"/>
                  </a:cubicBezTo>
                  <a:cubicBezTo>
                    <a:pt x="3775" y="6121"/>
                    <a:pt x="4013" y="6359"/>
                    <a:pt x="4299" y="6359"/>
                  </a:cubicBezTo>
                  <a:cubicBezTo>
                    <a:pt x="4525" y="6359"/>
                    <a:pt x="4715" y="6204"/>
                    <a:pt x="4787" y="6013"/>
                  </a:cubicBezTo>
                  <a:cubicBezTo>
                    <a:pt x="4834" y="6013"/>
                    <a:pt x="4894" y="6013"/>
                    <a:pt x="4942" y="6002"/>
                  </a:cubicBezTo>
                  <a:lnTo>
                    <a:pt x="4942" y="6073"/>
                  </a:lnTo>
                  <a:lnTo>
                    <a:pt x="4299" y="6514"/>
                  </a:lnTo>
                  <a:lnTo>
                    <a:pt x="3656" y="6061"/>
                  </a:lnTo>
                  <a:lnTo>
                    <a:pt x="3656" y="5228"/>
                  </a:lnTo>
                  <a:close/>
                  <a:moveTo>
                    <a:pt x="3656" y="6466"/>
                  </a:moveTo>
                  <a:lnTo>
                    <a:pt x="4049" y="6740"/>
                  </a:lnTo>
                  <a:lnTo>
                    <a:pt x="3656" y="7204"/>
                  </a:lnTo>
                  <a:lnTo>
                    <a:pt x="3656" y="6549"/>
                  </a:lnTo>
                  <a:lnTo>
                    <a:pt x="3656" y="6466"/>
                  </a:lnTo>
                  <a:close/>
                  <a:moveTo>
                    <a:pt x="4942" y="6466"/>
                  </a:moveTo>
                  <a:lnTo>
                    <a:pt x="4942" y="6549"/>
                  </a:lnTo>
                  <a:lnTo>
                    <a:pt x="4942" y="7204"/>
                  </a:lnTo>
                  <a:lnTo>
                    <a:pt x="4549" y="6740"/>
                  </a:lnTo>
                  <a:lnTo>
                    <a:pt x="4942" y="6466"/>
                  </a:lnTo>
                  <a:close/>
                  <a:moveTo>
                    <a:pt x="3858" y="1"/>
                  </a:moveTo>
                  <a:cubicBezTo>
                    <a:pt x="2858" y="1"/>
                    <a:pt x="2048" y="799"/>
                    <a:pt x="2048" y="1799"/>
                  </a:cubicBezTo>
                  <a:lnTo>
                    <a:pt x="2048" y="2096"/>
                  </a:lnTo>
                  <a:cubicBezTo>
                    <a:pt x="1667" y="2168"/>
                    <a:pt x="1382" y="2513"/>
                    <a:pt x="1382" y="2918"/>
                  </a:cubicBezTo>
                  <a:lnTo>
                    <a:pt x="1382" y="3037"/>
                  </a:lnTo>
                  <a:cubicBezTo>
                    <a:pt x="1382" y="3501"/>
                    <a:pt x="1751" y="3870"/>
                    <a:pt x="2215" y="3870"/>
                  </a:cubicBezTo>
                  <a:cubicBezTo>
                    <a:pt x="2310" y="3870"/>
                    <a:pt x="2382" y="3799"/>
                    <a:pt x="2382" y="3704"/>
                  </a:cubicBezTo>
                  <a:lnTo>
                    <a:pt x="2382" y="2251"/>
                  </a:lnTo>
                  <a:lnTo>
                    <a:pt x="2382" y="1799"/>
                  </a:lnTo>
                  <a:cubicBezTo>
                    <a:pt x="2382" y="1001"/>
                    <a:pt x="3037" y="346"/>
                    <a:pt x="3834" y="346"/>
                  </a:cubicBezTo>
                  <a:lnTo>
                    <a:pt x="4727" y="346"/>
                  </a:lnTo>
                  <a:cubicBezTo>
                    <a:pt x="5537" y="346"/>
                    <a:pt x="6192" y="1001"/>
                    <a:pt x="6192" y="1799"/>
                  </a:cubicBezTo>
                  <a:lnTo>
                    <a:pt x="6192" y="2251"/>
                  </a:lnTo>
                  <a:lnTo>
                    <a:pt x="6192" y="4180"/>
                  </a:lnTo>
                  <a:cubicBezTo>
                    <a:pt x="6192" y="4811"/>
                    <a:pt x="5799" y="5335"/>
                    <a:pt x="5251" y="5549"/>
                  </a:cubicBezTo>
                  <a:lnTo>
                    <a:pt x="5251" y="5001"/>
                  </a:lnTo>
                  <a:cubicBezTo>
                    <a:pt x="5823" y="4597"/>
                    <a:pt x="6156" y="3930"/>
                    <a:pt x="6156" y="3227"/>
                  </a:cubicBezTo>
                  <a:lnTo>
                    <a:pt x="6156" y="1870"/>
                  </a:lnTo>
                  <a:cubicBezTo>
                    <a:pt x="6156" y="1037"/>
                    <a:pt x="5489" y="370"/>
                    <a:pt x="4656" y="370"/>
                  </a:cubicBezTo>
                  <a:lnTo>
                    <a:pt x="3894" y="370"/>
                  </a:lnTo>
                  <a:cubicBezTo>
                    <a:pt x="3834" y="370"/>
                    <a:pt x="3775" y="370"/>
                    <a:pt x="3715" y="382"/>
                  </a:cubicBezTo>
                  <a:cubicBezTo>
                    <a:pt x="2965" y="477"/>
                    <a:pt x="2394" y="1120"/>
                    <a:pt x="2394" y="1870"/>
                  </a:cubicBezTo>
                  <a:lnTo>
                    <a:pt x="2394" y="2084"/>
                  </a:lnTo>
                  <a:lnTo>
                    <a:pt x="2394" y="3227"/>
                  </a:lnTo>
                  <a:cubicBezTo>
                    <a:pt x="2394" y="3930"/>
                    <a:pt x="2739" y="4585"/>
                    <a:pt x="3299" y="5001"/>
                  </a:cubicBezTo>
                  <a:lnTo>
                    <a:pt x="3299" y="6013"/>
                  </a:lnTo>
                  <a:lnTo>
                    <a:pt x="1596" y="6561"/>
                  </a:lnTo>
                  <a:cubicBezTo>
                    <a:pt x="643" y="6859"/>
                    <a:pt x="1" y="7740"/>
                    <a:pt x="1" y="8740"/>
                  </a:cubicBezTo>
                  <a:lnTo>
                    <a:pt x="1" y="9645"/>
                  </a:lnTo>
                  <a:cubicBezTo>
                    <a:pt x="1" y="9740"/>
                    <a:pt x="72" y="9812"/>
                    <a:pt x="167" y="9812"/>
                  </a:cubicBezTo>
                  <a:lnTo>
                    <a:pt x="2739" y="9812"/>
                  </a:lnTo>
                  <a:cubicBezTo>
                    <a:pt x="2822" y="9812"/>
                    <a:pt x="2906" y="9740"/>
                    <a:pt x="2906" y="9645"/>
                  </a:cubicBezTo>
                  <a:cubicBezTo>
                    <a:pt x="2906" y="9550"/>
                    <a:pt x="2822" y="9478"/>
                    <a:pt x="2739" y="9478"/>
                  </a:cubicBezTo>
                  <a:lnTo>
                    <a:pt x="322" y="9478"/>
                  </a:lnTo>
                  <a:lnTo>
                    <a:pt x="322" y="8740"/>
                  </a:lnTo>
                  <a:cubicBezTo>
                    <a:pt x="322" y="7883"/>
                    <a:pt x="882" y="7133"/>
                    <a:pt x="1679" y="6871"/>
                  </a:cubicBezTo>
                  <a:lnTo>
                    <a:pt x="3287" y="6359"/>
                  </a:lnTo>
                  <a:lnTo>
                    <a:pt x="3287" y="6537"/>
                  </a:lnTo>
                  <a:lnTo>
                    <a:pt x="3287" y="7657"/>
                  </a:lnTo>
                  <a:cubicBezTo>
                    <a:pt x="3287" y="7728"/>
                    <a:pt x="3334" y="7788"/>
                    <a:pt x="3394" y="7811"/>
                  </a:cubicBezTo>
                  <a:cubicBezTo>
                    <a:pt x="3406" y="7811"/>
                    <a:pt x="3441" y="7835"/>
                    <a:pt x="3453" y="7835"/>
                  </a:cubicBezTo>
                  <a:cubicBezTo>
                    <a:pt x="3501" y="7835"/>
                    <a:pt x="3537" y="7811"/>
                    <a:pt x="3584" y="7776"/>
                  </a:cubicBezTo>
                  <a:lnTo>
                    <a:pt x="4275" y="6966"/>
                  </a:lnTo>
                  <a:lnTo>
                    <a:pt x="4954" y="7776"/>
                  </a:lnTo>
                  <a:cubicBezTo>
                    <a:pt x="4989" y="7811"/>
                    <a:pt x="5025" y="7835"/>
                    <a:pt x="5084" y="7835"/>
                  </a:cubicBezTo>
                  <a:cubicBezTo>
                    <a:pt x="5108" y="7835"/>
                    <a:pt x="5132" y="7835"/>
                    <a:pt x="5144" y="7811"/>
                  </a:cubicBezTo>
                  <a:cubicBezTo>
                    <a:pt x="5204" y="7788"/>
                    <a:pt x="5251" y="7728"/>
                    <a:pt x="5251" y="7657"/>
                  </a:cubicBezTo>
                  <a:lnTo>
                    <a:pt x="5251" y="6359"/>
                  </a:lnTo>
                  <a:lnTo>
                    <a:pt x="6859" y="6871"/>
                  </a:lnTo>
                  <a:cubicBezTo>
                    <a:pt x="7382" y="7037"/>
                    <a:pt x="7811" y="7430"/>
                    <a:pt x="8037" y="7918"/>
                  </a:cubicBezTo>
                  <a:cubicBezTo>
                    <a:pt x="8074" y="7991"/>
                    <a:pt x="8131" y="8022"/>
                    <a:pt x="8198" y="8022"/>
                  </a:cubicBezTo>
                  <a:cubicBezTo>
                    <a:pt x="8219" y="8022"/>
                    <a:pt x="8241" y="8019"/>
                    <a:pt x="8263" y="8014"/>
                  </a:cubicBezTo>
                  <a:cubicBezTo>
                    <a:pt x="8383" y="7990"/>
                    <a:pt x="8418" y="7895"/>
                    <a:pt x="8383" y="7799"/>
                  </a:cubicBezTo>
                  <a:cubicBezTo>
                    <a:pt x="8109" y="7216"/>
                    <a:pt x="7609" y="6775"/>
                    <a:pt x="6989" y="6561"/>
                  </a:cubicBezTo>
                  <a:lnTo>
                    <a:pt x="5287" y="6013"/>
                  </a:lnTo>
                  <a:lnTo>
                    <a:pt x="5287" y="5906"/>
                  </a:lnTo>
                  <a:cubicBezTo>
                    <a:pt x="6013" y="5680"/>
                    <a:pt x="6549" y="5001"/>
                    <a:pt x="6549" y="4180"/>
                  </a:cubicBezTo>
                  <a:lnTo>
                    <a:pt x="6549" y="3858"/>
                  </a:lnTo>
                  <a:cubicBezTo>
                    <a:pt x="6930" y="3775"/>
                    <a:pt x="7216" y="3442"/>
                    <a:pt x="7216" y="3037"/>
                  </a:cubicBezTo>
                  <a:lnTo>
                    <a:pt x="7216" y="2918"/>
                  </a:lnTo>
                  <a:cubicBezTo>
                    <a:pt x="7216" y="2513"/>
                    <a:pt x="6930" y="2168"/>
                    <a:pt x="6549" y="2096"/>
                  </a:cubicBezTo>
                  <a:lnTo>
                    <a:pt x="6549" y="1799"/>
                  </a:lnTo>
                  <a:cubicBezTo>
                    <a:pt x="6549" y="799"/>
                    <a:pt x="5739" y="1"/>
                    <a:pt x="4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8"/>
            <p:cNvSpPr/>
            <p:nvPr/>
          </p:nvSpPr>
          <p:spPr>
            <a:xfrm>
              <a:off x="2320012" y="2699682"/>
              <a:ext cx="10993" cy="11341"/>
            </a:xfrm>
            <a:custGeom>
              <a:avLst/>
              <a:gdLst/>
              <a:ahLst/>
              <a:cxnLst/>
              <a:rect l="l" t="t" r="r" b="b"/>
              <a:pathLst>
                <a:path w="347" h="358" extrusionOk="0">
                  <a:moveTo>
                    <a:pt x="168" y="0"/>
                  </a:moveTo>
                  <a:cubicBezTo>
                    <a:pt x="84" y="0"/>
                    <a:pt x="1" y="72"/>
                    <a:pt x="1" y="167"/>
                  </a:cubicBezTo>
                  <a:lnTo>
                    <a:pt x="1" y="191"/>
                  </a:lnTo>
                  <a:cubicBezTo>
                    <a:pt x="1" y="286"/>
                    <a:pt x="84" y="357"/>
                    <a:pt x="168" y="357"/>
                  </a:cubicBezTo>
                  <a:cubicBezTo>
                    <a:pt x="263" y="357"/>
                    <a:pt x="334" y="286"/>
                    <a:pt x="334" y="191"/>
                  </a:cubicBezTo>
                  <a:lnTo>
                    <a:pt x="334" y="167"/>
                  </a:lnTo>
                  <a:cubicBezTo>
                    <a:pt x="346" y="72"/>
                    <a:pt x="263"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8"/>
            <p:cNvSpPr/>
            <p:nvPr/>
          </p:nvSpPr>
          <p:spPr>
            <a:xfrm>
              <a:off x="2320012" y="2718151"/>
              <a:ext cx="10993" cy="11341"/>
            </a:xfrm>
            <a:custGeom>
              <a:avLst/>
              <a:gdLst/>
              <a:ahLst/>
              <a:cxnLst/>
              <a:rect l="l" t="t" r="r" b="b"/>
              <a:pathLst>
                <a:path w="347" h="358" extrusionOk="0">
                  <a:moveTo>
                    <a:pt x="168" y="1"/>
                  </a:moveTo>
                  <a:cubicBezTo>
                    <a:pt x="84" y="1"/>
                    <a:pt x="1" y="72"/>
                    <a:pt x="1" y="167"/>
                  </a:cubicBezTo>
                  <a:lnTo>
                    <a:pt x="1" y="191"/>
                  </a:lnTo>
                  <a:cubicBezTo>
                    <a:pt x="1" y="286"/>
                    <a:pt x="84" y="358"/>
                    <a:pt x="168" y="358"/>
                  </a:cubicBezTo>
                  <a:cubicBezTo>
                    <a:pt x="263" y="358"/>
                    <a:pt x="334" y="286"/>
                    <a:pt x="334" y="191"/>
                  </a:cubicBezTo>
                  <a:lnTo>
                    <a:pt x="334" y="167"/>
                  </a:lnTo>
                  <a:cubicBezTo>
                    <a:pt x="346" y="72"/>
                    <a:pt x="263"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8"/>
            <p:cNvSpPr/>
            <p:nvPr/>
          </p:nvSpPr>
          <p:spPr>
            <a:xfrm>
              <a:off x="2364522" y="2716662"/>
              <a:ext cx="63804" cy="30571"/>
            </a:xfrm>
            <a:custGeom>
              <a:avLst/>
              <a:gdLst/>
              <a:ahLst/>
              <a:cxnLst/>
              <a:rect l="l" t="t" r="r" b="b"/>
              <a:pathLst>
                <a:path w="2014" h="965" extrusionOk="0">
                  <a:moveTo>
                    <a:pt x="1596" y="322"/>
                  </a:moveTo>
                  <a:cubicBezTo>
                    <a:pt x="1632" y="322"/>
                    <a:pt x="1668" y="357"/>
                    <a:pt x="1668" y="405"/>
                  </a:cubicBezTo>
                  <a:lnTo>
                    <a:pt x="1668" y="560"/>
                  </a:lnTo>
                  <a:cubicBezTo>
                    <a:pt x="1668" y="607"/>
                    <a:pt x="1632" y="643"/>
                    <a:pt x="1596" y="643"/>
                  </a:cubicBezTo>
                  <a:lnTo>
                    <a:pt x="382" y="643"/>
                  </a:lnTo>
                  <a:cubicBezTo>
                    <a:pt x="346" y="643"/>
                    <a:pt x="310" y="607"/>
                    <a:pt x="310" y="560"/>
                  </a:cubicBezTo>
                  <a:lnTo>
                    <a:pt x="310" y="405"/>
                  </a:lnTo>
                  <a:cubicBezTo>
                    <a:pt x="310" y="357"/>
                    <a:pt x="346" y="322"/>
                    <a:pt x="382" y="322"/>
                  </a:cubicBezTo>
                  <a:close/>
                  <a:moveTo>
                    <a:pt x="406" y="0"/>
                  </a:moveTo>
                  <a:cubicBezTo>
                    <a:pt x="180" y="0"/>
                    <a:pt x="1" y="179"/>
                    <a:pt x="1" y="405"/>
                  </a:cubicBezTo>
                  <a:lnTo>
                    <a:pt x="1" y="572"/>
                  </a:lnTo>
                  <a:cubicBezTo>
                    <a:pt x="1" y="786"/>
                    <a:pt x="180" y="964"/>
                    <a:pt x="406" y="964"/>
                  </a:cubicBezTo>
                  <a:lnTo>
                    <a:pt x="1608" y="964"/>
                  </a:lnTo>
                  <a:cubicBezTo>
                    <a:pt x="1834" y="964"/>
                    <a:pt x="2013" y="786"/>
                    <a:pt x="2013" y="572"/>
                  </a:cubicBezTo>
                  <a:lnTo>
                    <a:pt x="2013" y="405"/>
                  </a:lnTo>
                  <a:cubicBezTo>
                    <a:pt x="2013" y="179"/>
                    <a:pt x="1834" y="0"/>
                    <a:pt x="1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8"/>
            <p:cNvSpPr/>
            <p:nvPr/>
          </p:nvSpPr>
          <p:spPr>
            <a:xfrm>
              <a:off x="2437323" y="2454510"/>
              <a:ext cx="82273" cy="83002"/>
            </a:xfrm>
            <a:custGeom>
              <a:avLst/>
              <a:gdLst/>
              <a:ahLst/>
              <a:cxnLst/>
              <a:rect l="l" t="t" r="r" b="b"/>
              <a:pathLst>
                <a:path w="2597" h="2620" extrusionOk="0">
                  <a:moveTo>
                    <a:pt x="1299" y="655"/>
                  </a:moveTo>
                  <a:cubicBezTo>
                    <a:pt x="1656" y="655"/>
                    <a:pt x="1942" y="953"/>
                    <a:pt x="1942" y="1310"/>
                  </a:cubicBezTo>
                  <a:cubicBezTo>
                    <a:pt x="1930" y="1667"/>
                    <a:pt x="1644" y="1965"/>
                    <a:pt x="1299" y="1965"/>
                  </a:cubicBezTo>
                  <a:cubicBezTo>
                    <a:pt x="941" y="1965"/>
                    <a:pt x="668" y="1667"/>
                    <a:pt x="668" y="1310"/>
                  </a:cubicBezTo>
                  <a:cubicBezTo>
                    <a:pt x="668" y="953"/>
                    <a:pt x="941" y="655"/>
                    <a:pt x="1299" y="655"/>
                  </a:cubicBezTo>
                  <a:close/>
                  <a:moveTo>
                    <a:pt x="1299" y="0"/>
                  </a:moveTo>
                  <a:cubicBezTo>
                    <a:pt x="1215" y="0"/>
                    <a:pt x="1132" y="72"/>
                    <a:pt x="1132" y="167"/>
                  </a:cubicBezTo>
                  <a:lnTo>
                    <a:pt x="1132" y="346"/>
                  </a:lnTo>
                  <a:cubicBezTo>
                    <a:pt x="989" y="369"/>
                    <a:pt x="858" y="429"/>
                    <a:pt x="751" y="500"/>
                  </a:cubicBezTo>
                  <a:lnTo>
                    <a:pt x="620" y="369"/>
                  </a:lnTo>
                  <a:cubicBezTo>
                    <a:pt x="590" y="340"/>
                    <a:pt x="546" y="325"/>
                    <a:pt x="501" y="325"/>
                  </a:cubicBezTo>
                  <a:cubicBezTo>
                    <a:pt x="456" y="325"/>
                    <a:pt x="412" y="340"/>
                    <a:pt x="382" y="369"/>
                  </a:cubicBezTo>
                  <a:cubicBezTo>
                    <a:pt x="322" y="429"/>
                    <a:pt x="322" y="548"/>
                    <a:pt x="382" y="607"/>
                  </a:cubicBezTo>
                  <a:lnTo>
                    <a:pt x="513" y="750"/>
                  </a:lnTo>
                  <a:cubicBezTo>
                    <a:pt x="441" y="857"/>
                    <a:pt x="382" y="1000"/>
                    <a:pt x="346" y="1143"/>
                  </a:cubicBezTo>
                  <a:lnTo>
                    <a:pt x="168" y="1143"/>
                  </a:lnTo>
                  <a:cubicBezTo>
                    <a:pt x="84" y="1143"/>
                    <a:pt x="1" y="1227"/>
                    <a:pt x="1" y="1310"/>
                  </a:cubicBezTo>
                  <a:cubicBezTo>
                    <a:pt x="1" y="1405"/>
                    <a:pt x="84" y="1477"/>
                    <a:pt x="168" y="1477"/>
                  </a:cubicBezTo>
                  <a:lnTo>
                    <a:pt x="346" y="1477"/>
                  </a:lnTo>
                  <a:cubicBezTo>
                    <a:pt x="382" y="1619"/>
                    <a:pt x="441" y="1762"/>
                    <a:pt x="513" y="1881"/>
                  </a:cubicBezTo>
                  <a:lnTo>
                    <a:pt x="382" y="2012"/>
                  </a:lnTo>
                  <a:cubicBezTo>
                    <a:pt x="322" y="2072"/>
                    <a:pt x="322" y="2191"/>
                    <a:pt x="382" y="2251"/>
                  </a:cubicBezTo>
                  <a:cubicBezTo>
                    <a:pt x="406" y="2274"/>
                    <a:pt x="453" y="2298"/>
                    <a:pt x="501" y="2298"/>
                  </a:cubicBezTo>
                  <a:cubicBezTo>
                    <a:pt x="537" y="2298"/>
                    <a:pt x="584" y="2274"/>
                    <a:pt x="620" y="2251"/>
                  </a:cubicBezTo>
                  <a:lnTo>
                    <a:pt x="751" y="2120"/>
                  </a:lnTo>
                  <a:cubicBezTo>
                    <a:pt x="870" y="2191"/>
                    <a:pt x="1001" y="2251"/>
                    <a:pt x="1132" y="2274"/>
                  </a:cubicBezTo>
                  <a:lnTo>
                    <a:pt x="1132" y="2453"/>
                  </a:lnTo>
                  <a:cubicBezTo>
                    <a:pt x="1132" y="2548"/>
                    <a:pt x="1215" y="2620"/>
                    <a:pt x="1299" y="2620"/>
                  </a:cubicBezTo>
                  <a:cubicBezTo>
                    <a:pt x="1394" y="2620"/>
                    <a:pt x="1465" y="2548"/>
                    <a:pt x="1465" y="2453"/>
                  </a:cubicBezTo>
                  <a:lnTo>
                    <a:pt x="1465" y="2274"/>
                  </a:lnTo>
                  <a:cubicBezTo>
                    <a:pt x="1608" y="2251"/>
                    <a:pt x="1751" y="2191"/>
                    <a:pt x="1846" y="2120"/>
                  </a:cubicBezTo>
                  <a:lnTo>
                    <a:pt x="1989" y="2251"/>
                  </a:lnTo>
                  <a:cubicBezTo>
                    <a:pt x="2013" y="2274"/>
                    <a:pt x="2061" y="2298"/>
                    <a:pt x="2108" y="2298"/>
                  </a:cubicBezTo>
                  <a:cubicBezTo>
                    <a:pt x="2144" y="2298"/>
                    <a:pt x="2192" y="2274"/>
                    <a:pt x="2227" y="2251"/>
                  </a:cubicBezTo>
                  <a:cubicBezTo>
                    <a:pt x="2287" y="2191"/>
                    <a:pt x="2287" y="2072"/>
                    <a:pt x="2227" y="2012"/>
                  </a:cubicBezTo>
                  <a:lnTo>
                    <a:pt x="2084" y="1881"/>
                  </a:lnTo>
                  <a:cubicBezTo>
                    <a:pt x="2168" y="1762"/>
                    <a:pt x="2227" y="1619"/>
                    <a:pt x="2251" y="1477"/>
                  </a:cubicBezTo>
                  <a:lnTo>
                    <a:pt x="2430" y="1477"/>
                  </a:lnTo>
                  <a:cubicBezTo>
                    <a:pt x="2525" y="1477"/>
                    <a:pt x="2596" y="1405"/>
                    <a:pt x="2596" y="1310"/>
                  </a:cubicBezTo>
                  <a:cubicBezTo>
                    <a:pt x="2596" y="1227"/>
                    <a:pt x="2525" y="1143"/>
                    <a:pt x="2430" y="1143"/>
                  </a:cubicBezTo>
                  <a:lnTo>
                    <a:pt x="2251" y="1143"/>
                  </a:lnTo>
                  <a:cubicBezTo>
                    <a:pt x="2227" y="1000"/>
                    <a:pt x="2168" y="869"/>
                    <a:pt x="2096" y="750"/>
                  </a:cubicBezTo>
                  <a:lnTo>
                    <a:pt x="2227" y="607"/>
                  </a:lnTo>
                  <a:cubicBezTo>
                    <a:pt x="2287" y="548"/>
                    <a:pt x="2287" y="429"/>
                    <a:pt x="2227" y="369"/>
                  </a:cubicBezTo>
                  <a:cubicBezTo>
                    <a:pt x="2198" y="340"/>
                    <a:pt x="2153" y="325"/>
                    <a:pt x="2108" y="325"/>
                  </a:cubicBezTo>
                  <a:cubicBezTo>
                    <a:pt x="2064" y="325"/>
                    <a:pt x="2019" y="340"/>
                    <a:pt x="1989" y="369"/>
                  </a:cubicBezTo>
                  <a:lnTo>
                    <a:pt x="1846" y="500"/>
                  </a:lnTo>
                  <a:cubicBezTo>
                    <a:pt x="1727" y="429"/>
                    <a:pt x="1596" y="369"/>
                    <a:pt x="1465" y="346"/>
                  </a:cubicBezTo>
                  <a:lnTo>
                    <a:pt x="1465" y="167"/>
                  </a:lnTo>
                  <a:cubicBezTo>
                    <a:pt x="1465" y="72"/>
                    <a:pt x="1394" y="0"/>
                    <a:pt x="1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8"/>
            <p:cNvSpPr/>
            <p:nvPr/>
          </p:nvSpPr>
          <p:spPr>
            <a:xfrm>
              <a:off x="2462603" y="2479759"/>
              <a:ext cx="32092" cy="32092"/>
            </a:xfrm>
            <a:custGeom>
              <a:avLst/>
              <a:gdLst/>
              <a:ahLst/>
              <a:cxnLst/>
              <a:rect l="l" t="t" r="r" b="b"/>
              <a:pathLst>
                <a:path w="1013" h="1013" extrusionOk="0">
                  <a:moveTo>
                    <a:pt x="501" y="358"/>
                  </a:moveTo>
                  <a:cubicBezTo>
                    <a:pt x="596" y="358"/>
                    <a:pt x="667" y="441"/>
                    <a:pt x="667" y="525"/>
                  </a:cubicBezTo>
                  <a:cubicBezTo>
                    <a:pt x="667" y="620"/>
                    <a:pt x="596" y="692"/>
                    <a:pt x="501" y="692"/>
                  </a:cubicBezTo>
                  <a:cubicBezTo>
                    <a:pt x="417" y="692"/>
                    <a:pt x="346" y="620"/>
                    <a:pt x="346" y="525"/>
                  </a:cubicBezTo>
                  <a:cubicBezTo>
                    <a:pt x="346" y="441"/>
                    <a:pt x="417" y="358"/>
                    <a:pt x="501" y="358"/>
                  </a:cubicBezTo>
                  <a:close/>
                  <a:moveTo>
                    <a:pt x="501" y="1"/>
                  </a:moveTo>
                  <a:cubicBezTo>
                    <a:pt x="227" y="1"/>
                    <a:pt x="1" y="227"/>
                    <a:pt x="1" y="513"/>
                  </a:cubicBezTo>
                  <a:cubicBezTo>
                    <a:pt x="1" y="799"/>
                    <a:pt x="227" y="1013"/>
                    <a:pt x="501" y="1013"/>
                  </a:cubicBezTo>
                  <a:cubicBezTo>
                    <a:pt x="786" y="1013"/>
                    <a:pt x="1013" y="799"/>
                    <a:pt x="1013" y="513"/>
                  </a:cubicBezTo>
                  <a:cubicBezTo>
                    <a:pt x="1001" y="251"/>
                    <a:pt x="774" y="1"/>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8"/>
            <p:cNvSpPr/>
            <p:nvPr/>
          </p:nvSpPr>
          <p:spPr>
            <a:xfrm>
              <a:off x="2314373" y="2546921"/>
              <a:ext cx="21891" cy="36242"/>
            </a:xfrm>
            <a:custGeom>
              <a:avLst/>
              <a:gdLst/>
              <a:ahLst/>
              <a:cxnLst/>
              <a:rect l="l" t="t" r="r" b="b"/>
              <a:pathLst>
                <a:path w="691" h="1144" extrusionOk="0">
                  <a:moveTo>
                    <a:pt x="167" y="0"/>
                  </a:moveTo>
                  <a:cubicBezTo>
                    <a:pt x="72" y="0"/>
                    <a:pt x="0" y="72"/>
                    <a:pt x="0" y="167"/>
                  </a:cubicBezTo>
                  <a:lnTo>
                    <a:pt x="0" y="988"/>
                  </a:lnTo>
                  <a:cubicBezTo>
                    <a:pt x="0" y="1072"/>
                    <a:pt x="72" y="1143"/>
                    <a:pt x="167" y="1143"/>
                  </a:cubicBezTo>
                  <a:lnTo>
                    <a:pt x="524" y="1143"/>
                  </a:lnTo>
                  <a:cubicBezTo>
                    <a:pt x="620" y="1143"/>
                    <a:pt x="691" y="1072"/>
                    <a:pt x="691" y="988"/>
                  </a:cubicBezTo>
                  <a:cubicBezTo>
                    <a:pt x="691" y="893"/>
                    <a:pt x="620" y="822"/>
                    <a:pt x="524" y="822"/>
                  </a:cubicBezTo>
                  <a:lnTo>
                    <a:pt x="334" y="822"/>
                  </a:lnTo>
                  <a:lnTo>
                    <a:pt x="334" y="167"/>
                  </a:lnTo>
                  <a:cubicBezTo>
                    <a:pt x="334" y="72"/>
                    <a:pt x="262"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0" name="Google Shape;1130;p48"/>
          <p:cNvGrpSpPr/>
          <p:nvPr/>
        </p:nvGrpSpPr>
        <p:grpSpPr>
          <a:xfrm>
            <a:off x="2058363" y="1449642"/>
            <a:ext cx="363275" cy="354626"/>
            <a:chOff x="1303876" y="2419377"/>
            <a:chExt cx="363275" cy="354626"/>
          </a:xfrm>
        </p:grpSpPr>
        <p:sp>
          <p:nvSpPr>
            <p:cNvPr id="1131" name="Google Shape;1131;p48"/>
            <p:cNvSpPr/>
            <p:nvPr/>
          </p:nvSpPr>
          <p:spPr>
            <a:xfrm>
              <a:off x="1303876" y="2507701"/>
              <a:ext cx="363275" cy="266302"/>
            </a:xfrm>
            <a:custGeom>
              <a:avLst/>
              <a:gdLst/>
              <a:ahLst/>
              <a:cxnLst/>
              <a:rect l="l" t="t" r="r" b="b"/>
              <a:pathLst>
                <a:path w="11467" h="8406" extrusionOk="0">
                  <a:moveTo>
                    <a:pt x="3251" y="1631"/>
                  </a:moveTo>
                  <a:lnTo>
                    <a:pt x="3680" y="2060"/>
                  </a:lnTo>
                  <a:lnTo>
                    <a:pt x="2060" y="3691"/>
                  </a:lnTo>
                  <a:lnTo>
                    <a:pt x="1620" y="3262"/>
                  </a:lnTo>
                  <a:lnTo>
                    <a:pt x="3251" y="1631"/>
                  </a:lnTo>
                  <a:close/>
                  <a:moveTo>
                    <a:pt x="8156" y="1929"/>
                  </a:moveTo>
                  <a:lnTo>
                    <a:pt x="9799" y="3560"/>
                  </a:lnTo>
                  <a:lnTo>
                    <a:pt x="9371" y="3989"/>
                  </a:lnTo>
                  <a:lnTo>
                    <a:pt x="7728" y="2357"/>
                  </a:lnTo>
                  <a:lnTo>
                    <a:pt x="8156" y="1929"/>
                  </a:lnTo>
                  <a:close/>
                  <a:moveTo>
                    <a:pt x="7609" y="2715"/>
                  </a:moveTo>
                  <a:lnTo>
                    <a:pt x="9014" y="4108"/>
                  </a:lnTo>
                  <a:lnTo>
                    <a:pt x="8692" y="4405"/>
                  </a:lnTo>
                  <a:cubicBezTo>
                    <a:pt x="8656" y="4453"/>
                    <a:pt x="8621" y="4501"/>
                    <a:pt x="8597" y="4560"/>
                  </a:cubicBezTo>
                  <a:cubicBezTo>
                    <a:pt x="8561" y="4620"/>
                    <a:pt x="8549" y="4679"/>
                    <a:pt x="8549" y="4739"/>
                  </a:cubicBezTo>
                  <a:cubicBezTo>
                    <a:pt x="8537" y="4870"/>
                    <a:pt x="8490" y="4989"/>
                    <a:pt x="8383" y="5072"/>
                  </a:cubicBezTo>
                  <a:lnTo>
                    <a:pt x="7847" y="5620"/>
                  </a:lnTo>
                  <a:lnTo>
                    <a:pt x="5930" y="3691"/>
                  </a:lnTo>
                  <a:lnTo>
                    <a:pt x="6609" y="3429"/>
                  </a:lnTo>
                  <a:cubicBezTo>
                    <a:pt x="6609" y="3429"/>
                    <a:pt x="6632" y="3429"/>
                    <a:pt x="6632" y="3417"/>
                  </a:cubicBezTo>
                  <a:cubicBezTo>
                    <a:pt x="6739" y="3358"/>
                    <a:pt x="6823" y="3262"/>
                    <a:pt x="6882" y="3155"/>
                  </a:cubicBezTo>
                  <a:cubicBezTo>
                    <a:pt x="7109" y="3119"/>
                    <a:pt x="7299" y="3012"/>
                    <a:pt x="7466" y="2858"/>
                  </a:cubicBezTo>
                  <a:lnTo>
                    <a:pt x="7609" y="2715"/>
                  </a:lnTo>
                  <a:close/>
                  <a:moveTo>
                    <a:pt x="3846" y="6084"/>
                  </a:moveTo>
                  <a:lnTo>
                    <a:pt x="4120" y="6358"/>
                  </a:lnTo>
                  <a:lnTo>
                    <a:pt x="3739" y="6727"/>
                  </a:lnTo>
                  <a:lnTo>
                    <a:pt x="3656" y="6822"/>
                  </a:lnTo>
                  <a:cubicBezTo>
                    <a:pt x="3620" y="6846"/>
                    <a:pt x="3584" y="6858"/>
                    <a:pt x="3537" y="6858"/>
                  </a:cubicBezTo>
                  <a:cubicBezTo>
                    <a:pt x="3489" y="6858"/>
                    <a:pt x="3441" y="6846"/>
                    <a:pt x="3418" y="6822"/>
                  </a:cubicBezTo>
                  <a:lnTo>
                    <a:pt x="3382" y="6787"/>
                  </a:lnTo>
                  <a:cubicBezTo>
                    <a:pt x="3322" y="6727"/>
                    <a:pt x="3322" y="6608"/>
                    <a:pt x="3382" y="6548"/>
                  </a:cubicBezTo>
                  <a:lnTo>
                    <a:pt x="3846" y="6084"/>
                  </a:lnTo>
                  <a:close/>
                  <a:moveTo>
                    <a:pt x="4334" y="6608"/>
                  </a:moveTo>
                  <a:lnTo>
                    <a:pt x="4608" y="6882"/>
                  </a:lnTo>
                  <a:lnTo>
                    <a:pt x="4311" y="7156"/>
                  </a:lnTo>
                  <a:lnTo>
                    <a:pt x="4227" y="7239"/>
                  </a:lnTo>
                  <a:cubicBezTo>
                    <a:pt x="4203" y="7263"/>
                    <a:pt x="4156" y="7275"/>
                    <a:pt x="4108" y="7275"/>
                  </a:cubicBezTo>
                  <a:cubicBezTo>
                    <a:pt x="4072" y="7275"/>
                    <a:pt x="4025" y="7263"/>
                    <a:pt x="3989" y="7239"/>
                  </a:cubicBezTo>
                  <a:lnTo>
                    <a:pt x="3965" y="7203"/>
                  </a:lnTo>
                  <a:cubicBezTo>
                    <a:pt x="3906" y="7144"/>
                    <a:pt x="3906" y="7037"/>
                    <a:pt x="3965" y="6977"/>
                  </a:cubicBezTo>
                  <a:lnTo>
                    <a:pt x="4334" y="6608"/>
                  </a:lnTo>
                  <a:close/>
                  <a:moveTo>
                    <a:pt x="4858" y="7096"/>
                  </a:moveTo>
                  <a:lnTo>
                    <a:pt x="5132" y="7370"/>
                  </a:lnTo>
                  <a:lnTo>
                    <a:pt x="4954" y="7537"/>
                  </a:lnTo>
                  <a:lnTo>
                    <a:pt x="4811" y="7668"/>
                  </a:lnTo>
                  <a:cubicBezTo>
                    <a:pt x="4781" y="7697"/>
                    <a:pt x="4742" y="7712"/>
                    <a:pt x="4704" y="7712"/>
                  </a:cubicBezTo>
                  <a:cubicBezTo>
                    <a:pt x="4665" y="7712"/>
                    <a:pt x="4626" y="7697"/>
                    <a:pt x="4596" y="7668"/>
                  </a:cubicBezTo>
                  <a:lnTo>
                    <a:pt x="4549" y="7620"/>
                  </a:lnTo>
                  <a:cubicBezTo>
                    <a:pt x="4513" y="7596"/>
                    <a:pt x="4501" y="7549"/>
                    <a:pt x="4501" y="7513"/>
                  </a:cubicBezTo>
                  <a:cubicBezTo>
                    <a:pt x="4501" y="7477"/>
                    <a:pt x="4513" y="7441"/>
                    <a:pt x="4549" y="7418"/>
                  </a:cubicBezTo>
                  <a:lnTo>
                    <a:pt x="4858" y="7096"/>
                  </a:lnTo>
                  <a:close/>
                  <a:moveTo>
                    <a:pt x="3811" y="2417"/>
                  </a:moveTo>
                  <a:lnTo>
                    <a:pt x="3965" y="2560"/>
                  </a:lnTo>
                  <a:cubicBezTo>
                    <a:pt x="4181" y="2776"/>
                    <a:pt x="4462" y="2894"/>
                    <a:pt x="4756" y="2894"/>
                  </a:cubicBezTo>
                  <a:cubicBezTo>
                    <a:pt x="4771" y="2894"/>
                    <a:pt x="4785" y="2894"/>
                    <a:pt x="4799" y="2893"/>
                  </a:cubicBezTo>
                  <a:cubicBezTo>
                    <a:pt x="5394" y="2858"/>
                    <a:pt x="6168" y="2798"/>
                    <a:pt x="6549" y="2703"/>
                  </a:cubicBezTo>
                  <a:cubicBezTo>
                    <a:pt x="6573" y="2715"/>
                    <a:pt x="6597" y="2738"/>
                    <a:pt x="6609" y="2774"/>
                  </a:cubicBezTo>
                  <a:cubicBezTo>
                    <a:pt x="6632" y="2834"/>
                    <a:pt x="6632" y="2893"/>
                    <a:pt x="6597" y="2953"/>
                  </a:cubicBezTo>
                  <a:cubicBezTo>
                    <a:pt x="6573" y="3024"/>
                    <a:pt x="6525" y="3084"/>
                    <a:pt x="6466" y="3119"/>
                  </a:cubicBezTo>
                  <a:lnTo>
                    <a:pt x="5561" y="3489"/>
                  </a:lnTo>
                  <a:cubicBezTo>
                    <a:pt x="5501" y="3500"/>
                    <a:pt x="5466" y="3560"/>
                    <a:pt x="5454" y="3608"/>
                  </a:cubicBezTo>
                  <a:cubicBezTo>
                    <a:pt x="5442" y="3667"/>
                    <a:pt x="5454" y="3727"/>
                    <a:pt x="5501" y="3750"/>
                  </a:cubicBezTo>
                  <a:lnTo>
                    <a:pt x="7716" y="5977"/>
                  </a:lnTo>
                  <a:lnTo>
                    <a:pt x="8013" y="6275"/>
                  </a:lnTo>
                  <a:cubicBezTo>
                    <a:pt x="8097" y="6346"/>
                    <a:pt x="8097" y="6453"/>
                    <a:pt x="8025" y="6513"/>
                  </a:cubicBezTo>
                  <a:lnTo>
                    <a:pt x="8002" y="6537"/>
                  </a:lnTo>
                  <a:cubicBezTo>
                    <a:pt x="7972" y="6566"/>
                    <a:pt x="7927" y="6581"/>
                    <a:pt x="7882" y="6581"/>
                  </a:cubicBezTo>
                  <a:cubicBezTo>
                    <a:pt x="7838" y="6581"/>
                    <a:pt x="7793" y="6566"/>
                    <a:pt x="7763" y="6537"/>
                  </a:cubicBezTo>
                  <a:lnTo>
                    <a:pt x="7668" y="6453"/>
                  </a:lnTo>
                  <a:lnTo>
                    <a:pt x="5775" y="4560"/>
                  </a:lnTo>
                  <a:cubicBezTo>
                    <a:pt x="5745" y="4530"/>
                    <a:pt x="5701" y="4515"/>
                    <a:pt x="5656" y="4515"/>
                  </a:cubicBezTo>
                  <a:cubicBezTo>
                    <a:pt x="5611" y="4515"/>
                    <a:pt x="5567" y="4530"/>
                    <a:pt x="5537" y="4560"/>
                  </a:cubicBezTo>
                  <a:cubicBezTo>
                    <a:pt x="5477" y="4620"/>
                    <a:pt x="5477" y="4739"/>
                    <a:pt x="5537" y="4798"/>
                  </a:cubicBezTo>
                  <a:lnTo>
                    <a:pt x="7430" y="6691"/>
                  </a:lnTo>
                  <a:cubicBezTo>
                    <a:pt x="7490" y="6751"/>
                    <a:pt x="7490" y="6846"/>
                    <a:pt x="7430" y="6906"/>
                  </a:cubicBezTo>
                  <a:lnTo>
                    <a:pt x="7406" y="6941"/>
                  </a:lnTo>
                  <a:cubicBezTo>
                    <a:pt x="7376" y="6971"/>
                    <a:pt x="7335" y="6986"/>
                    <a:pt x="7293" y="6986"/>
                  </a:cubicBezTo>
                  <a:cubicBezTo>
                    <a:pt x="7251" y="6986"/>
                    <a:pt x="7210" y="6971"/>
                    <a:pt x="7180" y="6941"/>
                  </a:cubicBezTo>
                  <a:lnTo>
                    <a:pt x="7120" y="6882"/>
                  </a:lnTo>
                  <a:lnTo>
                    <a:pt x="5120" y="4882"/>
                  </a:lnTo>
                  <a:cubicBezTo>
                    <a:pt x="5096" y="4852"/>
                    <a:pt x="5055" y="4837"/>
                    <a:pt x="5010" y="4837"/>
                  </a:cubicBezTo>
                  <a:cubicBezTo>
                    <a:pt x="4965" y="4837"/>
                    <a:pt x="4918" y="4852"/>
                    <a:pt x="4882" y="4882"/>
                  </a:cubicBezTo>
                  <a:cubicBezTo>
                    <a:pt x="4823" y="4941"/>
                    <a:pt x="4823" y="5060"/>
                    <a:pt x="4882" y="5120"/>
                  </a:cubicBezTo>
                  <a:lnTo>
                    <a:pt x="6882" y="7120"/>
                  </a:lnTo>
                  <a:cubicBezTo>
                    <a:pt x="6906" y="7144"/>
                    <a:pt x="6930" y="7191"/>
                    <a:pt x="6930" y="7227"/>
                  </a:cubicBezTo>
                  <a:cubicBezTo>
                    <a:pt x="6930" y="7251"/>
                    <a:pt x="6906" y="7299"/>
                    <a:pt x="6882" y="7322"/>
                  </a:cubicBezTo>
                  <a:lnTo>
                    <a:pt x="6835" y="7370"/>
                  </a:lnTo>
                  <a:cubicBezTo>
                    <a:pt x="6805" y="7400"/>
                    <a:pt x="6763" y="7415"/>
                    <a:pt x="6722" y="7415"/>
                  </a:cubicBezTo>
                  <a:cubicBezTo>
                    <a:pt x="6680" y="7415"/>
                    <a:pt x="6638" y="7400"/>
                    <a:pt x="6609" y="7370"/>
                  </a:cubicBezTo>
                  <a:lnTo>
                    <a:pt x="6478" y="7239"/>
                  </a:lnTo>
                  <a:lnTo>
                    <a:pt x="4799" y="5560"/>
                  </a:lnTo>
                  <a:cubicBezTo>
                    <a:pt x="4769" y="5530"/>
                    <a:pt x="4724" y="5516"/>
                    <a:pt x="4680" y="5516"/>
                  </a:cubicBezTo>
                  <a:cubicBezTo>
                    <a:pt x="4635" y="5516"/>
                    <a:pt x="4590" y="5530"/>
                    <a:pt x="4561" y="5560"/>
                  </a:cubicBezTo>
                  <a:cubicBezTo>
                    <a:pt x="4501" y="5620"/>
                    <a:pt x="4501" y="5739"/>
                    <a:pt x="4561" y="5798"/>
                  </a:cubicBezTo>
                  <a:lnTo>
                    <a:pt x="6239" y="7477"/>
                  </a:lnTo>
                  <a:cubicBezTo>
                    <a:pt x="6275" y="7501"/>
                    <a:pt x="6287" y="7537"/>
                    <a:pt x="6287" y="7584"/>
                  </a:cubicBezTo>
                  <a:cubicBezTo>
                    <a:pt x="6287" y="7620"/>
                    <a:pt x="6275" y="7656"/>
                    <a:pt x="6239" y="7680"/>
                  </a:cubicBezTo>
                  <a:lnTo>
                    <a:pt x="6180" y="7739"/>
                  </a:lnTo>
                  <a:cubicBezTo>
                    <a:pt x="6150" y="7769"/>
                    <a:pt x="6114" y="7784"/>
                    <a:pt x="6080" y="7784"/>
                  </a:cubicBezTo>
                  <a:cubicBezTo>
                    <a:pt x="6046" y="7784"/>
                    <a:pt x="6013" y="7769"/>
                    <a:pt x="5989" y="7739"/>
                  </a:cubicBezTo>
                  <a:lnTo>
                    <a:pt x="3037" y="4798"/>
                  </a:lnTo>
                  <a:cubicBezTo>
                    <a:pt x="2953" y="4703"/>
                    <a:pt x="2894" y="4584"/>
                    <a:pt x="2882" y="4453"/>
                  </a:cubicBezTo>
                  <a:cubicBezTo>
                    <a:pt x="2882" y="4393"/>
                    <a:pt x="2858" y="4334"/>
                    <a:pt x="2834" y="4274"/>
                  </a:cubicBezTo>
                  <a:cubicBezTo>
                    <a:pt x="2799" y="4215"/>
                    <a:pt x="2775" y="4167"/>
                    <a:pt x="2727" y="4131"/>
                  </a:cubicBezTo>
                  <a:lnTo>
                    <a:pt x="2418" y="3810"/>
                  </a:lnTo>
                  <a:lnTo>
                    <a:pt x="3811" y="2417"/>
                  </a:lnTo>
                  <a:close/>
                  <a:moveTo>
                    <a:pt x="5370" y="7572"/>
                  </a:moveTo>
                  <a:lnTo>
                    <a:pt x="5632" y="7846"/>
                  </a:lnTo>
                  <a:lnTo>
                    <a:pt x="5454" y="8025"/>
                  </a:lnTo>
                  <a:cubicBezTo>
                    <a:pt x="5430" y="8061"/>
                    <a:pt x="5394" y="8072"/>
                    <a:pt x="5346" y="8072"/>
                  </a:cubicBezTo>
                  <a:cubicBezTo>
                    <a:pt x="5311" y="8072"/>
                    <a:pt x="5275" y="8049"/>
                    <a:pt x="5251" y="8025"/>
                  </a:cubicBezTo>
                  <a:lnTo>
                    <a:pt x="5192" y="7965"/>
                  </a:lnTo>
                  <a:cubicBezTo>
                    <a:pt x="5156" y="7941"/>
                    <a:pt x="5144" y="7906"/>
                    <a:pt x="5144" y="7858"/>
                  </a:cubicBezTo>
                  <a:cubicBezTo>
                    <a:pt x="5144" y="7822"/>
                    <a:pt x="5156" y="7787"/>
                    <a:pt x="5192" y="7751"/>
                  </a:cubicBezTo>
                  <a:lnTo>
                    <a:pt x="5370" y="7572"/>
                  </a:lnTo>
                  <a:close/>
                  <a:moveTo>
                    <a:pt x="2251" y="0"/>
                  </a:moveTo>
                  <a:cubicBezTo>
                    <a:pt x="2203" y="0"/>
                    <a:pt x="2167" y="12"/>
                    <a:pt x="2132" y="48"/>
                  </a:cubicBezTo>
                  <a:lnTo>
                    <a:pt x="1394" y="786"/>
                  </a:lnTo>
                  <a:cubicBezTo>
                    <a:pt x="1334" y="845"/>
                    <a:pt x="1334" y="964"/>
                    <a:pt x="1394" y="1024"/>
                  </a:cubicBezTo>
                  <a:cubicBezTo>
                    <a:pt x="1423" y="1054"/>
                    <a:pt x="1468" y="1069"/>
                    <a:pt x="1513" y="1069"/>
                  </a:cubicBezTo>
                  <a:cubicBezTo>
                    <a:pt x="1557" y="1069"/>
                    <a:pt x="1602" y="1054"/>
                    <a:pt x="1632" y="1024"/>
                  </a:cubicBezTo>
                  <a:lnTo>
                    <a:pt x="2251" y="405"/>
                  </a:lnTo>
                  <a:lnTo>
                    <a:pt x="3156" y="1310"/>
                  </a:lnTo>
                  <a:lnTo>
                    <a:pt x="1334" y="3143"/>
                  </a:lnTo>
                  <a:lnTo>
                    <a:pt x="417" y="2238"/>
                  </a:lnTo>
                  <a:lnTo>
                    <a:pt x="1155" y="1500"/>
                  </a:lnTo>
                  <a:cubicBezTo>
                    <a:pt x="1215" y="1441"/>
                    <a:pt x="1215" y="1322"/>
                    <a:pt x="1155" y="1262"/>
                  </a:cubicBezTo>
                  <a:cubicBezTo>
                    <a:pt x="1126" y="1232"/>
                    <a:pt x="1081" y="1217"/>
                    <a:pt x="1036" y="1217"/>
                  </a:cubicBezTo>
                  <a:cubicBezTo>
                    <a:pt x="992" y="1217"/>
                    <a:pt x="947" y="1232"/>
                    <a:pt x="917" y="1262"/>
                  </a:cubicBezTo>
                  <a:lnTo>
                    <a:pt x="60" y="2119"/>
                  </a:lnTo>
                  <a:cubicBezTo>
                    <a:pt x="1" y="2179"/>
                    <a:pt x="1" y="2298"/>
                    <a:pt x="60" y="2357"/>
                  </a:cubicBezTo>
                  <a:lnTo>
                    <a:pt x="1191" y="3489"/>
                  </a:lnTo>
                  <a:cubicBezTo>
                    <a:pt x="1227" y="3512"/>
                    <a:pt x="1275" y="3524"/>
                    <a:pt x="1310" y="3524"/>
                  </a:cubicBezTo>
                  <a:cubicBezTo>
                    <a:pt x="1346" y="3524"/>
                    <a:pt x="1370" y="3512"/>
                    <a:pt x="1405" y="3500"/>
                  </a:cubicBezTo>
                  <a:lnTo>
                    <a:pt x="1953" y="4048"/>
                  </a:lnTo>
                  <a:cubicBezTo>
                    <a:pt x="1989" y="4084"/>
                    <a:pt x="2025" y="4096"/>
                    <a:pt x="2072" y="4096"/>
                  </a:cubicBezTo>
                  <a:cubicBezTo>
                    <a:pt x="2120" y="4096"/>
                    <a:pt x="2167" y="4084"/>
                    <a:pt x="2191" y="4048"/>
                  </a:cubicBezTo>
                  <a:lnTo>
                    <a:pt x="2501" y="4358"/>
                  </a:lnTo>
                  <a:cubicBezTo>
                    <a:pt x="2525" y="4382"/>
                    <a:pt x="2537" y="4393"/>
                    <a:pt x="2537" y="4405"/>
                  </a:cubicBezTo>
                  <a:cubicBezTo>
                    <a:pt x="2548" y="4417"/>
                    <a:pt x="2548" y="4453"/>
                    <a:pt x="2548" y="4465"/>
                  </a:cubicBezTo>
                  <a:cubicBezTo>
                    <a:pt x="2560" y="4679"/>
                    <a:pt x="2656" y="4882"/>
                    <a:pt x="2799" y="5036"/>
                  </a:cubicBezTo>
                  <a:lnTo>
                    <a:pt x="3632" y="5870"/>
                  </a:lnTo>
                  <a:lnTo>
                    <a:pt x="3180" y="6322"/>
                  </a:lnTo>
                  <a:cubicBezTo>
                    <a:pt x="2977" y="6525"/>
                    <a:pt x="2977" y="6846"/>
                    <a:pt x="3180" y="7037"/>
                  </a:cubicBezTo>
                  <a:lnTo>
                    <a:pt x="3203" y="7072"/>
                  </a:lnTo>
                  <a:cubicBezTo>
                    <a:pt x="3299" y="7156"/>
                    <a:pt x="3430" y="7215"/>
                    <a:pt x="3561" y="7215"/>
                  </a:cubicBezTo>
                  <a:lnTo>
                    <a:pt x="3632" y="7215"/>
                  </a:lnTo>
                  <a:cubicBezTo>
                    <a:pt x="3656" y="7310"/>
                    <a:pt x="3691" y="7382"/>
                    <a:pt x="3775" y="7453"/>
                  </a:cubicBezTo>
                  <a:lnTo>
                    <a:pt x="3799" y="7489"/>
                  </a:lnTo>
                  <a:cubicBezTo>
                    <a:pt x="3894" y="7572"/>
                    <a:pt x="4025" y="7632"/>
                    <a:pt x="4156" y="7632"/>
                  </a:cubicBezTo>
                  <a:lnTo>
                    <a:pt x="4203" y="7632"/>
                  </a:lnTo>
                  <a:cubicBezTo>
                    <a:pt x="4215" y="7727"/>
                    <a:pt x="4263" y="7811"/>
                    <a:pt x="4334" y="7870"/>
                  </a:cubicBezTo>
                  <a:lnTo>
                    <a:pt x="4382" y="7918"/>
                  </a:lnTo>
                  <a:cubicBezTo>
                    <a:pt x="4475" y="8011"/>
                    <a:pt x="4593" y="8062"/>
                    <a:pt x="4713" y="8062"/>
                  </a:cubicBezTo>
                  <a:cubicBezTo>
                    <a:pt x="4762" y="8062"/>
                    <a:pt x="4810" y="8054"/>
                    <a:pt x="4858" y="8037"/>
                  </a:cubicBezTo>
                  <a:cubicBezTo>
                    <a:pt x="4882" y="8096"/>
                    <a:pt x="4918" y="8156"/>
                    <a:pt x="4977" y="8215"/>
                  </a:cubicBezTo>
                  <a:lnTo>
                    <a:pt x="5037" y="8275"/>
                  </a:lnTo>
                  <a:cubicBezTo>
                    <a:pt x="5120" y="8370"/>
                    <a:pt x="5239" y="8406"/>
                    <a:pt x="5382" y="8406"/>
                  </a:cubicBezTo>
                  <a:cubicBezTo>
                    <a:pt x="5513" y="8406"/>
                    <a:pt x="5632" y="8370"/>
                    <a:pt x="5716" y="8275"/>
                  </a:cubicBezTo>
                  <a:lnTo>
                    <a:pt x="5918" y="8084"/>
                  </a:lnTo>
                  <a:cubicBezTo>
                    <a:pt x="5977" y="8108"/>
                    <a:pt x="6049" y="8132"/>
                    <a:pt x="6120" y="8132"/>
                  </a:cubicBezTo>
                  <a:cubicBezTo>
                    <a:pt x="6239" y="8132"/>
                    <a:pt x="6358" y="8084"/>
                    <a:pt x="6466" y="7989"/>
                  </a:cubicBezTo>
                  <a:lnTo>
                    <a:pt x="6525" y="7930"/>
                  </a:lnTo>
                  <a:cubicBezTo>
                    <a:pt x="6573" y="7894"/>
                    <a:pt x="6609" y="7834"/>
                    <a:pt x="6644" y="7751"/>
                  </a:cubicBezTo>
                  <a:cubicBezTo>
                    <a:pt x="6687" y="7763"/>
                    <a:pt x="6732" y="7769"/>
                    <a:pt x="6777" y="7769"/>
                  </a:cubicBezTo>
                  <a:cubicBezTo>
                    <a:pt x="6905" y="7769"/>
                    <a:pt x="7032" y="7720"/>
                    <a:pt x="7120" y="7632"/>
                  </a:cubicBezTo>
                  <a:lnTo>
                    <a:pt x="7168" y="7596"/>
                  </a:lnTo>
                  <a:cubicBezTo>
                    <a:pt x="7240" y="7513"/>
                    <a:pt x="7287" y="7441"/>
                    <a:pt x="7299" y="7358"/>
                  </a:cubicBezTo>
                  <a:cubicBezTo>
                    <a:pt x="7313" y="7359"/>
                    <a:pt x="7327" y="7360"/>
                    <a:pt x="7341" y="7360"/>
                  </a:cubicBezTo>
                  <a:cubicBezTo>
                    <a:pt x="7470" y="7360"/>
                    <a:pt x="7597" y="7311"/>
                    <a:pt x="7704" y="7203"/>
                  </a:cubicBezTo>
                  <a:lnTo>
                    <a:pt x="7728" y="7179"/>
                  </a:lnTo>
                  <a:cubicBezTo>
                    <a:pt x="7799" y="7096"/>
                    <a:pt x="7835" y="7025"/>
                    <a:pt x="7859" y="6941"/>
                  </a:cubicBezTo>
                  <a:cubicBezTo>
                    <a:pt x="7874" y="6943"/>
                    <a:pt x="7889" y="6943"/>
                    <a:pt x="7905" y="6943"/>
                  </a:cubicBezTo>
                  <a:cubicBezTo>
                    <a:pt x="8046" y="6943"/>
                    <a:pt x="8192" y="6894"/>
                    <a:pt x="8299" y="6787"/>
                  </a:cubicBezTo>
                  <a:lnTo>
                    <a:pt x="8323" y="6763"/>
                  </a:lnTo>
                  <a:cubicBezTo>
                    <a:pt x="8514" y="6560"/>
                    <a:pt x="8514" y="6239"/>
                    <a:pt x="8323" y="6048"/>
                  </a:cubicBezTo>
                  <a:lnTo>
                    <a:pt x="8144" y="5870"/>
                  </a:lnTo>
                  <a:lnTo>
                    <a:pt x="8680" y="5334"/>
                  </a:lnTo>
                  <a:cubicBezTo>
                    <a:pt x="8835" y="5179"/>
                    <a:pt x="8918" y="4989"/>
                    <a:pt x="8930" y="4763"/>
                  </a:cubicBezTo>
                  <a:cubicBezTo>
                    <a:pt x="8930" y="4751"/>
                    <a:pt x="8930" y="4715"/>
                    <a:pt x="8954" y="4703"/>
                  </a:cubicBezTo>
                  <a:cubicBezTo>
                    <a:pt x="8966" y="4691"/>
                    <a:pt x="8966" y="4679"/>
                    <a:pt x="8978" y="4655"/>
                  </a:cubicBezTo>
                  <a:lnTo>
                    <a:pt x="9287" y="4346"/>
                  </a:lnTo>
                  <a:cubicBezTo>
                    <a:pt x="9323" y="4382"/>
                    <a:pt x="9371" y="4393"/>
                    <a:pt x="9406" y="4393"/>
                  </a:cubicBezTo>
                  <a:cubicBezTo>
                    <a:pt x="9454" y="4393"/>
                    <a:pt x="9502" y="4382"/>
                    <a:pt x="9526" y="4346"/>
                  </a:cubicBezTo>
                  <a:lnTo>
                    <a:pt x="10085" y="3798"/>
                  </a:lnTo>
                  <a:cubicBezTo>
                    <a:pt x="10109" y="3810"/>
                    <a:pt x="10145" y="3822"/>
                    <a:pt x="10168" y="3822"/>
                  </a:cubicBezTo>
                  <a:cubicBezTo>
                    <a:pt x="10216" y="3822"/>
                    <a:pt x="10264" y="3810"/>
                    <a:pt x="10288" y="3786"/>
                  </a:cubicBezTo>
                  <a:lnTo>
                    <a:pt x="11419" y="2655"/>
                  </a:lnTo>
                  <a:cubicBezTo>
                    <a:pt x="11466" y="2560"/>
                    <a:pt x="11466" y="2465"/>
                    <a:pt x="11395" y="2393"/>
                  </a:cubicBezTo>
                  <a:lnTo>
                    <a:pt x="10490" y="1488"/>
                  </a:lnTo>
                  <a:cubicBezTo>
                    <a:pt x="10460" y="1459"/>
                    <a:pt x="10416" y="1444"/>
                    <a:pt x="10369" y="1444"/>
                  </a:cubicBezTo>
                  <a:cubicBezTo>
                    <a:pt x="10323" y="1444"/>
                    <a:pt x="10276" y="1459"/>
                    <a:pt x="10240" y="1488"/>
                  </a:cubicBezTo>
                  <a:cubicBezTo>
                    <a:pt x="10180" y="1548"/>
                    <a:pt x="10180" y="1667"/>
                    <a:pt x="10240" y="1726"/>
                  </a:cubicBezTo>
                  <a:lnTo>
                    <a:pt x="11038" y="2512"/>
                  </a:lnTo>
                  <a:lnTo>
                    <a:pt x="10121" y="3429"/>
                  </a:lnTo>
                  <a:lnTo>
                    <a:pt x="8299" y="1595"/>
                  </a:lnTo>
                  <a:lnTo>
                    <a:pt x="9204" y="691"/>
                  </a:lnTo>
                  <a:lnTo>
                    <a:pt x="9787" y="1262"/>
                  </a:lnTo>
                  <a:cubicBezTo>
                    <a:pt x="9817" y="1292"/>
                    <a:pt x="9862" y="1307"/>
                    <a:pt x="9907" y="1307"/>
                  </a:cubicBezTo>
                  <a:cubicBezTo>
                    <a:pt x="9951" y="1307"/>
                    <a:pt x="9996" y="1292"/>
                    <a:pt x="10026" y="1262"/>
                  </a:cubicBezTo>
                  <a:cubicBezTo>
                    <a:pt x="10085" y="1203"/>
                    <a:pt x="10085" y="1083"/>
                    <a:pt x="10026" y="1024"/>
                  </a:cubicBezTo>
                  <a:lnTo>
                    <a:pt x="9323" y="333"/>
                  </a:lnTo>
                  <a:cubicBezTo>
                    <a:pt x="9287" y="298"/>
                    <a:pt x="9252" y="286"/>
                    <a:pt x="9204" y="286"/>
                  </a:cubicBezTo>
                  <a:cubicBezTo>
                    <a:pt x="9156" y="286"/>
                    <a:pt x="9109" y="298"/>
                    <a:pt x="9085" y="333"/>
                  </a:cubicBezTo>
                  <a:lnTo>
                    <a:pt x="7954" y="1464"/>
                  </a:lnTo>
                  <a:cubicBezTo>
                    <a:pt x="7894" y="1524"/>
                    <a:pt x="7894" y="1607"/>
                    <a:pt x="7942" y="1667"/>
                  </a:cubicBezTo>
                  <a:lnTo>
                    <a:pt x="7382" y="2215"/>
                  </a:lnTo>
                  <a:cubicBezTo>
                    <a:pt x="7359" y="2250"/>
                    <a:pt x="7347" y="2298"/>
                    <a:pt x="7347" y="2334"/>
                  </a:cubicBezTo>
                  <a:cubicBezTo>
                    <a:pt x="7347" y="2381"/>
                    <a:pt x="7359" y="2429"/>
                    <a:pt x="7382" y="2453"/>
                  </a:cubicBezTo>
                  <a:lnTo>
                    <a:pt x="7240" y="2607"/>
                  </a:lnTo>
                  <a:cubicBezTo>
                    <a:pt x="7168" y="2679"/>
                    <a:pt x="7073" y="2738"/>
                    <a:pt x="6966" y="2786"/>
                  </a:cubicBezTo>
                  <a:cubicBezTo>
                    <a:pt x="6966" y="2738"/>
                    <a:pt x="6954" y="2691"/>
                    <a:pt x="6942" y="2655"/>
                  </a:cubicBezTo>
                  <a:cubicBezTo>
                    <a:pt x="6942" y="2631"/>
                    <a:pt x="6930" y="2619"/>
                    <a:pt x="6930" y="2607"/>
                  </a:cubicBezTo>
                  <a:cubicBezTo>
                    <a:pt x="6849" y="2476"/>
                    <a:pt x="6734" y="2344"/>
                    <a:pt x="6599" y="2344"/>
                  </a:cubicBezTo>
                  <a:cubicBezTo>
                    <a:pt x="6575" y="2344"/>
                    <a:pt x="6550" y="2349"/>
                    <a:pt x="6525" y="2357"/>
                  </a:cubicBezTo>
                  <a:cubicBezTo>
                    <a:pt x="6275" y="2441"/>
                    <a:pt x="5644" y="2500"/>
                    <a:pt x="4799" y="2548"/>
                  </a:cubicBezTo>
                  <a:cubicBezTo>
                    <a:pt x="4785" y="2549"/>
                    <a:pt x="4770" y="2549"/>
                    <a:pt x="4756" y="2549"/>
                  </a:cubicBezTo>
                  <a:cubicBezTo>
                    <a:pt x="4547" y="2549"/>
                    <a:pt x="4360" y="2467"/>
                    <a:pt x="4215" y="2322"/>
                  </a:cubicBezTo>
                  <a:lnTo>
                    <a:pt x="4072" y="2179"/>
                  </a:lnTo>
                  <a:cubicBezTo>
                    <a:pt x="4132" y="2119"/>
                    <a:pt x="4132" y="2000"/>
                    <a:pt x="4072" y="1941"/>
                  </a:cubicBezTo>
                  <a:lnTo>
                    <a:pt x="3513" y="1381"/>
                  </a:lnTo>
                  <a:cubicBezTo>
                    <a:pt x="3561" y="1322"/>
                    <a:pt x="3561" y="1238"/>
                    <a:pt x="3501" y="1179"/>
                  </a:cubicBezTo>
                  <a:lnTo>
                    <a:pt x="2370" y="48"/>
                  </a:lnTo>
                  <a:cubicBezTo>
                    <a:pt x="2346" y="12"/>
                    <a:pt x="2298" y="0"/>
                    <a:pt x="2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8"/>
            <p:cNvSpPr/>
            <p:nvPr/>
          </p:nvSpPr>
          <p:spPr>
            <a:xfrm>
              <a:off x="1399296" y="2419377"/>
              <a:ext cx="172054" cy="104924"/>
            </a:xfrm>
            <a:custGeom>
              <a:avLst/>
              <a:gdLst/>
              <a:ahLst/>
              <a:cxnLst/>
              <a:rect l="l" t="t" r="r" b="b"/>
              <a:pathLst>
                <a:path w="5431" h="3312" extrusionOk="0">
                  <a:moveTo>
                    <a:pt x="1561" y="323"/>
                  </a:moveTo>
                  <a:cubicBezTo>
                    <a:pt x="1787" y="323"/>
                    <a:pt x="2013" y="395"/>
                    <a:pt x="2215" y="514"/>
                  </a:cubicBezTo>
                  <a:cubicBezTo>
                    <a:pt x="2751" y="883"/>
                    <a:pt x="2894" y="1609"/>
                    <a:pt x="2537" y="2157"/>
                  </a:cubicBezTo>
                  <a:cubicBezTo>
                    <a:pt x="2313" y="2493"/>
                    <a:pt x="1942" y="2675"/>
                    <a:pt x="1558" y="2675"/>
                  </a:cubicBezTo>
                  <a:cubicBezTo>
                    <a:pt x="1452" y="2675"/>
                    <a:pt x="1345" y="2662"/>
                    <a:pt x="1239" y="2633"/>
                  </a:cubicBezTo>
                  <a:cubicBezTo>
                    <a:pt x="1218" y="2623"/>
                    <a:pt x="1201" y="2617"/>
                    <a:pt x="1185" y="2617"/>
                  </a:cubicBezTo>
                  <a:cubicBezTo>
                    <a:pt x="1165" y="2617"/>
                    <a:pt x="1146" y="2625"/>
                    <a:pt x="1120" y="2645"/>
                  </a:cubicBezTo>
                  <a:lnTo>
                    <a:pt x="656" y="2871"/>
                  </a:lnTo>
                  <a:lnTo>
                    <a:pt x="656" y="2871"/>
                  </a:lnTo>
                  <a:lnTo>
                    <a:pt x="679" y="2347"/>
                  </a:lnTo>
                  <a:cubicBezTo>
                    <a:pt x="679" y="2300"/>
                    <a:pt x="668" y="2276"/>
                    <a:pt x="656" y="2228"/>
                  </a:cubicBezTo>
                  <a:cubicBezTo>
                    <a:pt x="346" y="1824"/>
                    <a:pt x="310" y="1276"/>
                    <a:pt x="596" y="847"/>
                  </a:cubicBezTo>
                  <a:cubicBezTo>
                    <a:pt x="775" y="585"/>
                    <a:pt x="1025" y="407"/>
                    <a:pt x="1346" y="347"/>
                  </a:cubicBezTo>
                  <a:cubicBezTo>
                    <a:pt x="1418" y="335"/>
                    <a:pt x="1489" y="323"/>
                    <a:pt x="1561" y="323"/>
                  </a:cubicBezTo>
                  <a:close/>
                  <a:moveTo>
                    <a:pt x="3883" y="0"/>
                  </a:moveTo>
                  <a:cubicBezTo>
                    <a:pt x="3588" y="0"/>
                    <a:pt x="3291" y="87"/>
                    <a:pt x="3037" y="264"/>
                  </a:cubicBezTo>
                  <a:cubicBezTo>
                    <a:pt x="2942" y="323"/>
                    <a:pt x="2858" y="395"/>
                    <a:pt x="2787" y="478"/>
                  </a:cubicBezTo>
                  <a:lnTo>
                    <a:pt x="2739" y="526"/>
                  </a:lnTo>
                  <a:cubicBezTo>
                    <a:pt x="2644" y="419"/>
                    <a:pt x="2549" y="335"/>
                    <a:pt x="2442" y="264"/>
                  </a:cubicBezTo>
                  <a:cubicBezTo>
                    <a:pt x="2191" y="94"/>
                    <a:pt x="1906" y="11"/>
                    <a:pt x="1608" y="11"/>
                  </a:cubicBezTo>
                  <a:cubicBezTo>
                    <a:pt x="1510" y="11"/>
                    <a:pt x="1411" y="20"/>
                    <a:pt x="1311" y="38"/>
                  </a:cubicBezTo>
                  <a:cubicBezTo>
                    <a:pt x="906" y="109"/>
                    <a:pt x="584" y="347"/>
                    <a:pt x="358" y="681"/>
                  </a:cubicBezTo>
                  <a:cubicBezTo>
                    <a:pt x="1" y="1193"/>
                    <a:pt x="13" y="1883"/>
                    <a:pt x="382" y="2407"/>
                  </a:cubicBezTo>
                  <a:lnTo>
                    <a:pt x="358" y="3133"/>
                  </a:lnTo>
                  <a:cubicBezTo>
                    <a:pt x="358" y="3193"/>
                    <a:pt x="382" y="3252"/>
                    <a:pt x="429" y="3276"/>
                  </a:cubicBezTo>
                  <a:cubicBezTo>
                    <a:pt x="465" y="3300"/>
                    <a:pt x="489" y="3312"/>
                    <a:pt x="525" y="3312"/>
                  </a:cubicBezTo>
                  <a:cubicBezTo>
                    <a:pt x="549" y="3312"/>
                    <a:pt x="560" y="3312"/>
                    <a:pt x="596" y="3300"/>
                  </a:cubicBezTo>
                  <a:lnTo>
                    <a:pt x="1251" y="2979"/>
                  </a:lnTo>
                  <a:cubicBezTo>
                    <a:pt x="1369" y="3009"/>
                    <a:pt x="1489" y="3024"/>
                    <a:pt x="1608" y="3024"/>
                  </a:cubicBezTo>
                  <a:cubicBezTo>
                    <a:pt x="2040" y="3024"/>
                    <a:pt x="2459" y="2829"/>
                    <a:pt x="2739" y="2502"/>
                  </a:cubicBezTo>
                  <a:cubicBezTo>
                    <a:pt x="2751" y="2526"/>
                    <a:pt x="2751" y="2538"/>
                    <a:pt x="2763" y="2538"/>
                  </a:cubicBezTo>
                  <a:cubicBezTo>
                    <a:pt x="3049" y="2848"/>
                    <a:pt x="3466" y="3026"/>
                    <a:pt x="3882" y="3026"/>
                  </a:cubicBezTo>
                  <a:cubicBezTo>
                    <a:pt x="4001" y="3026"/>
                    <a:pt x="4120" y="3014"/>
                    <a:pt x="4228" y="2979"/>
                  </a:cubicBezTo>
                  <a:lnTo>
                    <a:pt x="4882" y="3300"/>
                  </a:lnTo>
                  <a:cubicBezTo>
                    <a:pt x="4906" y="3312"/>
                    <a:pt x="4930" y="3312"/>
                    <a:pt x="4954" y="3312"/>
                  </a:cubicBezTo>
                  <a:cubicBezTo>
                    <a:pt x="4990" y="3312"/>
                    <a:pt x="5013" y="3300"/>
                    <a:pt x="5049" y="3276"/>
                  </a:cubicBezTo>
                  <a:cubicBezTo>
                    <a:pt x="5085" y="3252"/>
                    <a:pt x="5121" y="3193"/>
                    <a:pt x="5121" y="3133"/>
                  </a:cubicBezTo>
                  <a:lnTo>
                    <a:pt x="5085" y="2407"/>
                  </a:lnTo>
                  <a:cubicBezTo>
                    <a:pt x="5359" y="1978"/>
                    <a:pt x="5430" y="1419"/>
                    <a:pt x="5251" y="943"/>
                  </a:cubicBezTo>
                  <a:cubicBezTo>
                    <a:pt x="5234" y="882"/>
                    <a:pt x="5173" y="840"/>
                    <a:pt x="5109" y="840"/>
                  </a:cubicBezTo>
                  <a:cubicBezTo>
                    <a:pt x="5085" y="840"/>
                    <a:pt x="5060" y="846"/>
                    <a:pt x="5037" y="859"/>
                  </a:cubicBezTo>
                  <a:cubicBezTo>
                    <a:pt x="4942" y="883"/>
                    <a:pt x="4894" y="990"/>
                    <a:pt x="4942" y="1074"/>
                  </a:cubicBezTo>
                  <a:cubicBezTo>
                    <a:pt x="5085" y="1466"/>
                    <a:pt x="5013" y="1895"/>
                    <a:pt x="4763" y="2228"/>
                  </a:cubicBezTo>
                  <a:cubicBezTo>
                    <a:pt x="4740" y="2252"/>
                    <a:pt x="4716" y="2300"/>
                    <a:pt x="4740" y="2347"/>
                  </a:cubicBezTo>
                  <a:lnTo>
                    <a:pt x="4763" y="2859"/>
                  </a:lnTo>
                  <a:lnTo>
                    <a:pt x="4299" y="2645"/>
                  </a:lnTo>
                  <a:cubicBezTo>
                    <a:pt x="4275" y="2621"/>
                    <a:pt x="4228" y="2621"/>
                    <a:pt x="4180" y="2621"/>
                  </a:cubicBezTo>
                  <a:cubicBezTo>
                    <a:pt x="4077" y="2651"/>
                    <a:pt x="3971" y="2665"/>
                    <a:pt x="3864" y="2665"/>
                  </a:cubicBezTo>
                  <a:cubicBezTo>
                    <a:pt x="3539" y="2665"/>
                    <a:pt x="3213" y="2533"/>
                    <a:pt x="2989" y="2300"/>
                  </a:cubicBezTo>
                  <a:cubicBezTo>
                    <a:pt x="2977" y="2288"/>
                    <a:pt x="2942" y="2252"/>
                    <a:pt x="2930" y="2228"/>
                  </a:cubicBezTo>
                  <a:cubicBezTo>
                    <a:pt x="2930" y="2205"/>
                    <a:pt x="2918" y="2205"/>
                    <a:pt x="2918" y="2193"/>
                  </a:cubicBezTo>
                  <a:cubicBezTo>
                    <a:pt x="3144" y="1752"/>
                    <a:pt x="3144" y="1240"/>
                    <a:pt x="2918" y="812"/>
                  </a:cubicBezTo>
                  <a:cubicBezTo>
                    <a:pt x="2918" y="800"/>
                    <a:pt x="2930" y="800"/>
                    <a:pt x="2930" y="776"/>
                  </a:cubicBezTo>
                  <a:cubicBezTo>
                    <a:pt x="2965" y="752"/>
                    <a:pt x="2977" y="716"/>
                    <a:pt x="3001" y="693"/>
                  </a:cubicBezTo>
                  <a:cubicBezTo>
                    <a:pt x="3061" y="633"/>
                    <a:pt x="3144" y="573"/>
                    <a:pt x="3216" y="526"/>
                  </a:cubicBezTo>
                  <a:cubicBezTo>
                    <a:pt x="3411" y="396"/>
                    <a:pt x="3639" y="332"/>
                    <a:pt x="3865" y="332"/>
                  </a:cubicBezTo>
                  <a:cubicBezTo>
                    <a:pt x="4134" y="332"/>
                    <a:pt x="4401" y="422"/>
                    <a:pt x="4609" y="597"/>
                  </a:cubicBezTo>
                  <a:cubicBezTo>
                    <a:pt x="4646" y="624"/>
                    <a:pt x="4686" y="636"/>
                    <a:pt x="4724" y="636"/>
                  </a:cubicBezTo>
                  <a:cubicBezTo>
                    <a:pt x="4770" y="636"/>
                    <a:pt x="4814" y="618"/>
                    <a:pt x="4847" y="585"/>
                  </a:cubicBezTo>
                  <a:cubicBezTo>
                    <a:pt x="4906" y="514"/>
                    <a:pt x="4894" y="407"/>
                    <a:pt x="4835" y="347"/>
                  </a:cubicBezTo>
                  <a:cubicBezTo>
                    <a:pt x="4566" y="117"/>
                    <a:pt x="4226" y="0"/>
                    <a:pt x="38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8"/>
            <p:cNvSpPr/>
            <p:nvPr/>
          </p:nvSpPr>
          <p:spPr>
            <a:xfrm>
              <a:off x="1428346" y="2463191"/>
              <a:ext cx="10581" cy="11341"/>
            </a:xfrm>
            <a:custGeom>
              <a:avLst/>
              <a:gdLst/>
              <a:ahLst/>
              <a:cxnLst/>
              <a:rect l="l" t="t" r="r" b="b"/>
              <a:pathLst>
                <a:path w="334" h="358" extrusionOk="0">
                  <a:moveTo>
                    <a:pt x="167" y="0"/>
                  </a:moveTo>
                  <a:cubicBezTo>
                    <a:pt x="84" y="0"/>
                    <a:pt x="1" y="72"/>
                    <a:pt x="1" y="155"/>
                  </a:cubicBezTo>
                  <a:lnTo>
                    <a:pt x="1" y="191"/>
                  </a:lnTo>
                  <a:cubicBezTo>
                    <a:pt x="1" y="274"/>
                    <a:pt x="84" y="357"/>
                    <a:pt x="167" y="357"/>
                  </a:cubicBezTo>
                  <a:cubicBezTo>
                    <a:pt x="263" y="357"/>
                    <a:pt x="334" y="274"/>
                    <a:pt x="334" y="191"/>
                  </a:cubicBezTo>
                  <a:lnTo>
                    <a:pt x="334" y="155"/>
                  </a:lnTo>
                  <a:cubicBezTo>
                    <a:pt x="334" y="72"/>
                    <a:pt x="263"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8"/>
            <p:cNvSpPr/>
            <p:nvPr/>
          </p:nvSpPr>
          <p:spPr>
            <a:xfrm>
              <a:off x="1443426" y="2463191"/>
              <a:ext cx="10613" cy="11341"/>
            </a:xfrm>
            <a:custGeom>
              <a:avLst/>
              <a:gdLst/>
              <a:ahLst/>
              <a:cxnLst/>
              <a:rect l="l" t="t" r="r" b="b"/>
              <a:pathLst>
                <a:path w="335" h="358" extrusionOk="0">
                  <a:moveTo>
                    <a:pt x="168" y="0"/>
                  </a:moveTo>
                  <a:cubicBezTo>
                    <a:pt x="84" y="0"/>
                    <a:pt x="1" y="72"/>
                    <a:pt x="1" y="155"/>
                  </a:cubicBezTo>
                  <a:lnTo>
                    <a:pt x="1" y="191"/>
                  </a:lnTo>
                  <a:cubicBezTo>
                    <a:pt x="1" y="274"/>
                    <a:pt x="84" y="357"/>
                    <a:pt x="168" y="357"/>
                  </a:cubicBezTo>
                  <a:cubicBezTo>
                    <a:pt x="263" y="357"/>
                    <a:pt x="334" y="274"/>
                    <a:pt x="334" y="191"/>
                  </a:cubicBezTo>
                  <a:lnTo>
                    <a:pt x="334" y="155"/>
                  </a:lnTo>
                  <a:cubicBezTo>
                    <a:pt x="334" y="72"/>
                    <a:pt x="263"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8"/>
            <p:cNvSpPr/>
            <p:nvPr/>
          </p:nvSpPr>
          <p:spPr>
            <a:xfrm>
              <a:off x="1458537" y="2463191"/>
              <a:ext cx="10581" cy="11341"/>
            </a:xfrm>
            <a:custGeom>
              <a:avLst/>
              <a:gdLst/>
              <a:ahLst/>
              <a:cxnLst/>
              <a:rect l="l" t="t" r="r" b="b"/>
              <a:pathLst>
                <a:path w="334" h="358" extrusionOk="0">
                  <a:moveTo>
                    <a:pt x="167" y="0"/>
                  </a:moveTo>
                  <a:cubicBezTo>
                    <a:pt x="83" y="0"/>
                    <a:pt x="0" y="72"/>
                    <a:pt x="0" y="155"/>
                  </a:cubicBezTo>
                  <a:lnTo>
                    <a:pt x="0" y="191"/>
                  </a:lnTo>
                  <a:cubicBezTo>
                    <a:pt x="0" y="274"/>
                    <a:pt x="83" y="357"/>
                    <a:pt x="167" y="357"/>
                  </a:cubicBezTo>
                  <a:cubicBezTo>
                    <a:pt x="262" y="357"/>
                    <a:pt x="333" y="274"/>
                    <a:pt x="333" y="191"/>
                  </a:cubicBezTo>
                  <a:lnTo>
                    <a:pt x="333" y="155"/>
                  </a:lnTo>
                  <a:cubicBezTo>
                    <a:pt x="333" y="72"/>
                    <a:pt x="262"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8"/>
            <p:cNvSpPr/>
            <p:nvPr/>
          </p:nvSpPr>
          <p:spPr>
            <a:xfrm>
              <a:off x="1502287" y="2463191"/>
              <a:ext cx="10201" cy="11341"/>
            </a:xfrm>
            <a:custGeom>
              <a:avLst/>
              <a:gdLst/>
              <a:ahLst/>
              <a:cxnLst/>
              <a:rect l="l" t="t" r="r" b="b"/>
              <a:pathLst>
                <a:path w="322" h="358" extrusionOk="0">
                  <a:moveTo>
                    <a:pt x="155" y="0"/>
                  </a:moveTo>
                  <a:cubicBezTo>
                    <a:pt x="72" y="0"/>
                    <a:pt x="0" y="72"/>
                    <a:pt x="0" y="155"/>
                  </a:cubicBezTo>
                  <a:lnTo>
                    <a:pt x="0" y="191"/>
                  </a:lnTo>
                  <a:cubicBezTo>
                    <a:pt x="0" y="274"/>
                    <a:pt x="72" y="357"/>
                    <a:pt x="155" y="357"/>
                  </a:cubicBezTo>
                  <a:cubicBezTo>
                    <a:pt x="250" y="357"/>
                    <a:pt x="322" y="274"/>
                    <a:pt x="322" y="191"/>
                  </a:cubicBezTo>
                  <a:lnTo>
                    <a:pt x="322" y="155"/>
                  </a:lnTo>
                  <a:cubicBezTo>
                    <a:pt x="322" y="72"/>
                    <a:pt x="250"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8"/>
            <p:cNvSpPr/>
            <p:nvPr/>
          </p:nvSpPr>
          <p:spPr>
            <a:xfrm>
              <a:off x="1517367" y="2463191"/>
              <a:ext cx="10201" cy="11341"/>
            </a:xfrm>
            <a:custGeom>
              <a:avLst/>
              <a:gdLst/>
              <a:ahLst/>
              <a:cxnLst/>
              <a:rect l="l" t="t" r="r" b="b"/>
              <a:pathLst>
                <a:path w="322" h="358" extrusionOk="0">
                  <a:moveTo>
                    <a:pt x="155" y="0"/>
                  </a:moveTo>
                  <a:cubicBezTo>
                    <a:pt x="72" y="0"/>
                    <a:pt x="0" y="72"/>
                    <a:pt x="0" y="155"/>
                  </a:cubicBezTo>
                  <a:lnTo>
                    <a:pt x="0" y="191"/>
                  </a:lnTo>
                  <a:cubicBezTo>
                    <a:pt x="0" y="274"/>
                    <a:pt x="72" y="357"/>
                    <a:pt x="155" y="357"/>
                  </a:cubicBezTo>
                  <a:cubicBezTo>
                    <a:pt x="251" y="357"/>
                    <a:pt x="322" y="274"/>
                    <a:pt x="322" y="191"/>
                  </a:cubicBezTo>
                  <a:lnTo>
                    <a:pt x="322" y="155"/>
                  </a:lnTo>
                  <a:cubicBezTo>
                    <a:pt x="322" y="72"/>
                    <a:pt x="251"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8"/>
            <p:cNvSpPr/>
            <p:nvPr/>
          </p:nvSpPr>
          <p:spPr>
            <a:xfrm>
              <a:off x="1532067" y="2463191"/>
              <a:ext cx="10613" cy="11341"/>
            </a:xfrm>
            <a:custGeom>
              <a:avLst/>
              <a:gdLst/>
              <a:ahLst/>
              <a:cxnLst/>
              <a:rect l="l" t="t" r="r" b="b"/>
              <a:pathLst>
                <a:path w="335" h="358" extrusionOk="0">
                  <a:moveTo>
                    <a:pt x="168" y="0"/>
                  </a:moveTo>
                  <a:cubicBezTo>
                    <a:pt x="84" y="0"/>
                    <a:pt x="1" y="72"/>
                    <a:pt x="1" y="155"/>
                  </a:cubicBezTo>
                  <a:lnTo>
                    <a:pt x="1" y="191"/>
                  </a:lnTo>
                  <a:cubicBezTo>
                    <a:pt x="1" y="274"/>
                    <a:pt x="84" y="357"/>
                    <a:pt x="168" y="357"/>
                  </a:cubicBezTo>
                  <a:cubicBezTo>
                    <a:pt x="263" y="357"/>
                    <a:pt x="334" y="274"/>
                    <a:pt x="334" y="191"/>
                  </a:cubicBezTo>
                  <a:lnTo>
                    <a:pt x="334" y="155"/>
                  </a:lnTo>
                  <a:cubicBezTo>
                    <a:pt x="334" y="72"/>
                    <a:pt x="263"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9" name="Google Shape;1139;p48"/>
          <p:cNvGrpSpPr/>
          <p:nvPr/>
        </p:nvGrpSpPr>
        <p:grpSpPr>
          <a:xfrm>
            <a:off x="2058940" y="3197886"/>
            <a:ext cx="362134" cy="363623"/>
            <a:chOff x="861053" y="2414910"/>
            <a:chExt cx="362134" cy="363623"/>
          </a:xfrm>
        </p:grpSpPr>
        <p:sp>
          <p:nvSpPr>
            <p:cNvPr id="1140" name="Google Shape;1140;p48"/>
            <p:cNvSpPr/>
            <p:nvPr/>
          </p:nvSpPr>
          <p:spPr>
            <a:xfrm>
              <a:off x="965153" y="2609235"/>
              <a:ext cx="64912" cy="63677"/>
            </a:xfrm>
            <a:custGeom>
              <a:avLst/>
              <a:gdLst/>
              <a:ahLst/>
              <a:cxnLst/>
              <a:rect l="l" t="t" r="r" b="b"/>
              <a:pathLst>
                <a:path w="2049" h="2010" extrusionOk="0">
                  <a:moveTo>
                    <a:pt x="1382" y="1"/>
                  </a:moveTo>
                  <a:cubicBezTo>
                    <a:pt x="1337" y="1"/>
                    <a:pt x="1293" y="16"/>
                    <a:pt x="1263" y="45"/>
                  </a:cubicBezTo>
                  <a:lnTo>
                    <a:pt x="858" y="450"/>
                  </a:lnTo>
                  <a:cubicBezTo>
                    <a:pt x="798" y="510"/>
                    <a:pt x="798" y="629"/>
                    <a:pt x="858" y="688"/>
                  </a:cubicBezTo>
                  <a:cubicBezTo>
                    <a:pt x="888" y="718"/>
                    <a:pt x="932" y="733"/>
                    <a:pt x="977" y="733"/>
                  </a:cubicBezTo>
                  <a:cubicBezTo>
                    <a:pt x="1022" y="733"/>
                    <a:pt x="1066" y="718"/>
                    <a:pt x="1096" y="688"/>
                  </a:cubicBezTo>
                  <a:lnTo>
                    <a:pt x="1382" y="403"/>
                  </a:lnTo>
                  <a:lnTo>
                    <a:pt x="1620" y="641"/>
                  </a:lnTo>
                  <a:lnTo>
                    <a:pt x="656" y="1605"/>
                  </a:lnTo>
                  <a:lnTo>
                    <a:pt x="417" y="1367"/>
                  </a:lnTo>
                  <a:lnTo>
                    <a:pt x="620" y="1165"/>
                  </a:lnTo>
                  <a:cubicBezTo>
                    <a:pt x="679" y="1105"/>
                    <a:pt x="679" y="986"/>
                    <a:pt x="620" y="926"/>
                  </a:cubicBezTo>
                  <a:cubicBezTo>
                    <a:pt x="590" y="897"/>
                    <a:pt x="545" y="882"/>
                    <a:pt x="501" y="882"/>
                  </a:cubicBezTo>
                  <a:cubicBezTo>
                    <a:pt x="456" y="882"/>
                    <a:pt x="411" y="897"/>
                    <a:pt x="382" y="926"/>
                  </a:cubicBezTo>
                  <a:lnTo>
                    <a:pt x="60" y="1248"/>
                  </a:lnTo>
                  <a:cubicBezTo>
                    <a:pt x="1" y="1307"/>
                    <a:pt x="1" y="1427"/>
                    <a:pt x="60" y="1486"/>
                  </a:cubicBezTo>
                  <a:lnTo>
                    <a:pt x="537" y="1962"/>
                  </a:lnTo>
                  <a:cubicBezTo>
                    <a:pt x="560" y="1998"/>
                    <a:pt x="608" y="2010"/>
                    <a:pt x="656" y="2010"/>
                  </a:cubicBezTo>
                  <a:cubicBezTo>
                    <a:pt x="703" y="2010"/>
                    <a:pt x="739" y="1998"/>
                    <a:pt x="775" y="1962"/>
                  </a:cubicBezTo>
                  <a:lnTo>
                    <a:pt x="1977" y="760"/>
                  </a:lnTo>
                  <a:cubicBezTo>
                    <a:pt x="2049" y="676"/>
                    <a:pt x="2049" y="581"/>
                    <a:pt x="1977" y="522"/>
                  </a:cubicBezTo>
                  <a:lnTo>
                    <a:pt x="1501" y="45"/>
                  </a:lnTo>
                  <a:cubicBezTo>
                    <a:pt x="1471" y="16"/>
                    <a:pt x="1426" y="1"/>
                    <a:pt x="1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8"/>
            <p:cNvSpPr/>
            <p:nvPr/>
          </p:nvSpPr>
          <p:spPr>
            <a:xfrm>
              <a:off x="861053" y="2479854"/>
              <a:ext cx="298394" cy="298679"/>
            </a:xfrm>
            <a:custGeom>
              <a:avLst/>
              <a:gdLst/>
              <a:ahLst/>
              <a:cxnLst/>
              <a:rect l="l" t="t" r="r" b="b"/>
              <a:pathLst>
                <a:path w="9419" h="9428" extrusionOk="0">
                  <a:moveTo>
                    <a:pt x="6938" y="1115"/>
                  </a:moveTo>
                  <a:cubicBezTo>
                    <a:pt x="7280" y="1115"/>
                    <a:pt x="7617" y="1256"/>
                    <a:pt x="7883" y="1510"/>
                  </a:cubicBezTo>
                  <a:cubicBezTo>
                    <a:pt x="8156" y="1772"/>
                    <a:pt x="8287" y="2165"/>
                    <a:pt x="8275" y="2534"/>
                  </a:cubicBezTo>
                  <a:lnTo>
                    <a:pt x="6859" y="1117"/>
                  </a:lnTo>
                  <a:cubicBezTo>
                    <a:pt x="6885" y="1115"/>
                    <a:pt x="6912" y="1115"/>
                    <a:pt x="6938" y="1115"/>
                  </a:cubicBezTo>
                  <a:close/>
                  <a:moveTo>
                    <a:pt x="4799" y="2903"/>
                  </a:moveTo>
                  <a:lnTo>
                    <a:pt x="4954" y="3058"/>
                  </a:lnTo>
                  <a:lnTo>
                    <a:pt x="6335" y="4439"/>
                  </a:lnTo>
                  <a:lnTo>
                    <a:pt x="6490" y="4582"/>
                  </a:lnTo>
                  <a:lnTo>
                    <a:pt x="6311" y="4760"/>
                  </a:lnTo>
                  <a:lnTo>
                    <a:pt x="4620" y="3082"/>
                  </a:lnTo>
                  <a:lnTo>
                    <a:pt x="4799" y="2903"/>
                  </a:lnTo>
                  <a:close/>
                  <a:moveTo>
                    <a:pt x="751" y="7856"/>
                  </a:moveTo>
                  <a:lnTo>
                    <a:pt x="1525" y="8630"/>
                  </a:lnTo>
                  <a:lnTo>
                    <a:pt x="1156" y="9011"/>
                  </a:lnTo>
                  <a:lnTo>
                    <a:pt x="382" y="8237"/>
                  </a:lnTo>
                  <a:lnTo>
                    <a:pt x="751" y="7856"/>
                  </a:lnTo>
                  <a:close/>
                  <a:moveTo>
                    <a:pt x="5668" y="1"/>
                  </a:moveTo>
                  <a:cubicBezTo>
                    <a:pt x="5623" y="1"/>
                    <a:pt x="5579" y="16"/>
                    <a:pt x="5549" y="46"/>
                  </a:cubicBezTo>
                  <a:lnTo>
                    <a:pt x="5073" y="522"/>
                  </a:lnTo>
                  <a:cubicBezTo>
                    <a:pt x="5013" y="581"/>
                    <a:pt x="5013" y="700"/>
                    <a:pt x="5073" y="760"/>
                  </a:cubicBezTo>
                  <a:cubicBezTo>
                    <a:pt x="5102" y="790"/>
                    <a:pt x="5147" y="805"/>
                    <a:pt x="5192" y="805"/>
                  </a:cubicBezTo>
                  <a:cubicBezTo>
                    <a:pt x="5236" y="805"/>
                    <a:pt x="5281" y="790"/>
                    <a:pt x="5311" y="760"/>
                  </a:cubicBezTo>
                  <a:lnTo>
                    <a:pt x="5668" y="403"/>
                  </a:lnTo>
                  <a:lnTo>
                    <a:pt x="9014" y="3760"/>
                  </a:lnTo>
                  <a:lnTo>
                    <a:pt x="8549" y="4213"/>
                  </a:lnTo>
                  <a:cubicBezTo>
                    <a:pt x="8287" y="4487"/>
                    <a:pt x="7942" y="4618"/>
                    <a:pt x="7573" y="4618"/>
                  </a:cubicBezTo>
                  <a:cubicBezTo>
                    <a:pt x="7204" y="4618"/>
                    <a:pt x="6859" y="4475"/>
                    <a:pt x="6585" y="4213"/>
                  </a:cubicBezTo>
                  <a:lnTo>
                    <a:pt x="5906" y="3534"/>
                  </a:lnTo>
                  <a:lnTo>
                    <a:pt x="5216" y="2844"/>
                  </a:lnTo>
                  <a:cubicBezTo>
                    <a:pt x="4799" y="2427"/>
                    <a:pt x="4704" y="1796"/>
                    <a:pt x="4954" y="1260"/>
                  </a:cubicBezTo>
                  <a:cubicBezTo>
                    <a:pt x="5001" y="1165"/>
                    <a:pt x="4954" y="1081"/>
                    <a:pt x="4882" y="1034"/>
                  </a:cubicBezTo>
                  <a:cubicBezTo>
                    <a:pt x="4856" y="1020"/>
                    <a:pt x="4830" y="1015"/>
                    <a:pt x="4806" y="1015"/>
                  </a:cubicBezTo>
                  <a:cubicBezTo>
                    <a:pt x="4743" y="1015"/>
                    <a:pt x="4690" y="1054"/>
                    <a:pt x="4656" y="1105"/>
                  </a:cubicBezTo>
                  <a:cubicBezTo>
                    <a:pt x="4418" y="1593"/>
                    <a:pt x="4430" y="2165"/>
                    <a:pt x="4668" y="2629"/>
                  </a:cubicBezTo>
                  <a:lnTo>
                    <a:pt x="4299" y="2998"/>
                  </a:lnTo>
                  <a:cubicBezTo>
                    <a:pt x="4263" y="3022"/>
                    <a:pt x="4251" y="3070"/>
                    <a:pt x="4251" y="3117"/>
                  </a:cubicBezTo>
                  <a:cubicBezTo>
                    <a:pt x="4251" y="3165"/>
                    <a:pt x="4263" y="3201"/>
                    <a:pt x="4299" y="3236"/>
                  </a:cubicBezTo>
                  <a:lnTo>
                    <a:pt x="4442" y="3379"/>
                  </a:lnTo>
                  <a:lnTo>
                    <a:pt x="489" y="7344"/>
                  </a:lnTo>
                  <a:cubicBezTo>
                    <a:pt x="453" y="7368"/>
                    <a:pt x="441" y="7416"/>
                    <a:pt x="441" y="7463"/>
                  </a:cubicBezTo>
                  <a:cubicBezTo>
                    <a:pt x="441" y="7511"/>
                    <a:pt x="453" y="7547"/>
                    <a:pt x="489" y="7582"/>
                  </a:cubicBezTo>
                  <a:lnTo>
                    <a:pt x="548" y="7642"/>
                  </a:lnTo>
                  <a:lnTo>
                    <a:pt x="60" y="8130"/>
                  </a:lnTo>
                  <a:cubicBezTo>
                    <a:pt x="1" y="8189"/>
                    <a:pt x="1" y="8309"/>
                    <a:pt x="60" y="8368"/>
                  </a:cubicBezTo>
                  <a:lnTo>
                    <a:pt x="1072" y="9380"/>
                  </a:lnTo>
                  <a:cubicBezTo>
                    <a:pt x="1096" y="9416"/>
                    <a:pt x="1144" y="9428"/>
                    <a:pt x="1191" y="9428"/>
                  </a:cubicBezTo>
                  <a:cubicBezTo>
                    <a:pt x="1227" y="9428"/>
                    <a:pt x="1275" y="9404"/>
                    <a:pt x="1310" y="9380"/>
                  </a:cubicBezTo>
                  <a:lnTo>
                    <a:pt x="1798" y="8892"/>
                  </a:lnTo>
                  <a:lnTo>
                    <a:pt x="1858" y="8951"/>
                  </a:lnTo>
                  <a:cubicBezTo>
                    <a:pt x="1882" y="8975"/>
                    <a:pt x="1929" y="8987"/>
                    <a:pt x="1977" y="8987"/>
                  </a:cubicBezTo>
                  <a:cubicBezTo>
                    <a:pt x="2025" y="8987"/>
                    <a:pt x="2060" y="8975"/>
                    <a:pt x="2096" y="8951"/>
                  </a:cubicBezTo>
                  <a:lnTo>
                    <a:pt x="3251" y="7785"/>
                  </a:lnTo>
                  <a:cubicBezTo>
                    <a:pt x="3311" y="7725"/>
                    <a:pt x="3311" y="7606"/>
                    <a:pt x="3251" y="7547"/>
                  </a:cubicBezTo>
                  <a:cubicBezTo>
                    <a:pt x="3221" y="7517"/>
                    <a:pt x="3177" y="7502"/>
                    <a:pt x="3132" y="7502"/>
                  </a:cubicBezTo>
                  <a:cubicBezTo>
                    <a:pt x="3087" y="7502"/>
                    <a:pt x="3043" y="7517"/>
                    <a:pt x="3013" y="7547"/>
                  </a:cubicBezTo>
                  <a:lnTo>
                    <a:pt x="1977" y="8594"/>
                  </a:lnTo>
                  <a:lnTo>
                    <a:pt x="1918" y="8535"/>
                  </a:lnTo>
                  <a:lnTo>
                    <a:pt x="905" y="7523"/>
                  </a:lnTo>
                  <a:lnTo>
                    <a:pt x="846" y="7463"/>
                  </a:lnTo>
                  <a:lnTo>
                    <a:pt x="4680" y="3617"/>
                  </a:lnTo>
                  <a:lnTo>
                    <a:pt x="5835" y="4772"/>
                  </a:lnTo>
                  <a:lnTo>
                    <a:pt x="3489" y="7106"/>
                  </a:lnTo>
                  <a:cubicBezTo>
                    <a:pt x="3430" y="7166"/>
                    <a:pt x="3430" y="7285"/>
                    <a:pt x="3489" y="7344"/>
                  </a:cubicBezTo>
                  <a:cubicBezTo>
                    <a:pt x="3525" y="7368"/>
                    <a:pt x="3572" y="7392"/>
                    <a:pt x="3608" y="7392"/>
                  </a:cubicBezTo>
                  <a:cubicBezTo>
                    <a:pt x="3656" y="7392"/>
                    <a:pt x="3703" y="7368"/>
                    <a:pt x="3727" y="7344"/>
                  </a:cubicBezTo>
                  <a:lnTo>
                    <a:pt x="6073" y="5010"/>
                  </a:lnTo>
                  <a:lnTo>
                    <a:pt x="6216" y="5153"/>
                  </a:lnTo>
                  <a:cubicBezTo>
                    <a:pt x="6251" y="5189"/>
                    <a:pt x="6287" y="5201"/>
                    <a:pt x="6335" y="5201"/>
                  </a:cubicBezTo>
                  <a:cubicBezTo>
                    <a:pt x="6382" y="5201"/>
                    <a:pt x="6430" y="5189"/>
                    <a:pt x="6454" y="5153"/>
                  </a:cubicBezTo>
                  <a:lnTo>
                    <a:pt x="6811" y="4796"/>
                  </a:lnTo>
                  <a:cubicBezTo>
                    <a:pt x="7049" y="4915"/>
                    <a:pt x="7323" y="4975"/>
                    <a:pt x="7585" y="4975"/>
                  </a:cubicBezTo>
                  <a:cubicBezTo>
                    <a:pt x="8049" y="4975"/>
                    <a:pt x="8478" y="4796"/>
                    <a:pt x="8811" y="4475"/>
                  </a:cubicBezTo>
                  <a:lnTo>
                    <a:pt x="9383" y="3891"/>
                  </a:lnTo>
                  <a:cubicBezTo>
                    <a:pt x="9418" y="3784"/>
                    <a:pt x="9418" y="3677"/>
                    <a:pt x="9359" y="3617"/>
                  </a:cubicBezTo>
                  <a:lnTo>
                    <a:pt x="8573" y="2832"/>
                  </a:lnTo>
                  <a:cubicBezTo>
                    <a:pt x="8704" y="2272"/>
                    <a:pt x="8537" y="1689"/>
                    <a:pt x="8121" y="1284"/>
                  </a:cubicBezTo>
                  <a:cubicBezTo>
                    <a:pt x="7809" y="972"/>
                    <a:pt x="7384" y="795"/>
                    <a:pt x="6956" y="795"/>
                  </a:cubicBezTo>
                  <a:cubicBezTo>
                    <a:pt x="6827" y="795"/>
                    <a:pt x="6699" y="810"/>
                    <a:pt x="6573" y="843"/>
                  </a:cubicBezTo>
                  <a:lnTo>
                    <a:pt x="5787" y="46"/>
                  </a:lnTo>
                  <a:cubicBezTo>
                    <a:pt x="5757" y="16"/>
                    <a:pt x="5713" y="1"/>
                    <a:pt x="5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8"/>
            <p:cNvSpPr/>
            <p:nvPr/>
          </p:nvSpPr>
          <p:spPr>
            <a:xfrm>
              <a:off x="1128875" y="2455366"/>
              <a:ext cx="54711" cy="53856"/>
            </a:xfrm>
            <a:custGeom>
              <a:avLst/>
              <a:gdLst/>
              <a:ahLst/>
              <a:cxnLst/>
              <a:rect l="l" t="t" r="r" b="b"/>
              <a:pathLst>
                <a:path w="1727" h="1700" extrusionOk="0">
                  <a:moveTo>
                    <a:pt x="1548" y="0"/>
                  </a:moveTo>
                  <a:cubicBezTo>
                    <a:pt x="1503" y="0"/>
                    <a:pt x="1459" y="15"/>
                    <a:pt x="1429" y="45"/>
                  </a:cubicBezTo>
                  <a:lnTo>
                    <a:pt x="60" y="1414"/>
                  </a:lnTo>
                  <a:cubicBezTo>
                    <a:pt x="0" y="1473"/>
                    <a:pt x="0" y="1592"/>
                    <a:pt x="60" y="1652"/>
                  </a:cubicBezTo>
                  <a:cubicBezTo>
                    <a:pt x="83" y="1688"/>
                    <a:pt x="131" y="1700"/>
                    <a:pt x="179" y="1700"/>
                  </a:cubicBezTo>
                  <a:cubicBezTo>
                    <a:pt x="214" y="1700"/>
                    <a:pt x="262" y="1688"/>
                    <a:pt x="298" y="1652"/>
                  </a:cubicBezTo>
                  <a:lnTo>
                    <a:pt x="1667" y="283"/>
                  </a:lnTo>
                  <a:cubicBezTo>
                    <a:pt x="1726" y="223"/>
                    <a:pt x="1726" y="104"/>
                    <a:pt x="1667" y="45"/>
                  </a:cubicBezTo>
                  <a:cubicBezTo>
                    <a:pt x="1637" y="15"/>
                    <a:pt x="1592" y="0"/>
                    <a:pt x="1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8"/>
            <p:cNvSpPr/>
            <p:nvPr/>
          </p:nvSpPr>
          <p:spPr>
            <a:xfrm>
              <a:off x="1099445" y="2414910"/>
              <a:ext cx="10581" cy="71692"/>
            </a:xfrm>
            <a:custGeom>
              <a:avLst/>
              <a:gdLst/>
              <a:ahLst/>
              <a:cxnLst/>
              <a:rect l="l" t="t" r="r" b="b"/>
              <a:pathLst>
                <a:path w="334" h="2263" extrusionOk="0">
                  <a:moveTo>
                    <a:pt x="167" y="0"/>
                  </a:moveTo>
                  <a:cubicBezTo>
                    <a:pt x="72" y="0"/>
                    <a:pt x="0" y="72"/>
                    <a:pt x="0" y="167"/>
                  </a:cubicBezTo>
                  <a:lnTo>
                    <a:pt x="0" y="2096"/>
                  </a:lnTo>
                  <a:cubicBezTo>
                    <a:pt x="0" y="2191"/>
                    <a:pt x="72" y="2262"/>
                    <a:pt x="167" y="2262"/>
                  </a:cubicBezTo>
                  <a:cubicBezTo>
                    <a:pt x="250" y="2262"/>
                    <a:pt x="334" y="2191"/>
                    <a:pt x="334" y="2096"/>
                  </a:cubicBezTo>
                  <a:lnTo>
                    <a:pt x="334" y="167"/>
                  </a:lnTo>
                  <a:cubicBezTo>
                    <a:pt x="334" y="72"/>
                    <a:pt x="250"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1151495" y="2528420"/>
              <a:ext cx="71692" cy="10613"/>
            </a:xfrm>
            <a:custGeom>
              <a:avLst/>
              <a:gdLst/>
              <a:ahLst/>
              <a:cxnLst/>
              <a:rect l="l" t="t" r="r" b="b"/>
              <a:pathLst>
                <a:path w="2263" h="335" extrusionOk="0">
                  <a:moveTo>
                    <a:pt x="155" y="1"/>
                  </a:moveTo>
                  <a:cubicBezTo>
                    <a:pt x="72" y="1"/>
                    <a:pt x="0" y="84"/>
                    <a:pt x="0" y="168"/>
                  </a:cubicBezTo>
                  <a:cubicBezTo>
                    <a:pt x="0" y="263"/>
                    <a:pt x="72" y="334"/>
                    <a:pt x="155" y="334"/>
                  </a:cubicBezTo>
                  <a:lnTo>
                    <a:pt x="2096" y="334"/>
                  </a:lnTo>
                  <a:cubicBezTo>
                    <a:pt x="2179" y="334"/>
                    <a:pt x="2263" y="263"/>
                    <a:pt x="2263" y="168"/>
                  </a:cubicBezTo>
                  <a:cubicBezTo>
                    <a:pt x="2263" y="84"/>
                    <a:pt x="2203" y="1"/>
                    <a:pt x="2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5" name="Google Shape;1145;p48"/>
          <p:cNvGrpSpPr/>
          <p:nvPr/>
        </p:nvGrpSpPr>
        <p:grpSpPr>
          <a:xfrm>
            <a:off x="6722350" y="1459674"/>
            <a:ext cx="368175" cy="344594"/>
            <a:chOff x="3530425" y="1508747"/>
            <a:chExt cx="368175" cy="344594"/>
          </a:xfrm>
        </p:grpSpPr>
        <p:sp>
          <p:nvSpPr>
            <p:cNvPr id="1146" name="Google Shape;1146;p48"/>
            <p:cNvSpPr/>
            <p:nvPr/>
          </p:nvSpPr>
          <p:spPr>
            <a:xfrm>
              <a:off x="3530425" y="1508747"/>
              <a:ext cx="316765" cy="344594"/>
            </a:xfrm>
            <a:custGeom>
              <a:avLst/>
              <a:gdLst/>
              <a:ahLst/>
              <a:cxnLst/>
              <a:rect l="l" t="t" r="r" b="b"/>
              <a:pathLst>
                <a:path w="7848" h="8538" extrusionOk="0">
                  <a:moveTo>
                    <a:pt x="6835" y="3406"/>
                  </a:moveTo>
                  <a:cubicBezTo>
                    <a:pt x="7252" y="3466"/>
                    <a:pt x="7561" y="3823"/>
                    <a:pt x="7561" y="4251"/>
                  </a:cubicBezTo>
                  <a:cubicBezTo>
                    <a:pt x="7573" y="4704"/>
                    <a:pt x="7264" y="5061"/>
                    <a:pt x="6835" y="5121"/>
                  </a:cubicBezTo>
                  <a:lnTo>
                    <a:pt x="6835" y="3406"/>
                  </a:lnTo>
                  <a:close/>
                  <a:moveTo>
                    <a:pt x="2144" y="3263"/>
                  </a:moveTo>
                  <a:lnTo>
                    <a:pt x="2144" y="5263"/>
                  </a:lnTo>
                  <a:lnTo>
                    <a:pt x="1263" y="5263"/>
                  </a:lnTo>
                  <a:lnTo>
                    <a:pt x="1263" y="3263"/>
                  </a:lnTo>
                  <a:close/>
                  <a:moveTo>
                    <a:pt x="1013" y="3275"/>
                  </a:moveTo>
                  <a:lnTo>
                    <a:pt x="1013" y="5287"/>
                  </a:lnTo>
                  <a:lnTo>
                    <a:pt x="715" y="5287"/>
                  </a:lnTo>
                  <a:cubicBezTo>
                    <a:pt x="477" y="5287"/>
                    <a:pt x="287" y="5085"/>
                    <a:pt x="287" y="4847"/>
                  </a:cubicBezTo>
                  <a:lnTo>
                    <a:pt x="287" y="3704"/>
                  </a:lnTo>
                  <a:cubicBezTo>
                    <a:pt x="287" y="3466"/>
                    <a:pt x="477" y="3275"/>
                    <a:pt x="715" y="3275"/>
                  </a:cubicBezTo>
                  <a:close/>
                  <a:moveTo>
                    <a:pt x="2287" y="6252"/>
                  </a:moveTo>
                  <a:lnTo>
                    <a:pt x="2287" y="6847"/>
                  </a:lnTo>
                  <a:lnTo>
                    <a:pt x="2037" y="6847"/>
                  </a:lnTo>
                  <a:lnTo>
                    <a:pt x="2204" y="6252"/>
                  </a:lnTo>
                  <a:close/>
                  <a:moveTo>
                    <a:pt x="2108" y="5549"/>
                  </a:moveTo>
                  <a:lnTo>
                    <a:pt x="1608" y="7407"/>
                  </a:lnTo>
                  <a:lnTo>
                    <a:pt x="1275" y="7407"/>
                  </a:lnTo>
                  <a:lnTo>
                    <a:pt x="1275" y="5549"/>
                  </a:lnTo>
                  <a:close/>
                  <a:moveTo>
                    <a:pt x="6561" y="263"/>
                  </a:moveTo>
                  <a:lnTo>
                    <a:pt x="6561" y="8276"/>
                  </a:lnTo>
                  <a:lnTo>
                    <a:pt x="5966" y="8276"/>
                  </a:lnTo>
                  <a:lnTo>
                    <a:pt x="5966" y="2632"/>
                  </a:lnTo>
                  <a:cubicBezTo>
                    <a:pt x="5966" y="2561"/>
                    <a:pt x="5906" y="2501"/>
                    <a:pt x="5835" y="2501"/>
                  </a:cubicBezTo>
                  <a:cubicBezTo>
                    <a:pt x="5764" y="2501"/>
                    <a:pt x="5704" y="2561"/>
                    <a:pt x="5704" y="2632"/>
                  </a:cubicBezTo>
                  <a:lnTo>
                    <a:pt x="5704" y="7395"/>
                  </a:lnTo>
                  <a:cubicBezTo>
                    <a:pt x="5537" y="7157"/>
                    <a:pt x="5264" y="6847"/>
                    <a:pt x="4942" y="6537"/>
                  </a:cubicBezTo>
                  <a:cubicBezTo>
                    <a:pt x="4573" y="6180"/>
                    <a:pt x="4180" y="5883"/>
                    <a:pt x="3775" y="5668"/>
                  </a:cubicBezTo>
                  <a:cubicBezTo>
                    <a:pt x="3323" y="5430"/>
                    <a:pt x="2858" y="5299"/>
                    <a:pt x="2394" y="5287"/>
                  </a:cubicBezTo>
                  <a:lnTo>
                    <a:pt x="2394" y="3263"/>
                  </a:lnTo>
                  <a:cubicBezTo>
                    <a:pt x="2858" y="3239"/>
                    <a:pt x="3335" y="3108"/>
                    <a:pt x="3775" y="2870"/>
                  </a:cubicBezTo>
                  <a:cubicBezTo>
                    <a:pt x="4180" y="2668"/>
                    <a:pt x="4573" y="2382"/>
                    <a:pt x="4942" y="2001"/>
                  </a:cubicBezTo>
                  <a:cubicBezTo>
                    <a:pt x="5264" y="1692"/>
                    <a:pt x="5525" y="1370"/>
                    <a:pt x="5704" y="1144"/>
                  </a:cubicBezTo>
                  <a:lnTo>
                    <a:pt x="5704" y="1989"/>
                  </a:lnTo>
                  <a:cubicBezTo>
                    <a:pt x="5704" y="2061"/>
                    <a:pt x="5764" y="2120"/>
                    <a:pt x="5835" y="2120"/>
                  </a:cubicBezTo>
                  <a:cubicBezTo>
                    <a:pt x="5906" y="2120"/>
                    <a:pt x="5966" y="2061"/>
                    <a:pt x="5966" y="1989"/>
                  </a:cubicBezTo>
                  <a:lnTo>
                    <a:pt x="5966" y="263"/>
                  </a:lnTo>
                  <a:close/>
                  <a:moveTo>
                    <a:pt x="5847" y="1"/>
                  </a:moveTo>
                  <a:cubicBezTo>
                    <a:pt x="5776" y="1"/>
                    <a:pt x="5716" y="60"/>
                    <a:pt x="5716" y="132"/>
                  </a:cubicBezTo>
                  <a:lnTo>
                    <a:pt x="5716" y="668"/>
                  </a:lnTo>
                  <a:cubicBezTo>
                    <a:pt x="5645" y="799"/>
                    <a:pt x="5299" y="1311"/>
                    <a:pt x="4763" y="1834"/>
                  </a:cubicBezTo>
                  <a:cubicBezTo>
                    <a:pt x="4216" y="2370"/>
                    <a:pt x="3335" y="3001"/>
                    <a:pt x="2275" y="3001"/>
                  </a:cubicBezTo>
                  <a:lnTo>
                    <a:pt x="703" y="3001"/>
                  </a:lnTo>
                  <a:cubicBezTo>
                    <a:pt x="311" y="3001"/>
                    <a:pt x="1" y="3323"/>
                    <a:pt x="1" y="3704"/>
                  </a:cubicBezTo>
                  <a:lnTo>
                    <a:pt x="1" y="4847"/>
                  </a:lnTo>
                  <a:cubicBezTo>
                    <a:pt x="1" y="5240"/>
                    <a:pt x="311" y="5549"/>
                    <a:pt x="703" y="5549"/>
                  </a:cubicBezTo>
                  <a:lnTo>
                    <a:pt x="1001" y="5549"/>
                  </a:lnTo>
                  <a:lnTo>
                    <a:pt x="1001" y="7561"/>
                  </a:lnTo>
                  <a:cubicBezTo>
                    <a:pt x="1001" y="7633"/>
                    <a:pt x="1061" y="7692"/>
                    <a:pt x="1132" y="7692"/>
                  </a:cubicBezTo>
                  <a:lnTo>
                    <a:pt x="1692" y="7692"/>
                  </a:lnTo>
                  <a:cubicBezTo>
                    <a:pt x="1751" y="7692"/>
                    <a:pt x="1811" y="7645"/>
                    <a:pt x="1823" y="7585"/>
                  </a:cubicBezTo>
                  <a:lnTo>
                    <a:pt x="1942" y="7109"/>
                  </a:lnTo>
                  <a:lnTo>
                    <a:pt x="2406" y="7109"/>
                  </a:lnTo>
                  <a:cubicBezTo>
                    <a:pt x="2477" y="7109"/>
                    <a:pt x="2537" y="7049"/>
                    <a:pt x="2537" y="6978"/>
                  </a:cubicBezTo>
                  <a:lnTo>
                    <a:pt x="2537" y="6121"/>
                  </a:lnTo>
                  <a:cubicBezTo>
                    <a:pt x="2537" y="6037"/>
                    <a:pt x="2477" y="5978"/>
                    <a:pt x="2406" y="5978"/>
                  </a:cubicBezTo>
                  <a:lnTo>
                    <a:pt x="2239" y="5978"/>
                  </a:lnTo>
                  <a:lnTo>
                    <a:pt x="2358" y="5537"/>
                  </a:lnTo>
                  <a:cubicBezTo>
                    <a:pt x="3370" y="5585"/>
                    <a:pt x="4228" y="6192"/>
                    <a:pt x="4740" y="6716"/>
                  </a:cubicBezTo>
                  <a:cubicBezTo>
                    <a:pt x="5264" y="7216"/>
                    <a:pt x="5609" y="7740"/>
                    <a:pt x="5692" y="7871"/>
                  </a:cubicBezTo>
                  <a:lnTo>
                    <a:pt x="5692" y="8407"/>
                  </a:lnTo>
                  <a:cubicBezTo>
                    <a:pt x="5692" y="8478"/>
                    <a:pt x="5752" y="8538"/>
                    <a:pt x="5835" y="8538"/>
                  </a:cubicBezTo>
                  <a:lnTo>
                    <a:pt x="6692" y="8538"/>
                  </a:lnTo>
                  <a:cubicBezTo>
                    <a:pt x="6764" y="8538"/>
                    <a:pt x="6823" y="8478"/>
                    <a:pt x="6823" y="8407"/>
                  </a:cubicBezTo>
                  <a:lnTo>
                    <a:pt x="6823" y="5406"/>
                  </a:lnTo>
                  <a:cubicBezTo>
                    <a:pt x="7395" y="5323"/>
                    <a:pt x="7823" y="4847"/>
                    <a:pt x="7823" y="4275"/>
                  </a:cubicBezTo>
                  <a:cubicBezTo>
                    <a:pt x="7847" y="3692"/>
                    <a:pt x="7407" y="3216"/>
                    <a:pt x="6835" y="3144"/>
                  </a:cubicBezTo>
                  <a:lnTo>
                    <a:pt x="6835" y="132"/>
                  </a:lnTo>
                  <a:cubicBezTo>
                    <a:pt x="6835" y="60"/>
                    <a:pt x="6776" y="1"/>
                    <a:pt x="6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3870185" y="1675515"/>
              <a:ext cx="28415" cy="11099"/>
            </a:xfrm>
            <a:custGeom>
              <a:avLst/>
              <a:gdLst/>
              <a:ahLst/>
              <a:cxnLst/>
              <a:rect l="l" t="t" r="r" b="b"/>
              <a:pathLst>
                <a:path w="704" h="275" extrusionOk="0">
                  <a:moveTo>
                    <a:pt x="144" y="0"/>
                  </a:moveTo>
                  <a:cubicBezTo>
                    <a:pt x="60" y="0"/>
                    <a:pt x="1" y="60"/>
                    <a:pt x="1" y="143"/>
                  </a:cubicBezTo>
                  <a:cubicBezTo>
                    <a:pt x="1" y="215"/>
                    <a:pt x="60" y="274"/>
                    <a:pt x="144" y="274"/>
                  </a:cubicBezTo>
                  <a:lnTo>
                    <a:pt x="572" y="274"/>
                  </a:lnTo>
                  <a:cubicBezTo>
                    <a:pt x="644" y="274"/>
                    <a:pt x="703" y="215"/>
                    <a:pt x="703" y="143"/>
                  </a:cubicBezTo>
                  <a:cubicBezTo>
                    <a:pt x="703" y="60"/>
                    <a:pt x="644" y="0"/>
                    <a:pt x="5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3846170" y="1610293"/>
              <a:ext cx="25993" cy="22965"/>
            </a:xfrm>
            <a:custGeom>
              <a:avLst/>
              <a:gdLst/>
              <a:ahLst/>
              <a:cxnLst/>
              <a:rect l="l" t="t" r="r" b="b"/>
              <a:pathLst>
                <a:path w="644" h="569" extrusionOk="0">
                  <a:moveTo>
                    <a:pt x="489" y="0"/>
                  </a:moveTo>
                  <a:cubicBezTo>
                    <a:pt x="456" y="0"/>
                    <a:pt x="423" y="15"/>
                    <a:pt x="393" y="45"/>
                  </a:cubicBezTo>
                  <a:lnTo>
                    <a:pt x="96" y="342"/>
                  </a:lnTo>
                  <a:cubicBezTo>
                    <a:pt x="0" y="426"/>
                    <a:pt x="60" y="569"/>
                    <a:pt x="179" y="569"/>
                  </a:cubicBezTo>
                  <a:cubicBezTo>
                    <a:pt x="215" y="569"/>
                    <a:pt x="262" y="545"/>
                    <a:pt x="274" y="521"/>
                  </a:cubicBezTo>
                  <a:lnTo>
                    <a:pt x="572" y="223"/>
                  </a:lnTo>
                  <a:cubicBezTo>
                    <a:pt x="643" y="176"/>
                    <a:pt x="643" y="104"/>
                    <a:pt x="584" y="45"/>
                  </a:cubicBezTo>
                  <a:cubicBezTo>
                    <a:pt x="554" y="15"/>
                    <a:pt x="521" y="0"/>
                    <a:pt x="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3847623" y="1728508"/>
              <a:ext cx="24540" cy="23086"/>
            </a:xfrm>
            <a:custGeom>
              <a:avLst/>
              <a:gdLst/>
              <a:ahLst/>
              <a:cxnLst/>
              <a:rect l="l" t="t" r="r" b="b"/>
              <a:pathLst>
                <a:path w="608" h="572" extrusionOk="0">
                  <a:moveTo>
                    <a:pt x="155" y="0"/>
                  </a:moveTo>
                  <a:cubicBezTo>
                    <a:pt x="122" y="0"/>
                    <a:pt x="89" y="15"/>
                    <a:pt x="60" y="45"/>
                  </a:cubicBezTo>
                  <a:cubicBezTo>
                    <a:pt x="0" y="104"/>
                    <a:pt x="0" y="176"/>
                    <a:pt x="60" y="235"/>
                  </a:cubicBezTo>
                  <a:lnTo>
                    <a:pt x="357" y="533"/>
                  </a:lnTo>
                  <a:cubicBezTo>
                    <a:pt x="384" y="560"/>
                    <a:pt x="416" y="572"/>
                    <a:pt x="447" y="572"/>
                  </a:cubicBezTo>
                  <a:cubicBezTo>
                    <a:pt x="485" y="572"/>
                    <a:pt x="522" y="554"/>
                    <a:pt x="548" y="521"/>
                  </a:cubicBezTo>
                  <a:cubicBezTo>
                    <a:pt x="607" y="473"/>
                    <a:pt x="607" y="390"/>
                    <a:pt x="548" y="342"/>
                  </a:cubicBezTo>
                  <a:lnTo>
                    <a:pt x="250" y="45"/>
                  </a:lnTo>
                  <a:cubicBezTo>
                    <a:pt x="220" y="15"/>
                    <a:pt x="188"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48"/>
          <p:cNvGrpSpPr/>
          <p:nvPr/>
        </p:nvGrpSpPr>
        <p:grpSpPr>
          <a:xfrm>
            <a:off x="4392488" y="3202876"/>
            <a:ext cx="359015" cy="358633"/>
            <a:chOff x="1309875" y="1499912"/>
            <a:chExt cx="359015" cy="358633"/>
          </a:xfrm>
        </p:grpSpPr>
        <p:sp>
          <p:nvSpPr>
            <p:cNvPr id="1151" name="Google Shape;1151;p48"/>
            <p:cNvSpPr/>
            <p:nvPr/>
          </p:nvSpPr>
          <p:spPr>
            <a:xfrm>
              <a:off x="1309875" y="1499912"/>
              <a:ext cx="133708" cy="204665"/>
            </a:xfrm>
            <a:custGeom>
              <a:avLst/>
              <a:gdLst/>
              <a:ahLst/>
              <a:cxnLst/>
              <a:rect l="l" t="t" r="r" b="b"/>
              <a:pathLst>
                <a:path w="4204" h="6435" extrusionOk="0">
                  <a:moveTo>
                    <a:pt x="1310" y="0"/>
                  </a:moveTo>
                  <a:cubicBezTo>
                    <a:pt x="608" y="0"/>
                    <a:pt x="24" y="560"/>
                    <a:pt x="24" y="1274"/>
                  </a:cubicBezTo>
                  <a:cubicBezTo>
                    <a:pt x="36" y="6323"/>
                    <a:pt x="0" y="6037"/>
                    <a:pt x="72" y="6311"/>
                  </a:cubicBezTo>
                  <a:cubicBezTo>
                    <a:pt x="82" y="6381"/>
                    <a:pt x="152" y="6435"/>
                    <a:pt x="231" y="6435"/>
                  </a:cubicBezTo>
                  <a:cubicBezTo>
                    <a:pt x="246" y="6435"/>
                    <a:pt x="260" y="6433"/>
                    <a:pt x="274" y="6430"/>
                  </a:cubicBezTo>
                  <a:cubicBezTo>
                    <a:pt x="370" y="6394"/>
                    <a:pt x="429" y="6311"/>
                    <a:pt x="393" y="6215"/>
                  </a:cubicBezTo>
                  <a:cubicBezTo>
                    <a:pt x="358" y="6013"/>
                    <a:pt x="381" y="6180"/>
                    <a:pt x="370" y="1262"/>
                  </a:cubicBezTo>
                  <a:cubicBezTo>
                    <a:pt x="370" y="739"/>
                    <a:pt x="786" y="322"/>
                    <a:pt x="1310" y="322"/>
                  </a:cubicBezTo>
                  <a:lnTo>
                    <a:pt x="4049" y="322"/>
                  </a:lnTo>
                  <a:cubicBezTo>
                    <a:pt x="4132" y="322"/>
                    <a:pt x="4203" y="250"/>
                    <a:pt x="4203" y="167"/>
                  </a:cubicBezTo>
                  <a:cubicBezTo>
                    <a:pt x="4203" y="72"/>
                    <a:pt x="4132" y="0"/>
                    <a:pt x="4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8"/>
            <p:cNvSpPr/>
            <p:nvPr/>
          </p:nvSpPr>
          <p:spPr>
            <a:xfrm>
              <a:off x="1454524" y="1499912"/>
              <a:ext cx="213602" cy="123467"/>
            </a:xfrm>
            <a:custGeom>
              <a:avLst/>
              <a:gdLst/>
              <a:ahLst/>
              <a:cxnLst/>
              <a:rect l="l" t="t" r="r" b="b"/>
              <a:pathLst>
                <a:path w="6716" h="3882" extrusionOk="0">
                  <a:moveTo>
                    <a:pt x="167" y="0"/>
                  </a:moveTo>
                  <a:cubicBezTo>
                    <a:pt x="72" y="0"/>
                    <a:pt x="1" y="72"/>
                    <a:pt x="1" y="167"/>
                  </a:cubicBezTo>
                  <a:cubicBezTo>
                    <a:pt x="1" y="250"/>
                    <a:pt x="72" y="322"/>
                    <a:pt x="167" y="322"/>
                  </a:cubicBezTo>
                  <a:lnTo>
                    <a:pt x="5430" y="322"/>
                  </a:lnTo>
                  <a:cubicBezTo>
                    <a:pt x="5954" y="322"/>
                    <a:pt x="6371" y="739"/>
                    <a:pt x="6371" y="1262"/>
                  </a:cubicBezTo>
                  <a:lnTo>
                    <a:pt x="6371" y="3715"/>
                  </a:lnTo>
                  <a:cubicBezTo>
                    <a:pt x="6371" y="3810"/>
                    <a:pt x="6442" y="3882"/>
                    <a:pt x="6537" y="3882"/>
                  </a:cubicBezTo>
                  <a:cubicBezTo>
                    <a:pt x="6621" y="3882"/>
                    <a:pt x="6704" y="3810"/>
                    <a:pt x="6704" y="3715"/>
                  </a:cubicBezTo>
                  <a:lnTo>
                    <a:pt x="6704" y="1262"/>
                  </a:lnTo>
                  <a:cubicBezTo>
                    <a:pt x="6716" y="584"/>
                    <a:pt x="6144" y="0"/>
                    <a:pt x="54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8"/>
            <p:cNvSpPr/>
            <p:nvPr/>
          </p:nvSpPr>
          <p:spPr>
            <a:xfrm>
              <a:off x="1322756" y="1634701"/>
              <a:ext cx="346134" cy="223844"/>
            </a:xfrm>
            <a:custGeom>
              <a:avLst/>
              <a:gdLst/>
              <a:ahLst/>
              <a:cxnLst/>
              <a:rect l="l" t="t" r="r" b="b"/>
              <a:pathLst>
                <a:path w="10883" h="7038" extrusionOk="0">
                  <a:moveTo>
                    <a:pt x="5930" y="3037"/>
                  </a:moveTo>
                  <a:lnTo>
                    <a:pt x="5930" y="5656"/>
                  </a:lnTo>
                  <a:lnTo>
                    <a:pt x="4560" y="5656"/>
                  </a:lnTo>
                  <a:lnTo>
                    <a:pt x="4560" y="3037"/>
                  </a:lnTo>
                  <a:close/>
                  <a:moveTo>
                    <a:pt x="7370" y="5990"/>
                  </a:moveTo>
                  <a:cubicBezTo>
                    <a:pt x="7549" y="5990"/>
                    <a:pt x="7716" y="6133"/>
                    <a:pt x="7716" y="6323"/>
                  </a:cubicBezTo>
                  <a:lnTo>
                    <a:pt x="7716" y="6383"/>
                  </a:lnTo>
                  <a:cubicBezTo>
                    <a:pt x="7716" y="6561"/>
                    <a:pt x="7573" y="6728"/>
                    <a:pt x="7370" y="6728"/>
                  </a:cubicBezTo>
                  <a:lnTo>
                    <a:pt x="3120" y="6728"/>
                  </a:lnTo>
                  <a:cubicBezTo>
                    <a:pt x="2941" y="6728"/>
                    <a:pt x="2774" y="6585"/>
                    <a:pt x="2774" y="6383"/>
                  </a:cubicBezTo>
                  <a:lnTo>
                    <a:pt x="2774" y="6323"/>
                  </a:lnTo>
                  <a:cubicBezTo>
                    <a:pt x="2774" y="6145"/>
                    <a:pt x="2929" y="5990"/>
                    <a:pt x="3120" y="5990"/>
                  </a:cubicBezTo>
                  <a:close/>
                  <a:moveTo>
                    <a:pt x="10692" y="1"/>
                  </a:moveTo>
                  <a:cubicBezTo>
                    <a:pt x="10597" y="1"/>
                    <a:pt x="10525" y="72"/>
                    <a:pt x="10525" y="168"/>
                  </a:cubicBezTo>
                  <a:lnTo>
                    <a:pt x="10525" y="1763"/>
                  </a:lnTo>
                  <a:cubicBezTo>
                    <a:pt x="10525" y="2275"/>
                    <a:pt x="10109" y="2692"/>
                    <a:pt x="9585" y="2692"/>
                  </a:cubicBezTo>
                  <a:lnTo>
                    <a:pt x="917" y="2692"/>
                  </a:lnTo>
                  <a:cubicBezTo>
                    <a:pt x="691" y="2692"/>
                    <a:pt x="465" y="2608"/>
                    <a:pt x="298" y="2454"/>
                  </a:cubicBezTo>
                  <a:cubicBezTo>
                    <a:pt x="265" y="2426"/>
                    <a:pt x="225" y="2412"/>
                    <a:pt x="185" y="2412"/>
                  </a:cubicBezTo>
                  <a:cubicBezTo>
                    <a:pt x="138" y="2412"/>
                    <a:pt x="92" y="2432"/>
                    <a:pt x="60" y="2477"/>
                  </a:cubicBezTo>
                  <a:cubicBezTo>
                    <a:pt x="0" y="2549"/>
                    <a:pt x="0" y="2656"/>
                    <a:pt x="84" y="2716"/>
                  </a:cubicBezTo>
                  <a:cubicBezTo>
                    <a:pt x="322" y="2918"/>
                    <a:pt x="619" y="3025"/>
                    <a:pt x="917" y="3025"/>
                  </a:cubicBezTo>
                  <a:lnTo>
                    <a:pt x="4227" y="3025"/>
                  </a:lnTo>
                  <a:lnTo>
                    <a:pt x="4227" y="5644"/>
                  </a:lnTo>
                  <a:lnTo>
                    <a:pt x="3132" y="5644"/>
                  </a:lnTo>
                  <a:cubicBezTo>
                    <a:pt x="2763" y="5644"/>
                    <a:pt x="2465" y="5942"/>
                    <a:pt x="2465" y="6311"/>
                  </a:cubicBezTo>
                  <a:lnTo>
                    <a:pt x="2465" y="6371"/>
                  </a:lnTo>
                  <a:cubicBezTo>
                    <a:pt x="2465" y="6740"/>
                    <a:pt x="2763" y="7038"/>
                    <a:pt x="3132" y="7038"/>
                  </a:cubicBezTo>
                  <a:lnTo>
                    <a:pt x="7394" y="7038"/>
                  </a:lnTo>
                  <a:cubicBezTo>
                    <a:pt x="7763" y="7038"/>
                    <a:pt x="8061" y="6740"/>
                    <a:pt x="8061" y="6371"/>
                  </a:cubicBezTo>
                  <a:lnTo>
                    <a:pt x="8061" y="6311"/>
                  </a:lnTo>
                  <a:cubicBezTo>
                    <a:pt x="8061" y="5942"/>
                    <a:pt x="7763" y="5644"/>
                    <a:pt x="7394" y="5644"/>
                  </a:cubicBezTo>
                  <a:lnTo>
                    <a:pt x="6287" y="5644"/>
                  </a:lnTo>
                  <a:lnTo>
                    <a:pt x="6287" y="3037"/>
                  </a:lnTo>
                  <a:lnTo>
                    <a:pt x="9609" y="3037"/>
                  </a:lnTo>
                  <a:cubicBezTo>
                    <a:pt x="10311" y="3037"/>
                    <a:pt x="10883" y="2477"/>
                    <a:pt x="10883" y="1751"/>
                  </a:cubicBezTo>
                  <a:lnTo>
                    <a:pt x="10883" y="168"/>
                  </a:lnTo>
                  <a:cubicBezTo>
                    <a:pt x="10859" y="72"/>
                    <a:pt x="10787" y="1"/>
                    <a:pt x="10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8"/>
            <p:cNvSpPr/>
            <p:nvPr/>
          </p:nvSpPr>
          <p:spPr>
            <a:xfrm>
              <a:off x="1331852" y="1519217"/>
              <a:ext cx="191243" cy="140514"/>
            </a:xfrm>
            <a:custGeom>
              <a:avLst/>
              <a:gdLst/>
              <a:ahLst/>
              <a:cxnLst/>
              <a:rect l="l" t="t" r="r" b="b"/>
              <a:pathLst>
                <a:path w="6013" h="4418" extrusionOk="0">
                  <a:moveTo>
                    <a:pt x="869" y="1"/>
                  </a:moveTo>
                  <a:cubicBezTo>
                    <a:pt x="393" y="1"/>
                    <a:pt x="0" y="393"/>
                    <a:pt x="0" y="870"/>
                  </a:cubicBezTo>
                  <a:lnTo>
                    <a:pt x="0" y="4263"/>
                  </a:lnTo>
                  <a:cubicBezTo>
                    <a:pt x="0" y="4346"/>
                    <a:pt x="83" y="4418"/>
                    <a:pt x="167" y="4418"/>
                  </a:cubicBezTo>
                  <a:cubicBezTo>
                    <a:pt x="262" y="4418"/>
                    <a:pt x="333" y="4346"/>
                    <a:pt x="333" y="4263"/>
                  </a:cubicBezTo>
                  <a:lnTo>
                    <a:pt x="333" y="870"/>
                  </a:lnTo>
                  <a:cubicBezTo>
                    <a:pt x="333" y="572"/>
                    <a:pt x="572" y="334"/>
                    <a:pt x="869" y="334"/>
                  </a:cubicBezTo>
                  <a:lnTo>
                    <a:pt x="5834" y="334"/>
                  </a:lnTo>
                  <a:cubicBezTo>
                    <a:pt x="5929" y="334"/>
                    <a:pt x="6001" y="251"/>
                    <a:pt x="6001" y="167"/>
                  </a:cubicBezTo>
                  <a:cubicBezTo>
                    <a:pt x="6013" y="72"/>
                    <a:pt x="5929" y="1"/>
                    <a:pt x="58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8"/>
            <p:cNvSpPr/>
            <p:nvPr/>
          </p:nvSpPr>
          <p:spPr>
            <a:xfrm>
              <a:off x="1331852" y="1519217"/>
              <a:ext cx="315442" cy="190512"/>
            </a:xfrm>
            <a:custGeom>
              <a:avLst/>
              <a:gdLst/>
              <a:ahLst/>
              <a:cxnLst/>
              <a:rect l="l" t="t" r="r" b="b"/>
              <a:pathLst>
                <a:path w="9918" h="5990" extrusionOk="0">
                  <a:moveTo>
                    <a:pt x="6513" y="1"/>
                  </a:moveTo>
                  <a:cubicBezTo>
                    <a:pt x="6418" y="1"/>
                    <a:pt x="6346" y="72"/>
                    <a:pt x="6346" y="167"/>
                  </a:cubicBezTo>
                  <a:cubicBezTo>
                    <a:pt x="6346" y="251"/>
                    <a:pt x="6418" y="322"/>
                    <a:pt x="6513" y="322"/>
                  </a:cubicBezTo>
                  <a:lnTo>
                    <a:pt x="9049" y="322"/>
                  </a:lnTo>
                  <a:cubicBezTo>
                    <a:pt x="9346" y="322"/>
                    <a:pt x="9585" y="560"/>
                    <a:pt x="9585" y="870"/>
                  </a:cubicBezTo>
                  <a:lnTo>
                    <a:pt x="9585" y="5120"/>
                  </a:lnTo>
                  <a:cubicBezTo>
                    <a:pt x="9585" y="5418"/>
                    <a:pt x="9346" y="5656"/>
                    <a:pt x="9049" y="5656"/>
                  </a:cubicBezTo>
                  <a:lnTo>
                    <a:pt x="869" y="5656"/>
                  </a:lnTo>
                  <a:cubicBezTo>
                    <a:pt x="572" y="5656"/>
                    <a:pt x="333" y="5418"/>
                    <a:pt x="333" y="5120"/>
                  </a:cubicBezTo>
                  <a:lnTo>
                    <a:pt x="333" y="4930"/>
                  </a:lnTo>
                  <a:cubicBezTo>
                    <a:pt x="333" y="4834"/>
                    <a:pt x="262" y="4763"/>
                    <a:pt x="167" y="4763"/>
                  </a:cubicBezTo>
                  <a:cubicBezTo>
                    <a:pt x="71" y="4763"/>
                    <a:pt x="0" y="4834"/>
                    <a:pt x="0" y="4930"/>
                  </a:cubicBezTo>
                  <a:lnTo>
                    <a:pt x="0" y="5120"/>
                  </a:lnTo>
                  <a:cubicBezTo>
                    <a:pt x="0" y="5596"/>
                    <a:pt x="393" y="5989"/>
                    <a:pt x="869" y="5989"/>
                  </a:cubicBezTo>
                  <a:lnTo>
                    <a:pt x="9049" y="5989"/>
                  </a:lnTo>
                  <a:cubicBezTo>
                    <a:pt x="9525" y="5989"/>
                    <a:pt x="9918" y="5596"/>
                    <a:pt x="9918" y="5120"/>
                  </a:cubicBezTo>
                  <a:lnTo>
                    <a:pt x="9918" y="870"/>
                  </a:lnTo>
                  <a:cubicBezTo>
                    <a:pt x="9918" y="393"/>
                    <a:pt x="9525" y="1"/>
                    <a:pt x="9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8"/>
            <p:cNvSpPr/>
            <p:nvPr/>
          </p:nvSpPr>
          <p:spPr>
            <a:xfrm>
              <a:off x="1587056" y="1669178"/>
              <a:ext cx="32" cy="32"/>
            </a:xfrm>
            <a:custGeom>
              <a:avLst/>
              <a:gdLst/>
              <a:ahLst/>
              <a:cxnLst/>
              <a:rect l="l" t="t" r="r" b="b"/>
              <a:pathLst>
                <a:path w="1" h="1" extrusionOk="0">
                  <a:moveTo>
                    <a:pt x="1" y="0"/>
                  </a:moveTo>
                  <a:lnTo>
                    <a:pt x="1" y="0"/>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8"/>
            <p:cNvSpPr/>
            <p:nvPr/>
          </p:nvSpPr>
          <p:spPr>
            <a:xfrm>
              <a:off x="1471190" y="1538523"/>
              <a:ext cx="160965" cy="141278"/>
            </a:xfrm>
            <a:custGeom>
              <a:avLst/>
              <a:gdLst/>
              <a:ahLst/>
              <a:cxnLst/>
              <a:rect l="l" t="t" r="r" b="b"/>
              <a:pathLst>
                <a:path w="5061" h="4442" extrusionOk="0">
                  <a:moveTo>
                    <a:pt x="2489" y="346"/>
                  </a:moveTo>
                  <a:lnTo>
                    <a:pt x="1536" y="1096"/>
                  </a:lnTo>
                  <a:lnTo>
                    <a:pt x="548" y="346"/>
                  </a:lnTo>
                  <a:close/>
                  <a:moveTo>
                    <a:pt x="322" y="596"/>
                  </a:moveTo>
                  <a:lnTo>
                    <a:pt x="1251" y="1299"/>
                  </a:lnTo>
                  <a:lnTo>
                    <a:pt x="322" y="2013"/>
                  </a:lnTo>
                  <a:lnTo>
                    <a:pt x="322" y="596"/>
                  </a:lnTo>
                  <a:close/>
                  <a:moveTo>
                    <a:pt x="2739" y="584"/>
                  </a:moveTo>
                  <a:lnTo>
                    <a:pt x="2739" y="2013"/>
                  </a:lnTo>
                  <a:lnTo>
                    <a:pt x="1810" y="1299"/>
                  </a:lnTo>
                  <a:lnTo>
                    <a:pt x="2739" y="584"/>
                  </a:lnTo>
                  <a:close/>
                  <a:moveTo>
                    <a:pt x="1536" y="1501"/>
                  </a:moveTo>
                  <a:lnTo>
                    <a:pt x="2525" y="2263"/>
                  </a:lnTo>
                  <a:lnTo>
                    <a:pt x="548" y="2263"/>
                  </a:lnTo>
                  <a:lnTo>
                    <a:pt x="1536" y="1501"/>
                  </a:lnTo>
                  <a:close/>
                  <a:moveTo>
                    <a:pt x="3239" y="2680"/>
                  </a:moveTo>
                  <a:lnTo>
                    <a:pt x="3239" y="2680"/>
                  </a:lnTo>
                  <a:cubicBezTo>
                    <a:pt x="3261" y="2702"/>
                    <a:pt x="4644" y="3120"/>
                    <a:pt x="4644" y="3120"/>
                  </a:cubicBezTo>
                  <a:cubicBezTo>
                    <a:pt x="4639" y="3122"/>
                    <a:pt x="4637" y="3122"/>
                    <a:pt x="4636" y="3122"/>
                  </a:cubicBezTo>
                  <a:cubicBezTo>
                    <a:pt x="4636" y="3122"/>
                    <a:pt x="4642" y="3120"/>
                    <a:pt x="4640" y="3120"/>
                  </a:cubicBezTo>
                  <a:cubicBezTo>
                    <a:pt x="4636" y="3120"/>
                    <a:pt x="4565" y="3136"/>
                    <a:pt x="4049" y="3263"/>
                  </a:cubicBezTo>
                  <a:cubicBezTo>
                    <a:pt x="3930" y="3287"/>
                    <a:pt x="3834" y="3382"/>
                    <a:pt x="3811" y="3501"/>
                  </a:cubicBezTo>
                  <a:cubicBezTo>
                    <a:pt x="3686" y="3957"/>
                    <a:pt x="3662" y="4068"/>
                    <a:pt x="3659" y="4091"/>
                  </a:cubicBezTo>
                  <a:lnTo>
                    <a:pt x="3659" y="4091"/>
                  </a:lnTo>
                  <a:cubicBezTo>
                    <a:pt x="3658" y="4092"/>
                    <a:pt x="3657" y="4094"/>
                    <a:pt x="3656" y="4097"/>
                  </a:cubicBezTo>
                  <a:cubicBezTo>
                    <a:pt x="3656" y="4085"/>
                    <a:pt x="3620" y="3954"/>
                    <a:pt x="3239" y="2680"/>
                  </a:cubicBezTo>
                  <a:close/>
                  <a:moveTo>
                    <a:pt x="322" y="1"/>
                  </a:moveTo>
                  <a:cubicBezTo>
                    <a:pt x="143" y="1"/>
                    <a:pt x="1" y="156"/>
                    <a:pt x="1" y="334"/>
                  </a:cubicBezTo>
                  <a:lnTo>
                    <a:pt x="1" y="2263"/>
                  </a:lnTo>
                  <a:cubicBezTo>
                    <a:pt x="1" y="2442"/>
                    <a:pt x="143" y="2596"/>
                    <a:pt x="322" y="2596"/>
                  </a:cubicBezTo>
                  <a:lnTo>
                    <a:pt x="2739" y="2596"/>
                  </a:lnTo>
                  <a:cubicBezTo>
                    <a:pt x="2810" y="2596"/>
                    <a:pt x="2882" y="2561"/>
                    <a:pt x="2941" y="2513"/>
                  </a:cubicBezTo>
                  <a:lnTo>
                    <a:pt x="2941" y="2513"/>
                  </a:lnTo>
                  <a:cubicBezTo>
                    <a:pt x="2894" y="2596"/>
                    <a:pt x="2882" y="2692"/>
                    <a:pt x="2918" y="2787"/>
                  </a:cubicBezTo>
                  <a:lnTo>
                    <a:pt x="3334" y="4204"/>
                  </a:lnTo>
                  <a:cubicBezTo>
                    <a:pt x="3375" y="4362"/>
                    <a:pt x="3511" y="4442"/>
                    <a:pt x="3650" y="4442"/>
                  </a:cubicBezTo>
                  <a:cubicBezTo>
                    <a:pt x="3793" y="4442"/>
                    <a:pt x="3941" y="4356"/>
                    <a:pt x="3989" y="4180"/>
                  </a:cubicBezTo>
                  <a:lnTo>
                    <a:pt x="4132" y="3585"/>
                  </a:lnTo>
                  <a:lnTo>
                    <a:pt x="4727" y="3442"/>
                  </a:lnTo>
                  <a:cubicBezTo>
                    <a:pt x="5061" y="3358"/>
                    <a:pt x="5061" y="2894"/>
                    <a:pt x="4727" y="2787"/>
                  </a:cubicBezTo>
                  <a:lnTo>
                    <a:pt x="3322" y="2370"/>
                  </a:lnTo>
                  <a:cubicBezTo>
                    <a:pt x="3290" y="2363"/>
                    <a:pt x="3256" y="2359"/>
                    <a:pt x="3223" y="2359"/>
                  </a:cubicBezTo>
                  <a:cubicBezTo>
                    <a:pt x="3147" y="2359"/>
                    <a:pt x="3075" y="2380"/>
                    <a:pt x="3025" y="2430"/>
                  </a:cubicBezTo>
                  <a:cubicBezTo>
                    <a:pt x="3096" y="2299"/>
                    <a:pt x="3049" y="2334"/>
                    <a:pt x="3060" y="334"/>
                  </a:cubicBezTo>
                  <a:cubicBezTo>
                    <a:pt x="3060" y="287"/>
                    <a:pt x="3060" y="251"/>
                    <a:pt x="3049" y="215"/>
                  </a:cubicBezTo>
                  <a:cubicBezTo>
                    <a:pt x="3049" y="179"/>
                    <a:pt x="3037" y="156"/>
                    <a:pt x="3025" y="132"/>
                  </a:cubicBezTo>
                  <a:cubicBezTo>
                    <a:pt x="3001" y="120"/>
                    <a:pt x="2989" y="108"/>
                    <a:pt x="2977" y="108"/>
                  </a:cubicBezTo>
                  <a:cubicBezTo>
                    <a:pt x="2918" y="48"/>
                    <a:pt x="2822" y="1"/>
                    <a:pt x="2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8"/>
            <p:cNvSpPr/>
            <p:nvPr/>
          </p:nvSpPr>
          <p:spPr>
            <a:xfrm>
              <a:off x="1354943" y="1540049"/>
              <a:ext cx="124230" cy="148847"/>
            </a:xfrm>
            <a:custGeom>
              <a:avLst/>
              <a:gdLst/>
              <a:ahLst/>
              <a:cxnLst/>
              <a:rect l="l" t="t" r="r" b="b"/>
              <a:pathLst>
                <a:path w="3906" h="4680" extrusionOk="0">
                  <a:moveTo>
                    <a:pt x="1834" y="0"/>
                  </a:moveTo>
                  <a:cubicBezTo>
                    <a:pt x="1489" y="0"/>
                    <a:pt x="1179" y="227"/>
                    <a:pt x="1072" y="548"/>
                  </a:cubicBezTo>
                  <a:cubicBezTo>
                    <a:pt x="0" y="3929"/>
                    <a:pt x="24" y="3751"/>
                    <a:pt x="24" y="3941"/>
                  </a:cubicBezTo>
                  <a:cubicBezTo>
                    <a:pt x="24" y="4346"/>
                    <a:pt x="346" y="4680"/>
                    <a:pt x="750" y="4680"/>
                  </a:cubicBezTo>
                  <a:cubicBezTo>
                    <a:pt x="1060" y="4680"/>
                    <a:pt x="1346" y="4477"/>
                    <a:pt x="1429" y="4168"/>
                  </a:cubicBezTo>
                  <a:lnTo>
                    <a:pt x="1524" y="3882"/>
                  </a:lnTo>
                  <a:cubicBezTo>
                    <a:pt x="1572" y="3739"/>
                    <a:pt x="1703" y="3644"/>
                    <a:pt x="1846" y="3644"/>
                  </a:cubicBezTo>
                  <a:lnTo>
                    <a:pt x="2024" y="3644"/>
                  </a:lnTo>
                  <a:cubicBezTo>
                    <a:pt x="2179" y="3644"/>
                    <a:pt x="2310" y="3739"/>
                    <a:pt x="2358" y="3882"/>
                  </a:cubicBezTo>
                  <a:lnTo>
                    <a:pt x="2441" y="4168"/>
                  </a:lnTo>
                  <a:cubicBezTo>
                    <a:pt x="2548" y="4465"/>
                    <a:pt x="2822" y="4680"/>
                    <a:pt x="3132" y="4680"/>
                  </a:cubicBezTo>
                  <a:cubicBezTo>
                    <a:pt x="3536" y="4680"/>
                    <a:pt x="3858" y="4346"/>
                    <a:pt x="3858" y="3941"/>
                  </a:cubicBezTo>
                  <a:cubicBezTo>
                    <a:pt x="3906" y="3751"/>
                    <a:pt x="3858" y="3739"/>
                    <a:pt x="3489" y="2501"/>
                  </a:cubicBezTo>
                  <a:cubicBezTo>
                    <a:pt x="3470" y="2424"/>
                    <a:pt x="3405" y="2386"/>
                    <a:pt x="3337" y="2386"/>
                  </a:cubicBezTo>
                  <a:cubicBezTo>
                    <a:pt x="3320" y="2386"/>
                    <a:pt x="3303" y="2389"/>
                    <a:pt x="3286" y="2394"/>
                  </a:cubicBezTo>
                  <a:cubicBezTo>
                    <a:pt x="3191" y="2429"/>
                    <a:pt x="3144" y="2513"/>
                    <a:pt x="3179" y="2608"/>
                  </a:cubicBezTo>
                  <a:cubicBezTo>
                    <a:pt x="3584" y="3882"/>
                    <a:pt x="3596" y="3834"/>
                    <a:pt x="3596" y="3941"/>
                  </a:cubicBezTo>
                  <a:cubicBezTo>
                    <a:pt x="3596" y="4168"/>
                    <a:pt x="3417" y="4334"/>
                    <a:pt x="3203" y="4334"/>
                  </a:cubicBezTo>
                  <a:cubicBezTo>
                    <a:pt x="3048" y="4334"/>
                    <a:pt x="2894" y="4227"/>
                    <a:pt x="2834" y="4060"/>
                  </a:cubicBezTo>
                  <a:lnTo>
                    <a:pt x="2751" y="3787"/>
                  </a:lnTo>
                  <a:cubicBezTo>
                    <a:pt x="2655" y="3501"/>
                    <a:pt x="2393" y="3310"/>
                    <a:pt x="2096" y="3310"/>
                  </a:cubicBezTo>
                  <a:lnTo>
                    <a:pt x="1882" y="3310"/>
                  </a:lnTo>
                  <a:cubicBezTo>
                    <a:pt x="1584" y="3310"/>
                    <a:pt x="1334" y="3501"/>
                    <a:pt x="1227" y="3787"/>
                  </a:cubicBezTo>
                  <a:lnTo>
                    <a:pt x="1143" y="4084"/>
                  </a:lnTo>
                  <a:cubicBezTo>
                    <a:pt x="1084" y="4239"/>
                    <a:pt x="929" y="4346"/>
                    <a:pt x="762" y="4346"/>
                  </a:cubicBezTo>
                  <a:cubicBezTo>
                    <a:pt x="500" y="4346"/>
                    <a:pt x="298" y="4096"/>
                    <a:pt x="393" y="3822"/>
                  </a:cubicBezTo>
                  <a:lnTo>
                    <a:pt x="1417" y="655"/>
                  </a:lnTo>
                  <a:cubicBezTo>
                    <a:pt x="1477" y="465"/>
                    <a:pt x="1655" y="346"/>
                    <a:pt x="1846" y="346"/>
                  </a:cubicBezTo>
                  <a:lnTo>
                    <a:pt x="2084" y="346"/>
                  </a:lnTo>
                  <a:cubicBezTo>
                    <a:pt x="2286" y="346"/>
                    <a:pt x="2465" y="477"/>
                    <a:pt x="2524" y="655"/>
                  </a:cubicBezTo>
                  <a:lnTo>
                    <a:pt x="2941" y="1965"/>
                  </a:lnTo>
                  <a:cubicBezTo>
                    <a:pt x="2960" y="2041"/>
                    <a:pt x="3025" y="2079"/>
                    <a:pt x="3093" y="2079"/>
                  </a:cubicBezTo>
                  <a:cubicBezTo>
                    <a:pt x="3110" y="2079"/>
                    <a:pt x="3127" y="2077"/>
                    <a:pt x="3144" y="2072"/>
                  </a:cubicBezTo>
                  <a:cubicBezTo>
                    <a:pt x="3239" y="2036"/>
                    <a:pt x="3275" y="1953"/>
                    <a:pt x="3251" y="1858"/>
                  </a:cubicBezTo>
                  <a:lnTo>
                    <a:pt x="2834" y="548"/>
                  </a:lnTo>
                  <a:cubicBezTo>
                    <a:pt x="2727" y="227"/>
                    <a:pt x="2417" y="0"/>
                    <a:pt x="2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8"/>
            <p:cNvSpPr/>
            <p:nvPr/>
          </p:nvSpPr>
          <p:spPr>
            <a:xfrm>
              <a:off x="1399629" y="1581714"/>
              <a:ext cx="37148" cy="52669"/>
            </a:xfrm>
            <a:custGeom>
              <a:avLst/>
              <a:gdLst/>
              <a:ahLst/>
              <a:cxnLst/>
              <a:rect l="l" t="t" r="r" b="b"/>
              <a:pathLst>
                <a:path w="1168" h="1656" extrusionOk="0">
                  <a:moveTo>
                    <a:pt x="596" y="738"/>
                  </a:moveTo>
                  <a:lnTo>
                    <a:pt x="774" y="1310"/>
                  </a:lnTo>
                  <a:lnTo>
                    <a:pt x="417" y="1310"/>
                  </a:lnTo>
                  <a:lnTo>
                    <a:pt x="596" y="738"/>
                  </a:lnTo>
                  <a:close/>
                  <a:moveTo>
                    <a:pt x="584" y="0"/>
                  </a:moveTo>
                  <a:cubicBezTo>
                    <a:pt x="512" y="0"/>
                    <a:pt x="453" y="48"/>
                    <a:pt x="417" y="119"/>
                  </a:cubicBezTo>
                  <a:lnTo>
                    <a:pt x="36" y="1429"/>
                  </a:lnTo>
                  <a:cubicBezTo>
                    <a:pt x="0" y="1536"/>
                    <a:pt x="72" y="1655"/>
                    <a:pt x="191" y="1655"/>
                  </a:cubicBezTo>
                  <a:lnTo>
                    <a:pt x="1000" y="1655"/>
                  </a:lnTo>
                  <a:cubicBezTo>
                    <a:pt x="1060" y="1655"/>
                    <a:pt x="1108" y="1619"/>
                    <a:pt x="1131" y="1584"/>
                  </a:cubicBezTo>
                  <a:cubicBezTo>
                    <a:pt x="1167" y="1536"/>
                    <a:pt x="1167" y="1488"/>
                    <a:pt x="1143" y="1429"/>
                  </a:cubicBezTo>
                  <a:lnTo>
                    <a:pt x="750" y="119"/>
                  </a:lnTo>
                  <a:cubicBezTo>
                    <a:pt x="727" y="48"/>
                    <a:pt x="655" y="0"/>
                    <a:pt x="5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48"/>
          <p:cNvGrpSpPr/>
          <p:nvPr/>
        </p:nvGrpSpPr>
        <p:grpSpPr>
          <a:xfrm>
            <a:off x="6722937" y="3210827"/>
            <a:ext cx="382519" cy="350682"/>
            <a:chOff x="2903337" y="4279032"/>
            <a:chExt cx="382519" cy="350682"/>
          </a:xfrm>
        </p:grpSpPr>
        <p:sp>
          <p:nvSpPr>
            <p:cNvPr id="1161" name="Google Shape;1161;p48"/>
            <p:cNvSpPr/>
            <p:nvPr/>
          </p:nvSpPr>
          <p:spPr>
            <a:xfrm>
              <a:off x="2966979" y="4320570"/>
              <a:ext cx="202248" cy="184183"/>
            </a:xfrm>
            <a:custGeom>
              <a:avLst/>
              <a:gdLst/>
              <a:ahLst/>
              <a:cxnLst/>
              <a:rect l="l" t="t" r="r" b="b"/>
              <a:pathLst>
                <a:path w="6359" h="5791" extrusionOk="0">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8"/>
            <p:cNvSpPr/>
            <p:nvPr/>
          </p:nvSpPr>
          <p:spPr>
            <a:xfrm>
              <a:off x="2903337" y="4279032"/>
              <a:ext cx="382519" cy="350682"/>
            </a:xfrm>
            <a:custGeom>
              <a:avLst/>
              <a:gdLst/>
              <a:ahLst/>
              <a:cxnLst/>
              <a:rect l="l" t="t" r="r" b="b"/>
              <a:pathLst>
                <a:path w="12027" h="11026" extrusionOk="0">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8"/>
            <p:cNvSpPr/>
            <p:nvPr/>
          </p:nvSpPr>
          <p:spPr>
            <a:xfrm>
              <a:off x="2937814" y="4300215"/>
              <a:ext cx="11768" cy="11418"/>
            </a:xfrm>
            <a:custGeom>
              <a:avLst/>
              <a:gdLst/>
              <a:ahLst/>
              <a:cxnLst/>
              <a:rect l="l" t="t" r="r" b="b"/>
              <a:pathLst>
                <a:path w="370" h="359" extrusionOk="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8"/>
            <p:cNvSpPr/>
            <p:nvPr/>
          </p:nvSpPr>
          <p:spPr>
            <a:xfrm>
              <a:off x="2952572" y="4300215"/>
              <a:ext cx="11386" cy="11418"/>
            </a:xfrm>
            <a:custGeom>
              <a:avLst/>
              <a:gdLst/>
              <a:ahLst/>
              <a:cxnLst/>
              <a:rect l="l" t="t" r="r" b="b"/>
              <a:pathLst>
                <a:path w="358" h="359" extrusionOk="0">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8"/>
            <p:cNvSpPr/>
            <p:nvPr/>
          </p:nvSpPr>
          <p:spPr>
            <a:xfrm>
              <a:off x="2967361" y="4300215"/>
              <a:ext cx="11386" cy="11418"/>
            </a:xfrm>
            <a:custGeom>
              <a:avLst/>
              <a:gdLst/>
              <a:ahLst/>
              <a:cxnLst/>
              <a:rect l="l" t="t" r="r" b="b"/>
              <a:pathLst>
                <a:path w="358" h="359" extrusionOk="0">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8"/>
            <p:cNvSpPr/>
            <p:nvPr/>
          </p:nvSpPr>
          <p:spPr>
            <a:xfrm>
              <a:off x="3016563" y="4424063"/>
              <a:ext cx="11418" cy="11386"/>
            </a:xfrm>
            <a:custGeom>
              <a:avLst/>
              <a:gdLst/>
              <a:ahLst/>
              <a:cxnLst/>
              <a:rect l="l" t="t" r="r" b="b"/>
              <a:pathLst>
                <a:path w="359" h="358" extrusionOk="0">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8"/>
            <p:cNvSpPr/>
            <p:nvPr/>
          </p:nvSpPr>
          <p:spPr>
            <a:xfrm>
              <a:off x="3016563" y="4442606"/>
              <a:ext cx="11418" cy="11386"/>
            </a:xfrm>
            <a:custGeom>
              <a:avLst/>
              <a:gdLst/>
              <a:ahLst/>
              <a:cxnLst/>
              <a:rect l="l" t="t" r="r" b="b"/>
              <a:pathLst>
                <a:path w="359" h="358" extrusionOk="0">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8"/>
            <p:cNvSpPr/>
            <p:nvPr/>
          </p:nvSpPr>
          <p:spPr>
            <a:xfrm>
              <a:off x="3032498" y="4424063"/>
              <a:ext cx="11768" cy="11386"/>
            </a:xfrm>
            <a:custGeom>
              <a:avLst/>
              <a:gdLst/>
              <a:ahLst/>
              <a:cxnLst/>
              <a:rect l="l" t="t" r="r" b="b"/>
              <a:pathLst>
                <a:path w="370" h="358" extrusionOk="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8"/>
            <p:cNvSpPr/>
            <p:nvPr/>
          </p:nvSpPr>
          <p:spPr>
            <a:xfrm>
              <a:off x="3032498" y="4442606"/>
              <a:ext cx="11768" cy="11386"/>
            </a:xfrm>
            <a:custGeom>
              <a:avLst/>
              <a:gdLst/>
              <a:ahLst/>
              <a:cxnLst/>
              <a:rect l="l" t="t" r="r" b="b"/>
              <a:pathLst>
                <a:path w="370" h="358" extrusionOk="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8"/>
            <p:cNvSpPr/>
            <p:nvPr/>
          </p:nvSpPr>
          <p:spPr>
            <a:xfrm>
              <a:off x="3016213" y="4357527"/>
              <a:ext cx="112494" cy="111636"/>
            </a:xfrm>
            <a:custGeom>
              <a:avLst/>
              <a:gdLst/>
              <a:ahLst/>
              <a:cxnLst/>
              <a:rect l="l" t="t" r="r" b="b"/>
              <a:pathLst>
                <a:path w="3537" h="3510" extrusionOk="0">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8"/>
            <p:cNvSpPr/>
            <p:nvPr/>
          </p:nvSpPr>
          <p:spPr>
            <a:xfrm>
              <a:off x="2937051" y="4499791"/>
              <a:ext cx="14439" cy="11386"/>
            </a:xfrm>
            <a:custGeom>
              <a:avLst/>
              <a:gdLst/>
              <a:ahLst/>
              <a:cxnLst/>
              <a:rect l="l" t="t" r="r" b="b"/>
              <a:pathLst>
                <a:path w="454" h="358" extrusionOk="0">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8"/>
            <p:cNvSpPr/>
            <p:nvPr/>
          </p:nvSpPr>
          <p:spPr>
            <a:xfrm>
              <a:off x="2953717" y="4499791"/>
              <a:ext cx="30310" cy="11386"/>
            </a:xfrm>
            <a:custGeom>
              <a:avLst/>
              <a:gdLst/>
              <a:ahLst/>
              <a:cxnLst/>
              <a:rect l="l" t="t" r="r" b="b"/>
              <a:pathLst>
                <a:path w="953" h="358" extrusionOk="0">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8"/>
            <p:cNvSpPr/>
            <p:nvPr/>
          </p:nvSpPr>
          <p:spPr>
            <a:xfrm>
              <a:off x="2937051" y="4514930"/>
              <a:ext cx="46976" cy="11386"/>
            </a:xfrm>
            <a:custGeom>
              <a:avLst/>
              <a:gdLst/>
              <a:ahLst/>
              <a:cxnLst/>
              <a:rect l="l" t="t" r="r" b="b"/>
              <a:pathLst>
                <a:path w="1477" h="358" extrusionOk="0">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8"/>
            <p:cNvSpPr/>
            <p:nvPr/>
          </p:nvSpPr>
          <p:spPr>
            <a:xfrm>
              <a:off x="2937051" y="4529719"/>
              <a:ext cx="46976" cy="11386"/>
            </a:xfrm>
            <a:custGeom>
              <a:avLst/>
              <a:gdLst/>
              <a:ahLst/>
              <a:cxnLst/>
              <a:rect l="l" t="t" r="r" b="b"/>
              <a:pathLst>
                <a:path w="1477" h="358" extrusionOk="0">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8"/>
            <p:cNvSpPr/>
            <p:nvPr/>
          </p:nvSpPr>
          <p:spPr>
            <a:xfrm>
              <a:off x="3213881" y="4343787"/>
              <a:ext cx="11386" cy="126488"/>
            </a:xfrm>
            <a:custGeom>
              <a:avLst/>
              <a:gdLst/>
              <a:ahLst/>
              <a:cxnLst/>
              <a:rect l="l" t="t" r="r" b="b"/>
              <a:pathLst>
                <a:path w="358" h="3977" extrusionOk="0">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9"/>
        <p:cNvGrpSpPr/>
        <p:nvPr/>
      </p:nvGrpSpPr>
      <p:grpSpPr>
        <a:xfrm>
          <a:off x="0" y="0"/>
          <a:ext cx="0" cy="0"/>
          <a:chOff x="0" y="0"/>
          <a:chExt cx="0" cy="0"/>
        </a:xfrm>
      </p:grpSpPr>
      <p:sp>
        <p:nvSpPr>
          <p:cNvPr id="1180" name="Google Shape;1180;p49"/>
          <p:cNvSpPr/>
          <p:nvPr/>
        </p:nvSpPr>
        <p:spPr>
          <a:xfrm>
            <a:off x="3365550" y="3583138"/>
            <a:ext cx="2412900" cy="932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1" name="Google Shape;1181;p49"/>
          <p:cNvSpPr/>
          <p:nvPr/>
        </p:nvSpPr>
        <p:spPr>
          <a:xfrm>
            <a:off x="6004875" y="3583138"/>
            <a:ext cx="2412900" cy="932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2" name="Google Shape;1182;p49"/>
          <p:cNvSpPr/>
          <p:nvPr/>
        </p:nvSpPr>
        <p:spPr>
          <a:xfrm>
            <a:off x="726225" y="3583150"/>
            <a:ext cx="2412900" cy="9321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3" name="Google Shape;1183;p49"/>
          <p:cNvSpPr txBox="1">
            <a:spLocks noGrp="1"/>
          </p:cNvSpPr>
          <p:nvPr>
            <p:ph type="title"/>
          </p:nvPr>
        </p:nvSpPr>
        <p:spPr>
          <a:xfrm>
            <a:off x="3399150" y="3613607"/>
            <a:ext cx="2345700" cy="58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$20,000</a:t>
            </a:r>
            <a:endParaRPr/>
          </a:p>
        </p:txBody>
      </p:sp>
      <p:sp>
        <p:nvSpPr>
          <p:cNvPr id="1184" name="Google Shape;1184;p49"/>
          <p:cNvSpPr txBox="1">
            <a:spLocks noGrp="1"/>
          </p:cNvSpPr>
          <p:nvPr>
            <p:ph type="subTitle" idx="1"/>
          </p:nvPr>
        </p:nvSpPr>
        <p:spPr>
          <a:xfrm>
            <a:off x="3399150" y="4081403"/>
            <a:ext cx="23457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Expected income in 2021</a:t>
            </a:r>
            <a:endParaRPr/>
          </a:p>
        </p:txBody>
      </p:sp>
      <p:sp>
        <p:nvSpPr>
          <p:cNvPr id="1185" name="Google Shape;1185;p49"/>
          <p:cNvSpPr txBox="1">
            <a:spLocks noGrp="1"/>
          </p:cNvSpPr>
          <p:nvPr>
            <p:ph type="title" idx="2"/>
          </p:nvPr>
        </p:nvSpPr>
        <p:spPr>
          <a:xfrm>
            <a:off x="6036825" y="3612899"/>
            <a:ext cx="2349000" cy="58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100</a:t>
            </a:r>
            <a:endParaRPr/>
          </a:p>
        </p:txBody>
      </p:sp>
      <p:sp>
        <p:nvSpPr>
          <p:cNvPr id="1186" name="Google Shape;1186;p49"/>
          <p:cNvSpPr txBox="1">
            <a:spLocks noGrp="1"/>
          </p:cNvSpPr>
          <p:nvPr>
            <p:ph type="subTitle" idx="3"/>
          </p:nvPr>
        </p:nvSpPr>
        <p:spPr>
          <a:xfrm>
            <a:off x="6036825" y="4079528"/>
            <a:ext cx="23490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New employees next year</a:t>
            </a:r>
            <a:endParaRPr/>
          </a:p>
        </p:txBody>
      </p:sp>
      <p:sp>
        <p:nvSpPr>
          <p:cNvPr id="1187" name="Google Shape;1187;p49"/>
          <p:cNvSpPr txBox="1">
            <a:spLocks noGrp="1"/>
          </p:cNvSpPr>
          <p:nvPr>
            <p:ph type="title" idx="4"/>
          </p:nvPr>
        </p:nvSpPr>
        <p:spPr>
          <a:xfrm>
            <a:off x="759825" y="3616439"/>
            <a:ext cx="2345700" cy="58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2,890</a:t>
            </a:r>
            <a:endParaRPr/>
          </a:p>
        </p:txBody>
      </p:sp>
      <p:sp>
        <p:nvSpPr>
          <p:cNvPr id="1188" name="Google Shape;1188;p49"/>
          <p:cNvSpPr txBox="1">
            <a:spLocks noGrp="1"/>
          </p:cNvSpPr>
          <p:nvPr>
            <p:ph type="subTitle" idx="5"/>
          </p:nvPr>
        </p:nvSpPr>
        <p:spPr>
          <a:xfrm>
            <a:off x="759825" y="4081304"/>
            <a:ext cx="23457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New clients next year</a:t>
            </a:r>
            <a:endParaRPr/>
          </a:p>
        </p:txBody>
      </p:sp>
      <p:sp>
        <p:nvSpPr>
          <p:cNvPr id="1189" name="Google Shape;1189;p49"/>
          <p:cNvSpPr txBox="1">
            <a:spLocks noGrp="1"/>
          </p:cNvSpPr>
          <p:nvPr>
            <p:ph type="title" idx="6"/>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PREDICTED </a:t>
            </a:r>
            <a:r>
              <a:rPr lang="en"/>
              <a:t>RESULTS</a:t>
            </a:r>
            <a:endParaRPr/>
          </a:p>
        </p:txBody>
      </p:sp>
      <p:pic>
        <p:nvPicPr>
          <p:cNvPr id="1190" name="Google Shape;1190;p49" title="Chart">
            <a:hlinkClick r:id="rId3"/>
          </p:cNvPr>
          <p:cNvPicPr preferRelativeResize="0"/>
          <p:nvPr/>
        </p:nvPicPr>
        <p:blipFill>
          <a:blip r:embed="rId4">
            <a:alphaModFix/>
          </a:blip>
          <a:stretch>
            <a:fillRect/>
          </a:stretch>
        </p:blipFill>
        <p:spPr>
          <a:xfrm>
            <a:off x="726225" y="1079531"/>
            <a:ext cx="5503348" cy="2216875"/>
          </a:xfrm>
          <a:prstGeom prst="rect">
            <a:avLst/>
          </a:prstGeom>
          <a:noFill/>
          <a:ln>
            <a:noFill/>
          </a:ln>
        </p:spPr>
      </p:pic>
      <p:sp>
        <p:nvSpPr>
          <p:cNvPr id="1191" name="Google Shape;1191;p49"/>
          <p:cNvSpPr txBox="1"/>
          <p:nvPr/>
        </p:nvSpPr>
        <p:spPr>
          <a:xfrm>
            <a:off x="6455825" y="1608063"/>
            <a:ext cx="1962000" cy="115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200">
                <a:solidFill>
                  <a:schemeClr val="dk1"/>
                </a:solidFill>
                <a:latin typeface="Red Hat Display"/>
                <a:ea typeface="Red Hat Display"/>
                <a:cs typeface="Red Hat Display"/>
                <a:sym typeface="Red Hat Display"/>
              </a:rPr>
              <a:t>Follow the link in the graph to modify its data and then paste the new one here. </a:t>
            </a:r>
            <a:r>
              <a:rPr lang="en" sz="1200" b="1">
                <a:solidFill>
                  <a:schemeClr val="dk1"/>
                </a:solidFill>
                <a:uFill>
                  <a:noFill/>
                </a:uFill>
                <a:latin typeface="Red Hat Display"/>
                <a:ea typeface="Red Hat Display"/>
                <a:cs typeface="Red Hat Display"/>
                <a:sym typeface="Red Hat Display"/>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Red Hat Display"/>
              <a:ea typeface="Red Hat Display"/>
              <a:cs typeface="Red Hat Display"/>
              <a:sym typeface="Red Hat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50"/>
          <p:cNvSpPr txBox="1">
            <a:spLocks noGrp="1"/>
          </p:cNvSpPr>
          <p:nvPr>
            <p:ph type="title"/>
          </p:nvPr>
        </p:nvSpPr>
        <p:spPr>
          <a:xfrm>
            <a:off x="3507800" y="441350"/>
            <a:ext cx="500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latin typeface="Encode Sans"/>
                <a:ea typeface="Encode Sans"/>
                <a:cs typeface="Encode Sans"/>
                <a:sym typeface="Encode Sans"/>
              </a:rPr>
              <a:t>PROJECT </a:t>
            </a:r>
            <a:r>
              <a:rPr lang="en"/>
              <a:t>BLUEPRINT</a:t>
            </a:r>
            <a:endParaRPr/>
          </a:p>
        </p:txBody>
      </p:sp>
      <p:grpSp>
        <p:nvGrpSpPr>
          <p:cNvPr id="1197" name="Google Shape;1197;p50"/>
          <p:cNvGrpSpPr/>
          <p:nvPr/>
        </p:nvGrpSpPr>
        <p:grpSpPr>
          <a:xfrm>
            <a:off x="2946512" y="1981178"/>
            <a:ext cx="3250976" cy="2005917"/>
            <a:chOff x="1442425" y="1375375"/>
            <a:chExt cx="4944450" cy="3050825"/>
          </a:xfrm>
        </p:grpSpPr>
        <p:sp>
          <p:nvSpPr>
            <p:cNvPr id="1198" name="Google Shape;1198;p50"/>
            <p:cNvSpPr/>
            <p:nvPr/>
          </p:nvSpPr>
          <p:spPr>
            <a:xfrm>
              <a:off x="1442425" y="1721650"/>
              <a:ext cx="3686425" cy="2704550"/>
            </a:xfrm>
            <a:custGeom>
              <a:avLst/>
              <a:gdLst/>
              <a:ahLst/>
              <a:cxnLst/>
              <a:rect l="l" t="t" r="r" b="b"/>
              <a:pathLst>
                <a:path w="147457" h="108182" extrusionOk="0">
                  <a:moveTo>
                    <a:pt x="41599" y="571"/>
                  </a:moveTo>
                  <a:cubicBezTo>
                    <a:pt x="43440" y="571"/>
                    <a:pt x="45588" y="921"/>
                    <a:pt x="47911" y="1579"/>
                  </a:cubicBezTo>
                  <a:cubicBezTo>
                    <a:pt x="54617" y="3464"/>
                    <a:pt x="127074" y="19726"/>
                    <a:pt x="127863" y="19857"/>
                  </a:cubicBezTo>
                  <a:cubicBezTo>
                    <a:pt x="127994" y="19901"/>
                    <a:pt x="143599" y="21611"/>
                    <a:pt x="146492" y="37259"/>
                  </a:cubicBezTo>
                  <a:cubicBezTo>
                    <a:pt x="146492" y="37873"/>
                    <a:pt x="146887" y="52031"/>
                    <a:pt x="146492" y="58343"/>
                  </a:cubicBezTo>
                  <a:cubicBezTo>
                    <a:pt x="146317" y="60535"/>
                    <a:pt x="146317" y="62463"/>
                    <a:pt x="146273" y="64173"/>
                  </a:cubicBezTo>
                  <a:cubicBezTo>
                    <a:pt x="146229" y="67592"/>
                    <a:pt x="146185" y="70309"/>
                    <a:pt x="145309" y="73246"/>
                  </a:cubicBezTo>
                  <a:cubicBezTo>
                    <a:pt x="143994" y="77717"/>
                    <a:pt x="137550" y="85169"/>
                    <a:pt x="134482" y="88719"/>
                  </a:cubicBezTo>
                  <a:cubicBezTo>
                    <a:pt x="131633" y="92007"/>
                    <a:pt x="124575" y="99984"/>
                    <a:pt x="122471" y="102351"/>
                  </a:cubicBezTo>
                  <a:lnTo>
                    <a:pt x="122384" y="102439"/>
                  </a:lnTo>
                  <a:cubicBezTo>
                    <a:pt x="122384" y="102483"/>
                    <a:pt x="118088" y="107568"/>
                    <a:pt x="110110" y="107568"/>
                  </a:cubicBezTo>
                  <a:cubicBezTo>
                    <a:pt x="108313" y="107568"/>
                    <a:pt x="106385" y="107305"/>
                    <a:pt x="104500" y="106779"/>
                  </a:cubicBezTo>
                  <a:cubicBezTo>
                    <a:pt x="92840" y="103491"/>
                    <a:pt x="16438" y="75526"/>
                    <a:pt x="15649" y="75263"/>
                  </a:cubicBezTo>
                  <a:cubicBezTo>
                    <a:pt x="15299" y="75000"/>
                    <a:pt x="6664" y="69477"/>
                    <a:pt x="4998" y="58737"/>
                  </a:cubicBezTo>
                  <a:cubicBezTo>
                    <a:pt x="2894" y="45061"/>
                    <a:pt x="615" y="28273"/>
                    <a:pt x="1842" y="19638"/>
                  </a:cubicBezTo>
                  <a:cubicBezTo>
                    <a:pt x="3113" y="10784"/>
                    <a:pt x="12932" y="8154"/>
                    <a:pt x="16132" y="7277"/>
                  </a:cubicBezTo>
                  <a:lnTo>
                    <a:pt x="16351" y="7233"/>
                  </a:lnTo>
                  <a:cubicBezTo>
                    <a:pt x="18762" y="6576"/>
                    <a:pt x="30903" y="3157"/>
                    <a:pt x="37917" y="1228"/>
                  </a:cubicBezTo>
                  <a:lnTo>
                    <a:pt x="38443" y="1053"/>
                  </a:lnTo>
                  <a:cubicBezTo>
                    <a:pt x="38487" y="1053"/>
                    <a:pt x="39451" y="571"/>
                    <a:pt x="41599" y="571"/>
                  </a:cubicBezTo>
                  <a:close/>
                  <a:moveTo>
                    <a:pt x="41599" y="1"/>
                  </a:moveTo>
                  <a:cubicBezTo>
                    <a:pt x="39495" y="1"/>
                    <a:pt x="38443" y="439"/>
                    <a:pt x="38224" y="527"/>
                  </a:cubicBezTo>
                  <a:lnTo>
                    <a:pt x="37303" y="790"/>
                  </a:lnTo>
                  <a:cubicBezTo>
                    <a:pt x="25074" y="4209"/>
                    <a:pt x="17973" y="6181"/>
                    <a:pt x="16219" y="6664"/>
                  </a:cubicBezTo>
                  <a:lnTo>
                    <a:pt x="16000" y="6707"/>
                  </a:lnTo>
                  <a:cubicBezTo>
                    <a:pt x="12669" y="7628"/>
                    <a:pt x="2587" y="10302"/>
                    <a:pt x="1272" y="19550"/>
                  </a:cubicBezTo>
                  <a:cubicBezTo>
                    <a:pt x="1" y="28273"/>
                    <a:pt x="2280" y="45105"/>
                    <a:pt x="4428" y="58825"/>
                  </a:cubicBezTo>
                  <a:cubicBezTo>
                    <a:pt x="6181" y="70090"/>
                    <a:pt x="15299" y="75701"/>
                    <a:pt x="15430" y="75789"/>
                  </a:cubicBezTo>
                  <a:cubicBezTo>
                    <a:pt x="16219" y="76052"/>
                    <a:pt x="92709" y="104061"/>
                    <a:pt x="104324" y="107305"/>
                  </a:cubicBezTo>
                  <a:cubicBezTo>
                    <a:pt x="106297" y="107874"/>
                    <a:pt x="108226" y="108181"/>
                    <a:pt x="110110" y="108181"/>
                  </a:cubicBezTo>
                  <a:cubicBezTo>
                    <a:pt x="118351" y="108137"/>
                    <a:pt x="122778" y="102877"/>
                    <a:pt x="122866" y="102790"/>
                  </a:cubicBezTo>
                  <a:cubicBezTo>
                    <a:pt x="124356" y="101080"/>
                    <a:pt x="131983" y="92489"/>
                    <a:pt x="134920" y="89070"/>
                  </a:cubicBezTo>
                  <a:cubicBezTo>
                    <a:pt x="138032" y="85476"/>
                    <a:pt x="144520" y="78024"/>
                    <a:pt x="145879" y="73422"/>
                  </a:cubicBezTo>
                  <a:cubicBezTo>
                    <a:pt x="146755" y="70397"/>
                    <a:pt x="146799" y="67679"/>
                    <a:pt x="146843" y="64173"/>
                  </a:cubicBezTo>
                  <a:cubicBezTo>
                    <a:pt x="146887" y="62463"/>
                    <a:pt x="146931" y="60578"/>
                    <a:pt x="147062" y="58387"/>
                  </a:cubicBezTo>
                  <a:cubicBezTo>
                    <a:pt x="147457" y="51943"/>
                    <a:pt x="147062" y="37347"/>
                    <a:pt x="147062" y="37171"/>
                  </a:cubicBezTo>
                  <a:cubicBezTo>
                    <a:pt x="144169" y="21348"/>
                    <a:pt x="128564" y="19375"/>
                    <a:pt x="127907" y="19287"/>
                  </a:cubicBezTo>
                  <a:cubicBezTo>
                    <a:pt x="127205" y="19156"/>
                    <a:pt x="54793" y="2894"/>
                    <a:pt x="48042" y="1009"/>
                  </a:cubicBezTo>
                  <a:cubicBezTo>
                    <a:pt x="45675" y="308"/>
                    <a:pt x="43484" y="1"/>
                    <a:pt x="41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50"/>
            <p:cNvSpPr/>
            <p:nvPr/>
          </p:nvSpPr>
          <p:spPr>
            <a:xfrm>
              <a:off x="2482375" y="1728225"/>
              <a:ext cx="2628950" cy="923825"/>
            </a:xfrm>
            <a:custGeom>
              <a:avLst/>
              <a:gdLst/>
              <a:ahLst/>
              <a:cxnLst/>
              <a:rect l="l" t="t" r="r" b="b"/>
              <a:pathLst>
                <a:path w="105158" h="36953" extrusionOk="0">
                  <a:moveTo>
                    <a:pt x="1" y="1"/>
                  </a:moveTo>
                  <a:cubicBezTo>
                    <a:pt x="702" y="1"/>
                    <a:pt x="1491" y="89"/>
                    <a:pt x="2280" y="176"/>
                  </a:cubicBezTo>
                  <a:cubicBezTo>
                    <a:pt x="1491" y="89"/>
                    <a:pt x="746" y="1"/>
                    <a:pt x="1" y="1"/>
                  </a:cubicBezTo>
                  <a:close/>
                  <a:moveTo>
                    <a:pt x="92144" y="20955"/>
                  </a:moveTo>
                  <a:cubicBezTo>
                    <a:pt x="97009" y="22973"/>
                    <a:pt x="103405" y="27444"/>
                    <a:pt x="105157" y="36952"/>
                  </a:cubicBezTo>
                  <a:cubicBezTo>
                    <a:pt x="103448" y="27444"/>
                    <a:pt x="97009" y="22973"/>
                    <a:pt x="92144" y="209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0"/>
            <p:cNvSpPr/>
            <p:nvPr/>
          </p:nvSpPr>
          <p:spPr>
            <a:xfrm>
              <a:off x="2886750" y="2001100"/>
              <a:ext cx="397800" cy="193975"/>
            </a:xfrm>
            <a:custGeom>
              <a:avLst/>
              <a:gdLst/>
              <a:ahLst/>
              <a:cxnLst/>
              <a:rect l="l" t="t" r="r" b="b"/>
              <a:pathLst>
                <a:path w="15912" h="7759" extrusionOk="0">
                  <a:moveTo>
                    <a:pt x="3726" y="570"/>
                  </a:moveTo>
                  <a:cubicBezTo>
                    <a:pt x="4252" y="570"/>
                    <a:pt x="4866" y="702"/>
                    <a:pt x="5655" y="921"/>
                  </a:cubicBezTo>
                  <a:cubicBezTo>
                    <a:pt x="7978" y="1535"/>
                    <a:pt x="12975" y="2850"/>
                    <a:pt x="14071" y="3156"/>
                  </a:cubicBezTo>
                  <a:cubicBezTo>
                    <a:pt x="14202" y="3156"/>
                    <a:pt x="14246" y="3200"/>
                    <a:pt x="14290" y="3200"/>
                  </a:cubicBezTo>
                  <a:cubicBezTo>
                    <a:pt x="14509" y="3288"/>
                    <a:pt x="15123" y="3507"/>
                    <a:pt x="15211" y="3902"/>
                  </a:cubicBezTo>
                  <a:cubicBezTo>
                    <a:pt x="15298" y="4121"/>
                    <a:pt x="15211" y="4384"/>
                    <a:pt x="14991" y="4647"/>
                  </a:cubicBezTo>
                  <a:cubicBezTo>
                    <a:pt x="14860" y="4778"/>
                    <a:pt x="14115" y="5567"/>
                    <a:pt x="14246" y="6882"/>
                  </a:cubicBezTo>
                  <a:lnTo>
                    <a:pt x="14246" y="6926"/>
                  </a:lnTo>
                  <a:lnTo>
                    <a:pt x="14202" y="6970"/>
                  </a:lnTo>
                  <a:cubicBezTo>
                    <a:pt x="14027" y="7058"/>
                    <a:pt x="13676" y="7189"/>
                    <a:pt x="13282" y="7189"/>
                  </a:cubicBezTo>
                  <a:cubicBezTo>
                    <a:pt x="13107" y="7189"/>
                    <a:pt x="12931" y="7189"/>
                    <a:pt x="12756" y="7145"/>
                  </a:cubicBezTo>
                  <a:cubicBezTo>
                    <a:pt x="11748" y="6882"/>
                    <a:pt x="1096" y="4165"/>
                    <a:pt x="614" y="4077"/>
                  </a:cubicBezTo>
                  <a:lnTo>
                    <a:pt x="570" y="4033"/>
                  </a:lnTo>
                  <a:lnTo>
                    <a:pt x="570" y="2937"/>
                  </a:lnTo>
                  <a:cubicBezTo>
                    <a:pt x="570" y="2893"/>
                    <a:pt x="570" y="2061"/>
                    <a:pt x="1535" y="1403"/>
                  </a:cubicBezTo>
                  <a:cubicBezTo>
                    <a:pt x="2148" y="965"/>
                    <a:pt x="2718" y="570"/>
                    <a:pt x="3726" y="570"/>
                  </a:cubicBezTo>
                  <a:close/>
                  <a:moveTo>
                    <a:pt x="3682" y="0"/>
                  </a:moveTo>
                  <a:cubicBezTo>
                    <a:pt x="2499" y="0"/>
                    <a:pt x="1885" y="439"/>
                    <a:pt x="1140" y="965"/>
                  </a:cubicBezTo>
                  <a:cubicBezTo>
                    <a:pt x="0" y="1754"/>
                    <a:pt x="0" y="2893"/>
                    <a:pt x="0" y="2937"/>
                  </a:cubicBezTo>
                  <a:lnTo>
                    <a:pt x="0" y="4252"/>
                  </a:lnTo>
                  <a:cubicBezTo>
                    <a:pt x="0" y="4428"/>
                    <a:pt x="88" y="4515"/>
                    <a:pt x="220" y="4559"/>
                  </a:cubicBezTo>
                  <a:cubicBezTo>
                    <a:pt x="702" y="4691"/>
                    <a:pt x="11572" y="7452"/>
                    <a:pt x="12624" y="7715"/>
                  </a:cubicBezTo>
                  <a:cubicBezTo>
                    <a:pt x="12844" y="7759"/>
                    <a:pt x="13063" y="7759"/>
                    <a:pt x="13282" y="7759"/>
                  </a:cubicBezTo>
                  <a:cubicBezTo>
                    <a:pt x="14115" y="7759"/>
                    <a:pt x="14685" y="7364"/>
                    <a:pt x="14728" y="7320"/>
                  </a:cubicBezTo>
                  <a:cubicBezTo>
                    <a:pt x="14816" y="7277"/>
                    <a:pt x="14860" y="7145"/>
                    <a:pt x="14860" y="7058"/>
                  </a:cubicBezTo>
                  <a:cubicBezTo>
                    <a:pt x="14641" y="5786"/>
                    <a:pt x="15386" y="5085"/>
                    <a:pt x="15430" y="5041"/>
                  </a:cubicBezTo>
                  <a:cubicBezTo>
                    <a:pt x="15780" y="4603"/>
                    <a:pt x="15912" y="4165"/>
                    <a:pt x="15780" y="3770"/>
                  </a:cubicBezTo>
                  <a:cubicBezTo>
                    <a:pt x="15561" y="2981"/>
                    <a:pt x="14553" y="2674"/>
                    <a:pt x="14465" y="2630"/>
                  </a:cubicBezTo>
                  <a:cubicBezTo>
                    <a:pt x="14465" y="2630"/>
                    <a:pt x="8416" y="1052"/>
                    <a:pt x="5786" y="351"/>
                  </a:cubicBezTo>
                  <a:cubicBezTo>
                    <a:pt x="4954" y="132"/>
                    <a:pt x="4296" y="0"/>
                    <a:pt x="36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50"/>
            <p:cNvSpPr/>
            <p:nvPr/>
          </p:nvSpPr>
          <p:spPr>
            <a:xfrm>
              <a:off x="2895525" y="2033975"/>
              <a:ext cx="20825" cy="30700"/>
            </a:xfrm>
            <a:custGeom>
              <a:avLst/>
              <a:gdLst/>
              <a:ahLst/>
              <a:cxnLst/>
              <a:rect l="l" t="t" r="r" b="b"/>
              <a:pathLst>
                <a:path w="833" h="1228" extrusionOk="0">
                  <a:moveTo>
                    <a:pt x="832" y="1"/>
                  </a:moveTo>
                  <a:lnTo>
                    <a:pt x="832" y="1"/>
                  </a:lnTo>
                  <a:cubicBezTo>
                    <a:pt x="263" y="395"/>
                    <a:pt x="44" y="921"/>
                    <a:pt x="0" y="1228"/>
                  </a:cubicBezTo>
                  <a:cubicBezTo>
                    <a:pt x="88" y="921"/>
                    <a:pt x="263" y="395"/>
                    <a:pt x="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50"/>
            <p:cNvSpPr/>
            <p:nvPr/>
          </p:nvSpPr>
          <p:spPr>
            <a:xfrm>
              <a:off x="2897700" y="2069050"/>
              <a:ext cx="328775" cy="93150"/>
            </a:xfrm>
            <a:custGeom>
              <a:avLst/>
              <a:gdLst/>
              <a:ahLst/>
              <a:cxnLst/>
              <a:rect l="l" t="t" r="r" b="b"/>
              <a:pathLst>
                <a:path w="13151" h="3726" extrusionOk="0">
                  <a:moveTo>
                    <a:pt x="308" y="0"/>
                  </a:moveTo>
                  <a:cubicBezTo>
                    <a:pt x="132" y="0"/>
                    <a:pt x="45" y="88"/>
                    <a:pt x="1" y="219"/>
                  </a:cubicBezTo>
                  <a:cubicBezTo>
                    <a:pt x="1" y="263"/>
                    <a:pt x="1" y="351"/>
                    <a:pt x="45" y="438"/>
                  </a:cubicBezTo>
                  <a:cubicBezTo>
                    <a:pt x="88" y="482"/>
                    <a:pt x="132" y="526"/>
                    <a:pt x="220" y="570"/>
                  </a:cubicBezTo>
                  <a:lnTo>
                    <a:pt x="12756" y="3682"/>
                  </a:lnTo>
                  <a:lnTo>
                    <a:pt x="12844" y="3726"/>
                  </a:lnTo>
                  <a:cubicBezTo>
                    <a:pt x="12975" y="3726"/>
                    <a:pt x="13107" y="3594"/>
                    <a:pt x="13107" y="3463"/>
                  </a:cubicBezTo>
                  <a:cubicBezTo>
                    <a:pt x="13151" y="3331"/>
                    <a:pt x="13063" y="3156"/>
                    <a:pt x="12932" y="3112"/>
                  </a:cubicBezTo>
                  <a:lnTo>
                    <a:pt x="3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50"/>
            <p:cNvSpPr/>
            <p:nvPr/>
          </p:nvSpPr>
          <p:spPr>
            <a:xfrm>
              <a:off x="2897700" y="2069050"/>
              <a:ext cx="328775" cy="93150"/>
            </a:xfrm>
            <a:custGeom>
              <a:avLst/>
              <a:gdLst/>
              <a:ahLst/>
              <a:cxnLst/>
              <a:rect l="l" t="t" r="r" b="b"/>
              <a:pathLst>
                <a:path w="13151" h="3726" extrusionOk="0">
                  <a:moveTo>
                    <a:pt x="308" y="0"/>
                  </a:moveTo>
                  <a:cubicBezTo>
                    <a:pt x="132" y="0"/>
                    <a:pt x="45" y="88"/>
                    <a:pt x="1" y="219"/>
                  </a:cubicBezTo>
                  <a:cubicBezTo>
                    <a:pt x="1" y="263"/>
                    <a:pt x="1" y="351"/>
                    <a:pt x="45" y="438"/>
                  </a:cubicBezTo>
                  <a:cubicBezTo>
                    <a:pt x="88" y="482"/>
                    <a:pt x="132" y="526"/>
                    <a:pt x="220" y="570"/>
                  </a:cubicBezTo>
                  <a:lnTo>
                    <a:pt x="12756" y="3682"/>
                  </a:lnTo>
                  <a:lnTo>
                    <a:pt x="12844" y="3726"/>
                  </a:lnTo>
                  <a:cubicBezTo>
                    <a:pt x="12975" y="3726"/>
                    <a:pt x="13107" y="3594"/>
                    <a:pt x="13107" y="3463"/>
                  </a:cubicBezTo>
                  <a:cubicBezTo>
                    <a:pt x="13151" y="3331"/>
                    <a:pt x="13063" y="3156"/>
                    <a:pt x="12932" y="3112"/>
                  </a:cubicBezTo>
                  <a:lnTo>
                    <a:pt x="3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50"/>
            <p:cNvSpPr/>
            <p:nvPr/>
          </p:nvSpPr>
          <p:spPr>
            <a:xfrm>
              <a:off x="1467650" y="2176425"/>
              <a:ext cx="3055200" cy="2176350"/>
            </a:xfrm>
            <a:custGeom>
              <a:avLst/>
              <a:gdLst/>
              <a:ahLst/>
              <a:cxnLst/>
              <a:rect l="l" t="t" r="r" b="b"/>
              <a:pathLst>
                <a:path w="122208" h="87054" extrusionOk="0">
                  <a:moveTo>
                    <a:pt x="5567" y="1"/>
                  </a:moveTo>
                  <a:cubicBezTo>
                    <a:pt x="3989" y="1"/>
                    <a:pt x="2718" y="307"/>
                    <a:pt x="1797" y="877"/>
                  </a:cubicBezTo>
                  <a:cubicBezTo>
                    <a:pt x="745" y="1535"/>
                    <a:pt x="132" y="2587"/>
                    <a:pt x="0" y="3946"/>
                  </a:cubicBezTo>
                  <a:cubicBezTo>
                    <a:pt x="0" y="4033"/>
                    <a:pt x="0" y="4121"/>
                    <a:pt x="44" y="4165"/>
                  </a:cubicBezTo>
                  <a:cubicBezTo>
                    <a:pt x="132" y="4252"/>
                    <a:pt x="175" y="4252"/>
                    <a:pt x="263" y="4296"/>
                  </a:cubicBezTo>
                  <a:cubicBezTo>
                    <a:pt x="438" y="4296"/>
                    <a:pt x="570" y="4165"/>
                    <a:pt x="570" y="4033"/>
                  </a:cubicBezTo>
                  <a:cubicBezTo>
                    <a:pt x="701" y="2806"/>
                    <a:pt x="1184" y="1929"/>
                    <a:pt x="2104" y="1359"/>
                  </a:cubicBezTo>
                  <a:cubicBezTo>
                    <a:pt x="2937" y="833"/>
                    <a:pt x="4077" y="570"/>
                    <a:pt x="5567" y="570"/>
                  </a:cubicBezTo>
                  <a:cubicBezTo>
                    <a:pt x="8679" y="570"/>
                    <a:pt x="12098" y="1798"/>
                    <a:pt x="12230" y="1842"/>
                  </a:cubicBezTo>
                  <a:lnTo>
                    <a:pt x="103798" y="26958"/>
                  </a:lnTo>
                  <a:cubicBezTo>
                    <a:pt x="103841" y="26958"/>
                    <a:pt x="108049" y="28185"/>
                    <a:pt x="112214" y="31254"/>
                  </a:cubicBezTo>
                  <a:cubicBezTo>
                    <a:pt x="117824" y="35374"/>
                    <a:pt x="120805" y="40722"/>
                    <a:pt x="121024" y="47209"/>
                  </a:cubicBezTo>
                  <a:cubicBezTo>
                    <a:pt x="121550" y="62156"/>
                    <a:pt x="121594" y="77279"/>
                    <a:pt x="115720" y="83371"/>
                  </a:cubicBezTo>
                  <a:cubicBezTo>
                    <a:pt x="113704" y="85475"/>
                    <a:pt x="110855" y="86484"/>
                    <a:pt x="107041" y="86484"/>
                  </a:cubicBezTo>
                  <a:cubicBezTo>
                    <a:pt x="101080" y="86484"/>
                    <a:pt x="93891" y="83941"/>
                    <a:pt x="88149" y="81881"/>
                  </a:cubicBezTo>
                  <a:cubicBezTo>
                    <a:pt x="76884" y="77892"/>
                    <a:pt x="16218" y="56458"/>
                    <a:pt x="16175" y="56458"/>
                  </a:cubicBezTo>
                  <a:cubicBezTo>
                    <a:pt x="16087" y="56414"/>
                    <a:pt x="8197" y="53565"/>
                    <a:pt x="5479" y="45850"/>
                  </a:cubicBezTo>
                  <a:cubicBezTo>
                    <a:pt x="5435" y="45719"/>
                    <a:pt x="5304" y="45631"/>
                    <a:pt x="5216" y="45631"/>
                  </a:cubicBezTo>
                  <a:lnTo>
                    <a:pt x="5085" y="45675"/>
                  </a:lnTo>
                  <a:cubicBezTo>
                    <a:pt x="5041" y="45675"/>
                    <a:pt x="4953" y="45719"/>
                    <a:pt x="4953" y="45806"/>
                  </a:cubicBezTo>
                  <a:cubicBezTo>
                    <a:pt x="4909" y="45894"/>
                    <a:pt x="4909" y="45938"/>
                    <a:pt x="4909" y="46026"/>
                  </a:cubicBezTo>
                  <a:cubicBezTo>
                    <a:pt x="7759" y="54003"/>
                    <a:pt x="15912" y="56984"/>
                    <a:pt x="15999" y="56984"/>
                  </a:cubicBezTo>
                  <a:cubicBezTo>
                    <a:pt x="15999" y="56984"/>
                    <a:pt x="77629" y="78769"/>
                    <a:pt x="87974" y="82451"/>
                  </a:cubicBezTo>
                  <a:cubicBezTo>
                    <a:pt x="93760" y="84511"/>
                    <a:pt x="100992" y="87053"/>
                    <a:pt x="107041" y="87053"/>
                  </a:cubicBezTo>
                  <a:cubicBezTo>
                    <a:pt x="111030" y="87053"/>
                    <a:pt x="114011" y="85958"/>
                    <a:pt x="116159" y="83766"/>
                  </a:cubicBezTo>
                  <a:cubicBezTo>
                    <a:pt x="122208" y="77542"/>
                    <a:pt x="122164" y="62901"/>
                    <a:pt x="121594" y="47165"/>
                  </a:cubicBezTo>
                  <a:cubicBezTo>
                    <a:pt x="121024" y="31385"/>
                    <a:pt x="104148" y="26432"/>
                    <a:pt x="103973" y="26388"/>
                  </a:cubicBezTo>
                  <a:lnTo>
                    <a:pt x="12405" y="1272"/>
                  </a:lnTo>
                  <a:cubicBezTo>
                    <a:pt x="12273" y="1228"/>
                    <a:pt x="8767" y="1"/>
                    <a:pt x="5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50"/>
            <p:cNvSpPr/>
            <p:nvPr/>
          </p:nvSpPr>
          <p:spPr>
            <a:xfrm>
              <a:off x="1609000" y="3353350"/>
              <a:ext cx="2899650" cy="988475"/>
            </a:xfrm>
            <a:custGeom>
              <a:avLst/>
              <a:gdLst/>
              <a:ahLst/>
              <a:cxnLst/>
              <a:rect l="l" t="t" r="r" b="b"/>
              <a:pathLst>
                <a:path w="115986" h="39539" extrusionOk="0">
                  <a:moveTo>
                    <a:pt x="115852" y="7014"/>
                  </a:moveTo>
                  <a:lnTo>
                    <a:pt x="115852" y="7014"/>
                  </a:lnTo>
                  <a:cubicBezTo>
                    <a:pt x="115865" y="7729"/>
                    <a:pt x="115875" y="8440"/>
                    <a:pt x="115882" y="9145"/>
                  </a:cubicBezTo>
                  <a:lnTo>
                    <a:pt x="115882" y="9145"/>
                  </a:lnTo>
                  <a:cubicBezTo>
                    <a:pt x="115876" y="8438"/>
                    <a:pt x="115866" y="7727"/>
                    <a:pt x="115852" y="7014"/>
                  </a:cubicBezTo>
                  <a:close/>
                  <a:moveTo>
                    <a:pt x="1" y="1"/>
                  </a:moveTo>
                  <a:cubicBezTo>
                    <a:pt x="2368" y="5348"/>
                    <a:pt x="7102" y="8110"/>
                    <a:pt x="9293" y="9162"/>
                  </a:cubicBezTo>
                  <a:cubicBezTo>
                    <a:pt x="7102" y="8110"/>
                    <a:pt x="2368" y="5304"/>
                    <a:pt x="1" y="1"/>
                  </a:cubicBezTo>
                  <a:close/>
                  <a:moveTo>
                    <a:pt x="115882" y="9145"/>
                  </a:moveTo>
                  <a:cubicBezTo>
                    <a:pt x="115978" y="20034"/>
                    <a:pt x="115160" y="30023"/>
                    <a:pt x="111250" y="35374"/>
                  </a:cubicBezTo>
                  <a:cubicBezTo>
                    <a:pt x="115207" y="30056"/>
                    <a:pt x="115986" y="20280"/>
                    <a:pt x="115882" y="9145"/>
                  </a:cubicBezTo>
                  <a:close/>
                  <a:moveTo>
                    <a:pt x="109277" y="37390"/>
                  </a:moveTo>
                  <a:cubicBezTo>
                    <a:pt x="107787" y="38530"/>
                    <a:pt x="105902" y="39275"/>
                    <a:pt x="103667" y="39538"/>
                  </a:cubicBezTo>
                  <a:cubicBezTo>
                    <a:pt x="105946" y="39275"/>
                    <a:pt x="107787" y="38574"/>
                    <a:pt x="109277" y="373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0"/>
            <p:cNvSpPr/>
            <p:nvPr/>
          </p:nvSpPr>
          <p:spPr>
            <a:xfrm>
              <a:off x="3241800" y="2156700"/>
              <a:ext cx="1407075" cy="2106225"/>
            </a:xfrm>
            <a:custGeom>
              <a:avLst/>
              <a:gdLst/>
              <a:ahLst/>
              <a:cxnLst/>
              <a:rect l="l" t="t" r="r" b="b"/>
              <a:pathLst>
                <a:path w="56283" h="84249" extrusionOk="0">
                  <a:moveTo>
                    <a:pt x="307" y="1"/>
                  </a:moveTo>
                  <a:cubicBezTo>
                    <a:pt x="176" y="1"/>
                    <a:pt x="88" y="88"/>
                    <a:pt x="44" y="220"/>
                  </a:cubicBezTo>
                  <a:cubicBezTo>
                    <a:pt x="0" y="351"/>
                    <a:pt x="88" y="527"/>
                    <a:pt x="263" y="571"/>
                  </a:cubicBezTo>
                  <a:cubicBezTo>
                    <a:pt x="1052" y="746"/>
                    <a:pt x="1798" y="965"/>
                    <a:pt x="2499" y="1140"/>
                  </a:cubicBezTo>
                  <a:cubicBezTo>
                    <a:pt x="6926" y="2280"/>
                    <a:pt x="10126" y="3069"/>
                    <a:pt x="10257" y="4252"/>
                  </a:cubicBezTo>
                  <a:cubicBezTo>
                    <a:pt x="10433" y="6006"/>
                    <a:pt x="12274" y="6707"/>
                    <a:pt x="12361" y="6707"/>
                  </a:cubicBezTo>
                  <a:cubicBezTo>
                    <a:pt x="12449" y="6751"/>
                    <a:pt x="23276" y="9775"/>
                    <a:pt x="37215" y="13282"/>
                  </a:cubicBezTo>
                  <a:cubicBezTo>
                    <a:pt x="50803" y="16701"/>
                    <a:pt x="53126" y="25994"/>
                    <a:pt x="54354" y="31035"/>
                  </a:cubicBezTo>
                  <a:lnTo>
                    <a:pt x="54441" y="31429"/>
                  </a:lnTo>
                  <a:cubicBezTo>
                    <a:pt x="55274" y="34760"/>
                    <a:pt x="55713" y="45368"/>
                    <a:pt x="55713" y="62945"/>
                  </a:cubicBezTo>
                  <a:cubicBezTo>
                    <a:pt x="55713" y="69213"/>
                    <a:pt x="53784" y="79602"/>
                    <a:pt x="52294" y="81443"/>
                  </a:cubicBezTo>
                  <a:cubicBezTo>
                    <a:pt x="51505" y="82495"/>
                    <a:pt x="51154" y="83240"/>
                    <a:pt x="51285" y="83766"/>
                  </a:cubicBezTo>
                  <a:cubicBezTo>
                    <a:pt x="51373" y="84117"/>
                    <a:pt x="51636" y="84204"/>
                    <a:pt x="51680" y="84248"/>
                  </a:cubicBezTo>
                  <a:lnTo>
                    <a:pt x="51768" y="84248"/>
                  </a:lnTo>
                  <a:cubicBezTo>
                    <a:pt x="51899" y="84248"/>
                    <a:pt x="52031" y="84204"/>
                    <a:pt x="52074" y="84073"/>
                  </a:cubicBezTo>
                  <a:cubicBezTo>
                    <a:pt x="52074" y="84029"/>
                    <a:pt x="52074" y="83941"/>
                    <a:pt x="52074" y="83854"/>
                  </a:cubicBezTo>
                  <a:cubicBezTo>
                    <a:pt x="52031" y="83810"/>
                    <a:pt x="51987" y="83722"/>
                    <a:pt x="51899" y="83722"/>
                  </a:cubicBezTo>
                  <a:cubicBezTo>
                    <a:pt x="51855" y="83678"/>
                    <a:pt x="51811" y="83547"/>
                    <a:pt x="51899" y="83240"/>
                  </a:cubicBezTo>
                  <a:cubicBezTo>
                    <a:pt x="51987" y="82889"/>
                    <a:pt x="52294" y="82407"/>
                    <a:pt x="52732" y="81837"/>
                  </a:cubicBezTo>
                  <a:cubicBezTo>
                    <a:pt x="54441" y="79689"/>
                    <a:pt x="56282" y="68906"/>
                    <a:pt x="56282" y="62945"/>
                  </a:cubicBezTo>
                  <a:cubicBezTo>
                    <a:pt x="56282" y="56370"/>
                    <a:pt x="56282" y="36382"/>
                    <a:pt x="55011" y="31298"/>
                  </a:cubicBezTo>
                  <a:lnTo>
                    <a:pt x="54924" y="30859"/>
                  </a:lnTo>
                  <a:cubicBezTo>
                    <a:pt x="53652" y="25731"/>
                    <a:pt x="51285" y="16219"/>
                    <a:pt x="37346" y="12712"/>
                  </a:cubicBezTo>
                  <a:cubicBezTo>
                    <a:pt x="25205" y="9644"/>
                    <a:pt x="15386" y="6970"/>
                    <a:pt x="12668" y="6225"/>
                  </a:cubicBezTo>
                  <a:lnTo>
                    <a:pt x="12537" y="6181"/>
                  </a:lnTo>
                  <a:cubicBezTo>
                    <a:pt x="12361" y="6093"/>
                    <a:pt x="10959" y="5524"/>
                    <a:pt x="10827" y="4209"/>
                  </a:cubicBezTo>
                  <a:cubicBezTo>
                    <a:pt x="10696" y="2631"/>
                    <a:pt x="7671" y="1842"/>
                    <a:pt x="2630" y="571"/>
                  </a:cubicBezTo>
                  <a:cubicBezTo>
                    <a:pt x="1929" y="395"/>
                    <a:pt x="1184" y="220"/>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0"/>
            <p:cNvSpPr/>
            <p:nvPr/>
          </p:nvSpPr>
          <p:spPr>
            <a:xfrm>
              <a:off x="4625825" y="3053100"/>
              <a:ext cx="15375" cy="555600"/>
            </a:xfrm>
            <a:custGeom>
              <a:avLst/>
              <a:gdLst/>
              <a:ahLst/>
              <a:cxnLst/>
              <a:rect l="l" t="t" r="r" b="b"/>
              <a:pathLst>
                <a:path w="615" h="22224" extrusionOk="0">
                  <a:moveTo>
                    <a:pt x="1" y="0"/>
                  </a:moveTo>
                  <a:cubicBezTo>
                    <a:pt x="352" y="4647"/>
                    <a:pt x="571" y="12054"/>
                    <a:pt x="615" y="22224"/>
                  </a:cubicBezTo>
                  <a:cubicBezTo>
                    <a:pt x="615" y="15693"/>
                    <a:pt x="483" y="6093"/>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50"/>
            <p:cNvSpPr/>
            <p:nvPr/>
          </p:nvSpPr>
          <p:spPr>
            <a:xfrm>
              <a:off x="3267000" y="2099725"/>
              <a:ext cx="1541875" cy="2043750"/>
            </a:xfrm>
            <a:custGeom>
              <a:avLst/>
              <a:gdLst/>
              <a:ahLst/>
              <a:cxnLst/>
              <a:rect l="l" t="t" r="r" b="b"/>
              <a:pathLst>
                <a:path w="61675" h="81750" extrusionOk="0">
                  <a:moveTo>
                    <a:pt x="307" y="0"/>
                  </a:moveTo>
                  <a:cubicBezTo>
                    <a:pt x="176" y="0"/>
                    <a:pt x="88" y="88"/>
                    <a:pt x="44" y="220"/>
                  </a:cubicBezTo>
                  <a:cubicBezTo>
                    <a:pt x="1" y="263"/>
                    <a:pt x="44" y="351"/>
                    <a:pt x="88" y="439"/>
                  </a:cubicBezTo>
                  <a:cubicBezTo>
                    <a:pt x="88" y="483"/>
                    <a:pt x="176" y="526"/>
                    <a:pt x="264" y="570"/>
                  </a:cubicBezTo>
                  <a:lnTo>
                    <a:pt x="16964" y="4734"/>
                  </a:lnTo>
                  <a:cubicBezTo>
                    <a:pt x="17359" y="4822"/>
                    <a:pt x="18454" y="5216"/>
                    <a:pt x="18542" y="5830"/>
                  </a:cubicBezTo>
                  <a:cubicBezTo>
                    <a:pt x="18586" y="5918"/>
                    <a:pt x="18586" y="5962"/>
                    <a:pt x="18586" y="6093"/>
                  </a:cubicBezTo>
                  <a:cubicBezTo>
                    <a:pt x="18761" y="7233"/>
                    <a:pt x="19112" y="8066"/>
                    <a:pt x="22706" y="8986"/>
                  </a:cubicBezTo>
                  <a:cubicBezTo>
                    <a:pt x="25994" y="9819"/>
                    <a:pt x="35286" y="12230"/>
                    <a:pt x="38442" y="13063"/>
                  </a:cubicBezTo>
                  <a:lnTo>
                    <a:pt x="39538" y="13326"/>
                  </a:lnTo>
                  <a:cubicBezTo>
                    <a:pt x="39714" y="13369"/>
                    <a:pt x="55099" y="16613"/>
                    <a:pt x="58036" y="33094"/>
                  </a:cubicBezTo>
                  <a:cubicBezTo>
                    <a:pt x="61104" y="50452"/>
                    <a:pt x="58430" y="69695"/>
                    <a:pt x="57773" y="72500"/>
                  </a:cubicBezTo>
                  <a:cubicBezTo>
                    <a:pt x="57685" y="73026"/>
                    <a:pt x="57554" y="73552"/>
                    <a:pt x="57466" y="74078"/>
                  </a:cubicBezTo>
                  <a:cubicBezTo>
                    <a:pt x="56852" y="77015"/>
                    <a:pt x="56326" y="79514"/>
                    <a:pt x="54792" y="81267"/>
                  </a:cubicBezTo>
                  <a:cubicBezTo>
                    <a:pt x="54661" y="81399"/>
                    <a:pt x="54661" y="81574"/>
                    <a:pt x="54792" y="81662"/>
                  </a:cubicBezTo>
                  <a:cubicBezTo>
                    <a:pt x="54836" y="81705"/>
                    <a:pt x="54924" y="81749"/>
                    <a:pt x="55011" y="81749"/>
                  </a:cubicBezTo>
                  <a:cubicBezTo>
                    <a:pt x="55055" y="81749"/>
                    <a:pt x="55143" y="81705"/>
                    <a:pt x="55231" y="81662"/>
                  </a:cubicBezTo>
                  <a:cubicBezTo>
                    <a:pt x="56852" y="79777"/>
                    <a:pt x="57378" y="77191"/>
                    <a:pt x="58036" y="74122"/>
                  </a:cubicBezTo>
                  <a:cubicBezTo>
                    <a:pt x="58124" y="73640"/>
                    <a:pt x="58255" y="73114"/>
                    <a:pt x="58343" y="72632"/>
                  </a:cubicBezTo>
                  <a:cubicBezTo>
                    <a:pt x="59000" y="69783"/>
                    <a:pt x="61674" y="50452"/>
                    <a:pt x="58606" y="32963"/>
                  </a:cubicBezTo>
                  <a:cubicBezTo>
                    <a:pt x="55581" y="15999"/>
                    <a:pt x="39845" y="12800"/>
                    <a:pt x="39670" y="12800"/>
                  </a:cubicBezTo>
                  <a:cubicBezTo>
                    <a:pt x="39582" y="12756"/>
                    <a:pt x="26914" y="9468"/>
                    <a:pt x="22882" y="8460"/>
                  </a:cubicBezTo>
                  <a:cubicBezTo>
                    <a:pt x="19375" y="7540"/>
                    <a:pt x="19287" y="6794"/>
                    <a:pt x="19156" y="6005"/>
                  </a:cubicBezTo>
                  <a:cubicBezTo>
                    <a:pt x="19156" y="5918"/>
                    <a:pt x="19156" y="5830"/>
                    <a:pt x="19156" y="5742"/>
                  </a:cubicBezTo>
                  <a:cubicBezTo>
                    <a:pt x="18937" y="4647"/>
                    <a:pt x="17315" y="4208"/>
                    <a:pt x="17096" y="4164"/>
                  </a:cubicBezTo>
                  <a:lnTo>
                    <a:pt x="3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50"/>
            <p:cNvSpPr/>
            <p:nvPr/>
          </p:nvSpPr>
          <p:spPr>
            <a:xfrm>
              <a:off x="3740400" y="2257525"/>
              <a:ext cx="15375" cy="27425"/>
            </a:xfrm>
            <a:custGeom>
              <a:avLst/>
              <a:gdLst/>
              <a:ahLst/>
              <a:cxnLst/>
              <a:rect l="l" t="t" r="r" b="b"/>
              <a:pathLst>
                <a:path w="615" h="1097" extrusionOk="0">
                  <a:moveTo>
                    <a:pt x="1" y="0"/>
                  </a:moveTo>
                  <a:cubicBezTo>
                    <a:pt x="44" y="395"/>
                    <a:pt x="220" y="745"/>
                    <a:pt x="614" y="1096"/>
                  </a:cubicBezTo>
                  <a:cubicBezTo>
                    <a:pt x="176" y="702"/>
                    <a:pt x="44" y="35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0"/>
            <p:cNvSpPr/>
            <p:nvPr/>
          </p:nvSpPr>
          <p:spPr>
            <a:xfrm>
              <a:off x="4472425" y="2648725"/>
              <a:ext cx="213700" cy="1557200"/>
            </a:xfrm>
            <a:custGeom>
              <a:avLst/>
              <a:gdLst/>
              <a:ahLst/>
              <a:cxnLst/>
              <a:rect l="l" t="t" r="r" b="b"/>
              <a:pathLst>
                <a:path w="8548" h="62288" extrusionOk="0">
                  <a:moveTo>
                    <a:pt x="351" y="1"/>
                  </a:moveTo>
                  <a:cubicBezTo>
                    <a:pt x="263" y="1"/>
                    <a:pt x="176" y="45"/>
                    <a:pt x="132" y="88"/>
                  </a:cubicBezTo>
                  <a:cubicBezTo>
                    <a:pt x="0" y="220"/>
                    <a:pt x="0" y="395"/>
                    <a:pt x="132" y="527"/>
                  </a:cubicBezTo>
                  <a:cubicBezTo>
                    <a:pt x="7978" y="7540"/>
                    <a:pt x="7890" y="19989"/>
                    <a:pt x="7759" y="33139"/>
                  </a:cubicBezTo>
                  <a:cubicBezTo>
                    <a:pt x="7759" y="35024"/>
                    <a:pt x="7715" y="36996"/>
                    <a:pt x="7759" y="38925"/>
                  </a:cubicBezTo>
                  <a:cubicBezTo>
                    <a:pt x="7803" y="53609"/>
                    <a:pt x="4340" y="61806"/>
                    <a:pt x="4296" y="61849"/>
                  </a:cubicBezTo>
                  <a:cubicBezTo>
                    <a:pt x="4252" y="62025"/>
                    <a:pt x="4296" y="62200"/>
                    <a:pt x="4471" y="62244"/>
                  </a:cubicBezTo>
                  <a:lnTo>
                    <a:pt x="4559" y="62288"/>
                  </a:lnTo>
                  <a:cubicBezTo>
                    <a:pt x="4690" y="62288"/>
                    <a:pt x="4778" y="62200"/>
                    <a:pt x="4866" y="62112"/>
                  </a:cubicBezTo>
                  <a:cubicBezTo>
                    <a:pt x="4866" y="62025"/>
                    <a:pt x="8416" y="53740"/>
                    <a:pt x="8329" y="38925"/>
                  </a:cubicBezTo>
                  <a:cubicBezTo>
                    <a:pt x="8329" y="36996"/>
                    <a:pt x="8329" y="35067"/>
                    <a:pt x="8329" y="33139"/>
                  </a:cubicBezTo>
                  <a:cubicBezTo>
                    <a:pt x="8460" y="19857"/>
                    <a:pt x="8548" y="7277"/>
                    <a:pt x="526" y="88"/>
                  </a:cubicBezTo>
                  <a:cubicBezTo>
                    <a:pt x="482" y="45"/>
                    <a:pt x="395" y="1"/>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0"/>
            <p:cNvSpPr/>
            <p:nvPr/>
          </p:nvSpPr>
          <p:spPr>
            <a:xfrm>
              <a:off x="4472425" y="2648725"/>
              <a:ext cx="213700" cy="1557200"/>
            </a:xfrm>
            <a:custGeom>
              <a:avLst/>
              <a:gdLst/>
              <a:ahLst/>
              <a:cxnLst/>
              <a:rect l="l" t="t" r="r" b="b"/>
              <a:pathLst>
                <a:path w="8548" h="62288" extrusionOk="0">
                  <a:moveTo>
                    <a:pt x="351" y="1"/>
                  </a:moveTo>
                  <a:cubicBezTo>
                    <a:pt x="263" y="1"/>
                    <a:pt x="176" y="45"/>
                    <a:pt x="132" y="88"/>
                  </a:cubicBezTo>
                  <a:cubicBezTo>
                    <a:pt x="0" y="220"/>
                    <a:pt x="0" y="395"/>
                    <a:pt x="132" y="527"/>
                  </a:cubicBezTo>
                  <a:cubicBezTo>
                    <a:pt x="7978" y="7540"/>
                    <a:pt x="7890" y="19989"/>
                    <a:pt x="7759" y="33139"/>
                  </a:cubicBezTo>
                  <a:cubicBezTo>
                    <a:pt x="7759" y="35024"/>
                    <a:pt x="7715" y="36996"/>
                    <a:pt x="7759" y="38925"/>
                  </a:cubicBezTo>
                  <a:cubicBezTo>
                    <a:pt x="7803" y="53609"/>
                    <a:pt x="4340" y="61806"/>
                    <a:pt x="4296" y="61849"/>
                  </a:cubicBezTo>
                  <a:cubicBezTo>
                    <a:pt x="4252" y="62025"/>
                    <a:pt x="4296" y="62200"/>
                    <a:pt x="4471" y="62244"/>
                  </a:cubicBezTo>
                  <a:lnTo>
                    <a:pt x="4559" y="62288"/>
                  </a:lnTo>
                  <a:cubicBezTo>
                    <a:pt x="4690" y="62288"/>
                    <a:pt x="4778" y="62200"/>
                    <a:pt x="4866" y="62112"/>
                  </a:cubicBezTo>
                  <a:cubicBezTo>
                    <a:pt x="4866" y="62025"/>
                    <a:pt x="8416" y="53740"/>
                    <a:pt x="8329" y="38925"/>
                  </a:cubicBezTo>
                  <a:cubicBezTo>
                    <a:pt x="8329" y="36996"/>
                    <a:pt x="8329" y="35067"/>
                    <a:pt x="8329" y="33139"/>
                  </a:cubicBezTo>
                  <a:cubicBezTo>
                    <a:pt x="8460" y="19857"/>
                    <a:pt x="8548" y="7277"/>
                    <a:pt x="526" y="88"/>
                  </a:cubicBezTo>
                  <a:cubicBezTo>
                    <a:pt x="482" y="45"/>
                    <a:pt x="395" y="1"/>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0"/>
            <p:cNvSpPr/>
            <p:nvPr/>
          </p:nvSpPr>
          <p:spPr>
            <a:xfrm>
              <a:off x="1804050" y="1898100"/>
              <a:ext cx="1096975" cy="183025"/>
            </a:xfrm>
            <a:custGeom>
              <a:avLst/>
              <a:gdLst/>
              <a:ahLst/>
              <a:cxnLst/>
              <a:rect l="l" t="t" r="r" b="b"/>
              <a:pathLst>
                <a:path w="43879" h="7321" extrusionOk="0">
                  <a:moveTo>
                    <a:pt x="308" y="0"/>
                  </a:moveTo>
                  <a:cubicBezTo>
                    <a:pt x="132" y="0"/>
                    <a:pt x="1" y="132"/>
                    <a:pt x="1" y="307"/>
                  </a:cubicBezTo>
                  <a:cubicBezTo>
                    <a:pt x="45" y="482"/>
                    <a:pt x="132" y="570"/>
                    <a:pt x="308" y="570"/>
                  </a:cubicBezTo>
                  <a:lnTo>
                    <a:pt x="439" y="570"/>
                  </a:lnTo>
                  <a:cubicBezTo>
                    <a:pt x="2762" y="570"/>
                    <a:pt x="10959" y="2411"/>
                    <a:pt x="17271" y="3945"/>
                  </a:cubicBezTo>
                  <a:cubicBezTo>
                    <a:pt x="21479" y="4953"/>
                    <a:pt x="25468" y="5874"/>
                    <a:pt x="28756" y="5874"/>
                  </a:cubicBezTo>
                  <a:cubicBezTo>
                    <a:pt x="29764" y="5874"/>
                    <a:pt x="30684" y="5786"/>
                    <a:pt x="31473" y="5611"/>
                  </a:cubicBezTo>
                  <a:cubicBezTo>
                    <a:pt x="32306" y="5435"/>
                    <a:pt x="33183" y="5348"/>
                    <a:pt x="34016" y="5348"/>
                  </a:cubicBezTo>
                  <a:cubicBezTo>
                    <a:pt x="36120" y="5348"/>
                    <a:pt x="37698" y="5874"/>
                    <a:pt x="38005" y="5961"/>
                  </a:cubicBezTo>
                  <a:lnTo>
                    <a:pt x="43528" y="7320"/>
                  </a:lnTo>
                  <a:lnTo>
                    <a:pt x="43571" y="7320"/>
                  </a:lnTo>
                  <a:cubicBezTo>
                    <a:pt x="43703" y="7320"/>
                    <a:pt x="43834" y="7233"/>
                    <a:pt x="43878" y="7101"/>
                  </a:cubicBezTo>
                  <a:cubicBezTo>
                    <a:pt x="43878" y="7057"/>
                    <a:pt x="43878" y="6970"/>
                    <a:pt x="43834" y="6882"/>
                  </a:cubicBezTo>
                  <a:cubicBezTo>
                    <a:pt x="43791" y="6838"/>
                    <a:pt x="43747" y="6794"/>
                    <a:pt x="43659" y="6750"/>
                  </a:cubicBezTo>
                  <a:lnTo>
                    <a:pt x="38180" y="5435"/>
                  </a:lnTo>
                  <a:cubicBezTo>
                    <a:pt x="38005" y="5348"/>
                    <a:pt x="36383" y="4734"/>
                    <a:pt x="34060" y="4734"/>
                  </a:cubicBezTo>
                  <a:cubicBezTo>
                    <a:pt x="33139" y="4734"/>
                    <a:pt x="32219" y="4866"/>
                    <a:pt x="31386" y="5041"/>
                  </a:cubicBezTo>
                  <a:cubicBezTo>
                    <a:pt x="30597" y="5216"/>
                    <a:pt x="29720" y="5304"/>
                    <a:pt x="28756" y="5304"/>
                  </a:cubicBezTo>
                  <a:cubicBezTo>
                    <a:pt x="25556" y="5304"/>
                    <a:pt x="21567" y="4383"/>
                    <a:pt x="17403" y="3375"/>
                  </a:cubicBezTo>
                  <a:cubicBezTo>
                    <a:pt x="15123" y="2805"/>
                    <a:pt x="3464" y="0"/>
                    <a:pt x="3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0"/>
            <p:cNvSpPr/>
            <p:nvPr/>
          </p:nvSpPr>
          <p:spPr>
            <a:xfrm>
              <a:off x="2654425" y="2024100"/>
              <a:ext cx="71250" cy="7700"/>
            </a:xfrm>
            <a:custGeom>
              <a:avLst/>
              <a:gdLst/>
              <a:ahLst/>
              <a:cxnLst/>
              <a:rect l="l" t="t" r="r" b="b"/>
              <a:pathLst>
                <a:path w="2850" h="308" extrusionOk="0">
                  <a:moveTo>
                    <a:pt x="1" y="1"/>
                  </a:moveTo>
                  <a:cubicBezTo>
                    <a:pt x="1140" y="1"/>
                    <a:pt x="2105" y="132"/>
                    <a:pt x="2850" y="308"/>
                  </a:cubicBezTo>
                  <a:cubicBezTo>
                    <a:pt x="2149" y="132"/>
                    <a:pt x="1184" y="1"/>
                    <a:pt x="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0"/>
            <p:cNvSpPr/>
            <p:nvPr/>
          </p:nvSpPr>
          <p:spPr>
            <a:xfrm>
              <a:off x="1926800" y="1864125"/>
              <a:ext cx="1007100" cy="168775"/>
            </a:xfrm>
            <a:custGeom>
              <a:avLst/>
              <a:gdLst/>
              <a:ahLst/>
              <a:cxnLst/>
              <a:rect l="l" t="t" r="r" b="b"/>
              <a:pathLst>
                <a:path w="40284" h="6751" extrusionOk="0">
                  <a:moveTo>
                    <a:pt x="307" y="0"/>
                  </a:moveTo>
                  <a:cubicBezTo>
                    <a:pt x="132" y="0"/>
                    <a:pt x="44" y="132"/>
                    <a:pt x="0" y="263"/>
                  </a:cubicBezTo>
                  <a:cubicBezTo>
                    <a:pt x="0" y="351"/>
                    <a:pt x="44" y="439"/>
                    <a:pt x="88" y="482"/>
                  </a:cubicBezTo>
                  <a:cubicBezTo>
                    <a:pt x="132" y="570"/>
                    <a:pt x="219" y="570"/>
                    <a:pt x="263" y="614"/>
                  </a:cubicBezTo>
                  <a:cubicBezTo>
                    <a:pt x="526" y="614"/>
                    <a:pt x="6575" y="1184"/>
                    <a:pt x="10652" y="2455"/>
                  </a:cubicBezTo>
                  <a:cubicBezTo>
                    <a:pt x="15123" y="3858"/>
                    <a:pt x="18761" y="4559"/>
                    <a:pt x="21522" y="4559"/>
                  </a:cubicBezTo>
                  <a:cubicBezTo>
                    <a:pt x="22224" y="4559"/>
                    <a:pt x="22881" y="4515"/>
                    <a:pt x="23495" y="4427"/>
                  </a:cubicBezTo>
                  <a:cubicBezTo>
                    <a:pt x="24591" y="4252"/>
                    <a:pt x="25731" y="4164"/>
                    <a:pt x="26958" y="4164"/>
                  </a:cubicBezTo>
                  <a:cubicBezTo>
                    <a:pt x="29193" y="4164"/>
                    <a:pt x="31429" y="4471"/>
                    <a:pt x="33270" y="4997"/>
                  </a:cubicBezTo>
                  <a:cubicBezTo>
                    <a:pt x="35725" y="5699"/>
                    <a:pt x="39231" y="6575"/>
                    <a:pt x="39933" y="6751"/>
                  </a:cubicBezTo>
                  <a:lnTo>
                    <a:pt x="39976" y="6751"/>
                  </a:lnTo>
                  <a:cubicBezTo>
                    <a:pt x="40108" y="6751"/>
                    <a:pt x="40239" y="6663"/>
                    <a:pt x="40283" y="6531"/>
                  </a:cubicBezTo>
                  <a:cubicBezTo>
                    <a:pt x="40283" y="6488"/>
                    <a:pt x="40283" y="6400"/>
                    <a:pt x="40239" y="6312"/>
                  </a:cubicBezTo>
                  <a:cubicBezTo>
                    <a:pt x="40196" y="6268"/>
                    <a:pt x="40152" y="6225"/>
                    <a:pt x="40020" y="6181"/>
                  </a:cubicBezTo>
                  <a:cubicBezTo>
                    <a:pt x="39363" y="6005"/>
                    <a:pt x="35856" y="5173"/>
                    <a:pt x="33445" y="4427"/>
                  </a:cubicBezTo>
                  <a:cubicBezTo>
                    <a:pt x="31560" y="3901"/>
                    <a:pt x="29237" y="3595"/>
                    <a:pt x="26958" y="3595"/>
                  </a:cubicBezTo>
                  <a:cubicBezTo>
                    <a:pt x="25731" y="3595"/>
                    <a:pt x="24503" y="3682"/>
                    <a:pt x="23407" y="3858"/>
                  </a:cubicBezTo>
                  <a:cubicBezTo>
                    <a:pt x="22837" y="3945"/>
                    <a:pt x="22180" y="3989"/>
                    <a:pt x="21522" y="3989"/>
                  </a:cubicBezTo>
                  <a:cubicBezTo>
                    <a:pt x="18805" y="3989"/>
                    <a:pt x="15210" y="3288"/>
                    <a:pt x="10827" y="1885"/>
                  </a:cubicBezTo>
                  <a:cubicBezTo>
                    <a:pt x="6575" y="570"/>
                    <a:pt x="395"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50"/>
            <p:cNvSpPr/>
            <p:nvPr/>
          </p:nvSpPr>
          <p:spPr>
            <a:xfrm>
              <a:off x="1926800" y="1864125"/>
              <a:ext cx="1007100" cy="168775"/>
            </a:xfrm>
            <a:custGeom>
              <a:avLst/>
              <a:gdLst/>
              <a:ahLst/>
              <a:cxnLst/>
              <a:rect l="l" t="t" r="r" b="b"/>
              <a:pathLst>
                <a:path w="40284" h="6751" extrusionOk="0">
                  <a:moveTo>
                    <a:pt x="307" y="0"/>
                  </a:moveTo>
                  <a:cubicBezTo>
                    <a:pt x="132" y="0"/>
                    <a:pt x="44" y="132"/>
                    <a:pt x="0" y="263"/>
                  </a:cubicBezTo>
                  <a:cubicBezTo>
                    <a:pt x="0" y="351"/>
                    <a:pt x="44" y="439"/>
                    <a:pt x="88" y="482"/>
                  </a:cubicBezTo>
                  <a:cubicBezTo>
                    <a:pt x="132" y="570"/>
                    <a:pt x="219" y="570"/>
                    <a:pt x="263" y="614"/>
                  </a:cubicBezTo>
                  <a:cubicBezTo>
                    <a:pt x="526" y="614"/>
                    <a:pt x="6575" y="1184"/>
                    <a:pt x="10652" y="2455"/>
                  </a:cubicBezTo>
                  <a:cubicBezTo>
                    <a:pt x="15123" y="3858"/>
                    <a:pt x="18761" y="4559"/>
                    <a:pt x="21522" y="4559"/>
                  </a:cubicBezTo>
                  <a:cubicBezTo>
                    <a:pt x="22224" y="4559"/>
                    <a:pt x="22881" y="4515"/>
                    <a:pt x="23495" y="4427"/>
                  </a:cubicBezTo>
                  <a:cubicBezTo>
                    <a:pt x="24591" y="4252"/>
                    <a:pt x="25731" y="4164"/>
                    <a:pt x="26958" y="4164"/>
                  </a:cubicBezTo>
                  <a:cubicBezTo>
                    <a:pt x="29193" y="4164"/>
                    <a:pt x="31429" y="4471"/>
                    <a:pt x="33270" y="4997"/>
                  </a:cubicBezTo>
                  <a:cubicBezTo>
                    <a:pt x="35725" y="5699"/>
                    <a:pt x="39231" y="6575"/>
                    <a:pt x="39933" y="6751"/>
                  </a:cubicBezTo>
                  <a:lnTo>
                    <a:pt x="39976" y="6751"/>
                  </a:lnTo>
                  <a:cubicBezTo>
                    <a:pt x="40108" y="6751"/>
                    <a:pt x="40239" y="6663"/>
                    <a:pt x="40283" y="6531"/>
                  </a:cubicBezTo>
                  <a:cubicBezTo>
                    <a:pt x="40283" y="6488"/>
                    <a:pt x="40283" y="6400"/>
                    <a:pt x="40239" y="6312"/>
                  </a:cubicBezTo>
                  <a:cubicBezTo>
                    <a:pt x="40196" y="6268"/>
                    <a:pt x="40152" y="6225"/>
                    <a:pt x="40020" y="6181"/>
                  </a:cubicBezTo>
                  <a:cubicBezTo>
                    <a:pt x="39363" y="6005"/>
                    <a:pt x="35856" y="5173"/>
                    <a:pt x="33445" y="4427"/>
                  </a:cubicBezTo>
                  <a:cubicBezTo>
                    <a:pt x="31560" y="3901"/>
                    <a:pt x="29237" y="3595"/>
                    <a:pt x="26958" y="3595"/>
                  </a:cubicBezTo>
                  <a:cubicBezTo>
                    <a:pt x="25731" y="3595"/>
                    <a:pt x="24503" y="3682"/>
                    <a:pt x="23407" y="3858"/>
                  </a:cubicBezTo>
                  <a:cubicBezTo>
                    <a:pt x="22837" y="3945"/>
                    <a:pt x="22180" y="3989"/>
                    <a:pt x="21522" y="3989"/>
                  </a:cubicBezTo>
                  <a:cubicBezTo>
                    <a:pt x="18805" y="3989"/>
                    <a:pt x="15210" y="3288"/>
                    <a:pt x="10827" y="1885"/>
                  </a:cubicBezTo>
                  <a:cubicBezTo>
                    <a:pt x="6575" y="570"/>
                    <a:pt x="395"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50"/>
            <p:cNvSpPr/>
            <p:nvPr/>
          </p:nvSpPr>
          <p:spPr>
            <a:xfrm>
              <a:off x="2854975" y="1486050"/>
              <a:ext cx="2756050" cy="1091475"/>
            </a:xfrm>
            <a:custGeom>
              <a:avLst/>
              <a:gdLst/>
              <a:ahLst/>
              <a:cxnLst/>
              <a:rect l="l" t="t" r="r" b="b"/>
              <a:pathLst>
                <a:path w="110242" h="43659" extrusionOk="0">
                  <a:moveTo>
                    <a:pt x="921" y="1"/>
                  </a:moveTo>
                  <a:cubicBezTo>
                    <a:pt x="658" y="1"/>
                    <a:pt x="439" y="132"/>
                    <a:pt x="307" y="308"/>
                  </a:cubicBezTo>
                  <a:cubicBezTo>
                    <a:pt x="0" y="702"/>
                    <a:pt x="176" y="1403"/>
                    <a:pt x="219" y="1623"/>
                  </a:cubicBezTo>
                  <a:lnTo>
                    <a:pt x="439" y="12932"/>
                  </a:lnTo>
                  <a:cubicBezTo>
                    <a:pt x="439" y="13107"/>
                    <a:pt x="526" y="13238"/>
                    <a:pt x="702" y="13238"/>
                  </a:cubicBezTo>
                  <a:cubicBezTo>
                    <a:pt x="877" y="13238"/>
                    <a:pt x="1008" y="13107"/>
                    <a:pt x="1008" y="12932"/>
                  </a:cubicBezTo>
                  <a:lnTo>
                    <a:pt x="789" y="1579"/>
                  </a:lnTo>
                  <a:lnTo>
                    <a:pt x="789" y="1491"/>
                  </a:lnTo>
                  <a:cubicBezTo>
                    <a:pt x="702" y="1228"/>
                    <a:pt x="658" y="790"/>
                    <a:pt x="745" y="658"/>
                  </a:cubicBezTo>
                  <a:cubicBezTo>
                    <a:pt x="789" y="614"/>
                    <a:pt x="833" y="614"/>
                    <a:pt x="965" y="614"/>
                  </a:cubicBezTo>
                  <a:cubicBezTo>
                    <a:pt x="1622" y="614"/>
                    <a:pt x="1710" y="1009"/>
                    <a:pt x="1710" y="1009"/>
                  </a:cubicBezTo>
                  <a:cubicBezTo>
                    <a:pt x="1754" y="1140"/>
                    <a:pt x="1841" y="1272"/>
                    <a:pt x="1973" y="1272"/>
                  </a:cubicBezTo>
                  <a:lnTo>
                    <a:pt x="5392" y="1316"/>
                  </a:lnTo>
                  <a:cubicBezTo>
                    <a:pt x="5699" y="1403"/>
                    <a:pt x="7277" y="1929"/>
                    <a:pt x="8022" y="3113"/>
                  </a:cubicBezTo>
                  <a:cubicBezTo>
                    <a:pt x="9424" y="5348"/>
                    <a:pt x="18235" y="14071"/>
                    <a:pt x="35681" y="16263"/>
                  </a:cubicBezTo>
                  <a:cubicBezTo>
                    <a:pt x="50233" y="18060"/>
                    <a:pt x="66452" y="19156"/>
                    <a:pt x="78024" y="19156"/>
                  </a:cubicBezTo>
                  <a:cubicBezTo>
                    <a:pt x="80654" y="19156"/>
                    <a:pt x="82977" y="19112"/>
                    <a:pt x="84949" y="19024"/>
                  </a:cubicBezTo>
                  <a:cubicBezTo>
                    <a:pt x="85607" y="18981"/>
                    <a:pt x="86264" y="18937"/>
                    <a:pt x="86922" y="18937"/>
                  </a:cubicBezTo>
                  <a:cubicBezTo>
                    <a:pt x="95557" y="18937"/>
                    <a:pt x="102395" y="22400"/>
                    <a:pt x="107129" y="29194"/>
                  </a:cubicBezTo>
                  <a:cubicBezTo>
                    <a:pt x="107392" y="29720"/>
                    <a:pt x="109628" y="34410"/>
                    <a:pt x="109496" y="38662"/>
                  </a:cubicBezTo>
                  <a:lnTo>
                    <a:pt x="109496" y="43352"/>
                  </a:lnTo>
                  <a:cubicBezTo>
                    <a:pt x="109496" y="43527"/>
                    <a:pt x="109628" y="43659"/>
                    <a:pt x="109759" y="43659"/>
                  </a:cubicBezTo>
                  <a:cubicBezTo>
                    <a:pt x="109934" y="43659"/>
                    <a:pt x="110066" y="43527"/>
                    <a:pt x="110066" y="43352"/>
                  </a:cubicBezTo>
                  <a:lnTo>
                    <a:pt x="110066" y="38662"/>
                  </a:lnTo>
                  <a:cubicBezTo>
                    <a:pt x="110241" y="34059"/>
                    <a:pt x="107743" y="29106"/>
                    <a:pt x="107611" y="28843"/>
                  </a:cubicBezTo>
                  <a:cubicBezTo>
                    <a:pt x="102746" y="21917"/>
                    <a:pt x="95776" y="18367"/>
                    <a:pt x="86966" y="18367"/>
                  </a:cubicBezTo>
                  <a:cubicBezTo>
                    <a:pt x="86308" y="18367"/>
                    <a:pt x="85607" y="18367"/>
                    <a:pt x="84949" y="18411"/>
                  </a:cubicBezTo>
                  <a:cubicBezTo>
                    <a:pt x="82977" y="18542"/>
                    <a:pt x="80654" y="18586"/>
                    <a:pt x="78024" y="18586"/>
                  </a:cubicBezTo>
                  <a:cubicBezTo>
                    <a:pt x="66495" y="18586"/>
                    <a:pt x="50277" y="17490"/>
                    <a:pt x="35768" y="15693"/>
                  </a:cubicBezTo>
                  <a:cubicBezTo>
                    <a:pt x="16262" y="13238"/>
                    <a:pt x="8592" y="2938"/>
                    <a:pt x="8504" y="2806"/>
                  </a:cubicBezTo>
                  <a:cubicBezTo>
                    <a:pt x="7583" y="1316"/>
                    <a:pt x="5567" y="746"/>
                    <a:pt x="5479" y="746"/>
                  </a:cubicBezTo>
                  <a:lnTo>
                    <a:pt x="5436" y="702"/>
                  </a:lnTo>
                  <a:lnTo>
                    <a:pt x="2192" y="658"/>
                  </a:lnTo>
                  <a:cubicBezTo>
                    <a:pt x="2017" y="395"/>
                    <a:pt x="1666" y="45"/>
                    <a:pt x="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0"/>
            <p:cNvSpPr/>
            <p:nvPr/>
          </p:nvSpPr>
          <p:spPr>
            <a:xfrm>
              <a:off x="3063175" y="1561675"/>
              <a:ext cx="291525" cy="213700"/>
            </a:xfrm>
            <a:custGeom>
              <a:avLst/>
              <a:gdLst/>
              <a:ahLst/>
              <a:cxnLst/>
              <a:rect l="l" t="t" r="r" b="b"/>
              <a:pathLst>
                <a:path w="11661" h="8548" extrusionOk="0">
                  <a:moveTo>
                    <a:pt x="1" y="0"/>
                  </a:moveTo>
                  <a:cubicBezTo>
                    <a:pt x="921" y="1447"/>
                    <a:pt x="4691" y="5304"/>
                    <a:pt x="11660" y="8548"/>
                  </a:cubicBezTo>
                  <a:cubicBezTo>
                    <a:pt x="3902" y="4910"/>
                    <a:pt x="395" y="526"/>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50"/>
            <p:cNvSpPr/>
            <p:nvPr/>
          </p:nvSpPr>
          <p:spPr>
            <a:xfrm>
              <a:off x="3115775" y="1375375"/>
              <a:ext cx="3271100" cy="2222375"/>
            </a:xfrm>
            <a:custGeom>
              <a:avLst/>
              <a:gdLst/>
              <a:ahLst/>
              <a:cxnLst/>
              <a:rect l="l" t="t" r="r" b="b"/>
              <a:pathLst>
                <a:path w="130844" h="88895" extrusionOk="0">
                  <a:moveTo>
                    <a:pt x="40985" y="1"/>
                  </a:moveTo>
                  <a:cubicBezTo>
                    <a:pt x="36777" y="1"/>
                    <a:pt x="33270" y="176"/>
                    <a:pt x="30552" y="527"/>
                  </a:cubicBezTo>
                  <a:cubicBezTo>
                    <a:pt x="13940" y="2806"/>
                    <a:pt x="307" y="9732"/>
                    <a:pt x="176" y="9775"/>
                  </a:cubicBezTo>
                  <a:cubicBezTo>
                    <a:pt x="88" y="9819"/>
                    <a:pt x="44" y="9907"/>
                    <a:pt x="1" y="9995"/>
                  </a:cubicBezTo>
                  <a:cubicBezTo>
                    <a:pt x="1" y="10082"/>
                    <a:pt x="44" y="10170"/>
                    <a:pt x="132" y="10258"/>
                  </a:cubicBezTo>
                  <a:cubicBezTo>
                    <a:pt x="4296" y="14071"/>
                    <a:pt x="9512" y="16307"/>
                    <a:pt x="9556" y="16350"/>
                  </a:cubicBezTo>
                  <a:lnTo>
                    <a:pt x="9688" y="16350"/>
                  </a:lnTo>
                  <a:cubicBezTo>
                    <a:pt x="12844" y="16219"/>
                    <a:pt x="16307" y="16131"/>
                    <a:pt x="19989" y="16131"/>
                  </a:cubicBezTo>
                  <a:cubicBezTo>
                    <a:pt x="41029" y="16131"/>
                    <a:pt x="63778" y="18323"/>
                    <a:pt x="66320" y="18586"/>
                  </a:cubicBezTo>
                  <a:lnTo>
                    <a:pt x="66364" y="18586"/>
                  </a:lnTo>
                  <a:lnTo>
                    <a:pt x="66364" y="18674"/>
                  </a:lnTo>
                  <a:cubicBezTo>
                    <a:pt x="66408" y="19901"/>
                    <a:pt x="67109" y="20339"/>
                    <a:pt x="67504" y="20383"/>
                  </a:cubicBezTo>
                  <a:lnTo>
                    <a:pt x="67855" y="20471"/>
                  </a:lnTo>
                  <a:cubicBezTo>
                    <a:pt x="75306" y="22180"/>
                    <a:pt x="99897" y="27747"/>
                    <a:pt x="101826" y="28054"/>
                  </a:cubicBezTo>
                  <a:cubicBezTo>
                    <a:pt x="102045" y="28098"/>
                    <a:pt x="102308" y="28142"/>
                    <a:pt x="102483" y="28142"/>
                  </a:cubicBezTo>
                  <a:cubicBezTo>
                    <a:pt x="103053" y="28142"/>
                    <a:pt x="103491" y="27966"/>
                    <a:pt x="103842" y="27703"/>
                  </a:cubicBezTo>
                  <a:cubicBezTo>
                    <a:pt x="104193" y="27440"/>
                    <a:pt x="104324" y="27090"/>
                    <a:pt x="104412" y="26870"/>
                  </a:cubicBezTo>
                  <a:lnTo>
                    <a:pt x="104412" y="26827"/>
                  </a:lnTo>
                  <a:lnTo>
                    <a:pt x="104499" y="26827"/>
                  </a:lnTo>
                  <a:cubicBezTo>
                    <a:pt x="110768" y="27309"/>
                    <a:pt x="121857" y="32218"/>
                    <a:pt x="122822" y="33314"/>
                  </a:cubicBezTo>
                  <a:lnTo>
                    <a:pt x="122866" y="33358"/>
                  </a:lnTo>
                  <a:lnTo>
                    <a:pt x="122866" y="33401"/>
                  </a:lnTo>
                  <a:cubicBezTo>
                    <a:pt x="122603" y="33971"/>
                    <a:pt x="120718" y="35856"/>
                    <a:pt x="119052" y="37346"/>
                  </a:cubicBezTo>
                  <a:cubicBezTo>
                    <a:pt x="115852" y="37697"/>
                    <a:pt x="112039" y="40020"/>
                    <a:pt x="106691" y="43220"/>
                  </a:cubicBezTo>
                  <a:cubicBezTo>
                    <a:pt x="104894" y="44316"/>
                    <a:pt x="102790" y="45587"/>
                    <a:pt x="100554" y="46902"/>
                  </a:cubicBezTo>
                  <a:cubicBezTo>
                    <a:pt x="91875" y="51855"/>
                    <a:pt x="79953" y="53126"/>
                    <a:pt x="79865" y="53126"/>
                  </a:cubicBezTo>
                  <a:cubicBezTo>
                    <a:pt x="79690" y="53170"/>
                    <a:pt x="79558" y="53302"/>
                    <a:pt x="79602" y="53433"/>
                  </a:cubicBezTo>
                  <a:cubicBezTo>
                    <a:pt x="79602" y="53609"/>
                    <a:pt x="79734" y="53696"/>
                    <a:pt x="79909" y="53696"/>
                  </a:cubicBezTo>
                  <a:cubicBezTo>
                    <a:pt x="80040" y="53696"/>
                    <a:pt x="92007" y="52469"/>
                    <a:pt x="100817" y="47384"/>
                  </a:cubicBezTo>
                  <a:cubicBezTo>
                    <a:pt x="103141" y="46069"/>
                    <a:pt x="105201" y="44798"/>
                    <a:pt x="106998" y="43702"/>
                  </a:cubicBezTo>
                  <a:cubicBezTo>
                    <a:pt x="112302" y="40502"/>
                    <a:pt x="116115" y="38223"/>
                    <a:pt x="119184" y="37916"/>
                  </a:cubicBezTo>
                  <a:lnTo>
                    <a:pt x="119359" y="37872"/>
                  </a:lnTo>
                  <a:cubicBezTo>
                    <a:pt x="120279" y="37040"/>
                    <a:pt x="123304" y="34278"/>
                    <a:pt x="123435" y="33358"/>
                  </a:cubicBezTo>
                  <a:cubicBezTo>
                    <a:pt x="123479" y="33226"/>
                    <a:pt x="123435" y="33138"/>
                    <a:pt x="123304" y="33007"/>
                  </a:cubicBezTo>
                  <a:cubicBezTo>
                    <a:pt x="122208" y="31604"/>
                    <a:pt x="110505" y="26564"/>
                    <a:pt x="104193" y="26213"/>
                  </a:cubicBezTo>
                  <a:cubicBezTo>
                    <a:pt x="104105" y="26213"/>
                    <a:pt x="104061" y="26257"/>
                    <a:pt x="103973" y="26301"/>
                  </a:cubicBezTo>
                  <a:cubicBezTo>
                    <a:pt x="103930" y="26344"/>
                    <a:pt x="103886" y="26432"/>
                    <a:pt x="103886" y="26476"/>
                  </a:cubicBezTo>
                  <a:cubicBezTo>
                    <a:pt x="103886" y="26476"/>
                    <a:pt x="103842" y="26958"/>
                    <a:pt x="103491" y="27265"/>
                  </a:cubicBezTo>
                  <a:cubicBezTo>
                    <a:pt x="103228" y="27440"/>
                    <a:pt x="102921" y="27528"/>
                    <a:pt x="102483" y="27528"/>
                  </a:cubicBezTo>
                  <a:cubicBezTo>
                    <a:pt x="102308" y="27528"/>
                    <a:pt x="102132" y="27528"/>
                    <a:pt x="101913" y="27484"/>
                  </a:cubicBezTo>
                  <a:cubicBezTo>
                    <a:pt x="100204" y="27221"/>
                    <a:pt x="80172" y="22662"/>
                    <a:pt x="68424" y="19989"/>
                  </a:cubicBezTo>
                  <a:lnTo>
                    <a:pt x="67592" y="19813"/>
                  </a:lnTo>
                  <a:cubicBezTo>
                    <a:pt x="67548" y="19813"/>
                    <a:pt x="66846" y="19638"/>
                    <a:pt x="66978" y="18367"/>
                  </a:cubicBezTo>
                  <a:cubicBezTo>
                    <a:pt x="66978" y="18191"/>
                    <a:pt x="66846" y="18060"/>
                    <a:pt x="66715" y="18060"/>
                  </a:cubicBezTo>
                  <a:cubicBezTo>
                    <a:pt x="66452" y="18016"/>
                    <a:pt x="42212" y="15561"/>
                    <a:pt x="19989" y="15561"/>
                  </a:cubicBezTo>
                  <a:cubicBezTo>
                    <a:pt x="16350" y="15561"/>
                    <a:pt x="12888" y="15649"/>
                    <a:pt x="9732" y="15781"/>
                  </a:cubicBezTo>
                  <a:cubicBezTo>
                    <a:pt x="9206" y="15561"/>
                    <a:pt x="4691" y="13501"/>
                    <a:pt x="921" y="10170"/>
                  </a:cubicBezTo>
                  <a:lnTo>
                    <a:pt x="833" y="10126"/>
                  </a:lnTo>
                  <a:lnTo>
                    <a:pt x="921" y="10082"/>
                  </a:lnTo>
                  <a:cubicBezTo>
                    <a:pt x="3288" y="8899"/>
                    <a:pt x="15824" y="3113"/>
                    <a:pt x="30640" y="1140"/>
                  </a:cubicBezTo>
                  <a:cubicBezTo>
                    <a:pt x="33095" y="790"/>
                    <a:pt x="36382" y="614"/>
                    <a:pt x="40503" y="614"/>
                  </a:cubicBezTo>
                  <a:cubicBezTo>
                    <a:pt x="59307" y="614"/>
                    <a:pt x="92095" y="4252"/>
                    <a:pt x="110899" y="9600"/>
                  </a:cubicBezTo>
                  <a:cubicBezTo>
                    <a:pt x="129835" y="15035"/>
                    <a:pt x="130010" y="18191"/>
                    <a:pt x="130142" y="20295"/>
                  </a:cubicBezTo>
                  <a:lnTo>
                    <a:pt x="130142" y="20383"/>
                  </a:lnTo>
                  <a:cubicBezTo>
                    <a:pt x="130273" y="22399"/>
                    <a:pt x="129397" y="40897"/>
                    <a:pt x="128564" y="43790"/>
                  </a:cubicBezTo>
                  <a:cubicBezTo>
                    <a:pt x="127731" y="46639"/>
                    <a:pt x="125233" y="50190"/>
                    <a:pt x="125189" y="50233"/>
                  </a:cubicBezTo>
                  <a:lnTo>
                    <a:pt x="125145" y="50365"/>
                  </a:lnTo>
                  <a:lnTo>
                    <a:pt x="124400" y="59833"/>
                  </a:lnTo>
                  <a:cubicBezTo>
                    <a:pt x="124312" y="60052"/>
                    <a:pt x="123742" y="61279"/>
                    <a:pt x="122603" y="61411"/>
                  </a:cubicBezTo>
                  <a:lnTo>
                    <a:pt x="122471" y="61455"/>
                  </a:lnTo>
                  <a:lnTo>
                    <a:pt x="118614" y="64260"/>
                  </a:lnTo>
                  <a:cubicBezTo>
                    <a:pt x="118482" y="64304"/>
                    <a:pt x="118175" y="64348"/>
                    <a:pt x="117781" y="64348"/>
                  </a:cubicBezTo>
                  <a:cubicBezTo>
                    <a:pt x="117299" y="64348"/>
                    <a:pt x="116948" y="64260"/>
                    <a:pt x="116641" y="64041"/>
                  </a:cubicBezTo>
                  <a:cubicBezTo>
                    <a:pt x="116071" y="63603"/>
                    <a:pt x="115808" y="62814"/>
                    <a:pt x="115852" y="61674"/>
                  </a:cubicBezTo>
                  <a:cubicBezTo>
                    <a:pt x="115852" y="61586"/>
                    <a:pt x="115808" y="61455"/>
                    <a:pt x="115677" y="61411"/>
                  </a:cubicBezTo>
                  <a:lnTo>
                    <a:pt x="115545" y="61411"/>
                  </a:lnTo>
                  <a:lnTo>
                    <a:pt x="115370" y="61455"/>
                  </a:lnTo>
                  <a:cubicBezTo>
                    <a:pt x="115239" y="61542"/>
                    <a:pt x="101913" y="72150"/>
                    <a:pt x="94593" y="75131"/>
                  </a:cubicBezTo>
                  <a:lnTo>
                    <a:pt x="94418" y="75262"/>
                  </a:lnTo>
                  <a:cubicBezTo>
                    <a:pt x="94374" y="75394"/>
                    <a:pt x="88062" y="86703"/>
                    <a:pt x="78068" y="88325"/>
                  </a:cubicBezTo>
                  <a:cubicBezTo>
                    <a:pt x="77980" y="88325"/>
                    <a:pt x="77936" y="88368"/>
                    <a:pt x="77893" y="88456"/>
                  </a:cubicBezTo>
                  <a:cubicBezTo>
                    <a:pt x="77849" y="88500"/>
                    <a:pt x="77805" y="88588"/>
                    <a:pt x="77849" y="88675"/>
                  </a:cubicBezTo>
                  <a:cubicBezTo>
                    <a:pt x="77849" y="88807"/>
                    <a:pt x="77980" y="88894"/>
                    <a:pt x="78112" y="88894"/>
                  </a:cubicBezTo>
                  <a:lnTo>
                    <a:pt x="78156" y="88894"/>
                  </a:lnTo>
                  <a:cubicBezTo>
                    <a:pt x="87887" y="87316"/>
                    <a:pt x="94199" y="76840"/>
                    <a:pt x="94900" y="75613"/>
                  </a:cubicBezTo>
                  <a:cubicBezTo>
                    <a:pt x="101563" y="72895"/>
                    <a:pt x="112959" y="64085"/>
                    <a:pt x="115151" y="62375"/>
                  </a:cubicBezTo>
                  <a:lnTo>
                    <a:pt x="115282" y="62288"/>
                  </a:lnTo>
                  <a:lnTo>
                    <a:pt x="115282" y="62419"/>
                  </a:lnTo>
                  <a:cubicBezTo>
                    <a:pt x="115370" y="63383"/>
                    <a:pt x="115721" y="64085"/>
                    <a:pt x="116291" y="64479"/>
                  </a:cubicBezTo>
                  <a:cubicBezTo>
                    <a:pt x="116685" y="64786"/>
                    <a:pt x="117211" y="64961"/>
                    <a:pt x="117781" y="64961"/>
                  </a:cubicBezTo>
                  <a:cubicBezTo>
                    <a:pt x="118395" y="64961"/>
                    <a:pt x="118833" y="64786"/>
                    <a:pt x="118877" y="64786"/>
                  </a:cubicBezTo>
                  <a:lnTo>
                    <a:pt x="118921" y="64742"/>
                  </a:lnTo>
                  <a:lnTo>
                    <a:pt x="122778" y="61937"/>
                  </a:lnTo>
                  <a:cubicBezTo>
                    <a:pt x="124312" y="61718"/>
                    <a:pt x="124926" y="60052"/>
                    <a:pt x="124970" y="59964"/>
                  </a:cubicBezTo>
                  <a:lnTo>
                    <a:pt x="124970" y="59877"/>
                  </a:lnTo>
                  <a:lnTo>
                    <a:pt x="125715" y="50453"/>
                  </a:lnTo>
                  <a:cubicBezTo>
                    <a:pt x="126153" y="49839"/>
                    <a:pt x="128301" y="46683"/>
                    <a:pt x="129090" y="43965"/>
                  </a:cubicBezTo>
                  <a:cubicBezTo>
                    <a:pt x="129967" y="41028"/>
                    <a:pt x="130843" y="22706"/>
                    <a:pt x="130712" y="20383"/>
                  </a:cubicBezTo>
                  <a:lnTo>
                    <a:pt x="130712" y="20252"/>
                  </a:lnTo>
                  <a:cubicBezTo>
                    <a:pt x="130580" y="17885"/>
                    <a:pt x="130405" y="14597"/>
                    <a:pt x="111031" y="9074"/>
                  </a:cubicBezTo>
                  <a:cubicBezTo>
                    <a:pt x="94462" y="4296"/>
                    <a:pt x="61060" y="1"/>
                    <a:pt x="409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50"/>
            <p:cNvSpPr/>
            <p:nvPr/>
          </p:nvSpPr>
          <p:spPr>
            <a:xfrm>
              <a:off x="3919025" y="1381950"/>
              <a:ext cx="2457975" cy="1549525"/>
            </a:xfrm>
            <a:custGeom>
              <a:avLst/>
              <a:gdLst/>
              <a:ahLst/>
              <a:cxnLst/>
              <a:rect l="l" t="t" r="r" b="b"/>
              <a:pathLst>
                <a:path w="98319" h="61981" extrusionOk="0">
                  <a:moveTo>
                    <a:pt x="8855" y="1"/>
                  </a:moveTo>
                  <a:cubicBezTo>
                    <a:pt x="5436" y="1"/>
                    <a:pt x="2455" y="132"/>
                    <a:pt x="0" y="395"/>
                  </a:cubicBezTo>
                  <a:cubicBezTo>
                    <a:pt x="2280" y="176"/>
                    <a:pt x="5085" y="44"/>
                    <a:pt x="8373" y="44"/>
                  </a:cubicBezTo>
                  <a:cubicBezTo>
                    <a:pt x="16043" y="44"/>
                    <a:pt x="26037" y="658"/>
                    <a:pt x="36470" y="1754"/>
                  </a:cubicBezTo>
                  <a:cubicBezTo>
                    <a:pt x="26432" y="658"/>
                    <a:pt x="16613" y="1"/>
                    <a:pt x="8855" y="1"/>
                  </a:cubicBezTo>
                  <a:close/>
                  <a:moveTo>
                    <a:pt x="72063" y="26213"/>
                  </a:moveTo>
                  <a:cubicBezTo>
                    <a:pt x="72063" y="26229"/>
                    <a:pt x="72063" y="26245"/>
                    <a:pt x="72060" y="26263"/>
                  </a:cubicBezTo>
                  <a:lnTo>
                    <a:pt x="72060" y="26263"/>
                  </a:lnTo>
                  <a:lnTo>
                    <a:pt x="72063" y="26257"/>
                  </a:lnTo>
                  <a:lnTo>
                    <a:pt x="72369" y="26257"/>
                  </a:lnTo>
                  <a:cubicBezTo>
                    <a:pt x="72672" y="26282"/>
                    <a:pt x="72982" y="26314"/>
                    <a:pt x="73299" y="26355"/>
                  </a:cubicBezTo>
                  <a:lnTo>
                    <a:pt x="73299" y="26355"/>
                  </a:lnTo>
                  <a:cubicBezTo>
                    <a:pt x="72868" y="26292"/>
                    <a:pt x="72454" y="26244"/>
                    <a:pt x="72063" y="26213"/>
                  </a:cubicBezTo>
                  <a:close/>
                  <a:moveTo>
                    <a:pt x="72060" y="26263"/>
                  </a:moveTo>
                  <a:lnTo>
                    <a:pt x="72019" y="26388"/>
                  </a:lnTo>
                  <a:cubicBezTo>
                    <a:pt x="72047" y="26333"/>
                    <a:pt x="72057" y="26295"/>
                    <a:pt x="72060" y="26263"/>
                  </a:cubicBezTo>
                  <a:close/>
                  <a:moveTo>
                    <a:pt x="73299" y="26355"/>
                  </a:moveTo>
                  <a:cubicBezTo>
                    <a:pt x="74073" y="26468"/>
                    <a:pt x="74900" y="26629"/>
                    <a:pt x="75745" y="26827"/>
                  </a:cubicBezTo>
                  <a:cubicBezTo>
                    <a:pt x="74902" y="26608"/>
                    <a:pt x="74081" y="26456"/>
                    <a:pt x="73299" y="26355"/>
                  </a:cubicBezTo>
                  <a:close/>
                  <a:moveTo>
                    <a:pt x="89771" y="34760"/>
                  </a:moveTo>
                  <a:cubicBezTo>
                    <a:pt x="89606" y="34939"/>
                    <a:pt x="89428" y="35122"/>
                    <a:pt x="89244" y="35307"/>
                  </a:cubicBezTo>
                  <a:lnTo>
                    <a:pt x="89244" y="35307"/>
                  </a:lnTo>
                  <a:cubicBezTo>
                    <a:pt x="89439" y="35112"/>
                    <a:pt x="89616" y="34931"/>
                    <a:pt x="89771" y="34760"/>
                  </a:cubicBezTo>
                  <a:close/>
                  <a:moveTo>
                    <a:pt x="89244" y="35307"/>
                  </a:moveTo>
                  <a:lnTo>
                    <a:pt x="89244" y="35307"/>
                  </a:lnTo>
                  <a:cubicBezTo>
                    <a:pt x="88888" y="35662"/>
                    <a:pt x="88471" y="36060"/>
                    <a:pt x="88018" y="36514"/>
                  </a:cubicBezTo>
                  <a:cubicBezTo>
                    <a:pt x="88409" y="36122"/>
                    <a:pt x="88842" y="35711"/>
                    <a:pt x="89244" y="35307"/>
                  </a:cubicBezTo>
                  <a:close/>
                  <a:moveTo>
                    <a:pt x="98319" y="20865"/>
                  </a:moveTo>
                  <a:lnTo>
                    <a:pt x="98319" y="20865"/>
                  </a:lnTo>
                  <a:cubicBezTo>
                    <a:pt x="98275" y="24284"/>
                    <a:pt x="97705" y="36251"/>
                    <a:pt x="97091" y="41511"/>
                  </a:cubicBezTo>
                  <a:cubicBezTo>
                    <a:pt x="97749" y="36294"/>
                    <a:pt x="98319" y="24372"/>
                    <a:pt x="98319" y="20865"/>
                  </a:cubicBezTo>
                  <a:close/>
                  <a:moveTo>
                    <a:pt x="92357" y="60008"/>
                  </a:moveTo>
                  <a:cubicBezTo>
                    <a:pt x="92138" y="60359"/>
                    <a:pt x="91788" y="60885"/>
                    <a:pt x="91262" y="61192"/>
                  </a:cubicBezTo>
                  <a:cubicBezTo>
                    <a:pt x="91831" y="60885"/>
                    <a:pt x="92182" y="60359"/>
                    <a:pt x="92357" y="60008"/>
                  </a:cubicBezTo>
                  <a:close/>
                  <a:moveTo>
                    <a:pt x="83415" y="61411"/>
                  </a:moveTo>
                  <a:lnTo>
                    <a:pt x="83372" y="61455"/>
                  </a:lnTo>
                  <a:lnTo>
                    <a:pt x="83426" y="61783"/>
                  </a:lnTo>
                  <a:lnTo>
                    <a:pt x="83426" y="61783"/>
                  </a:lnTo>
                  <a:cubicBezTo>
                    <a:pt x="83415" y="61669"/>
                    <a:pt x="83415" y="61549"/>
                    <a:pt x="83415" y="61411"/>
                  </a:cubicBezTo>
                  <a:close/>
                  <a:moveTo>
                    <a:pt x="83426" y="61783"/>
                  </a:moveTo>
                  <a:cubicBezTo>
                    <a:pt x="83433" y="61850"/>
                    <a:pt x="83443" y="61916"/>
                    <a:pt x="83459" y="61981"/>
                  </a:cubicBezTo>
                  <a:lnTo>
                    <a:pt x="83426" y="6178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0"/>
            <p:cNvSpPr/>
            <p:nvPr/>
          </p:nvSpPr>
          <p:spPr>
            <a:xfrm>
              <a:off x="5098150" y="3253625"/>
              <a:ext cx="392325" cy="138100"/>
            </a:xfrm>
            <a:custGeom>
              <a:avLst/>
              <a:gdLst/>
              <a:ahLst/>
              <a:cxnLst/>
              <a:rect l="l" t="t" r="r" b="b"/>
              <a:pathLst>
                <a:path w="15693" h="5524" extrusionOk="0">
                  <a:moveTo>
                    <a:pt x="15254" y="1"/>
                  </a:moveTo>
                  <a:cubicBezTo>
                    <a:pt x="14904" y="220"/>
                    <a:pt x="6751" y="4691"/>
                    <a:pt x="263" y="4954"/>
                  </a:cubicBezTo>
                  <a:cubicBezTo>
                    <a:pt x="132" y="4954"/>
                    <a:pt x="0" y="5085"/>
                    <a:pt x="0" y="5261"/>
                  </a:cubicBezTo>
                  <a:cubicBezTo>
                    <a:pt x="0" y="5392"/>
                    <a:pt x="132" y="5524"/>
                    <a:pt x="307" y="5524"/>
                  </a:cubicBezTo>
                  <a:cubicBezTo>
                    <a:pt x="7014" y="5261"/>
                    <a:pt x="15210" y="702"/>
                    <a:pt x="15517" y="527"/>
                  </a:cubicBezTo>
                  <a:cubicBezTo>
                    <a:pt x="15605" y="483"/>
                    <a:pt x="15649" y="439"/>
                    <a:pt x="15693" y="351"/>
                  </a:cubicBezTo>
                  <a:cubicBezTo>
                    <a:pt x="15693" y="264"/>
                    <a:pt x="15693" y="176"/>
                    <a:pt x="15649" y="132"/>
                  </a:cubicBezTo>
                  <a:cubicBezTo>
                    <a:pt x="15605" y="45"/>
                    <a:pt x="15517" y="1"/>
                    <a:pt x="15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0"/>
            <p:cNvSpPr/>
            <p:nvPr/>
          </p:nvSpPr>
          <p:spPr>
            <a:xfrm>
              <a:off x="5139775" y="3261300"/>
              <a:ext cx="340825" cy="120575"/>
            </a:xfrm>
            <a:custGeom>
              <a:avLst/>
              <a:gdLst/>
              <a:ahLst/>
              <a:cxnLst/>
              <a:rect l="l" t="t" r="r" b="b"/>
              <a:pathLst>
                <a:path w="13633" h="4823" extrusionOk="0">
                  <a:moveTo>
                    <a:pt x="13632" y="1"/>
                  </a:moveTo>
                  <a:cubicBezTo>
                    <a:pt x="12796" y="485"/>
                    <a:pt x="6004" y="4077"/>
                    <a:pt x="1" y="4822"/>
                  </a:cubicBezTo>
                  <a:cubicBezTo>
                    <a:pt x="6092" y="4077"/>
                    <a:pt x="12796" y="485"/>
                    <a:pt x="13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0"/>
            <p:cNvSpPr/>
            <p:nvPr/>
          </p:nvSpPr>
          <p:spPr>
            <a:xfrm>
              <a:off x="5997825" y="2309025"/>
              <a:ext cx="105225" cy="615875"/>
            </a:xfrm>
            <a:custGeom>
              <a:avLst/>
              <a:gdLst/>
              <a:ahLst/>
              <a:cxnLst/>
              <a:rect l="l" t="t" r="r" b="b"/>
              <a:pathLst>
                <a:path w="4209" h="24635" extrusionOk="0">
                  <a:moveTo>
                    <a:pt x="3902" y="0"/>
                  </a:moveTo>
                  <a:lnTo>
                    <a:pt x="3770" y="44"/>
                  </a:lnTo>
                  <a:cubicBezTo>
                    <a:pt x="2017" y="789"/>
                    <a:pt x="1841" y="3551"/>
                    <a:pt x="1666" y="5786"/>
                  </a:cubicBezTo>
                  <a:cubicBezTo>
                    <a:pt x="1622" y="6269"/>
                    <a:pt x="1578" y="6663"/>
                    <a:pt x="1535" y="7058"/>
                  </a:cubicBezTo>
                  <a:cubicBezTo>
                    <a:pt x="1315" y="9337"/>
                    <a:pt x="0" y="24153"/>
                    <a:pt x="0" y="24328"/>
                  </a:cubicBezTo>
                  <a:cubicBezTo>
                    <a:pt x="0" y="24372"/>
                    <a:pt x="0" y="24459"/>
                    <a:pt x="44" y="24503"/>
                  </a:cubicBezTo>
                  <a:cubicBezTo>
                    <a:pt x="88" y="24591"/>
                    <a:pt x="176" y="24635"/>
                    <a:pt x="263" y="24635"/>
                  </a:cubicBezTo>
                  <a:cubicBezTo>
                    <a:pt x="439" y="24635"/>
                    <a:pt x="570" y="24503"/>
                    <a:pt x="570" y="24372"/>
                  </a:cubicBezTo>
                  <a:cubicBezTo>
                    <a:pt x="614" y="23758"/>
                    <a:pt x="1885" y="9337"/>
                    <a:pt x="2148" y="7145"/>
                  </a:cubicBezTo>
                  <a:cubicBezTo>
                    <a:pt x="2192" y="6751"/>
                    <a:pt x="2192" y="6312"/>
                    <a:pt x="2236" y="5830"/>
                  </a:cubicBezTo>
                  <a:cubicBezTo>
                    <a:pt x="2367" y="3770"/>
                    <a:pt x="2587" y="1184"/>
                    <a:pt x="3989" y="570"/>
                  </a:cubicBezTo>
                  <a:cubicBezTo>
                    <a:pt x="4165" y="483"/>
                    <a:pt x="4208" y="351"/>
                    <a:pt x="4165" y="176"/>
                  </a:cubicBezTo>
                  <a:cubicBezTo>
                    <a:pt x="4121" y="88"/>
                    <a:pt x="4033" y="0"/>
                    <a:pt x="3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50"/>
            <p:cNvSpPr/>
            <p:nvPr/>
          </p:nvSpPr>
          <p:spPr>
            <a:xfrm>
              <a:off x="6004400" y="2881050"/>
              <a:ext cx="3300" cy="36175"/>
            </a:xfrm>
            <a:custGeom>
              <a:avLst/>
              <a:gdLst/>
              <a:ahLst/>
              <a:cxnLst/>
              <a:rect l="l" t="t" r="r" b="b"/>
              <a:pathLst>
                <a:path w="132" h="1447" extrusionOk="0">
                  <a:moveTo>
                    <a:pt x="132" y="0"/>
                  </a:moveTo>
                  <a:cubicBezTo>
                    <a:pt x="44" y="877"/>
                    <a:pt x="0" y="1403"/>
                    <a:pt x="0" y="1447"/>
                  </a:cubicBezTo>
                  <a:cubicBezTo>
                    <a:pt x="0" y="1447"/>
                    <a:pt x="88" y="789"/>
                    <a:pt x="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0"/>
            <p:cNvSpPr/>
            <p:nvPr/>
          </p:nvSpPr>
          <p:spPr>
            <a:xfrm>
              <a:off x="5112400" y="2367100"/>
              <a:ext cx="951200" cy="443850"/>
            </a:xfrm>
            <a:custGeom>
              <a:avLst/>
              <a:gdLst/>
              <a:ahLst/>
              <a:cxnLst/>
              <a:rect l="l" t="t" r="r" b="b"/>
              <a:pathLst>
                <a:path w="38048" h="17754" extrusionOk="0">
                  <a:moveTo>
                    <a:pt x="37741" y="1"/>
                  </a:moveTo>
                  <a:cubicBezTo>
                    <a:pt x="35768" y="44"/>
                    <a:pt x="33182" y="1885"/>
                    <a:pt x="30683" y="3639"/>
                  </a:cubicBezTo>
                  <a:cubicBezTo>
                    <a:pt x="29938" y="4209"/>
                    <a:pt x="29149" y="4778"/>
                    <a:pt x="28404" y="5261"/>
                  </a:cubicBezTo>
                  <a:cubicBezTo>
                    <a:pt x="25292" y="7277"/>
                    <a:pt x="16832" y="11836"/>
                    <a:pt x="10608" y="14641"/>
                  </a:cubicBezTo>
                  <a:cubicBezTo>
                    <a:pt x="5392" y="16964"/>
                    <a:pt x="1666" y="17183"/>
                    <a:pt x="658" y="17183"/>
                  </a:cubicBezTo>
                  <a:cubicBezTo>
                    <a:pt x="438" y="17183"/>
                    <a:pt x="351" y="17139"/>
                    <a:pt x="307" y="17139"/>
                  </a:cubicBezTo>
                  <a:cubicBezTo>
                    <a:pt x="175" y="17139"/>
                    <a:pt x="44" y="17271"/>
                    <a:pt x="44" y="17446"/>
                  </a:cubicBezTo>
                  <a:cubicBezTo>
                    <a:pt x="0" y="17578"/>
                    <a:pt x="132" y="17709"/>
                    <a:pt x="307" y="17753"/>
                  </a:cubicBezTo>
                  <a:lnTo>
                    <a:pt x="701" y="17753"/>
                  </a:lnTo>
                  <a:cubicBezTo>
                    <a:pt x="2016" y="17753"/>
                    <a:pt x="5655" y="17490"/>
                    <a:pt x="10827" y="15167"/>
                  </a:cubicBezTo>
                  <a:cubicBezTo>
                    <a:pt x="17095" y="12362"/>
                    <a:pt x="25555" y="7803"/>
                    <a:pt x="28711" y="5743"/>
                  </a:cubicBezTo>
                  <a:cubicBezTo>
                    <a:pt x="29456" y="5261"/>
                    <a:pt x="30245" y="4691"/>
                    <a:pt x="31034" y="4121"/>
                  </a:cubicBezTo>
                  <a:cubicBezTo>
                    <a:pt x="33445" y="2411"/>
                    <a:pt x="35943" y="614"/>
                    <a:pt x="37784" y="570"/>
                  </a:cubicBezTo>
                  <a:cubicBezTo>
                    <a:pt x="37960" y="570"/>
                    <a:pt x="38047" y="439"/>
                    <a:pt x="38047" y="264"/>
                  </a:cubicBezTo>
                  <a:cubicBezTo>
                    <a:pt x="38047" y="132"/>
                    <a:pt x="37960" y="1"/>
                    <a:pt x="37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50"/>
            <p:cNvSpPr/>
            <p:nvPr/>
          </p:nvSpPr>
          <p:spPr>
            <a:xfrm>
              <a:off x="5137600" y="2783525"/>
              <a:ext cx="120550" cy="19750"/>
            </a:xfrm>
            <a:custGeom>
              <a:avLst/>
              <a:gdLst/>
              <a:ahLst/>
              <a:cxnLst/>
              <a:rect l="l" t="t" r="r" b="b"/>
              <a:pathLst>
                <a:path w="4822" h="790" extrusionOk="0">
                  <a:moveTo>
                    <a:pt x="4822" y="0"/>
                  </a:moveTo>
                  <a:cubicBezTo>
                    <a:pt x="2499" y="614"/>
                    <a:pt x="833" y="789"/>
                    <a:pt x="0" y="789"/>
                  </a:cubicBezTo>
                  <a:cubicBezTo>
                    <a:pt x="833" y="789"/>
                    <a:pt x="2543" y="614"/>
                    <a:pt x="4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50"/>
            <p:cNvSpPr/>
            <p:nvPr/>
          </p:nvSpPr>
          <p:spPr>
            <a:xfrm>
              <a:off x="6083300" y="2300250"/>
              <a:ext cx="200550" cy="636700"/>
            </a:xfrm>
            <a:custGeom>
              <a:avLst/>
              <a:gdLst/>
              <a:ahLst/>
              <a:cxnLst/>
              <a:rect l="l" t="t" r="r" b="b"/>
              <a:pathLst>
                <a:path w="8022" h="25468" extrusionOk="0">
                  <a:moveTo>
                    <a:pt x="6532" y="1"/>
                  </a:moveTo>
                  <a:lnTo>
                    <a:pt x="6356" y="45"/>
                  </a:lnTo>
                  <a:lnTo>
                    <a:pt x="2981" y="2718"/>
                  </a:lnTo>
                  <a:cubicBezTo>
                    <a:pt x="2718" y="2806"/>
                    <a:pt x="1754" y="3420"/>
                    <a:pt x="1578" y="6137"/>
                  </a:cubicBezTo>
                  <a:cubicBezTo>
                    <a:pt x="1447" y="8636"/>
                    <a:pt x="483" y="19594"/>
                    <a:pt x="220" y="22882"/>
                  </a:cubicBezTo>
                  <a:lnTo>
                    <a:pt x="176" y="23057"/>
                  </a:lnTo>
                  <a:cubicBezTo>
                    <a:pt x="176" y="23189"/>
                    <a:pt x="0" y="24460"/>
                    <a:pt x="614" y="25117"/>
                  </a:cubicBezTo>
                  <a:cubicBezTo>
                    <a:pt x="746" y="25293"/>
                    <a:pt x="1052" y="25468"/>
                    <a:pt x="1491" y="25468"/>
                  </a:cubicBezTo>
                  <a:lnTo>
                    <a:pt x="1622" y="25468"/>
                  </a:lnTo>
                  <a:cubicBezTo>
                    <a:pt x="3025" y="25336"/>
                    <a:pt x="3945" y="24986"/>
                    <a:pt x="4033" y="24942"/>
                  </a:cubicBezTo>
                  <a:cubicBezTo>
                    <a:pt x="4165" y="24898"/>
                    <a:pt x="4252" y="24723"/>
                    <a:pt x="4208" y="24591"/>
                  </a:cubicBezTo>
                  <a:cubicBezTo>
                    <a:pt x="4165" y="24460"/>
                    <a:pt x="4033" y="24416"/>
                    <a:pt x="3945" y="24416"/>
                  </a:cubicBezTo>
                  <a:lnTo>
                    <a:pt x="3814" y="24416"/>
                  </a:lnTo>
                  <a:cubicBezTo>
                    <a:pt x="3814" y="24416"/>
                    <a:pt x="2937" y="24767"/>
                    <a:pt x="1578" y="24898"/>
                  </a:cubicBezTo>
                  <a:lnTo>
                    <a:pt x="1491" y="24898"/>
                  </a:lnTo>
                  <a:cubicBezTo>
                    <a:pt x="1228" y="24898"/>
                    <a:pt x="1096" y="24810"/>
                    <a:pt x="1052" y="24723"/>
                  </a:cubicBezTo>
                  <a:cubicBezTo>
                    <a:pt x="658" y="24328"/>
                    <a:pt x="702" y="23408"/>
                    <a:pt x="746" y="23101"/>
                  </a:cubicBezTo>
                  <a:cubicBezTo>
                    <a:pt x="789" y="22969"/>
                    <a:pt x="2017" y="9074"/>
                    <a:pt x="2148" y="6181"/>
                  </a:cubicBezTo>
                  <a:cubicBezTo>
                    <a:pt x="2280" y="3727"/>
                    <a:pt x="3113" y="3288"/>
                    <a:pt x="3200" y="3244"/>
                  </a:cubicBezTo>
                  <a:lnTo>
                    <a:pt x="3332" y="3201"/>
                  </a:lnTo>
                  <a:lnTo>
                    <a:pt x="6619" y="614"/>
                  </a:lnTo>
                  <a:cubicBezTo>
                    <a:pt x="6882" y="702"/>
                    <a:pt x="7277" y="1009"/>
                    <a:pt x="7321" y="1929"/>
                  </a:cubicBezTo>
                  <a:cubicBezTo>
                    <a:pt x="7452" y="3507"/>
                    <a:pt x="6444" y="13238"/>
                    <a:pt x="6444" y="13370"/>
                  </a:cubicBezTo>
                  <a:cubicBezTo>
                    <a:pt x="6444" y="13414"/>
                    <a:pt x="6444" y="13501"/>
                    <a:pt x="6488" y="13589"/>
                  </a:cubicBezTo>
                  <a:cubicBezTo>
                    <a:pt x="6532" y="13633"/>
                    <a:pt x="6619" y="13677"/>
                    <a:pt x="6707" y="13677"/>
                  </a:cubicBezTo>
                  <a:cubicBezTo>
                    <a:pt x="6882" y="13677"/>
                    <a:pt x="7014" y="13545"/>
                    <a:pt x="7014" y="13414"/>
                  </a:cubicBezTo>
                  <a:cubicBezTo>
                    <a:pt x="7058" y="13019"/>
                    <a:pt x="8022" y="3507"/>
                    <a:pt x="7934" y="1886"/>
                  </a:cubicBezTo>
                  <a:cubicBezTo>
                    <a:pt x="7759" y="45"/>
                    <a:pt x="6532" y="1"/>
                    <a:pt x="6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50"/>
            <p:cNvSpPr/>
            <p:nvPr/>
          </p:nvSpPr>
          <p:spPr>
            <a:xfrm>
              <a:off x="6149050" y="2374775"/>
              <a:ext cx="12075" cy="9875"/>
            </a:xfrm>
            <a:custGeom>
              <a:avLst/>
              <a:gdLst/>
              <a:ahLst/>
              <a:cxnLst/>
              <a:rect l="l" t="t" r="r" b="b"/>
              <a:pathLst>
                <a:path w="483" h="395" extrusionOk="0">
                  <a:moveTo>
                    <a:pt x="483" y="0"/>
                  </a:moveTo>
                  <a:lnTo>
                    <a:pt x="483" y="0"/>
                  </a:lnTo>
                  <a:cubicBezTo>
                    <a:pt x="351" y="44"/>
                    <a:pt x="176" y="176"/>
                    <a:pt x="0" y="395"/>
                  </a:cubicBezTo>
                  <a:cubicBezTo>
                    <a:pt x="220" y="132"/>
                    <a:pt x="395" y="44"/>
                    <a:pt x="4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50"/>
            <p:cNvSpPr/>
            <p:nvPr/>
          </p:nvSpPr>
          <p:spPr>
            <a:xfrm>
              <a:off x="6187400" y="2186300"/>
              <a:ext cx="95375" cy="137000"/>
            </a:xfrm>
            <a:custGeom>
              <a:avLst/>
              <a:gdLst/>
              <a:ahLst/>
              <a:cxnLst/>
              <a:rect l="l" t="t" r="r" b="b"/>
              <a:pathLst>
                <a:path w="3815" h="5480" extrusionOk="0">
                  <a:moveTo>
                    <a:pt x="1842" y="0"/>
                  </a:moveTo>
                  <a:cubicBezTo>
                    <a:pt x="1009" y="0"/>
                    <a:pt x="176" y="614"/>
                    <a:pt x="132" y="658"/>
                  </a:cubicBezTo>
                  <a:cubicBezTo>
                    <a:pt x="44" y="701"/>
                    <a:pt x="44" y="789"/>
                    <a:pt x="1" y="833"/>
                  </a:cubicBezTo>
                  <a:cubicBezTo>
                    <a:pt x="1" y="921"/>
                    <a:pt x="1" y="1008"/>
                    <a:pt x="44" y="1052"/>
                  </a:cubicBezTo>
                  <a:cubicBezTo>
                    <a:pt x="132" y="1140"/>
                    <a:pt x="220" y="1184"/>
                    <a:pt x="307" y="1184"/>
                  </a:cubicBezTo>
                  <a:lnTo>
                    <a:pt x="483" y="1140"/>
                  </a:lnTo>
                  <a:cubicBezTo>
                    <a:pt x="658" y="964"/>
                    <a:pt x="1316" y="614"/>
                    <a:pt x="1842" y="614"/>
                  </a:cubicBezTo>
                  <a:lnTo>
                    <a:pt x="2061" y="614"/>
                  </a:lnTo>
                  <a:cubicBezTo>
                    <a:pt x="2280" y="658"/>
                    <a:pt x="2411" y="789"/>
                    <a:pt x="2543" y="1008"/>
                  </a:cubicBezTo>
                  <a:cubicBezTo>
                    <a:pt x="3069" y="2016"/>
                    <a:pt x="2850" y="4340"/>
                    <a:pt x="2718" y="5172"/>
                  </a:cubicBezTo>
                  <a:cubicBezTo>
                    <a:pt x="2718" y="5216"/>
                    <a:pt x="2718" y="5304"/>
                    <a:pt x="2762" y="5392"/>
                  </a:cubicBezTo>
                  <a:cubicBezTo>
                    <a:pt x="2806" y="5435"/>
                    <a:pt x="2894" y="5479"/>
                    <a:pt x="2981" y="5479"/>
                  </a:cubicBezTo>
                  <a:lnTo>
                    <a:pt x="3025" y="5479"/>
                  </a:lnTo>
                  <a:cubicBezTo>
                    <a:pt x="3157" y="5479"/>
                    <a:pt x="3288" y="5392"/>
                    <a:pt x="3288" y="5260"/>
                  </a:cubicBezTo>
                  <a:cubicBezTo>
                    <a:pt x="3332" y="5129"/>
                    <a:pt x="3814" y="2148"/>
                    <a:pt x="3069" y="745"/>
                  </a:cubicBezTo>
                  <a:cubicBezTo>
                    <a:pt x="2850" y="395"/>
                    <a:pt x="2543" y="132"/>
                    <a:pt x="2192" y="44"/>
                  </a:cubicBezTo>
                  <a:cubicBezTo>
                    <a:pt x="2061" y="44"/>
                    <a:pt x="1973" y="0"/>
                    <a:pt x="18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50"/>
            <p:cNvSpPr/>
            <p:nvPr/>
          </p:nvSpPr>
          <p:spPr>
            <a:xfrm>
              <a:off x="6187400" y="2186300"/>
              <a:ext cx="95375" cy="137000"/>
            </a:xfrm>
            <a:custGeom>
              <a:avLst/>
              <a:gdLst/>
              <a:ahLst/>
              <a:cxnLst/>
              <a:rect l="l" t="t" r="r" b="b"/>
              <a:pathLst>
                <a:path w="3815" h="5480" extrusionOk="0">
                  <a:moveTo>
                    <a:pt x="1842" y="0"/>
                  </a:moveTo>
                  <a:cubicBezTo>
                    <a:pt x="1009" y="0"/>
                    <a:pt x="176" y="614"/>
                    <a:pt x="132" y="658"/>
                  </a:cubicBezTo>
                  <a:cubicBezTo>
                    <a:pt x="44" y="701"/>
                    <a:pt x="44" y="789"/>
                    <a:pt x="1" y="833"/>
                  </a:cubicBezTo>
                  <a:cubicBezTo>
                    <a:pt x="1" y="921"/>
                    <a:pt x="1" y="1008"/>
                    <a:pt x="44" y="1052"/>
                  </a:cubicBezTo>
                  <a:cubicBezTo>
                    <a:pt x="132" y="1140"/>
                    <a:pt x="220" y="1184"/>
                    <a:pt x="307" y="1184"/>
                  </a:cubicBezTo>
                  <a:lnTo>
                    <a:pt x="483" y="1140"/>
                  </a:lnTo>
                  <a:cubicBezTo>
                    <a:pt x="658" y="964"/>
                    <a:pt x="1316" y="614"/>
                    <a:pt x="1842" y="614"/>
                  </a:cubicBezTo>
                  <a:lnTo>
                    <a:pt x="2061" y="614"/>
                  </a:lnTo>
                  <a:cubicBezTo>
                    <a:pt x="2280" y="658"/>
                    <a:pt x="2411" y="789"/>
                    <a:pt x="2543" y="1008"/>
                  </a:cubicBezTo>
                  <a:cubicBezTo>
                    <a:pt x="3069" y="2016"/>
                    <a:pt x="2850" y="4340"/>
                    <a:pt x="2718" y="5172"/>
                  </a:cubicBezTo>
                  <a:cubicBezTo>
                    <a:pt x="2718" y="5216"/>
                    <a:pt x="2718" y="5304"/>
                    <a:pt x="2762" y="5392"/>
                  </a:cubicBezTo>
                  <a:cubicBezTo>
                    <a:pt x="2806" y="5435"/>
                    <a:pt x="2894" y="5479"/>
                    <a:pt x="2981" y="5479"/>
                  </a:cubicBezTo>
                  <a:lnTo>
                    <a:pt x="3025" y="5479"/>
                  </a:lnTo>
                  <a:cubicBezTo>
                    <a:pt x="3157" y="5479"/>
                    <a:pt x="3288" y="5392"/>
                    <a:pt x="3288" y="5260"/>
                  </a:cubicBezTo>
                  <a:cubicBezTo>
                    <a:pt x="3332" y="5129"/>
                    <a:pt x="3814" y="2148"/>
                    <a:pt x="3069" y="745"/>
                  </a:cubicBezTo>
                  <a:cubicBezTo>
                    <a:pt x="2850" y="395"/>
                    <a:pt x="2543" y="132"/>
                    <a:pt x="2192" y="44"/>
                  </a:cubicBezTo>
                  <a:cubicBezTo>
                    <a:pt x="2061" y="44"/>
                    <a:pt x="1973" y="0"/>
                    <a:pt x="18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50"/>
            <p:cNvSpPr/>
            <p:nvPr/>
          </p:nvSpPr>
          <p:spPr>
            <a:xfrm>
              <a:off x="6195075" y="1731525"/>
              <a:ext cx="180825" cy="478900"/>
            </a:xfrm>
            <a:custGeom>
              <a:avLst/>
              <a:gdLst/>
              <a:ahLst/>
              <a:cxnLst/>
              <a:rect l="l" t="t" r="r" b="b"/>
              <a:pathLst>
                <a:path w="7233" h="19156" extrusionOk="0">
                  <a:moveTo>
                    <a:pt x="2192" y="0"/>
                  </a:moveTo>
                  <a:cubicBezTo>
                    <a:pt x="2061" y="0"/>
                    <a:pt x="1929" y="88"/>
                    <a:pt x="1929" y="220"/>
                  </a:cubicBezTo>
                  <a:cubicBezTo>
                    <a:pt x="1885" y="307"/>
                    <a:pt x="1885" y="395"/>
                    <a:pt x="1929" y="439"/>
                  </a:cubicBezTo>
                  <a:cubicBezTo>
                    <a:pt x="1973" y="526"/>
                    <a:pt x="2017" y="570"/>
                    <a:pt x="2104" y="570"/>
                  </a:cubicBezTo>
                  <a:cubicBezTo>
                    <a:pt x="2280" y="658"/>
                    <a:pt x="6619" y="1885"/>
                    <a:pt x="6488" y="7759"/>
                  </a:cubicBezTo>
                  <a:cubicBezTo>
                    <a:pt x="6312" y="13764"/>
                    <a:pt x="176" y="18586"/>
                    <a:pt x="132" y="18673"/>
                  </a:cubicBezTo>
                  <a:cubicBezTo>
                    <a:pt x="0" y="18761"/>
                    <a:pt x="0" y="18936"/>
                    <a:pt x="88" y="19068"/>
                  </a:cubicBezTo>
                  <a:cubicBezTo>
                    <a:pt x="132" y="19155"/>
                    <a:pt x="220" y="19155"/>
                    <a:pt x="307" y="19155"/>
                  </a:cubicBezTo>
                  <a:lnTo>
                    <a:pt x="483" y="19112"/>
                  </a:lnTo>
                  <a:cubicBezTo>
                    <a:pt x="746" y="18892"/>
                    <a:pt x="6882" y="14071"/>
                    <a:pt x="7058" y="7803"/>
                  </a:cubicBezTo>
                  <a:cubicBezTo>
                    <a:pt x="7233" y="1447"/>
                    <a:pt x="2324" y="44"/>
                    <a:pt x="2280" y="44"/>
                  </a:cubicBezTo>
                  <a:lnTo>
                    <a:pt x="21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50"/>
            <p:cNvSpPr/>
            <p:nvPr/>
          </p:nvSpPr>
          <p:spPr>
            <a:xfrm>
              <a:off x="6208225" y="1967125"/>
              <a:ext cx="151250" cy="232350"/>
            </a:xfrm>
            <a:custGeom>
              <a:avLst/>
              <a:gdLst/>
              <a:ahLst/>
              <a:cxnLst/>
              <a:rect l="l" t="t" r="r" b="b"/>
              <a:pathLst>
                <a:path w="6050" h="9294" extrusionOk="0">
                  <a:moveTo>
                    <a:pt x="6049" y="1"/>
                  </a:moveTo>
                  <a:lnTo>
                    <a:pt x="6049" y="1"/>
                  </a:lnTo>
                  <a:cubicBezTo>
                    <a:pt x="5129" y="4735"/>
                    <a:pt x="921" y="8504"/>
                    <a:pt x="0" y="9293"/>
                  </a:cubicBezTo>
                  <a:cubicBezTo>
                    <a:pt x="965" y="8504"/>
                    <a:pt x="5129" y="4822"/>
                    <a:pt x="6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0"/>
            <p:cNvSpPr/>
            <p:nvPr/>
          </p:nvSpPr>
          <p:spPr>
            <a:xfrm>
              <a:off x="5712900" y="1562775"/>
              <a:ext cx="32900" cy="482175"/>
            </a:xfrm>
            <a:custGeom>
              <a:avLst/>
              <a:gdLst/>
              <a:ahLst/>
              <a:cxnLst/>
              <a:rect l="l" t="t" r="r" b="b"/>
              <a:pathLst>
                <a:path w="1316" h="19287" extrusionOk="0">
                  <a:moveTo>
                    <a:pt x="1053" y="0"/>
                  </a:moveTo>
                  <a:cubicBezTo>
                    <a:pt x="877" y="0"/>
                    <a:pt x="746" y="132"/>
                    <a:pt x="746" y="307"/>
                  </a:cubicBezTo>
                  <a:lnTo>
                    <a:pt x="1" y="19024"/>
                  </a:lnTo>
                  <a:cubicBezTo>
                    <a:pt x="1" y="19155"/>
                    <a:pt x="132" y="19287"/>
                    <a:pt x="264" y="19287"/>
                  </a:cubicBezTo>
                  <a:lnTo>
                    <a:pt x="308" y="19287"/>
                  </a:lnTo>
                  <a:cubicBezTo>
                    <a:pt x="439" y="19287"/>
                    <a:pt x="571" y="19199"/>
                    <a:pt x="571" y="19024"/>
                  </a:cubicBezTo>
                  <a:lnTo>
                    <a:pt x="1316" y="307"/>
                  </a:lnTo>
                  <a:cubicBezTo>
                    <a:pt x="1316" y="219"/>
                    <a:pt x="1316" y="175"/>
                    <a:pt x="1228" y="88"/>
                  </a:cubicBezTo>
                  <a:cubicBezTo>
                    <a:pt x="1184" y="44"/>
                    <a:pt x="1140" y="0"/>
                    <a:pt x="1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0"/>
            <p:cNvSpPr/>
            <p:nvPr/>
          </p:nvSpPr>
          <p:spPr>
            <a:xfrm>
              <a:off x="5719475" y="1570425"/>
              <a:ext cx="19750" cy="467950"/>
            </a:xfrm>
            <a:custGeom>
              <a:avLst/>
              <a:gdLst/>
              <a:ahLst/>
              <a:cxnLst/>
              <a:rect l="l" t="t" r="r" b="b"/>
              <a:pathLst>
                <a:path w="790" h="18718" extrusionOk="0">
                  <a:moveTo>
                    <a:pt x="790" y="1"/>
                  </a:moveTo>
                  <a:lnTo>
                    <a:pt x="1" y="18718"/>
                  </a:lnTo>
                  <a:lnTo>
                    <a:pt x="45" y="18718"/>
                  </a:lnTo>
                  <a:lnTo>
                    <a:pt x="7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50"/>
            <p:cNvSpPr/>
            <p:nvPr/>
          </p:nvSpPr>
          <p:spPr>
            <a:xfrm>
              <a:off x="4774875" y="1414825"/>
              <a:ext cx="23025" cy="426300"/>
            </a:xfrm>
            <a:custGeom>
              <a:avLst/>
              <a:gdLst/>
              <a:ahLst/>
              <a:cxnLst/>
              <a:rect l="l" t="t" r="r" b="b"/>
              <a:pathLst>
                <a:path w="921" h="17052" extrusionOk="0">
                  <a:moveTo>
                    <a:pt x="614" y="1"/>
                  </a:moveTo>
                  <a:cubicBezTo>
                    <a:pt x="482" y="1"/>
                    <a:pt x="351" y="88"/>
                    <a:pt x="351" y="264"/>
                  </a:cubicBezTo>
                  <a:lnTo>
                    <a:pt x="0" y="16745"/>
                  </a:lnTo>
                  <a:cubicBezTo>
                    <a:pt x="0" y="16833"/>
                    <a:pt x="44" y="16920"/>
                    <a:pt x="88" y="16964"/>
                  </a:cubicBezTo>
                  <a:cubicBezTo>
                    <a:pt x="132" y="17008"/>
                    <a:pt x="219" y="17052"/>
                    <a:pt x="307" y="17052"/>
                  </a:cubicBezTo>
                  <a:cubicBezTo>
                    <a:pt x="482" y="17052"/>
                    <a:pt x="614" y="16920"/>
                    <a:pt x="614" y="16745"/>
                  </a:cubicBezTo>
                  <a:lnTo>
                    <a:pt x="921" y="264"/>
                  </a:lnTo>
                  <a:cubicBezTo>
                    <a:pt x="921" y="132"/>
                    <a:pt x="789" y="1"/>
                    <a:pt x="6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50"/>
            <p:cNvSpPr/>
            <p:nvPr/>
          </p:nvSpPr>
          <p:spPr>
            <a:xfrm>
              <a:off x="4782550" y="1421400"/>
              <a:ext cx="8775" cy="412050"/>
            </a:xfrm>
            <a:custGeom>
              <a:avLst/>
              <a:gdLst/>
              <a:ahLst/>
              <a:cxnLst/>
              <a:rect l="l" t="t" r="r" b="b"/>
              <a:pathLst>
                <a:path w="351" h="16482" extrusionOk="0">
                  <a:moveTo>
                    <a:pt x="0" y="16482"/>
                  </a:moveTo>
                  <a:lnTo>
                    <a:pt x="351" y="1"/>
                  </a:lnTo>
                  <a:lnTo>
                    <a:pt x="0" y="164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0"/>
            <p:cNvSpPr/>
            <p:nvPr/>
          </p:nvSpPr>
          <p:spPr>
            <a:xfrm>
              <a:off x="2859350" y="1517825"/>
              <a:ext cx="2605925" cy="604925"/>
            </a:xfrm>
            <a:custGeom>
              <a:avLst/>
              <a:gdLst/>
              <a:ahLst/>
              <a:cxnLst/>
              <a:rect l="l" t="t" r="r" b="b"/>
              <a:pathLst>
                <a:path w="104237" h="24197" extrusionOk="0">
                  <a:moveTo>
                    <a:pt x="351" y="1"/>
                  </a:moveTo>
                  <a:lnTo>
                    <a:pt x="176" y="89"/>
                  </a:lnTo>
                  <a:cubicBezTo>
                    <a:pt x="44" y="176"/>
                    <a:pt x="1" y="352"/>
                    <a:pt x="88" y="483"/>
                  </a:cubicBezTo>
                  <a:cubicBezTo>
                    <a:pt x="176" y="571"/>
                    <a:pt x="6488" y="8943"/>
                    <a:pt x="15693" y="11485"/>
                  </a:cubicBezTo>
                  <a:cubicBezTo>
                    <a:pt x="16876" y="11792"/>
                    <a:pt x="18191" y="12187"/>
                    <a:pt x="19594" y="12581"/>
                  </a:cubicBezTo>
                  <a:cubicBezTo>
                    <a:pt x="28974" y="15343"/>
                    <a:pt x="43176" y="19463"/>
                    <a:pt x="63822" y="19463"/>
                  </a:cubicBezTo>
                  <a:lnTo>
                    <a:pt x="64742" y="19463"/>
                  </a:lnTo>
                  <a:cubicBezTo>
                    <a:pt x="88588" y="19331"/>
                    <a:pt x="90823" y="19156"/>
                    <a:pt x="90911" y="19156"/>
                  </a:cubicBezTo>
                  <a:lnTo>
                    <a:pt x="91174" y="19156"/>
                  </a:lnTo>
                  <a:cubicBezTo>
                    <a:pt x="92182" y="19156"/>
                    <a:pt x="97530" y="19375"/>
                    <a:pt x="103754" y="24109"/>
                  </a:cubicBezTo>
                  <a:lnTo>
                    <a:pt x="103930" y="24197"/>
                  </a:lnTo>
                  <a:cubicBezTo>
                    <a:pt x="104017" y="24197"/>
                    <a:pt x="104105" y="24153"/>
                    <a:pt x="104149" y="24065"/>
                  </a:cubicBezTo>
                  <a:cubicBezTo>
                    <a:pt x="104193" y="24022"/>
                    <a:pt x="104236" y="23934"/>
                    <a:pt x="104236" y="23846"/>
                  </a:cubicBezTo>
                  <a:cubicBezTo>
                    <a:pt x="104193" y="23759"/>
                    <a:pt x="104193" y="23715"/>
                    <a:pt x="104105" y="23671"/>
                  </a:cubicBezTo>
                  <a:cubicBezTo>
                    <a:pt x="97881" y="18937"/>
                    <a:pt x="92664" y="18586"/>
                    <a:pt x="91218" y="18586"/>
                  </a:cubicBezTo>
                  <a:lnTo>
                    <a:pt x="90867" y="18586"/>
                  </a:lnTo>
                  <a:cubicBezTo>
                    <a:pt x="90780" y="18586"/>
                    <a:pt x="88544" y="18718"/>
                    <a:pt x="64742" y="18893"/>
                  </a:cubicBezTo>
                  <a:lnTo>
                    <a:pt x="63603" y="18893"/>
                  </a:lnTo>
                  <a:cubicBezTo>
                    <a:pt x="43264" y="18893"/>
                    <a:pt x="29150" y="14773"/>
                    <a:pt x="19857" y="12055"/>
                  </a:cubicBezTo>
                  <a:lnTo>
                    <a:pt x="19682" y="12011"/>
                  </a:lnTo>
                  <a:cubicBezTo>
                    <a:pt x="18279" y="11617"/>
                    <a:pt x="17008" y="11222"/>
                    <a:pt x="15868" y="10915"/>
                  </a:cubicBezTo>
                  <a:cubicBezTo>
                    <a:pt x="6795" y="8417"/>
                    <a:pt x="658" y="220"/>
                    <a:pt x="570" y="132"/>
                  </a:cubicBezTo>
                  <a:cubicBezTo>
                    <a:pt x="527" y="45"/>
                    <a:pt x="439" y="1"/>
                    <a:pt x="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50"/>
            <p:cNvSpPr/>
            <p:nvPr/>
          </p:nvSpPr>
          <p:spPr>
            <a:xfrm>
              <a:off x="5140875" y="1989050"/>
              <a:ext cx="265225" cy="89875"/>
            </a:xfrm>
            <a:custGeom>
              <a:avLst/>
              <a:gdLst/>
              <a:ahLst/>
              <a:cxnLst/>
              <a:rect l="l" t="t" r="r" b="b"/>
              <a:pathLst>
                <a:path w="10609" h="3595" extrusionOk="0">
                  <a:moveTo>
                    <a:pt x="1" y="0"/>
                  </a:moveTo>
                  <a:cubicBezTo>
                    <a:pt x="1097" y="44"/>
                    <a:pt x="5392" y="307"/>
                    <a:pt x="10608" y="3595"/>
                  </a:cubicBezTo>
                  <a:cubicBezTo>
                    <a:pt x="5436" y="307"/>
                    <a:pt x="1272"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50"/>
            <p:cNvSpPr/>
            <p:nvPr/>
          </p:nvSpPr>
          <p:spPr>
            <a:xfrm>
              <a:off x="2897700" y="1502500"/>
              <a:ext cx="603825" cy="370400"/>
            </a:xfrm>
            <a:custGeom>
              <a:avLst/>
              <a:gdLst/>
              <a:ahLst/>
              <a:cxnLst/>
              <a:rect l="l" t="t" r="r" b="b"/>
              <a:pathLst>
                <a:path w="24153" h="14816" extrusionOk="0">
                  <a:moveTo>
                    <a:pt x="308" y="0"/>
                  </a:moveTo>
                  <a:lnTo>
                    <a:pt x="132" y="44"/>
                  </a:lnTo>
                  <a:cubicBezTo>
                    <a:pt x="45" y="88"/>
                    <a:pt x="1" y="176"/>
                    <a:pt x="1" y="263"/>
                  </a:cubicBezTo>
                  <a:cubicBezTo>
                    <a:pt x="1" y="307"/>
                    <a:pt x="1" y="395"/>
                    <a:pt x="45" y="482"/>
                  </a:cubicBezTo>
                  <a:cubicBezTo>
                    <a:pt x="176" y="658"/>
                    <a:pt x="3157" y="5260"/>
                    <a:pt x="8504" y="8329"/>
                  </a:cubicBezTo>
                  <a:cubicBezTo>
                    <a:pt x="13852" y="11397"/>
                    <a:pt x="18016" y="12975"/>
                    <a:pt x="23758" y="14816"/>
                  </a:cubicBezTo>
                  <a:lnTo>
                    <a:pt x="23846" y="14816"/>
                  </a:lnTo>
                  <a:cubicBezTo>
                    <a:pt x="23978" y="14816"/>
                    <a:pt x="24065" y="14772"/>
                    <a:pt x="24109" y="14641"/>
                  </a:cubicBezTo>
                  <a:cubicBezTo>
                    <a:pt x="24153" y="14553"/>
                    <a:pt x="24109" y="14465"/>
                    <a:pt x="24109" y="14421"/>
                  </a:cubicBezTo>
                  <a:cubicBezTo>
                    <a:pt x="24065" y="14334"/>
                    <a:pt x="23978" y="14290"/>
                    <a:pt x="23934" y="14290"/>
                  </a:cubicBezTo>
                  <a:cubicBezTo>
                    <a:pt x="18104" y="12405"/>
                    <a:pt x="14159" y="10915"/>
                    <a:pt x="8811" y="7846"/>
                  </a:cubicBezTo>
                  <a:cubicBezTo>
                    <a:pt x="3551" y="4822"/>
                    <a:pt x="571" y="176"/>
                    <a:pt x="527" y="132"/>
                  </a:cubicBezTo>
                  <a:cubicBezTo>
                    <a:pt x="483" y="88"/>
                    <a:pt x="395"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0"/>
            <p:cNvSpPr/>
            <p:nvPr/>
          </p:nvSpPr>
          <p:spPr>
            <a:xfrm>
              <a:off x="2907575" y="1514550"/>
              <a:ext cx="142475" cy="147950"/>
            </a:xfrm>
            <a:custGeom>
              <a:avLst/>
              <a:gdLst/>
              <a:ahLst/>
              <a:cxnLst/>
              <a:rect l="l" t="t" r="r" b="b"/>
              <a:pathLst>
                <a:path w="5699" h="5918" extrusionOk="0">
                  <a:moveTo>
                    <a:pt x="5699" y="5918"/>
                  </a:moveTo>
                  <a:cubicBezTo>
                    <a:pt x="2455" y="3419"/>
                    <a:pt x="482" y="702"/>
                    <a:pt x="0" y="0"/>
                  </a:cubicBezTo>
                  <a:cubicBezTo>
                    <a:pt x="482" y="702"/>
                    <a:pt x="2455" y="3419"/>
                    <a:pt x="5699" y="59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0"/>
            <p:cNvSpPr/>
            <p:nvPr/>
          </p:nvSpPr>
          <p:spPr>
            <a:xfrm>
              <a:off x="4554600" y="2186300"/>
              <a:ext cx="747400" cy="499725"/>
            </a:xfrm>
            <a:custGeom>
              <a:avLst/>
              <a:gdLst/>
              <a:ahLst/>
              <a:cxnLst/>
              <a:rect l="l" t="t" r="r" b="b"/>
              <a:pathLst>
                <a:path w="29896" h="19989" extrusionOk="0">
                  <a:moveTo>
                    <a:pt x="308" y="0"/>
                  </a:moveTo>
                  <a:cubicBezTo>
                    <a:pt x="220" y="0"/>
                    <a:pt x="132" y="44"/>
                    <a:pt x="88" y="132"/>
                  </a:cubicBezTo>
                  <a:cubicBezTo>
                    <a:pt x="45" y="175"/>
                    <a:pt x="1" y="219"/>
                    <a:pt x="1" y="307"/>
                  </a:cubicBezTo>
                  <a:cubicBezTo>
                    <a:pt x="1" y="482"/>
                    <a:pt x="132" y="614"/>
                    <a:pt x="308" y="614"/>
                  </a:cubicBezTo>
                  <a:lnTo>
                    <a:pt x="877" y="614"/>
                  </a:lnTo>
                  <a:cubicBezTo>
                    <a:pt x="3420" y="614"/>
                    <a:pt x="16614" y="921"/>
                    <a:pt x="24548" y="7057"/>
                  </a:cubicBezTo>
                  <a:cubicBezTo>
                    <a:pt x="24635" y="7101"/>
                    <a:pt x="29019" y="10126"/>
                    <a:pt x="29282" y="19725"/>
                  </a:cubicBezTo>
                  <a:cubicBezTo>
                    <a:pt x="29282" y="19857"/>
                    <a:pt x="29413" y="19988"/>
                    <a:pt x="29588" y="19988"/>
                  </a:cubicBezTo>
                  <a:cubicBezTo>
                    <a:pt x="29764" y="19988"/>
                    <a:pt x="29895" y="19857"/>
                    <a:pt x="29895" y="19681"/>
                  </a:cubicBezTo>
                  <a:cubicBezTo>
                    <a:pt x="29588" y="9775"/>
                    <a:pt x="25117" y="6707"/>
                    <a:pt x="24898" y="6575"/>
                  </a:cubicBezTo>
                  <a:cubicBezTo>
                    <a:pt x="16833" y="351"/>
                    <a:pt x="3464" y="0"/>
                    <a:pt x="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50"/>
            <p:cNvSpPr/>
            <p:nvPr/>
          </p:nvSpPr>
          <p:spPr>
            <a:xfrm>
              <a:off x="5185825" y="2367125"/>
              <a:ext cx="93150" cy="185200"/>
            </a:xfrm>
            <a:custGeom>
              <a:avLst/>
              <a:gdLst/>
              <a:ahLst/>
              <a:cxnLst/>
              <a:rect l="l" t="t" r="r" b="b"/>
              <a:pathLst>
                <a:path w="3726" h="7408" extrusionOk="0">
                  <a:moveTo>
                    <a:pt x="1" y="1"/>
                  </a:moveTo>
                  <a:lnTo>
                    <a:pt x="1" y="1"/>
                  </a:lnTo>
                  <a:cubicBezTo>
                    <a:pt x="878" y="834"/>
                    <a:pt x="2762" y="3070"/>
                    <a:pt x="3726" y="7407"/>
                  </a:cubicBezTo>
                  <a:cubicBezTo>
                    <a:pt x="2762" y="3026"/>
                    <a:pt x="878" y="83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0"/>
            <p:cNvSpPr/>
            <p:nvPr/>
          </p:nvSpPr>
          <p:spPr>
            <a:xfrm>
              <a:off x="5091575" y="3336925"/>
              <a:ext cx="210425" cy="149050"/>
            </a:xfrm>
            <a:custGeom>
              <a:avLst/>
              <a:gdLst/>
              <a:ahLst/>
              <a:cxnLst/>
              <a:rect l="l" t="t" r="r" b="b"/>
              <a:pathLst>
                <a:path w="8417" h="5962" extrusionOk="0">
                  <a:moveTo>
                    <a:pt x="8109" y="0"/>
                  </a:moveTo>
                  <a:cubicBezTo>
                    <a:pt x="8022" y="0"/>
                    <a:pt x="7890" y="44"/>
                    <a:pt x="7846" y="132"/>
                  </a:cubicBezTo>
                  <a:cubicBezTo>
                    <a:pt x="7846" y="175"/>
                    <a:pt x="5655" y="4120"/>
                    <a:pt x="219" y="5392"/>
                  </a:cubicBezTo>
                  <a:cubicBezTo>
                    <a:pt x="132" y="5392"/>
                    <a:pt x="88" y="5435"/>
                    <a:pt x="44" y="5523"/>
                  </a:cubicBezTo>
                  <a:cubicBezTo>
                    <a:pt x="0" y="5567"/>
                    <a:pt x="0" y="5655"/>
                    <a:pt x="0" y="5742"/>
                  </a:cubicBezTo>
                  <a:cubicBezTo>
                    <a:pt x="44" y="5874"/>
                    <a:pt x="132" y="5961"/>
                    <a:pt x="263" y="5961"/>
                  </a:cubicBezTo>
                  <a:lnTo>
                    <a:pt x="351" y="5961"/>
                  </a:lnTo>
                  <a:cubicBezTo>
                    <a:pt x="6093" y="4646"/>
                    <a:pt x="8285" y="570"/>
                    <a:pt x="8372" y="395"/>
                  </a:cubicBezTo>
                  <a:cubicBezTo>
                    <a:pt x="8416" y="351"/>
                    <a:pt x="8416" y="263"/>
                    <a:pt x="8372" y="175"/>
                  </a:cubicBezTo>
                  <a:cubicBezTo>
                    <a:pt x="8372" y="132"/>
                    <a:pt x="8329" y="44"/>
                    <a:pt x="82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0"/>
            <p:cNvSpPr/>
            <p:nvPr/>
          </p:nvSpPr>
          <p:spPr>
            <a:xfrm>
              <a:off x="5134300" y="3343500"/>
              <a:ext cx="160025" cy="124950"/>
            </a:xfrm>
            <a:custGeom>
              <a:avLst/>
              <a:gdLst/>
              <a:ahLst/>
              <a:cxnLst/>
              <a:rect l="l" t="t" r="r" b="b"/>
              <a:pathLst>
                <a:path w="6401" h="4998" extrusionOk="0">
                  <a:moveTo>
                    <a:pt x="6400" y="0"/>
                  </a:moveTo>
                  <a:lnTo>
                    <a:pt x="6400" y="0"/>
                  </a:lnTo>
                  <a:cubicBezTo>
                    <a:pt x="6381" y="33"/>
                    <a:pt x="6324" y="134"/>
                    <a:pt x="6227" y="288"/>
                  </a:cubicBezTo>
                  <a:lnTo>
                    <a:pt x="6227" y="288"/>
                  </a:lnTo>
                  <a:cubicBezTo>
                    <a:pt x="6330" y="129"/>
                    <a:pt x="6387" y="27"/>
                    <a:pt x="6400" y="0"/>
                  </a:cubicBezTo>
                  <a:close/>
                  <a:moveTo>
                    <a:pt x="6227" y="288"/>
                  </a:moveTo>
                  <a:cubicBezTo>
                    <a:pt x="5667" y="1153"/>
                    <a:pt x="3741" y="3701"/>
                    <a:pt x="1" y="4997"/>
                  </a:cubicBezTo>
                  <a:cubicBezTo>
                    <a:pt x="3837" y="3694"/>
                    <a:pt x="5679" y="1156"/>
                    <a:pt x="6227" y="28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0"/>
            <p:cNvSpPr/>
            <p:nvPr/>
          </p:nvSpPr>
          <p:spPr>
            <a:xfrm>
              <a:off x="4483375" y="2839400"/>
              <a:ext cx="109600" cy="1439950"/>
            </a:xfrm>
            <a:custGeom>
              <a:avLst/>
              <a:gdLst/>
              <a:ahLst/>
              <a:cxnLst/>
              <a:rect l="l" t="t" r="r" b="b"/>
              <a:pathLst>
                <a:path w="4384" h="57598" extrusionOk="0">
                  <a:moveTo>
                    <a:pt x="3902" y="1"/>
                  </a:moveTo>
                  <a:cubicBezTo>
                    <a:pt x="3770" y="88"/>
                    <a:pt x="833" y="1798"/>
                    <a:pt x="1491" y="7189"/>
                  </a:cubicBezTo>
                  <a:cubicBezTo>
                    <a:pt x="2280" y="13414"/>
                    <a:pt x="3595" y="27966"/>
                    <a:pt x="2850" y="38399"/>
                  </a:cubicBezTo>
                  <a:cubicBezTo>
                    <a:pt x="2543" y="42870"/>
                    <a:pt x="1798" y="47034"/>
                    <a:pt x="1184" y="50409"/>
                  </a:cubicBezTo>
                  <a:cubicBezTo>
                    <a:pt x="307" y="55055"/>
                    <a:pt x="1" y="56984"/>
                    <a:pt x="790" y="57510"/>
                  </a:cubicBezTo>
                  <a:cubicBezTo>
                    <a:pt x="877" y="57554"/>
                    <a:pt x="1009" y="57598"/>
                    <a:pt x="1140" y="57598"/>
                  </a:cubicBezTo>
                  <a:cubicBezTo>
                    <a:pt x="1359" y="57598"/>
                    <a:pt x="1579" y="57554"/>
                    <a:pt x="1842" y="57378"/>
                  </a:cubicBezTo>
                  <a:cubicBezTo>
                    <a:pt x="1973" y="57291"/>
                    <a:pt x="2017" y="57115"/>
                    <a:pt x="1929" y="56984"/>
                  </a:cubicBezTo>
                  <a:cubicBezTo>
                    <a:pt x="1885" y="56896"/>
                    <a:pt x="1798" y="56852"/>
                    <a:pt x="1710" y="56852"/>
                  </a:cubicBezTo>
                  <a:lnTo>
                    <a:pt x="1535" y="56896"/>
                  </a:lnTo>
                  <a:cubicBezTo>
                    <a:pt x="1359" y="56984"/>
                    <a:pt x="1272" y="57028"/>
                    <a:pt x="1140" y="57028"/>
                  </a:cubicBezTo>
                  <a:lnTo>
                    <a:pt x="1096" y="57028"/>
                  </a:lnTo>
                  <a:cubicBezTo>
                    <a:pt x="658" y="56765"/>
                    <a:pt x="1096" y="54135"/>
                    <a:pt x="1754" y="50497"/>
                  </a:cubicBezTo>
                  <a:cubicBezTo>
                    <a:pt x="2368" y="47121"/>
                    <a:pt x="3113" y="42913"/>
                    <a:pt x="3420" y="38442"/>
                  </a:cubicBezTo>
                  <a:cubicBezTo>
                    <a:pt x="4165" y="27966"/>
                    <a:pt x="2850" y="13370"/>
                    <a:pt x="2061" y="7102"/>
                  </a:cubicBezTo>
                  <a:cubicBezTo>
                    <a:pt x="1447" y="2149"/>
                    <a:pt x="4077" y="571"/>
                    <a:pt x="4165" y="527"/>
                  </a:cubicBezTo>
                  <a:cubicBezTo>
                    <a:pt x="4340" y="439"/>
                    <a:pt x="4384" y="264"/>
                    <a:pt x="4296" y="132"/>
                  </a:cubicBezTo>
                  <a:cubicBezTo>
                    <a:pt x="4252" y="45"/>
                    <a:pt x="4165" y="1"/>
                    <a:pt x="40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50"/>
            <p:cNvSpPr/>
            <p:nvPr/>
          </p:nvSpPr>
          <p:spPr>
            <a:xfrm>
              <a:off x="4500900" y="2848175"/>
              <a:ext cx="81125" cy="1372000"/>
            </a:xfrm>
            <a:custGeom>
              <a:avLst/>
              <a:gdLst/>
              <a:ahLst/>
              <a:cxnLst/>
              <a:rect l="l" t="t" r="r" b="b"/>
              <a:pathLst>
                <a:path w="3245" h="54880" extrusionOk="0">
                  <a:moveTo>
                    <a:pt x="3244" y="1"/>
                  </a:moveTo>
                  <a:cubicBezTo>
                    <a:pt x="2849" y="220"/>
                    <a:pt x="1447" y="1316"/>
                    <a:pt x="1097" y="3902"/>
                  </a:cubicBezTo>
                  <a:cubicBezTo>
                    <a:pt x="1447" y="1360"/>
                    <a:pt x="2849" y="220"/>
                    <a:pt x="3244" y="1"/>
                  </a:cubicBezTo>
                  <a:close/>
                  <a:moveTo>
                    <a:pt x="439" y="51943"/>
                  </a:moveTo>
                  <a:lnTo>
                    <a:pt x="439" y="51943"/>
                  </a:lnTo>
                  <a:cubicBezTo>
                    <a:pt x="220" y="53126"/>
                    <a:pt x="45" y="54091"/>
                    <a:pt x="1" y="54880"/>
                  </a:cubicBezTo>
                  <a:cubicBezTo>
                    <a:pt x="45" y="54178"/>
                    <a:pt x="220" y="53214"/>
                    <a:pt x="439" y="519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0"/>
            <p:cNvSpPr/>
            <p:nvPr/>
          </p:nvSpPr>
          <p:spPr>
            <a:xfrm>
              <a:off x="3143175" y="1938625"/>
              <a:ext cx="467950" cy="147975"/>
            </a:xfrm>
            <a:custGeom>
              <a:avLst/>
              <a:gdLst/>
              <a:ahLst/>
              <a:cxnLst/>
              <a:rect l="l" t="t" r="r" b="b"/>
              <a:pathLst>
                <a:path w="18718" h="5919" extrusionOk="0">
                  <a:moveTo>
                    <a:pt x="8022" y="571"/>
                  </a:moveTo>
                  <a:cubicBezTo>
                    <a:pt x="11923" y="571"/>
                    <a:pt x="14159" y="2894"/>
                    <a:pt x="14246" y="2982"/>
                  </a:cubicBezTo>
                  <a:lnTo>
                    <a:pt x="14378" y="3069"/>
                  </a:lnTo>
                  <a:cubicBezTo>
                    <a:pt x="16350" y="3595"/>
                    <a:pt x="18104" y="4384"/>
                    <a:pt x="18104" y="4823"/>
                  </a:cubicBezTo>
                  <a:cubicBezTo>
                    <a:pt x="17884" y="5129"/>
                    <a:pt x="17578" y="5305"/>
                    <a:pt x="17183" y="5305"/>
                  </a:cubicBezTo>
                  <a:cubicBezTo>
                    <a:pt x="16876" y="5305"/>
                    <a:pt x="16657" y="5261"/>
                    <a:pt x="16569" y="5217"/>
                  </a:cubicBezTo>
                  <a:lnTo>
                    <a:pt x="1447" y="1754"/>
                  </a:lnTo>
                  <a:cubicBezTo>
                    <a:pt x="965" y="1447"/>
                    <a:pt x="833" y="1272"/>
                    <a:pt x="746" y="1184"/>
                  </a:cubicBezTo>
                  <a:lnTo>
                    <a:pt x="746" y="1097"/>
                  </a:lnTo>
                  <a:lnTo>
                    <a:pt x="789" y="1053"/>
                  </a:lnTo>
                  <a:cubicBezTo>
                    <a:pt x="1009" y="921"/>
                    <a:pt x="1666" y="921"/>
                    <a:pt x="2148" y="921"/>
                  </a:cubicBezTo>
                  <a:cubicBezTo>
                    <a:pt x="2893" y="921"/>
                    <a:pt x="3814" y="965"/>
                    <a:pt x="4691" y="1097"/>
                  </a:cubicBezTo>
                  <a:lnTo>
                    <a:pt x="4778" y="1097"/>
                  </a:lnTo>
                  <a:cubicBezTo>
                    <a:pt x="5874" y="746"/>
                    <a:pt x="6970" y="571"/>
                    <a:pt x="8022" y="571"/>
                  </a:cubicBezTo>
                  <a:close/>
                  <a:moveTo>
                    <a:pt x="8022" y="1"/>
                  </a:moveTo>
                  <a:cubicBezTo>
                    <a:pt x="6926" y="1"/>
                    <a:pt x="5830" y="176"/>
                    <a:pt x="4647" y="483"/>
                  </a:cubicBezTo>
                  <a:cubicBezTo>
                    <a:pt x="3726" y="395"/>
                    <a:pt x="2893" y="308"/>
                    <a:pt x="2236" y="308"/>
                  </a:cubicBezTo>
                  <a:cubicBezTo>
                    <a:pt x="1052" y="308"/>
                    <a:pt x="351" y="527"/>
                    <a:pt x="176" y="921"/>
                  </a:cubicBezTo>
                  <a:cubicBezTo>
                    <a:pt x="0" y="1404"/>
                    <a:pt x="614" y="1930"/>
                    <a:pt x="1184" y="2280"/>
                  </a:cubicBezTo>
                  <a:lnTo>
                    <a:pt x="1272" y="2324"/>
                  </a:lnTo>
                  <a:lnTo>
                    <a:pt x="16394" y="5787"/>
                  </a:lnTo>
                  <a:cubicBezTo>
                    <a:pt x="16613" y="5831"/>
                    <a:pt x="16920" y="5918"/>
                    <a:pt x="17139" y="5918"/>
                  </a:cubicBezTo>
                  <a:cubicBezTo>
                    <a:pt x="17578" y="5918"/>
                    <a:pt x="18191" y="5743"/>
                    <a:pt x="18586" y="5129"/>
                  </a:cubicBezTo>
                  <a:cubicBezTo>
                    <a:pt x="18717" y="4910"/>
                    <a:pt x="18717" y="4691"/>
                    <a:pt x="18630" y="4516"/>
                  </a:cubicBezTo>
                  <a:cubicBezTo>
                    <a:pt x="18235" y="3551"/>
                    <a:pt x="15474" y="2762"/>
                    <a:pt x="14597" y="2543"/>
                  </a:cubicBezTo>
                  <a:cubicBezTo>
                    <a:pt x="14159" y="2105"/>
                    <a:pt x="11879" y="1"/>
                    <a:pt x="80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0"/>
            <p:cNvSpPr/>
            <p:nvPr/>
          </p:nvSpPr>
          <p:spPr>
            <a:xfrm>
              <a:off x="3196875" y="1953975"/>
              <a:ext cx="406575" cy="104125"/>
            </a:xfrm>
            <a:custGeom>
              <a:avLst/>
              <a:gdLst/>
              <a:ahLst/>
              <a:cxnLst/>
              <a:rect l="l" t="t" r="r" b="b"/>
              <a:pathLst>
                <a:path w="16263" h="4165" extrusionOk="0">
                  <a:moveTo>
                    <a:pt x="0" y="1"/>
                  </a:moveTo>
                  <a:cubicBezTo>
                    <a:pt x="526" y="1"/>
                    <a:pt x="1140" y="44"/>
                    <a:pt x="1754" y="88"/>
                  </a:cubicBezTo>
                  <a:cubicBezTo>
                    <a:pt x="1140" y="44"/>
                    <a:pt x="570" y="1"/>
                    <a:pt x="88" y="1"/>
                  </a:cubicBezTo>
                  <a:close/>
                  <a:moveTo>
                    <a:pt x="12975" y="2368"/>
                  </a:moveTo>
                  <a:lnTo>
                    <a:pt x="12975" y="2368"/>
                  </a:lnTo>
                  <a:cubicBezTo>
                    <a:pt x="13037" y="2385"/>
                    <a:pt x="13099" y="2402"/>
                    <a:pt x="13160" y="2419"/>
                  </a:cubicBezTo>
                  <a:lnTo>
                    <a:pt x="13160" y="2419"/>
                  </a:lnTo>
                  <a:cubicBezTo>
                    <a:pt x="13096" y="2401"/>
                    <a:pt x="13034" y="2383"/>
                    <a:pt x="12975" y="2368"/>
                  </a:cubicBezTo>
                  <a:close/>
                  <a:moveTo>
                    <a:pt x="13160" y="2419"/>
                  </a:moveTo>
                  <a:cubicBezTo>
                    <a:pt x="13804" y="2606"/>
                    <a:pt x="14660" y="2925"/>
                    <a:pt x="15298" y="3244"/>
                  </a:cubicBezTo>
                  <a:cubicBezTo>
                    <a:pt x="14765" y="2957"/>
                    <a:pt x="14040" y="2670"/>
                    <a:pt x="13160" y="2419"/>
                  </a:cubicBezTo>
                  <a:close/>
                  <a:moveTo>
                    <a:pt x="15956" y="3683"/>
                  </a:moveTo>
                  <a:cubicBezTo>
                    <a:pt x="16131" y="3858"/>
                    <a:pt x="16219" y="3989"/>
                    <a:pt x="16262" y="4165"/>
                  </a:cubicBezTo>
                  <a:lnTo>
                    <a:pt x="16219" y="3989"/>
                  </a:lnTo>
                  <a:cubicBezTo>
                    <a:pt x="16175" y="3902"/>
                    <a:pt x="16087" y="3814"/>
                    <a:pt x="15956" y="36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0"/>
            <p:cNvSpPr/>
            <p:nvPr/>
          </p:nvSpPr>
          <p:spPr>
            <a:xfrm>
              <a:off x="3191400" y="1951775"/>
              <a:ext cx="76725" cy="50450"/>
            </a:xfrm>
            <a:custGeom>
              <a:avLst/>
              <a:gdLst/>
              <a:ahLst/>
              <a:cxnLst/>
              <a:rect l="l" t="t" r="r" b="b"/>
              <a:pathLst>
                <a:path w="3069" h="2018" extrusionOk="0">
                  <a:moveTo>
                    <a:pt x="2630" y="1"/>
                  </a:moveTo>
                  <a:cubicBezTo>
                    <a:pt x="2586" y="45"/>
                    <a:pt x="833" y="834"/>
                    <a:pt x="132" y="1535"/>
                  </a:cubicBezTo>
                  <a:cubicBezTo>
                    <a:pt x="44" y="1579"/>
                    <a:pt x="44" y="1623"/>
                    <a:pt x="0" y="1710"/>
                  </a:cubicBezTo>
                  <a:cubicBezTo>
                    <a:pt x="0" y="1798"/>
                    <a:pt x="44" y="1886"/>
                    <a:pt x="88" y="1930"/>
                  </a:cubicBezTo>
                  <a:cubicBezTo>
                    <a:pt x="175" y="1973"/>
                    <a:pt x="219" y="2017"/>
                    <a:pt x="307" y="2017"/>
                  </a:cubicBezTo>
                  <a:cubicBezTo>
                    <a:pt x="395" y="2017"/>
                    <a:pt x="438" y="1973"/>
                    <a:pt x="526" y="1930"/>
                  </a:cubicBezTo>
                  <a:cubicBezTo>
                    <a:pt x="1140" y="1360"/>
                    <a:pt x="2718" y="615"/>
                    <a:pt x="2893" y="527"/>
                  </a:cubicBezTo>
                  <a:cubicBezTo>
                    <a:pt x="2937" y="527"/>
                    <a:pt x="3025" y="439"/>
                    <a:pt x="3025" y="395"/>
                  </a:cubicBezTo>
                  <a:cubicBezTo>
                    <a:pt x="3068" y="308"/>
                    <a:pt x="3068" y="220"/>
                    <a:pt x="3025" y="176"/>
                  </a:cubicBezTo>
                  <a:cubicBezTo>
                    <a:pt x="2981" y="45"/>
                    <a:pt x="2893" y="1"/>
                    <a:pt x="2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50"/>
            <p:cNvSpPr/>
            <p:nvPr/>
          </p:nvSpPr>
          <p:spPr>
            <a:xfrm>
              <a:off x="3191400" y="1951775"/>
              <a:ext cx="76725" cy="50450"/>
            </a:xfrm>
            <a:custGeom>
              <a:avLst/>
              <a:gdLst/>
              <a:ahLst/>
              <a:cxnLst/>
              <a:rect l="l" t="t" r="r" b="b"/>
              <a:pathLst>
                <a:path w="3069" h="2018" extrusionOk="0">
                  <a:moveTo>
                    <a:pt x="2630" y="1"/>
                  </a:moveTo>
                  <a:cubicBezTo>
                    <a:pt x="2586" y="45"/>
                    <a:pt x="833" y="834"/>
                    <a:pt x="132" y="1535"/>
                  </a:cubicBezTo>
                  <a:cubicBezTo>
                    <a:pt x="44" y="1579"/>
                    <a:pt x="44" y="1623"/>
                    <a:pt x="0" y="1710"/>
                  </a:cubicBezTo>
                  <a:cubicBezTo>
                    <a:pt x="0" y="1798"/>
                    <a:pt x="44" y="1886"/>
                    <a:pt x="88" y="1930"/>
                  </a:cubicBezTo>
                  <a:cubicBezTo>
                    <a:pt x="175" y="1973"/>
                    <a:pt x="219" y="2017"/>
                    <a:pt x="307" y="2017"/>
                  </a:cubicBezTo>
                  <a:cubicBezTo>
                    <a:pt x="395" y="2017"/>
                    <a:pt x="438" y="1973"/>
                    <a:pt x="526" y="1930"/>
                  </a:cubicBezTo>
                  <a:cubicBezTo>
                    <a:pt x="1140" y="1360"/>
                    <a:pt x="2718" y="615"/>
                    <a:pt x="2893" y="527"/>
                  </a:cubicBezTo>
                  <a:cubicBezTo>
                    <a:pt x="2937" y="527"/>
                    <a:pt x="3025" y="439"/>
                    <a:pt x="3025" y="395"/>
                  </a:cubicBezTo>
                  <a:cubicBezTo>
                    <a:pt x="3068" y="308"/>
                    <a:pt x="3068" y="220"/>
                    <a:pt x="3025" y="176"/>
                  </a:cubicBezTo>
                  <a:cubicBezTo>
                    <a:pt x="2981" y="45"/>
                    <a:pt x="2893" y="1"/>
                    <a:pt x="2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50"/>
            <p:cNvSpPr/>
            <p:nvPr/>
          </p:nvSpPr>
          <p:spPr>
            <a:xfrm>
              <a:off x="3496025" y="2001100"/>
              <a:ext cx="66875" cy="82200"/>
            </a:xfrm>
            <a:custGeom>
              <a:avLst/>
              <a:gdLst/>
              <a:ahLst/>
              <a:cxnLst/>
              <a:rect l="l" t="t" r="r" b="b"/>
              <a:pathLst>
                <a:path w="2675" h="3288" extrusionOk="0">
                  <a:moveTo>
                    <a:pt x="351" y="0"/>
                  </a:moveTo>
                  <a:cubicBezTo>
                    <a:pt x="264" y="0"/>
                    <a:pt x="176" y="44"/>
                    <a:pt x="132" y="88"/>
                  </a:cubicBezTo>
                  <a:cubicBezTo>
                    <a:pt x="1" y="220"/>
                    <a:pt x="45" y="395"/>
                    <a:pt x="132" y="526"/>
                  </a:cubicBezTo>
                  <a:cubicBezTo>
                    <a:pt x="176" y="526"/>
                    <a:pt x="1535" y="1754"/>
                    <a:pt x="2105" y="3113"/>
                  </a:cubicBezTo>
                  <a:cubicBezTo>
                    <a:pt x="2149" y="3200"/>
                    <a:pt x="2280" y="3288"/>
                    <a:pt x="2368" y="3288"/>
                  </a:cubicBezTo>
                  <a:lnTo>
                    <a:pt x="2499" y="3244"/>
                  </a:lnTo>
                  <a:cubicBezTo>
                    <a:pt x="2587" y="3244"/>
                    <a:pt x="2631" y="3156"/>
                    <a:pt x="2631" y="3113"/>
                  </a:cubicBezTo>
                  <a:cubicBezTo>
                    <a:pt x="2675" y="3025"/>
                    <a:pt x="2675" y="2937"/>
                    <a:pt x="2631" y="2893"/>
                  </a:cubicBezTo>
                  <a:cubicBezTo>
                    <a:pt x="2017" y="1359"/>
                    <a:pt x="527" y="88"/>
                    <a:pt x="527" y="88"/>
                  </a:cubicBezTo>
                  <a:cubicBezTo>
                    <a:pt x="483" y="44"/>
                    <a:pt x="395"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0"/>
            <p:cNvSpPr/>
            <p:nvPr/>
          </p:nvSpPr>
          <p:spPr>
            <a:xfrm>
              <a:off x="3496025" y="2001100"/>
              <a:ext cx="66875" cy="82200"/>
            </a:xfrm>
            <a:custGeom>
              <a:avLst/>
              <a:gdLst/>
              <a:ahLst/>
              <a:cxnLst/>
              <a:rect l="l" t="t" r="r" b="b"/>
              <a:pathLst>
                <a:path w="2675" h="3288" extrusionOk="0">
                  <a:moveTo>
                    <a:pt x="351" y="0"/>
                  </a:moveTo>
                  <a:cubicBezTo>
                    <a:pt x="264" y="0"/>
                    <a:pt x="176" y="44"/>
                    <a:pt x="132" y="88"/>
                  </a:cubicBezTo>
                  <a:cubicBezTo>
                    <a:pt x="1" y="220"/>
                    <a:pt x="45" y="395"/>
                    <a:pt x="132" y="526"/>
                  </a:cubicBezTo>
                  <a:cubicBezTo>
                    <a:pt x="176" y="526"/>
                    <a:pt x="1535" y="1754"/>
                    <a:pt x="2105" y="3113"/>
                  </a:cubicBezTo>
                  <a:cubicBezTo>
                    <a:pt x="2149" y="3200"/>
                    <a:pt x="2280" y="3288"/>
                    <a:pt x="2368" y="3288"/>
                  </a:cubicBezTo>
                  <a:lnTo>
                    <a:pt x="2499" y="3244"/>
                  </a:lnTo>
                  <a:cubicBezTo>
                    <a:pt x="2587" y="3244"/>
                    <a:pt x="2631" y="3156"/>
                    <a:pt x="2631" y="3113"/>
                  </a:cubicBezTo>
                  <a:cubicBezTo>
                    <a:pt x="2675" y="3025"/>
                    <a:pt x="2675" y="2937"/>
                    <a:pt x="2631" y="2893"/>
                  </a:cubicBezTo>
                  <a:cubicBezTo>
                    <a:pt x="2017" y="1359"/>
                    <a:pt x="527" y="88"/>
                    <a:pt x="527" y="88"/>
                  </a:cubicBezTo>
                  <a:cubicBezTo>
                    <a:pt x="483" y="44"/>
                    <a:pt x="395"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0"/>
            <p:cNvSpPr/>
            <p:nvPr/>
          </p:nvSpPr>
          <p:spPr>
            <a:xfrm>
              <a:off x="3260425" y="2000000"/>
              <a:ext cx="169875" cy="52625"/>
            </a:xfrm>
            <a:custGeom>
              <a:avLst/>
              <a:gdLst/>
              <a:ahLst/>
              <a:cxnLst/>
              <a:rect l="l" t="t" r="r" b="b"/>
              <a:pathLst>
                <a:path w="6795" h="2105" extrusionOk="0">
                  <a:moveTo>
                    <a:pt x="2324" y="1"/>
                  </a:moveTo>
                  <a:cubicBezTo>
                    <a:pt x="1184" y="1"/>
                    <a:pt x="307" y="176"/>
                    <a:pt x="220" y="220"/>
                  </a:cubicBezTo>
                  <a:cubicBezTo>
                    <a:pt x="132" y="220"/>
                    <a:pt x="88" y="264"/>
                    <a:pt x="44" y="351"/>
                  </a:cubicBezTo>
                  <a:cubicBezTo>
                    <a:pt x="1" y="395"/>
                    <a:pt x="1" y="483"/>
                    <a:pt x="1" y="570"/>
                  </a:cubicBezTo>
                  <a:cubicBezTo>
                    <a:pt x="44" y="702"/>
                    <a:pt x="132" y="790"/>
                    <a:pt x="307" y="790"/>
                  </a:cubicBezTo>
                  <a:lnTo>
                    <a:pt x="351" y="790"/>
                  </a:lnTo>
                  <a:cubicBezTo>
                    <a:pt x="395" y="790"/>
                    <a:pt x="1228" y="614"/>
                    <a:pt x="2324" y="614"/>
                  </a:cubicBezTo>
                  <a:cubicBezTo>
                    <a:pt x="3595" y="614"/>
                    <a:pt x="5348" y="833"/>
                    <a:pt x="6269" y="2017"/>
                  </a:cubicBezTo>
                  <a:cubicBezTo>
                    <a:pt x="6313" y="2061"/>
                    <a:pt x="6400" y="2105"/>
                    <a:pt x="6488" y="2105"/>
                  </a:cubicBezTo>
                  <a:cubicBezTo>
                    <a:pt x="6576" y="2105"/>
                    <a:pt x="6619" y="2105"/>
                    <a:pt x="6663" y="2061"/>
                  </a:cubicBezTo>
                  <a:cubicBezTo>
                    <a:pt x="6751" y="2017"/>
                    <a:pt x="6795" y="1929"/>
                    <a:pt x="6795" y="1842"/>
                  </a:cubicBezTo>
                  <a:cubicBezTo>
                    <a:pt x="6795" y="1798"/>
                    <a:pt x="6795" y="1710"/>
                    <a:pt x="6707" y="1666"/>
                  </a:cubicBezTo>
                  <a:cubicBezTo>
                    <a:pt x="5611" y="307"/>
                    <a:pt x="3726" y="1"/>
                    <a:pt x="23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0"/>
            <p:cNvSpPr/>
            <p:nvPr/>
          </p:nvSpPr>
          <p:spPr>
            <a:xfrm>
              <a:off x="3284525" y="2007675"/>
              <a:ext cx="70175" cy="3300"/>
            </a:xfrm>
            <a:custGeom>
              <a:avLst/>
              <a:gdLst/>
              <a:ahLst/>
              <a:cxnLst/>
              <a:rect l="l" t="t" r="r" b="b"/>
              <a:pathLst>
                <a:path w="2807" h="132" extrusionOk="0">
                  <a:moveTo>
                    <a:pt x="2806" y="132"/>
                  </a:moveTo>
                  <a:cubicBezTo>
                    <a:pt x="2280" y="44"/>
                    <a:pt x="1798" y="0"/>
                    <a:pt x="1360" y="0"/>
                  </a:cubicBezTo>
                  <a:cubicBezTo>
                    <a:pt x="834" y="0"/>
                    <a:pt x="352" y="44"/>
                    <a:pt x="1" y="88"/>
                  </a:cubicBezTo>
                  <a:cubicBezTo>
                    <a:pt x="352" y="44"/>
                    <a:pt x="834" y="0"/>
                    <a:pt x="1360" y="0"/>
                  </a:cubicBezTo>
                  <a:cubicBezTo>
                    <a:pt x="1798" y="0"/>
                    <a:pt x="2280" y="44"/>
                    <a:pt x="2806" y="1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0"/>
            <p:cNvSpPr/>
            <p:nvPr/>
          </p:nvSpPr>
          <p:spPr>
            <a:xfrm>
              <a:off x="3222075" y="1966025"/>
              <a:ext cx="278375" cy="103050"/>
            </a:xfrm>
            <a:custGeom>
              <a:avLst/>
              <a:gdLst/>
              <a:ahLst/>
              <a:cxnLst/>
              <a:rect l="l" t="t" r="r" b="b"/>
              <a:pathLst>
                <a:path w="11135" h="4122" extrusionOk="0">
                  <a:moveTo>
                    <a:pt x="3682" y="1"/>
                  </a:moveTo>
                  <a:cubicBezTo>
                    <a:pt x="1403" y="1"/>
                    <a:pt x="132" y="1228"/>
                    <a:pt x="88" y="1228"/>
                  </a:cubicBezTo>
                  <a:cubicBezTo>
                    <a:pt x="0" y="1360"/>
                    <a:pt x="0" y="1535"/>
                    <a:pt x="88" y="1623"/>
                  </a:cubicBezTo>
                  <a:cubicBezTo>
                    <a:pt x="176" y="1710"/>
                    <a:pt x="220" y="1710"/>
                    <a:pt x="307" y="1710"/>
                  </a:cubicBezTo>
                  <a:cubicBezTo>
                    <a:pt x="395" y="1710"/>
                    <a:pt x="483" y="1710"/>
                    <a:pt x="526" y="1623"/>
                  </a:cubicBezTo>
                  <a:cubicBezTo>
                    <a:pt x="526" y="1623"/>
                    <a:pt x="1622" y="571"/>
                    <a:pt x="3682" y="571"/>
                  </a:cubicBezTo>
                  <a:cubicBezTo>
                    <a:pt x="5874" y="571"/>
                    <a:pt x="8197" y="1754"/>
                    <a:pt x="10652" y="4033"/>
                  </a:cubicBezTo>
                  <a:cubicBezTo>
                    <a:pt x="10696" y="4077"/>
                    <a:pt x="10783" y="4121"/>
                    <a:pt x="10871" y="4121"/>
                  </a:cubicBezTo>
                  <a:cubicBezTo>
                    <a:pt x="10915" y="4121"/>
                    <a:pt x="11003" y="4077"/>
                    <a:pt x="11090" y="4033"/>
                  </a:cubicBezTo>
                  <a:cubicBezTo>
                    <a:pt x="11134" y="3990"/>
                    <a:pt x="11134" y="3902"/>
                    <a:pt x="11134" y="3814"/>
                  </a:cubicBezTo>
                  <a:cubicBezTo>
                    <a:pt x="11134" y="3727"/>
                    <a:pt x="11134" y="3683"/>
                    <a:pt x="11046" y="3639"/>
                  </a:cubicBezTo>
                  <a:cubicBezTo>
                    <a:pt x="8504" y="1228"/>
                    <a:pt x="6006" y="1"/>
                    <a:pt x="3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0"/>
            <p:cNvSpPr/>
            <p:nvPr/>
          </p:nvSpPr>
          <p:spPr>
            <a:xfrm>
              <a:off x="3222075" y="1966025"/>
              <a:ext cx="278375" cy="103050"/>
            </a:xfrm>
            <a:custGeom>
              <a:avLst/>
              <a:gdLst/>
              <a:ahLst/>
              <a:cxnLst/>
              <a:rect l="l" t="t" r="r" b="b"/>
              <a:pathLst>
                <a:path w="11135" h="4122" extrusionOk="0">
                  <a:moveTo>
                    <a:pt x="3682" y="1"/>
                  </a:moveTo>
                  <a:cubicBezTo>
                    <a:pt x="1403" y="1"/>
                    <a:pt x="132" y="1228"/>
                    <a:pt x="88" y="1228"/>
                  </a:cubicBezTo>
                  <a:cubicBezTo>
                    <a:pt x="0" y="1360"/>
                    <a:pt x="0" y="1535"/>
                    <a:pt x="88" y="1623"/>
                  </a:cubicBezTo>
                  <a:cubicBezTo>
                    <a:pt x="176" y="1710"/>
                    <a:pt x="220" y="1710"/>
                    <a:pt x="307" y="1710"/>
                  </a:cubicBezTo>
                  <a:cubicBezTo>
                    <a:pt x="395" y="1710"/>
                    <a:pt x="483" y="1710"/>
                    <a:pt x="526" y="1623"/>
                  </a:cubicBezTo>
                  <a:cubicBezTo>
                    <a:pt x="526" y="1623"/>
                    <a:pt x="1622" y="571"/>
                    <a:pt x="3682" y="571"/>
                  </a:cubicBezTo>
                  <a:cubicBezTo>
                    <a:pt x="5874" y="571"/>
                    <a:pt x="8197" y="1754"/>
                    <a:pt x="10652" y="4033"/>
                  </a:cubicBezTo>
                  <a:cubicBezTo>
                    <a:pt x="10696" y="4077"/>
                    <a:pt x="10783" y="4121"/>
                    <a:pt x="10871" y="4121"/>
                  </a:cubicBezTo>
                  <a:cubicBezTo>
                    <a:pt x="10915" y="4121"/>
                    <a:pt x="11003" y="4077"/>
                    <a:pt x="11090" y="4033"/>
                  </a:cubicBezTo>
                  <a:cubicBezTo>
                    <a:pt x="11134" y="3990"/>
                    <a:pt x="11134" y="3902"/>
                    <a:pt x="11134" y="3814"/>
                  </a:cubicBezTo>
                  <a:cubicBezTo>
                    <a:pt x="11134" y="3727"/>
                    <a:pt x="11134" y="3683"/>
                    <a:pt x="11046" y="3639"/>
                  </a:cubicBezTo>
                  <a:cubicBezTo>
                    <a:pt x="8504" y="1228"/>
                    <a:pt x="6006" y="1"/>
                    <a:pt x="3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0"/>
            <p:cNvSpPr/>
            <p:nvPr/>
          </p:nvSpPr>
          <p:spPr>
            <a:xfrm>
              <a:off x="2633600" y="2882969"/>
              <a:ext cx="131525" cy="532600"/>
            </a:xfrm>
            <a:custGeom>
              <a:avLst/>
              <a:gdLst/>
              <a:ahLst/>
              <a:cxnLst/>
              <a:rect l="l" t="t" r="r" b="b"/>
              <a:pathLst>
                <a:path w="5261" h="21304" extrusionOk="0">
                  <a:moveTo>
                    <a:pt x="1" y="1"/>
                  </a:moveTo>
                  <a:lnTo>
                    <a:pt x="1491" y="21085"/>
                  </a:lnTo>
                  <a:lnTo>
                    <a:pt x="2631" y="21304"/>
                  </a:lnTo>
                  <a:lnTo>
                    <a:pt x="5261" y="1009"/>
                  </a:lnTo>
                  <a:lnTo>
                    <a:pt x="4165" y="790"/>
                  </a:lnTo>
                  <a:lnTo>
                    <a:pt x="2280" y="14948"/>
                  </a:lnTo>
                  <a:lnTo>
                    <a:pt x="2149" y="14948"/>
                  </a:lnTo>
                  <a:lnTo>
                    <a:pt x="1141" y="220"/>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0"/>
            <p:cNvSpPr/>
            <p:nvPr/>
          </p:nvSpPr>
          <p:spPr>
            <a:xfrm>
              <a:off x="3007300" y="2957494"/>
              <a:ext cx="128225" cy="538075"/>
            </a:xfrm>
            <a:custGeom>
              <a:avLst/>
              <a:gdLst/>
              <a:ahLst/>
              <a:cxnLst/>
              <a:rect l="l" t="t" r="r" b="b"/>
              <a:pathLst>
                <a:path w="5129" h="21523" extrusionOk="0">
                  <a:moveTo>
                    <a:pt x="1666" y="1140"/>
                  </a:moveTo>
                  <a:lnTo>
                    <a:pt x="2762" y="1315"/>
                  </a:lnTo>
                  <a:cubicBezTo>
                    <a:pt x="3025" y="1403"/>
                    <a:pt x="3463" y="1578"/>
                    <a:pt x="3682" y="1885"/>
                  </a:cubicBezTo>
                  <a:cubicBezTo>
                    <a:pt x="3901" y="2192"/>
                    <a:pt x="3989" y="2499"/>
                    <a:pt x="3989" y="2850"/>
                  </a:cubicBezTo>
                  <a:lnTo>
                    <a:pt x="3770" y="9381"/>
                  </a:lnTo>
                  <a:cubicBezTo>
                    <a:pt x="3770" y="9731"/>
                    <a:pt x="3638" y="10038"/>
                    <a:pt x="3419" y="10257"/>
                  </a:cubicBezTo>
                  <a:cubicBezTo>
                    <a:pt x="3288" y="10389"/>
                    <a:pt x="3025" y="10477"/>
                    <a:pt x="2718" y="10477"/>
                  </a:cubicBezTo>
                  <a:lnTo>
                    <a:pt x="2455" y="10477"/>
                  </a:lnTo>
                  <a:lnTo>
                    <a:pt x="1403" y="10257"/>
                  </a:lnTo>
                  <a:lnTo>
                    <a:pt x="1666" y="1140"/>
                  </a:lnTo>
                  <a:close/>
                  <a:moveTo>
                    <a:pt x="570" y="0"/>
                  </a:moveTo>
                  <a:lnTo>
                    <a:pt x="0" y="20646"/>
                  </a:lnTo>
                  <a:lnTo>
                    <a:pt x="1096" y="20865"/>
                  </a:lnTo>
                  <a:lnTo>
                    <a:pt x="1359" y="11397"/>
                  </a:lnTo>
                  <a:lnTo>
                    <a:pt x="2499" y="11616"/>
                  </a:lnTo>
                  <a:cubicBezTo>
                    <a:pt x="2893" y="11748"/>
                    <a:pt x="3200" y="11923"/>
                    <a:pt x="3375" y="12186"/>
                  </a:cubicBezTo>
                  <a:cubicBezTo>
                    <a:pt x="3594" y="12449"/>
                    <a:pt x="3682" y="12800"/>
                    <a:pt x="3682" y="13107"/>
                  </a:cubicBezTo>
                  <a:lnTo>
                    <a:pt x="3463" y="21303"/>
                  </a:lnTo>
                  <a:lnTo>
                    <a:pt x="4603" y="21523"/>
                  </a:lnTo>
                  <a:lnTo>
                    <a:pt x="4822" y="13150"/>
                  </a:lnTo>
                  <a:cubicBezTo>
                    <a:pt x="4866" y="12493"/>
                    <a:pt x="4646" y="11879"/>
                    <a:pt x="4208" y="11397"/>
                  </a:cubicBezTo>
                  <a:lnTo>
                    <a:pt x="4120" y="11309"/>
                  </a:lnTo>
                  <a:lnTo>
                    <a:pt x="4120" y="11222"/>
                  </a:lnTo>
                  <a:lnTo>
                    <a:pt x="4208" y="11134"/>
                  </a:lnTo>
                  <a:cubicBezTo>
                    <a:pt x="4646" y="10827"/>
                    <a:pt x="4909" y="10301"/>
                    <a:pt x="4909" y="9644"/>
                  </a:cubicBezTo>
                  <a:lnTo>
                    <a:pt x="5129" y="3113"/>
                  </a:lnTo>
                  <a:cubicBezTo>
                    <a:pt x="5129" y="2411"/>
                    <a:pt x="4909" y="1798"/>
                    <a:pt x="4515" y="1315"/>
                  </a:cubicBezTo>
                  <a:cubicBezTo>
                    <a:pt x="4033" y="833"/>
                    <a:pt x="3507" y="526"/>
                    <a:pt x="2762" y="395"/>
                  </a:cubicBezTo>
                  <a:lnTo>
                    <a:pt x="5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8" name="Google Shape;1258;p50"/>
          <p:cNvSpPr txBox="1"/>
          <p:nvPr/>
        </p:nvSpPr>
        <p:spPr>
          <a:xfrm>
            <a:off x="878625" y="1430234"/>
            <a:ext cx="1437300" cy="396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MERCURY</a:t>
            </a:r>
            <a:endParaRPr sz="1800">
              <a:solidFill>
                <a:srgbClr val="FF0044"/>
              </a:solidFill>
              <a:latin typeface="Red Hat Display Black"/>
              <a:ea typeface="Red Hat Display Black"/>
              <a:cs typeface="Red Hat Display Black"/>
              <a:sym typeface="Red Hat Display Black"/>
            </a:endParaRPr>
          </a:p>
        </p:txBody>
      </p:sp>
      <p:sp>
        <p:nvSpPr>
          <p:cNvPr id="1259" name="Google Shape;1259;p50"/>
          <p:cNvSpPr txBox="1"/>
          <p:nvPr/>
        </p:nvSpPr>
        <p:spPr>
          <a:xfrm>
            <a:off x="878625" y="1733278"/>
            <a:ext cx="1437300" cy="682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0000E0"/>
                </a:solidFill>
                <a:latin typeface="Red Hat Display"/>
                <a:ea typeface="Red Hat Display"/>
                <a:cs typeface="Red Hat Display"/>
                <a:sym typeface="Red Hat Display"/>
              </a:rPr>
              <a:t>Mercury is the smallest planet</a:t>
            </a:r>
            <a:endParaRPr>
              <a:solidFill>
                <a:srgbClr val="0000E0"/>
              </a:solidFill>
              <a:latin typeface="Red Hat Display"/>
              <a:ea typeface="Red Hat Display"/>
              <a:cs typeface="Red Hat Display"/>
              <a:sym typeface="Red Hat Display"/>
            </a:endParaRPr>
          </a:p>
        </p:txBody>
      </p:sp>
      <p:sp>
        <p:nvSpPr>
          <p:cNvPr id="1260" name="Google Shape;1260;p50"/>
          <p:cNvSpPr txBox="1"/>
          <p:nvPr/>
        </p:nvSpPr>
        <p:spPr>
          <a:xfrm>
            <a:off x="6828075" y="1430234"/>
            <a:ext cx="14373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JUPITER</a:t>
            </a:r>
            <a:endParaRPr sz="1800">
              <a:solidFill>
                <a:srgbClr val="FF0044"/>
              </a:solidFill>
              <a:latin typeface="Red Hat Display Black"/>
              <a:ea typeface="Red Hat Display Black"/>
              <a:cs typeface="Red Hat Display Black"/>
              <a:sym typeface="Red Hat Display Black"/>
            </a:endParaRPr>
          </a:p>
        </p:txBody>
      </p:sp>
      <p:sp>
        <p:nvSpPr>
          <p:cNvPr id="1261" name="Google Shape;1261;p50"/>
          <p:cNvSpPr txBox="1"/>
          <p:nvPr/>
        </p:nvSpPr>
        <p:spPr>
          <a:xfrm>
            <a:off x="6828075" y="1733278"/>
            <a:ext cx="1437300" cy="68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Jupiter is the biggest planet</a:t>
            </a:r>
            <a:endParaRPr>
              <a:solidFill>
                <a:srgbClr val="0000E0"/>
              </a:solidFill>
              <a:latin typeface="Red Hat Display"/>
              <a:ea typeface="Red Hat Display"/>
              <a:cs typeface="Red Hat Display"/>
              <a:sym typeface="Red Hat Display"/>
            </a:endParaRPr>
          </a:p>
        </p:txBody>
      </p:sp>
      <p:sp>
        <p:nvSpPr>
          <p:cNvPr id="1262" name="Google Shape;1262;p50"/>
          <p:cNvSpPr txBox="1"/>
          <p:nvPr/>
        </p:nvSpPr>
        <p:spPr>
          <a:xfrm>
            <a:off x="878625" y="3187482"/>
            <a:ext cx="1437300" cy="396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MARS</a:t>
            </a:r>
            <a:endParaRPr sz="1800">
              <a:solidFill>
                <a:srgbClr val="FF0044"/>
              </a:solidFill>
              <a:latin typeface="Red Hat Display Black"/>
              <a:ea typeface="Red Hat Display Black"/>
              <a:cs typeface="Red Hat Display Black"/>
              <a:sym typeface="Red Hat Display Black"/>
            </a:endParaRPr>
          </a:p>
        </p:txBody>
      </p:sp>
      <p:sp>
        <p:nvSpPr>
          <p:cNvPr id="1263" name="Google Shape;1263;p50"/>
          <p:cNvSpPr txBox="1"/>
          <p:nvPr/>
        </p:nvSpPr>
        <p:spPr>
          <a:xfrm>
            <a:off x="878625" y="3490526"/>
            <a:ext cx="1437300" cy="625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0000E0"/>
                </a:solidFill>
                <a:latin typeface="Red Hat Display"/>
                <a:ea typeface="Red Hat Display"/>
                <a:cs typeface="Red Hat Display"/>
                <a:sym typeface="Red Hat Display"/>
              </a:rPr>
              <a:t>Mars is a very cold place</a:t>
            </a:r>
            <a:endParaRPr>
              <a:solidFill>
                <a:srgbClr val="0000E0"/>
              </a:solidFill>
              <a:latin typeface="Red Hat Display"/>
              <a:ea typeface="Red Hat Display"/>
              <a:cs typeface="Red Hat Display"/>
              <a:sym typeface="Red Hat Display"/>
            </a:endParaRPr>
          </a:p>
          <a:p>
            <a:pPr marL="0" lvl="0" indent="0" algn="r" rtl="0">
              <a:spcBef>
                <a:spcPts val="0"/>
              </a:spcBef>
              <a:spcAft>
                <a:spcPts val="0"/>
              </a:spcAft>
              <a:buNone/>
            </a:pPr>
            <a:endParaRPr>
              <a:solidFill>
                <a:srgbClr val="0000E0"/>
              </a:solidFill>
              <a:latin typeface="Red Hat Display"/>
              <a:ea typeface="Red Hat Display"/>
              <a:cs typeface="Red Hat Display"/>
              <a:sym typeface="Red Hat Display"/>
            </a:endParaRPr>
          </a:p>
        </p:txBody>
      </p:sp>
      <p:sp>
        <p:nvSpPr>
          <p:cNvPr id="1264" name="Google Shape;1264;p50"/>
          <p:cNvSpPr txBox="1"/>
          <p:nvPr/>
        </p:nvSpPr>
        <p:spPr>
          <a:xfrm>
            <a:off x="6828075" y="3187482"/>
            <a:ext cx="14373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VENUS</a:t>
            </a:r>
            <a:endParaRPr sz="1800">
              <a:solidFill>
                <a:srgbClr val="FF0044"/>
              </a:solidFill>
              <a:latin typeface="Red Hat Display Black"/>
              <a:ea typeface="Red Hat Display Black"/>
              <a:cs typeface="Red Hat Display Black"/>
              <a:sym typeface="Red Hat Display Black"/>
            </a:endParaRPr>
          </a:p>
        </p:txBody>
      </p:sp>
      <p:sp>
        <p:nvSpPr>
          <p:cNvPr id="1265" name="Google Shape;1265;p50"/>
          <p:cNvSpPr txBox="1"/>
          <p:nvPr/>
        </p:nvSpPr>
        <p:spPr>
          <a:xfrm>
            <a:off x="6828075" y="3490526"/>
            <a:ext cx="1437300" cy="6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Venus has a beautiful name</a:t>
            </a:r>
            <a:endParaRPr>
              <a:solidFill>
                <a:srgbClr val="0000E0"/>
              </a:solidFill>
              <a:latin typeface="Red Hat Display"/>
              <a:ea typeface="Red Hat Display"/>
              <a:cs typeface="Red Hat Display"/>
              <a:sym typeface="Red Hat Display"/>
            </a:endParaRPr>
          </a:p>
        </p:txBody>
      </p:sp>
      <p:grpSp>
        <p:nvGrpSpPr>
          <p:cNvPr id="1266" name="Google Shape;1266;p50"/>
          <p:cNvGrpSpPr/>
          <p:nvPr/>
        </p:nvGrpSpPr>
        <p:grpSpPr>
          <a:xfrm>
            <a:off x="2312554" y="3193600"/>
            <a:ext cx="821971" cy="390775"/>
            <a:chOff x="2312554" y="2888800"/>
            <a:chExt cx="821971" cy="390775"/>
          </a:xfrm>
        </p:grpSpPr>
        <p:cxnSp>
          <p:nvCxnSpPr>
            <p:cNvPr id="1267" name="Google Shape;1267;p50"/>
            <p:cNvCxnSpPr/>
            <p:nvPr/>
          </p:nvCxnSpPr>
          <p:spPr>
            <a:xfrm flipH="1">
              <a:off x="2328125" y="2965750"/>
              <a:ext cx="723600" cy="286500"/>
            </a:xfrm>
            <a:prstGeom prst="bentConnector3">
              <a:avLst>
                <a:gd name="adj1" fmla="val 50000"/>
              </a:avLst>
            </a:prstGeom>
            <a:noFill/>
            <a:ln w="9525" cap="flat" cmpd="sng">
              <a:solidFill>
                <a:schemeClr val="accent1"/>
              </a:solidFill>
              <a:prstDash val="dash"/>
              <a:round/>
              <a:headEnd type="none" w="med" len="med"/>
              <a:tailEnd type="none" w="med" len="med"/>
            </a:ln>
          </p:spPr>
        </p:cxnSp>
        <p:sp>
          <p:nvSpPr>
            <p:cNvPr id="1268" name="Google Shape;1268;p50"/>
            <p:cNvSpPr/>
            <p:nvPr/>
          </p:nvSpPr>
          <p:spPr>
            <a:xfrm>
              <a:off x="3017175" y="2937100"/>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0"/>
            <p:cNvSpPr/>
            <p:nvPr/>
          </p:nvSpPr>
          <p:spPr>
            <a:xfrm>
              <a:off x="2655425" y="2937100"/>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0"/>
            <p:cNvSpPr/>
            <p:nvPr/>
          </p:nvSpPr>
          <p:spPr>
            <a:xfrm>
              <a:off x="2655425" y="3210575"/>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50"/>
            <p:cNvSpPr/>
            <p:nvPr/>
          </p:nvSpPr>
          <p:spPr>
            <a:xfrm>
              <a:off x="2312554" y="3210575"/>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50"/>
            <p:cNvSpPr/>
            <p:nvPr/>
          </p:nvSpPr>
          <p:spPr>
            <a:xfrm>
              <a:off x="2968925" y="2888800"/>
              <a:ext cx="165600" cy="16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3" name="Google Shape;1273;p50"/>
          <p:cNvGrpSpPr/>
          <p:nvPr/>
        </p:nvGrpSpPr>
        <p:grpSpPr>
          <a:xfrm>
            <a:off x="2313825" y="1791250"/>
            <a:ext cx="1150175" cy="575775"/>
            <a:chOff x="2313825" y="1486450"/>
            <a:chExt cx="1150175" cy="575775"/>
          </a:xfrm>
        </p:grpSpPr>
        <p:cxnSp>
          <p:nvCxnSpPr>
            <p:cNvPr id="1274" name="Google Shape;1274;p50"/>
            <p:cNvCxnSpPr/>
            <p:nvPr/>
          </p:nvCxnSpPr>
          <p:spPr>
            <a:xfrm rot="10800000">
              <a:off x="2313825" y="1511578"/>
              <a:ext cx="1067400" cy="465600"/>
            </a:xfrm>
            <a:prstGeom prst="bentConnector3">
              <a:avLst>
                <a:gd name="adj1" fmla="val 50000"/>
              </a:avLst>
            </a:prstGeom>
            <a:noFill/>
            <a:ln w="9525" cap="flat" cmpd="sng">
              <a:solidFill>
                <a:schemeClr val="accent1"/>
              </a:solidFill>
              <a:prstDash val="dash"/>
              <a:round/>
              <a:headEnd type="none" w="med" len="med"/>
              <a:tailEnd type="none" w="med" len="med"/>
            </a:ln>
          </p:spPr>
        </p:cxnSp>
        <p:sp>
          <p:nvSpPr>
            <p:cNvPr id="1275" name="Google Shape;1275;p50"/>
            <p:cNvSpPr/>
            <p:nvPr/>
          </p:nvSpPr>
          <p:spPr>
            <a:xfrm>
              <a:off x="2813025" y="1486450"/>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0"/>
            <p:cNvSpPr/>
            <p:nvPr/>
          </p:nvSpPr>
          <p:spPr>
            <a:xfrm>
              <a:off x="3346700" y="1944925"/>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0"/>
            <p:cNvSpPr/>
            <p:nvPr/>
          </p:nvSpPr>
          <p:spPr>
            <a:xfrm>
              <a:off x="2313825" y="1486450"/>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0"/>
            <p:cNvSpPr/>
            <p:nvPr/>
          </p:nvSpPr>
          <p:spPr>
            <a:xfrm>
              <a:off x="3298400" y="1896625"/>
              <a:ext cx="165600" cy="16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9" name="Google Shape;1279;p50"/>
          <p:cNvGrpSpPr/>
          <p:nvPr/>
        </p:nvGrpSpPr>
        <p:grpSpPr>
          <a:xfrm>
            <a:off x="5498025" y="3160400"/>
            <a:ext cx="1359475" cy="443257"/>
            <a:chOff x="5498025" y="2855600"/>
            <a:chExt cx="1359475" cy="443257"/>
          </a:xfrm>
        </p:grpSpPr>
        <p:cxnSp>
          <p:nvCxnSpPr>
            <p:cNvPr id="1280" name="Google Shape;1280;p50"/>
            <p:cNvCxnSpPr/>
            <p:nvPr/>
          </p:nvCxnSpPr>
          <p:spPr>
            <a:xfrm>
              <a:off x="5587650" y="2937100"/>
              <a:ext cx="1268100" cy="329700"/>
            </a:xfrm>
            <a:prstGeom prst="bentConnector3">
              <a:avLst>
                <a:gd name="adj1" fmla="val 50000"/>
              </a:avLst>
            </a:prstGeom>
            <a:noFill/>
            <a:ln w="9525" cap="flat" cmpd="sng">
              <a:solidFill>
                <a:schemeClr val="accent1"/>
              </a:solidFill>
              <a:prstDash val="dash"/>
              <a:round/>
              <a:headEnd type="none" w="med" len="med"/>
              <a:tailEnd type="none" w="med" len="med"/>
            </a:ln>
          </p:spPr>
        </p:cxnSp>
        <p:sp>
          <p:nvSpPr>
            <p:cNvPr id="1281" name="Google Shape;1281;p50"/>
            <p:cNvSpPr/>
            <p:nvPr/>
          </p:nvSpPr>
          <p:spPr>
            <a:xfrm>
              <a:off x="6788500" y="3229857"/>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0"/>
            <p:cNvSpPr/>
            <p:nvPr/>
          </p:nvSpPr>
          <p:spPr>
            <a:xfrm>
              <a:off x="6187200" y="3229857"/>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0"/>
            <p:cNvSpPr/>
            <p:nvPr/>
          </p:nvSpPr>
          <p:spPr>
            <a:xfrm>
              <a:off x="6187200" y="2903911"/>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0"/>
            <p:cNvSpPr/>
            <p:nvPr/>
          </p:nvSpPr>
          <p:spPr>
            <a:xfrm>
              <a:off x="5546325" y="2903911"/>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0"/>
            <p:cNvSpPr/>
            <p:nvPr/>
          </p:nvSpPr>
          <p:spPr>
            <a:xfrm>
              <a:off x="5498025" y="2855600"/>
              <a:ext cx="165600" cy="16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6" name="Google Shape;1286;p50"/>
          <p:cNvGrpSpPr/>
          <p:nvPr/>
        </p:nvGrpSpPr>
        <p:grpSpPr>
          <a:xfrm>
            <a:off x="6024175" y="1780511"/>
            <a:ext cx="838966" cy="521089"/>
            <a:chOff x="6024175" y="1475711"/>
            <a:chExt cx="838966" cy="521089"/>
          </a:xfrm>
        </p:grpSpPr>
        <p:cxnSp>
          <p:nvCxnSpPr>
            <p:cNvPr id="1287" name="Google Shape;1287;p50"/>
            <p:cNvCxnSpPr/>
            <p:nvPr/>
          </p:nvCxnSpPr>
          <p:spPr>
            <a:xfrm rot="10800000" flipH="1">
              <a:off x="6110600" y="1504350"/>
              <a:ext cx="752100" cy="415500"/>
            </a:xfrm>
            <a:prstGeom prst="bentConnector3">
              <a:avLst>
                <a:gd name="adj1" fmla="val 50000"/>
              </a:avLst>
            </a:prstGeom>
            <a:noFill/>
            <a:ln w="9525" cap="flat" cmpd="sng">
              <a:solidFill>
                <a:schemeClr val="accent1"/>
              </a:solidFill>
              <a:prstDash val="dash"/>
              <a:round/>
              <a:headEnd type="none" w="med" len="med"/>
              <a:tailEnd type="none" w="med" len="med"/>
            </a:ln>
          </p:spPr>
        </p:cxnSp>
        <p:sp>
          <p:nvSpPr>
            <p:cNvPr id="1288" name="Google Shape;1288;p50"/>
            <p:cNvSpPr/>
            <p:nvPr/>
          </p:nvSpPr>
          <p:spPr>
            <a:xfrm>
              <a:off x="6072475" y="1879507"/>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0"/>
            <p:cNvSpPr/>
            <p:nvPr/>
          </p:nvSpPr>
          <p:spPr>
            <a:xfrm>
              <a:off x="6450275" y="1879507"/>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50"/>
            <p:cNvSpPr/>
            <p:nvPr/>
          </p:nvSpPr>
          <p:spPr>
            <a:xfrm>
              <a:off x="6450275" y="1475711"/>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0"/>
            <p:cNvSpPr/>
            <p:nvPr/>
          </p:nvSpPr>
          <p:spPr>
            <a:xfrm>
              <a:off x="6794141" y="1475711"/>
              <a:ext cx="69000" cy="6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50"/>
            <p:cNvSpPr/>
            <p:nvPr/>
          </p:nvSpPr>
          <p:spPr>
            <a:xfrm>
              <a:off x="6024175" y="1831200"/>
              <a:ext cx="165600" cy="1656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6"/>
        <p:cNvGrpSpPr/>
        <p:nvPr/>
      </p:nvGrpSpPr>
      <p:grpSpPr>
        <a:xfrm>
          <a:off x="0" y="0"/>
          <a:ext cx="0" cy="0"/>
          <a:chOff x="0" y="0"/>
          <a:chExt cx="0" cy="0"/>
        </a:xfrm>
      </p:grpSpPr>
      <p:grpSp>
        <p:nvGrpSpPr>
          <p:cNvPr id="1297" name="Google Shape;1297;p51"/>
          <p:cNvGrpSpPr/>
          <p:nvPr/>
        </p:nvGrpSpPr>
        <p:grpSpPr>
          <a:xfrm>
            <a:off x="4635125" y="1607583"/>
            <a:ext cx="3245100" cy="2464200"/>
            <a:chOff x="4348325" y="1325275"/>
            <a:chExt cx="3245100" cy="2464200"/>
          </a:xfrm>
        </p:grpSpPr>
        <p:sp>
          <p:nvSpPr>
            <p:cNvPr id="1298" name="Google Shape;1298;p51"/>
            <p:cNvSpPr/>
            <p:nvPr/>
          </p:nvSpPr>
          <p:spPr>
            <a:xfrm>
              <a:off x="4348325" y="1325275"/>
              <a:ext cx="3245100" cy="1926900"/>
            </a:xfrm>
            <a:prstGeom prst="roundRect">
              <a:avLst>
                <a:gd name="adj" fmla="val 8551"/>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51"/>
            <p:cNvSpPr/>
            <p:nvPr/>
          </p:nvSpPr>
          <p:spPr>
            <a:xfrm>
              <a:off x="5695025" y="3252175"/>
              <a:ext cx="551700" cy="465600"/>
            </a:xfrm>
            <a:prstGeom prst="trapezoid">
              <a:avLst>
                <a:gd name="adj" fmla="val 25000"/>
              </a:avLst>
            </a:pr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1"/>
            <p:cNvSpPr/>
            <p:nvPr/>
          </p:nvSpPr>
          <p:spPr>
            <a:xfrm>
              <a:off x="5078975" y="3717775"/>
              <a:ext cx="1783800" cy="71700"/>
            </a:xfrm>
            <a:prstGeom prst="roundRect">
              <a:avLst>
                <a:gd name="adj" fmla="val 8551"/>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01" name="Google Shape;1301;p51"/>
            <p:cNvCxnSpPr/>
            <p:nvPr/>
          </p:nvCxnSpPr>
          <p:spPr>
            <a:xfrm>
              <a:off x="4355500" y="2901275"/>
              <a:ext cx="3237900" cy="0"/>
            </a:xfrm>
            <a:prstGeom prst="straightConnector1">
              <a:avLst/>
            </a:prstGeom>
            <a:noFill/>
            <a:ln w="9525" cap="flat" cmpd="sng">
              <a:solidFill>
                <a:schemeClr val="accent1"/>
              </a:solidFill>
              <a:prstDash val="solid"/>
              <a:round/>
              <a:headEnd type="none" w="med" len="med"/>
              <a:tailEnd type="none" w="med" len="med"/>
            </a:ln>
          </p:spPr>
        </p:cxnSp>
        <p:sp>
          <p:nvSpPr>
            <p:cNvPr id="1302" name="Google Shape;1302;p51"/>
            <p:cNvSpPr/>
            <p:nvPr/>
          </p:nvSpPr>
          <p:spPr>
            <a:xfrm>
              <a:off x="5913250" y="3015525"/>
              <a:ext cx="122400" cy="122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03" name="Google Shape;1303;p51"/>
          <p:cNvPicPr preferRelativeResize="0"/>
          <p:nvPr/>
        </p:nvPicPr>
        <p:blipFill>
          <a:blip r:embed="rId3">
            <a:alphaModFix/>
          </a:blip>
          <a:stretch>
            <a:fillRect/>
          </a:stretch>
        </p:blipFill>
        <p:spPr>
          <a:xfrm>
            <a:off x="4641675" y="1612733"/>
            <a:ext cx="3233100" cy="1556400"/>
          </a:xfrm>
          <a:prstGeom prst="round2SameRect">
            <a:avLst>
              <a:gd name="adj1" fmla="val 10079"/>
              <a:gd name="adj2" fmla="val 0"/>
            </a:avLst>
          </a:prstGeom>
          <a:noFill/>
          <a:ln>
            <a:noFill/>
          </a:ln>
        </p:spPr>
      </p:pic>
      <p:sp>
        <p:nvSpPr>
          <p:cNvPr id="1304" name="Google Shape;1304;p51"/>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SNEAK</a:t>
            </a:r>
            <a:r>
              <a:rPr lang="en"/>
              <a:t> PEEK</a:t>
            </a:r>
            <a:endParaRPr/>
          </a:p>
        </p:txBody>
      </p:sp>
      <p:sp>
        <p:nvSpPr>
          <p:cNvPr id="1305" name="Google Shape;1305;p51"/>
          <p:cNvSpPr txBox="1">
            <a:spLocks noGrp="1"/>
          </p:cNvSpPr>
          <p:nvPr>
            <p:ph type="subTitle" idx="1"/>
          </p:nvPr>
        </p:nvSpPr>
        <p:spPr>
          <a:xfrm>
            <a:off x="1266420" y="2167108"/>
            <a:ext cx="26412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a:t>
            </a:r>
            <a:endParaRPr/>
          </a:p>
        </p:txBody>
      </p:sp>
      <p:sp>
        <p:nvSpPr>
          <p:cNvPr id="1306" name="Google Shape;1306;p51"/>
          <p:cNvSpPr txBox="1">
            <a:spLocks noGrp="1"/>
          </p:cNvSpPr>
          <p:nvPr>
            <p:ph type="subTitle" idx="2"/>
          </p:nvPr>
        </p:nvSpPr>
        <p:spPr>
          <a:xfrm>
            <a:off x="1263775" y="2521058"/>
            <a:ext cx="2641200" cy="99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delete this one, add yours and center it properly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10"/>
        <p:cNvGrpSpPr/>
        <p:nvPr/>
      </p:nvGrpSpPr>
      <p:grpSpPr>
        <a:xfrm>
          <a:off x="0" y="0"/>
          <a:ext cx="0" cy="0"/>
          <a:chOff x="0" y="0"/>
          <a:chExt cx="0" cy="0"/>
        </a:xfrm>
      </p:grpSpPr>
      <p:sp>
        <p:nvSpPr>
          <p:cNvPr id="1311" name="Google Shape;1311;p52"/>
          <p:cNvSpPr txBox="1">
            <a:spLocks noGrp="1"/>
          </p:cNvSpPr>
          <p:nvPr>
            <p:ph type="title"/>
          </p:nvPr>
        </p:nvSpPr>
        <p:spPr>
          <a:xfrm>
            <a:off x="726225" y="43830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PROJECT </a:t>
            </a:r>
            <a:r>
              <a:rPr lang="en">
                <a:latin typeface="Encode Sans"/>
                <a:ea typeface="Encode Sans"/>
                <a:cs typeface="Encode Sans"/>
                <a:sym typeface="Encode Sans"/>
              </a:rPr>
              <a:t>STAGES</a:t>
            </a:r>
            <a:endParaRPr>
              <a:latin typeface="Encode Sans"/>
              <a:ea typeface="Encode Sans"/>
              <a:cs typeface="Encode Sans"/>
              <a:sym typeface="Encode Sans"/>
            </a:endParaRPr>
          </a:p>
        </p:txBody>
      </p:sp>
      <p:sp>
        <p:nvSpPr>
          <p:cNvPr id="1312" name="Google Shape;1312;p52"/>
          <p:cNvSpPr txBox="1">
            <a:spLocks noGrp="1"/>
          </p:cNvSpPr>
          <p:nvPr>
            <p:ph type="subTitle" idx="1"/>
          </p:nvPr>
        </p:nvSpPr>
        <p:spPr>
          <a:xfrm>
            <a:off x="2438000" y="704150"/>
            <a:ext cx="2357100" cy="4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STAGE 1</a:t>
            </a:r>
            <a:endParaRPr/>
          </a:p>
        </p:txBody>
      </p:sp>
      <p:sp>
        <p:nvSpPr>
          <p:cNvPr id="1313" name="Google Shape;1313;p52"/>
          <p:cNvSpPr txBox="1">
            <a:spLocks noGrp="1"/>
          </p:cNvSpPr>
          <p:nvPr>
            <p:ph type="subTitle" idx="2"/>
          </p:nvPr>
        </p:nvSpPr>
        <p:spPr>
          <a:xfrm>
            <a:off x="2438025" y="1013249"/>
            <a:ext cx="235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a cold place. The planet is full of iron oxide dust</a:t>
            </a:r>
            <a:endParaRPr/>
          </a:p>
        </p:txBody>
      </p:sp>
      <p:sp>
        <p:nvSpPr>
          <p:cNvPr id="1314" name="Google Shape;1314;p52"/>
          <p:cNvSpPr txBox="1">
            <a:spLocks noGrp="1"/>
          </p:cNvSpPr>
          <p:nvPr>
            <p:ph type="subTitle" idx="3"/>
          </p:nvPr>
        </p:nvSpPr>
        <p:spPr>
          <a:xfrm>
            <a:off x="3352442" y="1707768"/>
            <a:ext cx="2357100" cy="46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STAGE 2</a:t>
            </a:r>
            <a:endParaRPr/>
          </a:p>
        </p:txBody>
      </p:sp>
      <p:sp>
        <p:nvSpPr>
          <p:cNvPr id="1315" name="Google Shape;1315;p52"/>
          <p:cNvSpPr txBox="1">
            <a:spLocks noGrp="1"/>
          </p:cNvSpPr>
          <p:nvPr>
            <p:ph type="subTitle" idx="4"/>
          </p:nvPr>
        </p:nvSpPr>
        <p:spPr>
          <a:xfrm>
            <a:off x="3352350" y="2017050"/>
            <a:ext cx="235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smallest one in the Solar System</a:t>
            </a:r>
            <a:endParaRPr/>
          </a:p>
        </p:txBody>
      </p:sp>
      <p:sp>
        <p:nvSpPr>
          <p:cNvPr id="1316" name="Google Shape;1316;p52"/>
          <p:cNvSpPr txBox="1">
            <a:spLocks noGrp="1"/>
          </p:cNvSpPr>
          <p:nvPr>
            <p:ph type="subTitle" idx="5"/>
          </p:nvPr>
        </p:nvSpPr>
        <p:spPr>
          <a:xfrm>
            <a:off x="4266754" y="2715116"/>
            <a:ext cx="2357100" cy="46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STAGE 3</a:t>
            </a:r>
            <a:endParaRPr/>
          </a:p>
        </p:txBody>
      </p:sp>
      <p:sp>
        <p:nvSpPr>
          <p:cNvPr id="1317" name="Google Shape;1317;p52"/>
          <p:cNvSpPr txBox="1">
            <a:spLocks noGrp="1"/>
          </p:cNvSpPr>
          <p:nvPr>
            <p:ph type="subTitle" idx="6"/>
          </p:nvPr>
        </p:nvSpPr>
        <p:spPr>
          <a:xfrm>
            <a:off x="4266750" y="3024216"/>
            <a:ext cx="235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composed mostly of hydrogen and helium</a:t>
            </a:r>
            <a:endParaRPr/>
          </a:p>
        </p:txBody>
      </p:sp>
      <p:sp>
        <p:nvSpPr>
          <p:cNvPr id="1318" name="Google Shape;1318;p52"/>
          <p:cNvSpPr txBox="1">
            <a:spLocks noGrp="1"/>
          </p:cNvSpPr>
          <p:nvPr>
            <p:ph type="subTitle" idx="7"/>
          </p:nvPr>
        </p:nvSpPr>
        <p:spPr>
          <a:xfrm>
            <a:off x="5181254" y="3723951"/>
            <a:ext cx="2357100" cy="46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STAGE 4</a:t>
            </a:r>
            <a:endParaRPr/>
          </a:p>
        </p:txBody>
      </p:sp>
      <p:sp>
        <p:nvSpPr>
          <p:cNvPr id="1319" name="Google Shape;1319;p52"/>
          <p:cNvSpPr txBox="1">
            <a:spLocks noGrp="1"/>
          </p:cNvSpPr>
          <p:nvPr>
            <p:ph type="subTitle" idx="8"/>
          </p:nvPr>
        </p:nvSpPr>
        <p:spPr>
          <a:xfrm>
            <a:off x="5181250" y="4033233"/>
            <a:ext cx="235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 It’s hot</a:t>
            </a:r>
            <a:endParaRPr/>
          </a:p>
        </p:txBody>
      </p:sp>
      <p:grpSp>
        <p:nvGrpSpPr>
          <p:cNvPr id="1320" name="Google Shape;1320;p52"/>
          <p:cNvGrpSpPr/>
          <p:nvPr/>
        </p:nvGrpSpPr>
        <p:grpSpPr>
          <a:xfrm>
            <a:off x="918700" y="1533025"/>
            <a:ext cx="4063875" cy="3115200"/>
            <a:chOff x="918700" y="1533025"/>
            <a:chExt cx="4063875" cy="3115200"/>
          </a:xfrm>
        </p:grpSpPr>
        <p:cxnSp>
          <p:nvCxnSpPr>
            <p:cNvPr id="1321" name="Google Shape;1321;p52"/>
            <p:cNvCxnSpPr/>
            <p:nvPr/>
          </p:nvCxnSpPr>
          <p:spPr>
            <a:xfrm>
              <a:off x="1003300" y="1575325"/>
              <a:ext cx="1136100" cy="0"/>
            </a:xfrm>
            <a:prstGeom prst="straightConnector1">
              <a:avLst/>
            </a:prstGeom>
            <a:noFill/>
            <a:ln w="9525" cap="flat" cmpd="sng">
              <a:solidFill>
                <a:schemeClr val="accent1"/>
              </a:solidFill>
              <a:prstDash val="solid"/>
              <a:round/>
              <a:headEnd type="none" w="med" len="med"/>
              <a:tailEnd type="none" w="med" len="med"/>
            </a:ln>
          </p:spPr>
        </p:cxnSp>
        <p:cxnSp>
          <p:nvCxnSpPr>
            <p:cNvPr id="1322" name="Google Shape;1322;p52"/>
            <p:cNvCxnSpPr/>
            <p:nvPr/>
          </p:nvCxnSpPr>
          <p:spPr>
            <a:xfrm>
              <a:off x="2139200" y="1575325"/>
              <a:ext cx="0" cy="1009800"/>
            </a:xfrm>
            <a:prstGeom prst="straightConnector1">
              <a:avLst/>
            </a:prstGeom>
            <a:noFill/>
            <a:ln w="9525" cap="flat" cmpd="sng">
              <a:solidFill>
                <a:schemeClr val="accent1"/>
              </a:solidFill>
              <a:prstDash val="solid"/>
              <a:round/>
              <a:headEnd type="none" w="med" len="med"/>
              <a:tailEnd type="none" w="med" len="med"/>
            </a:ln>
          </p:spPr>
        </p:cxnSp>
        <p:cxnSp>
          <p:nvCxnSpPr>
            <p:cNvPr id="1323" name="Google Shape;1323;p52"/>
            <p:cNvCxnSpPr/>
            <p:nvPr/>
          </p:nvCxnSpPr>
          <p:spPr>
            <a:xfrm>
              <a:off x="3070575" y="3596925"/>
              <a:ext cx="903000" cy="0"/>
            </a:xfrm>
            <a:prstGeom prst="straightConnector1">
              <a:avLst/>
            </a:prstGeom>
            <a:noFill/>
            <a:ln w="9525" cap="flat" cmpd="sng">
              <a:solidFill>
                <a:schemeClr val="accent1"/>
              </a:solidFill>
              <a:prstDash val="solid"/>
              <a:round/>
              <a:headEnd type="none" w="med" len="med"/>
              <a:tailEnd type="none" w="med" len="med"/>
            </a:ln>
          </p:spPr>
        </p:cxnSp>
        <p:cxnSp>
          <p:nvCxnSpPr>
            <p:cNvPr id="1324" name="Google Shape;1324;p52"/>
            <p:cNvCxnSpPr/>
            <p:nvPr/>
          </p:nvCxnSpPr>
          <p:spPr>
            <a:xfrm>
              <a:off x="4001900" y="4605925"/>
              <a:ext cx="924300" cy="0"/>
            </a:xfrm>
            <a:prstGeom prst="straightConnector1">
              <a:avLst/>
            </a:prstGeom>
            <a:noFill/>
            <a:ln w="9525" cap="flat" cmpd="sng">
              <a:solidFill>
                <a:schemeClr val="accent1"/>
              </a:solidFill>
              <a:prstDash val="solid"/>
              <a:round/>
              <a:headEnd type="none" w="med" len="med"/>
              <a:tailEnd type="none" w="med" len="med"/>
            </a:ln>
          </p:spPr>
        </p:cxnSp>
        <p:cxnSp>
          <p:nvCxnSpPr>
            <p:cNvPr id="1325" name="Google Shape;1325;p52"/>
            <p:cNvCxnSpPr/>
            <p:nvPr/>
          </p:nvCxnSpPr>
          <p:spPr>
            <a:xfrm>
              <a:off x="2146300" y="2589750"/>
              <a:ext cx="910200" cy="0"/>
            </a:xfrm>
            <a:prstGeom prst="straightConnector1">
              <a:avLst/>
            </a:prstGeom>
            <a:noFill/>
            <a:ln w="9525" cap="flat" cmpd="sng">
              <a:solidFill>
                <a:schemeClr val="accent1"/>
              </a:solidFill>
              <a:prstDash val="solid"/>
              <a:round/>
              <a:headEnd type="none" w="med" len="med"/>
              <a:tailEnd type="none" w="med" len="med"/>
            </a:ln>
          </p:spPr>
        </p:cxnSp>
        <p:cxnSp>
          <p:nvCxnSpPr>
            <p:cNvPr id="1326" name="Google Shape;1326;p52"/>
            <p:cNvCxnSpPr/>
            <p:nvPr/>
          </p:nvCxnSpPr>
          <p:spPr>
            <a:xfrm>
              <a:off x="3070550" y="2585125"/>
              <a:ext cx="0" cy="1009800"/>
            </a:xfrm>
            <a:prstGeom prst="straightConnector1">
              <a:avLst/>
            </a:prstGeom>
            <a:noFill/>
            <a:ln w="9525" cap="flat" cmpd="sng">
              <a:solidFill>
                <a:schemeClr val="accent1"/>
              </a:solidFill>
              <a:prstDash val="solid"/>
              <a:round/>
              <a:headEnd type="none" w="med" len="med"/>
              <a:tailEnd type="none" w="med" len="med"/>
            </a:ln>
          </p:spPr>
        </p:cxnSp>
        <p:cxnSp>
          <p:nvCxnSpPr>
            <p:cNvPr id="1327" name="Google Shape;1327;p52"/>
            <p:cNvCxnSpPr/>
            <p:nvPr/>
          </p:nvCxnSpPr>
          <p:spPr>
            <a:xfrm>
              <a:off x="3994825" y="3594925"/>
              <a:ext cx="0" cy="1009800"/>
            </a:xfrm>
            <a:prstGeom prst="straightConnector1">
              <a:avLst/>
            </a:prstGeom>
            <a:noFill/>
            <a:ln w="9525" cap="flat" cmpd="sng">
              <a:solidFill>
                <a:schemeClr val="accent1"/>
              </a:solidFill>
              <a:prstDash val="solid"/>
              <a:round/>
              <a:headEnd type="none" w="med" len="med"/>
              <a:tailEnd type="none" w="med" len="med"/>
            </a:ln>
          </p:spPr>
        </p:cxnSp>
        <p:sp>
          <p:nvSpPr>
            <p:cNvPr id="1328" name="Google Shape;1328;p52"/>
            <p:cNvSpPr/>
            <p:nvPr/>
          </p:nvSpPr>
          <p:spPr>
            <a:xfrm>
              <a:off x="918700" y="1533025"/>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2"/>
            <p:cNvSpPr/>
            <p:nvPr/>
          </p:nvSpPr>
          <p:spPr>
            <a:xfrm>
              <a:off x="2096900" y="1533025"/>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52"/>
            <p:cNvSpPr/>
            <p:nvPr/>
          </p:nvSpPr>
          <p:spPr>
            <a:xfrm>
              <a:off x="2096900" y="2547450"/>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2"/>
            <p:cNvSpPr/>
            <p:nvPr/>
          </p:nvSpPr>
          <p:spPr>
            <a:xfrm>
              <a:off x="3028250" y="2547450"/>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2"/>
            <p:cNvSpPr/>
            <p:nvPr/>
          </p:nvSpPr>
          <p:spPr>
            <a:xfrm>
              <a:off x="3028250" y="3554625"/>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2"/>
            <p:cNvSpPr/>
            <p:nvPr/>
          </p:nvSpPr>
          <p:spPr>
            <a:xfrm>
              <a:off x="3952525" y="3554625"/>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2"/>
            <p:cNvSpPr/>
            <p:nvPr/>
          </p:nvSpPr>
          <p:spPr>
            <a:xfrm>
              <a:off x="3952525" y="4563625"/>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2"/>
            <p:cNvSpPr/>
            <p:nvPr/>
          </p:nvSpPr>
          <p:spPr>
            <a:xfrm>
              <a:off x="4897975" y="4563625"/>
              <a:ext cx="84600" cy="8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6" name="Google Shape;1336;p52"/>
          <p:cNvGrpSpPr/>
          <p:nvPr/>
        </p:nvGrpSpPr>
        <p:grpSpPr>
          <a:xfrm>
            <a:off x="4383780" y="3985634"/>
            <a:ext cx="370198" cy="278450"/>
            <a:chOff x="2194468" y="2938865"/>
            <a:chExt cx="355993" cy="267766"/>
          </a:xfrm>
        </p:grpSpPr>
        <p:sp>
          <p:nvSpPr>
            <p:cNvPr id="1337" name="Google Shape;1337;p52"/>
            <p:cNvSpPr/>
            <p:nvPr/>
          </p:nvSpPr>
          <p:spPr>
            <a:xfrm>
              <a:off x="2194468" y="2938865"/>
              <a:ext cx="355993" cy="267766"/>
            </a:xfrm>
            <a:custGeom>
              <a:avLst/>
              <a:gdLst/>
              <a:ahLst/>
              <a:cxnLst/>
              <a:rect l="l" t="t" r="r" b="b"/>
              <a:pathLst>
                <a:path w="11193" h="8419" extrusionOk="0">
                  <a:moveTo>
                    <a:pt x="10859" y="1727"/>
                  </a:moveTo>
                  <a:lnTo>
                    <a:pt x="10859" y="7692"/>
                  </a:lnTo>
                  <a:cubicBezTo>
                    <a:pt x="10859" y="7919"/>
                    <a:pt x="10680" y="8097"/>
                    <a:pt x="10466" y="8097"/>
                  </a:cubicBezTo>
                  <a:lnTo>
                    <a:pt x="727" y="8097"/>
                  </a:lnTo>
                  <a:cubicBezTo>
                    <a:pt x="501" y="8097"/>
                    <a:pt x="322" y="7919"/>
                    <a:pt x="322" y="7692"/>
                  </a:cubicBezTo>
                  <a:lnTo>
                    <a:pt x="322" y="1727"/>
                  </a:lnTo>
                  <a:close/>
                  <a:moveTo>
                    <a:pt x="727" y="1"/>
                  </a:moveTo>
                  <a:cubicBezTo>
                    <a:pt x="322" y="1"/>
                    <a:pt x="0" y="322"/>
                    <a:pt x="0" y="727"/>
                  </a:cubicBezTo>
                  <a:lnTo>
                    <a:pt x="0" y="7692"/>
                  </a:lnTo>
                  <a:cubicBezTo>
                    <a:pt x="0" y="8097"/>
                    <a:pt x="322" y="8419"/>
                    <a:pt x="727" y="8419"/>
                  </a:cubicBezTo>
                  <a:lnTo>
                    <a:pt x="10466" y="8419"/>
                  </a:lnTo>
                  <a:cubicBezTo>
                    <a:pt x="10859" y="8419"/>
                    <a:pt x="11192" y="8097"/>
                    <a:pt x="11192" y="7692"/>
                  </a:cubicBezTo>
                  <a:lnTo>
                    <a:pt x="11192" y="727"/>
                  </a:lnTo>
                  <a:cubicBezTo>
                    <a:pt x="11192" y="322"/>
                    <a:pt x="10859" y="1"/>
                    <a:pt x="10466" y="1"/>
                  </a:cubicBezTo>
                  <a:lnTo>
                    <a:pt x="3644" y="1"/>
                  </a:lnTo>
                  <a:cubicBezTo>
                    <a:pt x="3560" y="1"/>
                    <a:pt x="3477" y="72"/>
                    <a:pt x="3477" y="168"/>
                  </a:cubicBezTo>
                  <a:cubicBezTo>
                    <a:pt x="3477" y="251"/>
                    <a:pt x="3560" y="322"/>
                    <a:pt x="3644" y="322"/>
                  </a:cubicBezTo>
                  <a:lnTo>
                    <a:pt x="10466" y="322"/>
                  </a:lnTo>
                  <a:cubicBezTo>
                    <a:pt x="10680" y="322"/>
                    <a:pt x="10859" y="501"/>
                    <a:pt x="10859" y="727"/>
                  </a:cubicBezTo>
                  <a:lnTo>
                    <a:pt x="10859" y="1394"/>
                  </a:lnTo>
                  <a:lnTo>
                    <a:pt x="322" y="1394"/>
                  </a:lnTo>
                  <a:lnTo>
                    <a:pt x="322" y="727"/>
                  </a:lnTo>
                  <a:cubicBezTo>
                    <a:pt x="322" y="501"/>
                    <a:pt x="501" y="322"/>
                    <a:pt x="727" y="322"/>
                  </a:cubicBezTo>
                  <a:lnTo>
                    <a:pt x="2989" y="322"/>
                  </a:lnTo>
                  <a:cubicBezTo>
                    <a:pt x="3084" y="322"/>
                    <a:pt x="3156" y="251"/>
                    <a:pt x="3156" y="156"/>
                  </a:cubicBezTo>
                  <a:cubicBezTo>
                    <a:pt x="3156" y="72"/>
                    <a:pt x="3084" y="1"/>
                    <a:pt x="29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52"/>
            <p:cNvSpPr/>
            <p:nvPr/>
          </p:nvSpPr>
          <p:spPr>
            <a:xfrm>
              <a:off x="2217940" y="3005528"/>
              <a:ext cx="39025" cy="10623"/>
            </a:xfrm>
            <a:custGeom>
              <a:avLst/>
              <a:gdLst/>
              <a:ahLst/>
              <a:cxnLst/>
              <a:rect l="l" t="t" r="r" b="b"/>
              <a:pathLst>
                <a:path w="1227" h="334" extrusionOk="0">
                  <a:moveTo>
                    <a:pt x="167" y="0"/>
                  </a:moveTo>
                  <a:cubicBezTo>
                    <a:pt x="84" y="0"/>
                    <a:pt x="1" y="72"/>
                    <a:pt x="1" y="167"/>
                  </a:cubicBezTo>
                  <a:cubicBezTo>
                    <a:pt x="1" y="251"/>
                    <a:pt x="84" y="334"/>
                    <a:pt x="167" y="334"/>
                  </a:cubicBezTo>
                  <a:lnTo>
                    <a:pt x="1060" y="334"/>
                  </a:lnTo>
                  <a:cubicBezTo>
                    <a:pt x="1156" y="334"/>
                    <a:pt x="1227" y="251"/>
                    <a:pt x="1227" y="167"/>
                  </a:cubicBezTo>
                  <a:cubicBezTo>
                    <a:pt x="1227" y="72"/>
                    <a:pt x="1156"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52"/>
            <p:cNvSpPr/>
            <p:nvPr/>
          </p:nvSpPr>
          <p:spPr>
            <a:xfrm>
              <a:off x="2270959" y="3005528"/>
              <a:ext cx="39025" cy="10623"/>
            </a:xfrm>
            <a:custGeom>
              <a:avLst/>
              <a:gdLst/>
              <a:ahLst/>
              <a:cxnLst/>
              <a:rect l="l" t="t" r="r" b="b"/>
              <a:pathLst>
                <a:path w="1227" h="334" extrusionOk="0">
                  <a:moveTo>
                    <a:pt x="167" y="0"/>
                  </a:moveTo>
                  <a:cubicBezTo>
                    <a:pt x="84" y="0"/>
                    <a:pt x="1" y="72"/>
                    <a:pt x="1" y="167"/>
                  </a:cubicBezTo>
                  <a:cubicBezTo>
                    <a:pt x="1" y="251"/>
                    <a:pt x="84" y="334"/>
                    <a:pt x="167" y="334"/>
                  </a:cubicBezTo>
                  <a:lnTo>
                    <a:pt x="1060" y="334"/>
                  </a:lnTo>
                  <a:cubicBezTo>
                    <a:pt x="1155" y="334"/>
                    <a:pt x="1227" y="251"/>
                    <a:pt x="1227" y="167"/>
                  </a:cubicBezTo>
                  <a:cubicBezTo>
                    <a:pt x="1227" y="72"/>
                    <a:pt x="1155"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52"/>
            <p:cNvSpPr/>
            <p:nvPr/>
          </p:nvSpPr>
          <p:spPr>
            <a:xfrm>
              <a:off x="2323978" y="3005528"/>
              <a:ext cx="39025" cy="10623"/>
            </a:xfrm>
            <a:custGeom>
              <a:avLst/>
              <a:gdLst/>
              <a:ahLst/>
              <a:cxnLst/>
              <a:rect l="l" t="t" r="r" b="b"/>
              <a:pathLst>
                <a:path w="1227" h="334" extrusionOk="0">
                  <a:moveTo>
                    <a:pt x="167" y="0"/>
                  </a:moveTo>
                  <a:cubicBezTo>
                    <a:pt x="84" y="0"/>
                    <a:pt x="0" y="72"/>
                    <a:pt x="0" y="167"/>
                  </a:cubicBezTo>
                  <a:cubicBezTo>
                    <a:pt x="0" y="251"/>
                    <a:pt x="84" y="334"/>
                    <a:pt x="167" y="334"/>
                  </a:cubicBezTo>
                  <a:lnTo>
                    <a:pt x="1060" y="334"/>
                  </a:lnTo>
                  <a:cubicBezTo>
                    <a:pt x="1155" y="334"/>
                    <a:pt x="1227" y="251"/>
                    <a:pt x="1227" y="167"/>
                  </a:cubicBezTo>
                  <a:cubicBezTo>
                    <a:pt x="1227" y="72"/>
                    <a:pt x="1155"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52"/>
            <p:cNvSpPr/>
            <p:nvPr/>
          </p:nvSpPr>
          <p:spPr>
            <a:xfrm>
              <a:off x="2376996" y="3005528"/>
              <a:ext cx="39025" cy="10623"/>
            </a:xfrm>
            <a:custGeom>
              <a:avLst/>
              <a:gdLst/>
              <a:ahLst/>
              <a:cxnLst/>
              <a:rect l="l" t="t" r="r" b="b"/>
              <a:pathLst>
                <a:path w="1227" h="334" extrusionOk="0">
                  <a:moveTo>
                    <a:pt x="167" y="0"/>
                  </a:moveTo>
                  <a:cubicBezTo>
                    <a:pt x="72" y="0"/>
                    <a:pt x="0" y="72"/>
                    <a:pt x="0" y="167"/>
                  </a:cubicBezTo>
                  <a:cubicBezTo>
                    <a:pt x="0" y="251"/>
                    <a:pt x="72" y="334"/>
                    <a:pt x="167" y="334"/>
                  </a:cubicBezTo>
                  <a:lnTo>
                    <a:pt x="1060" y="334"/>
                  </a:lnTo>
                  <a:cubicBezTo>
                    <a:pt x="1155" y="334"/>
                    <a:pt x="1227" y="251"/>
                    <a:pt x="1227" y="167"/>
                  </a:cubicBezTo>
                  <a:cubicBezTo>
                    <a:pt x="1227" y="72"/>
                    <a:pt x="1155"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52"/>
            <p:cNvSpPr/>
            <p:nvPr/>
          </p:nvSpPr>
          <p:spPr>
            <a:xfrm>
              <a:off x="2429634" y="3005528"/>
              <a:ext cx="39025" cy="10623"/>
            </a:xfrm>
            <a:custGeom>
              <a:avLst/>
              <a:gdLst/>
              <a:ahLst/>
              <a:cxnLst/>
              <a:rect l="l" t="t" r="r" b="b"/>
              <a:pathLst>
                <a:path w="1227" h="334" extrusionOk="0">
                  <a:moveTo>
                    <a:pt x="167" y="0"/>
                  </a:moveTo>
                  <a:cubicBezTo>
                    <a:pt x="72" y="0"/>
                    <a:pt x="0" y="72"/>
                    <a:pt x="0" y="167"/>
                  </a:cubicBezTo>
                  <a:cubicBezTo>
                    <a:pt x="0" y="251"/>
                    <a:pt x="72" y="334"/>
                    <a:pt x="167" y="334"/>
                  </a:cubicBezTo>
                  <a:lnTo>
                    <a:pt x="1060" y="334"/>
                  </a:lnTo>
                  <a:cubicBezTo>
                    <a:pt x="1143" y="334"/>
                    <a:pt x="1227" y="251"/>
                    <a:pt x="1227" y="167"/>
                  </a:cubicBezTo>
                  <a:cubicBezTo>
                    <a:pt x="1227" y="72"/>
                    <a:pt x="1143"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52"/>
            <p:cNvSpPr/>
            <p:nvPr/>
          </p:nvSpPr>
          <p:spPr>
            <a:xfrm>
              <a:off x="2482653" y="3005528"/>
              <a:ext cx="39025" cy="10623"/>
            </a:xfrm>
            <a:custGeom>
              <a:avLst/>
              <a:gdLst/>
              <a:ahLst/>
              <a:cxnLst/>
              <a:rect l="l" t="t" r="r" b="b"/>
              <a:pathLst>
                <a:path w="1227" h="334" extrusionOk="0">
                  <a:moveTo>
                    <a:pt x="167" y="0"/>
                  </a:moveTo>
                  <a:cubicBezTo>
                    <a:pt x="72" y="0"/>
                    <a:pt x="0" y="72"/>
                    <a:pt x="0" y="167"/>
                  </a:cubicBezTo>
                  <a:cubicBezTo>
                    <a:pt x="0" y="251"/>
                    <a:pt x="72" y="334"/>
                    <a:pt x="167" y="334"/>
                  </a:cubicBezTo>
                  <a:lnTo>
                    <a:pt x="1060" y="334"/>
                  </a:lnTo>
                  <a:cubicBezTo>
                    <a:pt x="1143" y="334"/>
                    <a:pt x="1226" y="251"/>
                    <a:pt x="1226" y="167"/>
                  </a:cubicBezTo>
                  <a:cubicBezTo>
                    <a:pt x="1215" y="72"/>
                    <a:pt x="1143"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52"/>
            <p:cNvSpPr/>
            <p:nvPr/>
          </p:nvSpPr>
          <p:spPr>
            <a:xfrm>
              <a:off x="2223251" y="2962369"/>
              <a:ext cx="259433" cy="10623"/>
            </a:xfrm>
            <a:custGeom>
              <a:avLst/>
              <a:gdLst/>
              <a:ahLst/>
              <a:cxnLst/>
              <a:rect l="l" t="t" r="r" b="b"/>
              <a:pathLst>
                <a:path w="8157" h="334" extrusionOk="0">
                  <a:moveTo>
                    <a:pt x="167" y="0"/>
                  </a:moveTo>
                  <a:cubicBezTo>
                    <a:pt x="72" y="0"/>
                    <a:pt x="0" y="84"/>
                    <a:pt x="0" y="167"/>
                  </a:cubicBezTo>
                  <a:cubicBezTo>
                    <a:pt x="0" y="262"/>
                    <a:pt x="72" y="334"/>
                    <a:pt x="167" y="334"/>
                  </a:cubicBezTo>
                  <a:lnTo>
                    <a:pt x="7989" y="334"/>
                  </a:lnTo>
                  <a:cubicBezTo>
                    <a:pt x="8085" y="334"/>
                    <a:pt x="8156" y="262"/>
                    <a:pt x="8156" y="167"/>
                  </a:cubicBezTo>
                  <a:cubicBezTo>
                    <a:pt x="8156" y="84"/>
                    <a:pt x="8085" y="0"/>
                    <a:pt x="79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52"/>
            <p:cNvSpPr/>
            <p:nvPr/>
          </p:nvSpPr>
          <p:spPr>
            <a:xfrm>
              <a:off x="2502340" y="2954927"/>
              <a:ext cx="30692" cy="25635"/>
            </a:xfrm>
            <a:custGeom>
              <a:avLst/>
              <a:gdLst/>
              <a:ahLst/>
              <a:cxnLst/>
              <a:rect l="l" t="t" r="r" b="b"/>
              <a:pathLst>
                <a:path w="965" h="806" extrusionOk="0">
                  <a:moveTo>
                    <a:pt x="228" y="0"/>
                  </a:moveTo>
                  <a:cubicBezTo>
                    <a:pt x="183" y="0"/>
                    <a:pt x="139" y="18"/>
                    <a:pt x="107" y="56"/>
                  </a:cubicBezTo>
                  <a:cubicBezTo>
                    <a:pt x="48" y="139"/>
                    <a:pt x="48" y="234"/>
                    <a:pt x="119" y="294"/>
                  </a:cubicBezTo>
                  <a:lnTo>
                    <a:pt x="238" y="401"/>
                  </a:lnTo>
                  <a:lnTo>
                    <a:pt x="119" y="508"/>
                  </a:lnTo>
                  <a:cubicBezTo>
                    <a:pt x="0" y="615"/>
                    <a:pt x="84" y="806"/>
                    <a:pt x="226" y="806"/>
                  </a:cubicBezTo>
                  <a:cubicBezTo>
                    <a:pt x="334" y="806"/>
                    <a:pt x="357" y="734"/>
                    <a:pt x="488" y="627"/>
                  </a:cubicBezTo>
                  <a:cubicBezTo>
                    <a:pt x="596" y="734"/>
                    <a:pt x="643" y="806"/>
                    <a:pt x="738" y="806"/>
                  </a:cubicBezTo>
                  <a:cubicBezTo>
                    <a:pt x="881" y="806"/>
                    <a:pt x="965" y="615"/>
                    <a:pt x="846" y="508"/>
                  </a:cubicBezTo>
                  <a:lnTo>
                    <a:pt x="750" y="401"/>
                  </a:lnTo>
                  <a:lnTo>
                    <a:pt x="869" y="294"/>
                  </a:lnTo>
                  <a:cubicBezTo>
                    <a:pt x="941" y="234"/>
                    <a:pt x="941" y="139"/>
                    <a:pt x="881" y="56"/>
                  </a:cubicBezTo>
                  <a:cubicBezTo>
                    <a:pt x="850" y="18"/>
                    <a:pt x="806" y="0"/>
                    <a:pt x="761" y="0"/>
                  </a:cubicBezTo>
                  <a:cubicBezTo>
                    <a:pt x="720" y="0"/>
                    <a:pt x="677" y="15"/>
                    <a:pt x="643" y="44"/>
                  </a:cubicBezTo>
                  <a:lnTo>
                    <a:pt x="500" y="175"/>
                  </a:lnTo>
                  <a:lnTo>
                    <a:pt x="346" y="44"/>
                  </a:lnTo>
                  <a:cubicBezTo>
                    <a:pt x="311" y="15"/>
                    <a:pt x="269" y="0"/>
                    <a:pt x="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52"/>
            <p:cNvSpPr/>
            <p:nvPr/>
          </p:nvSpPr>
          <p:spPr>
            <a:xfrm>
              <a:off x="2217940" y="3032404"/>
              <a:ext cx="101140" cy="83361"/>
            </a:xfrm>
            <a:custGeom>
              <a:avLst/>
              <a:gdLst/>
              <a:ahLst/>
              <a:cxnLst/>
              <a:rect l="l" t="t" r="r" b="b"/>
              <a:pathLst>
                <a:path w="3180" h="2621" extrusionOk="0">
                  <a:moveTo>
                    <a:pt x="525" y="1"/>
                  </a:moveTo>
                  <a:cubicBezTo>
                    <a:pt x="227" y="1"/>
                    <a:pt x="1" y="239"/>
                    <a:pt x="1" y="525"/>
                  </a:cubicBezTo>
                  <a:lnTo>
                    <a:pt x="1" y="2465"/>
                  </a:lnTo>
                  <a:cubicBezTo>
                    <a:pt x="1" y="2549"/>
                    <a:pt x="84" y="2620"/>
                    <a:pt x="167" y="2620"/>
                  </a:cubicBezTo>
                  <a:cubicBezTo>
                    <a:pt x="263" y="2620"/>
                    <a:pt x="334" y="2549"/>
                    <a:pt x="334" y="2465"/>
                  </a:cubicBezTo>
                  <a:lnTo>
                    <a:pt x="334" y="525"/>
                  </a:lnTo>
                  <a:cubicBezTo>
                    <a:pt x="334" y="418"/>
                    <a:pt x="417" y="334"/>
                    <a:pt x="525" y="334"/>
                  </a:cubicBezTo>
                  <a:lnTo>
                    <a:pt x="3013" y="334"/>
                  </a:lnTo>
                  <a:cubicBezTo>
                    <a:pt x="3096" y="334"/>
                    <a:pt x="3180" y="263"/>
                    <a:pt x="3180" y="168"/>
                  </a:cubicBezTo>
                  <a:cubicBezTo>
                    <a:pt x="3180" y="84"/>
                    <a:pt x="3096"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2"/>
            <p:cNvSpPr/>
            <p:nvPr/>
          </p:nvSpPr>
          <p:spPr>
            <a:xfrm>
              <a:off x="2217558" y="3082401"/>
              <a:ext cx="133708" cy="96592"/>
            </a:xfrm>
            <a:custGeom>
              <a:avLst/>
              <a:gdLst/>
              <a:ahLst/>
              <a:cxnLst/>
              <a:rect l="l" t="t" r="r" b="b"/>
              <a:pathLst>
                <a:path w="4204" h="3037" extrusionOk="0">
                  <a:moveTo>
                    <a:pt x="1918" y="322"/>
                  </a:moveTo>
                  <a:cubicBezTo>
                    <a:pt x="2061" y="322"/>
                    <a:pt x="2180" y="393"/>
                    <a:pt x="2239" y="512"/>
                  </a:cubicBezTo>
                  <a:lnTo>
                    <a:pt x="2549" y="1143"/>
                  </a:lnTo>
                  <a:cubicBezTo>
                    <a:pt x="2382" y="1322"/>
                    <a:pt x="2156" y="1405"/>
                    <a:pt x="1918" y="1405"/>
                  </a:cubicBezTo>
                  <a:cubicBezTo>
                    <a:pt x="1680" y="1405"/>
                    <a:pt x="1465" y="1298"/>
                    <a:pt x="1299" y="1143"/>
                  </a:cubicBezTo>
                  <a:lnTo>
                    <a:pt x="1608" y="512"/>
                  </a:lnTo>
                  <a:cubicBezTo>
                    <a:pt x="1668" y="393"/>
                    <a:pt x="1787" y="322"/>
                    <a:pt x="1918" y="322"/>
                  </a:cubicBezTo>
                  <a:close/>
                  <a:moveTo>
                    <a:pt x="2727" y="1453"/>
                  </a:moveTo>
                  <a:lnTo>
                    <a:pt x="3346" y="2691"/>
                  </a:lnTo>
                  <a:lnTo>
                    <a:pt x="525" y="2691"/>
                  </a:lnTo>
                  <a:lnTo>
                    <a:pt x="1144" y="1453"/>
                  </a:lnTo>
                  <a:cubicBezTo>
                    <a:pt x="1370" y="1644"/>
                    <a:pt x="1644" y="1751"/>
                    <a:pt x="1941" y="1751"/>
                  </a:cubicBezTo>
                  <a:cubicBezTo>
                    <a:pt x="2239" y="1751"/>
                    <a:pt x="2501" y="1644"/>
                    <a:pt x="2727" y="1453"/>
                  </a:cubicBezTo>
                  <a:close/>
                  <a:moveTo>
                    <a:pt x="1918" y="0"/>
                  </a:moveTo>
                  <a:cubicBezTo>
                    <a:pt x="1668" y="0"/>
                    <a:pt x="1430" y="143"/>
                    <a:pt x="1310" y="370"/>
                  </a:cubicBezTo>
                  <a:lnTo>
                    <a:pt x="941" y="1084"/>
                  </a:lnTo>
                  <a:lnTo>
                    <a:pt x="322" y="2275"/>
                  </a:lnTo>
                  <a:lnTo>
                    <a:pt x="322" y="1572"/>
                  </a:lnTo>
                  <a:cubicBezTo>
                    <a:pt x="322" y="1489"/>
                    <a:pt x="251" y="1405"/>
                    <a:pt x="167" y="1405"/>
                  </a:cubicBezTo>
                  <a:cubicBezTo>
                    <a:pt x="72" y="1405"/>
                    <a:pt x="1" y="1489"/>
                    <a:pt x="1" y="1572"/>
                  </a:cubicBezTo>
                  <a:lnTo>
                    <a:pt x="1" y="2501"/>
                  </a:lnTo>
                  <a:cubicBezTo>
                    <a:pt x="1" y="2644"/>
                    <a:pt x="60" y="2775"/>
                    <a:pt x="167" y="2882"/>
                  </a:cubicBezTo>
                  <a:cubicBezTo>
                    <a:pt x="263" y="2977"/>
                    <a:pt x="382" y="3037"/>
                    <a:pt x="525" y="3037"/>
                  </a:cubicBezTo>
                  <a:lnTo>
                    <a:pt x="4001" y="3037"/>
                  </a:lnTo>
                  <a:cubicBezTo>
                    <a:pt x="4097" y="3037"/>
                    <a:pt x="4168" y="2953"/>
                    <a:pt x="4168" y="2870"/>
                  </a:cubicBezTo>
                  <a:cubicBezTo>
                    <a:pt x="4204" y="2763"/>
                    <a:pt x="4120" y="2691"/>
                    <a:pt x="4037" y="2691"/>
                  </a:cubicBezTo>
                  <a:lnTo>
                    <a:pt x="3704" y="2691"/>
                  </a:lnTo>
                  <a:lnTo>
                    <a:pt x="2537" y="370"/>
                  </a:lnTo>
                  <a:cubicBezTo>
                    <a:pt x="2418" y="131"/>
                    <a:pt x="2180" y="0"/>
                    <a:pt x="1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2"/>
            <p:cNvSpPr/>
            <p:nvPr/>
          </p:nvSpPr>
          <p:spPr>
            <a:xfrm>
              <a:off x="2329671" y="3032404"/>
              <a:ext cx="82566" cy="145444"/>
            </a:xfrm>
            <a:custGeom>
              <a:avLst/>
              <a:gdLst/>
              <a:ahLst/>
              <a:cxnLst/>
              <a:rect l="l" t="t" r="r" b="b"/>
              <a:pathLst>
                <a:path w="2596" h="4573" extrusionOk="0">
                  <a:moveTo>
                    <a:pt x="167" y="1"/>
                  </a:moveTo>
                  <a:cubicBezTo>
                    <a:pt x="71" y="1"/>
                    <a:pt x="0" y="84"/>
                    <a:pt x="0" y="168"/>
                  </a:cubicBezTo>
                  <a:cubicBezTo>
                    <a:pt x="0" y="263"/>
                    <a:pt x="71" y="334"/>
                    <a:pt x="167" y="334"/>
                  </a:cubicBezTo>
                  <a:lnTo>
                    <a:pt x="2072" y="334"/>
                  </a:lnTo>
                  <a:cubicBezTo>
                    <a:pt x="2179" y="334"/>
                    <a:pt x="2262" y="418"/>
                    <a:pt x="2262" y="525"/>
                  </a:cubicBezTo>
                  <a:lnTo>
                    <a:pt x="2262" y="4049"/>
                  </a:lnTo>
                  <a:cubicBezTo>
                    <a:pt x="2262" y="4156"/>
                    <a:pt x="2179" y="4251"/>
                    <a:pt x="2072" y="4251"/>
                  </a:cubicBezTo>
                  <a:lnTo>
                    <a:pt x="1179" y="4251"/>
                  </a:lnTo>
                  <a:cubicBezTo>
                    <a:pt x="1095" y="4251"/>
                    <a:pt x="1012" y="4323"/>
                    <a:pt x="1012" y="4406"/>
                  </a:cubicBezTo>
                  <a:cubicBezTo>
                    <a:pt x="1012" y="4501"/>
                    <a:pt x="1095" y="4573"/>
                    <a:pt x="1179" y="4573"/>
                  </a:cubicBezTo>
                  <a:lnTo>
                    <a:pt x="2072" y="4573"/>
                  </a:lnTo>
                  <a:cubicBezTo>
                    <a:pt x="2369" y="4573"/>
                    <a:pt x="2596" y="4335"/>
                    <a:pt x="2596" y="4049"/>
                  </a:cubicBezTo>
                  <a:lnTo>
                    <a:pt x="2596" y="525"/>
                  </a:lnTo>
                  <a:cubicBezTo>
                    <a:pt x="2596" y="239"/>
                    <a:pt x="2357" y="1"/>
                    <a:pt x="2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2"/>
            <p:cNvSpPr/>
            <p:nvPr/>
          </p:nvSpPr>
          <p:spPr>
            <a:xfrm>
              <a:off x="2437585" y="3032404"/>
              <a:ext cx="84092" cy="10655"/>
            </a:xfrm>
            <a:custGeom>
              <a:avLst/>
              <a:gdLst/>
              <a:ahLst/>
              <a:cxnLst/>
              <a:rect l="l" t="t" r="r" b="b"/>
              <a:pathLst>
                <a:path w="2644" h="335" extrusionOk="0">
                  <a:moveTo>
                    <a:pt x="167" y="1"/>
                  </a:moveTo>
                  <a:cubicBezTo>
                    <a:pt x="84" y="1"/>
                    <a:pt x="0" y="84"/>
                    <a:pt x="0" y="168"/>
                  </a:cubicBezTo>
                  <a:cubicBezTo>
                    <a:pt x="0" y="263"/>
                    <a:pt x="84" y="334"/>
                    <a:pt x="167" y="334"/>
                  </a:cubicBezTo>
                  <a:lnTo>
                    <a:pt x="2477" y="334"/>
                  </a:lnTo>
                  <a:cubicBezTo>
                    <a:pt x="2560" y="334"/>
                    <a:pt x="2643" y="263"/>
                    <a:pt x="2643" y="168"/>
                  </a:cubicBezTo>
                  <a:cubicBezTo>
                    <a:pt x="2632" y="84"/>
                    <a:pt x="2560"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2"/>
            <p:cNvSpPr/>
            <p:nvPr/>
          </p:nvSpPr>
          <p:spPr>
            <a:xfrm>
              <a:off x="2427344" y="3055144"/>
              <a:ext cx="94334" cy="10623"/>
            </a:xfrm>
            <a:custGeom>
              <a:avLst/>
              <a:gdLst/>
              <a:ahLst/>
              <a:cxnLst/>
              <a:rect l="l" t="t" r="r" b="b"/>
              <a:pathLst>
                <a:path w="2966" h="334" extrusionOk="0">
                  <a:moveTo>
                    <a:pt x="168" y="0"/>
                  </a:moveTo>
                  <a:cubicBezTo>
                    <a:pt x="72" y="0"/>
                    <a:pt x="1" y="84"/>
                    <a:pt x="1" y="167"/>
                  </a:cubicBezTo>
                  <a:cubicBezTo>
                    <a:pt x="1" y="262"/>
                    <a:pt x="72" y="334"/>
                    <a:pt x="168" y="334"/>
                  </a:cubicBezTo>
                  <a:lnTo>
                    <a:pt x="2799" y="334"/>
                  </a:lnTo>
                  <a:cubicBezTo>
                    <a:pt x="2882" y="334"/>
                    <a:pt x="2965" y="262"/>
                    <a:pt x="2965" y="167"/>
                  </a:cubicBezTo>
                  <a:cubicBezTo>
                    <a:pt x="2954" y="84"/>
                    <a:pt x="2882" y="0"/>
                    <a:pt x="2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2"/>
            <p:cNvSpPr/>
            <p:nvPr/>
          </p:nvSpPr>
          <p:spPr>
            <a:xfrm>
              <a:off x="2427344" y="3077853"/>
              <a:ext cx="94334" cy="10623"/>
            </a:xfrm>
            <a:custGeom>
              <a:avLst/>
              <a:gdLst/>
              <a:ahLst/>
              <a:cxnLst/>
              <a:rect l="l" t="t" r="r" b="b"/>
              <a:pathLst>
                <a:path w="2966" h="334" extrusionOk="0">
                  <a:moveTo>
                    <a:pt x="168" y="1"/>
                  </a:moveTo>
                  <a:cubicBezTo>
                    <a:pt x="72" y="1"/>
                    <a:pt x="1" y="84"/>
                    <a:pt x="1" y="167"/>
                  </a:cubicBezTo>
                  <a:cubicBezTo>
                    <a:pt x="1" y="263"/>
                    <a:pt x="72" y="334"/>
                    <a:pt x="168" y="334"/>
                  </a:cubicBezTo>
                  <a:lnTo>
                    <a:pt x="2799" y="334"/>
                  </a:lnTo>
                  <a:cubicBezTo>
                    <a:pt x="2882" y="334"/>
                    <a:pt x="2965" y="263"/>
                    <a:pt x="2965" y="167"/>
                  </a:cubicBezTo>
                  <a:cubicBezTo>
                    <a:pt x="2954" y="84"/>
                    <a:pt x="2882" y="1"/>
                    <a:pt x="2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2"/>
            <p:cNvSpPr/>
            <p:nvPr/>
          </p:nvSpPr>
          <p:spPr>
            <a:xfrm>
              <a:off x="2427344" y="3100212"/>
              <a:ext cx="94334" cy="10623"/>
            </a:xfrm>
            <a:custGeom>
              <a:avLst/>
              <a:gdLst/>
              <a:ahLst/>
              <a:cxnLst/>
              <a:rect l="l" t="t" r="r" b="b"/>
              <a:pathLst>
                <a:path w="2966" h="334" extrusionOk="0">
                  <a:moveTo>
                    <a:pt x="168" y="0"/>
                  </a:moveTo>
                  <a:cubicBezTo>
                    <a:pt x="72" y="0"/>
                    <a:pt x="1" y="71"/>
                    <a:pt x="1" y="167"/>
                  </a:cubicBezTo>
                  <a:cubicBezTo>
                    <a:pt x="1" y="250"/>
                    <a:pt x="72" y="333"/>
                    <a:pt x="168" y="333"/>
                  </a:cubicBezTo>
                  <a:lnTo>
                    <a:pt x="2799" y="333"/>
                  </a:lnTo>
                  <a:cubicBezTo>
                    <a:pt x="2882" y="333"/>
                    <a:pt x="2965" y="250"/>
                    <a:pt x="2965" y="167"/>
                  </a:cubicBezTo>
                  <a:cubicBezTo>
                    <a:pt x="2965" y="71"/>
                    <a:pt x="2882" y="0"/>
                    <a:pt x="2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2"/>
            <p:cNvSpPr/>
            <p:nvPr/>
          </p:nvSpPr>
          <p:spPr>
            <a:xfrm>
              <a:off x="2427344" y="3122921"/>
              <a:ext cx="94334" cy="10623"/>
            </a:xfrm>
            <a:custGeom>
              <a:avLst/>
              <a:gdLst/>
              <a:ahLst/>
              <a:cxnLst/>
              <a:rect l="l" t="t" r="r" b="b"/>
              <a:pathLst>
                <a:path w="2966" h="334" extrusionOk="0">
                  <a:moveTo>
                    <a:pt x="168" y="0"/>
                  </a:moveTo>
                  <a:cubicBezTo>
                    <a:pt x="72" y="0"/>
                    <a:pt x="1" y="72"/>
                    <a:pt x="1" y="167"/>
                  </a:cubicBezTo>
                  <a:cubicBezTo>
                    <a:pt x="1" y="250"/>
                    <a:pt x="72" y="334"/>
                    <a:pt x="168" y="334"/>
                  </a:cubicBezTo>
                  <a:lnTo>
                    <a:pt x="2799" y="334"/>
                  </a:lnTo>
                  <a:cubicBezTo>
                    <a:pt x="2882" y="334"/>
                    <a:pt x="2965" y="250"/>
                    <a:pt x="2965" y="167"/>
                  </a:cubicBezTo>
                  <a:cubicBezTo>
                    <a:pt x="2954" y="72"/>
                    <a:pt x="2882" y="0"/>
                    <a:pt x="2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2"/>
            <p:cNvSpPr/>
            <p:nvPr/>
          </p:nvSpPr>
          <p:spPr>
            <a:xfrm>
              <a:off x="2427344" y="3145629"/>
              <a:ext cx="94334" cy="10655"/>
            </a:xfrm>
            <a:custGeom>
              <a:avLst/>
              <a:gdLst/>
              <a:ahLst/>
              <a:cxnLst/>
              <a:rect l="l" t="t" r="r" b="b"/>
              <a:pathLst>
                <a:path w="2966" h="335" extrusionOk="0">
                  <a:moveTo>
                    <a:pt x="168" y="1"/>
                  </a:moveTo>
                  <a:cubicBezTo>
                    <a:pt x="72" y="1"/>
                    <a:pt x="1" y="72"/>
                    <a:pt x="1" y="167"/>
                  </a:cubicBezTo>
                  <a:cubicBezTo>
                    <a:pt x="1" y="251"/>
                    <a:pt x="72" y="334"/>
                    <a:pt x="168" y="334"/>
                  </a:cubicBezTo>
                  <a:lnTo>
                    <a:pt x="2799" y="334"/>
                  </a:lnTo>
                  <a:cubicBezTo>
                    <a:pt x="2882" y="334"/>
                    <a:pt x="2965" y="251"/>
                    <a:pt x="2965" y="167"/>
                  </a:cubicBezTo>
                  <a:cubicBezTo>
                    <a:pt x="2954" y="72"/>
                    <a:pt x="2882" y="1"/>
                    <a:pt x="2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2"/>
            <p:cNvSpPr/>
            <p:nvPr/>
          </p:nvSpPr>
          <p:spPr>
            <a:xfrm>
              <a:off x="2427344" y="3167988"/>
              <a:ext cx="68953" cy="10241"/>
            </a:xfrm>
            <a:custGeom>
              <a:avLst/>
              <a:gdLst/>
              <a:ahLst/>
              <a:cxnLst/>
              <a:rect l="l" t="t" r="r" b="b"/>
              <a:pathLst>
                <a:path w="2168" h="322" extrusionOk="0">
                  <a:moveTo>
                    <a:pt x="168" y="0"/>
                  </a:moveTo>
                  <a:cubicBezTo>
                    <a:pt x="72" y="0"/>
                    <a:pt x="1" y="72"/>
                    <a:pt x="1" y="167"/>
                  </a:cubicBezTo>
                  <a:cubicBezTo>
                    <a:pt x="1" y="250"/>
                    <a:pt x="72" y="322"/>
                    <a:pt x="168" y="322"/>
                  </a:cubicBezTo>
                  <a:lnTo>
                    <a:pt x="1989" y="322"/>
                  </a:lnTo>
                  <a:cubicBezTo>
                    <a:pt x="2084" y="322"/>
                    <a:pt x="2156" y="250"/>
                    <a:pt x="2156" y="167"/>
                  </a:cubicBezTo>
                  <a:cubicBezTo>
                    <a:pt x="2168" y="72"/>
                    <a:pt x="2096" y="0"/>
                    <a:pt x="19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2"/>
            <p:cNvSpPr/>
            <p:nvPr/>
          </p:nvSpPr>
          <p:spPr>
            <a:xfrm>
              <a:off x="2323214" y="3050882"/>
              <a:ext cx="66695" cy="69780"/>
            </a:xfrm>
            <a:custGeom>
              <a:avLst/>
              <a:gdLst/>
              <a:ahLst/>
              <a:cxnLst/>
              <a:rect l="l" t="t" r="r" b="b"/>
              <a:pathLst>
                <a:path w="2097" h="2194" extrusionOk="0">
                  <a:moveTo>
                    <a:pt x="715" y="408"/>
                  </a:moveTo>
                  <a:lnTo>
                    <a:pt x="715" y="527"/>
                  </a:lnTo>
                  <a:cubicBezTo>
                    <a:pt x="715" y="1075"/>
                    <a:pt x="1120" y="1527"/>
                    <a:pt x="1632" y="1611"/>
                  </a:cubicBezTo>
                  <a:cubicBezTo>
                    <a:pt x="1477" y="1742"/>
                    <a:pt x="1275" y="1837"/>
                    <a:pt x="1072" y="1837"/>
                  </a:cubicBezTo>
                  <a:cubicBezTo>
                    <a:pt x="655" y="1837"/>
                    <a:pt x="310" y="1492"/>
                    <a:pt x="310" y="1075"/>
                  </a:cubicBezTo>
                  <a:cubicBezTo>
                    <a:pt x="310" y="789"/>
                    <a:pt x="477" y="539"/>
                    <a:pt x="715" y="408"/>
                  </a:cubicBezTo>
                  <a:close/>
                  <a:moveTo>
                    <a:pt x="960" y="0"/>
                  </a:moveTo>
                  <a:cubicBezTo>
                    <a:pt x="950" y="0"/>
                    <a:pt x="939" y="1"/>
                    <a:pt x="929" y="3"/>
                  </a:cubicBezTo>
                  <a:cubicBezTo>
                    <a:pt x="394" y="75"/>
                    <a:pt x="1" y="539"/>
                    <a:pt x="1" y="1087"/>
                  </a:cubicBezTo>
                  <a:cubicBezTo>
                    <a:pt x="1" y="1694"/>
                    <a:pt x="489" y="2194"/>
                    <a:pt x="1096" y="2194"/>
                  </a:cubicBezTo>
                  <a:cubicBezTo>
                    <a:pt x="1525" y="2194"/>
                    <a:pt x="1929" y="1932"/>
                    <a:pt x="2096" y="1539"/>
                  </a:cubicBezTo>
                  <a:cubicBezTo>
                    <a:pt x="2096" y="1444"/>
                    <a:pt x="2084" y="1384"/>
                    <a:pt x="2048" y="1337"/>
                  </a:cubicBezTo>
                  <a:cubicBezTo>
                    <a:pt x="2030" y="1309"/>
                    <a:pt x="1990" y="1281"/>
                    <a:pt x="1945" y="1281"/>
                  </a:cubicBezTo>
                  <a:cubicBezTo>
                    <a:pt x="1932" y="1281"/>
                    <a:pt x="1919" y="1284"/>
                    <a:pt x="1906" y="1289"/>
                  </a:cubicBezTo>
                  <a:lnTo>
                    <a:pt x="1798" y="1289"/>
                  </a:lnTo>
                  <a:cubicBezTo>
                    <a:pt x="1382" y="1289"/>
                    <a:pt x="1036" y="944"/>
                    <a:pt x="1036" y="527"/>
                  </a:cubicBezTo>
                  <a:cubicBezTo>
                    <a:pt x="1036" y="420"/>
                    <a:pt x="1060" y="313"/>
                    <a:pt x="1096" y="229"/>
                  </a:cubicBezTo>
                  <a:cubicBezTo>
                    <a:pt x="1132" y="170"/>
                    <a:pt x="1120" y="110"/>
                    <a:pt x="1084" y="63"/>
                  </a:cubicBezTo>
                  <a:cubicBezTo>
                    <a:pt x="1054" y="23"/>
                    <a:pt x="1009" y="0"/>
                    <a:pt x="9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7" name="Google Shape;1357;p52"/>
          <p:cNvGrpSpPr/>
          <p:nvPr/>
        </p:nvGrpSpPr>
        <p:grpSpPr>
          <a:xfrm>
            <a:off x="2570348" y="1935615"/>
            <a:ext cx="313906" cy="346153"/>
            <a:chOff x="1396957" y="4287365"/>
            <a:chExt cx="301861" cy="332871"/>
          </a:xfrm>
        </p:grpSpPr>
        <p:sp>
          <p:nvSpPr>
            <p:cNvPr id="1358" name="Google Shape;1358;p52"/>
            <p:cNvSpPr/>
            <p:nvPr/>
          </p:nvSpPr>
          <p:spPr>
            <a:xfrm>
              <a:off x="1396957" y="4287365"/>
              <a:ext cx="301861" cy="332871"/>
            </a:xfrm>
            <a:custGeom>
              <a:avLst/>
              <a:gdLst/>
              <a:ahLst/>
              <a:cxnLst/>
              <a:rect l="l" t="t" r="r" b="b"/>
              <a:pathLst>
                <a:path w="9491" h="10466" extrusionOk="0">
                  <a:moveTo>
                    <a:pt x="751" y="2417"/>
                  </a:moveTo>
                  <a:lnTo>
                    <a:pt x="930" y="2619"/>
                  </a:lnTo>
                  <a:lnTo>
                    <a:pt x="513" y="2989"/>
                  </a:lnTo>
                  <a:lnTo>
                    <a:pt x="334" y="2786"/>
                  </a:lnTo>
                  <a:lnTo>
                    <a:pt x="751" y="2417"/>
                  </a:lnTo>
                  <a:close/>
                  <a:moveTo>
                    <a:pt x="1132" y="2834"/>
                  </a:moveTo>
                  <a:lnTo>
                    <a:pt x="3394" y="5346"/>
                  </a:lnTo>
                  <a:lnTo>
                    <a:pt x="3299" y="5429"/>
                  </a:lnTo>
                  <a:lnTo>
                    <a:pt x="1037" y="2917"/>
                  </a:lnTo>
                  <a:lnTo>
                    <a:pt x="1132" y="2834"/>
                  </a:lnTo>
                  <a:close/>
                  <a:moveTo>
                    <a:pt x="811" y="3131"/>
                  </a:moveTo>
                  <a:lnTo>
                    <a:pt x="3073" y="5644"/>
                  </a:lnTo>
                  <a:lnTo>
                    <a:pt x="2989" y="5727"/>
                  </a:lnTo>
                  <a:lnTo>
                    <a:pt x="727" y="3215"/>
                  </a:lnTo>
                  <a:lnTo>
                    <a:pt x="811" y="3131"/>
                  </a:lnTo>
                  <a:close/>
                  <a:moveTo>
                    <a:pt x="3478" y="5691"/>
                  </a:moveTo>
                  <a:lnTo>
                    <a:pt x="3597" y="5989"/>
                  </a:lnTo>
                  <a:lnTo>
                    <a:pt x="3299" y="5846"/>
                  </a:lnTo>
                  <a:lnTo>
                    <a:pt x="3478" y="5691"/>
                  </a:lnTo>
                  <a:close/>
                  <a:moveTo>
                    <a:pt x="3216" y="0"/>
                  </a:moveTo>
                  <a:cubicBezTo>
                    <a:pt x="3013" y="0"/>
                    <a:pt x="2858" y="167"/>
                    <a:pt x="2858" y="357"/>
                  </a:cubicBezTo>
                  <a:lnTo>
                    <a:pt x="2858" y="4286"/>
                  </a:lnTo>
                  <a:lnTo>
                    <a:pt x="977" y="2203"/>
                  </a:lnTo>
                  <a:cubicBezTo>
                    <a:pt x="918" y="2143"/>
                    <a:pt x="846" y="2119"/>
                    <a:pt x="775" y="2096"/>
                  </a:cubicBezTo>
                  <a:cubicBezTo>
                    <a:pt x="691" y="2096"/>
                    <a:pt x="608" y="2131"/>
                    <a:pt x="549" y="2167"/>
                  </a:cubicBezTo>
                  <a:lnTo>
                    <a:pt x="132" y="2548"/>
                  </a:lnTo>
                  <a:cubicBezTo>
                    <a:pt x="13" y="2667"/>
                    <a:pt x="1" y="2858"/>
                    <a:pt x="96" y="2977"/>
                  </a:cubicBezTo>
                  <a:lnTo>
                    <a:pt x="2751" y="5917"/>
                  </a:lnTo>
                  <a:cubicBezTo>
                    <a:pt x="2775" y="5953"/>
                    <a:pt x="2811" y="5977"/>
                    <a:pt x="2858" y="6001"/>
                  </a:cubicBezTo>
                  <a:lnTo>
                    <a:pt x="2858" y="8358"/>
                  </a:lnTo>
                  <a:lnTo>
                    <a:pt x="2263" y="8358"/>
                  </a:lnTo>
                  <a:cubicBezTo>
                    <a:pt x="2168" y="8358"/>
                    <a:pt x="2108" y="8442"/>
                    <a:pt x="2108" y="8513"/>
                  </a:cubicBezTo>
                  <a:cubicBezTo>
                    <a:pt x="2108" y="8596"/>
                    <a:pt x="2180" y="8656"/>
                    <a:pt x="2263" y="8656"/>
                  </a:cubicBezTo>
                  <a:lnTo>
                    <a:pt x="6502" y="8656"/>
                  </a:lnTo>
                  <a:cubicBezTo>
                    <a:pt x="6526" y="8656"/>
                    <a:pt x="6549" y="8692"/>
                    <a:pt x="6549" y="8704"/>
                  </a:cubicBezTo>
                  <a:lnTo>
                    <a:pt x="6549" y="9013"/>
                  </a:lnTo>
                  <a:cubicBezTo>
                    <a:pt x="6549" y="9477"/>
                    <a:pt x="6752" y="9882"/>
                    <a:pt x="7097" y="10144"/>
                  </a:cubicBezTo>
                  <a:lnTo>
                    <a:pt x="1644" y="10144"/>
                  </a:lnTo>
                  <a:cubicBezTo>
                    <a:pt x="1025" y="10144"/>
                    <a:pt x="513" y="9644"/>
                    <a:pt x="513" y="9013"/>
                  </a:cubicBezTo>
                  <a:lnTo>
                    <a:pt x="513" y="8704"/>
                  </a:lnTo>
                  <a:cubicBezTo>
                    <a:pt x="513" y="8680"/>
                    <a:pt x="549" y="8656"/>
                    <a:pt x="561" y="8656"/>
                  </a:cubicBezTo>
                  <a:lnTo>
                    <a:pt x="1573" y="8656"/>
                  </a:lnTo>
                  <a:cubicBezTo>
                    <a:pt x="1668" y="8656"/>
                    <a:pt x="1727" y="8584"/>
                    <a:pt x="1727" y="8513"/>
                  </a:cubicBezTo>
                  <a:cubicBezTo>
                    <a:pt x="1727" y="8418"/>
                    <a:pt x="1644" y="8358"/>
                    <a:pt x="1573" y="8358"/>
                  </a:cubicBezTo>
                  <a:lnTo>
                    <a:pt x="561" y="8358"/>
                  </a:lnTo>
                  <a:cubicBezTo>
                    <a:pt x="370" y="8358"/>
                    <a:pt x="203" y="8525"/>
                    <a:pt x="203" y="8715"/>
                  </a:cubicBezTo>
                  <a:lnTo>
                    <a:pt x="203" y="9037"/>
                  </a:lnTo>
                  <a:cubicBezTo>
                    <a:pt x="203" y="9823"/>
                    <a:pt x="846" y="10466"/>
                    <a:pt x="1632" y="10466"/>
                  </a:cubicBezTo>
                  <a:lnTo>
                    <a:pt x="8050" y="10466"/>
                  </a:lnTo>
                  <a:cubicBezTo>
                    <a:pt x="8835" y="10466"/>
                    <a:pt x="9478" y="9823"/>
                    <a:pt x="9478" y="9037"/>
                  </a:cubicBezTo>
                  <a:lnTo>
                    <a:pt x="9478" y="4846"/>
                  </a:lnTo>
                  <a:cubicBezTo>
                    <a:pt x="9478" y="4763"/>
                    <a:pt x="9407" y="4703"/>
                    <a:pt x="9324" y="4703"/>
                  </a:cubicBezTo>
                  <a:cubicBezTo>
                    <a:pt x="9240" y="4703"/>
                    <a:pt x="9181" y="4774"/>
                    <a:pt x="9181" y="4846"/>
                  </a:cubicBezTo>
                  <a:lnTo>
                    <a:pt x="9181" y="9037"/>
                  </a:lnTo>
                  <a:cubicBezTo>
                    <a:pt x="9181" y="9656"/>
                    <a:pt x="8669" y="10168"/>
                    <a:pt x="8050" y="10168"/>
                  </a:cubicBezTo>
                  <a:lnTo>
                    <a:pt x="7978" y="10168"/>
                  </a:lnTo>
                  <a:cubicBezTo>
                    <a:pt x="7347" y="10168"/>
                    <a:pt x="6847" y="9656"/>
                    <a:pt x="6847" y="9037"/>
                  </a:cubicBezTo>
                  <a:lnTo>
                    <a:pt x="6847" y="8715"/>
                  </a:lnTo>
                  <a:cubicBezTo>
                    <a:pt x="6847" y="8525"/>
                    <a:pt x="6680" y="8358"/>
                    <a:pt x="6490" y="8358"/>
                  </a:cubicBezTo>
                  <a:lnTo>
                    <a:pt x="3156" y="8358"/>
                  </a:lnTo>
                  <a:lnTo>
                    <a:pt x="3156" y="6096"/>
                  </a:lnTo>
                  <a:lnTo>
                    <a:pt x="3585" y="6322"/>
                  </a:lnTo>
                  <a:cubicBezTo>
                    <a:pt x="3609" y="6334"/>
                    <a:pt x="3656" y="6358"/>
                    <a:pt x="3692" y="6358"/>
                  </a:cubicBezTo>
                  <a:cubicBezTo>
                    <a:pt x="3751" y="6358"/>
                    <a:pt x="3811" y="6334"/>
                    <a:pt x="3847" y="6298"/>
                  </a:cubicBezTo>
                  <a:cubicBezTo>
                    <a:pt x="3930" y="6215"/>
                    <a:pt x="3954" y="6120"/>
                    <a:pt x="3906" y="6025"/>
                  </a:cubicBezTo>
                  <a:lnTo>
                    <a:pt x="3668" y="5394"/>
                  </a:lnTo>
                  <a:lnTo>
                    <a:pt x="3668" y="5358"/>
                  </a:lnTo>
                  <a:cubicBezTo>
                    <a:pt x="3668" y="5286"/>
                    <a:pt x="3644" y="5191"/>
                    <a:pt x="3597" y="5132"/>
                  </a:cubicBezTo>
                  <a:lnTo>
                    <a:pt x="3132" y="4608"/>
                  </a:lnTo>
                  <a:lnTo>
                    <a:pt x="3132" y="345"/>
                  </a:lnTo>
                  <a:cubicBezTo>
                    <a:pt x="3132" y="310"/>
                    <a:pt x="3168" y="298"/>
                    <a:pt x="3180" y="298"/>
                  </a:cubicBezTo>
                  <a:lnTo>
                    <a:pt x="9109" y="298"/>
                  </a:lnTo>
                  <a:cubicBezTo>
                    <a:pt x="9133" y="298"/>
                    <a:pt x="9145" y="333"/>
                    <a:pt x="9145" y="345"/>
                  </a:cubicBezTo>
                  <a:lnTo>
                    <a:pt x="9145" y="2346"/>
                  </a:lnTo>
                  <a:cubicBezTo>
                    <a:pt x="9145" y="2441"/>
                    <a:pt x="9228" y="2500"/>
                    <a:pt x="9300" y="2500"/>
                  </a:cubicBezTo>
                  <a:cubicBezTo>
                    <a:pt x="9383" y="2500"/>
                    <a:pt x="9443" y="2429"/>
                    <a:pt x="9443" y="2346"/>
                  </a:cubicBezTo>
                  <a:lnTo>
                    <a:pt x="9443" y="345"/>
                  </a:lnTo>
                  <a:cubicBezTo>
                    <a:pt x="9490" y="167"/>
                    <a:pt x="9324" y="0"/>
                    <a:pt x="9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52"/>
            <p:cNvSpPr/>
            <p:nvPr/>
          </p:nvSpPr>
          <p:spPr>
            <a:xfrm>
              <a:off x="1689309" y="4378614"/>
              <a:ext cx="9510" cy="46976"/>
            </a:xfrm>
            <a:custGeom>
              <a:avLst/>
              <a:gdLst/>
              <a:ahLst/>
              <a:cxnLst/>
              <a:rect l="l" t="t" r="r" b="b"/>
              <a:pathLst>
                <a:path w="299" h="1477" extrusionOk="0">
                  <a:moveTo>
                    <a:pt x="155" y="0"/>
                  </a:moveTo>
                  <a:cubicBezTo>
                    <a:pt x="60" y="0"/>
                    <a:pt x="1" y="84"/>
                    <a:pt x="1" y="155"/>
                  </a:cubicBezTo>
                  <a:lnTo>
                    <a:pt x="1" y="1334"/>
                  </a:lnTo>
                  <a:cubicBezTo>
                    <a:pt x="1" y="1417"/>
                    <a:pt x="72" y="1477"/>
                    <a:pt x="155" y="1477"/>
                  </a:cubicBezTo>
                  <a:cubicBezTo>
                    <a:pt x="239" y="1477"/>
                    <a:pt x="298" y="1405"/>
                    <a:pt x="298" y="1334"/>
                  </a:cubicBezTo>
                  <a:lnTo>
                    <a:pt x="298" y="155"/>
                  </a:lnTo>
                  <a:cubicBezTo>
                    <a:pt x="298" y="84"/>
                    <a:pt x="239"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2"/>
            <p:cNvSpPr/>
            <p:nvPr/>
          </p:nvSpPr>
          <p:spPr>
            <a:xfrm>
              <a:off x="1520424" y="4385420"/>
              <a:ext cx="33363" cy="32982"/>
            </a:xfrm>
            <a:custGeom>
              <a:avLst/>
              <a:gdLst/>
              <a:ahLst/>
              <a:cxnLst/>
              <a:rect l="l" t="t" r="r" b="b"/>
              <a:pathLst>
                <a:path w="1049" h="1037" extrusionOk="0">
                  <a:moveTo>
                    <a:pt x="524" y="298"/>
                  </a:moveTo>
                  <a:cubicBezTo>
                    <a:pt x="643" y="298"/>
                    <a:pt x="739" y="406"/>
                    <a:pt x="739" y="525"/>
                  </a:cubicBezTo>
                  <a:cubicBezTo>
                    <a:pt x="739" y="644"/>
                    <a:pt x="643" y="739"/>
                    <a:pt x="524" y="739"/>
                  </a:cubicBezTo>
                  <a:cubicBezTo>
                    <a:pt x="405" y="739"/>
                    <a:pt x="298" y="644"/>
                    <a:pt x="298" y="525"/>
                  </a:cubicBezTo>
                  <a:cubicBezTo>
                    <a:pt x="298" y="406"/>
                    <a:pt x="405" y="298"/>
                    <a:pt x="524" y="298"/>
                  </a:cubicBezTo>
                  <a:close/>
                  <a:moveTo>
                    <a:pt x="524" y="1"/>
                  </a:moveTo>
                  <a:cubicBezTo>
                    <a:pt x="238" y="1"/>
                    <a:pt x="0" y="239"/>
                    <a:pt x="0" y="525"/>
                  </a:cubicBezTo>
                  <a:cubicBezTo>
                    <a:pt x="0" y="798"/>
                    <a:pt x="238" y="1037"/>
                    <a:pt x="524" y="1037"/>
                  </a:cubicBezTo>
                  <a:cubicBezTo>
                    <a:pt x="798" y="1037"/>
                    <a:pt x="1036" y="798"/>
                    <a:pt x="1036" y="525"/>
                  </a:cubicBezTo>
                  <a:cubicBezTo>
                    <a:pt x="1048" y="239"/>
                    <a:pt x="822" y="1"/>
                    <a:pt x="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2"/>
            <p:cNvSpPr/>
            <p:nvPr/>
          </p:nvSpPr>
          <p:spPr>
            <a:xfrm>
              <a:off x="1563202" y="4398683"/>
              <a:ext cx="34508" cy="9510"/>
            </a:xfrm>
            <a:custGeom>
              <a:avLst/>
              <a:gdLst/>
              <a:ahLst/>
              <a:cxnLst/>
              <a:rect l="l" t="t" r="r" b="b"/>
              <a:pathLst>
                <a:path w="1085" h="299" extrusionOk="0">
                  <a:moveTo>
                    <a:pt x="167" y="0"/>
                  </a:moveTo>
                  <a:cubicBezTo>
                    <a:pt x="84" y="0"/>
                    <a:pt x="25" y="72"/>
                    <a:pt x="25" y="143"/>
                  </a:cubicBezTo>
                  <a:cubicBezTo>
                    <a:pt x="1" y="227"/>
                    <a:pt x="84" y="298"/>
                    <a:pt x="167" y="298"/>
                  </a:cubicBezTo>
                  <a:lnTo>
                    <a:pt x="929" y="298"/>
                  </a:lnTo>
                  <a:cubicBezTo>
                    <a:pt x="1025" y="298"/>
                    <a:pt x="1084" y="227"/>
                    <a:pt x="1084" y="143"/>
                  </a:cubicBezTo>
                  <a:cubicBezTo>
                    <a:pt x="1084" y="60"/>
                    <a:pt x="1001"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2"/>
            <p:cNvSpPr/>
            <p:nvPr/>
          </p:nvSpPr>
          <p:spPr>
            <a:xfrm>
              <a:off x="1563965" y="4410037"/>
              <a:ext cx="92807" cy="9510"/>
            </a:xfrm>
            <a:custGeom>
              <a:avLst/>
              <a:gdLst/>
              <a:ahLst/>
              <a:cxnLst/>
              <a:rect l="l" t="t" r="r" b="b"/>
              <a:pathLst>
                <a:path w="2918" h="299" extrusionOk="0">
                  <a:moveTo>
                    <a:pt x="143" y="1"/>
                  </a:moveTo>
                  <a:cubicBezTo>
                    <a:pt x="60" y="1"/>
                    <a:pt x="1" y="72"/>
                    <a:pt x="1" y="144"/>
                  </a:cubicBezTo>
                  <a:cubicBezTo>
                    <a:pt x="1" y="239"/>
                    <a:pt x="72" y="298"/>
                    <a:pt x="143" y="298"/>
                  </a:cubicBezTo>
                  <a:lnTo>
                    <a:pt x="2763" y="298"/>
                  </a:lnTo>
                  <a:cubicBezTo>
                    <a:pt x="2858" y="298"/>
                    <a:pt x="2918" y="227"/>
                    <a:pt x="2918" y="144"/>
                  </a:cubicBezTo>
                  <a:cubicBezTo>
                    <a:pt x="2918" y="72"/>
                    <a:pt x="2858" y="1"/>
                    <a:pt x="2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2"/>
            <p:cNvSpPr/>
            <p:nvPr/>
          </p:nvSpPr>
          <p:spPr>
            <a:xfrm>
              <a:off x="1563202" y="4385039"/>
              <a:ext cx="10273" cy="9510"/>
            </a:xfrm>
            <a:custGeom>
              <a:avLst/>
              <a:gdLst/>
              <a:ahLst/>
              <a:cxnLst/>
              <a:rect l="l" t="t" r="r" b="b"/>
              <a:pathLst>
                <a:path w="323" h="299" extrusionOk="0">
                  <a:moveTo>
                    <a:pt x="167" y="1"/>
                  </a:moveTo>
                  <a:cubicBezTo>
                    <a:pt x="84" y="1"/>
                    <a:pt x="25" y="72"/>
                    <a:pt x="25" y="144"/>
                  </a:cubicBezTo>
                  <a:cubicBezTo>
                    <a:pt x="1" y="215"/>
                    <a:pt x="84" y="299"/>
                    <a:pt x="167" y="299"/>
                  </a:cubicBezTo>
                  <a:cubicBezTo>
                    <a:pt x="263" y="299"/>
                    <a:pt x="322" y="215"/>
                    <a:pt x="322" y="144"/>
                  </a:cubicBezTo>
                  <a:cubicBezTo>
                    <a:pt x="322" y="60"/>
                    <a:pt x="251"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2"/>
            <p:cNvSpPr/>
            <p:nvPr/>
          </p:nvSpPr>
          <p:spPr>
            <a:xfrm>
              <a:off x="1520424" y="4436944"/>
              <a:ext cx="33363" cy="33332"/>
            </a:xfrm>
            <a:custGeom>
              <a:avLst/>
              <a:gdLst/>
              <a:ahLst/>
              <a:cxnLst/>
              <a:rect l="l" t="t" r="r" b="b"/>
              <a:pathLst>
                <a:path w="1049" h="1048" extrusionOk="0">
                  <a:moveTo>
                    <a:pt x="524" y="298"/>
                  </a:moveTo>
                  <a:cubicBezTo>
                    <a:pt x="643" y="298"/>
                    <a:pt x="739" y="405"/>
                    <a:pt x="739" y="524"/>
                  </a:cubicBezTo>
                  <a:cubicBezTo>
                    <a:pt x="739" y="655"/>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2"/>
            <p:cNvSpPr/>
            <p:nvPr/>
          </p:nvSpPr>
          <p:spPr>
            <a:xfrm>
              <a:off x="1563202" y="4450175"/>
              <a:ext cx="34508" cy="9510"/>
            </a:xfrm>
            <a:custGeom>
              <a:avLst/>
              <a:gdLst/>
              <a:ahLst/>
              <a:cxnLst/>
              <a:rect l="l" t="t" r="r" b="b"/>
              <a:pathLst>
                <a:path w="1085" h="299" extrusionOk="0">
                  <a:moveTo>
                    <a:pt x="167" y="1"/>
                  </a:moveTo>
                  <a:cubicBezTo>
                    <a:pt x="84" y="1"/>
                    <a:pt x="25" y="72"/>
                    <a:pt x="25" y="156"/>
                  </a:cubicBezTo>
                  <a:cubicBezTo>
                    <a:pt x="1" y="239"/>
                    <a:pt x="84" y="298"/>
                    <a:pt x="167" y="298"/>
                  </a:cubicBezTo>
                  <a:lnTo>
                    <a:pt x="929" y="298"/>
                  </a:lnTo>
                  <a:cubicBezTo>
                    <a:pt x="1025" y="298"/>
                    <a:pt x="1084" y="227"/>
                    <a:pt x="1084" y="156"/>
                  </a:cubicBezTo>
                  <a:cubicBezTo>
                    <a:pt x="1084" y="60"/>
                    <a:pt x="1001" y="1"/>
                    <a:pt x="9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2"/>
            <p:cNvSpPr/>
            <p:nvPr/>
          </p:nvSpPr>
          <p:spPr>
            <a:xfrm>
              <a:off x="1563965" y="4461530"/>
              <a:ext cx="92807" cy="9510"/>
            </a:xfrm>
            <a:custGeom>
              <a:avLst/>
              <a:gdLst/>
              <a:ahLst/>
              <a:cxnLst/>
              <a:rect l="l" t="t" r="r" b="b"/>
              <a:pathLst>
                <a:path w="2918" h="299" extrusionOk="0">
                  <a:moveTo>
                    <a:pt x="143" y="1"/>
                  </a:moveTo>
                  <a:cubicBezTo>
                    <a:pt x="60" y="1"/>
                    <a:pt x="1" y="72"/>
                    <a:pt x="1" y="156"/>
                  </a:cubicBezTo>
                  <a:cubicBezTo>
                    <a:pt x="1" y="239"/>
                    <a:pt x="72" y="299"/>
                    <a:pt x="143" y="299"/>
                  </a:cubicBezTo>
                  <a:lnTo>
                    <a:pt x="2763" y="299"/>
                  </a:lnTo>
                  <a:cubicBezTo>
                    <a:pt x="2858" y="299"/>
                    <a:pt x="2918" y="227"/>
                    <a:pt x="2918" y="156"/>
                  </a:cubicBezTo>
                  <a:cubicBezTo>
                    <a:pt x="2918" y="72"/>
                    <a:pt x="2858" y="1"/>
                    <a:pt x="2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2"/>
            <p:cNvSpPr/>
            <p:nvPr/>
          </p:nvSpPr>
          <p:spPr>
            <a:xfrm>
              <a:off x="1563202" y="4436563"/>
              <a:ext cx="10273" cy="9478"/>
            </a:xfrm>
            <a:custGeom>
              <a:avLst/>
              <a:gdLst/>
              <a:ahLst/>
              <a:cxnLst/>
              <a:rect l="l" t="t" r="r" b="b"/>
              <a:pathLst>
                <a:path w="323" h="298" extrusionOk="0">
                  <a:moveTo>
                    <a:pt x="167" y="0"/>
                  </a:moveTo>
                  <a:cubicBezTo>
                    <a:pt x="84" y="0"/>
                    <a:pt x="25" y="72"/>
                    <a:pt x="25" y="143"/>
                  </a:cubicBezTo>
                  <a:cubicBezTo>
                    <a:pt x="1" y="226"/>
                    <a:pt x="84" y="298"/>
                    <a:pt x="167" y="298"/>
                  </a:cubicBezTo>
                  <a:cubicBezTo>
                    <a:pt x="263" y="298"/>
                    <a:pt x="322" y="226"/>
                    <a:pt x="322" y="143"/>
                  </a:cubicBezTo>
                  <a:cubicBezTo>
                    <a:pt x="322" y="60"/>
                    <a:pt x="251"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52"/>
            <p:cNvSpPr/>
            <p:nvPr/>
          </p:nvSpPr>
          <p:spPr>
            <a:xfrm>
              <a:off x="1520424" y="4488437"/>
              <a:ext cx="33363" cy="33332"/>
            </a:xfrm>
            <a:custGeom>
              <a:avLst/>
              <a:gdLst/>
              <a:ahLst/>
              <a:cxnLst/>
              <a:rect l="l" t="t" r="r" b="b"/>
              <a:pathLst>
                <a:path w="1049" h="1048" extrusionOk="0">
                  <a:moveTo>
                    <a:pt x="524" y="298"/>
                  </a:moveTo>
                  <a:cubicBezTo>
                    <a:pt x="643" y="298"/>
                    <a:pt x="739" y="405"/>
                    <a:pt x="739" y="524"/>
                  </a:cubicBezTo>
                  <a:cubicBezTo>
                    <a:pt x="739" y="643"/>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52"/>
            <p:cNvSpPr/>
            <p:nvPr/>
          </p:nvSpPr>
          <p:spPr>
            <a:xfrm>
              <a:off x="1563202" y="4501667"/>
              <a:ext cx="34508" cy="9510"/>
            </a:xfrm>
            <a:custGeom>
              <a:avLst/>
              <a:gdLst/>
              <a:ahLst/>
              <a:cxnLst/>
              <a:rect l="l" t="t" r="r" b="b"/>
              <a:pathLst>
                <a:path w="1085" h="299" extrusionOk="0">
                  <a:moveTo>
                    <a:pt x="167" y="1"/>
                  </a:moveTo>
                  <a:cubicBezTo>
                    <a:pt x="84" y="1"/>
                    <a:pt x="25" y="84"/>
                    <a:pt x="25" y="156"/>
                  </a:cubicBezTo>
                  <a:cubicBezTo>
                    <a:pt x="1" y="239"/>
                    <a:pt x="84" y="299"/>
                    <a:pt x="167" y="299"/>
                  </a:cubicBezTo>
                  <a:lnTo>
                    <a:pt x="929" y="299"/>
                  </a:lnTo>
                  <a:cubicBezTo>
                    <a:pt x="1025" y="299"/>
                    <a:pt x="1084" y="227"/>
                    <a:pt x="1084" y="156"/>
                  </a:cubicBezTo>
                  <a:cubicBezTo>
                    <a:pt x="1084" y="61"/>
                    <a:pt x="1001" y="1"/>
                    <a:pt x="9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2"/>
            <p:cNvSpPr/>
            <p:nvPr/>
          </p:nvSpPr>
          <p:spPr>
            <a:xfrm>
              <a:off x="1563202" y="4513785"/>
              <a:ext cx="93570" cy="9510"/>
            </a:xfrm>
            <a:custGeom>
              <a:avLst/>
              <a:gdLst/>
              <a:ahLst/>
              <a:cxnLst/>
              <a:rect l="l" t="t" r="r" b="b"/>
              <a:pathLst>
                <a:path w="2942" h="299" extrusionOk="0">
                  <a:moveTo>
                    <a:pt x="167" y="1"/>
                  </a:moveTo>
                  <a:cubicBezTo>
                    <a:pt x="84" y="1"/>
                    <a:pt x="25" y="72"/>
                    <a:pt x="25" y="144"/>
                  </a:cubicBezTo>
                  <a:cubicBezTo>
                    <a:pt x="1" y="215"/>
                    <a:pt x="84" y="299"/>
                    <a:pt x="167" y="299"/>
                  </a:cubicBezTo>
                  <a:lnTo>
                    <a:pt x="2787" y="299"/>
                  </a:lnTo>
                  <a:cubicBezTo>
                    <a:pt x="2882" y="299"/>
                    <a:pt x="2942" y="215"/>
                    <a:pt x="2942" y="144"/>
                  </a:cubicBezTo>
                  <a:cubicBezTo>
                    <a:pt x="2942" y="61"/>
                    <a:pt x="2870" y="1"/>
                    <a:pt x="27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52"/>
            <p:cNvSpPr/>
            <p:nvPr/>
          </p:nvSpPr>
          <p:spPr>
            <a:xfrm>
              <a:off x="1563202" y="4488055"/>
              <a:ext cx="10273" cy="9478"/>
            </a:xfrm>
            <a:custGeom>
              <a:avLst/>
              <a:gdLst/>
              <a:ahLst/>
              <a:cxnLst/>
              <a:rect l="l" t="t" r="r" b="b"/>
              <a:pathLst>
                <a:path w="323" h="298" extrusionOk="0">
                  <a:moveTo>
                    <a:pt x="167" y="0"/>
                  </a:moveTo>
                  <a:cubicBezTo>
                    <a:pt x="84" y="0"/>
                    <a:pt x="25" y="72"/>
                    <a:pt x="25" y="155"/>
                  </a:cubicBezTo>
                  <a:cubicBezTo>
                    <a:pt x="1" y="227"/>
                    <a:pt x="84" y="298"/>
                    <a:pt x="167" y="298"/>
                  </a:cubicBezTo>
                  <a:cubicBezTo>
                    <a:pt x="263" y="298"/>
                    <a:pt x="322" y="227"/>
                    <a:pt x="322" y="155"/>
                  </a:cubicBezTo>
                  <a:cubicBezTo>
                    <a:pt x="322" y="60"/>
                    <a:pt x="251"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52"/>
            <p:cNvSpPr/>
            <p:nvPr/>
          </p:nvSpPr>
          <p:spPr>
            <a:xfrm>
              <a:off x="1522682" y="4318025"/>
              <a:ext cx="141659" cy="37912"/>
            </a:xfrm>
            <a:custGeom>
              <a:avLst/>
              <a:gdLst/>
              <a:ahLst/>
              <a:cxnLst/>
              <a:rect l="l" t="t" r="r" b="b"/>
              <a:pathLst>
                <a:path w="4454" h="1192" extrusionOk="0">
                  <a:moveTo>
                    <a:pt x="4144" y="322"/>
                  </a:moveTo>
                  <a:lnTo>
                    <a:pt x="4144" y="893"/>
                  </a:lnTo>
                  <a:lnTo>
                    <a:pt x="298" y="893"/>
                  </a:lnTo>
                  <a:lnTo>
                    <a:pt x="298" y="322"/>
                  </a:lnTo>
                  <a:close/>
                  <a:moveTo>
                    <a:pt x="156" y="0"/>
                  </a:moveTo>
                  <a:cubicBezTo>
                    <a:pt x="60" y="0"/>
                    <a:pt x="1" y="84"/>
                    <a:pt x="1" y="155"/>
                  </a:cubicBezTo>
                  <a:lnTo>
                    <a:pt x="1" y="1048"/>
                  </a:lnTo>
                  <a:cubicBezTo>
                    <a:pt x="1" y="1132"/>
                    <a:pt x="72" y="1191"/>
                    <a:pt x="156" y="1191"/>
                  </a:cubicBezTo>
                  <a:lnTo>
                    <a:pt x="4299" y="1191"/>
                  </a:lnTo>
                  <a:cubicBezTo>
                    <a:pt x="4382" y="1191"/>
                    <a:pt x="4454" y="1132"/>
                    <a:pt x="4454" y="1048"/>
                  </a:cubicBezTo>
                  <a:lnTo>
                    <a:pt x="4454" y="155"/>
                  </a:lnTo>
                  <a:cubicBezTo>
                    <a:pt x="4454" y="60"/>
                    <a:pt x="4382" y="0"/>
                    <a:pt x="4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3" name="Google Shape;1373;p52"/>
          <p:cNvGrpSpPr/>
          <p:nvPr/>
        </p:nvGrpSpPr>
        <p:grpSpPr>
          <a:xfrm>
            <a:off x="3429266" y="2962261"/>
            <a:ext cx="379260" cy="307191"/>
            <a:chOff x="3967437" y="3837102"/>
            <a:chExt cx="364708" cy="295405"/>
          </a:xfrm>
        </p:grpSpPr>
        <p:sp>
          <p:nvSpPr>
            <p:cNvPr id="1374" name="Google Shape;1374;p52"/>
            <p:cNvSpPr/>
            <p:nvPr/>
          </p:nvSpPr>
          <p:spPr>
            <a:xfrm>
              <a:off x="4178750" y="3868334"/>
              <a:ext cx="153396" cy="264172"/>
            </a:xfrm>
            <a:custGeom>
              <a:avLst/>
              <a:gdLst/>
              <a:ahLst/>
              <a:cxnLst/>
              <a:rect l="l" t="t" r="r" b="b"/>
              <a:pathLst>
                <a:path w="4823" h="8306" extrusionOk="0">
                  <a:moveTo>
                    <a:pt x="4273" y="1"/>
                  </a:moveTo>
                  <a:cubicBezTo>
                    <a:pt x="4217" y="1"/>
                    <a:pt x="4158" y="32"/>
                    <a:pt x="4120" y="78"/>
                  </a:cubicBezTo>
                  <a:cubicBezTo>
                    <a:pt x="4060" y="150"/>
                    <a:pt x="4096" y="257"/>
                    <a:pt x="4167" y="316"/>
                  </a:cubicBezTo>
                  <a:cubicBezTo>
                    <a:pt x="4370" y="471"/>
                    <a:pt x="4489" y="685"/>
                    <a:pt x="4489" y="947"/>
                  </a:cubicBezTo>
                  <a:lnTo>
                    <a:pt x="4489" y="7210"/>
                  </a:lnTo>
                  <a:cubicBezTo>
                    <a:pt x="4489" y="7627"/>
                    <a:pt x="4156" y="7984"/>
                    <a:pt x="3715" y="7984"/>
                  </a:cubicBezTo>
                  <a:lnTo>
                    <a:pt x="167" y="7984"/>
                  </a:lnTo>
                  <a:cubicBezTo>
                    <a:pt x="72" y="7984"/>
                    <a:pt x="0" y="8055"/>
                    <a:pt x="0" y="8151"/>
                  </a:cubicBezTo>
                  <a:cubicBezTo>
                    <a:pt x="0" y="8234"/>
                    <a:pt x="72" y="8305"/>
                    <a:pt x="167" y="8305"/>
                  </a:cubicBezTo>
                  <a:lnTo>
                    <a:pt x="3715" y="8305"/>
                  </a:lnTo>
                  <a:cubicBezTo>
                    <a:pt x="4334" y="8305"/>
                    <a:pt x="4822" y="7817"/>
                    <a:pt x="4822" y="7210"/>
                  </a:cubicBezTo>
                  <a:lnTo>
                    <a:pt x="4822" y="947"/>
                  </a:lnTo>
                  <a:cubicBezTo>
                    <a:pt x="4822" y="590"/>
                    <a:pt x="4644" y="245"/>
                    <a:pt x="4358" y="31"/>
                  </a:cubicBezTo>
                  <a:cubicBezTo>
                    <a:pt x="4333" y="10"/>
                    <a:pt x="4303" y="1"/>
                    <a:pt x="4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52"/>
            <p:cNvSpPr/>
            <p:nvPr/>
          </p:nvSpPr>
          <p:spPr>
            <a:xfrm>
              <a:off x="3969346" y="3937447"/>
              <a:ext cx="198431" cy="194678"/>
            </a:xfrm>
            <a:custGeom>
              <a:avLst/>
              <a:gdLst/>
              <a:ahLst/>
              <a:cxnLst/>
              <a:rect l="l" t="t" r="r" b="b"/>
              <a:pathLst>
                <a:path w="6239" h="6121" extrusionOk="0">
                  <a:moveTo>
                    <a:pt x="167" y="1"/>
                  </a:moveTo>
                  <a:cubicBezTo>
                    <a:pt x="83" y="1"/>
                    <a:pt x="0" y="72"/>
                    <a:pt x="0" y="167"/>
                  </a:cubicBezTo>
                  <a:lnTo>
                    <a:pt x="0" y="5025"/>
                  </a:lnTo>
                  <a:cubicBezTo>
                    <a:pt x="0" y="5632"/>
                    <a:pt x="488" y="6121"/>
                    <a:pt x="1107" y="6121"/>
                  </a:cubicBezTo>
                  <a:lnTo>
                    <a:pt x="6060" y="6121"/>
                  </a:lnTo>
                  <a:cubicBezTo>
                    <a:pt x="6144" y="6121"/>
                    <a:pt x="6227" y="6049"/>
                    <a:pt x="6227" y="5954"/>
                  </a:cubicBezTo>
                  <a:cubicBezTo>
                    <a:pt x="6239" y="5870"/>
                    <a:pt x="6168" y="5799"/>
                    <a:pt x="6060" y="5799"/>
                  </a:cubicBezTo>
                  <a:lnTo>
                    <a:pt x="1107" y="5799"/>
                  </a:lnTo>
                  <a:cubicBezTo>
                    <a:pt x="691" y="5799"/>
                    <a:pt x="333" y="5454"/>
                    <a:pt x="333" y="5025"/>
                  </a:cubicBezTo>
                  <a:lnTo>
                    <a:pt x="333" y="167"/>
                  </a:lnTo>
                  <a:cubicBezTo>
                    <a:pt x="333" y="72"/>
                    <a:pt x="262"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2"/>
            <p:cNvSpPr/>
            <p:nvPr/>
          </p:nvSpPr>
          <p:spPr>
            <a:xfrm>
              <a:off x="3967437" y="3837102"/>
              <a:ext cx="331376" cy="89786"/>
            </a:xfrm>
            <a:custGeom>
              <a:avLst/>
              <a:gdLst/>
              <a:ahLst/>
              <a:cxnLst/>
              <a:rect l="l" t="t" r="r" b="b"/>
              <a:pathLst>
                <a:path w="10419" h="2823" extrusionOk="0">
                  <a:moveTo>
                    <a:pt x="2739" y="334"/>
                  </a:moveTo>
                  <a:cubicBezTo>
                    <a:pt x="2822" y="334"/>
                    <a:pt x="2894" y="393"/>
                    <a:pt x="2894" y="477"/>
                  </a:cubicBezTo>
                  <a:lnTo>
                    <a:pt x="2894" y="1453"/>
                  </a:lnTo>
                  <a:cubicBezTo>
                    <a:pt x="2894" y="1525"/>
                    <a:pt x="2834" y="1596"/>
                    <a:pt x="2739" y="1596"/>
                  </a:cubicBezTo>
                  <a:cubicBezTo>
                    <a:pt x="2668" y="1596"/>
                    <a:pt x="2596" y="1536"/>
                    <a:pt x="2596" y="1453"/>
                  </a:cubicBezTo>
                  <a:lnTo>
                    <a:pt x="2596" y="477"/>
                  </a:lnTo>
                  <a:cubicBezTo>
                    <a:pt x="2596" y="405"/>
                    <a:pt x="2656" y="334"/>
                    <a:pt x="2739" y="334"/>
                  </a:cubicBezTo>
                  <a:close/>
                  <a:moveTo>
                    <a:pt x="4751" y="334"/>
                  </a:moveTo>
                  <a:cubicBezTo>
                    <a:pt x="4823" y="334"/>
                    <a:pt x="4906" y="393"/>
                    <a:pt x="4906" y="477"/>
                  </a:cubicBezTo>
                  <a:lnTo>
                    <a:pt x="4906" y="1453"/>
                  </a:lnTo>
                  <a:cubicBezTo>
                    <a:pt x="4906" y="1525"/>
                    <a:pt x="4846" y="1596"/>
                    <a:pt x="4751" y="1596"/>
                  </a:cubicBezTo>
                  <a:cubicBezTo>
                    <a:pt x="4680" y="1596"/>
                    <a:pt x="4608" y="1536"/>
                    <a:pt x="4608" y="1453"/>
                  </a:cubicBezTo>
                  <a:lnTo>
                    <a:pt x="4608" y="477"/>
                  </a:lnTo>
                  <a:cubicBezTo>
                    <a:pt x="4608" y="405"/>
                    <a:pt x="4668" y="334"/>
                    <a:pt x="4751" y="334"/>
                  </a:cubicBezTo>
                  <a:close/>
                  <a:moveTo>
                    <a:pt x="6763" y="334"/>
                  </a:moveTo>
                  <a:cubicBezTo>
                    <a:pt x="6835" y="334"/>
                    <a:pt x="6906" y="393"/>
                    <a:pt x="6906" y="477"/>
                  </a:cubicBezTo>
                  <a:lnTo>
                    <a:pt x="6906" y="1453"/>
                  </a:lnTo>
                  <a:cubicBezTo>
                    <a:pt x="6906" y="1525"/>
                    <a:pt x="6847" y="1596"/>
                    <a:pt x="6763" y="1596"/>
                  </a:cubicBezTo>
                  <a:cubicBezTo>
                    <a:pt x="6692" y="1596"/>
                    <a:pt x="6609" y="1536"/>
                    <a:pt x="6609" y="1453"/>
                  </a:cubicBezTo>
                  <a:lnTo>
                    <a:pt x="6609" y="477"/>
                  </a:lnTo>
                  <a:cubicBezTo>
                    <a:pt x="6609" y="405"/>
                    <a:pt x="6668" y="334"/>
                    <a:pt x="6763" y="334"/>
                  </a:cubicBezTo>
                  <a:close/>
                  <a:moveTo>
                    <a:pt x="8775" y="334"/>
                  </a:moveTo>
                  <a:cubicBezTo>
                    <a:pt x="8847" y="334"/>
                    <a:pt x="8918" y="393"/>
                    <a:pt x="8918" y="477"/>
                  </a:cubicBezTo>
                  <a:lnTo>
                    <a:pt x="8918" y="1453"/>
                  </a:lnTo>
                  <a:cubicBezTo>
                    <a:pt x="8918" y="1525"/>
                    <a:pt x="8859" y="1596"/>
                    <a:pt x="8775" y="1596"/>
                  </a:cubicBezTo>
                  <a:cubicBezTo>
                    <a:pt x="8692" y="1596"/>
                    <a:pt x="8621" y="1536"/>
                    <a:pt x="8621" y="1453"/>
                  </a:cubicBezTo>
                  <a:lnTo>
                    <a:pt x="8621" y="1155"/>
                  </a:lnTo>
                  <a:lnTo>
                    <a:pt x="8621" y="810"/>
                  </a:lnTo>
                  <a:lnTo>
                    <a:pt x="8621" y="477"/>
                  </a:lnTo>
                  <a:cubicBezTo>
                    <a:pt x="8621" y="405"/>
                    <a:pt x="8680" y="334"/>
                    <a:pt x="8775" y="334"/>
                  </a:cubicBezTo>
                  <a:close/>
                  <a:moveTo>
                    <a:pt x="2703" y="1"/>
                  </a:moveTo>
                  <a:cubicBezTo>
                    <a:pt x="2429" y="1"/>
                    <a:pt x="2203" y="227"/>
                    <a:pt x="2203" y="501"/>
                  </a:cubicBezTo>
                  <a:lnTo>
                    <a:pt x="2203" y="822"/>
                  </a:lnTo>
                  <a:lnTo>
                    <a:pt x="1108" y="822"/>
                  </a:lnTo>
                  <a:cubicBezTo>
                    <a:pt x="501" y="822"/>
                    <a:pt x="1" y="1310"/>
                    <a:pt x="1" y="1929"/>
                  </a:cubicBezTo>
                  <a:lnTo>
                    <a:pt x="1" y="2656"/>
                  </a:lnTo>
                  <a:cubicBezTo>
                    <a:pt x="1" y="2739"/>
                    <a:pt x="84" y="2822"/>
                    <a:pt x="167" y="2822"/>
                  </a:cubicBezTo>
                  <a:cubicBezTo>
                    <a:pt x="262" y="2822"/>
                    <a:pt x="334" y="2739"/>
                    <a:pt x="334" y="2656"/>
                  </a:cubicBezTo>
                  <a:lnTo>
                    <a:pt x="334" y="1929"/>
                  </a:lnTo>
                  <a:cubicBezTo>
                    <a:pt x="334" y="1513"/>
                    <a:pt x="679" y="1144"/>
                    <a:pt x="1108" y="1144"/>
                  </a:cubicBezTo>
                  <a:lnTo>
                    <a:pt x="2203" y="1144"/>
                  </a:lnTo>
                  <a:lnTo>
                    <a:pt x="2203" y="1441"/>
                  </a:lnTo>
                  <a:cubicBezTo>
                    <a:pt x="2203" y="1715"/>
                    <a:pt x="2429" y="1941"/>
                    <a:pt x="2703" y="1941"/>
                  </a:cubicBezTo>
                  <a:cubicBezTo>
                    <a:pt x="2965" y="1941"/>
                    <a:pt x="3191" y="1715"/>
                    <a:pt x="3191" y="1441"/>
                  </a:cubicBezTo>
                  <a:lnTo>
                    <a:pt x="3191" y="1144"/>
                  </a:lnTo>
                  <a:lnTo>
                    <a:pt x="4227" y="1144"/>
                  </a:lnTo>
                  <a:lnTo>
                    <a:pt x="4227" y="1441"/>
                  </a:lnTo>
                  <a:cubicBezTo>
                    <a:pt x="4227" y="1715"/>
                    <a:pt x="4453" y="1941"/>
                    <a:pt x="4727" y="1941"/>
                  </a:cubicBezTo>
                  <a:cubicBezTo>
                    <a:pt x="4989" y="1941"/>
                    <a:pt x="5215" y="1715"/>
                    <a:pt x="5215" y="1441"/>
                  </a:cubicBezTo>
                  <a:lnTo>
                    <a:pt x="5215" y="1144"/>
                  </a:lnTo>
                  <a:lnTo>
                    <a:pt x="6251" y="1144"/>
                  </a:lnTo>
                  <a:lnTo>
                    <a:pt x="6251" y="1441"/>
                  </a:lnTo>
                  <a:cubicBezTo>
                    <a:pt x="6251" y="1715"/>
                    <a:pt x="6478" y="1941"/>
                    <a:pt x="6751" y="1941"/>
                  </a:cubicBezTo>
                  <a:cubicBezTo>
                    <a:pt x="7013" y="1941"/>
                    <a:pt x="7240" y="1715"/>
                    <a:pt x="7240" y="1441"/>
                  </a:cubicBezTo>
                  <a:lnTo>
                    <a:pt x="7240" y="1144"/>
                  </a:lnTo>
                  <a:lnTo>
                    <a:pt x="8275" y="1144"/>
                  </a:lnTo>
                  <a:lnTo>
                    <a:pt x="8275" y="1441"/>
                  </a:lnTo>
                  <a:cubicBezTo>
                    <a:pt x="8275" y="1715"/>
                    <a:pt x="8502" y="1941"/>
                    <a:pt x="8775" y="1941"/>
                  </a:cubicBezTo>
                  <a:cubicBezTo>
                    <a:pt x="9037" y="1941"/>
                    <a:pt x="9264" y="1715"/>
                    <a:pt x="9264" y="1441"/>
                  </a:cubicBezTo>
                  <a:lnTo>
                    <a:pt x="9264" y="1144"/>
                  </a:lnTo>
                  <a:lnTo>
                    <a:pt x="10264" y="1144"/>
                  </a:lnTo>
                  <a:cubicBezTo>
                    <a:pt x="10347" y="1144"/>
                    <a:pt x="10419" y="1072"/>
                    <a:pt x="10419" y="989"/>
                  </a:cubicBezTo>
                  <a:cubicBezTo>
                    <a:pt x="10419" y="894"/>
                    <a:pt x="10347" y="822"/>
                    <a:pt x="10264" y="822"/>
                  </a:cubicBezTo>
                  <a:lnTo>
                    <a:pt x="9264" y="822"/>
                  </a:lnTo>
                  <a:lnTo>
                    <a:pt x="9264" y="501"/>
                  </a:lnTo>
                  <a:cubicBezTo>
                    <a:pt x="9264" y="227"/>
                    <a:pt x="9037" y="1"/>
                    <a:pt x="8775" y="1"/>
                  </a:cubicBezTo>
                  <a:cubicBezTo>
                    <a:pt x="8502" y="1"/>
                    <a:pt x="8275" y="227"/>
                    <a:pt x="8275" y="501"/>
                  </a:cubicBezTo>
                  <a:lnTo>
                    <a:pt x="8275" y="822"/>
                  </a:lnTo>
                  <a:lnTo>
                    <a:pt x="7240" y="822"/>
                  </a:lnTo>
                  <a:lnTo>
                    <a:pt x="7240" y="501"/>
                  </a:lnTo>
                  <a:cubicBezTo>
                    <a:pt x="7240" y="227"/>
                    <a:pt x="7013" y="1"/>
                    <a:pt x="6751" y="1"/>
                  </a:cubicBezTo>
                  <a:cubicBezTo>
                    <a:pt x="6478" y="1"/>
                    <a:pt x="6251" y="227"/>
                    <a:pt x="6251" y="501"/>
                  </a:cubicBezTo>
                  <a:lnTo>
                    <a:pt x="6251" y="822"/>
                  </a:lnTo>
                  <a:lnTo>
                    <a:pt x="5215" y="822"/>
                  </a:lnTo>
                  <a:lnTo>
                    <a:pt x="5215" y="501"/>
                  </a:lnTo>
                  <a:cubicBezTo>
                    <a:pt x="5215" y="227"/>
                    <a:pt x="4989" y="1"/>
                    <a:pt x="4727" y="1"/>
                  </a:cubicBezTo>
                  <a:cubicBezTo>
                    <a:pt x="4453" y="1"/>
                    <a:pt x="4227" y="227"/>
                    <a:pt x="4227" y="501"/>
                  </a:cubicBezTo>
                  <a:lnTo>
                    <a:pt x="4227" y="822"/>
                  </a:lnTo>
                  <a:lnTo>
                    <a:pt x="3191" y="822"/>
                  </a:lnTo>
                  <a:lnTo>
                    <a:pt x="3191" y="501"/>
                  </a:lnTo>
                  <a:cubicBezTo>
                    <a:pt x="3191" y="227"/>
                    <a:pt x="2965" y="1"/>
                    <a:pt x="27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2"/>
            <p:cNvSpPr/>
            <p:nvPr/>
          </p:nvSpPr>
          <p:spPr>
            <a:xfrm>
              <a:off x="3994694" y="3917378"/>
              <a:ext cx="158325" cy="156067"/>
            </a:xfrm>
            <a:custGeom>
              <a:avLst/>
              <a:gdLst/>
              <a:ahLst/>
              <a:cxnLst/>
              <a:rect l="l" t="t" r="r" b="b"/>
              <a:pathLst>
                <a:path w="4978" h="4907" extrusionOk="0">
                  <a:moveTo>
                    <a:pt x="156" y="1"/>
                  </a:moveTo>
                  <a:cubicBezTo>
                    <a:pt x="72" y="1"/>
                    <a:pt x="1" y="72"/>
                    <a:pt x="1" y="155"/>
                  </a:cubicBezTo>
                  <a:lnTo>
                    <a:pt x="1" y="1251"/>
                  </a:lnTo>
                  <a:cubicBezTo>
                    <a:pt x="1" y="2049"/>
                    <a:pt x="656" y="2703"/>
                    <a:pt x="1453" y="2703"/>
                  </a:cubicBezTo>
                  <a:lnTo>
                    <a:pt x="2049" y="2703"/>
                  </a:lnTo>
                  <a:cubicBezTo>
                    <a:pt x="2573" y="2703"/>
                    <a:pt x="2989" y="3120"/>
                    <a:pt x="2989" y="3644"/>
                  </a:cubicBezTo>
                  <a:cubicBezTo>
                    <a:pt x="2989" y="4346"/>
                    <a:pt x="3549" y="4906"/>
                    <a:pt x="4251" y="4906"/>
                  </a:cubicBezTo>
                  <a:lnTo>
                    <a:pt x="4811" y="4906"/>
                  </a:lnTo>
                  <a:cubicBezTo>
                    <a:pt x="4906" y="4906"/>
                    <a:pt x="4978" y="4835"/>
                    <a:pt x="4978" y="4739"/>
                  </a:cubicBezTo>
                  <a:cubicBezTo>
                    <a:pt x="4978" y="4644"/>
                    <a:pt x="4906" y="4561"/>
                    <a:pt x="4799" y="4561"/>
                  </a:cubicBezTo>
                  <a:lnTo>
                    <a:pt x="4239" y="4561"/>
                  </a:lnTo>
                  <a:cubicBezTo>
                    <a:pt x="3716" y="4561"/>
                    <a:pt x="3299" y="4144"/>
                    <a:pt x="3299" y="3632"/>
                  </a:cubicBezTo>
                  <a:cubicBezTo>
                    <a:pt x="3299" y="2930"/>
                    <a:pt x="2739" y="2358"/>
                    <a:pt x="2037" y="2358"/>
                  </a:cubicBezTo>
                  <a:lnTo>
                    <a:pt x="1441" y="2358"/>
                  </a:lnTo>
                  <a:cubicBezTo>
                    <a:pt x="834" y="2358"/>
                    <a:pt x="322" y="1858"/>
                    <a:pt x="322" y="1251"/>
                  </a:cubicBezTo>
                  <a:lnTo>
                    <a:pt x="322" y="155"/>
                  </a:lnTo>
                  <a:cubicBezTo>
                    <a:pt x="322" y="72"/>
                    <a:pt x="251" y="1"/>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2"/>
            <p:cNvSpPr/>
            <p:nvPr/>
          </p:nvSpPr>
          <p:spPr>
            <a:xfrm>
              <a:off x="4160812" y="3927174"/>
              <a:ext cx="155813" cy="149992"/>
            </a:xfrm>
            <a:custGeom>
              <a:avLst/>
              <a:gdLst/>
              <a:ahLst/>
              <a:cxnLst/>
              <a:rect l="l" t="t" r="r" b="b"/>
              <a:pathLst>
                <a:path w="4899" h="4716" extrusionOk="0">
                  <a:moveTo>
                    <a:pt x="3231" y="645"/>
                  </a:moveTo>
                  <a:lnTo>
                    <a:pt x="4124" y="1538"/>
                  </a:lnTo>
                  <a:lnTo>
                    <a:pt x="3838" y="1812"/>
                  </a:lnTo>
                  <a:lnTo>
                    <a:pt x="2945" y="919"/>
                  </a:lnTo>
                  <a:lnTo>
                    <a:pt x="3231" y="645"/>
                  </a:lnTo>
                  <a:close/>
                  <a:moveTo>
                    <a:pt x="2707" y="1157"/>
                  </a:moveTo>
                  <a:lnTo>
                    <a:pt x="3029" y="1491"/>
                  </a:lnTo>
                  <a:lnTo>
                    <a:pt x="1302" y="3217"/>
                  </a:lnTo>
                  <a:lnTo>
                    <a:pt x="981" y="2884"/>
                  </a:lnTo>
                  <a:lnTo>
                    <a:pt x="2707" y="1157"/>
                  </a:lnTo>
                  <a:close/>
                  <a:moveTo>
                    <a:pt x="814" y="3205"/>
                  </a:moveTo>
                  <a:lnTo>
                    <a:pt x="1564" y="3943"/>
                  </a:lnTo>
                  <a:lnTo>
                    <a:pt x="1064" y="4098"/>
                  </a:lnTo>
                  <a:cubicBezTo>
                    <a:pt x="993" y="3919"/>
                    <a:pt x="862" y="3765"/>
                    <a:pt x="671" y="3693"/>
                  </a:cubicBezTo>
                  <a:lnTo>
                    <a:pt x="814" y="3205"/>
                  </a:lnTo>
                  <a:close/>
                  <a:moveTo>
                    <a:pt x="552" y="4015"/>
                  </a:moveTo>
                  <a:cubicBezTo>
                    <a:pt x="624" y="4050"/>
                    <a:pt x="695" y="4122"/>
                    <a:pt x="731" y="4193"/>
                  </a:cubicBezTo>
                  <a:lnTo>
                    <a:pt x="469" y="4288"/>
                  </a:lnTo>
                  <a:lnTo>
                    <a:pt x="469" y="4288"/>
                  </a:lnTo>
                  <a:lnTo>
                    <a:pt x="552" y="4015"/>
                  </a:lnTo>
                  <a:close/>
                  <a:moveTo>
                    <a:pt x="3648" y="1"/>
                  </a:moveTo>
                  <a:cubicBezTo>
                    <a:pt x="3640" y="1"/>
                    <a:pt x="3632" y="1"/>
                    <a:pt x="3624" y="2"/>
                  </a:cubicBezTo>
                  <a:cubicBezTo>
                    <a:pt x="3148" y="86"/>
                    <a:pt x="3005" y="419"/>
                    <a:pt x="2588" y="788"/>
                  </a:cubicBezTo>
                  <a:cubicBezTo>
                    <a:pt x="2588" y="788"/>
                    <a:pt x="707" y="2669"/>
                    <a:pt x="683" y="2705"/>
                  </a:cubicBezTo>
                  <a:cubicBezTo>
                    <a:pt x="517" y="2812"/>
                    <a:pt x="445" y="3276"/>
                    <a:pt x="40" y="4491"/>
                  </a:cubicBezTo>
                  <a:cubicBezTo>
                    <a:pt x="0" y="4612"/>
                    <a:pt x="79" y="4716"/>
                    <a:pt x="191" y="4716"/>
                  </a:cubicBezTo>
                  <a:cubicBezTo>
                    <a:pt x="212" y="4716"/>
                    <a:pt x="233" y="4712"/>
                    <a:pt x="255" y="4705"/>
                  </a:cubicBezTo>
                  <a:lnTo>
                    <a:pt x="1743" y="4241"/>
                  </a:lnTo>
                  <a:cubicBezTo>
                    <a:pt x="2017" y="4158"/>
                    <a:pt x="2124" y="3979"/>
                    <a:pt x="2231" y="3896"/>
                  </a:cubicBezTo>
                  <a:cubicBezTo>
                    <a:pt x="2291" y="3836"/>
                    <a:pt x="2291" y="3717"/>
                    <a:pt x="2231" y="3657"/>
                  </a:cubicBezTo>
                  <a:cubicBezTo>
                    <a:pt x="2201" y="3628"/>
                    <a:pt x="2157" y="3613"/>
                    <a:pt x="2112" y="3613"/>
                  </a:cubicBezTo>
                  <a:cubicBezTo>
                    <a:pt x="2067" y="3613"/>
                    <a:pt x="2023" y="3628"/>
                    <a:pt x="1993" y="3657"/>
                  </a:cubicBezTo>
                  <a:lnTo>
                    <a:pt x="1874" y="3777"/>
                  </a:lnTo>
                  <a:lnTo>
                    <a:pt x="1541" y="3455"/>
                  </a:lnTo>
                  <a:lnTo>
                    <a:pt x="3267" y="1729"/>
                  </a:lnTo>
                  <a:lnTo>
                    <a:pt x="3600" y="2050"/>
                  </a:lnTo>
                  <a:lnTo>
                    <a:pt x="2469" y="3181"/>
                  </a:lnTo>
                  <a:cubicBezTo>
                    <a:pt x="2362" y="3288"/>
                    <a:pt x="2434" y="3467"/>
                    <a:pt x="2588" y="3467"/>
                  </a:cubicBezTo>
                  <a:cubicBezTo>
                    <a:pt x="2719" y="3467"/>
                    <a:pt x="2672" y="3419"/>
                    <a:pt x="3946" y="2169"/>
                  </a:cubicBezTo>
                  <a:lnTo>
                    <a:pt x="4458" y="1657"/>
                  </a:lnTo>
                  <a:cubicBezTo>
                    <a:pt x="4898" y="1240"/>
                    <a:pt x="4862" y="562"/>
                    <a:pt x="4398" y="193"/>
                  </a:cubicBezTo>
                  <a:cubicBezTo>
                    <a:pt x="4368" y="168"/>
                    <a:pt x="4332" y="156"/>
                    <a:pt x="4296" y="156"/>
                  </a:cubicBezTo>
                  <a:cubicBezTo>
                    <a:pt x="4246" y="156"/>
                    <a:pt x="4195" y="180"/>
                    <a:pt x="4160" y="228"/>
                  </a:cubicBezTo>
                  <a:cubicBezTo>
                    <a:pt x="4100" y="300"/>
                    <a:pt x="4124" y="407"/>
                    <a:pt x="4196" y="467"/>
                  </a:cubicBezTo>
                  <a:cubicBezTo>
                    <a:pt x="4339" y="586"/>
                    <a:pt x="4434" y="764"/>
                    <a:pt x="4434" y="955"/>
                  </a:cubicBezTo>
                  <a:cubicBezTo>
                    <a:pt x="4434" y="1074"/>
                    <a:pt x="4398" y="1181"/>
                    <a:pt x="4339" y="1264"/>
                  </a:cubicBezTo>
                  <a:lnTo>
                    <a:pt x="3481" y="407"/>
                  </a:lnTo>
                  <a:cubicBezTo>
                    <a:pt x="3541" y="371"/>
                    <a:pt x="3612" y="348"/>
                    <a:pt x="3684" y="324"/>
                  </a:cubicBezTo>
                  <a:cubicBezTo>
                    <a:pt x="3779" y="312"/>
                    <a:pt x="3838" y="228"/>
                    <a:pt x="3827" y="133"/>
                  </a:cubicBezTo>
                  <a:cubicBezTo>
                    <a:pt x="3805" y="57"/>
                    <a:pt x="3733" y="1"/>
                    <a:pt x="3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9" name="Google Shape;1379;p52"/>
          <p:cNvGrpSpPr/>
          <p:nvPr/>
        </p:nvGrpSpPr>
        <p:grpSpPr>
          <a:xfrm>
            <a:off x="1663050" y="928575"/>
            <a:ext cx="289861" cy="352602"/>
            <a:chOff x="1768821" y="3361108"/>
            <a:chExt cx="278739" cy="339073"/>
          </a:xfrm>
        </p:grpSpPr>
        <p:sp>
          <p:nvSpPr>
            <p:cNvPr id="1380" name="Google Shape;1380;p52"/>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2"/>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2"/>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2"/>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2"/>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2"/>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2"/>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2"/>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2"/>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2"/>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2"/>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53"/>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TIMELINE</a:t>
            </a:r>
            <a:endParaRPr/>
          </a:p>
        </p:txBody>
      </p:sp>
      <p:sp>
        <p:nvSpPr>
          <p:cNvPr id="1396" name="Google Shape;1396;p53"/>
          <p:cNvSpPr/>
          <p:nvPr/>
        </p:nvSpPr>
        <p:spPr>
          <a:xfrm>
            <a:off x="1485675" y="2748836"/>
            <a:ext cx="1425300" cy="324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Red Hat Display Black"/>
                <a:ea typeface="Red Hat Display Black"/>
                <a:cs typeface="Red Hat Display Black"/>
                <a:sym typeface="Red Hat Display Black"/>
              </a:rPr>
              <a:t>DAY 1</a:t>
            </a:r>
            <a:endParaRPr>
              <a:solidFill>
                <a:schemeClr val="accent1"/>
              </a:solidFill>
              <a:latin typeface="Red Hat Display Black"/>
              <a:ea typeface="Red Hat Display Black"/>
              <a:cs typeface="Red Hat Display Black"/>
              <a:sym typeface="Red Hat Display Black"/>
            </a:endParaRPr>
          </a:p>
        </p:txBody>
      </p:sp>
      <p:sp>
        <p:nvSpPr>
          <p:cNvPr id="1397" name="Google Shape;1397;p53"/>
          <p:cNvSpPr/>
          <p:nvPr/>
        </p:nvSpPr>
        <p:spPr>
          <a:xfrm>
            <a:off x="3066125" y="2748836"/>
            <a:ext cx="1425300" cy="3246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ed Hat Display Black"/>
                <a:ea typeface="Red Hat Display Black"/>
                <a:cs typeface="Red Hat Display Black"/>
                <a:sym typeface="Red Hat Display Black"/>
              </a:rPr>
              <a:t>DAY 2</a:t>
            </a:r>
            <a:endParaRPr>
              <a:solidFill>
                <a:schemeClr val="dk1"/>
              </a:solidFill>
              <a:latin typeface="Red Hat Display Black"/>
              <a:ea typeface="Red Hat Display Black"/>
              <a:cs typeface="Red Hat Display Black"/>
              <a:sym typeface="Red Hat Display Black"/>
            </a:endParaRPr>
          </a:p>
        </p:txBody>
      </p:sp>
      <p:sp>
        <p:nvSpPr>
          <p:cNvPr id="1398" name="Google Shape;1398;p53"/>
          <p:cNvSpPr/>
          <p:nvPr/>
        </p:nvSpPr>
        <p:spPr>
          <a:xfrm>
            <a:off x="4646575" y="2748836"/>
            <a:ext cx="1425300" cy="324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Red Hat Display Black"/>
                <a:ea typeface="Red Hat Display Black"/>
                <a:cs typeface="Red Hat Display Black"/>
                <a:sym typeface="Red Hat Display Black"/>
              </a:rPr>
              <a:t>DAY 3</a:t>
            </a:r>
            <a:endParaRPr>
              <a:solidFill>
                <a:schemeClr val="accent1"/>
              </a:solidFill>
              <a:latin typeface="Red Hat Display Black"/>
              <a:ea typeface="Red Hat Display Black"/>
              <a:cs typeface="Red Hat Display Black"/>
              <a:sym typeface="Red Hat Display Black"/>
            </a:endParaRPr>
          </a:p>
        </p:txBody>
      </p:sp>
      <p:sp>
        <p:nvSpPr>
          <p:cNvPr id="1399" name="Google Shape;1399;p53"/>
          <p:cNvSpPr/>
          <p:nvPr/>
        </p:nvSpPr>
        <p:spPr>
          <a:xfrm>
            <a:off x="6227025" y="2748836"/>
            <a:ext cx="1425300" cy="3246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ed Hat Display Black"/>
                <a:ea typeface="Red Hat Display Black"/>
                <a:cs typeface="Red Hat Display Black"/>
                <a:sym typeface="Red Hat Display Black"/>
              </a:rPr>
              <a:t>DAY 4</a:t>
            </a:r>
            <a:endParaRPr>
              <a:solidFill>
                <a:schemeClr val="dk1"/>
              </a:solidFill>
              <a:latin typeface="Red Hat Display Black"/>
              <a:ea typeface="Red Hat Display Black"/>
              <a:cs typeface="Red Hat Display Black"/>
              <a:sym typeface="Red Hat Display Black"/>
            </a:endParaRPr>
          </a:p>
        </p:txBody>
      </p:sp>
      <p:cxnSp>
        <p:nvCxnSpPr>
          <p:cNvPr id="1400" name="Google Shape;1400;p53"/>
          <p:cNvCxnSpPr/>
          <p:nvPr/>
        </p:nvCxnSpPr>
        <p:spPr>
          <a:xfrm rot="10800000">
            <a:off x="2198325" y="2424236"/>
            <a:ext cx="0" cy="324600"/>
          </a:xfrm>
          <a:prstGeom prst="straightConnector1">
            <a:avLst/>
          </a:prstGeom>
          <a:noFill/>
          <a:ln w="9525" cap="flat" cmpd="sng">
            <a:solidFill>
              <a:schemeClr val="accent1"/>
            </a:solidFill>
            <a:prstDash val="solid"/>
            <a:round/>
            <a:headEnd type="none" w="med" len="med"/>
            <a:tailEnd type="diamond" w="med" len="med"/>
          </a:ln>
        </p:spPr>
      </p:cxnSp>
      <p:cxnSp>
        <p:nvCxnSpPr>
          <p:cNvPr id="1401" name="Google Shape;1401;p53"/>
          <p:cNvCxnSpPr/>
          <p:nvPr/>
        </p:nvCxnSpPr>
        <p:spPr>
          <a:xfrm rot="10800000">
            <a:off x="5359225" y="2424236"/>
            <a:ext cx="0" cy="324600"/>
          </a:xfrm>
          <a:prstGeom prst="straightConnector1">
            <a:avLst/>
          </a:prstGeom>
          <a:noFill/>
          <a:ln w="9525" cap="flat" cmpd="sng">
            <a:solidFill>
              <a:schemeClr val="accent1"/>
            </a:solidFill>
            <a:prstDash val="solid"/>
            <a:round/>
            <a:headEnd type="none" w="med" len="med"/>
            <a:tailEnd type="diamond" w="med" len="med"/>
          </a:ln>
        </p:spPr>
      </p:cxnSp>
      <p:cxnSp>
        <p:nvCxnSpPr>
          <p:cNvPr id="1402" name="Google Shape;1402;p53"/>
          <p:cNvCxnSpPr/>
          <p:nvPr/>
        </p:nvCxnSpPr>
        <p:spPr>
          <a:xfrm rot="10800000">
            <a:off x="3778775" y="3073436"/>
            <a:ext cx="0" cy="324600"/>
          </a:xfrm>
          <a:prstGeom prst="straightConnector1">
            <a:avLst/>
          </a:prstGeom>
          <a:noFill/>
          <a:ln w="9525" cap="flat" cmpd="sng">
            <a:solidFill>
              <a:schemeClr val="dk1"/>
            </a:solidFill>
            <a:prstDash val="solid"/>
            <a:round/>
            <a:headEnd type="diamond" w="med" len="med"/>
            <a:tailEnd type="none" w="med" len="med"/>
          </a:ln>
        </p:spPr>
      </p:cxnSp>
      <p:cxnSp>
        <p:nvCxnSpPr>
          <p:cNvPr id="1403" name="Google Shape;1403;p53"/>
          <p:cNvCxnSpPr/>
          <p:nvPr/>
        </p:nvCxnSpPr>
        <p:spPr>
          <a:xfrm rot="10800000">
            <a:off x="6939675" y="3073436"/>
            <a:ext cx="0" cy="324600"/>
          </a:xfrm>
          <a:prstGeom prst="straightConnector1">
            <a:avLst/>
          </a:prstGeom>
          <a:noFill/>
          <a:ln w="9525" cap="flat" cmpd="sng">
            <a:solidFill>
              <a:schemeClr val="dk1"/>
            </a:solidFill>
            <a:prstDash val="solid"/>
            <a:round/>
            <a:headEnd type="diamond" w="med" len="med"/>
            <a:tailEnd type="none" w="med" len="med"/>
          </a:ln>
        </p:spPr>
      </p:cxnSp>
      <p:sp>
        <p:nvSpPr>
          <p:cNvPr id="1404" name="Google Shape;1404;p53"/>
          <p:cNvSpPr txBox="1"/>
          <p:nvPr/>
        </p:nvSpPr>
        <p:spPr>
          <a:xfrm>
            <a:off x="1479675" y="1440333"/>
            <a:ext cx="14373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MERCURY</a:t>
            </a:r>
            <a:endParaRPr sz="1800">
              <a:solidFill>
                <a:srgbClr val="FF0044"/>
              </a:solidFill>
              <a:latin typeface="Red Hat Display Black"/>
              <a:ea typeface="Red Hat Display Black"/>
              <a:cs typeface="Red Hat Display Black"/>
              <a:sym typeface="Red Hat Display Black"/>
            </a:endParaRPr>
          </a:p>
        </p:txBody>
      </p:sp>
      <p:sp>
        <p:nvSpPr>
          <p:cNvPr id="1405" name="Google Shape;1405;p53"/>
          <p:cNvSpPr txBox="1"/>
          <p:nvPr/>
        </p:nvSpPr>
        <p:spPr>
          <a:xfrm>
            <a:off x="1479675" y="1743376"/>
            <a:ext cx="1437300" cy="68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0000E0"/>
                </a:solidFill>
                <a:latin typeface="Red Hat Display"/>
                <a:ea typeface="Red Hat Display"/>
                <a:cs typeface="Red Hat Display"/>
                <a:sym typeface="Red Hat Display"/>
              </a:rPr>
              <a:t>Mercury is the smallest planet</a:t>
            </a:r>
            <a:endParaRPr>
              <a:solidFill>
                <a:srgbClr val="0000E0"/>
              </a:solidFill>
              <a:latin typeface="Red Hat Display"/>
              <a:ea typeface="Red Hat Display"/>
              <a:cs typeface="Red Hat Display"/>
              <a:sym typeface="Red Hat Display"/>
            </a:endParaRPr>
          </a:p>
        </p:txBody>
      </p:sp>
      <p:sp>
        <p:nvSpPr>
          <p:cNvPr id="1406" name="Google Shape;1406;p53"/>
          <p:cNvSpPr txBox="1"/>
          <p:nvPr/>
        </p:nvSpPr>
        <p:spPr>
          <a:xfrm>
            <a:off x="4640575" y="1440333"/>
            <a:ext cx="14373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JUPITER</a:t>
            </a:r>
            <a:endParaRPr sz="1800">
              <a:solidFill>
                <a:srgbClr val="FF0044"/>
              </a:solidFill>
              <a:latin typeface="Red Hat Display Black"/>
              <a:ea typeface="Red Hat Display Black"/>
              <a:cs typeface="Red Hat Display Black"/>
              <a:sym typeface="Red Hat Display Black"/>
            </a:endParaRPr>
          </a:p>
        </p:txBody>
      </p:sp>
      <p:sp>
        <p:nvSpPr>
          <p:cNvPr id="1407" name="Google Shape;1407;p53"/>
          <p:cNvSpPr txBox="1"/>
          <p:nvPr/>
        </p:nvSpPr>
        <p:spPr>
          <a:xfrm>
            <a:off x="4640575" y="1743376"/>
            <a:ext cx="1437300" cy="68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0000E0"/>
                </a:solidFill>
                <a:latin typeface="Red Hat Display"/>
                <a:ea typeface="Red Hat Display"/>
                <a:cs typeface="Red Hat Display"/>
                <a:sym typeface="Red Hat Display"/>
              </a:rPr>
              <a:t>Jupiter is the biggest planet</a:t>
            </a:r>
            <a:endParaRPr>
              <a:solidFill>
                <a:srgbClr val="0000E0"/>
              </a:solidFill>
              <a:latin typeface="Red Hat Display"/>
              <a:ea typeface="Red Hat Display"/>
              <a:cs typeface="Red Hat Display"/>
              <a:sym typeface="Red Hat Display"/>
            </a:endParaRPr>
          </a:p>
        </p:txBody>
      </p:sp>
      <p:sp>
        <p:nvSpPr>
          <p:cNvPr id="1408" name="Google Shape;1408;p53"/>
          <p:cNvSpPr txBox="1"/>
          <p:nvPr/>
        </p:nvSpPr>
        <p:spPr>
          <a:xfrm>
            <a:off x="6227025" y="3447434"/>
            <a:ext cx="14373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NEPTUNE</a:t>
            </a:r>
            <a:endParaRPr sz="1800">
              <a:solidFill>
                <a:srgbClr val="FF0044"/>
              </a:solidFill>
              <a:latin typeface="Red Hat Display Black"/>
              <a:ea typeface="Red Hat Display Black"/>
              <a:cs typeface="Red Hat Display Black"/>
              <a:sym typeface="Red Hat Display Black"/>
            </a:endParaRPr>
          </a:p>
        </p:txBody>
      </p:sp>
      <p:sp>
        <p:nvSpPr>
          <p:cNvPr id="1409" name="Google Shape;1409;p53"/>
          <p:cNvSpPr txBox="1"/>
          <p:nvPr/>
        </p:nvSpPr>
        <p:spPr>
          <a:xfrm>
            <a:off x="6227025" y="3750478"/>
            <a:ext cx="1437300" cy="68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0000E0"/>
                </a:solidFill>
                <a:latin typeface="Red Hat Display"/>
                <a:ea typeface="Red Hat Display"/>
                <a:cs typeface="Red Hat Display"/>
                <a:sym typeface="Red Hat Display"/>
              </a:rPr>
              <a:t>Neptune is the farthest planet</a:t>
            </a:r>
            <a:endParaRPr>
              <a:solidFill>
                <a:srgbClr val="0000E0"/>
              </a:solidFill>
              <a:latin typeface="Red Hat Display"/>
              <a:ea typeface="Red Hat Display"/>
              <a:cs typeface="Red Hat Display"/>
              <a:sym typeface="Red Hat Display"/>
            </a:endParaRPr>
          </a:p>
        </p:txBody>
      </p:sp>
      <p:sp>
        <p:nvSpPr>
          <p:cNvPr id="1410" name="Google Shape;1410;p53"/>
          <p:cNvSpPr txBox="1"/>
          <p:nvPr/>
        </p:nvSpPr>
        <p:spPr>
          <a:xfrm>
            <a:off x="3060125" y="3447432"/>
            <a:ext cx="14373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MARS</a:t>
            </a:r>
            <a:endParaRPr sz="1800">
              <a:solidFill>
                <a:srgbClr val="FF0044"/>
              </a:solidFill>
              <a:latin typeface="Red Hat Display Black"/>
              <a:ea typeface="Red Hat Display Black"/>
              <a:cs typeface="Red Hat Display Black"/>
              <a:sym typeface="Red Hat Display Black"/>
            </a:endParaRPr>
          </a:p>
        </p:txBody>
      </p:sp>
      <p:sp>
        <p:nvSpPr>
          <p:cNvPr id="1411" name="Google Shape;1411;p53"/>
          <p:cNvSpPr txBox="1"/>
          <p:nvPr/>
        </p:nvSpPr>
        <p:spPr>
          <a:xfrm>
            <a:off x="3060125" y="3750478"/>
            <a:ext cx="1437300" cy="68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0000E0"/>
                </a:solidFill>
                <a:latin typeface="Red Hat Display"/>
                <a:ea typeface="Red Hat Display"/>
                <a:cs typeface="Red Hat Display"/>
                <a:sym typeface="Red Hat Display"/>
              </a:rPr>
              <a:t>Mars is a very cold place</a:t>
            </a:r>
            <a:endParaRPr>
              <a:solidFill>
                <a:srgbClr val="0000E0"/>
              </a:solidFill>
              <a:latin typeface="Red Hat Display"/>
              <a:ea typeface="Red Hat Display"/>
              <a:cs typeface="Red Hat Display"/>
              <a:sym typeface="Red Hat Display"/>
            </a:endParaRPr>
          </a:p>
          <a:p>
            <a:pPr marL="0" lvl="0" indent="0" algn="ctr" rtl="0">
              <a:spcBef>
                <a:spcPts val="0"/>
              </a:spcBef>
              <a:spcAft>
                <a:spcPts val="0"/>
              </a:spcAft>
              <a:buNone/>
            </a:pPr>
            <a:endParaRPr>
              <a:solidFill>
                <a:srgbClr val="0000E0"/>
              </a:solidFill>
              <a:latin typeface="Red Hat Display"/>
              <a:ea typeface="Red Hat Display"/>
              <a:cs typeface="Red Hat Display"/>
              <a:sym typeface="Red Hat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15"/>
        <p:cNvGrpSpPr/>
        <p:nvPr/>
      </p:nvGrpSpPr>
      <p:grpSpPr>
        <a:xfrm>
          <a:off x="0" y="0"/>
          <a:ext cx="0" cy="0"/>
          <a:chOff x="0" y="0"/>
          <a:chExt cx="0" cy="0"/>
        </a:xfrm>
      </p:grpSpPr>
      <p:sp>
        <p:nvSpPr>
          <p:cNvPr id="1416" name="Google Shape;1416;p54"/>
          <p:cNvSpPr txBox="1">
            <a:spLocks noGrp="1"/>
          </p:cNvSpPr>
          <p:nvPr>
            <p:ph type="title"/>
          </p:nvPr>
        </p:nvSpPr>
        <p:spPr>
          <a:xfrm>
            <a:off x="3507800" y="441350"/>
            <a:ext cx="500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OUR </a:t>
            </a:r>
            <a:r>
              <a:rPr lang="en"/>
              <a:t>PARTNERS</a:t>
            </a:r>
            <a:endParaRPr/>
          </a:p>
        </p:txBody>
      </p:sp>
      <p:sp>
        <p:nvSpPr>
          <p:cNvPr id="1417" name="Google Shape;1417;p54"/>
          <p:cNvSpPr txBox="1"/>
          <p:nvPr/>
        </p:nvSpPr>
        <p:spPr>
          <a:xfrm>
            <a:off x="5444225" y="4019258"/>
            <a:ext cx="2425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latin typeface="Red Hat Display Black"/>
                <a:ea typeface="Red Hat Display Black"/>
                <a:cs typeface="Red Hat Display Black"/>
                <a:sym typeface="Red Hat Display Black"/>
              </a:rPr>
              <a:t>MERCURY</a:t>
            </a:r>
            <a:endParaRPr sz="1800">
              <a:solidFill>
                <a:schemeClr val="accent1"/>
              </a:solidFill>
              <a:latin typeface="Red Hat Display Black"/>
              <a:ea typeface="Red Hat Display Black"/>
              <a:cs typeface="Red Hat Display Black"/>
              <a:sym typeface="Red Hat Display Black"/>
            </a:endParaRPr>
          </a:p>
        </p:txBody>
      </p:sp>
      <p:sp>
        <p:nvSpPr>
          <p:cNvPr id="1418" name="Google Shape;1418;p54"/>
          <p:cNvSpPr txBox="1"/>
          <p:nvPr/>
        </p:nvSpPr>
        <p:spPr>
          <a:xfrm>
            <a:off x="5444225" y="4307865"/>
            <a:ext cx="2425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ed Hat Display"/>
                <a:ea typeface="Red Hat Display"/>
                <a:cs typeface="Red Hat Display"/>
                <a:sym typeface="Red Hat Display"/>
              </a:rPr>
              <a:t>Mercury is a small planet</a:t>
            </a:r>
            <a:endParaRPr>
              <a:solidFill>
                <a:schemeClr val="dk1"/>
              </a:solidFill>
              <a:latin typeface="Red Hat Display"/>
              <a:ea typeface="Red Hat Display"/>
              <a:cs typeface="Red Hat Display"/>
              <a:sym typeface="Red Hat Display"/>
            </a:endParaRPr>
          </a:p>
        </p:txBody>
      </p:sp>
      <p:sp>
        <p:nvSpPr>
          <p:cNvPr id="1419" name="Google Shape;1419;p54"/>
          <p:cNvSpPr txBox="1"/>
          <p:nvPr/>
        </p:nvSpPr>
        <p:spPr>
          <a:xfrm>
            <a:off x="1974550" y="4019258"/>
            <a:ext cx="2425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latin typeface="Red Hat Display Black"/>
                <a:ea typeface="Red Hat Display Black"/>
                <a:cs typeface="Red Hat Display Black"/>
                <a:sym typeface="Red Hat Display Black"/>
              </a:rPr>
              <a:t>JUPITER</a:t>
            </a:r>
            <a:endParaRPr sz="1800">
              <a:solidFill>
                <a:schemeClr val="accent1"/>
              </a:solidFill>
              <a:latin typeface="Red Hat Display Black"/>
              <a:ea typeface="Red Hat Display Black"/>
              <a:cs typeface="Red Hat Display Black"/>
              <a:sym typeface="Red Hat Display Black"/>
            </a:endParaRPr>
          </a:p>
        </p:txBody>
      </p:sp>
      <p:sp>
        <p:nvSpPr>
          <p:cNvPr id="1420" name="Google Shape;1420;p54"/>
          <p:cNvSpPr txBox="1"/>
          <p:nvPr/>
        </p:nvSpPr>
        <p:spPr>
          <a:xfrm>
            <a:off x="1974550" y="4307865"/>
            <a:ext cx="2425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ed Hat Display"/>
                <a:ea typeface="Red Hat Display"/>
                <a:cs typeface="Red Hat Display"/>
                <a:sym typeface="Red Hat Display"/>
              </a:rPr>
              <a:t>Jupiter is the biggest planet</a:t>
            </a:r>
            <a:endParaRPr>
              <a:solidFill>
                <a:schemeClr val="dk1"/>
              </a:solidFill>
              <a:latin typeface="Red Hat Display"/>
              <a:ea typeface="Red Hat Display"/>
              <a:cs typeface="Red Hat Display"/>
              <a:sym typeface="Red Hat Display"/>
            </a:endParaRPr>
          </a:p>
        </p:txBody>
      </p:sp>
      <p:grpSp>
        <p:nvGrpSpPr>
          <p:cNvPr id="1421" name="Google Shape;1421;p54"/>
          <p:cNvGrpSpPr/>
          <p:nvPr/>
        </p:nvGrpSpPr>
        <p:grpSpPr>
          <a:xfrm>
            <a:off x="1955425" y="1044207"/>
            <a:ext cx="5233140" cy="2702370"/>
            <a:chOff x="235800" y="830650"/>
            <a:chExt cx="6978450" cy="4588844"/>
          </a:xfrm>
        </p:grpSpPr>
        <p:sp>
          <p:nvSpPr>
            <p:cNvPr id="1422" name="Google Shape;1422;p54"/>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4"/>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4"/>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4"/>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4"/>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4"/>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54"/>
          <p:cNvGrpSpPr/>
          <p:nvPr/>
        </p:nvGrpSpPr>
        <p:grpSpPr>
          <a:xfrm>
            <a:off x="5088250" y="4245904"/>
            <a:ext cx="275100" cy="275100"/>
            <a:chOff x="5036125" y="4191000"/>
            <a:chExt cx="275100" cy="275100"/>
          </a:xfrm>
        </p:grpSpPr>
        <p:sp>
          <p:nvSpPr>
            <p:cNvPr id="1429" name="Google Shape;1429;p54"/>
            <p:cNvSpPr/>
            <p:nvPr/>
          </p:nvSpPr>
          <p:spPr>
            <a:xfrm>
              <a:off x="5036125" y="4191000"/>
              <a:ext cx="275100" cy="275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4"/>
            <p:cNvSpPr/>
            <p:nvPr/>
          </p:nvSpPr>
          <p:spPr>
            <a:xfrm>
              <a:off x="5120725" y="4275600"/>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1" name="Google Shape;1431;p54"/>
          <p:cNvGrpSpPr/>
          <p:nvPr/>
        </p:nvGrpSpPr>
        <p:grpSpPr>
          <a:xfrm>
            <a:off x="1640819" y="4245904"/>
            <a:ext cx="275100" cy="275100"/>
            <a:chOff x="2514100" y="4131475"/>
            <a:chExt cx="275100" cy="275100"/>
          </a:xfrm>
        </p:grpSpPr>
        <p:sp>
          <p:nvSpPr>
            <p:cNvPr id="1432" name="Google Shape;1432;p54"/>
            <p:cNvSpPr/>
            <p:nvPr/>
          </p:nvSpPr>
          <p:spPr>
            <a:xfrm>
              <a:off x="2514100" y="4131475"/>
              <a:ext cx="275100" cy="275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4"/>
            <p:cNvSpPr/>
            <p:nvPr/>
          </p:nvSpPr>
          <p:spPr>
            <a:xfrm>
              <a:off x="2598700" y="4216075"/>
              <a:ext cx="105900" cy="10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4" name="Google Shape;1434;p54"/>
          <p:cNvGrpSpPr/>
          <p:nvPr/>
        </p:nvGrpSpPr>
        <p:grpSpPr>
          <a:xfrm>
            <a:off x="2241044" y="1917562"/>
            <a:ext cx="275100" cy="275100"/>
            <a:chOff x="2514100" y="4131475"/>
            <a:chExt cx="275100" cy="275100"/>
          </a:xfrm>
        </p:grpSpPr>
        <p:sp>
          <p:nvSpPr>
            <p:cNvPr id="1435" name="Google Shape;1435;p54"/>
            <p:cNvSpPr/>
            <p:nvPr/>
          </p:nvSpPr>
          <p:spPr>
            <a:xfrm>
              <a:off x="2514100" y="4131475"/>
              <a:ext cx="275100" cy="275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4"/>
            <p:cNvSpPr/>
            <p:nvPr/>
          </p:nvSpPr>
          <p:spPr>
            <a:xfrm>
              <a:off x="2598700" y="4216075"/>
              <a:ext cx="105900" cy="10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7" name="Google Shape;1437;p54"/>
          <p:cNvGrpSpPr/>
          <p:nvPr/>
        </p:nvGrpSpPr>
        <p:grpSpPr>
          <a:xfrm>
            <a:off x="4273044" y="1917562"/>
            <a:ext cx="275100" cy="275100"/>
            <a:chOff x="2514100" y="4131475"/>
            <a:chExt cx="275100" cy="275100"/>
          </a:xfrm>
        </p:grpSpPr>
        <p:sp>
          <p:nvSpPr>
            <p:cNvPr id="1438" name="Google Shape;1438;p54"/>
            <p:cNvSpPr/>
            <p:nvPr/>
          </p:nvSpPr>
          <p:spPr>
            <a:xfrm>
              <a:off x="2514100" y="4131475"/>
              <a:ext cx="275100" cy="275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4"/>
            <p:cNvSpPr/>
            <p:nvPr/>
          </p:nvSpPr>
          <p:spPr>
            <a:xfrm>
              <a:off x="2598700" y="4216075"/>
              <a:ext cx="105900" cy="10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0" name="Google Shape;1440;p54"/>
          <p:cNvGrpSpPr/>
          <p:nvPr/>
        </p:nvGrpSpPr>
        <p:grpSpPr>
          <a:xfrm>
            <a:off x="6333269" y="2982937"/>
            <a:ext cx="275100" cy="275100"/>
            <a:chOff x="2514100" y="4131475"/>
            <a:chExt cx="275100" cy="275100"/>
          </a:xfrm>
        </p:grpSpPr>
        <p:sp>
          <p:nvSpPr>
            <p:cNvPr id="1441" name="Google Shape;1441;p54"/>
            <p:cNvSpPr/>
            <p:nvPr/>
          </p:nvSpPr>
          <p:spPr>
            <a:xfrm>
              <a:off x="2514100" y="4131475"/>
              <a:ext cx="275100" cy="275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54"/>
            <p:cNvSpPr/>
            <p:nvPr/>
          </p:nvSpPr>
          <p:spPr>
            <a:xfrm>
              <a:off x="2598700" y="4216075"/>
              <a:ext cx="105900" cy="10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3" name="Google Shape;1443;p54"/>
          <p:cNvGrpSpPr/>
          <p:nvPr/>
        </p:nvGrpSpPr>
        <p:grpSpPr>
          <a:xfrm>
            <a:off x="4666550" y="1776462"/>
            <a:ext cx="275100" cy="275100"/>
            <a:chOff x="5036125" y="4191000"/>
            <a:chExt cx="275100" cy="275100"/>
          </a:xfrm>
        </p:grpSpPr>
        <p:sp>
          <p:nvSpPr>
            <p:cNvPr id="1444" name="Google Shape;1444;p54"/>
            <p:cNvSpPr/>
            <p:nvPr/>
          </p:nvSpPr>
          <p:spPr>
            <a:xfrm>
              <a:off x="5036125" y="4191000"/>
              <a:ext cx="275100" cy="27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4"/>
            <p:cNvSpPr/>
            <p:nvPr/>
          </p:nvSpPr>
          <p:spPr>
            <a:xfrm>
              <a:off x="5120725" y="4275600"/>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54"/>
          <p:cNvGrpSpPr/>
          <p:nvPr/>
        </p:nvGrpSpPr>
        <p:grpSpPr>
          <a:xfrm>
            <a:off x="2902650" y="2136287"/>
            <a:ext cx="275100" cy="275100"/>
            <a:chOff x="5036125" y="4191000"/>
            <a:chExt cx="275100" cy="275100"/>
          </a:xfrm>
        </p:grpSpPr>
        <p:sp>
          <p:nvSpPr>
            <p:cNvPr id="1447" name="Google Shape;1447;p54"/>
            <p:cNvSpPr/>
            <p:nvPr/>
          </p:nvSpPr>
          <p:spPr>
            <a:xfrm>
              <a:off x="5036125" y="4191000"/>
              <a:ext cx="275100" cy="27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4"/>
            <p:cNvSpPr/>
            <p:nvPr/>
          </p:nvSpPr>
          <p:spPr>
            <a:xfrm>
              <a:off x="5120725" y="4275600"/>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54"/>
          <p:cNvGrpSpPr/>
          <p:nvPr/>
        </p:nvGrpSpPr>
        <p:grpSpPr>
          <a:xfrm>
            <a:off x="2768600" y="2566687"/>
            <a:ext cx="275100" cy="275100"/>
            <a:chOff x="5036125" y="4191000"/>
            <a:chExt cx="275100" cy="275100"/>
          </a:xfrm>
        </p:grpSpPr>
        <p:sp>
          <p:nvSpPr>
            <p:cNvPr id="1450" name="Google Shape;1450;p54"/>
            <p:cNvSpPr/>
            <p:nvPr/>
          </p:nvSpPr>
          <p:spPr>
            <a:xfrm>
              <a:off x="5036125" y="4191000"/>
              <a:ext cx="275100" cy="27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4"/>
            <p:cNvSpPr/>
            <p:nvPr/>
          </p:nvSpPr>
          <p:spPr>
            <a:xfrm>
              <a:off x="5120725" y="4275600"/>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2" name="Google Shape;1452;p54"/>
          <p:cNvGrpSpPr/>
          <p:nvPr/>
        </p:nvGrpSpPr>
        <p:grpSpPr>
          <a:xfrm>
            <a:off x="6740875" y="2799512"/>
            <a:ext cx="275100" cy="275100"/>
            <a:chOff x="5036125" y="4191000"/>
            <a:chExt cx="275100" cy="275100"/>
          </a:xfrm>
        </p:grpSpPr>
        <p:sp>
          <p:nvSpPr>
            <p:cNvPr id="1453" name="Google Shape;1453;p54"/>
            <p:cNvSpPr/>
            <p:nvPr/>
          </p:nvSpPr>
          <p:spPr>
            <a:xfrm>
              <a:off x="5036125" y="4191000"/>
              <a:ext cx="275100" cy="27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4"/>
            <p:cNvSpPr/>
            <p:nvPr/>
          </p:nvSpPr>
          <p:spPr>
            <a:xfrm>
              <a:off x="5120725" y="4275600"/>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55" name="Google Shape;1455;p54"/>
          <p:cNvCxnSpPr/>
          <p:nvPr/>
        </p:nvCxnSpPr>
        <p:spPr>
          <a:xfrm>
            <a:off x="1312325" y="3972275"/>
            <a:ext cx="6709800" cy="0"/>
          </a:xfrm>
          <a:prstGeom prst="straightConnector1">
            <a:avLst/>
          </a:prstGeom>
          <a:noFill/>
          <a:ln w="9525" cap="flat" cmpd="sng">
            <a:solidFill>
              <a:schemeClr val="dk1"/>
            </a:solidFill>
            <a:prstDash val="dash"/>
            <a:round/>
            <a:headEnd type="oval" w="med" len="med"/>
            <a:tailEnd type="oval" w="med" len="med"/>
          </a:ln>
        </p:spPr>
      </p:cxnSp>
      <p:cxnSp>
        <p:nvCxnSpPr>
          <p:cNvPr id="1456" name="Google Shape;1456;p54"/>
          <p:cNvCxnSpPr/>
          <p:nvPr/>
        </p:nvCxnSpPr>
        <p:spPr>
          <a:xfrm>
            <a:off x="4706050" y="3958175"/>
            <a:ext cx="0" cy="649200"/>
          </a:xfrm>
          <a:prstGeom prst="straightConnector1">
            <a:avLst/>
          </a:prstGeom>
          <a:noFill/>
          <a:ln w="9525" cap="flat" cmpd="sng">
            <a:solidFill>
              <a:schemeClr val="dk1"/>
            </a:solidFill>
            <a:prstDash val="dash"/>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60"/>
        <p:cNvGrpSpPr/>
        <p:nvPr/>
      </p:nvGrpSpPr>
      <p:grpSpPr>
        <a:xfrm>
          <a:off x="0" y="0"/>
          <a:ext cx="0" cy="0"/>
          <a:chOff x="0" y="0"/>
          <a:chExt cx="0" cy="0"/>
        </a:xfrm>
      </p:grpSpPr>
      <p:sp>
        <p:nvSpPr>
          <p:cNvPr id="1461" name="Google Shape;1461;p55"/>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THIS IS</a:t>
            </a:r>
            <a:r>
              <a:rPr lang="en"/>
              <a:t> AN INFOGRAPHIC</a:t>
            </a:r>
            <a:endParaRPr/>
          </a:p>
        </p:txBody>
      </p:sp>
      <p:grpSp>
        <p:nvGrpSpPr>
          <p:cNvPr id="1462" name="Google Shape;1462;p55"/>
          <p:cNvGrpSpPr/>
          <p:nvPr/>
        </p:nvGrpSpPr>
        <p:grpSpPr>
          <a:xfrm>
            <a:off x="1038814" y="1630638"/>
            <a:ext cx="2904802" cy="2445457"/>
            <a:chOff x="1016802" y="1630638"/>
            <a:chExt cx="2904802" cy="2445457"/>
          </a:xfrm>
        </p:grpSpPr>
        <p:sp>
          <p:nvSpPr>
            <p:cNvPr id="1463" name="Google Shape;1463;p55"/>
            <p:cNvSpPr/>
            <p:nvPr/>
          </p:nvSpPr>
          <p:spPr>
            <a:xfrm>
              <a:off x="3767541" y="3300157"/>
              <a:ext cx="154064" cy="129477"/>
            </a:xfrm>
            <a:custGeom>
              <a:avLst/>
              <a:gdLst/>
              <a:ahLst/>
              <a:cxnLst/>
              <a:rect l="l" t="t" r="r" b="b"/>
              <a:pathLst>
                <a:path w="12432" h="10448" extrusionOk="0">
                  <a:moveTo>
                    <a:pt x="4963" y="0"/>
                  </a:moveTo>
                  <a:cubicBezTo>
                    <a:pt x="2239" y="0"/>
                    <a:pt x="0" y="2356"/>
                    <a:pt x="0" y="5120"/>
                  </a:cubicBezTo>
                  <a:cubicBezTo>
                    <a:pt x="0" y="8227"/>
                    <a:pt x="2220" y="10447"/>
                    <a:pt x="5328" y="10447"/>
                  </a:cubicBezTo>
                  <a:cubicBezTo>
                    <a:pt x="9989" y="10447"/>
                    <a:pt x="12431" y="4898"/>
                    <a:pt x="8879" y="1568"/>
                  </a:cubicBezTo>
                  <a:cubicBezTo>
                    <a:pt x="7991" y="458"/>
                    <a:pt x="6660" y="14"/>
                    <a:pt x="5328" y="14"/>
                  </a:cubicBezTo>
                  <a:cubicBezTo>
                    <a:pt x="5205" y="5"/>
                    <a:pt x="5084" y="0"/>
                    <a:pt x="4963"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5"/>
            <p:cNvSpPr/>
            <p:nvPr/>
          </p:nvSpPr>
          <p:spPr>
            <a:xfrm>
              <a:off x="3767541" y="2933946"/>
              <a:ext cx="154064" cy="129836"/>
            </a:xfrm>
            <a:custGeom>
              <a:avLst/>
              <a:gdLst/>
              <a:ahLst/>
              <a:cxnLst/>
              <a:rect l="l" t="t" r="r" b="b"/>
              <a:pathLst>
                <a:path w="12432" h="10477" extrusionOk="0">
                  <a:moveTo>
                    <a:pt x="5852" y="1"/>
                  </a:moveTo>
                  <a:cubicBezTo>
                    <a:pt x="5678" y="1"/>
                    <a:pt x="5503" y="15"/>
                    <a:pt x="5328" y="44"/>
                  </a:cubicBezTo>
                  <a:cubicBezTo>
                    <a:pt x="5205" y="34"/>
                    <a:pt x="5084" y="30"/>
                    <a:pt x="4963" y="30"/>
                  </a:cubicBezTo>
                  <a:cubicBezTo>
                    <a:pt x="2239" y="30"/>
                    <a:pt x="0" y="2386"/>
                    <a:pt x="0" y="5149"/>
                  </a:cubicBezTo>
                  <a:cubicBezTo>
                    <a:pt x="0" y="8035"/>
                    <a:pt x="2220" y="10477"/>
                    <a:pt x="5328" y="10477"/>
                  </a:cubicBezTo>
                  <a:cubicBezTo>
                    <a:pt x="9989" y="10477"/>
                    <a:pt x="12431" y="4705"/>
                    <a:pt x="8879" y="1376"/>
                  </a:cubicBezTo>
                  <a:cubicBezTo>
                    <a:pt x="8108" y="604"/>
                    <a:pt x="7002" y="1"/>
                    <a:pt x="585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5"/>
            <p:cNvSpPr/>
            <p:nvPr/>
          </p:nvSpPr>
          <p:spPr>
            <a:xfrm>
              <a:off x="3767541" y="2565888"/>
              <a:ext cx="154064" cy="132054"/>
            </a:xfrm>
            <a:custGeom>
              <a:avLst/>
              <a:gdLst/>
              <a:ahLst/>
              <a:cxnLst/>
              <a:rect l="l" t="t" r="r" b="b"/>
              <a:pathLst>
                <a:path w="12432" h="10656" extrusionOk="0">
                  <a:moveTo>
                    <a:pt x="5328" y="0"/>
                  </a:moveTo>
                  <a:cubicBezTo>
                    <a:pt x="2442" y="0"/>
                    <a:pt x="0" y="2442"/>
                    <a:pt x="0" y="5328"/>
                  </a:cubicBezTo>
                  <a:cubicBezTo>
                    <a:pt x="0" y="8214"/>
                    <a:pt x="2220" y="10655"/>
                    <a:pt x="5328" y="10655"/>
                  </a:cubicBezTo>
                  <a:cubicBezTo>
                    <a:pt x="9989" y="10655"/>
                    <a:pt x="12431" y="4884"/>
                    <a:pt x="8879" y="1554"/>
                  </a:cubicBezTo>
                  <a:cubicBezTo>
                    <a:pt x="7991" y="444"/>
                    <a:pt x="6660" y="0"/>
                    <a:pt x="5328" y="0"/>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5"/>
            <p:cNvSpPr/>
            <p:nvPr/>
          </p:nvSpPr>
          <p:spPr>
            <a:xfrm>
              <a:off x="1016802" y="3206798"/>
              <a:ext cx="2706894" cy="869297"/>
            </a:xfrm>
            <a:custGeom>
              <a:avLst/>
              <a:gdLst/>
              <a:ahLst/>
              <a:cxnLst/>
              <a:rect l="l" t="t" r="r" b="b"/>
              <a:pathLst>
                <a:path w="218430" h="70147" fill="none" extrusionOk="0">
                  <a:moveTo>
                    <a:pt x="29746" y="1"/>
                  </a:moveTo>
                  <a:lnTo>
                    <a:pt x="0" y="14430"/>
                  </a:lnTo>
                  <a:lnTo>
                    <a:pt x="109215" y="70147"/>
                  </a:lnTo>
                  <a:lnTo>
                    <a:pt x="218429" y="14430"/>
                  </a:lnTo>
                  <a:lnTo>
                    <a:pt x="188684" y="1"/>
                  </a:lnTo>
                  <a:lnTo>
                    <a:pt x="109215" y="40623"/>
                  </a:lnTo>
                  <a:close/>
                </a:path>
              </a:pathLst>
            </a:custGeom>
            <a:noFill/>
            <a:ln w="9525" cap="flat" cmpd="sng">
              <a:solidFill>
                <a:schemeClr val="accent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5"/>
            <p:cNvSpPr/>
            <p:nvPr/>
          </p:nvSpPr>
          <p:spPr>
            <a:xfrm>
              <a:off x="1016802" y="2840958"/>
              <a:ext cx="2706894" cy="869297"/>
            </a:xfrm>
            <a:custGeom>
              <a:avLst/>
              <a:gdLst/>
              <a:ahLst/>
              <a:cxnLst/>
              <a:rect l="l" t="t" r="r" b="b"/>
              <a:pathLst>
                <a:path w="218430" h="70147" fill="none" extrusionOk="0">
                  <a:moveTo>
                    <a:pt x="188684" y="0"/>
                  </a:moveTo>
                  <a:lnTo>
                    <a:pt x="158939" y="15095"/>
                  </a:lnTo>
                  <a:lnTo>
                    <a:pt x="109215" y="40623"/>
                  </a:lnTo>
                  <a:lnTo>
                    <a:pt x="59491" y="15095"/>
                  </a:lnTo>
                  <a:lnTo>
                    <a:pt x="29746" y="0"/>
                  </a:lnTo>
                  <a:lnTo>
                    <a:pt x="0" y="14429"/>
                  </a:lnTo>
                  <a:lnTo>
                    <a:pt x="29746" y="29524"/>
                  </a:lnTo>
                  <a:lnTo>
                    <a:pt x="109215" y="70146"/>
                  </a:lnTo>
                  <a:lnTo>
                    <a:pt x="188684" y="29524"/>
                  </a:lnTo>
                  <a:lnTo>
                    <a:pt x="218429" y="14429"/>
                  </a:lnTo>
                  <a:close/>
                </a:path>
              </a:pathLst>
            </a:custGeom>
            <a:noFill/>
            <a:ln w="9525" cap="flat" cmpd="sng">
              <a:solidFill>
                <a:schemeClr val="dk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5"/>
            <p:cNvSpPr/>
            <p:nvPr/>
          </p:nvSpPr>
          <p:spPr>
            <a:xfrm>
              <a:off x="1016802" y="2475106"/>
              <a:ext cx="2706894" cy="869297"/>
            </a:xfrm>
            <a:custGeom>
              <a:avLst/>
              <a:gdLst/>
              <a:ahLst/>
              <a:cxnLst/>
              <a:rect l="l" t="t" r="r" b="b"/>
              <a:pathLst>
                <a:path w="218430" h="70147" fill="none" extrusionOk="0">
                  <a:moveTo>
                    <a:pt x="188684" y="1"/>
                  </a:moveTo>
                  <a:lnTo>
                    <a:pt x="158939" y="15096"/>
                  </a:lnTo>
                  <a:lnTo>
                    <a:pt x="129193" y="30190"/>
                  </a:lnTo>
                  <a:lnTo>
                    <a:pt x="109215" y="40623"/>
                  </a:lnTo>
                  <a:lnTo>
                    <a:pt x="89237" y="30190"/>
                  </a:lnTo>
                  <a:lnTo>
                    <a:pt x="59491" y="15096"/>
                  </a:lnTo>
                  <a:lnTo>
                    <a:pt x="29746" y="1"/>
                  </a:lnTo>
                  <a:lnTo>
                    <a:pt x="0" y="14208"/>
                  </a:lnTo>
                  <a:lnTo>
                    <a:pt x="29746" y="29524"/>
                  </a:lnTo>
                  <a:lnTo>
                    <a:pt x="59491" y="44619"/>
                  </a:lnTo>
                  <a:lnTo>
                    <a:pt x="109215" y="70147"/>
                  </a:lnTo>
                  <a:lnTo>
                    <a:pt x="158939" y="44619"/>
                  </a:lnTo>
                  <a:lnTo>
                    <a:pt x="188684" y="29524"/>
                  </a:lnTo>
                  <a:lnTo>
                    <a:pt x="218429" y="14208"/>
                  </a:lnTo>
                  <a:close/>
                </a:path>
              </a:pathLst>
            </a:custGeom>
            <a:noFill/>
            <a:ln w="9525" cap="flat" cmpd="sng">
              <a:solidFill>
                <a:schemeClr val="accent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5"/>
            <p:cNvSpPr/>
            <p:nvPr/>
          </p:nvSpPr>
          <p:spPr>
            <a:xfrm>
              <a:off x="1016802" y="1630638"/>
              <a:ext cx="2706894" cy="1347957"/>
            </a:xfrm>
            <a:custGeom>
              <a:avLst/>
              <a:gdLst/>
              <a:ahLst/>
              <a:cxnLst/>
              <a:rect l="l" t="t" r="r" b="b"/>
              <a:pathLst>
                <a:path w="218430" h="108772" fill="none" extrusionOk="0">
                  <a:moveTo>
                    <a:pt x="109215" y="1"/>
                  </a:moveTo>
                  <a:lnTo>
                    <a:pt x="0" y="52832"/>
                  </a:lnTo>
                  <a:lnTo>
                    <a:pt x="109215" y="108771"/>
                  </a:lnTo>
                  <a:lnTo>
                    <a:pt x="218429" y="52832"/>
                  </a:lnTo>
                  <a:close/>
                </a:path>
              </a:pathLst>
            </a:custGeom>
            <a:noFill/>
            <a:ln w="9525" cap="flat" cmpd="sng">
              <a:solidFill>
                <a:schemeClr val="dk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5"/>
            <p:cNvSpPr/>
            <p:nvPr/>
          </p:nvSpPr>
          <p:spPr>
            <a:xfrm>
              <a:off x="3767541" y="2199862"/>
              <a:ext cx="154064" cy="129650"/>
            </a:xfrm>
            <a:custGeom>
              <a:avLst/>
              <a:gdLst/>
              <a:ahLst/>
              <a:cxnLst/>
              <a:rect l="l" t="t" r="r" b="b"/>
              <a:pathLst>
                <a:path w="12432" h="10462" extrusionOk="0">
                  <a:moveTo>
                    <a:pt x="4963" y="1"/>
                  </a:moveTo>
                  <a:cubicBezTo>
                    <a:pt x="2239" y="1"/>
                    <a:pt x="0" y="2357"/>
                    <a:pt x="0" y="5120"/>
                  </a:cubicBezTo>
                  <a:cubicBezTo>
                    <a:pt x="0" y="8097"/>
                    <a:pt x="2036" y="10462"/>
                    <a:pt x="4938" y="10462"/>
                  </a:cubicBezTo>
                  <a:cubicBezTo>
                    <a:pt x="5066" y="10462"/>
                    <a:pt x="5196" y="10457"/>
                    <a:pt x="5328" y="10448"/>
                  </a:cubicBezTo>
                  <a:cubicBezTo>
                    <a:pt x="9989" y="10448"/>
                    <a:pt x="12431" y="4898"/>
                    <a:pt x="8879" y="1569"/>
                  </a:cubicBezTo>
                  <a:cubicBezTo>
                    <a:pt x="7991" y="459"/>
                    <a:pt x="6660" y="15"/>
                    <a:pt x="5328" y="15"/>
                  </a:cubicBezTo>
                  <a:cubicBezTo>
                    <a:pt x="5205" y="5"/>
                    <a:pt x="5084" y="1"/>
                    <a:pt x="4963"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1" name="Google Shape;1471;p55"/>
          <p:cNvSpPr txBox="1"/>
          <p:nvPr/>
        </p:nvSpPr>
        <p:spPr>
          <a:xfrm>
            <a:off x="4160986" y="2066230"/>
            <a:ext cx="1378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MERCURY</a:t>
            </a:r>
            <a:endParaRPr sz="1800">
              <a:solidFill>
                <a:srgbClr val="FF0044"/>
              </a:solidFill>
              <a:latin typeface="Red Hat Display Black"/>
              <a:ea typeface="Red Hat Display Black"/>
              <a:cs typeface="Red Hat Display Black"/>
              <a:sym typeface="Red Hat Display Black"/>
            </a:endParaRPr>
          </a:p>
        </p:txBody>
      </p:sp>
      <p:sp>
        <p:nvSpPr>
          <p:cNvPr id="1472" name="Google Shape;1472;p55"/>
          <p:cNvSpPr txBox="1"/>
          <p:nvPr/>
        </p:nvSpPr>
        <p:spPr>
          <a:xfrm>
            <a:off x="5697386" y="2066230"/>
            <a:ext cx="25602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Mercury is the smallest planet</a:t>
            </a:r>
            <a:endParaRPr>
              <a:solidFill>
                <a:srgbClr val="0000E0"/>
              </a:solidFill>
              <a:latin typeface="Red Hat Display"/>
              <a:ea typeface="Red Hat Display"/>
              <a:cs typeface="Red Hat Display"/>
              <a:sym typeface="Red Hat Display"/>
            </a:endParaRPr>
          </a:p>
        </p:txBody>
      </p:sp>
      <p:sp>
        <p:nvSpPr>
          <p:cNvPr id="1473" name="Google Shape;1473;p55"/>
          <p:cNvSpPr txBox="1"/>
          <p:nvPr/>
        </p:nvSpPr>
        <p:spPr>
          <a:xfrm>
            <a:off x="4160986" y="2433486"/>
            <a:ext cx="1378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JUPITER</a:t>
            </a:r>
            <a:endParaRPr sz="1800">
              <a:solidFill>
                <a:srgbClr val="FF0044"/>
              </a:solidFill>
              <a:latin typeface="Red Hat Display Black"/>
              <a:ea typeface="Red Hat Display Black"/>
              <a:cs typeface="Red Hat Display Black"/>
              <a:sym typeface="Red Hat Display Black"/>
            </a:endParaRPr>
          </a:p>
        </p:txBody>
      </p:sp>
      <p:sp>
        <p:nvSpPr>
          <p:cNvPr id="1474" name="Google Shape;1474;p55"/>
          <p:cNvSpPr txBox="1"/>
          <p:nvPr/>
        </p:nvSpPr>
        <p:spPr>
          <a:xfrm>
            <a:off x="5697386" y="2433486"/>
            <a:ext cx="25602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Jupiter is the biggest planet</a:t>
            </a:r>
            <a:endParaRPr>
              <a:solidFill>
                <a:srgbClr val="0000E0"/>
              </a:solidFill>
              <a:latin typeface="Red Hat Display"/>
              <a:ea typeface="Red Hat Display"/>
              <a:cs typeface="Red Hat Display"/>
              <a:sym typeface="Red Hat Display"/>
            </a:endParaRPr>
          </a:p>
        </p:txBody>
      </p:sp>
      <p:sp>
        <p:nvSpPr>
          <p:cNvPr id="1475" name="Google Shape;1475;p55"/>
          <p:cNvSpPr txBox="1"/>
          <p:nvPr/>
        </p:nvSpPr>
        <p:spPr>
          <a:xfrm>
            <a:off x="4160986" y="3166449"/>
            <a:ext cx="1378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NEPTUNE</a:t>
            </a:r>
            <a:endParaRPr sz="1800">
              <a:solidFill>
                <a:srgbClr val="FF0044"/>
              </a:solidFill>
              <a:latin typeface="Red Hat Display Black"/>
              <a:ea typeface="Red Hat Display Black"/>
              <a:cs typeface="Red Hat Display Black"/>
              <a:sym typeface="Red Hat Display Black"/>
            </a:endParaRPr>
          </a:p>
        </p:txBody>
      </p:sp>
      <p:sp>
        <p:nvSpPr>
          <p:cNvPr id="1476" name="Google Shape;1476;p55"/>
          <p:cNvSpPr txBox="1"/>
          <p:nvPr/>
        </p:nvSpPr>
        <p:spPr>
          <a:xfrm>
            <a:off x="5697386" y="3166449"/>
            <a:ext cx="25602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Neptune is the farthest planet</a:t>
            </a:r>
            <a:endParaRPr>
              <a:solidFill>
                <a:srgbClr val="0000E0"/>
              </a:solidFill>
              <a:latin typeface="Red Hat Display"/>
              <a:ea typeface="Red Hat Display"/>
              <a:cs typeface="Red Hat Display"/>
              <a:sym typeface="Red Hat Display"/>
            </a:endParaRPr>
          </a:p>
        </p:txBody>
      </p:sp>
      <p:sp>
        <p:nvSpPr>
          <p:cNvPr id="1477" name="Google Shape;1477;p55"/>
          <p:cNvSpPr txBox="1"/>
          <p:nvPr/>
        </p:nvSpPr>
        <p:spPr>
          <a:xfrm>
            <a:off x="4160986" y="2800425"/>
            <a:ext cx="1378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44"/>
                </a:solidFill>
                <a:latin typeface="Red Hat Display Black"/>
                <a:ea typeface="Red Hat Display Black"/>
                <a:cs typeface="Red Hat Display Black"/>
                <a:sym typeface="Red Hat Display Black"/>
              </a:rPr>
              <a:t>MARS</a:t>
            </a:r>
            <a:endParaRPr sz="1800">
              <a:solidFill>
                <a:srgbClr val="FF0044"/>
              </a:solidFill>
              <a:latin typeface="Red Hat Display Black"/>
              <a:ea typeface="Red Hat Display Black"/>
              <a:cs typeface="Red Hat Display Black"/>
              <a:sym typeface="Red Hat Display Black"/>
            </a:endParaRPr>
          </a:p>
        </p:txBody>
      </p:sp>
      <p:sp>
        <p:nvSpPr>
          <p:cNvPr id="1478" name="Google Shape;1478;p55"/>
          <p:cNvSpPr txBox="1"/>
          <p:nvPr/>
        </p:nvSpPr>
        <p:spPr>
          <a:xfrm>
            <a:off x="5697386" y="2800425"/>
            <a:ext cx="25602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E0"/>
                </a:solidFill>
                <a:latin typeface="Red Hat Display"/>
                <a:ea typeface="Red Hat Display"/>
                <a:cs typeface="Red Hat Display"/>
                <a:sym typeface="Red Hat Display"/>
              </a:rPr>
              <a:t>Mars is a very cold place</a:t>
            </a:r>
            <a:endParaRPr>
              <a:solidFill>
                <a:srgbClr val="0000E0"/>
              </a:solidFill>
              <a:latin typeface="Red Hat Display"/>
              <a:ea typeface="Red Hat Display"/>
              <a:cs typeface="Red Hat Display"/>
              <a:sym typeface="Red Hat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56"/>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OUR</a:t>
            </a:r>
            <a:r>
              <a:rPr lang="en"/>
              <a:t> TEAM</a:t>
            </a:r>
            <a:endParaRPr/>
          </a:p>
        </p:txBody>
      </p:sp>
      <p:sp>
        <p:nvSpPr>
          <p:cNvPr id="1484" name="Google Shape;1484;p56"/>
          <p:cNvSpPr txBox="1">
            <a:spLocks noGrp="1"/>
          </p:cNvSpPr>
          <p:nvPr>
            <p:ph type="subTitle" idx="1"/>
          </p:nvPr>
        </p:nvSpPr>
        <p:spPr>
          <a:xfrm>
            <a:off x="1760625" y="1220425"/>
            <a:ext cx="20229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JENNA DOE</a:t>
            </a:r>
            <a:endParaRPr/>
          </a:p>
        </p:txBody>
      </p:sp>
      <p:sp>
        <p:nvSpPr>
          <p:cNvPr id="1485" name="Google Shape;1485;p56"/>
          <p:cNvSpPr txBox="1">
            <a:spLocks noGrp="1"/>
          </p:cNvSpPr>
          <p:nvPr>
            <p:ph type="subTitle" idx="2"/>
          </p:nvPr>
        </p:nvSpPr>
        <p:spPr>
          <a:xfrm>
            <a:off x="1760625" y="1578775"/>
            <a:ext cx="2022900" cy="62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1486" name="Google Shape;1486;p56"/>
          <p:cNvSpPr txBox="1">
            <a:spLocks noGrp="1"/>
          </p:cNvSpPr>
          <p:nvPr>
            <p:ph type="subTitle" idx="3"/>
          </p:nvPr>
        </p:nvSpPr>
        <p:spPr>
          <a:xfrm>
            <a:off x="5360475" y="1786250"/>
            <a:ext cx="2022900" cy="396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JOHN GREEN</a:t>
            </a:r>
            <a:endParaRPr/>
          </a:p>
        </p:txBody>
      </p:sp>
      <p:sp>
        <p:nvSpPr>
          <p:cNvPr id="1487" name="Google Shape;1487;p56"/>
          <p:cNvSpPr txBox="1">
            <a:spLocks noGrp="1"/>
          </p:cNvSpPr>
          <p:nvPr>
            <p:ph type="subTitle" idx="4"/>
          </p:nvPr>
        </p:nvSpPr>
        <p:spPr>
          <a:xfrm>
            <a:off x="5360475" y="2144600"/>
            <a:ext cx="2022900" cy="622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is the second planet from the Sun</a:t>
            </a:r>
            <a:endParaRPr/>
          </a:p>
        </p:txBody>
      </p:sp>
      <p:sp>
        <p:nvSpPr>
          <p:cNvPr id="1488" name="Google Shape;1488;p56"/>
          <p:cNvSpPr txBox="1">
            <a:spLocks noGrp="1"/>
          </p:cNvSpPr>
          <p:nvPr>
            <p:ph type="subTitle" idx="5"/>
          </p:nvPr>
        </p:nvSpPr>
        <p:spPr>
          <a:xfrm>
            <a:off x="4023375" y="3139375"/>
            <a:ext cx="20229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MAX SMITH</a:t>
            </a:r>
            <a:endParaRPr/>
          </a:p>
        </p:txBody>
      </p:sp>
      <p:sp>
        <p:nvSpPr>
          <p:cNvPr id="1489" name="Google Shape;1489;p56"/>
          <p:cNvSpPr txBox="1">
            <a:spLocks noGrp="1"/>
          </p:cNvSpPr>
          <p:nvPr>
            <p:ph type="subTitle" idx="6"/>
          </p:nvPr>
        </p:nvSpPr>
        <p:spPr>
          <a:xfrm>
            <a:off x="4023375" y="3497725"/>
            <a:ext cx="2022900" cy="62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composed of hydrogen and helium</a:t>
            </a:r>
            <a:endParaRPr/>
          </a:p>
        </p:txBody>
      </p:sp>
      <p:sp>
        <p:nvSpPr>
          <p:cNvPr id="1490" name="Google Shape;1490;p56"/>
          <p:cNvSpPr/>
          <p:nvPr/>
        </p:nvSpPr>
        <p:spPr>
          <a:xfrm>
            <a:off x="726225" y="1270000"/>
            <a:ext cx="882000" cy="8820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6"/>
          <p:cNvSpPr/>
          <p:nvPr/>
        </p:nvSpPr>
        <p:spPr>
          <a:xfrm>
            <a:off x="7535775" y="1835825"/>
            <a:ext cx="882000" cy="8820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6"/>
          <p:cNvSpPr/>
          <p:nvPr/>
        </p:nvSpPr>
        <p:spPr>
          <a:xfrm>
            <a:off x="2988975" y="3189125"/>
            <a:ext cx="882000" cy="8820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3" name="Google Shape;1493;p56"/>
          <p:cNvGrpSpPr/>
          <p:nvPr/>
        </p:nvGrpSpPr>
        <p:grpSpPr>
          <a:xfrm>
            <a:off x="7819500" y="2078585"/>
            <a:ext cx="314539" cy="396502"/>
            <a:chOff x="7144274" y="1500214"/>
            <a:chExt cx="282174" cy="355735"/>
          </a:xfrm>
        </p:grpSpPr>
        <p:sp>
          <p:nvSpPr>
            <p:cNvPr id="1494" name="Google Shape;1494;p56"/>
            <p:cNvSpPr/>
            <p:nvPr/>
          </p:nvSpPr>
          <p:spPr>
            <a:xfrm>
              <a:off x="7245745" y="1613375"/>
              <a:ext cx="10613" cy="16252"/>
            </a:xfrm>
            <a:custGeom>
              <a:avLst/>
              <a:gdLst/>
              <a:ahLst/>
              <a:cxnLst/>
              <a:rect l="l" t="t" r="r" b="b"/>
              <a:pathLst>
                <a:path w="335" h="513" extrusionOk="0">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6"/>
            <p:cNvSpPr/>
            <p:nvPr/>
          </p:nvSpPr>
          <p:spPr>
            <a:xfrm>
              <a:off x="7313635" y="1613375"/>
              <a:ext cx="10613" cy="16252"/>
            </a:xfrm>
            <a:custGeom>
              <a:avLst/>
              <a:gdLst/>
              <a:ahLst/>
              <a:cxnLst/>
              <a:rect l="l" t="t" r="r" b="b"/>
              <a:pathLst>
                <a:path w="335" h="513" extrusionOk="0">
                  <a:moveTo>
                    <a:pt x="168" y="0"/>
                  </a:moveTo>
                  <a:cubicBezTo>
                    <a:pt x="72" y="0"/>
                    <a:pt x="1" y="72"/>
                    <a:pt x="1" y="167"/>
                  </a:cubicBezTo>
                  <a:lnTo>
                    <a:pt x="1" y="346"/>
                  </a:lnTo>
                  <a:cubicBezTo>
                    <a:pt x="1" y="429"/>
                    <a:pt x="72" y="512"/>
                    <a:pt x="168" y="512"/>
                  </a:cubicBezTo>
                  <a:cubicBezTo>
                    <a:pt x="251" y="512"/>
                    <a:pt x="334" y="429"/>
                    <a:pt x="334" y="346"/>
                  </a:cubicBezTo>
                  <a:lnTo>
                    <a:pt x="334" y="167"/>
                  </a:lnTo>
                  <a:cubicBezTo>
                    <a:pt x="334" y="72"/>
                    <a:pt x="25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56"/>
            <p:cNvSpPr/>
            <p:nvPr/>
          </p:nvSpPr>
          <p:spPr>
            <a:xfrm>
              <a:off x="7262345" y="1653070"/>
              <a:ext cx="45302" cy="16157"/>
            </a:xfrm>
            <a:custGeom>
              <a:avLst/>
              <a:gdLst/>
              <a:ahLst/>
              <a:cxnLst/>
              <a:rect l="l" t="t" r="r" b="b"/>
              <a:pathLst>
                <a:path w="1430" h="510" extrusionOk="0">
                  <a:moveTo>
                    <a:pt x="184" y="0"/>
                  </a:moveTo>
                  <a:cubicBezTo>
                    <a:pt x="140" y="0"/>
                    <a:pt x="96" y="15"/>
                    <a:pt x="60" y="45"/>
                  </a:cubicBezTo>
                  <a:cubicBezTo>
                    <a:pt x="1" y="105"/>
                    <a:pt x="1" y="212"/>
                    <a:pt x="60" y="283"/>
                  </a:cubicBezTo>
                  <a:cubicBezTo>
                    <a:pt x="203" y="426"/>
                    <a:pt x="441" y="509"/>
                    <a:pt x="715" y="509"/>
                  </a:cubicBezTo>
                  <a:cubicBezTo>
                    <a:pt x="977" y="509"/>
                    <a:pt x="1215" y="414"/>
                    <a:pt x="1370" y="283"/>
                  </a:cubicBezTo>
                  <a:cubicBezTo>
                    <a:pt x="1429" y="212"/>
                    <a:pt x="1429" y="105"/>
                    <a:pt x="1370" y="45"/>
                  </a:cubicBezTo>
                  <a:cubicBezTo>
                    <a:pt x="1340" y="15"/>
                    <a:pt x="1298" y="0"/>
                    <a:pt x="1255" y="0"/>
                  </a:cubicBezTo>
                  <a:cubicBezTo>
                    <a:pt x="1212" y="0"/>
                    <a:pt x="1167" y="15"/>
                    <a:pt x="1132" y="45"/>
                  </a:cubicBezTo>
                  <a:cubicBezTo>
                    <a:pt x="1072" y="105"/>
                    <a:pt x="917" y="176"/>
                    <a:pt x="715" y="176"/>
                  </a:cubicBezTo>
                  <a:cubicBezTo>
                    <a:pt x="501" y="176"/>
                    <a:pt x="358" y="105"/>
                    <a:pt x="298" y="45"/>
                  </a:cubicBezTo>
                  <a:cubicBezTo>
                    <a:pt x="268" y="15"/>
                    <a:pt x="227" y="0"/>
                    <a:pt x="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56"/>
            <p:cNvSpPr/>
            <p:nvPr/>
          </p:nvSpPr>
          <p:spPr>
            <a:xfrm>
              <a:off x="7144274" y="1500214"/>
              <a:ext cx="282174" cy="355735"/>
            </a:xfrm>
            <a:custGeom>
              <a:avLst/>
              <a:gdLst/>
              <a:ahLst/>
              <a:cxnLst/>
              <a:rect l="l" t="t" r="r" b="b"/>
              <a:pathLst>
                <a:path w="8907" h="11229" extrusionOk="0">
                  <a:moveTo>
                    <a:pt x="7299" y="334"/>
                  </a:moveTo>
                  <a:cubicBezTo>
                    <a:pt x="7228" y="1048"/>
                    <a:pt x="6597" y="1608"/>
                    <a:pt x="5871" y="1608"/>
                  </a:cubicBezTo>
                  <a:lnTo>
                    <a:pt x="2656" y="1608"/>
                  </a:lnTo>
                  <a:cubicBezTo>
                    <a:pt x="2561" y="1608"/>
                    <a:pt x="2489" y="1679"/>
                    <a:pt x="2489" y="1775"/>
                  </a:cubicBezTo>
                  <a:cubicBezTo>
                    <a:pt x="2489" y="1858"/>
                    <a:pt x="2561" y="1941"/>
                    <a:pt x="2656" y="1941"/>
                  </a:cubicBezTo>
                  <a:lnTo>
                    <a:pt x="5871" y="1941"/>
                  </a:lnTo>
                  <a:cubicBezTo>
                    <a:pt x="6192" y="1941"/>
                    <a:pt x="6514" y="1846"/>
                    <a:pt x="6776" y="1679"/>
                  </a:cubicBezTo>
                  <a:lnTo>
                    <a:pt x="6776" y="3560"/>
                  </a:lnTo>
                  <a:cubicBezTo>
                    <a:pt x="6776" y="3644"/>
                    <a:pt x="6847" y="3727"/>
                    <a:pt x="6942" y="3727"/>
                  </a:cubicBezTo>
                  <a:lnTo>
                    <a:pt x="7026" y="3727"/>
                  </a:lnTo>
                  <a:cubicBezTo>
                    <a:pt x="7109" y="3727"/>
                    <a:pt x="7180" y="3751"/>
                    <a:pt x="7240" y="3810"/>
                  </a:cubicBezTo>
                  <a:cubicBezTo>
                    <a:pt x="7299" y="3870"/>
                    <a:pt x="7311" y="3941"/>
                    <a:pt x="7311" y="4037"/>
                  </a:cubicBezTo>
                  <a:cubicBezTo>
                    <a:pt x="7299" y="4180"/>
                    <a:pt x="7168" y="4287"/>
                    <a:pt x="7002" y="4287"/>
                  </a:cubicBezTo>
                  <a:lnTo>
                    <a:pt x="6930" y="4287"/>
                  </a:lnTo>
                  <a:lnTo>
                    <a:pt x="6930" y="4275"/>
                  </a:lnTo>
                  <a:cubicBezTo>
                    <a:pt x="6930" y="4180"/>
                    <a:pt x="6847" y="4108"/>
                    <a:pt x="6764" y="4108"/>
                  </a:cubicBezTo>
                  <a:cubicBezTo>
                    <a:pt x="6668" y="4108"/>
                    <a:pt x="6597" y="4180"/>
                    <a:pt x="6597" y="4275"/>
                  </a:cubicBezTo>
                  <a:cubicBezTo>
                    <a:pt x="6597" y="5465"/>
                    <a:pt x="5633" y="6430"/>
                    <a:pt x="4442" y="6430"/>
                  </a:cubicBezTo>
                  <a:cubicBezTo>
                    <a:pt x="3251" y="6430"/>
                    <a:pt x="2287" y="5465"/>
                    <a:pt x="2287" y="4275"/>
                  </a:cubicBezTo>
                  <a:cubicBezTo>
                    <a:pt x="2287" y="4180"/>
                    <a:pt x="2204" y="4108"/>
                    <a:pt x="2120" y="4108"/>
                  </a:cubicBezTo>
                  <a:cubicBezTo>
                    <a:pt x="2025" y="4108"/>
                    <a:pt x="1954" y="4180"/>
                    <a:pt x="1954" y="4275"/>
                  </a:cubicBezTo>
                  <a:lnTo>
                    <a:pt x="1954" y="4287"/>
                  </a:lnTo>
                  <a:lnTo>
                    <a:pt x="1846" y="4287"/>
                  </a:lnTo>
                  <a:cubicBezTo>
                    <a:pt x="1775" y="4287"/>
                    <a:pt x="1704" y="4263"/>
                    <a:pt x="1644" y="4203"/>
                  </a:cubicBezTo>
                  <a:cubicBezTo>
                    <a:pt x="1584" y="4144"/>
                    <a:pt x="1573" y="4061"/>
                    <a:pt x="1573" y="3977"/>
                  </a:cubicBezTo>
                  <a:cubicBezTo>
                    <a:pt x="1584" y="3822"/>
                    <a:pt x="1715" y="3727"/>
                    <a:pt x="1882" y="3727"/>
                  </a:cubicBezTo>
                  <a:lnTo>
                    <a:pt x="1942" y="3727"/>
                  </a:lnTo>
                  <a:cubicBezTo>
                    <a:pt x="2025" y="3727"/>
                    <a:pt x="2108" y="3644"/>
                    <a:pt x="2108" y="3560"/>
                  </a:cubicBezTo>
                  <a:lnTo>
                    <a:pt x="2108" y="1775"/>
                  </a:lnTo>
                  <a:cubicBezTo>
                    <a:pt x="2108" y="989"/>
                    <a:pt x="2739" y="334"/>
                    <a:pt x="3549" y="334"/>
                  </a:cubicBezTo>
                  <a:close/>
                  <a:moveTo>
                    <a:pt x="3025" y="6763"/>
                  </a:moveTo>
                  <a:lnTo>
                    <a:pt x="3025" y="7085"/>
                  </a:lnTo>
                  <a:cubicBezTo>
                    <a:pt x="3025" y="7239"/>
                    <a:pt x="2918" y="7382"/>
                    <a:pt x="2787" y="7430"/>
                  </a:cubicBezTo>
                  <a:lnTo>
                    <a:pt x="2406" y="7180"/>
                  </a:lnTo>
                  <a:cubicBezTo>
                    <a:pt x="2299" y="7097"/>
                    <a:pt x="2287" y="7001"/>
                    <a:pt x="2311" y="6918"/>
                  </a:cubicBezTo>
                  <a:cubicBezTo>
                    <a:pt x="2346" y="6847"/>
                    <a:pt x="2406" y="6763"/>
                    <a:pt x="2537" y="6763"/>
                  </a:cubicBezTo>
                  <a:close/>
                  <a:moveTo>
                    <a:pt x="6359" y="6763"/>
                  </a:moveTo>
                  <a:cubicBezTo>
                    <a:pt x="6478" y="6763"/>
                    <a:pt x="6549" y="6847"/>
                    <a:pt x="6585" y="6918"/>
                  </a:cubicBezTo>
                  <a:cubicBezTo>
                    <a:pt x="6609" y="7001"/>
                    <a:pt x="6597" y="7120"/>
                    <a:pt x="6490" y="7180"/>
                  </a:cubicBezTo>
                  <a:lnTo>
                    <a:pt x="6109" y="7430"/>
                  </a:lnTo>
                  <a:cubicBezTo>
                    <a:pt x="5954" y="7382"/>
                    <a:pt x="5859" y="7239"/>
                    <a:pt x="5859" y="7085"/>
                  </a:cubicBezTo>
                  <a:lnTo>
                    <a:pt x="5859" y="6763"/>
                  </a:lnTo>
                  <a:close/>
                  <a:moveTo>
                    <a:pt x="6371" y="6216"/>
                  </a:moveTo>
                  <a:cubicBezTo>
                    <a:pt x="6883" y="6216"/>
                    <a:pt x="7276" y="6620"/>
                    <a:pt x="7276" y="7132"/>
                  </a:cubicBezTo>
                  <a:cubicBezTo>
                    <a:pt x="7311" y="8156"/>
                    <a:pt x="6514" y="9025"/>
                    <a:pt x="5502" y="9097"/>
                  </a:cubicBezTo>
                  <a:lnTo>
                    <a:pt x="5502" y="8918"/>
                  </a:lnTo>
                  <a:cubicBezTo>
                    <a:pt x="5502" y="8823"/>
                    <a:pt x="5418" y="8752"/>
                    <a:pt x="5335" y="8752"/>
                  </a:cubicBezTo>
                  <a:cubicBezTo>
                    <a:pt x="5240" y="8752"/>
                    <a:pt x="5168" y="8823"/>
                    <a:pt x="5168" y="8918"/>
                  </a:cubicBezTo>
                  <a:lnTo>
                    <a:pt x="5168" y="9109"/>
                  </a:lnTo>
                  <a:lnTo>
                    <a:pt x="3716" y="9109"/>
                  </a:lnTo>
                  <a:lnTo>
                    <a:pt x="3716" y="8918"/>
                  </a:lnTo>
                  <a:cubicBezTo>
                    <a:pt x="3716" y="8823"/>
                    <a:pt x="3632" y="8752"/>
                    <a:pt x="3549" y="8752"/>
                  </a:cubicBezTo>
                  <a:cubicBezTo>
                    <a:pt x="3454" y="8752"/>
                    <a:pt x="3382" y="8823"/>
                    <a:pt x="3382" y="8918"/>
                  </a:cubicBezTo>
                  <a:lnTo>
                    <a:pt x="3382" y="9097"/>
                  </a:lnTo>
                  <a:cubicBezTo>
                    <a:pt x="2370" y="9002"/>
                    <a:pt x="1573" y="8156"/>
                    <a:pt x="1573" y="7132"/>
                  </a:cubicBezTo>
                  <a:cubicBezTo>
                    <a:pt x="1573" y="6620"/>
                    <a:pt x="1965" y="6227"/>
                    <a:pt x="2477" y="6227"/>
                  </a:cubicBezTo>
                  <a:lnTo>
                    <a:pt x="2906" y="6227"/>
                  </a:lnTo>
                  <a:cubicBezTo>
                    <a:pt x="2954" y="6251"/>
                    <a:pt x="3001" y="6287"/>
                    <a:pt x="3025" y="6311"/>
                  </a:cubicBezTo>
                  <a:lnTo>
                    <a:pt x="3025" y="6430"/>
                  </a:lnTo>
                  <a:lnTo>
                    <a:pt x="2525" y="6430"/>
                  </a:lnTo>
                  <a:cubicBezTo>
                    <a:pt x="2263" y="6430"/>
                    <a:pt x="2061" y="6585"/>
                    <a:pt x="1989" y="6835"/>
                  </a:cubicBezTo>
                  <a:cubicBezTo>
                    <a:pt x="1906" y="7085"/>
                    <a:pt x="2001" y="7323"/>
                    <a:pt x="2204" y="7454"/>
                  </a:cubicBezTo>
                  <a:lnTo>
                    <a:pt x="4037" y="8680"/>
                  </a:lnTo>
                  <a:cubicBezTo>
                    <a:pt x="4156" y="8752"/>
                    <a:pt x="4287" y="8799"/>
                    <a:pt x="4430" y="8799"/>
                  </a:cubicBezTo>
                  <a:cubicBezTo>
                    <a:pt x="4561" y="8799"/>
                    <a:pt x="4692" y="8752"/>
                    <a:pt x="4811" y="8680"/>
                  </a:cubicBezTo>
                  <a:lnTo>
                    <a:pt x="5228" y="8394"/>
                  </a:lnTo>
                  <a:cubicBezTo>
                    <a:pt x="5299" y="8347"/>
                    <a:pt x="5323" y="8252"/>
                    <a:pt x="5275" y="8168"/>
                  </a:cubicBezTo>
                  <a:cubicBezTo>
                    <a:pt x="5247" y="8125"/>
                    <a:pt x="5197" y="8104"/>
                    <a:pt x="5146" y="8104"/>
                  </a:cubicBezTo>
                  <a:cubicBezTo>
                    <a:pt x="5112" y="8104"/>
                    <a:pt x="5078" y="8113"/>
                    <a:pt x="5049" y="8132"/>
                  </a:cubicBezTo>
                  <a:lnTo>
                    <a:pt x="4632" y="8406"/>
                  </a:lnTo>
                  <a:cubicBezTo>
                    <a:pt x="4573" y="8454"/>
                    <a:pt x="4501" y="8478"/>
                    <a:pt x="4429" y="8478"/>
                  </a:cubicBezTo>
                  <a:cubicBezTo>
                    <a:pt x="4356" y="8478"/>
                    <a:pt x="4281" y="8454"/>
                    <a:pt x="4216" y="8406"/>
                  </a:cubicBezTo>
                  <a:lnTo>
                    <a:pt x="3073" y="7656"/>
                  </a:lnTo>
                  <a:cubicBezTo>
                    <a:pt x="3239" y="7513"/>
                    <a:pt x="3335" y="7323"/>
                    <a:pt x="3335" y="7097"/>
                  </a:cubicBezTo>
                  <a:lnTo>
                    <a:pt x="3335" y="6525"/>
                  </a:lnTo>
                  <a:cubicBezTo>
                    <a:pt x="3668" y="6680"/>
                    <a:pt x="4037" y="6775"/>
                    <a:pt x="4430" y="6775"/>
                  </a:cubicBezTo>
                  <a:cubicBezTo>
                    <a:pt x="4811" y="6775"/>
                    <a:pt x="5180" y="6680"/>
                    <a:pt x="5514" y="6525"/>
                  </a:cubicBezTo>
                  <a:lnTo>
                    <a:pt x="5514" y="7097"/>
                  </a:lnTo>
                  <a:cubicBezTo>
                    <a:pt x="5514" y="7323"/>
                    <a:pt x="5621" y="7513"/>
                    <a:pt x="5775" y="7656"/>
                  </a:cubicBezTo>
                  <a:lnTo>
                    <a:pt x="5668" y="7728"/>
                  </a:lnTo>
                  <a:cubicBezTo>
                    <a:pt x="5597" y="7775"/>
                    <a:pt x="5585" y="7871"/>
                    <a:pt x="5633" y="7954"/>
                  </a:cubicBezTo>
                  <a:cubicBezTo>
                    <a:pt x="5656" y="7990"/>
                    <a:pt x="5716" y="8025"/>
                    <a:pt x="5764" y="8025"/>
                  </a:cubicBezTo>
                  <a:cubicBezTo>
                    <a:pt x="5799" y="8025"/>
                    <a:pt x="5823" y="8001"/>
                    <a:pt x="5847" y="7990"/>
                  </a:cubicBezTo>
                  <a:lnTo>
                    <a:pt x="6645" y="7454"/>
                  </a:lnTo>
                  <a:cubicBezTo>
                    <a:pt x="6847" y="7323"/>
                    <a:pt x="6942" y="7073"/>
                    <a:pt x="6859" y="6835"/>
                  </a:cubicBezTo>
                  <a:cubicBezTo>
                    <a:pt x="6787" y="6597"/>
                    <a:pt x="6585" y="6430"/>
                    <a:pt x="6323" y="6430"/>
                  </a:cubicBezTo>
                  <a:lnTo>
                    <a:pt x="5823" y="6430"/>
                  </a:lnTo>
                  <a:lnTo>
                    <a:pt x="5823" y="6311"/>
                  </a:lnTo>
                  <a:cubicBezTo>
                    <a:pt x="5871" y="6287"/>
                    <a:pt x="5906" y="6251"/>
                    <a:pt x="5942" y="6216"/>
                  </a:cubicBezTo>
                  <a:close/>
                  <a:moveTo>
                    <a:pt x="3561" y="0"/>
                  </a:moveTo>
                  <a:cubicBezTo>
                    <a:pt x="2585" y="0"/>
                    <a:pt x="1787" y="786"/>
                    <a:pt x="1787" y="1775"/>
                  </a:cubicBezTo>
                  <a:lnTo>
                    <a:pt x="1787" y="3394"/>
                  </a:lnTo>
                  <a:cubicBezTo>
                    <a:pt x="1513" y="3441"/>
                    <a:pt x="1287" y="3668"/>
                    <a:pt x="1251" y="3930"/>
                  </a:cubicBezTo>
                  <a:cubicBezTo>
                    <a:pt x="1239" y="4108"/>
                    <a:pt x="1299" y="4275"/>
                    <a:pt x="1406" y="4406"/>
                  </a:cubicBezTo>
                  <a:cubicBezTo>
                    <a:pt x="1525" y="4537"/>
                    <a:pt x="1692" y="4608"/>
                    <a:pt x="1846" y="4608"/>
                  </a:cubicBezTo>
                  <a:lnTo>
                    <a:pt x="1989" y="4608"/>
                  </a:lnTo>
                  <a:cubicBezTo>
                    <a:pt x="2061" y="5108"/>
                    <a:pt x="2251" y="5537"/>
                    <a:pt x="2561" y="5894"/>
                  </a:cubicBezTo>
                  <a:lnTo>
                    <a:pt x="2489" y="5894"/>
                  </a:lnTo>
                  <a:cubicBezTo>
                    <a:pt x="1811" y="5894"/>
                    <a:pt x="1251" y="6442"/>
                    <a:pt x="1251" y="7132"/>
                  </a:cubicBezTo>
                  <a:cubicBezTo>
                    <a:pt x="1251" y="7382"/>
                    <a:pt x="1299" y="7620"/>
                    <a:pt x="1370" y="7859"/>
                  </a:cubicBezTo>
                  <a:lnTo>
                    <a:pt x="894" y="7990"/>
                  </a:lnTo>
                  <a:cubicBezTo>
                    <a:pt x="382" y="8144"/>
                    <a:pt x="1" y="8633"/>
                    <a:pt x="1" y="9180"/>
                  </a:cubicBezTo>
                  <a:lnTo>
                    <a:pt x="1" y="11061"/>
                  </a:lnTo>
                  <a:cubicBezTo>
                    <a:pt x="1" y="11145"/>
                    <a:pt x="84" y="11228"/>
                    <a:pt x="168" y="11228"/>
                  </a:cubicBezTo>
                  <a:cubicBezTo>
                    <a:pt x="263" y="11228"/>
                    <a:pt x="334" y="11145"/>
                    <a:pt x="334" y="11061"/>
                  </a:cubicBezTo>
                  <a:lnTo>
                    <a:pt x="334" y="9180"/>
                  </a:lnTo>
                  <a:cubicBezTo>
                    <a:pt x="334" y="8775"/>
                    <a:pt x="596" y="8418"/>
                    <a:pt x="989" y="8323"/>
                  </a:cubicBezTo>
                  <a:lnTo>
                    <a:pt x="1489" y="8168"/>
                  </a:lnTo>
                  <a:cubicBezTo>
                    <a:pt x="1846" y="8883"/>
                    <a:pt x="2561" y="9371"/>
                    <a:pt x="3394" y="9430"/>
                  </a:cubicBezTo>
                  <a:lnTo>
                    <a:pt x="3394" y="11061"/>
                  </a:lnTo>
                  <a:cubicBezTo>
                    <a:pt x="3394" y="11145"/>
                    <a:pt x="3478" y="11216"/>
                    <a:pt x="3561" y="11216"/>
                  </a:cubicBezTo>
                  <a:cubicBezTo>
                    <a:pt x="3656" y="11216"/>
                    <a:pt x="3728" y="11145"/>
                    <a:pt x="3728" y="11061"/>
                  </a:cubicBezTo>
                  <a:lnTo>
                    <a:pt x="3728" y="9430"/>
                  </a:lnTo>
                  <a:lnTo>
                    <a:pt x="5180" y="9430"/>
                  </a:lnTo>
                  <a:lnTo>
                    <a:pt x="5180" y="11061"/>
                  </a:lnTo>
                  <a:cubicBezTo>
                    <a:pt x="5180" y="11145"/>
                    <a:pt x="5263" y="11216"/>
                    <a:pt x="5347" y="11216"/>
                  </a:cubicBezTo>
                  <a:cubicBezTo>
                    <a:pt x="5430" y="11216"/>
                    <a:pt x="5514" y="11145"/>
                    <a:pt x="5514" y="11061"/>
                  </a:cubicBezTo>
                  <a:lnTo>
                    <a:pt x="5514" y="9430"/>
                  </a:lnTo>
                  <a:cubicBezTo>
                    <a:pt x="6347" y="9371"/>
                    <a:pt x="7061" y="8871"/>
                    <a:pt x="7419" y="8168"/>
                  </a:cubicBezTo>
                  <a:lnTo>
                    <a:pt x="7919" y="8323"/>
                  </a:lnTo>
                  <a:cubicBezTo>
                    <a:pt x="8311" y="8442"/>
                    <a:pt x="8573" y="8799"/>
                    <a:pt x="8573" y="9180"/>
                  </a:cubicBezTo>
                  <a:lnTo>
                    <a:pt x="8573" y="11061"/>
                  </a:lnTo>
                  <a:cubicBezTo>
                    <a:pt x="8573" y="11145"/>
                    <a:pt x="8657" y="11228"/>
                    <a:pt x="8740" y="11228"/>
                  </a:cubicBezTo>
                  <a:cubicBezTo>
                    <a:pt x="8823" y="11228"/>
                    <a:pt x="8907" y="11145"/>
                    <a:pt x="8907" y="11061"/>
                  </a:cubicBezTo>
                  <a:lnTo>
                    <a:pt x="8907" y="9180"/>
                  </a:lnTo>
                  <a:cubicBezTo>
                    <a:pt x="8895" y="8633"/>
                    <a:pt x="8514" y="8144"/>
                    <a:pt x="8002" y="7990"/>
                  </a:cubicBezTo>
                  <a:lnTo>
                    <a:pt x="7526" y="7859"/>
                  </a:lnTo>
                  <a:cubicBezTo>
                    <a:pt x="7597" y="7632"/>
                    <a:pt x="7645" y="7382"/>
                    <a:pt x="7645" y="7132"/>
                  </a:cubicBezTo>
                  <a:cubicBezTo>
                    <a:pt x="7645" y="6442"/>
                    <a:pt x="7085" y="5894"/>
                    <a:pt x="6406" y="5894"/>
                  </a:cubicBezTo>
                  <a:lnTo>
                    <a:pt x="6311" y="5894"/>
                  </a:lnTo>
                  <a:cubicBezTo>
                    <a:pt x="6609" y="5537"/>
                    <a:pt x="6823" y="5108"/>
                    <a:pt x="6895" y="4620"/>
                  </a:cubicBezTo>
                  <a:lnTo>
                    <a:pt x="7002" y="4620"/>
                  </a:lnTo>
                  <a:cubicBezTo>
                    <a:pt x="7323" y="4620"/>
                    <a:pt x="7597" y="4382"/>
                    <a:pt x="7645" y="4061"/>
                  </a:cubicBezTo>
                  <a:cubicBezTo>
                    <a:pt x="7657" y="3882"/>
                    <a:pt x="7597" y="3727"/>
                    <a:pt x="7490" y="3584"/>
                  </a:cubicBezTo>
                  <a:cubicBezTo>
                    <a:pt x="7383" y="3489"/>
                    <a:pt x="7252" y="3406"/>
                    <a:pt x="7121" y="3394"/>
                  </a:cubicBezTo>
                  <a:lnTo>
                    <a:pt x="7121" y="1429"/>
                  </a:lnTo>
                  <a:cubicBezTo>
                    <a:pt x="7442" y="1108"/>
                    <a:pt x="7657" y="655"/>
                    <a:pt x="7657" y="167"/>
                  </a:cubicBezTo>
                  <a:cubicBezTo>
                    <a:pt x="7657" y="72"/>
                    <a:pt x="7585" y="0"/>
                    <a:pt x="7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56"/>
            <p:cNvSpPr/>
            <p:nvPr/>
          </p:nvSpPr>
          <p:spPr>
            <a:xfrm>
              <a:off x="7239726" y="1594081"/>
              <a:ext cx="22651" cy="12165"/>
            </a:xfrm>
            <a:custGeom>
              <a:avLst/>
              <a:gdLst/>
              <a:ahLst/>
              <a:cxnLst/>
              <a:rect l="l" t="t" r="r" b="b"/>
              <a:pathLst>
                <a:path w="715" h="384" extrusionOk="0">
                  <a:moveTo>
                    <a:pt x="524" y="1"/>
                  </a:moveTo>
                  <a:cubicBezTo>
                    <a:pt x="517" y="1"/>
                    <a:pt x="508" y="1"/>
                    <a:pt x="500" y="2"/>
                  </a:cubicBezTo>
                  <a:lnTo>
                    <a:pt x="143" y="62"/>
                  </a:lnTo>
                  <a:cubicBezTo>
                    <a:pt x="60" y="74"/>
                    <a:pt x="0" y="169"/>
                    <a:pt x="12" y="252"/>
                  </a:cubicBezTo>
                  <a:cubicBezTo>
                    <a:pt x="24" y="324"/>
                    <a:pt x="95" y="383"/>
                    <a:pt x="179" y="383"/>
                  </a:cubicBezTo>
                  <a:lnTo>
                    <a:pt x="203" y="383"/>
                  </a:lnTo>
                  <a:lnTo>
                    <a:pt x="560" y="324"/>
                  </a:lnTo>
                  <a:cubicBezTo>
                    <a:pt x="655" y="312"/>
                    <a:pt x="715" y="228"/>
                    <a:pt x="703" y="133"/>
                  </a:cubicBezTo>
                  <a:cubicBezTo>
                    <a:pt x="681" y="57"/>
                    <a:pt x="609" y="1"/>
                    <a:pt x="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6"/>
            <p:cNvSpPr/>
            <p:nvPr/>
          </p:nvSpPr>
          <p:spPr>
            <a:xfrm>
              <a:off x="7307616" y="1594462"/>
              <a:ext cx="22651" cy="12514"/>
            </a:xfrm>
            <a:custGeom>
              <a:avLst/>
              <a:gdLst/>
              <a:ahLst/>
              <a:cxnLst/>
              <a:rect l="l" t="t" r="r" b="b"/>
              <a:pathLst>
                <a:path w="715" h="395" extrusionOk="0">
                  <a:moveTo>
                    <a:pt x="181" y="1"/>
                  </a:moveTo>
                  <a:cubicBezTo>
                    <a:pt x="104" y="1"/>
                    <a:pt x="23" y="57"/>
                    <a:pt x="12" y="133"/>
                  </a:cubicBezTo>
                  <a:cubicBezTo>
                    <a:pt x="0" y="228"/>
                    <a:pt x="60" y="312"/>
                    <a:pt x="143" y="335"/>
                  </a:cubicBezTo>
                  <a:lnTo>
                    <a:pt x="500" y="395"/>
                  </a:lnTo>
                  <a:lnTo>
                    <a:pt x="536" y="395"/>
                  </a:lnTo>
                  <a:cubicBezTo>
                    <a:pt x="608" y="395"/>
                    <a:pt x="679" y="335"/>
                    <a:pt x="703" y="252"/>
                  </a:cubicBezTo>
                  <a:cubicBezTo>
                    <a:pt x="715" y="169"/>
                    <a:pt x="655" y="73"/>
                    <a:pt x="560" y="62"/>
                  </a:cubicBezTo>
                  <a:lnTo>
                    <a:pt x="203" y="2"/>
                  </a:lnTo>
                  <a:cubicBezTo>
                    <a:pt x="196" y="1"/>
                    <a:pt x="188"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0" name="Google Shape;1500;p56"/>
          <p:cNvGrpSpPr/>
          <p:nvPr/>
        </p:nvGrpSpPr>
        <p:grpSpPr>
          <a:xfrm>
            <a:off x="981993" y="1513172"/>
            <a:ext cx="370476" cy="395654"/>
            <a:chOff x="5289631" y="1500214"/>
            <a:chExt cx="332355" cy="354974"/>
          </a:xfrm>
        </p:grpSpPr>
        <p:sp>
          <p:nvSpPr>
            <p:cNvPr id="1501" name="Google Shape;1501;p56"/>
            <p:cNvSpPr/>
            <p:nvPr/>
          </p:nvSpPr>
          <p:spPr>
            <a:xfrm>
              <a:off x="5432603" y="1667040"/>
              <a:ext cx="45651" cy="16157"/>
            </a:xfrm>
            <a:custGeom>
              <a:avLst/>
              <a:gdLst/>
              <a:ahLst/>
              <a:cxnLst/>
              <a:rect l="l" t="t" r="r" b="b"/>
              <a:pathLst>
                <a:path w="1441" h="510" extrusionOk="0">
                  <a:moveTo>
                    <a:pt x="183" y="0"/>
                  </a:moveTo>
                  <a:cubicBezTo>
                    <a:pt x="140" y="0"/>
                    <a:pt x="96" y="15"/>
                    <a:pt x="60" y="45"/>
                  </a:cubicBezTo>
                  <a:cubicBezTo>
                    <a:pt x="0" y="104"/>
                    <a:pt x="0" y="211"/>
                    <a:pt x="60" y="283"/>
                  </a:cubicBezTo>
                  <a:cubicBezTo>
                    <a:pt x="203" y="426"/>
                    <a:pt x="441" y="509"/>
                    <a:pt x="691" y="509"/>
                  </a:cubicBezTo>
                  <a:cubicBezTo>
                    <a:pt x="965" y="509"/>
                    <a:pt x="1203" y="426"/>
                    <a:pt x="1334" y="283"/>
                  </a:cubicBezTo>
                  <a:cubicBezTo>
                    <a:pt x="1441" y="223"/>
                    <a:pt x="1441" y="128"/>
                    <a:pt x="1370" y="45"/>
                  </a:cubicBezTo>
                  <a:cubicBezTo>
                    <a:pt x="1334" y="15"/>
                    <a:pt x="1292" y="0"/>
                    <a:pt x="1251" y="0"/>
                  </a:cubicBezTo>
                  <a:cubicBezTo>
                    <a:pt x="1209" y="0"/>
                    <a:pt x="1167" y="15"/>
                    <a:pt x="1131" y="45"/>
                  </a:cubicBezTo>
                  <a:cubicBezTo>
                    <a:pt x="1072" y="104"/>
                    <a:pt x="917" y="188"/>
                    <a:pt x="715" y="188"/>
                  </a:cubicBezTo>
                  <a:cubicBezTo>
                    <a:pt x="500" y="188"/>
                    <a:pt x="358" y="104"/>
                    <a:pt x="298" y="45"/>
                  </a:cubicBezTo>
                  <a:cubicBezTo>
                    <a:pt x="268" y="15"/>
                    <a:pt x="227"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6"/>
            <p:cNvSpPr/>
            <p:nvPr/>
          </p:nvSpPr>
          <p:spPr>
            <a:xfrm>
              <a:off x="5416763" y="1628074"/>
              <a:ext cx="10581" cy="15872"/>
            </a:xfrm>
            <a:custGeom>
              <a:avLst/>
              <a:gdLst/>
              <a:ahLst/>
              <a:cxnLst/>
              <a:rect l="l" t="t" r="r" b="b"/>
              <a:pathLst>
                <a:path w="334" h="501" extrusionOk="0">
                  <a:moveTo>
                    <a:pt x="167" y="1"/>
                  </a:moveTo>
                  <a:cubicBezTo>
                    <a:pt x="84" y="1"/>
                    <a:pt x="0" y="72"/>
                    <a:pt x="0" y="167"/>
                  </a:cubicBezTo>
                  <a:lnTo>
                    <a:pt x="0" y="346"/>
                  </a:lnTo>
                  <a:cubicBezTo>
                    <a:pt x="0" y="429"/>
                    <a:pt x="84" y="501"/>
                    <a:pt x="167" y="501"/>
                  </a:cubicBezTo>
                  <a:cubicBezTo>
                    <a:pt x="262" y="501"/>
                    <a:pt x="334" y="429"/>
                    <a:pt x="334" y="346"/>
                  </a:cubicBezTo>
                  <a:lnTo>
                    <a:pt x="334" y="167"/>
                  </a:lnTo>
                  <a:cubicBezTo>
                    <a:pt x="334" y="72"/>
                    <a:pt x="262"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6"/>
            <p:cNvSpPr/>
            <p:nvPr/>
          </p:nvSpPr>
          <p:spPr>
            <a:xfrm>
              <a:off x="5483893" y="1628074"/>
              <a:ext cx="10233" cy="15872"/>
            </a:xfrm>
            <a:custGeom>
              <a:avLst/>
              <a:gdLst/>
              <a:ahLst/>
              <a:cxnLst/>
              <a:rect l="l" t="t" r="r" b="b"/>
              <a:pathLst>
                <a:path w="323" h="501" extrusionOk="0">
                  <a:moveTo>
                    <a:pt x="155" y="1"/>
                  </a:moveTo>
                  <a:cubicBezTo>
                    <a:pt x="72" y="1"/>
                    <a:pt x="1" y="72"/>
                    <a:pt x="1" y="167"/>
                  </a:cubicBezTo>
                  <a:lnTo>
                    <a:pt x="1" y="346"/>
                  </a:lnTo>
                  <a:cubicBezTo>
                    <a:pt x="1" y="429"/>
                    <a:pt x="72" y="501"/>
                    <a:pt x="155" y="501"/>
                  </a:cubicBezTo>
                  <a:cubicBezTo>
                    <a:pt x="251" y="501"/>
                    <a:pt x="322" y="429"/>
                    <a:pt x="322" y="346"/>
                  </a:cubicBezTo>
                  <a:lnTo>
                    <a:pt x="322" y="167"/>
                  </a:lnTo>
                  <a:cubicBezTo>
                    <a:pt x="322" y="72"/>
                    <a:pt x="251"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6"/>
            <p:cNvSpPr/>
            <p:nvPr/>
          </p:nvSpPr>
          <p:spPr>
            <a:xfrm>
              <a:off x="5411093" y="1611474"/>
              <a:ext cx="21923" cy="10613"/>
            </a:xfrm>
            <a:custGeom>
              <a:avLst/>
              <a:gdLst/>
              <a:ahLst/>
              <a:cxnLst/>
              <a:rect l="l" t="t" r="r" b="b"/>
              <a:pathLst>
                <a:path w="692" h="335" extrusionOk="0">
                  <a:moveTo>
                    <a:pt x="167" y="1"/>
                  </a:moveTo>
                  <a:cubicBezTo>
                    <a:pt x="72" y="1"/>
                    <a:pt x="1" y="72"/>
                    <a:pt x="1" y="168"/>
                  </a:cubicBezTo>
                  <a:cubicBezTo>
                    <a:pt x="1" y="251"/>
                    <a:pt x="72" y="334"/>
                    <a:pt x="167" y="334"/>
                  </a:cubicBezTo>
                  <a:lnTo>
                    <a:pt x="525" y="334"/>
                  </a:lnTo>
                  <a:cubicBezTo>
                    <a:pt x="608" y="334"/>
                    <a:pt x="691" y="251"/>
                    <a:pt x="691" y="168"/>
                  </a:cubicBezTo>
                  <a:cubicBezTo>
                    <a:pt x="691" y="72"/>
                    <a:pt x="620" y="1"/>
                    <a:pt x="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56"/>
            <p:cNvSpPr/>
            <p:nvPr/>
          </p:nvSpPr>
          <p:spPr>
            <a:xfrm>
              <a:off x="5478254" y="1611474"/>
              <a:ext cx="21511" cy="10613"/>
            </a:xfrm>
            <a:custGeom>
              <a:avLst/>
              <a:gdLst/>
              <a:ahLst/>
              <a:cxnLst/>
              <a:rect l="l" t="t" r="r" b="b"/>
              <a:pathLst>
                <a:path w="679" h="335" extrusionOk="0">
                  <a:moveTo>
                    <a:pt x="155" y="1"/>
                  </a:moveTo>
                  <a:cubicBezTo>
                    <a:pt x="71" y="1"/>
                    <a:pt x="0" y="72"/>
                    <a:pt x="0" y="168"/>
                  </a:cubicBezTo>
                  <a:cubicBezTo>
                    <a:pt x="0" y="251"/>
                    <a:pt x="71" y="334"/>
                    <a:pt x="155" y="334"/>
                  </a:cubicBezTo>
                  <a:lnTo>
                    <a:pt x="524" y="334"/>
                  </a:lnTo>
                  <a:cubicBezTo>
                    <a:pt x="607" y="334"/>
                    <a:pt x="679" y="251"/>
                    <a:pt x="679" y="168"/>
                  </a:cubicBezTo>
                  <a:cubicBezTo>
                    <a:pt x="679" y="72"/>
                    <a:pt x="607" y="1"/>
                    <a:pt x="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56"/>
            <p:cNvSpPr/>
            <p:nvPr/>
          </p:nvSpPr>
          <p:spPr>
            <a:xfrm>
              <a:off x="5289631" y="1500214"/>
              <a:ext cx="332355" cy="354974"/>
            </a:xfrm>
            <a:custGeom>
              <a:avLst/>
              <a:gdLst/>
              <a:ahLst/>
              <a:cxnLst/>
              <a:rect l="l" t="t" r="r" b="b"/>
              <a:pathLst>
                <a:path w="10491" h="11205" extrusionOk="0">
                  <a:moveTo>
                    <a:pt x="5930" y="322"/>
                  </a:moveTo>
                  <a:cubicBezTo>
                    <a:pt x="6395" y="322"/>
                    <a:pt x="6978" y="596"/>
                    <a:pt x="7347" y="858"/>
                  </a:cubicBezTo>
                  <a:cubicBezTo>
                    <a:pt x="7752" y="1143"/>
                    <a:pt x="8240" y="1655"/>
                    <a:pt x="8335" y="2429"/>
                  </a:cubicBezTo>
                  <a:cubicBezTo>
                    <a:pt x="8395" y="2989"/>
                    <a:pt x="8550" y="3263"/>
                    <a:pt x="8716" y="3513"/>
                  </a:cubicBezTo>
                  <a:cubicBezTo>
                    <a:pt x="8812" y="3680"/>
                    <a:pt x="8895" y="3822"/>
                    <a:pt x="8966" y="4049"/>
                  </a:cubicBezTo>
                  <a:cubicBezTo>
                    <a:pt x="9073" y="4370"/>
                    <a:pt x="9073" y="4632"/>
                    <a:pt x="9073" y="4894"/>
                  </a:cubicBezTo>
                  <a:cubicBezTo>
                    <a:pt x="9073" y="5144"/>
                    <a:pt x="9073" y="5406"/>
                    <a:pt x="9169" y="5715"/>
                  </a:cubicBezTo>
                  <a:cubicBezTo>
                    <a:pt x="9228" y="5918"/>
                    <a:pt x="9300" y="6085"/>
                    <a:pt x="9371" y="6239"/>
                  </a:cubicBezTo>
                  <a:cubicBezTo>
                    <a:pt x="9526" y="6537"/>
                    <a:pt x="9657" y="6799"/>
                    <a:pt x="9645" y="7442"/>
                  </a:cubicBezTo>
                  <a:cubicBezTo>
                    <a:pt x="9621" y="8037"/>
                    <a:pt x="9800" y="8430"/>
                    <a:pt x="9919" y="8740"/>
                  </a:cubicBezTo>
                  <a:cubicBezTo>
                    <a:pt x="10062" y="9049"/>
                    <a:pt x="10145" y="9264"/>
                    <a:pt x="10026" y="9597"/>
                  </a:cubicBezTo>
                  <a:cubicBezTo>
                    <a:pt x="9931" y="9918"/>
                    <a:pt x="9645" y="10133"/>
                    <a:pt x="9454" y="10252"/>
                  </a:cubicBezTo>
                  <a:lnTo>
                    <a:pt x="9454" y="9692"/>
                  </a:lnTo>
                  <a:cubicBezTo>
                    <a:pt x="9454" y="9168"/>
                    <a:pt x="9121" y="8704"/>
                    <a:pt x="8633" y="8549"/>
                  </a:cubicBezTo>
                  <a:lnTo>
                    <a:pt x="6811" y="7906"/>
                  </a:lnTo>
                  <a:cubicBezTo>
                    <a:pt x="6609" y="7835"/>
                    <a:pt x="6454" y="7620"/>
                    <a:pt x="6454" y="7394"/>
                  </a:cubicBezTo>
                  <a:lnTo>
                    <a:pt x="6454" y="6680"/>
                  </a:lnTo>
                  <a:cubicBezTo>
                    <a:pt x="7180" y="6263"/>
                    <a:pt x="7692" y="5465"/>
                    <a:pt x="7692" y="4561"/>
                  </a:cubicBezTo>
                  <a:lnTo>
                    <a:pt x="7692" y="3977"/>
                  </a:lnTo>
                  <a:cubicBezTo>
                    <a:pt x="7704" y="3989"/>
                    <a:pt x="7716" y="3989"/>
                    <a:pt x="7716" y="4001"/>
                  </a:cubicBezTo>
                  <a:cubicBezTo>
                    <a:pt x="8073" y="4263"/>
                    <a:pt x="8300" y="4418"/>
                    <a:pt x="8347" y="4989"/>
                  </a:cubicBezTo>
                  <a:cubicBezTo>
                    <a:pt x="8347" y="5073"/>
                    <a:pt x="8419" y="5132"/>
                    <a:pt x="8514" y="5132"/>
                  </a:cubicBezTo>
                  <a:lnTo>
                    <a:pt x="8526" y="5132"/>
                  </a:lnTo>
                  <a:cubicBezTo>
                    <a:pt x="8609" y="5132"/>
                    <a:pt x="8692" y="5049"/>
                    <a:pt x="8669" y="4953"/>
                  </a:cubicBezTo>
                  <a:cubicBezTo>
                    <a:pt x="8609" y="4239"/>
                    <a:pt x="8276" y="3989"/>
                    <a:pt x="7895" y="3739"/>
                  </a:cubicBezTo>
                  <a:cubicBezTo>
                    <a:pt x="7633" y="3560"/>
                    <a:pt x="7359" y="3370"/>
                    <a:pt x="7121" y="2965"/>
                  </a:cubicBezTo>
                  <a:cubicBezTo>
                    <a:pt x="6728" y="2322"/>
                    <a:pt x="6287" y="2215"/>
                    <a:pt x="5954" y="2132"/>
                  </a:cubicBezTo>
                  <a:cubicBezTo>
                    <a:pt x="5787" y="2084"/>
                    <a:pt x="5633" y="2060"/>
                    <a:pt x="5513" y="1965"/>
                  </a:cubicBezTo>
                  <a:cubicBezTo>
                    <a:pt x="5442" y="1917"/>
                    <a:pt x="5418" y="1834"/>
                    <a:pt x="5418" y="1763"/>
                  </a:cubicBezTo>
                  <a:lnTo>
                    <a:pt x="5418" y="1417"/>
                  </a:lnTo>
                  <a:cubicBezTo>
                    <a:pt x="5418" y="1322"/>
                    <a:pt x="5335" y="1251"/>
                    <a:pt x="5252" y="1251"/>
                  </a:cubicBezTo>
                  <a:cubicBezTo>
                    <a:pt x="5156" y="1251"/>
                    <a:pt x="5085" y="1322"/>
                    <a:pt x="5085" y="1417"/>
                  </a:cubicBezTo>
                  <a:lnTo>
                    <a:pt x="5085" y="1763"/>
                  </a:lnTo>
                  <a:cubicBezTo>
                    <a:pt x="5085" y="1846"/>
                    <a:pt x="5037" y="1917"/>
                    <a:pt x="4978" y="1965"/>
                  </a:cubicBezTo>
                  <a:cubicBezTo>
                    <a:pt x="4859" y="2060"/>
                    <a:pt x="4716" y="2084"/>
                    <a:pt x="4549" y="2132"/>
                  </a:cubicBezTo>
                  <a:cubicBezTo>
                    <a:pt x="4204" y="2215"/>
                    <a:pt x="3763" y="2322"/>
                    <a:pt x="3370" y="2965"/>
                  </a:cubicBezTo>
                  <a:cubicBezTo>
                    <a:pt x="3120" y="3370"/>
                    <a:pt x="2858" y="3549"/>
                    <a:pt x="2596" y="3739"/>
                  </a:cubicBezTo>
                  <a:cubicBezTo>
                    <a:pt x="2227" y="3989"/>
                    <a:pt x="1882" y="4239"/>
                    <a:pt x="1823" y="4953"/>
                  </a:cubicBezTo>
                  <a:cubicBezTo>
                    <a:pt x="1823" y="5049"/>
                    <a:pt x="1882" y="5120"/>
                    <a:pt x="1977" y="5132"/>
                  </a:cubicBezTo>
                  <a:cubicBezTo>
                    <a:pt x="2061" y="5132"/>
                    <a:pt x="2144" y="5073"/>
                    <a:pt x="2156" y="4989"/>
                  </a:cubicBezTo>
                  <a:cubicBezTo>
                    <a:pt x="2204" y="4418"/>
                    <a:pt x="2442" y="4263"/>
                    <a:pt x="2775" y="4001"/>
                  </a:cubicBezTo>
                  <a:cubicBezTo>
                    <a:pt x="3049" y="3822"/>
                    <a:pt x="3358" y="3584"/>
                    <a:pt x="3644" y="3144"/>
                  </a:cubicBezTo>
                  <a:cubicBezTo>
                    <a:pt x="3966" y="2620"/>
                    <a:pt x="4287" y="2525"/>
                    <a:pt x="4621" y="2453"/>
                  </a:cubicBezTo>
                  <a:cubicBezTo>
                    <a:pt x="4835" y="2394"/>
                    <a:pt x="5061" y="2346"/>
                    <a:pt x="5263" y="2179"/>
                  </a:cubicBezTo>
                  <a:cubicBezTo>
                    <a:pt x="5454" y="2346"/>
                    <a:pt x="5680" y="2394"/>
                    <a:pt x="5906" y="2453"/>
                  </a:cubicBezTo>
                  <a:cubicBezTo>
                    <a:pt x="6252" y="2548"/>
                    <a:pt x="6561" y="2620"/>
                    <a:pt x="6883" y="3144"/>
                  </a:cubicBezTo>
                  <a:cubicBezTo>
                    <a:pt x="7049" y="3394"/>
                    <a:pt x="7216" y="3584"/>
                    <a:pt x="7395" y="3715"/>
                  </a:cubicBezTo>
                  <a:lnTo>
                    <a:pt x="7395" y="4525"/>
                  </a:lnTo>
                  <a:cubicBezTo>
                    <a:pt x="7395" y="5680"/>
                    <a:pt x="6454" y="6656"/>
                    <a:pt x="5299" y="6668"/>
                  </a:cubicBezTo>
                  <a:cubicBezTo>
                    <a:pt x="5292" y="6668"/>
                    <a:pt x="5285" y="6668"/>
                    <a:pt x="5277" y="6668"/>
                  </a:cubicBezTo>
                  <a:cubicBezTo>
                    <a:pt x="4109" y="6668"/>
                    <a:pt x="3156" y="5720"/>
                    <a:pt x="3156" y="4549"/>
                  </a:cubicBezTo>
                  <a:lnTo>
                    <a:pt x="3156" y="4489"/>
                  </a:lnTo>
                  <a:cubicBezTo>
                    <a:pt x="3156" y="4406"/>
                    <a:pt x="3073" y="4334"/>
                    <a:pt x="2989" y="4334"/>
                  </a:cubicBezTo>
                  <a:cubicBezTo>
                    <a:pt x="2894" y="4334"/>
                    <a:pt x="2823" y="4406"/>
                    <a:pt x="2823" y="4489"/>
                  </a:cubicBezTo>
                  <a:lnTo>
                    <a:pt x="2823" y="4549"/>
                  </a:lnTo>
                  <a:cubicBezTo>
                    <a:pt x="2823" y="5465"/>
                    <a:pt x="3311" y="6251"/>
                    <a:pt x="4061" y="6680"/>
                  </a:cubicBezTo>
                  <a:lnTo>
                    <a:pt x="4061" y="7394"/>
                  </a:lnTo>
                  <a:cubicBezTo>
                    <a:pt x="4061" y="7620"/>
                    <a:pt x="3906" y="7823"/>
                    <a:pt x="3704" y="7906"/>
                  </a:cubicBezTo>
                  <a:lnTo>
                    <a:pt x="1882" y="8537"/>
                  </a:lnTo>
                  <a:cubicBezTo>
                    <a:pt x="1394" y="8716"/>
                    <a:pt x="1072" y="9180"/>
                    <a:pt x="1072" y="9692"/>
                  </a:cubicBezTo>
                  <a:lnTo>
                    <a:pt x="1072" y="10252"/>
                  </a:lnTo>
                  <a:cubicBezTo>
                    <a:pt x="858" y="10133"/>
                    <a:pt x="596" y="9906"/>
                    <a:pt x="489" y="9597"/>
                  </a:cubicBezTo>
                  <a:cubicBezTo>
                    <a:pt x="370" y="9252"/>
                    <a:pt x="453" y="9049"/>
                    <a:pt x="608" y="8740"/>
                  </a:cubicBezTo>
                  <a:cubicBezTo>
                    <a:pt x="739" y="8418"/>
                    <a:pt x="906" y="8049"/>
                    <a:pt x="894" y="7442"/>
                  </a:cubicBezTo>
                  <a:cubicBezTo>
                    <a:pt x="870" y="6799"/>
                    <a:pt x="1025" y="6513"/>
                    <a:pt x="1156" y="6239"/>
                  </a:cubicBezTo>
                  <a:cubicBezTo>
                    <a:pt x="1227" y="6085"/>
                    <a:pt x="1311" y="5918"/>
                    <a:pt x="1370" y="5715"/>
                  </a:cubicBezTo>
                  <a:cubicBezTo>
                    <a:pt x="1453" y="5406"/>
                    <a:pt x="1453" y="5144"/>
                    <a:pt x="1453" y="4894"/>
                  </a:cubicBezTo>
                  <a:cubicBezTo>
                    <a:pt x="1453" y="4632"/>
                    <a:pt x="1453" y="4370"/>
                    <a:pt x="1561" y="4049"/>
                  </a:cubicBezTo>
                  <a:cubicBezTo>
                    <a:pt x="1632" y="3822"/>
                    <a:pt x="1727" y="3680"/>
                    <a:pt x="1811" y="3513"/>
                  </a:cubicBezTo>
                  <a:cubicBezTo>
                    <a:pt x="1965" y="3263"/>
                    <a:pt x="2120" y="2989"/>
                    <a:pt x="2204" y="2429"/>
                  </a:cubicBezTo>
                  <a:cubicBezTo>
                    <a:pt x="2287" y="1655"/>
                    <a:pt x="2775" y="1155"/>
                    <a:pt x="3180" y="858"/>
                  </a:cubicBezTo>
                  <a:cubicBezTo>
                    <a:pt x="3692" y="489"/>
                    <a:pt x="4251" y="322"/>
                    <a:pt x="4597" y="322"/>
                  </a:cubicBezTo>
                  <a:cubicBezTo>
                    <a:pt x="4763" y="322"/>
                    <a:pt x="4894" y="358"/>
                    <a:pt x="4978" y="429"/>
                  </a:cubicBezTo>
                  <a:cubicBezTo>
                    <a:pt x="5067" y="489"/>
                    <a:pt x="5168" y="518"/>
                    <a:pt x="5268" y="518"/>
                  </a:cubicBezTo>
                  <a:cubicBezTo>
                    <a:pt x="5368" y="518"/>
                    <a:pt x="5466" y="489"/>
                    <a:pt x="5549" y="429"/>
                  </a:cubicBezTo>
                  <a:cubicBezTo>
                    <a:pt x="5656" y="370"/>
                    <a:pt x="5775" y="322"/>
                    <a:pt x="5930" y="322"/>
                  </a:cubicBezTo>
                  <a:close/>
                  <a:moveTo>
                    <a:pt x="4585" y="0"/>
                  </a:moveTo>
                  <a:cubicBezTo>
                    <a:pt x="4109" y="0"/>
                    <a:pt x="3478" y="239"/>
                    <a:pt x="2977" y="596"/>
                  </a:cubicBezTo>
                  <a:cubicBezTo>
                    <a:pt x="2525" y="917"/>
                    <a:pt x="1965" y="1489"/>
                    <a:pt x="1858" y="2382"/>
                  </a:cubicBezTo>
                  <a:cubicBezTo>
                    <a:pt x="1799" y="2870"/>
                    <a:pt x="1668" y="3096"/>
                    <a:pt x="1513" y="3334"/>
                  </a:cubicBezTo>
                  <a:cubicBezTo>
                    <a:pt x="1418" y="3501"/>
                    <a:pt x="1311" y="3680"/>
                    <a:pt x="1239" y="3941"/>
                  </a:cubicBezTo>
                  <a:cubicBezTo>
                    <a:pt x="1132" y="4311"/>
                    <a:pt x="1120" y="4596"/>
                    <a:pt x="1120" y="4882"/>
                  </a:cubicBezTo>
                  <a:cubicBezTo>
                    <a:pt x="1120" y="5120"/>
                    <a:pt x="1120" y="5346"/>
                    <a:pt x="1037" y="5608"/>
                  </a:cubicBezTo>
                  <a:cubicBezTo>
                    <a:pt x="1001" y="5787"/>
                    <a:pt x="918" y="5918"/>
                    <a:pt x="846" y="6073"/>
                  </a:cubicBezTo>
                  <a:cubicBezTo>
                    <a:pt x="703" y="6382"/>
                    <a:pt x="537" y="6716"/>
                    <a:pt x="549" y="7430"/>
                  </a:cubicBezTo>
                  <a:cubicBezTo>
                    <a:pt x="560" y="7966"/>
                    <a:pt x="418" y="8287"/>
                    <a:pt x="287" y="8585"/>
                  </a:cubicBezTo>
                  <a:cubicBezTo>
                    <a:pt x="132" y="8918"/>
                    <a:pt x="1" y="9228"/>
                    <a:pt x="168" y="9692"/>
                  </a:cubicBezTo>
                  <a:cubicBezTo>
                    <a:pt x="346" y="10192"/>
                    <a:pt x="846" y="10514"/>
                    <a:pt x="1061" y="10609"/>
                  </a:cubicBezTo>
                  <a:lnTo>
                    <a:pt x="1061" y="11026"/>
                  </a:lnTo>
                  <a:cubicBezTo>
                    <a:pt x="1061" y="11121"/>
                    <a:pt x="1132" y="11192"/>
                    <a:pt x="1215" y="11192"/>
                  </a:cubicBezTo>
                  <a:cubicBezTo>
                    <a:pt x="1311" y="11192"/>
                    <a:pt x="1382" y="11121"/>
                    <a:pt x="1382" y="11026"/>
                  </a:cubicBezTo>
                  <a:lnTo>
                    <a:pt x="1382" y="9668"/>
                  </a:lnTo>
                  <a:cubicBezTo>
                    <a:pt x="1382" y="9514"/>
                    <a:pt x="1430" y="9359"/>
                    <a:pt x="1501" y="9228"/>
                  </a:cubicBezTo>
                  <a:lnTo>
                    <a:pt x="2275" y="9895"/>
                  </a:lnTo>
                  <a:cubicBezTo>
                    <a:pt x="2394" y="10002"/>
                    <a:pt x="2465" y="10145"/>
                    <a:pt x="2465" y="10299"/>
                  </a:cubicBezTo>
                  <a:lnTo>
                    <a:pt x="2465" y="11026"/>
                  </a:lnTo>
                  <a:cubicBezTo>
                    <a:pt x="2465" y="11121"/>
                    <a:pt x="2549" y="11192"/>
                    <a:pt x="2632" y="11192"/>
                  </a:cubicBezTo>
                  <a:cubicBezTo>
                    <a:pt x="2716" y="11192"/>
                    <a:pt x="2799" y="11121"/>
                    <a:pt x="2799" y="11026"/>
                  </a:cubicBezTo>
                  <a:lnTo>
                    <a:pt x="2799" y="10299"/>
                  </a:lnTo>
                  <a:cubicBezTo>
                    <a:pt x="2799" y="10049"/>
                    <a:pt x="2692" y="9811"/>
                    <a:pt x="2501" y="9645"/>
                  </a:cubicBezTo>
                  <a:lnTo>
                    <a:pt x="1727" y="8978"/>
                  </a:lnTo>
                  <a:cubicBezTo>
                    <a:pt x="1799" y="8918"/>
                    <a:pt x="1882" y="8871"/>
                    <a:pt x="1977" y="8823"/>
                  </a:cubicBezTo>
                  <a:lnTo>
                    <a:pt x="3013" y="8454"/>
                  </a:lnTo>
                  <a:cubicBezTo>
                    <a:pt x="3728" y="9371"/>
                    <a:pt x="4466" y="10002"/>
                    <a:pt x="5192" y="10299"/>
                  </a:cubicBezTo>
                  <a:cubicBezTo>
                    <a:pt x="5204" y="10311"/>
                    <a:pt x="5240" y="10311"/>
                    <a:pt x="5252" y="10311"/>
                  </a:cubicBezTo>
                  <a:cubicBezTo>
                    <a:pt x="5263" y="10311"/>
                    <a:pt x="5299" y="10311"/>
                    <a:pt x="5311" y="10299"/>
                  </a:cubicBezTo>
                  <a:cubicBezTo>
                    <a:pt x="5764" y="10121"/>
                    <a:pt x="6216" y="9811"/>
                    <a:pt x="6668" y="9395"/>
                  </a:cubicBezTo>
                  <a:cubicBezTo>
                    <a:pt x="6728" y="9335"/>
                    <a:pt x="6740" y="9228"/>
                    <a:pt x="6668" y="9156"/>
                  </a:cubicBezTo>
                  <a:cubicBezTo>
                    <a:pt x="6636" y="9124"/>
                    <a:pt x="6590" y="9102"/>
                    <a:pt x="6543" y="9102"/>
                  </a:cubicBezTo>
                  <a:cubicBezTo>
                    <a:pt x="6503" y="9102"/>
                    <a:pt x="6463" y="9118"/>
                    <a:pt x="6430" y="9156"/>
                  </a:cubicBezTo>
                  <a:cubicBezTo>
                    <a:pt x="6025" y="9525"/>
                    <a:pt x="5644" y="9811"/>
                    <a:pt x="5252" y="9966"/>
                  </a:cubicBezTo>
                  <a:cubicBezTo>
                    <a:pt x="4478" y="9633"/>
                    <a:pt x="3811" y="8930"/>
                    <a:pt x="3347" y="8347"/>
                  </a:cubicBezTo>
                  <a:lnTo>
                    <a:pt x="3799" y="8204"/>
                  </a:lnTo>
                  <a:cubicBezTo>
                    <a:pt x="4132" y="8085"/>
                    <a:pt x="4370" y="7751"/>
                    <a:pt x="4370" y="7382"/>
                  </a:cubicBezTo>
                  <a:lnTo>
                    <a:pt x="4370" y="6811"/>
                  </a:lnTo>
                  <a:cubicBezTo>
                    <a:pt x="4656" y="6918"/>
                    <a:pt x="4954" y="6978"/>
                    <a:pt x="5263" y="6978"/>
                  </a:cubicBezTo>
                  <a:cubicBezTo>
                    <a:pt x="5585" y="6978"/>
                    <a:pt x="5883" y="6918"/>
                    <a:pt x="6156" y="6811"/>
                  </a:cubicBezTo>
                  <a:lnTo>
                    <a:pt x="6156" y="7382"/>
                  </a:lnTo>
                  <a:cubicBezTo>
                    <a:pt x="6156" y="7751"/>
                    <a:pt x="6395" y="8085"/>
                    <a:pt x="6740" y="8204"/>
                  </a:cubicBezTo>
                  <a:lnTo>
                    <a:pt x="7192" y="8347"/>
                  </a:lnTo>
                  <a:cubicBezTo>
                    <a:pt x="7097" y="8466"/>
                    <a:pt x="7014" y="8573"/>
                    <a:pt x="6907" y="8692"/>
                  </a:cubicBezTo>
                  <a:cubicBezTo>
                    <a:pt x="6847" y="8763"/>
                    <a:pt x="6847" y="8871"/>
                    <a:pt x="6918" y="8930"/>
                  </a:cubicBezTo>
                  <a:cubicBezTo>
                    <a:pt x="6954" y="8954"/>
                    <a:pt x="6990" y="8978"/>
                    <a:pt x="7026" y="8978"/>
                  </a:cubicBezTo>
                  <a:cubicBezTo>
                    <a:pt x="7073" y="8978"/>
                    <a:pt x="7109" y="8954"/>
                    <a:pt x="7145" y="8918"/>
                  </a:cubicBezTo>
                  <a:cubicBezTo>
                    <a:pt x="7264" y="8787"/>
                    <a:pt x="7383" y="8633"/>
                    <a:pt x="7502" y="8490"/>
                  </a:cubicBezTo>
                  <a:lnTo>
                    <a:pt x="8538" y="8859"/>
                  </a:lnTo>
                  <a:cubicBezTo>
                    <a:pt x="8645" y="8883"/>
                    <a:pt x="8740" y="8942"/>
                    <a:pt x="8812" y="9002"/>
                  </a:cubicBezTo>
                  <a:lnTo>
                    <a:pt x="8038" y="9656"/>
                  </a:lnTo>
                  <a:cubicBezTo>
                    <a:pt x="7847" y="9823"/>
                    <a:pt x="7740" y="10061"/>
                    <a:pt x="7740" y="10311"/>
                  </a:cubicBezTo>
                  <a:lnTo>
                    <a:pt x="7740" y="11038"/>
                  </a:lnTo>
                  <a:cubicBezTo>
                    <a:pt x="7740" y="11133"/>
                    <a:pt x="7811" y="11204"/>
                    <a:pt x="7895" y="11204"/>
                  </a:cubicBezTo>
                  <a:cubicBezTo>
                    <a:pt x="7990" y="11204"/>
                    <a:pt x="8061" y="11133"/>
                    <a:pt x="8061" y="11038"/>
                  </a:cubicBezTo>
                  <a:lnTo>
                    <a:pt x="8061" y="10311"/>
                  </a:lnTo>
                  <a:cubicBezTo>
                    <a:pt x="8061" y="10145"/>
                    <a:pt x="8133" y="10002"/>
                    <a:pt x="8252" y="9918"/>
                  </a:cubicBezTo>
                  <a:lnTo>
                    <a:pt x="9014" y="9264"/>
                  </a:lnTo>
                  <a:cubicBezTo>
                    <a:pt x="9085" y="9395"/>
                    <a:pt x="9133" y="9537"/>
                    <a:pt x="9133" y="9692"/>
                  </a:cubicBezTo>
                  <a:lnTo>
                    <a:pt x="9133" y="11049"/>
                  </a:lnTo>
                  <a:cubicBezTo>
                    <a:pt x="9133" y="11133"/>
                    <a:pt x="9204" y="11204"/>
                    <a:pt x="9300" y="11204"/>
                  </a:cubicBezTo>
                  <a:cubicBezTo>
                    <a:pt x="9383" y="11204"/>
                    <a:pt x="9466" y="11133"/>
                    <a:pt x="9466" y="11049"/>
                  </a:cubicBezTo>
                  <a:lnTo>
                    <a:pt x="9466" y="10633"/>
                  </a:lnTo>
                  <a:cubicBezTo>
                    <a:pt x="9681" y="10514"/>
                    <a:pt x="10193" y="10216"/>
                    <a:pt x="10359" y="9704"/>
                  </a:cubicBezTo>
                  <a:cubicBezTo>
                    <a:pt x="10490" y="9240"/>
                    <a:pt x="10359" y="8930"/>
                    <a:pt x="10228" y="8585"/>
                  </a:cubicBezTo>
                  <a:cubicBezTo>
                    <a:pt x="10085" y="8287"/>
                    <a:pt x="9955" y="7966"/>
                    <a:pt x="9955" y="7430"/>
                  </a:cubicBezTo>
                  <a:cubicBezTo>
                    <a:pt x="9966" y="6716"/>
                    <a:pt x="9812" y="6382"/>
                    <a:pt x="9657" y="6073"/>
                  </a:cubicBezTo>
                  <a:cubicBezTo>
                    <a:pt x="9585" y="5918"/>
                    <a:pt x="9526" y="5787"/>
                    <a:pt x="9466" y="5608"/>
                  </a:cubicBezTo>
                  <a:cubicBezTo>
                    <a:pt x="9395" y="5346"/>
                    <a:pt x="9395" y="5120"/>
                    <a:pt x="9395" y="4882"/>
                  </a:cubicBezTo>
                  <a:cubicBezTo>
                    <a:pt x="9395" y="4596"/>
                    <a:pt x="9395" y="4311"/>
                    <a:pt x="9276" y="3941"/>
                  </a:cubicBezTo>
                  <a:cubicBezTo>
                    <a:pt x="9193" y="3680"/>
                    <a:pt x="9097" y="3513"/>
                    <a:pt x="8990" y="3334"/>
                  </a:cubicBezTo>
                  <a:cubicBezTo>
                    <a:pt x="8835" y="3096"/>
                    <a:pt x="8704" y="2870"/>
                    <a:pt x="8645" y="2382"/>
                  </a:cubicBezTo>
                  <a:cubicBezTo>
                    <a:pt x="8538" y="1489"/>
                    <a:pt x="7978" y="917"/>
                    <a:pt x="7526" y="596"/>
                  </a:cubicBezTo>
                  <a:cubicBezTo>
                    <a:pt x="7026" y="239"/>
                    <a:pt x="6395" y="0"/>
                    <a:pt x="5918" y="0"/>
                  </a:cubicBezTo>
                  <a:cubicBezTo>
                    <a:pt x="5704" y="0"/>
                    <a:pt x="5502" y="48"/>
                    <a:pt x="5359" y="143"/>
                  </a:cubicBezTo>
                  <a:cubicBezTo>
                    <a:pt x="5329" y="167"/>
                    <a:pt x="5290" y="179"/>
                    <a:pt x="5252" y="179"/>
                  </a:cubicBezTo>
                  <a:cubicBezTo>
                    <a:pt x="5213" y="179"/>
                    <a:pt x="5174" y="167"/>
                    <a:pt x="5144" y="143"/>
                  </a:cubicBezTo>
                  <a:cubicBezTo>
                    <a:pt x="5002" y="48"/>
                    <a:pt x="4811" y="0"/>
                    <a:pt x="4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56"/>
          <p:cNvGrpSpPr/>
          <p:nvPr/>
        </p:nvGrpSpPr>
        <p:grpSpPr>
          <a:xfrm>
            <a:off x="3274806" y="3432140"/>
            <a:ext cx="310337" cy="395972"/>
            <a:chOff x="8047661" y="1501037"/>
            <a:chExt cx="278404" cy="355260"/>
          </a:xfrm>
        </p:grpSpPr>
        <p:sp>
          <p:nvSpPr>
            <p:cNvPr id="1508" name="Google Shape;1508;p56"/>
            <p:cNvSpPr/>
            <p:nvPr/>
          </p:nvSpPr>
          <p:spPr>
            <a:xfrm>
              <a:off x="8147611" y="1622815"/>
              <a:ext cx="10581" cy="16220"/>
            </a:xfrm>
            <a:custGeom>
              <a:avLst/>
              <a:gdLst/>
              <a:ahLst/>
              <a:cxnLst/>
              <a:rect l="l" t="t" r="r" b="b"/>
              <a:pathLst>
                <a:path w="334" h="512" extrusionOk="0">
                  <a:moveTo>
                    <a:pt x="167" y="0"/>
                  </a:moveTo>
                  <a:cubicBezTo>
                    <a:pt x="84" y="0"/>
                    <a:pt x="1" y="71"/>
                    <a:pt x="1" y="167"/>
                  </a:cubicBezTo>
                  <a:lnTo>
                    <a:pt x="1" y="345"/>
                  </a:lnTo>
                  <a:cubicBezTo>
                    <a:pt x="1" y="429"/>
                    <a:pt x="84" y="512"/>
                    <a:pt x="167" y="512"/>
                  </a:cubicBezTo>
                  <a:cubicBezTo>
                    <a:pt x="251" y="512"/>
                    <a:pt x="334" y="429"/>
                    <a:pt x="334" y="345"/>
                  </a:cubicBezTo>
                  <a:lnTo>
                    <a:pt x="334" y="167"/>
                  </a:lnTo>
                  <a:cubicBezTo>
                    <a:pt x="334" y="71"/>
                    <a:pt x="262"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6"/>
            <p:cNvSpPr/>
            <p:nvPr/>
          </p:nvSpPr>
          <p:spPr>
            <a:xfrm>
              <a:off x="8214741" y="1622815"/>
              <a:ext cx="10233" cy="16220"/>
            </a:xfrm>
            <a:custGeom>
              <a:avLst/>
              <a:gdLst/>
              <a:ahLst/>
              <a:cxnLst/>
              <a:rect l="l" t="t" r="r" b="b"/>
              <a:pathLst>
                <a:path w="323" h="512" extrusionOk="0">
                  <a:moveTo>
                    <a:pt x="168" y="0"/>
                  </a:moveTo>
                  <a:cubicBezTo>
                    <a:pt x="72" y="0"/>
                    <a:pt x="1" y="71"/>
                    <a:pt x="1" y="167"/>
                  </a:cubicBezTo>
                  <a:lnTo>
                    <a:pt x="1" y="345"/>
                  </a:lnTo>
                  <a:cubicBezTo>
                    <a:pt x="1" y="429"/>
                    <a:pt x="72" y="512"/>
                    <a:pt x="168" y="512"/>
                  </a:cubicBezTo>
                  <a:cubicBezTo>
                    <a:pt x="251" y="512"/>
                    <a:pt x="322" y="429"/>
                    <a:pt x="322" y="345"/>
                  </a:cubicBezTo>
                  <a:lnTo>
                    <a:pt x="322" y="167"/>
                  </a:lnTo>
                  <a:cubicBezTo>
                    <a:pt x="322" y="71"/>
                    <a:pt x="25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56"/>
            <p:cNvSpPr/>
            <p:nvPr/>
          </p:nvSpPr>
          <p:spPr>
            <a:xfrm>
              <a:off x="8163451" y="1661370"/>
              <a:ext cx="45302" cy="16157"/>
            </a:xfrm>
            <a:custGeom>
              <a:avLst/>
              <a:gdLst/>
              <a:ahLst/>
              <a:cxnLst/>
              <a:rect l="l" t="t" r="r" b="b"/>
              <a:pathLst>
                <a:path w="1430" h="510" extrusionOk="0">
                  <a:moveTo>
                    <a:pt x="184" y="0"/>
                  </a:moveTo>
                  <a:cubicBezTo>
                    <a:pt x="141" y="0"/>
                    <a:pt x="96" y="15"/>
                    <a:pt x="60" y="45"/>
                  </a:cubicBezTo>
                  <a:cubicBezTo>
                    <a:pt x="1" y="105"/>
                    <a:pt x="1" y="212"/>
                    <a:pt x="60" y="283"/>
                  </a:cubicBezTo>
                  <a:cubicBezTo>
                    <a:pt x="203" y="426"/>
                    <a:pt x="441" y="509"/>
                    <a:pt x="691" y="509"/>
                  </a:cubicBezTo>
                  <a:cubicBezTo>
                    <a:pt x="965" y="509"/>
                    <a:pt x="1203" y="426"/>
                    <a:pt x="1334" y="283"/>
                  </a:cubicBezTo>
                  <a:cubicBezTo>
                    <a:pt x="1429" y="224"/>
                    <a:pt x="1429" y="128"/>
                    <a:pt x="1370" y="45"/>
                  </a:cubicBezTo>
                  <a:cubicBezTo>
                    <a:pt x="1340" y="15"/>
                    <a:pt x="1298" y="0"/>
                    <a:pt x="1255" y="0"/>
                  </a:cubicBezTo>
                  <a:cubicBezTo>
                    <a:pt x="1212" y="0"/>
                    <a:pt x="1167" y="15"/>
                    <a:pt x="1132" y="45"/>
                  </a:cubicBezTo>
                  <a:cubicBezTo>
                    <a:pt x="1072" y="105"/>
                    <a:pt x="917" y="188"/>
                    <a:pt x="715" y="188"/>
                  </a:cubicBezTo>
                  <a:cubicBezTo>
                    <a:pt x="501" y="188"/>
                    <a:pt x="358" y="105"/>
                    <a:pt x="298" y="45"/>
                  </a:cubicBezTo>
                  <a:cubicBezTo>
                    <a:pt x="269" y="15"/>
                    <a:pt x="227" y="0"/>
                    <a:pt x="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56"/>
            <p:cNvSpPr/>
            <p:nvPr/>
          </p:nvSpPr>
          <p:spPr>
            <a:xfrm>
              <a:off x="8047661" y="1501037"/>
              <a:ext cx="278404" cy="355260"/>
            </a:xfrm>
            <a:custGeom>
              <a:avLst/>
              <a:gdLst/>
              <a:ahLst/>
              <a:cxnLst/>
              <a:rect l="l" t="t" r="r" b="b"/>
              <a:pathLst>
                <a:path w="8788" h="11214" extrusionOk="0">
                  <a:moveTo>
                    <a:pt x="5358" y="344"/>
                  </a:moveTo>
                  <a:lnTo>
                    <a:pt x="5823" y="808"/>
                  </a:lnTo>
                  <a:cubicBezTo>
                    <a:pt x="5858" y="844"/>
                    <a:pt x="5894" y="856"/>
                    <a:pt x="5942" y="856"/>
                  </a:cubicBezTo>
                  <a:lnTo>
                    <a:pt x="6751" y="856"/>
                  </a:lnTo>
                  <a:lnTo>
                    <a:pt x="6477" y="1510"/>
                  </a:lnTo>
                  <a:cubicBezTo>
                    <a:pt x="6465" y="1558"/>
                    <a:pt x="6465" y="1618"/>
                    <a:pt x="6489" y="1653"/>
                  </a:cubicBezTo>
                  <a:cubicBezTo>
                    <a:pt x="6525" y="1701"/>
                    <a:pt x="6573" y="1737"/>
                    <a:pt x="6632" y="1737"/>
                  </a:cubicBezTo>
                  <a:lnTo>
                    <a:pt x="7287" y="1737"/>
                  </a:lnTo>
                  <a:lnTo>
                    <a:pt x="7001" y="2570"/>
                  </a:lnTo>
                  <a:cubicBezTo>
                    <a:pt x="6989" y="2630"/>
                    <a:pt x="7001" y="2689"/>
                    <a:pt x="7049" y="2725"/>
                  </a:cubicBezTo>
                  <a:lnTo>
                    <a:pt x="7311" y="2999"/>
                  </a:lnTo>
                  <a:lnTo>
                    <a:pt x="7025" y="3677"/>
                  </a:lnTo>
                  <a:cubicBezTo>
                    <a:pt x="6989" y="3665"/>
                    <a:pt x="6942" y="3665"/>
                    <a:pt x="6882" y="3665"/>
                  </a:cubicBezTo>
                  <a:lnTo>
                    <a:pt x="6608" y="3665"/>
                  </a:lnTo>
                  <a:cubicBezTo>
                    <a:pt x="6513" y="3665"/>
                    <a:pt x="6418" y="3582"/>
                    <a:pt x="6418" y="3475"/>
                  </a:cubicBezTo>
                  <a:lnTo>
                    <a:pt x="6418" y="3118"/>
                  </a:lnTo>
                  <a:cubicBezTo>
                    <a:pt x="6418" y="3058"/>
                    <a:pt x="6394" y="3011"/>
                    <a:pt x="6346" y="2987"/>
                  </a:cubicBezTo>
                  <a:lnTo>
                    <a:pt x="5287" y="2284"/>
                  </a:lnTo>
                  <a:cubicBezTo>
                    <a:pt x="5261" y="2265"/>
                    <a:pt x="5227" y="2256"/>
                    <a:pt x="5194" y="2256"/>
                  </a:cubicBezTo>
                  <a:cubicBezTo>
                    <a:pt x="5168" y="2256"/>
                    <a:pt x="5141" y="2262"/>
                    <a:pt x="5120" y="2272"/>
                  </a:cubicBezTo>
                  <a:cubicBezTo>
                    <a:pt x="5061" y="2296"/>
                    <a:pt x="5037" y="2356"/>
                    <a:pt x="5037" y="2415"/>
                  </a:cubicBezTo>
                  <a:lnTo>
                    <a:pt x="5037" y="2832"/>
                  </a:lnTo>
                  <a:lnTo>
                    <a:pt x="4049" y="2272"/>
                  </a:lnTo>
                  <a:cubicBezTo>
                    <a:pt x="4022" y="2255"/>
                    <a:pt x="3994" y="2247"/>
                    <a:pt x="3967" y="2247"/>
                  </a:cubicBezTo>
                  <a:cubicBezTo>
                    <a:pt x="3919" y="2247"/>
                    <a:pt x="3872" y="2270"/>
                    <a:pt x="3834" y="2308"/>
                  </a:cubicBezTo>
                  <a:lnTo>
                    <a:pt x="3560" y="2725"/>
                  </a:lnTo>
                  <a:lnTo>
                    <a:pt x="3156" y="2534"/>
                  </a:lnTo>
                  <a:cubicBezTo>
                    <a:pt x="3132" y="2521"/>
                    <a:pt x="3108" y="2515"/>
                    <a:pt x="3084" y="2515"/>
                  </a:cubicBezTo>
                  <a:cubicBezTo>
                    <a:pt x="3024" y="2515"/>
                    <a:pt x="2967" y="2554"/>
                    <a:pt x="2941" y="2606"/>
                  </a:cubicBezTo>
                  <a:cubicBezTo>
                    <a:pt x="2894" y="2701"/>
                    <a:pt x="2941" y="2784"/>
                    <a:pt x="3013" y="2832"/>
                  </a:cubicBezTo>
                  <a:lnTo>
                    <a:pt x="3537" y="3082"/>
                  </a:lnTo>
                  <a:cubicBezTo>
                    <a:pt x="3561" y="3094"/>
                    <a:pt x="3587" y="3101"/>
                    <a:pt x="3613" y="3101"/>
                  </a:cubicBezTo>
                  <a:cubicBezTo>
                    <a:pt x="3661" y="3101"/>
                    <a:pt x="3708" y="3077"/>
                    <a:pt x="3739" y="3022"/>
                  </a:cubicBezTo>
                  <a:lnTo>
                    <a:pt x="4013" y="2630"/>
                  </a:lnTo>
                  <a:lnTo>
                    <a:pt x="5108" y="3249"/>
                  </a:lnTo>
                  <a:cubicBezTo>
                    <a:pt x="5132" y="3267"/>
                    <a:pt x="5162" y="3275"/>
                    <a:pt x="5192" y="3275"/>
                  </a:cubicBezTo>
                  <a:cubicBezTo>
                    <a:pt x="5221" y="3275"/>
                    <a:pt x="5251" y="3267"/>
                    <a:pt x="5275" y="3249"/>
                  </a:cubicBezTo>
                  <a:cubicBezTo>
                    <a:pt x="5322" y="3225"/>
                    <a:pt x="5346" y="3165"/>
                    <a:pt x="5346" y="3106"/>
                  </a:cubicBezTo>
                  <a:lnTo>
                    <a:pt x="5346" y="2701"/>
                  </a:lnTo>
                  <a:lnTo>
                    <a:pt x="6073" y="3177"/>
                  </a:lnTo>
                  <a:lnTo>
                    <a:pt x="6073" y="3439"/>
                  </a:lnTo>
                  <a:cubicBezTo>
                    <a:pt x="6073" y="3725"/>
                    <a:pt x="6311" y="3963"/>
                    <a:pt x="6596" y="3963"/>
                  </a:cubicBezTo>
                  <a:lnTo>
                    <a:pt x="6870" y="3963"/>
                  </a:lnTo>
                  <a:cubicBezTo>
                    <a:pt x="6942" y="3963"/>
                    <a:pt x="7013" y="3999"/>
                    <a:pt x="7073" y="4058"/>
                  </a:cubicBezTo>
                  <a:cubicBezTo>
                    <a:pt x="7132" y="4118"/>
                    <a:pt x="7144" y="4189"/>
                    <a:pt x="7144" y="4261"/>
                  </a:cubicBezTo>
                  <a:cubicBezTo>
                    <a:pt x="7132" y="4392"/>
                    <a:pt x="7001" y="4511"/>
                    <a:pt x="6846" y="4511"/>
                  </a:cubicBezTo>
                  <a:lnTo>
                    <a:pt x="6775" y="4511"/>
                  </a:lnTo>
                  <a:lnTo>
                    <a:pt x="6775" y="4499"/>
                  </a:lnTo>
                  <a:cubicBezTo>
                    <a:pt x="6775" y="4416"/>
                    <a:pt x="6704" y="4332"/>
                    <a:pt x="6608" y="4332"/>
                  </a:cubicBezTo>
                  <a:cubicBezTo>
                    <a:pt x="6525" y="4332"/>
                    <a:pt x="6454" y="4416"/>
                    <a:pt x="6454" y="4499"/>
                  </a:cubicBezTo>
                  <a:cubicBezTo>
                    <a:pt x="6454" y="5666"/>
                    <a:pt x="5501" y="6618"/>
                    <a:pt x="4334" y="6618"/>
                  </a:cubicBezTo>
                  <a:cubicBezTo>
                    <a:pt x="4320" y="6618"/>
                    <a:pt x="4306" y="6619"/>
                    <a:pt x="4292" y="6619"/>
                  </a:cubicBezTo>
                  <a:cubicBezTo>
                    <a:pt x="3180" y="6619"/>
                    <a:pt x="2263" y="5687"/>
                    <a:pt x="2263" y="4535"/>
                  </a:cubicBezTo>
                  <a:cubicBezTo>
                    <a:pt x="2263" y="4439"/>
                    <a:pt x="2191" y="4368"/>
                    <a:pt x="2108" y="4368"/>
                  </a:cubicBezTo>
                  <a:cubicBezTo>
                    <a:pt x="2013" y="4368"/>
                    <a:pt x="1941" y="4439"/>
                    <a:pt x="1941" y="4535"/>
                  </a:cubicBezTo>
                  <a:lnTo>
                    <a:pt x="1941" y="4546"/>
                  </a:lnTo>
                  <a:lnTo>
                    <a:pt x="1834" y="4546"/>
                  </a:lnTo>
                  <a:cubicBezTo>
                    <a:pt x="1763" y="4546"/>
                    <a:pt x="1691" y="4511"/>
                    <a:pt x="1632" y="4451"/>
                  </a:cubicBezTo>
                  <a:cubicBezTo>
                    <a:pt x="1572" y="4392"/>
                    <a:pt x="1548" y="4320"/>
                    <a:pt x="1548" y="4249"/>
                  </a:cubicBezTo>
                  <a:cubicBezTo>
                    <a:pt x="1572" y="4118"/>
                    <a:pt x="1703" y="3999"/>
                    <a:pt x="1846" y="3999"/>
                  </a:cubicBezTo>
                  <a:lnTo>
                    <a:pt x="2084" y="3999"/>
                  </a:lnTo>
                  <a:cubicBezTo>
                    <a:pt x="2370" y="3999"/>
                    <a:pt x="2608" y="3761"/>
                    <a:pt x="2608" y="3475"/>
                  </a:cubicBezTo>
                  <a:lnTo>
                    <a:pt x="2608" y="2415"/>
                  </a:lnTo>
                  <a:cubicBezTo>
                    <a:pt x="2608" y="2332"/>
                    <a:pt x="2536" y="2249"/>
                    <a:pt x="2441" y="2249"/>
                  </a:cubicBezTo>
                  <a:cubicBezTo>
                    <a:pt x="2358" y="2249"/>
                    <a:pt x="2286" y="2332"/>
                    <a:pt x="2286" y="2415"/>
                  </a:cubicBezTo>
                  <a:lnTo>
                    <a:pt x="2286" y="3475"/>
                  </a:lnTo>
                  <a:cubicBezTo>
                    <a:pt x="2286" y="3582"/>
                    <a:pt x="2191" y="3665"/>
                    <a:pt x="2084" y="3665"/>
                  </a:cubicBezTo>
                  <a:lnTo>
                    <a:pt x="1846" y="3665"/>
                  </a:lnTo>
                  <a:cubicBezTo>
                    <a:pt x="1786" y="3665"/>
                    <a:pt x="1727" y="3677"/>
                    <a:pt x="1691" y="3701"/>
                  </a:cubicBezTo>
                  <a:lnTo>
                    <a:pt x="1405" y="2999"/>
                  </a:lnTo>
                  <a:lnTo>
                    <a:pt x="1667" y="2725"/>
                  </a:lnTo>
                  <a:cubicBezTo>
                    <a:pt x="1715" y="2689"/>
                    <a:pt x="1727" y="2630"/>
                    <a:pt x="1715" y="2570"/>
                  </a:cubicBezTo>
                  <a:lnTo>
                    <a:pt x="1429" y="1737"/>
                  </a:lnTo>
                  <a:lnTo>
                    <a:pt x="1905" y="1737"/>
                  </a:lnTo>
                  <a:cubicBezTo>
                    <a:pt x="2001" y="1737"/>
                    <a:pt x="2072" y="1653"/>
                    <a:pt x="2072" y="1570"/>
                  </a:cubicBezTo>
                  <a:lnTo>
                    <a:pt x="2072" y="856"/>
                  </a:lnTo>
                  <a:lnTo>
                    <a:pt x="2786" y="856"/>
                  </a:lnTo>
                  <a:cubicBezTo>
                    <a:pt x="2822" y="856"/>
                    <a:pt x="2858" y="832"/>
                    <a:pt x="2894" y="820"/>
                  </a:cubicBezTo>
                  <a:lnTo>
                    <a:pt x="3537" y="344"/>
                  </a:lnTo>
                  <a:lnTo>
                    <a:pt x="4156" y="510"/>
                  </a:lnTo>
                  <a:lnTo>
                    <a:pt x="4215" y="510"/>
                  </a:lnTo>
                  <a:lnTo>
                    <a:pt x="5358" y="344"/>
                  </a:lnTo>
                  <a:close/>
                  <a:moveTo>
                    <a:pt x="2882" y="7225"/>
                  </a:moveTo>
                  <a:lnTo>
                    <a:pt x="4096" y="7892"/>
                  </a:lnTo>
                  <a:lnTo>
                    <a:pt x="3203" y="8654"/>
                  </a:lnTo>
                  <a:lnTo>
                    <a:pt x="3191" y="8654"/>
                  </a:lnTo>
                  <a:lnTo>
                    <a:pt x="2644" y="7690"/>
                  </a:lnTo>
                  <a:lnTo>
                    <a:pt x="2858" y="7225"/>
                  </a:lnTo>
                  <a:close/>
                  <a:moveTo>
                    <a:pt x="5442" y="6737"/>
                  </a:moveTo>
                  <a:lnTo>
                    <a:pt x="5442" y="7094"/>
                  </a:lnTo>
                  <a:lnTo>
                    <a:pt x="5239" y="7190"/>
                  </a:lnTo>
                  <a:cubicBezTo>
                    <a:pt x="5168" y="7237"/>
                    <a:pt x="5144" y="7344"/>
                    <a:pt x="5180" y="7416"/>
                  </a:cubicBezTo>
                  <a:cubicBezTo>
                    <a:pt x="5212" y="7465"/>
                    <a:pt x="5273" y="7497"/>
                    <a:pt x="5331" y="7497"/>
                  </a:cubicBezTo>
                  <a:cubicBezTo>
                    <a:pt x="5357" y="7497"/>
                    <a:pt x="5383" y="7490"/>
                    <a:pt x="5406" y="7475"/>
                  </a:cubicBezTo>
                  <a:lnTo>
                    <a:pt x="5882" y="7213"/>
                  </a:lnTo>
                  <a:lnTo>
                    <a:pt x="5894" y="7213"/>
                  </a:lnTo>
                  <a:lnTo>
                    <a:pt x="6120" y="7666"/>
                  </a:lnTo>
                  <a:lnTo>
                    <a:pt x="5573" y="8654"/>
                  </a:lnTo>
                  <a:lnTo>
                    <a:pt x="5561" y="8654"/>
                  </a:lnTo>
                  <a:lnTo>
                    <a:pt x="4668" y="7892"/>
                  </a:lnTo>
                  <a:lnTo>
                    <a:pt x="4811" y="7821"/>
                  </a:lnTo>
                  <a:cubicBezTo>
                    <a:pt x="4882" y="7773"/>
                    <a:pt x="4918" y="7666"/>
                    <a:pt x="4870" y="7594"/>
                  </a:cubicBezTo>
                  <a:cubicBezTo>
                    <a:pt x="4837" y="7545"/>
                    <a:pt x="4782" y="7513"/>
                    <a:pt x="4724" y="7513"/>
                  </a:cubicBezTo>
                  <a:cubicBezTo>
                    <a:pt x="4697" y="7513"/>
                    <a:pt x="4670" y="7520"/>
                    <a:pt x="4644" y="7535"/>
                  </a:cubicBezTo>
                  <a:lnTo>
                    <a:pt x="4382" y="7690"/>
                  </a:lnTo>
                  <a:lnTo>
                    <a:pt x="3310" y="7094"/>
                  </a:lnTo>
                  <a:lnTo>
                    <a:pt x="3310" y="6737"/>
                  </a:lnTo>
                  <a:cubicBezTo>
                    <a:pt x="3632" y="6892"/>
                    <a:pt x="3989" y="6975"/>
                    <a:pt x="4382" y="6975"/>
                  </a:cubicBezTo>
                  <a:cubicBezTo>
                    <a:pt x="4763" y="6975"/>
                    <a:pt x="5120" y="6880"/>
                    <a:pt x="5442" y="6737"/>
                  </a:cubicBezTo>
                  <a:close/>
                  <a:moveTo>
                    <a:pt x="4382" y="8071"/>
                  </a:moveTo>
                  <a:lnTo>
                    <a:pt x="4572" y="8237"/>
                  </a:lnTo>
                  <a:lnTo>
                    <a:pt x="4560" y="9630"/>
                  </a:lnTo>
                  <a:lnTo>
                    <a:pt x="4203" y="9630"/>
                  </a:lnTo>
                  <a:cubicBezTo>
                    <a:pt x="4203" y="9630"/>
                    <a:pt x="4191" y="9630"/>
                    <a:pt x="4191" y="9619"/>
                  </a:cubicBezTo>
                  <a:lnTo>
                    <a:pt x="4191" y="8237"/>
                  </a:lnTo>
                  <a:lnTo>
                    <a:pt x="4382" y="8071"/>
                  </a:lnTo>
                  <a:close/>
                  <a:moveTo>
                    <a:pt x="453" y="8726"/>
                  </a:moveTo>
                  <a:lnTo>
                    <a:pt x="1393" y="9535"/>
                  </a:lnTo>
                  <a:cubicBezTo>
                    <a:pt x="1512" y="9630"/>
                    <a:pt x="1584" y="9785"/>
                    <a:pt x="1584" y="9928"/>
                  </a:cubicBezTo>
                  <a:lnTo>
                    <a:pt x="1584" y="10107"/>
                  </a:lnTo>
                  <a:lnTo>
                    <a:pt x="334" y="9833"/>
                  </a:lnTo>
                  <a:lnTo>
                    <a:pt x="334" y="9178"/>
                  </a:lnTo>
                  <a:cubicBezTo>
                    <a:pt x="334" y="9011"/>
                    <a:pt x="369" y="8857"/>
                    <a:pt x="453" y="8726"/>
                  </a:cubicBezTo>
                  <a:close/>
                  <a:moveTo>
                    <a:pt x="3504" y="0"/>
                  </a:moveTo>
                  <a:cubicBezTo>
                    <a:pt x="3468" y="0"/>
                    <a:pt x="3431" y="17"/>
                    <a:pt x="3406" y="34"/>
                  </a:cubicBezTo>
                  <a:lnTo>
                    <a:pt x="2751" y="522"/>
                  </a:lnTo>
                  <a:lnTo>
                    <a:pt x="1941" y="522"/>
                  </a:lnTo>
                  <a:cubicBezTo>
                    <a:pt x="1846" y="522"/>
                    <a:pt x="1774" y="606"/>
                    <a:pt x="1774" y="689"/>
                  </a:cubicBezTo>
                  <a:lnTo>
                    <a:pt x="1774" y="1403"/>
                  </a:lnTo>
                  <a:lnTo>
                    <a:pt x="1239" y="1403"/>
                  </a:lnTo>
                  <a:cubicBezTo>
                    <a:pt x="1179" y="1403"/>
                    <a:pt x="1131" y="1439"/>
                    <a:pt x="1108" y="1475"/>
                  </a:cubicBezTo>
                  <a:cubicBezTo>
                    <a:pt x="1072" y="1522"/>
                    <a:pt x="1060" y="1582"/>
                    <a:pt x="1072" y="1629"/>
                  </a:cubicBezTo>
                  <a:lnTo>
                    <a:pt x="1382" y="2582"/>
                  </a:lnTo>
                  <a:lnTo>
                    <a:pt x="1108" y="2868"/>
                  </a:lnTo>
                  <a:cubicBezTo>
                    <a:pt x="1060" y="2903"/>
                    <a:pt x="1048" y="2987"/>
                    <a:pt x="1072" y="3046"/>
                  </a:cubicBezTo>
                  <a:lnTo>
                    <a:pt x="1417" y="3892"/>
                  </a:lnTo>
                  <a:cubicBezTo>
                    <a:pt x="1322" y="3975"/>
                    <a:pt x="1262" y="4106"/>
                    <a:pt x="1251" y="4249"/>
                  </a:cubicBezTo>
                  <a:cubicBezTo>
                    <a:pt x="1239" y="4404"/>
                    <a:pt x="1298" y="4582"/>
                    <a:pt x="1405" y="4701"/>
                  </a:cubicBezTo>
                  <a:cubicBezTo>
                    <a:pt x="1524" y="4832"/>
                    <a:pt x="1679" y="4904"/>
                    <a:pt x="1846" y="4904"/>
                  </a:cubicBezTo>
                  <a:lnTo>
                    <a:pt x="1965" y="4904"/>
                  </a:lnTo>
                  <a:cubicBezTo>
                    <a:pt x="2060" y="5582"/>
                    <a:pt x="2441" y="6190"/>
                    <a:pt x="2989" y="6571"/>
                  </a:cubicBezTo>
                  <a:lnTo>
                    <a:pt x="2989" y="6940"/>
                  </a:lnTo>
                  <a:cubicBezTo>
                    <a:pt x="2953" y="6928"/>
                    <a:pt x="2917" y="6922"/>
                    <a:pt x="2883" y="6922"/>
                  </a:cubicBezTo>
                  <a:cubicBezTo>
                    <a:pt x="2849" y="6922"/>
                    <a:pt x="2816" y="6928"/>
                    <a:pt x="2786" y="6940"/>
                  </a:cubicBezTo>
                  <a:cubicBezTo>
                    <a:pt x="2691" y="6963"/>
                    <a:pt x="2620" y="7035"/>
                    <a:pt x="2572" y="7118"/>
                  </a:cubicBezTo>
                  <a:lnTo>
                    <a:pt x="2322" y="7618"/>
                  </a:lnTo>
                  <a:lnTo>
                    <a:pt x="881" y="8035"/>
                  </a:lnTo>
                  <a:cubicBezTo>
                    <a:pt x="358" y="8190"/>
                    <a:pt x="0" y="8666"/>
                    <a:pt x="0" y="9202"/>
                  </a:cubicBezTo>
                  <a:lnTo>
                    <a:pt x="0" y="11047"/>
                  </a:lnTo>
                  <a:cubicBezTo>
                    <a:pt x="0" y="11131"/>
                    <a:pt x="72" y="11214"/>
                    <a:pt x="167" y="11214"/>
                  </a:cubicBezTo>
                  <a:cubicBezTo>
                    <a:pt x="250" y="11214"/>
                    <a:pt x="334" y="11131"/>
                    <a:pt x="334" y="11047"/>
                  </a:cubicBezTo>
                  <a:lnTo>
                    <a:pt x="334" y="10202"/>
                  </a:lnTo>
                  <a:lnTo>
                    <a:pt x="1584" y="10476"/>
                  </a:lnTo>
                  <a:lnTo>
                    <a:pt x="1584" y="11047"/>
                  </a:lnTo>
                  <a:cubicBezTo>
                    <a:pt x="1584" y="11131"/>
                    <a:pt x="1655" y="11214"/>
                    <a:pt x="1739" y="11214"/>
                  </a:cubicBezTo>
                  <a:cubicBezTo>
                    <a:pt x="1834" y="11214"/>
                    <a:pt x="1905" y="11131"/>
                    <a:pt x="1905" y="11047"/>
                  </a:cubicBezTo>
                  <a:lnTo>
                    <a:pt x="1905" y="9952"/>
                  </a:lnTo>
                  <a:cubicBezTo>
                    <a:pt x="1905" y="9690"/>
                    <a:pt x="1798" y="9452"/>
                    <a:pt x="1608" y="9297"/>
                  </a:cubicBezTo>
                  <a:lnTo>
                    <a:pt x="667" y="8487"/>
                  </a:lnTo>
                  <a:cubicBezTo>
                    <a:pt x="762" y="8416"/>
                    <a:pt x="870" y="8368"/>
                    <a:pt x="965" y="8345"/>
                  </a:cubicBezTo>
                  <a:lnTo>
                    <a:pt x="2382" y="7928"/>
                  </a:lnTo>
                  <a:lnTo>
                    <a:pt x="2906" y="8833"/>
                  </a:lnTo>
                  <a:cubicBezTo>
                    <a:pt x="2953" y="8916"/>
                    <a:pt x="3036" y="8976"/>
                    <a:pt x="3144" y="8999"/>
                  </a:cubicBezTo>
                  <a:lnTo>
                    <a:pt x="3203" y="8999"/>
                  </a:lnTo>
                  <a:cubicBezTo>
                    <a:pt x="3275" y="8999"/>
                    <a:pt x="3370" y="8964"/>
                    <a:pt x="3429" y="8916"/>
                  </a:cubicBezTo>
                  <a:lnTo>
                    <a:pt x="3870" y="8535"/>
                  </a:lnTo>
                  <a:lnTo>
                    <a:pt x="3870" y="9630"/>
                  </a:lnTo>
                  <a:cubicBezTo>
                    <a:pt x="3870" y="9833"/>
                    <a:pt x="4025" y="9976"/>
                    <a:pt x="4215" y="9976"/>
                  </a:cubicBezTo>
                  <a:lnTo>
                    <a:pt x="4572" y="9976"/>
                  </a:lnTo>
                  <a:cubicBezTo>
                    <a:pt x="4763" y="9976"/>
                    <a:pt x="4918" y="9833"/>
                    <a:pt x="4918" y="9630"/>
                  </a:cubicBezTo>
                  <a:lnTo>
                    <a:pt x="4918" y="8535"/>
                  </a:lnTo>
                  <a:lnTo>
                    <a:pt x="5358" y="8916"/>
                  </a:lnTo>
                  <a:cubicBezTo>
                    <a:pt x="5418" y="8976"/>
                    <a:pt x="5489" y="8999"/>
                    <a:pt x="5584" y="8999"/>
                  </a:cubicBezTo>
                  <a:lnTo>
                    <a:pt x="5644" y="8999"/>
                  </a:lnTo>
                  <a:cubicBezTo>
                    <a:pt x="5751" y="8976"/>
                    <a:pt x="5834" y="8916"/>
                    <a:pt x="5882" y="8833"/>
                  </a:cubicBezTo>
                  <a:lnTo>
                    <a:pt x="6406" y="7928"/>
                  </a:lnTo>
                  <a:lnTo>
                    <a:pt x="7811" y="8345"/>
                  </a:lnTo>
                  <a:cubicBezTo>
                    <a:pt x="7918" y="8368"/>
                    <a:pt x="8025" y="8428"/>
                    <a:pt x="8109" y="8487"/>
                  </a:cubicBezTo>
                  <a:lnTo>
                    <a:pt x="7180" y="9297"/>
                  </a:lnTo>
                  <a:cubicBezTo>
                    <a:pt x="6977" y="9452"/>
                    <a:pt x="6882" y="9690"/>
                    <a:pt x="6882" y="9952"/>
                  </a:cubicBezTo>
                  <a:lnTo>
                    <a:pt x="6882" y="11035"/>
                  </a:lnTo>
                  <a:cubicBezTo>
                    <a:pt x="6882" y="11119"/>
                    <a:pt x="6954" y="11202"/>
                    <a:pt x="7037" y="11202"/>
                  </a:cubicBezTo>
                  <a:cubicBezTo>
                    <a:pt x="7132" y="11202"/>
                    <a:pt x="7204" y="11119"/>
                    <a:pt x="7204" y="11035"/>
                  </a:cubicBezTo>
                  <a:lnTo>
                    <a:pt x="7204" y="10464"/>
                  </a:lnTo>
                  <a:lnTo>
                    <a:pt x="7430" y="10428"/>
                  </a:lnTo>
                  <a:cubicBezTo>
                    <a:pt x="7513" y="10404"/>
                    <a:pt x="7573" y="10321"/>
                    <a:pt x="7549" y="10226"/>
                  </a:cubicBezTo>
                  <a:cubicBezTo>
                    <a:pt x="7539" y="10155"/>
                    <a:pt x="7469" y="10101"/>
                    <a:pt x="7397" y="10101"/>
                  </a:cubicBezTo>
                  <a:cubicBezTo>
                    <a:pt x="7384" y="10101"/>
                    <a:pt x="7371" y="10103"/>
                    <a:pt x="7358" y="10107"/>
                  </a:cubicBezTo>
                  <a:lnTo>
                    <a:pt x="7204" y="10142"/>
                  </a:lnTo>
                  <a:lnTo>
                    <a:pt x="7204" y="9952"/>
                  </a:lnTo>
                  <a:cubicBezTo>
                    <a:pt x="7204" y="9785"/>
                    <a:pt x="7275" y="9630"/>
                    <a:pt x="7394" y="9547"/>
                  </a:cubicBezTo>
                  <a:lnTo>
                    <a:pt x="8335" y="8737"/>
                  </a:lnTo>
                  <a:cubicBezTo>
                    <a:pt x="8406" y="8880"/>
                    <a:pt x="8454" y="9023"/>
                    <a:pt x="8454" y="9190"/>
                  </a:cubicBezTo>
                  <a:lnTo>
                    <a:pt x="8454" y="9845"/>
                  </a:lnTo>
                  <a:lnTo>
                    <a:pt x="8049" y="9928"/>
                  </a:lnTo>
                  <a:cubicBezTo>
                    <a:pt x="7966" y="9952"/>
                    <a:pt x="7906" y="10035"/>
                    <a:pt x="7930" y="10131"/>
                  </a:cubicBezTo>
                  <a:cubicBezTo>
                    <a:pt x="7954" y="10202"/>
                    <a:pt x="8025" y="10261"/>
                    <a:pt x="8097" y="10261"/>
                  </a:cubicBezTo>
                  <a:lnTo>
                    <a:pt x="8132" y="10261"/>
                  </a:lnTo>
                  <a:lnTo>
                    <a:pt x="8454" y="10190"/>
                  </a:lnTo>
                  <a:lnTo>
                    <a:pt x="8454" y="11035"/>
                  </a:lnTo>
                  <a:cubicBezTo>
                    <a:pt x="8454" y="11119"/>
                    <a:pt x="8525" y="11202"/>
                    <a:pt x="8621" y="11202"/>
                  </a:cubicBezTo>
                  <a:cubicBezTo>
                    <a:pt x="8704" y="11202"/>
                    <a:pt x="8787" y="11119"/>
                    <a:pt x="8787" y="11035"/>
                  </a:cubicBezTo>
                  <a:lnTo>
                    <a:pt x="8751" y="9190"/>
                  </a:lnTo>
                  <a:cubicBezTo>
                    <a:pt x="8751" y="8654"/>
                    <a:pt x="8394" y="8178"/>
                    <a:pt x="7870" y="8023"/>
                  </a:cubicBezTo>
                  <a:lnTo>
                    <a:pt x="6430" y="7606"/>
                  </a:lnTo>
                  <a:lnTo>
                    <a:pt x="6180" y="7106"/>
                  </a:lnTo>
                  <a:cubicBezTo>
                    <a:pt x="6132" y="7011"/>
                    <a:pt x="6061" y="6952"/>
                    <a:pt x="5965" y="6928"/>
                  </a:cubicBezTo>
                  <a:cubicBezTo>
                    <a:pt x="5930" y="6922"/>
                    <a:pt x="5894" y="6919"/>
                    <a:pt x="5860" y="6919"/>
                  </a:cubicBezTo>
                  <a:cubicBezTo>
                    <a:pt x="5826" y="6919"/>
                    <a:pt x="5793" y="6922"/>
                    <a:pt x="5763" y="6928"/>
                  </a:cubicBezTo>
                  <a:lnTo>
                    <a:pt x="5763" y="6559"/>
                  </a:lnTo>
                  <a:cubicBezTo>
                    <a:pt x="6311" y="6166"/>
                    <a:pt x="6704" y="5570"/>
                    <a:pt x="6787" y="4892"/>
                  </a:cubicBezTo>
                  <a:lnTo>
                    <a:pt x="6894" y="4892"/>
                  </a:lnTo>
                  <a:cubicBezTo>
                    <a:pt x="7216" y="4892"/>
                    <a:pt x="7489" y="4654"/>
                    <a:pt x="7513" y="4356"/>
                  </a:cubicBezTo>
                  <a:cubicBezTo>
                    <a:pt x="7537" y="4189"/>
                    <a:pt x="7478" y="4011"/>
                    <a:pt x="7370" y="3892"/>
                  </a:cubicBezTo>
                  <a:lnTo>
                    <a:pt x="7358" y="3868"/>
                  </a:lnTo>
                  <a:lnTo>
                    <a:pt x="7680" y="3034"/>
                  </a:lnTo>
                  <a:cubicBezTo>
                    <a:pt x="7716" y="2975"/>
                    <a:pt x="7692" y="2903"/>
                    <a:pt x="7656" y="2856"/>
                  </a:cubicBezTo>
                  <a:lnTo>
                    <a:pt x="7370" y="2582"/>
                  </a:lnTo>
                  <a:lnTo>
                    <a:pt x="7680" y="1629"/>
                  </a:lnTo>
                  <a:cubicBezTo>
                    <a:pt x="7692" y="1582"/>
                    <a:pt x="7692" y="1522"/>
                    <a:pt x="7656" y="1475"/>
                  </a:cubicBezTo>
                  <a:cubicBezTo>
                    <a:pt x="7620" y="1427"/>
                    <a:pt x="7573" y="1403"/>
                    <a:pt x="7513" y="1403"/>
                  </a:cubicBezTo>
                  <a:lnTo>
                    <a:pt x="6882" y="1403"/>
                  </a:lnTo>
                  <a:lnTo>
                    <a:pt x="7144" y="748"/>
                  </a:lnTo>
                  <a:cubicBezTo>
                    <a:pt x="7156" y="701"/>
                    <a:pt x="7156" y="641"/>
                    <a:pt x="7132" y="606"/>
                  </a:cubicBezTo>
                  <a:cubicBezTo>
                    <a:pt x="7097" y="558"/>
                    <a:pt x="7061" y="522"/>
                    <a:pt x="7001" y="522"/>
                  </a:cubicBezTo>
                  <a:lnTo>
                    <a:pt x="6013" y="522"/>
                  </a:lnTo>
                  <a:lnTo>
                    <a:pt x="5537" y="46"/>
                  </a:lnTo>
                  <a:cubicBezTo>
                    <a:pt x="5519" y="28"/>
                    <a:pt x="5479" y="2"/>
                    <a:pt x="5440" y="2"/>
                  </a:cubicBezTo>
                  <a:cubicBezTo>
                    <a:pt x="5429" y="2"/>
                    <a:pt x="5417" y="5"/>
                    <a:pt x="5406" y="10"/>
                  </a:cubicBezTo>
                  <a:lnTo>
                    <a:pt x="4215" y="165"/>
                  </a:lnTo>
                  <a:lnTo>
                    <a:pt x="3548" y="10"/>
                  </a:lnTo>
                  <a:cubicBezTo>
                    <a:pt x="3535" y="3"/>
                    <a:pt x="3520" y="0"/>
                    <a:pt x="35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9"/>
        <p:cNvGrpSpPr/>
        <p:nvPr/>
      </p:nvGrpSpPr>
      <p:grpSpPr>
        <a:xfrm>
          <a:off x="0" y="0"/>
          <a:ext cx="0" cy="0"/>
          <a:chOff x="0" y="0"/>
          <a:chExt cx="0" cy="0"/>
        </a:xfrm>
      </p:grpSpPr>
      <p:sp>
        <p:nvSpPr>
          <p:cNvPr id="1540" name="Google Shape;1540;p58"/>
          <p:cNvSpPr txBox="1">
            <a:spLocks noGrp="1"/>
          </p:cNvSpPr>
          <p:nvPr>
            <p:ph type="title"/>
          </p:nvPr>
        </p:nvSpPr>
        <p:spPr>
          <a:xfrm>
            <a:off x="3507800" y="441350"/>
            <a:ext cx="500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THIS IS</a:t>
            </a:r>
            <a:r>
              <a:rPr lang="en"/>
              <a:t> A TABLE</a:t>
            </a:r>
            <a:endParaRPr/>
          </a:p>
        </p:txBody>
      </p:sp>
      <p:graphicFrame>
        <p:nvGraphicFramePr>
          <p:cNvPr id="1541" name="Google Shape;1541;p58"/>
          <p:cNvGraphicFramePr/>
          <p:nvPr/>
        </p:nvGraphicFramePr>
        <p:xfrm>
          <a:off x="1221100" y="1338950"/>
          <a:ext cx="6701800" cy="3015210"/>
        </p:xfrm>
        <a:graphic>
          <a:graphicData uri="http://schemas.openxmlformats.org/drawingml/2006/table">
            <a:tbl>
              <a:tblPr>
                <a:noFill/>
                <a:tableStyleId>{2E07CDB5-CAD7-4D3C-AC16-2C8DB3FA1D81}</a:tableStyleId>
              </a:tblPr>
              <a:tblGrid>
                <a:gridCol w="1699875">
                  <a:extLst>
                    <a:ext uri="{9D8B030D-6E8A-4147-A177-3AD203B41FA5}">
                      <a16:colId xmlns:a16="http://schemas.microsoft.com/office/drawing/2014/main" val="20000"/>
                    </a:ext>
                  </a:extLst>
                </a:gridCol>
                <a:gridCol w="1699875">
                  <a:extLst>
                    <a:ext uri="{9D8B030D-6E8A-4147-A177-3AD203B41FA5}">
                      <a16:colId xmlns:a16="http://schemas.microsoft.com/office/drawing/2014/main" val="20001"/>
                    </a:ext>
                  </a:extLst>
                </a:gridCol>
                <a:gridCol w="1699875">
                  <a:extLst>
                    <a:ext uri="{9D8B030D-6E8A-4147-A177-3AD203B41FA5}">
                      <a16:colId xmlns:a16="http://schemas.microsoft.com/office/drawing/2014/main" val="20002"/>
                    </a:ext>
                  </a:extLst>
                </a:gridCol>
                <a:gridCol w="1602175">
                  <a:extLst>
                    <a:ext uri="{9D8B030D-6E8A-4147-A177-3AD203B41FA5}">
                      <a16:colId xmlns:a16="http://schemas.microsoft.com/office/drawing/2014/main" val="20003"/>
                    </a:ext>
                  </a:extLst>
                </a:gridCol>
              </a:tblGrid>
              <a:tr h="669800">
                <a:tc>
                  <a:txBody>
                    <a:bodyPr/>
                    <a:lstStyle/>
                    <a:p>
                      <a:pPr marL="0" lvl="0" indent="0" algn="ctr" rtl="0">
                        <a:spcBef>
                          <a:spcPts val="0"/>
                        </a:spcBef>
                        <a:spcAft>
                          <a:spcPts val="0"/>
                        </a:spcAft>
                        <a:buNone/>
                      </a:pPr>
                      <a:endParaRPr sz="1800">
                        <a:solidFill>
                          <a:schemeClr val="accent1"/>
                        </a:solidFill>
                        <a:latin typeface="Red Hat Display Black"/>
                        <a:ea typeface="Red Hat Display Black"/>
                        <a:cs typeface="Red Hat Display Black"/>
                        <a:sym typeface="Red Hat Display Black"/>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accent1"/>
                          </a:solidFill>
                          <a:latin typeface="Red Hat Display Black"/>
                          <a:ea typeface="Red Hat Display Black"/>
                          <a:cs typeface="Red Hat Display Black"/>
                          <a:sym typeface="Red Hat Display Black"/>
                        </a:rPr>
                        <a:t>MASS</a:t>
                      </a:r>
                      <a:endParaRPr sz="1800">
                        <a:solidFill>
                          <a:schemeClr val="accent1"/>
                        </a:solidFill>
                        <a:latin typeface="Red Hat Display Black"/>
                        <a:ea typeface="Red Hat Display Black"/>
                        <a:cs typeface="Red Hat Display Black"/>
                        <a:sym typeface="Red Hat Display Black"/>
                      </a:endParaRPr>
                    </a:p>
                    <a:p>
                      <a:pPr marL="0" lvl="0" indent="0" algn="ctr" rtl="0">
                        <a:spcBef>
                          <a:spcPts val="0"/>
                        </a:spcBef>
                        <a:spcAft>
                          <a:spcPts val="0"/>
                        </a:spcAft>
                        <a:buNone/>
                      </a:pPr>
                      <a:r>
                        <a:rPr lang="en" sz="1800">
                          <a:solidFill>
                            <a:schemeClr val="accent1"/>
                          </a:solidFill>
                          <a:latin typeface="Red Hat Display Black"/>
                          <a:ea typeface="Red Hat Display Black"/>
                          <a:cs typeface="Red Hat Display Black"/>
                          <a:sym typeface="Red Hat Display Black"/>
                        </a:rPr>
                        <a:t>(EARTHS)</a:t>
                      </a:r>
                      <a:endParaRPr sz="1800">
                        <a:solidFill>
                          <a:schemeClr val="accent1"/>
                        </a:solidFill>
                        <a:latin typeface="Red Hat Display Black"/>
                        <a:ea typeface="Red Hat Display Black"/>
                        <a:cs typeface="Red Hat Display Black"/>
                        <a:sym typeface="Red Hat Display Black"/>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accent1"/>
                          </a:solidFill>
                          <a:latin typeface="Red Hat Display Black"/>
                          <a:ea typeface="Red Hat Display Black"/>
                          <a:cs typeface="Red Hat Display Black"/>
                          <a:sym typeface="Red Hat Display Black"/>
                        </a:rPr>
                        <a:t>DIAMETER</a:t>
                      </a:r>
                      <a:endParaRPr sz="1800">
                        <a:solidFill>
                          <a:schemeClr val="accent1"/>
                        </a:solidFill>
                        <a:latin typeface="Red Hat Display Black"/>
                        <a:ea typeface="Red Hat Display Black"/>
                        <a:cs typeface="Red Hat Display Black"/>
                        <a:sym typeface="Red Hat Display Black"/>
                      </a:endParaRPr>
                    </a:p>
                    <a:p>
                      <a:pPr marL="0" lvl="0" indent="0" algn="ctr" rtl="0">
                        <a:spcBef>
                          <a:spcPts val="0"/>
                        </a:spcBef>
                        <a:spcAft>
                          <a:spcPts val="0"/>
                        </a:spcAft>
                        <a:buNone/>
                      </a:pPr>
                      <a:r>
                        <a:rPr lang="en" sz="1800">
                          <a:solidFill>
                            <a:schemeClr val="accent1"/>
                          </a:solidFill>
                          <a:latin typeface="Red Hat Display Black"/>
                          <a:ea typeface="Red Hat Display Black"/>
                          <a:cs typeface="Red Hat Display Black"/>
                          <a:sym typeface="Red Hat Display Black"/>
                        </a:rPr>
                        <a:t>(EARTHS)</a:t>
                      </a:r>
                      <a:endParaRPr sz="1800">
                        <a:solidFill>
                          <a:schemeClr val="accent1"/>
                        </a:solidFill>
                        <a:latin typeface="Red Hat Display Black"/>
                        <a:ea typeface="Red Hat Display Black"/>
                        <a:cs typeface="Red Hat Display Black"/>
                        <a:sym typeface="Red Hat Display Black"/>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800">
                          <a:solidFill>
                            <a:schemeClr val="accent1"/>
                          </a:solidFill>
                          <a:latin typeface="Red Hat Display Black"/>
                          <a:ea typeface="Red Hat Display Black"/>
                          <a:cs typeface="Red Hat Display Black"/>
                          <a:sym typeface="Red Hat Display Black"/>
                        </a:rPr>
                        <a:t>SURFACE GRAVITY</a:t>
                      </a:r>
                      <a:endParaRPr sz="1800">
                        <a:solidFill>
                          <a:schemeClr val="accent1"/>
                        </a:solidFill>
                        <a:latin typeface="Red Hat Display Black"/>
                        <a:ea typeface="Red Hat Display Black"/>
                        <a:cs typeface="Red Hat Display Black"/>
                        <a:sym typeface="Red Hat Display Black"/>
                      </a:endParaRPr>
                    </a:p>
                    <a:p>
                      <a:pPr marL="0" lvl="0" indent="0" algn="ctr" rtl="0">
                        <a:spcBef>
                          <a:spcPts val="0"/>
                        </a:spcBef>
                        <a:spcAft>
                          <a:spcPts val="0"/>
                        </a:spcAft>
                        <a:buNone/>
                      </a:pPr>
                      <a:r>
                        <a:rPr lang="en" sz="1800">
                          <a:solidFill>
                            <a:schemeClr val="accent1"/>
                          </a:solidFill>
                          <a:latin typeface="Red Hat Display Black"/>
                          <a:ea typeface="Red Hat Display Black"/>
                          <a:cs typeface="Red Hat Display Black"/>
                          <a:sym typeface="Red Hat Display Black"/>
                        </a:rPr>
                        <a:t>(EARTHS)</a:t>
                      </a:r>
                      <a:endParaRPr sz="1800">
                        <a:solidFill>
                          <a:schemeClr val="accent1"/>
                        </a:solidFill>
                        <a:latin typeface="Red Hat Display Black"/>
                        <a:ea typeface="Red Hat Display Black"/>
                        <a:cs typeface="Red Hat Display Black"/>
                        <a:sym typeface="Red Hat Display Black"/>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dash"/>
                      <a:round/>
                      <a:headEnd type="none" w="sm" len="sm"/>
                      <a:tailEnd type="none" w="sm" len="sm"/>
                    </a:lnB>
                  </a:tcPr>
                </a:tc>
                <a:extLst>
                  <a:ext uri="{0D108BD9-81ED-4DB2-BD59-A6C34878D82A}">
                    <a16:rowId xmlns:a16="http://schemas.microsoft.com/office/drawing/2014/main" val="10000"/>
                  </a:ext>
                </a:extLst>
              </a:tr>
              <a:tr h="669800">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Mercury</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0.06</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0.38</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0.38</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extLst>
                  <a:ext uri="{0D108BD9-81ED-4DB2-BD59-A6C34878D82A}">
                    <a16:rowId xmlns:a16="http://schemas.microsoft.com/office/drawing/2014/main" val="10001"/>
                  </a:ext>
                </a:extLst>
              </a:tr>
              <a:tr h="669800">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Mars</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0.11</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0.53</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0.38</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dash"/>
                      <a:round/>
                      <a:headEnd type="none" w="sm" len="sm"/>
                      <a:tailEnd type="none" w="sm" len="sm"/>
                    </a:lnB>
                  </a:tcPr>
                </a:tc>
                <a:extLst>
                  <a:ext uri="{0D108BD9-81ED-4DB2-BD59-A6C34878D82A}">
                    <a16:rowId xmlns:a16="http://schemas.microsoft.com/office/drawing/2014/main" val="10002"/>
                  </a:ext>
                </a:extLst>
              </a:tr>
              <a:tr h="669800">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Saturn</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95.2</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9.4</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dash"/>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ed Hat Display"/>
                          <a:ea typeface="Red Hat Display"/>
                          <a:cs typeface="Red Hat Display"/>
                          <a:sym typeface="Red Hat Display"/>
                        </a:rPr>
                        <a:t>1.16</a:t>
                      </a:r>
                      <a:endParaRPr>
                        <a:solidFill>
                          <a:schemeClr val="dk1"/>
                        </a:solidFill>
                        <a:latin typeface="Red Hat Display"/>
                        <a:ea typeface="Red Hat Display"/>
                        <a:cs typeface="Red Hat Display"/>
                        <a:sym typeface="Red Hat Display"/>
                      </a:endParaRPr>
                    </a:p>
                  </a:txBody>
                  <a:tcPr marL="91425" marR="91425" marT="91425" marB="91425" anchor="ctr">
                    <a:lnL w="9525" cap="flat" cmpd="sng">
                      <a:solidFill>
                        <a:schemeClr val="accent1"/>
                      </a:solidFill>
                      <a:prstDash val="dash"/>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dash"/>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45"/>
        <p:cNvGrpSpPr/>
        <p:nvPr/>
      </p:nvGrpSpPr>
      <p:grpSpPr>
        <a:xfrm>
          <a:off x="0" y="0"/>
          <a:ext cx="0" cy="0"/>
          <a:chOff x="0" y="0"/>
          <a:chExt cx="0" cy="0"/>
        </a:xfrm>
      </p:grpSpPr>
      <p:sp>
        <p:nvSpPr>
          <p:cNvPr id="1546" name="Google Shape;1546;p59"/>
          <p:cNvSpPr txBox="1">
            <a:spLocks noGrp="1"/>
          </p:cNvSpPr>
          <p:nvPr>
            <p:ph type="title"/>
          </p:nvPr>
        </p:nvSpPr>
        <p:spPr>
          <a:xfrm>
            <a:off x="626700" y="441350"/>
            <a:ext cx="78906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latin typeface="Encode Sans"/>
                <a:ea typeface="Encode Sans"/>
                <a:cs typeface="Encode Sans"/>
                <a:sym typeface="Encode Sans"/>
              </a:rPr>
              <a:t>PHONE </a:t>
            </a:r>
            <a:r>
              <a:rPr lang="en"/>
              <a:t>MOCKUP</a:t>
            </a:r>
            <a:endParaRPr/>
          </a:p>
        </p:txBody>
      </p:sp>
      <p:sp>
        <p:nvSpPr>
          <p:cNvPr id="1547" name="Google Shape;1547;p59"/>
          <p:cNvSpPr txBox="1">
            <a:spLocks noGrp="1"/>
          </p:cNvSpPr>
          <p:nvPr>
            <p:ph type="subTitle" idx="1"/>
          </p:nvPr>
        </p:nvSpPr>
        <p:spPr>
          <a:xfrm>
            <a:off x="1968452" y="2090313"/>
            <a:ext cx="26106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a:t>
            </a:r>
            <a:endParaRPr/>
          </a:p>
        </p:txBody>
      </p:sp>
      <p:sp>
        <p:nvSpPr>
          <p:cNvPr id="1548" name="Google Shape;1548;p59"/>
          <p:cNvSpPr txBox="1">
            <a:spLocks noGrp="1"/>
          </p:cNvSpPr>
          <p:nvPr>
            <p:ph type="subTitle" idx="2"/>
          </p:nvPr>
        </p:nvSpPr>
        <p:spPr>
          <a:xfrm>
            <a:off x="1965838" y="2444263"/>
            <a:ext cx="2610600" cy="10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delete this one, add yours and center it properly</a:t>
            </a:r>
            <a:endParaRPr/>
          </a:p>
        </p:txBody>
      </p:sp>
      <p:grpSp>
        <p:nvGrpSpPr>
          <p:cNvPr id="1549" name="Google Shape;1549;p59"/>
          <p:cNvGrpSpPr/>
          <p:nvPr/>
        </p:nvGrpSpPr>
        <p:grpSpPr>
          <a:xfrm>
            <a:off x="5369431" y="1116875"/>
            <a:ext cx="1812300" cy="3209400"/>
            <a:chOff x="5369431" y="1116875"/>
            <a:chExt cx="1812300" cy="3209400"/>
          </a:xfrm>
        </p:grpSpPr>
        <p:grpSp>
          <p:nvGrpSpPr>
            <p:cNvPr id="1550" name="Google Shape;1550;p59"/>
            <p:cNvGrpSpPr/>
            <p:nvPr/>
          </p:nvGrpSpPr>
          <p:grpSpPr>
            <a:xfrm>
              <a:off x="5369431" y="1116875"/>
              <a:ext cx="1812300" cy="3209400"/>
              <a:chOff x="5369431" y="1116875"/>
              <a:chExt cx="1812300" cy="3209400"/>
            </a:xfrm>
          </p:grpSpPr>
          <p:sp>
            <p:nvSpPr>
              <p:cNvPr id="1551" name="Google Shape;1551;p59"/>
              <p:cNvSpPr/>
              <p:nvPr/>
            </p:nvSpPr>
            <p:spPr>
              <a:xfrm>
                <a:off x="5369431" y="1116875"/>
                <a:ext cx="1812300" cy="3209400"/>
              </a:xfrm>
              <a:prstGeom prst="roundRect">
                <a:avLst>
                  <a:gd name="adj" fmla="val 13044"/>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52" name="Google Shape;1552;p59"/>
              <p:cNvCxnSpPr/>
              <p:nvPr/>
            </p:nvCxnSpPr>
            <p:spPr>
              <a:xfrm>
                <a:off x="5372881" y="3997325"/>
                <a:ext cx="1805400" cy="0"/>
              </a:xfrm>
              <a:prstGeom prst="straightConnector1">
                <a:avLst/>
              </a:prstGeom>
              <a:noFill/>
              <a:ln w="9525" cap="flat" cmpd="sng">
                <a:solidFill>
                  <a:schemeClr val="accent1"/>
                </a:solidFill>
                <a:prstDash val="solid"/>
                <a:round/>
                <a:headEnd type="none" w="med" len="med"/>
                <a:tailEnd type="none" w="med" len="med"/>
              </a:ln>
            </p:spPr>
          </p:cxnSp>
          <p:sp>
            <p:nvSpPr>
              <p:cNvPr id="1553" name="Google Shape;1553;p59"/>
              <p:cNvSpPr/>
              <p:nvPr/>
            </p:nvSpPr>
            <p:spPr>
              <a:xfrm>
                <a:off x="5811781" y="1217800"/>
                <a:ext cx="927600" cy="73200"/>
              </a:xfrm>
              <a:prstGeom prst="roundRect">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4" name="Google Shape;1554;p59"/>
            <p:cNvSpPr/>
            <p:nvPr/>
          </p:nvSpPr>
          <p:spPr>
            <a:xfrm>
              <a:off x="6225475" y="4104775"/>
              <a:ext cx="100200" cy="100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9"/>
            <p:cNvSpPr/>
            <p:nvPr/>
          </p:nvSpPr>
          <p:spPr>
            <a:xfrm>
              <a:off x="6175525" y="4054800"/>
              <a:ext cx="200100" cy="2001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6" name="Google Shape;1556;p59"/>
          <p:cNvPicPr preferRelativeResize="0"/>
          <p:nvPr/>
        </p:nvPicPr>
        <p:blipFill rotWithShape="1">
          <a:blip r:embed="rId3">
            <a:alphaModFix/>
          </a:blip>
          <a:srcRect r="882"/>
          <a:stretch/>
        </p:blipFill>
        <p:spPr>
          <a:xfrm>
            <a:off x="5375450" y="1122725"/>
            <a:ext cx="1800600" cy="2870700"/>
          </a:xfrm>
          <a:prstGeom prst="round2SameRect">
            <a:avLst>
              <a:gd name="adj1" fmla="val 13079"/>
              <a:gd name="adj2" fmla="val 0"/>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60"/>
          <p:cNvSpPr txBox="1">
            <a:spLocks noGrp="1"/>
          </p:cNvSpPr>
          <p:nvPr>
            <p:ph type="title"/>
          </p:nvPr>
        </p:nvSpPr>
        <p:spPr>
          <a:xfrm>
            <a:off x="625934" y="1219038"/>
            <a:ext cx="4492800" cy="104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562" name="Google Shape;1562;p60"/>
          <p:cNvSpPr txBox="1">
            <a:spLocks noGrp="1"/>
          </p:cNvSpPr>
          <p:nvPr>
            <p:ph type="subTitle" idx="1"/>
          </p:nvPr>
        </p:nvSpPr>
        <p:spPr>
          <a:xfrm>
            <a:off x="627025" y="2193423"/>
            <a:ext cx="4492800" cy="123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accent1"/>
                </a:solidFill>
              </a:rPr>
              <a:t>Do you have any questions?</a:t>
            </a:r>
            <a:endParaRPr sz="1800" b="1">
              <a:solidFill>
                <a:schemeClr val="accent1"/>
              </a:solidFill>
            </a:endParaRPr>
          </a:p>
          <a:p>
            <a:pPr marL="0" lvl="0" indent="0" algn="l" rtl="0">
              <a:spcBef>
                <a:spcPts val="1000"/>
              </a:spcBef>
              <a:spcAft>
                <a:spcPts val="0"/>
              </a:spcAft>
              <a:buNone/>
            </a:pPr>
            <a:r>
              <a:rPr lang="en"/>
              <a:t>addyouremail@freepik.com</a:t>
            </a:r>
            <a:br>
              <a:rPr lang="en"/>
            </a:br>
            <a:r>
              <a:rPr lang="en"/>
              <a:t>+91 620 421 838</a:t>
            </a:r>
            <a:br>
              <a:rPr lang="en"/>
            </a:br>
            <a:r>
              <a:rPr lang="en"/>
              <a:t>yourcompany.com</a:t>
            </a:r>
            <a:endParaRPr/>
          </a:p>
        </p:txBody>
      </p:sp>
      <p:sp>
        <p:nvSpPr>
          <p:cNvPr id="1563" name="Google Shape;1563;p60"/>
          <p:cNvSpPr txBox="1">
            <a:spLocks noGrp="1"/>
          </p:cNvSpPr>
          <p:nvPr>
            <p:ph type="subTitle" idx="2"/>
          </p:nvPr>
        </p:nvSpPr>
        <p:spPr>
          <a:xfrm>
            <a:off x="6168880" y="1383775"/>
            <a:ext cx="2327700" cy="3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facebook.com/Freepik</a:t>
            </a:r>
            <a:endParaRPr/>
          </a:p>
        </p:txBody>
      </p:sp>
      <p:sp>
        <p:nvSpPr>
          <p:cNvPr id="1564" name="Google Shape;1564;p60"/>
          <p:cNvSpPr/>
          <p:nvPr/>
        </p:nvSpPr>
        <p:spPr>
          <a:xfrm>
            <a:off x="5631080" y="1333075"/>
            <a:ext cx="487200" cy="487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60"/>
          <p:cNvSpPr/>
          <p:nvPr/>
        </p:nvSpPr>
        <p:spPr>
          <a:xfrm>
            <a:off x="5631080" y="2056600"/>
            <a:ext cx="487200" cy="487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60"/>
          <p:cNvSpPr/>
          <p:nvPr/>
        </p:nvSpPr>
        <p:spPr>
          <a:xfrm>
            <a:off x="5631080" y="2780125"/>
            <a:ext cx="487200" cy="487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60"/>
          <p:cNvSpPr txBox="1">
            <a:spLocks noGrp="1"/>
          </p:cNvSpPr>
          <p:nvPr>
            <p:ph type="subTitle" idx="3"/>
          </p:nvPr>
        </p:nvSpPr>
        <p:spPr>
          <a:xfrm>
            <a:off x="6168880" y="2107300"/>
            <a:ext cx="2327700" cy="3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@Freepik_Vectors</a:t>
            </a:r>
            <a:endParaRPr/>
          </a:p>
        </p:txBody>
      </p:sp>
      <p:sp>
        <p:nvSpPr>
          <p:cNvPr id="1568" name="Google Shape;1568;p60"/>
          <p:cNvSpPr txBox="1">
            <a:spLocks noGrp="1"/>
          </p:cNvSpPr>
          <p:nvPr>
            <p:ph type="subTitle" idx="4"/>
          </p:nvPr>
        </p:nvSpPr>
        <p:spPr>
          <a:xfrm>
            <a:off x="6168880" y="2830825"/>
            <a:ext cx="2327700" cy="3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company/freepik-company</a:t>
            </a:r>
            <a:endParaRPr/>
          </a:p>
        </p:txBody>
      </p:sp>
      <p:sp>
        <p:nvSpPr>
          <p:cNvPr id="1569" name="Google Shape;1569;p60"/>
          <p:cNvSpPr txBox="1"/>
          <p:nvPr/>
        </p:nvSpPr>
        <p:spPr>
          <a:xfrm>
            <a:off x="3072000" y="4369805"/>
            <a:ext cx="3000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1"/>
                </a:solidFill>
                <a:latin typeface="Red Hat Display"/>
                <a:ea typeface="Red Hat Display"/>
                <a:cs typeface="Red Hat Display"/>
                <a:sym typeface="Red Hat Display"/>
              </a:rPr>
              <a:t>Please keep this slide for attribution</a:t>
            </a:r>
            <a:endParaRPr sz="1200">
              <a:solidFill>
                <a:schemeClr val="dk1"/>
              </a:solidFill>
              <a:latin typeface="Red Hat Display"/>
              <a:ea typeface="Red Hat Display"/>
              <a:cs typeface="Red Hat Display"/>
              <a:sym typeface="Red Hat Display"/>
            </a:endParaRPr>
          </a:p>
        </p:txBody>
      </p:sp>
      <p:sp>
        <p:nvSpPr>
          <p:cNvPr id="1570" name="Google Shape;1570;p60"/>
          <p:cNvSpPr/>
          <p:nvPr/>
        </p:nvSpPr>
        <p:spPr>
          <a:xfrm>
            <a:off x="5701843" y="1403436"/>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1" name="Google Shape;1571;p60"/>
          <p:cNvGrpSpPr/>
          <p:nvPr/>
        </p:nvGrpSpPr>
        <p:grpSpPr>
          <a:xfrm>
            <a:off x="5701641" y="2850890"/>
            <a:ext cx="346056" cy="345674"/>
            <a:chOff x="3752358" y="3817349"/>
            <a:chExt cx="346056" cy="345674"/>
          </a:xfrm>
        </p:grpSpPr>
        <p:sp>
          <p:nvSpPr>
            <p:cNvPr id="1572" name="Google Shape;1572;p60"/>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60"/>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60"/>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60"/>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6" name="Google Shape;1576;p60"/>
          <p:cNvGrpSpPr/>
          <p:nvPr/>
        </p:nvGrpSpPr>
        <p:grpSpPr>
          <a:xfrm>
            <a:off x="5701668" y="2127365"/>
            <a:ext cx="346024" cy="345674"/>
            <a:chOff x="4201447" y="3817349"/>
            <a:chExt cx="346024" cy="345674"/>
          </a:xfrm>
        </p:grpSpPr>
        <p:sp>
          <p:nvSpPr>
            <p:cNvPr id="1577" name="Google Shape;1577;p60"/>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60"/>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reative Solutions Project Proposal by Slidesgo">
  <a:themeElements>
    <a:clrScheme name="Simple Light">
      <a:dk1>
        <a:srgbClr val="0000E0"/>
      </a:dk1>
      <a:lt1>
        <a:srgbClr val="F4F4F9"/>
      </a:lt1>
      <a:dk2>
        <a:srgbClr val="595959"/>
      </a:dk2>
      <a:lt2>
        <a:srgbClr val="EEEEEE"/>
      </a:lt2>
      <a:accent1>
        <a:srgbClr val="FF0044"/>
      </a:accent1>
      <a:accent2>
        <a:srgbClr val="0000E0"/>
      </a:accent2>
      <a:accent3>
        <a:srgbClr val="FF0044"/>
      </a:accent3>
      <a:accent4>
        <a:srgbClr val="F4F4F9"/>
      </a:accent4>
      <a:accent5>
        <a:srgbClr val="FF0044"/>
      </a:accent5>
      <a:accent6>
        <a:srgbClr val="0000E0"/>
      </a:accent6>
      <a:hlink>
        <a:srgbClr val="0000E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922</Words>
  <Application>Microsoft Office PowerPoint</Application>
  <PresentationFormat>Экран (16:9)</PresentationFormat>
  <Paragraphs>176</Paragraphs>
  <Slides>24</Slides>
  <Notes>24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24</vt:i4>
      </vt:variant>
    </vt:vector>
  </HeadingPairs>
  <TitlesOfParts>
    <vt:vector size="30" baseType="lpstr">
      <vt:lpstr>Red Hat Display Black</vt:lpstr>
      <vt:lpstr>Encode Sans Black</vt:lpstr>
      <vt:lpstr>Red Hat Display</vt:lpstr>
      <vt:lpstr>Encode Sans</vt:lpstr>
      <vt:lpstr>Arial</vt:lpstr>
      <vt:lpstr>Creative Solutions Project Proposal by Slidesgo</vt:lpstr>
      <vt:lpstr>CREATIVE SOLUTIONS PROJECT PROPOSAL </vt:lpstr>
      <vt:lpstr>CONTENTS OF THIS TEMPLATE</vt:lpstr>
      <vt:lpstr>TABLE OF CONTENTS</vt:lpstr>
      <vt:lpstr>OUR COMPANY</vt:lpstr>
      <vt:lpstr>OUR COMPANY</vt:lpstr>
      <vt:lpstr>WHAT WE ARE WORKING ON</vt:lpstr>
      <vt:lpstr>ABOUT THE PROJECT</vt:lpstr>
      <vt:lpstr>WHOA</vt:lpstr>
      <vt:lpstr>Презентация PowerPoint</vt:lpstr>
      <vt:lpstr>MAJOR REQUIREMENTS</vt:lpstr>
      <vt:lpstr>BUDGET</vt:lpstr>
      <vt:lpstr>AWESOME WORDS</vt:lpstr>
      <vt:lpstr>PROJECT GOALS</vt:lpstr>
      <vt:lpstr>$20,000</vt:lpstr>
      <vt:lpstr>PROJECT BLUEPRINT</vt:lpstr>
      <vt:lpstr>SNEAK PEEK</vt:lpstr>
      <vt:lpstr>PROJECT STAGES</vt:lpstr>
      <vt:lpstr>TIMELINE</vt:lpstr>
      <vt:lpstr>OUR PARTNERS</vt:lpstr>
      <vt:lpstr>THIS IS AN INFOGRAPHIC</vt:lpstr>
      <vt:lpstr>OUR TEAM</vt:lpstr>
      <vt:lpstr>THIS IS A TABLE</vt:lpstr>
      <vt:lpstr>PHONE MOCKUP</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CREATIVE SOLUTIONS PROJECT PROPOSAL </dc:title>
  <cp:lastModifiedBy>я</cp:lastModifiedBy>
  <cp:revision>1</cp:revision>
  <dcterms:modified xsi:type="dcterms:W3CDTF">2026-02-19T10:18:15Z</dcterms:modified>
</cp:coreProperties>
</file>
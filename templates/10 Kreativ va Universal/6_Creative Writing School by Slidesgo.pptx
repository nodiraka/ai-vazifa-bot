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</p:sldIdLst>
  <p:sldSz cx="9144000" cy="5143500" type="screen16x9"/>
  <p:notesSz cx="6858000" cy="9144000"/>
  <p:embeddedFontLst>
    <p:embeddedFont>
      <p:font typeface="Secular One" panose="020B0604020202020204" charset="-79"/>
      <p:regular r:id="rId30"/>
    </p:embeddedFont>
    <p:embeddedFont>
      <p:font typeface="Barlow" panose="020B0604020202020204" charset="0"/>
      <p:regular r:id="rId31"/>
      <p:bold r:id="rId32"/>
      <p:italic r:id="rId33"/>
      <p:boldItalic r:id="rId34"/>
    </p:embeddedFont>
    <p:embeddedFont>
      <p:font typeface="Bebas Neue" panose="020B0604020202020204" charset="0"/>
      <p:regular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4F67F9A-AF26-4EF0-9563-D6FCD2DCD294}">
  <a:tblStyle styleId="{F4F67F9A-AF26-4EF0-9563-D6FCD2DCD29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8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5" name="Google Shape;695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12e478d9885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12e478d9885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9" name="Google Shape;719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1aed55c0a65_0_3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6" name="Google Shape;736;g1aed55c0a65_0_3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54ff9c4cb4_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7" name="Google Shape;777;g54ff9c4cb4_3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gec9722e163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3" name="Google Shape;793;gec9722e163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6" name="Google Shape;836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gd5260bdd85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1" name="Google Shape;881;gd5260bdd85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54dda1946d_4_27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1" name="Google Shape;911;g54dda1946d_4_27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0" name="Google Shape;960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g1aed55c0a65_0_3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7" name="Google Shape;987;g1aed55c0a65_0_3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g1aed55c0a65_0_3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0" name="Google Shape;1000;g1aed55c0a65_0_3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g1aed55c0a65_0_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5" name="Google Shape;1005;g1aed55c0a65_0_3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gec9722e163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4" name="Google Shape;1014;gec9722e163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g1aed55c0a65_0_5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6" name="Google Shape;1056;g1aed55c0a65_0_5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g1336c2bb6c6_1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8" name="Google Shape;1068;g1336c2bb6c6_1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g1aed55c0a65_0_3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8" name="Google Shape;1088;g1aed55c0a65_0_3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g1aed55c0a65_0_5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7" name="Google Shape;1167;g1aed55c0a65_0_5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g54dda1946d_4_26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6" name="Google Shape;1186;g54dda1946d_4_26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gd5260bdd85_0_3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2" name="Google Shape;1202;gd5260bdd85_0_3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gec9722e163_0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3" name="Google Shape;1223;gec9722e163_0_1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g1b0cafa635e_0_292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2" name="Google Shape;1272;g1b0cafa635e_0_292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gec9722e163_0_9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7" name="Google Shape;1287;gec9722e163_0_9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" name="Google Shape;1311;g1b5c880998e_0_1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2" name="Google Shape;1312;g1b5c880998e_0_1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Google Shape;1332;gec9722e163_0_2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3" name="Google Shape;1333;gec9722e163_0_2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Google Shape;1357;g1336c2bb6c6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8" name="Google Shape;1358;g1336c2bb6c6_1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229950" y="908524"/>
            <a:ext cx="4102200" cy="342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229950" y="4147688"/>
            <a:ext cx="4102200" cy="40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600">
                <a:highlight>
                  <a:schemeClr val="accent2"/>
                </a:highlight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 rot="10800000" flipH="1">
            <a:off x="7621833" y="2840086"/>
            <a:ext cx="1527666" cy="2319247"/>
            <a:chOff x="8103875" y="528048"/>
            <a:chExt cx="1056550" cy="1604127"/>
          </a:xfrm>
        </p:grpSpPr>
        <p:sp>
          <p:nvSpPr>
            <p:cNvPr id="12" name="Google Shape;12;p2"/>
            <p:cNvSpPr/>
            <p:nvPr/>
          </p:nvSpPr>
          <p:spPr>
            <a:xfrm rot="5400000">
              <a:off x="8621014" y="531240"/>
              <a:ext cx="539375" cy="539447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7508" y="0"/>
                  </a:moveTo>
                  <a:lnTo>
                    <a:pt x="1" y="7509"/>
                  </a:lnTo>
                  <a:lnTo>
                    <a:pt x="7508" y="7476"/>
                  </a:lnTo>
                  <a:lnTo>
                    <a:pt x="750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5400000">
              <a:off x="8621014" y="531240"/>
              <a:ext cx="539375" cy="539447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1" y="0"/>
                  </a:moveTo>
                  <a:lnTo>
                    <a:pt x="1" y="7509"/>
                  </a:lnTo>
                  <a:lnTo>
                    <a:pt x="750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8632286" y="1604037"/>
              <a:ext cx="528094" cy="528183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7508" y="1"/>
                  </a:moveTo>
                  <a:lnTo>
                    <a:pt x="1" y="7508"/>
                  </a:lnTo>
                  <a:lnTo>
                    <a:pt x="7508" y="7508"/>
                  </a:lnTo>
                  <a:lnTo>
                    <a:pt x="750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5400000">
              <a:off x="8627008" y="1070650"/>
              <a:ext cx="533417" cy="533417"/>
            </a:xfrm>
            <a:custGeom>
              <a:avLst/>
              <a:gdLst/>
              <a:ahLst/>
              <a:cxnLst/>
              <a:rect l="l" t="t" r="r" b="b"/>
              <a:pathLst>
                <a:path w="7510" h="7510" extrusionOk="0">
                  <a:moveTo>
                    <a:pt x="7509" y="1"/>
                  </a:moveTo>
                  <a:cubicBezTo>
                    <a:pt x="3362" y="1"/>
                    <a:pt x="1" y="3362"/>
                    <a:pt x="1" y="7509"/>
                  </a:cubicBezTo>
                  <a:lnTo>
                    <a:pt x="7509" y="7509"/>
                  </a:lnTo>
                  <a:lnTo>
                    <a:pt x="750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103875" y="528048"/>
              <a:ext cx="523128" cy="523058"/>
            </a:xfrm>
            <a:custGeom>
              <a:avLst/>
              <a:gdLst/>
              <a:ahLst/>
              <a:cxnLst/>
              <a:rect l="l" t="t" r="r" b="b"/>
              <a:pathLst>
                <a:path w="7510" h="7509" extrusionOk="0">
                  <a:moveTo>
                    <a:pt x="1" y="0"/>
                  </a:moveTo>
                  <a:cubicBezTo>
                    <a:pt x="4147" y="0"/>
                    <a:pt x="7509" y="3361"/>
                    <a:pt x="7509" y="7509"/>
                  </a:cubicBezTo>
                  <a:lnTo>
                    <a:pt x="750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" name="Google Shape;17;p2"/>
          <p:cNvGrpSpPr/>
          <p:nvPr/>
        </p:nvGrpSpPr>
        <p:grpSpPr>
          <a:xfrm rot="10800000" flipH="1">
            <a:off x="-5154" y="-11112"/>
            <a:ext cx="2798926" cy="2460088"/>
            <a:chOff x="195199" y="2755373"/>
            <a:chExt cx="2431311" cy="2136977"/>
          </a:xfrm>
        </p:grpSpPr>
        <p:sp>
          <p:nvSpPr>
            <p:cNvPr id="18" name="Google Shape;18;p2"/>
            <p:cNvSpPr/>
            <p:nvPr/>
          </p:nvSpPr>
          <p:spPr>
            <a:xfrm rot="-5400000">
              <a:off x="608578" y="4487752"/>
              <a:ext cx="539375" cy="269822"/>
            </a:xfrm>
            <a:custGeom>
              <a:avLst/>
              <a:gdLst/>
              <a:ahLst/>
              <a:cxnLst/>
              <a:rect l="l" t="t" r="r" b="b"/>
              <a:pathLst>
                <a:path w="7508" h="3756" extrusionOk="0">
                  <a:moveTo>
                    <a:pt x="1" y="0"/>
                  </a:moveTo>
                  <a:lnTo>
                    <a:pt x="1" y="3755"/>
                  </a:lnTo>
                  <a:lnTo>
                    <a:pt x="7508" y="3755"/>
                  </a:lnTo>
                  <a:lnTo>
                    <a:pt x="750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 rot="-5400000" flipH="1">
              <a:off x="195727" y="3275212"/>
              <a:ext cx="539375" cy="539447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7508" y="0"/>
                  </a:moveTo>
                  <a:lnTo>
                    <a:pt x="1" y="7509"/>
                  </a:lnTo>
                  <a:lnTo>
                    <a:pt x="7508" y="7476"/>
                  </a:lnTo>
                  <a:lnTo>
                    <a:pt x="750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 rot="-5400000" flipH="1">
              <a:off x="195241" y="3275212"/>
              <a:ext cx="539375" cy="539447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1" y="0"/>
                  </a:moveTo>
                  <a:lnTo>
                    <a:pt x="1" y="7509"/>
                  </a:lnTo>
                  <a:lnTo>
                    <a:pt x="750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 rot="5400000" flipH="1">
              <a:off x="195249" y="4348008"/>
              <a:ext cx="528094" cy="528183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7508" y="1"/>
                  </a:moveTo>
                  <a:lnTo>
                    <a:pt x="1" y="7508"/>
                  </a:lnTo>
                  <a:lnTo>
                    <a:pt x="7508" y="7508"/>
                  </a:lnTo>
                  <a:lnTo>
                    <a:pt x="750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 rot="-5400000" flipH="1">
              <a:off x="1817376" y="4083214"/>
              <a:ext cx="539375" cy="1078893"/>
            </a:xfrm>
            <a:custGeom>
              <a:avLst/>
              <a:gdLst/>
              <a:ahLst/>
              <a:cxnLst/>
              <a:rect l="l" t="t" r="r" b="b"/>
              <a:pathLst>
                <a:path w="7508" h="15018" extrusionOk="0">
                  <a:moveTo>
                    <a:pt x="1" y="1"/>
                  </a:moveTo>
                  <a:lnTo>
                    <a:pt x="1" y="7510"/>
                  </a:lnTo>
                  <a:lnTo>
                    <a:pt x="7508" y="15017"/>
                  </a:lnTo>
                  <a:lnTo>
                    <a:pt x="750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 rot="-5400000" flipH="1">
              <a:off x="195205" y="3814622"/>
              <a:ext cx="533417" cy="533417"/>
            </a:xfrm>
            <a:custGeom>
              <a:avLst/>
              <a:gdLst/>
              <a:ahLst/>
              <a:cxnLst/>
              <a:rect l="l" t="t" r="r" b="b"/>
              <a:pathLst>
                <a:path w="7510" h="7510" extrusionOk="0">
                  <a:moveTo>
                    <a:pt x="7509" y="1"/>
                  </a:moveTo>
                  <a:cubicBezTo>
                    <a:pt x="3362" y="1"/>
                    <a:pt x="1" y="3362"/>
                    <a:pt x="1" y="7509"/>
                  </a:cubicBezTo>
                  <a:lnTo>
                    <a:pt x="7509" y="7509"/>
                  </a:lnTo>
                  <a:lnTo>
                    <a:pt x="750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 rot="10800000">
              <a:off x="730925" y="3807696"/>
              <a:ext cx="545357" cy="545304"/>
            </a:xfrm>
            <a:custGeom>
              <a:avLst/>
              <a:gdLst/>
              <a:ahLst/>
              <a:cxnLst/>
              <a:rect l="l" t="t" r="r" b="b"/>
              <a:pathLst>
                <a:path w="7510" h="7509" extrusionOk="0">
                  <a:moveTo>
                    <a:pt x="1" y="0"/>
                  </a:moveTo>
                  <a:cubicBezTo>
                    <a:pt x="4147" y="0"/>
                    <a:pt x="7509" y="3361"/>
                    <a:pt x="7509" y="7509"/>
                  </a:cubicBezTo>
                  <a:lnTo>
                    <a:pt x="750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 flipH="1">
              <a:off x="195199" y="2755373"/>
              <a:ext cx="539450" cy="539522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7508" y="1"/>
                  </a:moveTo>
                  <a:cubicBezTo>
                    <a:pt x="3362" y="1"/>
                    <a:pt x="0" y="3362"/>
                    <a:pt x="0" y="7508"/>
                  </a:cubicBezTo>
                  <a:lnTo>
                    <a:pt x="7508" y="7508"/>
                  </a:lnTo>
                  <a:lnTo>
                    <a:pt x="750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 rot="-5400000">
              <a:off x="878403" y="4487752"/>
              <a:ext cx="539375" cy="269822"/>
            </a:xfrm>
            <a:custGeom>
              <a:avLst/>
              <a:gdLst/>
              <a:ahLst/>
              <a:cxnLst/>
              <a:rect l="l" t="t" r="r" b="b"/>
              <a:pathLst>
                <a:path w="7508" h="3756" extrusionOk="0">
                  <a:moveTo>
                    <a:pt x="1" y="0"/>
                  </a:moveTo>
                  <a:lnTo>
                    <a:pt x="1" y="3755"/>
                  </a:lnTo>
                  <a:lnTo>
                    <a:pt x="7508" y="3755"/>
                  </a:lnTo>
                  <a:lnTo>
                    <a:pt x="750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 rot="-5400000">
              <a:off x="1148228" y="4487752"/>
              <a:ext cx="539375" cy="269822"/>
            </a:xfrm>
            <a:custGeom>
              <a:avLst/>
              <a:gdLst/>
              <a:ahLst/>
              <a:cxnLst/>
              <a:rect l="l" t="t" r="r" b="b"/>
              <a:pathLst>
                <a:path w="7508" h="3756" extrusionOk="0">
                  <a:moveTo>
                    <a:pt x="1" y="0"/>
                  </a:moveTo>
                  <a:lnTo>
                    <a:pt x="1" y="3755"/>
                  </a:lnTo>
                  <a:lnTo>
                    <a:pt x="7508" y="3755"/>
                  </a:lnTo>
                  <a:lnTo>
                    <a:pt x="750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1648200" y="4436200"/>
              <a:ext cx="372900" cy="37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" name="Google Shape;29;p2"/>
          <p:cNvGrpSpPr/>
          <p:nvPr/>
        </p:nvGrpSpPr>
        <p:grpSpPr>
          <a:xfrm>
            <a:off x="8344798" y="-10438"/>
            <a:ext cx="830079" cy="825105"/>
            <a:chOff x="8339649" y="-10438"/>
            <a:chExt cx="830079" cy="825105"/>
          </a:xfrm>
        </p:grpSpPr>
        <p:sp>
          <p:nvSpPr>
            <p:cNvPr id="30" name="Google Shape;30;p2"/>
            <p:cNvSpPr/>
            <p:nvPr/>
          </p:nvSpPr>
          <p:spPr>
            <a:xfrm rot="-5400000">
              <a:off x="8339712" y="-54"/>
              <a:ext cx="804219" cy="804345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7508" y="1"/>
                  </a:moveTo>
                  <a:cubicBezTo>
                    <a:pt x="3362" y="1"/>
                    <a:pt x="0" y="3362"/>
                    <a:pt x="0" y="7508"/>
                  </a:cubicBezTo>
                  <a:lnTo>
                    <a:pt x="7508" y="7508"/>
                  </a:lnTo>
                  <a:lnTo>
                    <a:pt x="750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5400000" flipH="1">
              <a:off x="8344716" y="-10346"/>
              <a:ext cx="825105" cy="824920"/>
            </a:xfrm>
            <a:custGeom>
              <a:avLst/>
              <a:gdLst/>
              <a:ahLst/>
              <a:cxnLst/>
              <a:rect l="l" t="t" r="r" b="b"/>
              <a:pathLst>
                <a:path w="7510" h="7509" extrusionOk="0">
                  <a:moveTo>
                    <a:pt x="1" y="0"/>
                  </a:moveTo>
                  <a:cubicBezTo>
                    <a:pt x="4147" y="0"/>
                    <a:pt x="7509" y="3361"/>
                    <a:pt x="7509" y="7509"/>
                  </a:cubicBezTo>
                  <a:lnTo>
                    <a:pt x="750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" name="Google Shape;32;p2"/>
          <p:cNvSpPr/>
          <p:nvPr/>
        </p:nvSpPr>
        <p:spPr>
          <a:xfrm rot="-5400000">
            <a:off x="66" y="4363599"/>
            <a:ext cx="779837" cy="779979"/>
          </a:xfrm>
          <a:custGeom>
            <a:avLst/>
            <a:gdLst/>
            <a:ahLst/>
            <a:cxnLst/>
            <a:rect l="l" t="t" r="r" b="b"/>
            <a:pathLst>
              <a:path w="7508" h="7509" extrusionOk="0">
                <a:moveTo>
                  <a:pt x="1" y="0"/>
                </a:moveTo>
                <a:lnTo>
                  <a:pt x="1" y="7509"/>
                </a:lnTo>
                <a:lnTo>
                  <a:pt x="750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"/>
          <p:cNvSpPr txBox="1">
            <a:spLocks noGrp="1"/>
          </p:cNvSpPr>
          <p:nvPr>
            <p:ph type="title"/>
          </p:nvPr>
        </p:nvSpPr>
        <p:spPr>
          <a:xfrm>
            <a:off x="1064325" y="2299001"/>
            <a:ext cx="4441200" cy="14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5" name="Google Shape;35;p3"/>
          <p:cNvSpPr txBox="1">
            <a:spLocks noGrp="1"/>
          </p:cNvSpPr>
          <p:nvPr>
            <p:ph type="title" idx="2" hasCustomPrompt="1"/>
          </p:nvPr>
        </p:nvSpPr>
        <p:spPr>
          <a:xfrm>
            <a:off x="1064325" y="905899"/>
            <a:ext cx="1250400" cy="11439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6" name="Google Shape;36;p3"/>
          <p:cNvSpPr txBox="1">
            <a:spLocks noGrp="1"/>
          </p:cNvSpPr>
          <p:nvPr>
            <p:ph type="subTitle" idx="1"/>
          </p:nvPr>
        </p:nvSpPr>
        <p:spPr>
          <a:xfrm>
            <a:off x="1064325" y="3882101"/>
            <a:ext cx="4441200" cy="35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highlight>
                  <a:schemeClr val="accent2"/>
                </a:highlight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7" name="Google Shape;37;p3"/>
          <p:cNvGrpSpPr/>
          <p:nvPr/>
        </p:nvGrpSpPr>
        <p:grpSpPr>
          <a:xfrm flipH="1">
            <a:off x="582" y="0"/>
            <a:ext cx="2597866" cy="2298953"/>
            <a:chOff x="6840115" y="0"/>
            <a:chExt cx="2303889" cy="2038801"/>
          </a:xfrm>
        </p:grpSpPr>
        <p:sp>
          <p:nvSpPr>
            <p:cNvPr id="38" name="Google Shape;38;p3"/>
            <p:cNvSpPr/>
            <p:nvPr/>
          </p:nvSpPr>
          <p:spPr>
            <a:xfrm>
              <a:off x="8665198" y="1320461"/>
              <a:ext cx="478793" cy="239501"/>
            </a:xfrm>
            <a:custGeom>
              <a:avLst/>
              <a:gdLst/>
              <a:ahLst/>
              <a:cxnLst/>
              <a:rect l="l" t="t" r="r" b="b"/>
              <a:pathLst>
                <a:path w="7509" h="3756" extrusionOk="0">
                  <a:moveTo>
                    <a:pt x="0" y="1"/>
                  </a:moveTo>
                  <a:lnTo>
                    <a:pt x="0" y="3756"/>
                  </a:lnTo>
                  <a:lnTo>
                    <a:pt x="7509" y="3756"/>
                  </a:lnTo>
                  <a:lnTo>
                    <a:pt x="7509" y="1"/>
                  </a:lnTo>
                  <a:close/>
                </a:path>
              </a:pathLst>
            </a:custGeom>
            <a:solidFill>
              <a:srgbClr val="5EA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8665198" y="1081156"/>
              <a:ext cx="478793" cy="239374"/>
            </a:xfrm>
            <a:custGeom>
              <a:avLst/>
              <a:gdLst/>
              <a:ahLst/>
              <a:cxnLst/>
              <a:rect l="l" t="t" r="r" b="b"/>
              <a:pathLst>
                <a:path w="7509" h="3754" extrusionOk="0">
                  <a:moveTo>
                    <a:pt x="0" y="0"/>
                  </a:moveTo>
                  <a:lnTo>
                    <a:pt x="0" y="3754"/>
                  </a:lnTo>
                  <a:lnTo>
                    <a:pt x="7509" y="3754"/>
                  </a:lnTo>
                  <a:lnTo>
                    <a:pt x="7509" y="0"/>
                  </a:lnTo>
                  <a:close/>
                </a:path>
              </a:pathLst>
            </a:custGeom>
            <a:solidFill>
              <a:srgbClr val="FF89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8665198" y="449143"/>
              <a:ext cx="478793" cy="478875"/>
            </a:xfrm>
            <a:custGeom>
              <a:avLst/>
              <a:gdLst/>
              <a:ahLst/>
              <a:cxnLst/>
              <a:rect l="l" t="t" r="r" b="b"/>
              <a:pathLst>
                <a:path w="7509" h="7510" extrusionOk="0">
                  <a:moveTo>
                    <a:pt x="0" y="1"/>
                  </a:moveTo>
                  <a:lnTo>
                    <a:pt x="7509" y="7510"/>
                  </a:lnTo>
                  <a:lnTo>
                    <a:pt x="7509" y="1"/>
                  </a:lnTo>
                  <a:close/>
                </a:path>
              </a:pathLst>
            </a:custGeom>
            <a:solidFill>
              <a:srgbClr val="FFC4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8665209" y="449143"/>
              <a:ext cx="478793" cy="632033"/>
            </a:xfrm>
            <a:custGeom>
              <a:avLst/>
              <a:gdLst/>
              <a:ahLst/>
              <a:cxnLst/>
              <a:rect l="l" t="t" r="r" b="b"/>
              <a:pathLst>
                <a:path w="7509" h="15018" extrusionOk="0">
                  <a:moveTo>
                    <a:pt x="0" y="1"/>
                  </a:moveTo>
                  <a:lnTo>
                    <a:pt x="0" y="15017"/>
                  </a:lnTo>
                  <a:lnTo>
                    <a:pt x="7509" y="15017"/>
                  </a:lnTo>
                  <a:lnTo>
                    <a:pt x="7509" y="751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E4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8665210" y="1559971"/>
              <a:ext cx="478793" cy="478830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0" y="1"/>
                  </a:moveTo>
                  <a:lnTo>
                    <a:pt x="0" y="7508"/>
                  </a:lnTo>
                  <a:cubicBezTo>
                    <a:pt x="4148" y="7508"/>
                    <a:pt x="7509" y="4147"/>
                    <a:pt x="75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8131876" y="449150"/>
              <a:ext cx="533327" cy="533327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0" y="1"/>
                  </a:moveTo>
                  <a:cubicBezTo>
                    <a:pt x="4147" y="1"/>
                    <a:pt x="7509" y="3362"/>
                    <a:pt x="7509" y="7508"/>
                  </a:cubicBezTo>
                  <a:lnTo>
                    <a:pt x="75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7284101" y="0"/>
              <a:ext cx="465014" cy="464995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7509" y="1"/>
                  </a:moveTo>
                  <a:lnTo>
                    <a:pt x="0" y="34"/>
                  </a:lnTo>
                  <a:lnTo>
                    <a:pt x="0" y="7508"/>
                  </a:lnTo>
                  <a:lnTo>
                    <a:pt x="750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84101" y="0"/>
              <a:ext cx="465014" cy="464995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7509" y="1"/>
                  </a:moveTo>
                  <a:lnTo>
                    <a:pt x="0" y="7508"/>
                  </a:lnTo>
                  <a:lnTo>
                    <a:pt x="7509" y="7508"/>
                  </a:lnTo>
                  <a:lnTo>
                    <a:pt x="750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7749133" y="0"/>
              <a:ext cx="464952" cy="464995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0" y="1"/>
                  </a:moveTo>
                  <a:lnTo>
                    <a:pt x="0" y="7508"/>
                  </a:lnTo>
                  <a:lnTo>
                    <a:pt x="7508" y="750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7749133" y="0"/>
              <a:ext cx="929965" cy="464995"/>
            </a:xfrm>
            <a:custGeom>
              <a:avLst/>
              <a:gdLst/>
              <a:ahLst/>
              <a:cxnLst/>
              <a:rect l="l" t="t" r="r" b="b"/>
              <a:pathLst>
                <a:path w="15017" h="7509" extrusionOk="0">
                  <a:moveTo>
                    <a:pt x="7508" y="1"/>
                  </a:moveTo>
                  <a:lnTo>
                    <a:pt x="0" y="7508"/>
                  </a:lnTo>
                  <a:lnTo>
                    <a:pt x="15016" y="7508"/>
                  </a:lnTo>
                  <a:lnTo>
                    <a:pt x="1501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8260539" y="46445"/>
              <a:ext cx="372060" cy="372045"/>
            </a:xfrm>
            <a:custGeom>
              <a:avLst/>
              <a:gdLst/>
              <a:ahLst/>
              <a:cxnLst/>
              <a:rect l="l" t="t" r="r" b="b"/>
              <a:pathLst>
                <a:path w="6008" h="6008" extrusionOk="0">
                  <a:moveTo>
                    <a:pt x="3004" y="1"/>
                  </a:moveTo>
                  <a:cubicBezTo>
                    <a:pt x="1345" y="1"/>
                    <a:pt x="1" y="1346"/>
                    <a:pt x="1" y="3005"/>
                  </a:cubicBezTo>
                  <a:cubicBezTo>
                    <a:pt x="1" y="4663"/>
                    <a:pt x="1345" y="6007"/>
                    <a:pt x="3004" y="6007"/>
                  </a:cubicBezTo>
                  <a:cubicBezTo>
                    <a:pt x="4662" y="6007"/>
                    <a:pt x="6007" y="4663"/>
                    <a:pt x="6007" y="3005"/>
                  </a:cubicBezTo>
                  <a:cubicBezTo>
                    <a:pt x="6007" y="1346"/>
                    <a:pt x="4662" y="1"/>
                    <a:pt x="300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8679053" y="0"/>
              <a:ext cx="464952" cy="464995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7508" y="1"/>
                  </a:moveTo>
                  <a:cubicBezTo>
                    <a:pt x="3362" y="1"/>
                    <a:pt x="0" y="3362"/>
                    <a:pt x="0" y="7508"/>
                  </a:cubicBezTo>
                  <a:lnTo>
                    <a:pt x="7508" y="7508"/>
                  </a:lnTo>
                  <a:lnTo>
                    <a:pt x="750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3"/>
            <p:cNvSpPr/>
            <p:nvPr/>
          </p:nvSpPr>
          <p:spPr>
            <a:xfrm flipH="1">
              <a:off x="6840115" y="1552"/>
              <a:ext cx="450934" cy="450953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0" y="1"/>
                  </a:moveTo>
                  <a:lnTo>
                    <a:pt x="0" y="7508"/>
                  </a:lnTo>
                  <a:cubicBezTo>
                    <a:pt x="4148" y="7508"/>
                    <a:pt x="7509" y="4147"/>
                    <a:pt x="75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" name="Google Shape;51;p3"/>
          <p:cNvGrpSpPr/>
          <p:nvPr/>
        </p:nvGrpSpPr>
        <p:grpSpPr>
          <a:xfrm>
            <a:off x="7206131" y="3224500"/>
            <a:ext cx="1940687" cy="1940706"/>
            <a:chOff x="7777263" y="3795574"/>
            <a:chExt cx="1369864" cy="1369878"/>
          </a:xfrm>
        </p:grpSpPr>
        <p:sp>
          <p:nvSpPr>
            <p:cNvPr id="52" name="Google Shape;52;p3"/>
            <p:cNvSpPr/>
            <p:nvPr/>
          </p:nvSpPr>
          <p:spPr>
            <a:xfrm rot="10800000">
              <a:off x="8236839" y="4700447"/>
              <a:ext cx="456300" cy="465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3"/>
            <p:cNvSpPr/>
            <p:nvPr/>
          </p:nvSpPr>
          <p:spPr>
            <a:xfrm rot="10800000">
              <a:off x="8918512" y="4700374"/>
              <a:ext cx="225488" cy="465001"/>
            </a:xfrm>
            <a:custGeom>
              <a:avLst/>
              <a:gdLst/>
              <a:ahLst/>
              <a:cxnLst/>
              <a:rect l="l" t="t" r="r" b="b"/>
              <a:pathLst>
                <a:path w="3755" h="15017" extrusionOk="0">
                  <a:moveTo>
                    <a:pt x="1" y="0"/>
                  </a:moveTo>
                  <a:lnTo>
                    <a:pt x="1" y="15016"/>
                  </a:lnTo>
                  <a:lnTo>
                    <a:pt x="3754" y="15016"/>
                  </a:lnTo>
                  <a:lnTo>
                    <a:pt x="375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3"/>
            <p:cNvSpPr/>
            <p:nvPr/>
          </p:nvSpPr>
          <p:spPr>
            <a:xfrm rot="10800000">
              <a:off x="8693147" y="4700374"/>
              <a:ext cx="225428" cy="465001"/>
            </a:xfrm>
            <a:custGeom>
              <a:avLst/>
              <a:gdLst/>
              <a:ahLst/>
              <a:cxnLst/>
              <a:rect l="l" t="t" r="r" b="b"/>
              <a:pathLst>
                <a:path w="3754" h="15017" extrusionOk="0">
                  <a:moveTo>
                    <a:pt x="0" y="0"/>
                  </a:moveTo>
                  <a:lnTo>
                    <a:pt x="0" y="15016"/>
                  </a:lnTo>
                  <a:lnTo>
                    <a:pt x="3754" y="15016"/>
                  </a:lnTo>
                  <a:lnTo>
                    <a:pt x="37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3"/>
            <p:cNvSpPr/>
            <p:nvPr/>
          </p:nvSpPr>
          <p:spPr>
            <a:xfrm rot="10800000">
              <a:off x="8287314" y="4759617"/>
              <a:ext cx="360780" cy="360795"/>
            </a:xfrm>
            <a:custGeom>
              <a:avLst/>
              <a:gdLst/>
              <a:ahLst/>
              <a:cxnLst/>
              <a:rect l="l" t="t" r="r" b="b"/>
              <a:pathLst>
                <a:path w="6008" h="6008" extrusionOk="0">
                  <a:moveTo>
                    <a:pt x="3005" y="1"/>
                  </a:moveTo>
                  <a:cubicBezTo>
                    <a:pt x="1346" y="1"/>
                    <a:pt x="1" y="1346"/>
                    <a:pt x="1" y="3005"/>
                  </a:cubicBezTo>
                  <a:cubicBezTo>
                    <a:pt x="1" y="4663"/>
                    <a:pt x="1346" y="6007"/>
                    <a:pt x="3005" y="6007"/>
                  </a:cubicBezTo>
                  <a:cubicBezTo>
                    <a:pt x="4663" y="6007"/>
                    <a:pt x="6008" y="4663"/>
                    <a:pt x="6008" y="3005"/>
                  </a:cubicBezTo>
                  <a:cubicBezTo>
                    <a:pt x="6008" y="1346"/>
                    <a:pt x="4663" y="1"/>
                    <a:pt x="30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3"/>
            <p:cNvSpPr/>
            <p:nvPr/>
          </p:nvSpPr>
          <p:spPr>
            <a:xfrm rot="10800000">
              <a:off x="7777263" y="4700457"/>
              <a:ext cx="464995" cy="464995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1" y="1"/>
                  </a:moveTo>
                  <a:lnTo>
                    <a:pt x="1" y="7508"/>
                  </a:lnTo>
                  <a:cubicBezTo>
                    <a:pt x="4147" y="7508"/>
                    <a:pt x="7508" y="4147"/>
                    <a:pt x="75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3"/>
            <p:cNvSpPr/>
            <p:nvPr/>
          </p:nvSpPr>
          <p:spPr>
            <a:xfrm rot="5400000">
              <a:off x="8242255" y="3795574"/>
              <a:ext cx="904872" cy="904872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0" y="1"/>
                  </a:moveTo>
                  <a:cubicBezTo>
                    <a:pt x="4147" y="1"/>
                    <a:pt x="7509" y="3362"/>
                    <a:pt x="7509" y="7508"/>
                  </a:cubicBezTo>
                  <a:lnTo>
                    <a:pt x="750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8" name="Google Shape;58;p3"/>
          <p:cNvSpPr/>
          <p:nvPr/>
        </p:nvSpPr>
        <p:spPr>
          <a:xfrm rot="-5400000">
            <a:off x="66" y="4363599"/>
            <a:ext cx="779837" cy="779979"/>
          </a:xfrm>
          <a:custGeom>
            <a:avLst/>
            <a:gdLst/>
            <a:ahLst/>
            <a:cxnLst/>
            <a:rect l="l" t="t" r="r" b="b"/>
            <a:pathLst>
              <a:path w="7508" h="7509" extrusionOk="0">
                <a:moveTo>
                  <a:pt x="1" y="0"/>
                </a:moveTo>
                <a:lnTo>
                  <a:pt x="1" y="7509"/>
                </a:lnTo>
                <a:lnTo>
                  <a:pt x="750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" name="Google Shape;59;p3"/>
          <p:cNvGrpSpPr/>
          <p:nvPr/>
        </p:nvGrpSpPr>
        <p:grpSpPr>
          <a:xfrm>
            <a:off x="8493305" y="-10447"/>
            <a:ext cx="681246" cy="677164"/>
            <a:chOff x="8339649" y="-10438"/>
            <a:chExt cx="830079" cy="825105"/>
          </a:xfrm>
        </p:grpSpPr>
        <p:sp>
          <p:nvSpPr>
            <p:cNvPr id="60" name="Google Shape;60;p3"/>
            <p:cNvSpPr/>
            <p:nvPr/>
          </p:nvSpPr>
          <p:spPr>
            <a:xfrm rot="-5400000">
              <a:off x="8339712" y="-54"/>
              <a:ext cx="804219" cy="804345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7508" y="1"/>
                  </a:moveTo>
                  <a:cubicBezTo>
                    <a:pt x="3362" y="1"/>
                    <a:pt x="0" y="3362"/>
                    <a:pt x="0" y="7508"/>
                  </a:cubicBezTo>
                  <a:lnTo>
                    <a:pt x="7508" y="7508"/>
                  </a:lnTo>
                  <a:lnTo>
                    <a:pt x="750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3"/>
            <p:cNvSpPr/>
            <p:nvPr/>
          </p:nvSpPr>
          <p:spPr>
            <a:xfrm rot="-5400000" flipH="1">
              <a:off x="8344716" y="-10346"/>
              <a:ext cx="825105" cy="824920"/>
            </a:xfrm>
            <a:custGeom>
              <a:avLst/>
              <a:gdLst/>
              <a:ahLst/>
              <a:cxnLst/>
              <a:rect l="l" t="t" r="r" b="b"/>
              <a:pathLst>
                <a:path w="7510" h="7509" extrusionOk="0">
                  <a:moveTo>
                    <a:pt x="1" y="0"/>
                  </a:moveTo>
                  <a:cubicBezTo>
                    <a:pt x="4147" y="0"/>
                    <a:pt x="7509" y="3361"/>
                    <a:pt x="7509" y="7509"/>
                  </a:cubicBezTo>
                  <a:lnTo>
                    <a:pt x="750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"/>
          <p:cNvSpPr txBox="1">
            <a:spLocks noGrp="1"/>
          </p:cNvSpPr>
          <p:nvPr>
            <p:ph type="body" idx="1"/>
          </p:nvPr>
        </p:nvSpPr>
        <p:spPr>
          <a:xfrm>
            <a:off x="720000" y="1078000"/>
            <a:ext cx="7704000" cy="3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Nunito Light"/>
              <a:buChar char="●"/>
              <a:defRPr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65" name="Google Shape;65;p4"/>
          <p:cNvGrpSpPr/>
          <p:nvPr/>
        </p:nvGrpSpPr>
        <p:grpSpPr>
          <a:xfrm>
            <a:off x="2444" y="4674225"/>
            <a:ext cx="938487" cy="469256"/>
            <a:chOff x="2444" y="4674225"/>
            <a:chExt cx="938487" cy="469256"/>
          </a:xfrm>
        </p:grpSpPr>
        <p:sp>
          <p:nvSpPr>
            <p:cNvPr id="66" name="Google Shape;66;p4"/>
            <p:cNvSpPr/>
            <p:nvPr/>
          </p:nvSpPr>
          <p:spPr>
            <a:xfrm rot="10800000" flipH="1">
              <a:off x="2444" y="4674225"/>
              <a:ext cx="938487" cy="469256"/>
            </a:xfrm>
            <a:custGeom>
              <a:avLst/>
              <a:gdLst/>
              <a:ahLst/>
              <a:cxnLst/>
              <a:rect l="l" t="t" r="r" b="b"/>
              <a:pathLst>
                <a:path w="15017" h="7509" extrusionOk="0">
                  <a:moveTo>
                    <a:pt x="1" y="1"/>
                  </a:moveTo>
                  <a:lnTo>
                    <a:pt x="1" y="7508"/>
                  </a:lnTo>
                  <a:lnTo>
                    <a:pt x="7510" y="7508"/>
                  </a:lnTo>
                  <a:lnTo>
                    <a:pt x="1501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4"/>
            <p:cNvSpPr/>
            <p:nvPr/>
          </p:nvSpPr>
          <p:spPr>
            <a:xfrm rot="10800000" flipH="1">
              <a:off x="49378" y="4721156"/>
              <a:ext cx="375470" cy="375392"/>
            </a:xfrm>
            <a:custGeom>
              <a:avLst/>
              <a:gdLst/>
              <a:ahLst/>
              <a:cxnLst/>
              <a:rect l="l" t="t" r="r" b="b"/>
              <a:pathLst>
                <a:path w="6008" h="6007" extrusionOk="0">
                  <a:moveTo>
                    <a:pt x="3004" y="1"/>
                  </a:moveTo>
                  <a:cubicBezTo>
                    <a:pt x="1345" y="1"/>
                    <a:pt x="1" y="1345"/>
                    <a:pt x="1" y="3003"/>
                  </a:cubicBezTo>
                  <a:cubicBezTo>
                    <a:pt x="1" y="4662"/>
                    <a:pt x="1345" y="6006"/>
                    <a:pt x="3004" y="6006"/>
                  </a:cubicBezTo>
                  <a:cubicBezTo>
                    <a:pt x="4662" y="6006"/>
                    <a:pt x="6008" y="4662"/>
                    <a:pt x="6008" y="3003"/>
                  </a:cubicBezTo>
                  <a:cubicBezTo>
                    <a:pt x="6008" y="1345"/>
                    <a:pt x="4662" y="1"/>
                    <a:pt x="30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" name="Google Shape;68;p4"/>
          <p:cNvGrpSpPr/>
          <p:nvPr/>
        </p:nvGrpSpPr>
        <p:grpSpPr>
          <a:xfrm>
            <a:off x="8186364" y="-4125"/>
            <a:ext cx="965212" cy="954345"/>
            <a:chOff x="8186364" y="-4125"/>
            <a:chExt cx="965212" cy="954345"/>
          </a:xfrm>
        </p:grpSpPr>
        <p:sp>
          <p:nvSpPr>
            <p:cNvPr id="69" name="Google Shape;69;p4"/>
            <p:cNvSpPr/>
            <p:nvPr/>
          </p:nvSpPr>
          <p:spPr>
            <a:xfrm rot="5400000">
              <a:off x="8672712" y="471367"/>
              <a:ext cx="478894" cy="478811"/>
            </a:xfrm>
            <a:custGeom>
              <a:avLst/>
              <a:gdLst/>
              <a:ahLst/>
              <a:cxnLst/>
              <a:rect l="l" t="t" r="r" b="b"/>
              <a:pathLst>
                <a:path w="7510" h="7509" extrusionOk="0">
                  <a:moveTo>
                    <a:pt x="1" y="0"/>
                  </a:moveTo>
                  <a:cubicBezTo>
                    <a:pt x="4147" y="0"/>
                    <a:pt x="7509" y="3361"/>
                    <a:pt x="7509" y="7509"/>
                  </a:cubicBezTo>
                  <a:lnTo>
                    <a:pt x="75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4"/>
            <p:cNvSpPr/>
            <p:nvPr/>
          </p:nvSpPr>
          <p:spPr>
            <a:xfrm rot="5400000">
              <a:off x="8672724" y="471367"/>
              <a:ext cx="478894" cy="478811"/>
            </a:xfrm>
            <a:custGeom>
              <a:avLst/>
              <a:gdLst/>
              <a:ahLst/>
              <a:cxnLst/>
              <a:rect l="l" t="t" r="r" b="b"/>
              <a:pathLst>
                <a:path w="7510" h="7509" extrusionOk="0">
                  <a:moveTo>
                    <a:pt x="1" y="1"/>
                  </a:moveTo>
                  <a:lnTo>
                    <a:pt x="1" y="7508"/>
                  </a:lnTo>
                  <a:lnTo>
                    <a:pt x="7509" y="7508"/>
                  </a:lnTo>
                  <a:cubicBezTo>
                    <a:pt x="3362" y="7508"/>
                    <a:pt x="1" y="4147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4"/>
            <p:cNvSpPr/>
            <p:nvPr/>
          </p:nvSpPr>
          <p:spPr>
            <a:xfrm>
              <a:off x="8665181" y="-4125"/>
              <a:ext cx="478823" cy="478868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0" y="1"/>
                  </a:moveTo>
                  <a:lnTo>
                    <a:pt x="0" y="7508"/>
                  </a:lnTo>
                  <a:cubicBezTo>
                    <a:pt x="4147" y="7508"/>
                    <a:pt x="7508" y="4147"/>
                    <a:pt x="7508" y="1"/>
                  </a:cubicBezTo>
                  <a:close/>
                </a:path>
              </a:pathLst>
            </a:custGeom>
            <a:solidFill>
              <a:srgbClr val="FFC4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4"/>
            <p:cNvSpPr/>
            <p:nvPr/>
          </p:nvSpPr>
          <p:spPr>
            <a:xfrm>
              <a:off x="8186364" y="-4125"/>
              <a:ext cx="478811" cy="478793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0" y="1"/>
                  </a:moveTo>
                  <a:cubicBezTo>
                    <a:pt x="4148" y="1"/>
                    <a:pt x="7509" y="3362"/>
                    <a:pt x="7509" y="7508"/>
                  </a:cubicBezTo>
                  <a:lnTo>
                    <a:pt x="750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" name="Google Shape;73;p4"/>
          <p:cNvGrpSpPr/>
          <p:nvPr/>
        </p:nvGrpSpPr>
        <p:grpSpPr>
          <a:xfrm>
            <a:off x="7938839" y="3688711"/>
            <a:ext cx="1205577" cy="1454780"/>
            <a:chOff x="7938839" y="3688711"/>
            <a:chExt cx="1205577" cy="1454780"/>
          </a:xfrm>
        </p:grpSpPr>
        <p:sp>
          <p:nvSpPr>
            <p:cNvPr id="74" name="Google Shape;74;p4"/>
            <p:cNvSpPr/>
            <p:nvPr/>
          </p:nvSpPr>
          <p:spPr>
            <a:xfrm rot="10800000">
              <a:off x="7938839" y="4785311"/>
              <a:ext cx="716311" cy="358179"/>
            </a:xfrm>
            <a:custGeom>
              <a:avLst/>
              <a:gdLst/>
              <a:ahLst/>
              <a:cxnLst/>
              <a:rect l="l" t="t" r="r" b="b"/>
              <a:pathLst>
                <a:path w="15017" h="7509" extrusionOk="0">
                  <a:moveTo>
                    <a:pt x="1" y="1"/>
                  </a:moveTo>
                  <a:lnTo>
                    <a:pt x="1" y="7508"/>
                  </a:lnTo>
                  <a:lnTo>
                    <a:pt x="7508" y="7508"/>
                  </a:lnTo>
                  <a:cubicBezTo>
                    <a:pt x="7510" y="7508"/>
                    <a:pt x="7511" y="7508"/>
                    <a:pt x="7512" y="7508"/>
                  </a:cubicBezTo>
                  <a:cubicBezTo>
                    <a:pt x="9503" y="7508"/>
                    <a:pt x="11410" y="6717"/>
                    <a:pt x="12818" y="5310"/>
                  </a:cubicBezTo>
                  <a:cubicBezTo>
                    <a:pt x="14226" y="3902"/>
                    <a:pt x="15017" y="1992"/>
                    <a:pt x="15017" y="1"/>
                  </a:cubicBezTo>
                  <a:close/>
                </a:path>
              </a:pathLst>
            </a:custGeom>
            <a:solidFill>
              <a:srgbClr val="5EA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5" name="Google Shape;75;p4"/>
            <p:cNvGrpSpPr/>
            <p:nvPr/>
          </p:nvGrpSpPr>
          <p:grpSpPr>
            <a:xfrm rot="10800000" flipH="1">
              <a:off x="8655138" y="3688711"/>
              <a:ext cx="489278" cy="1451855"/>
              <a:chOff x="8620978" y="531276"/>
              <a:chExt cx="539447" cy="1600899"/>
            </a:xfrm>
          </p:grpSpPr>
          <p:sp>
            <p:nvSpPr>
              <p:cNvPr id="76" name="Google Shape;76;p4"/>
              <p:cNvSpPr/>
              <p:nvPr/>
            </p:nvSpPr>
            <p:spPr>
              <a:xfrm rot="5400000">
                <a:off x="8621014" y="531240"/>
                <a:ext cx="539375" cy="539447"/>
              </a:xfrm>
              <a:custGeom>
                <a:avLst/>
                <a:gdLst/>
                <a:ahLst/>
                <a:cxnLst/>
                <a:rect l="l" t="t" r="r" b="b"/>
                <a:pathLst>
                  <a:path w="7508" h="7509" extrusionOk="0">
                    <a:moveTo>
                      <a:pt x="7508" y="0"/>
                    </a:moveTo>
                    <a:lnTo>
                      <a:pt x="1" y="7509"/>
                    </a:lnTo>
                    <a:lnTo>
                      <a:pt x="7508" y="7476"/>
                    </a:lnTo>
                    <a:lnTo>
                      <a:pt x="750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4"/>
              <p:cNvSpPr/>
              <p:nvPr/>
            </p:nvSpPr>
            <p:spPr>
              <a:xfrm rot="5400000">
                <a:off x="8621014" y="531240"/>
                <a:ext cx="539375" cy="539447"/>
              </a:xfrm>
              <a:custGeom>
                <a:avLst/>
                <a:gdLst/>
                <a:ahLst/>
                <a:cxnLst/>
                <a:rect l="l" t="t" r="r" b="b"/>
                <a:pathLst>
                  <a:path w="7508" h="7509" extrusionOk="0">
                    <a:moveTo>
                      <a:pt x="1" y="0"/>
                    </a:moveTo>
                    <a:lnTo>
                      <a:pt x="1" y="7509"/>
                    </a:lnTo>
                    <a:lnTo>
                      <a:pt x="750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4"/>
              <p:cNvSpPr/>
              <p:nvPr/>
            </p:nvSpPr>
            <p:spPr>
              <a:xfrm rot="-5400000">
                <a:off x="8632286" y="1604037"/>
                <a:ext cx="528094" cy="528183"/>
              </a:xfrm>
              <a:custGeom>
                <a:avLst/>
                <a:gdLst/>
                <a:ahLst/>
                <a:cxnLst/>
                <a:rect l="l" t="t" r="r" b="b"/>
                <a:pathLst>
                  <a:path w="7508" h="7509" extrusionOk="0">
                    <a:moveTo>
                      <a:pt x="7508" y="1"/>
                    </a:moveTo>
                    <a:lnTo>
                      <a:pt x="1" y="7508"/>
                    </a:lnTo>
                    <a:lnTo>
                      <a:pt x="7508" y="7508"/>
                    </a:lnTo>
                    <a:lnTo>
                      <a:pt x="750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4"/>
              <p:cNvSpPr/>
              <p:nvPr/>
            </p:nvSpPr>
            <p:spPr>
              <a:xfrm rot="5400000">
                <a:off x="8627008" y="1070650"/>
                <a:ext cx="533417" cy="533417"/>
              </a:xfrm>
              <a:custGeom>
                <a:avLst/>
                <a:gdLst/>
                <a:ahLst/>
                <a:cxnLst/>
                <a:rect l="l" t="t" r="r" b="b"/>
                <a:pathLst>
                  <a:path w="7510" h="7510" extrusionOk="0">
                    <a:moveTo>
                      <a:pt x="7509" y="1"/>
                    </a:moveTo>
                    <a:cubicBezTo>
                      <a:pt x="3362" y="1"/>
                      <a:pt x="1" y="3362"/>
                      <a:pt x="1" y="7509"/>
                    </a:cubicBezTo>
                    <a:lnTo>
                      <a:pt x="7509" y="7509"/>
                    </a:lnTo>
                    <a:lnTo>
                      <a:pt x="750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0" name="Google Shape;80;p4"/>
          <p:cNvGrpSpPr/>
          <p:nvPr/>
        </p:nvGrpSpPr>
        <p:grpSpPr>
          <a:xfrm>
            <a:off x="-5151" y="-73"/>
            <a:ext cx="1185834" cy="1415638"/>
            <a:chOff x="-5151" y="-73"/>
            <a:chExt cx="1185834" cy="1415638"/>
          </a:xfrm>
        </p:grpSpPr>
        <p:sp>
          <p:nvSpPr>
            <p:cNvPr id="81" name="Google Shape;81;p4"/>
            <p:cNvSpPr/>
            <p:nvPr/>
          </p:nvSpPr>
          <p:spPr>
            <a:xfrm rot="-5400000">
              <a:off x="-5132" y="-92"/>
              <a:ext cx="476371" cy="476409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7509" y="0"/>
                  </a:moveTo>
                  <a:lnTo>
                    <a:pt x="0" y="33"/>
                  </a:lnTo>
                  <a:lnTo>
                    <a:pt x="0" y="7509"/>
                  </a:lnTo>
                  <a:lnTo>
                    <a:pt x="7509" y="0"/>
                  </a:lnTo>
                  <a:close/>
                </a:path>
              </a:pathLst>
            </a:custGeom>
            <a:solidFill>
              <a:srgbClr val="FFC4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4"/>
            <p:cNvSpPr/>
            <p:nvPr/>
          </p:nvSpPr>
          <p:spPr>
            <a:xfrm rot="-5400000">
              <a:off x="-5132" y="-92"/>
              <a:ext cx="476371" cy="476409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7509" y="0"/>
                  </a:moveTo>
                  <a:lnTo>
                    <a:pt x="0" y="7509"/>
                  </a:lnTo>
                  <a:lnTo>
                    <a:pt x="7509" y="7509"/>
                  </a:lnTo>
                  <a:lnTo>
                    <a:pt x="7509" y="0"/>
                  </a:lnTo>
                  <a:close/>
                </a:path>
              </a:pathLst>
            </a:custGeom>
            <a:solidFill>
              <a:srgbClr val="FFE4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4"/>
            <p:cNvSpPr/>
            <p:nvPr/>
          </p:nvSpPr>
          <p:spPr>
            <a:xfrm flipH="1">
              <a:off x="2448" y="944225"/>
              <a:ext cx="471277" cy="471340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1" y="1"/>
                  </a:moveTo>
                  <a:lnTo>
                    <a:pt x="7508" y="7508"/>
                  </a:lnTo>
                  <a:lnTo>
                    <a:pt x="7508" y="1"/>
                  </a:lnTo>
                  <a:close/>
                </a:path>
              </a:pathLst>
            </a:custGeom>
            <a:solidFill>
              <a:srgbClr val="FF89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4"/>
            <p:cNvSpPr/>
            <p:nvPr/>
          </p:nvSpPr>
          <p:spPr>
            <a:xfrm rot="10800000">
              <a:off x="709425" y="68"/>
              <a:ext cx="471258" cy="471321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7508" y="1"/>
                  </a:moveTo>
                  <a:cubicBezTo>
                    <a:pt x="3362" y="1"/>
                    <a:pt x="0" y="3362"/>
                    <a:pt x="0" y="7508"/>
                  </a:cubicBezTo>
                  <a:lnTo>
                    <a:pt x="7508" y="7508"/>
                  </a:lnTo>
                  <a:lnTo>
                    <a:pt x="750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4"/>
            <p:cNvSpPr/>
            <p:nvPr/>
          </p:nvSpPr>
          <p:spPr>
            <a:xfrm rot="-5400000" flipH="1">
              <a:off x="355972" y="117856"/>
              <a:ext cx="471202" cy="235717"/>
            </a:xfrm>
            <a:custGeom>
              <a:avLst/>
              <a:gdLst/>
              <a:ahLst/>
              <a:cxnLst/>
              <a:rect l="l" t="t" r="r" b="b"/>
              <a:pathLst>
                <a:path w="7508" h="3756" extrusionOk="0">
                  <a:moveTo>
                    <a:pt x="1" y="0"/>
                  </a:moveTo>
                  <a:lnTo>
                    <a:pt x="1" y="3755"/>
                  </a:lnTo>
                  <a:lnTo>
                    <a:pt x="7508" y="3755"/>
                  </a:lnTo>
                  <a:lnTo>
                    <a:pt x="750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4"/>
            <p:cNvSpPr/>
            <p:nvPr/>
          </p:nvSpPr>
          <p:spPr>
            <a:xfrm rot="-5400000">
              <a:off x="-5150" y="475622"/>
              <a:ext cx="465996" cy="465996"/>
            </a:xfrm>
            <a:custGeom>
              <a:avLst/>
              <a:gdLst/>
              <a:ahLst/>
              <a:cxnLst/>
              <a:rect l="l" t="t" r="r" b="b"/>
              <a:pathLst>
                <a:path w="7510" h="7510" extrusionOk="0">
                  <a:moveTo>
                    <a:pt x="7509" y="1"/>
                  </a:moveTo>
                  <a:cubicBezTo>
                    <a:pt x="3362" y="1"/>
                    <a:pt x="1" y="3362"/>
                    <a:pt x="1" y="7509"/>
                  </a:cubicBezTo>
                  <a:lnTo>
                    <a:pt x="7509" y="7509"/>
                  </a:lnTo>
                  <a:lnTo>
                    <a:pt x="750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5"/>
          <p:cNvSpPr txBox="1">
            <a:spLocks noGrp="1"/>
          </p:cNvSpPr>
          <p:nvPr>
            <p:ph type="subTitle" idx="1"/>
          </p:nvPr>
        </p:nvSpPr>
        <p:spPr>
          <a:xfrm>
            <a:off x="5521800" y="3608750"/>
            <a:ext cx="2292600" cy="7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5"/>
          <p:cNvSpPr txBox="1">
            <a:spLocks noGrp="1"/>
          </p:cNvSpPr>
          <p:nvPr>
            <p:ph type="subTitle" idx="2"/>
          </p:nvPr>
        </p:nvSpPr>
        <p:spPr>
          <a:xfrm>
            <a:off x="1322825" y="3608750"/>
            <a:ext cx="2292600" cy="7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5"/>
          <p:cNvSpPr txBox="1">
            <a:spLocks noGrp="1"/>
          </p:cNvSpPr>
          <p:nvPr>
            <p:ph type="subTitle" idx="3"/>
          </p:nvPr>
        </p:nvSpPr>
        <p:spPr>
          <a:xfrm>
            <a:off x="5521800" y="3137550"/>
            <a:ext cx="2292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2" name="Google Shape;92;p5"/>
          <p:cNvSpPr txBox="1">
            <a:spLocks noGrp="1"/>
          </p:cNvSpPr>
          <p:nvPr>
            <p:ph type="subTitle" idx="4"/>
          </p:nvPr>
        </p:nvSpPr>
        <p:spPr>
          <a:xfrm>
            <a:off x="1322825" y="3137550"/>
            <a:ext cx="2292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93" name="Google Shape;93;p5"/>
          <p:cNvGrpSpPr/>
          <p:nvPr/>
        </p:nvGrpSpPr>
        <p:grpSpPr>
          <a:xfrm>
            <a:off x="-5151" y="-73"/>
            <a:ext cx="1793590" cy="1415638"/>
            <a:chOff x="-5151" y="-73"/>
            <a:chExt cx="1793590" cy="1415638"/>
          </a:xfrm>
        </p:grpSpPr>
        <p:grpSp>
          <p:nvGrpSpPr>
            <p:cNvPr id="94" name="Google Shape;94;p5"/>
            <p:cNvGrpSpPr/>
            <p:nvPr/>
          </p:nvGrpSpPr>
          <p:grpSpPr>
            <a:xfrm>
              <a:off x="-5151" y="-73"/>
              <a:ext cx="1185834" cy="1415638"/>
              <a:chOff x="-5151" y="-73"/>
              <a:chExt cx="1185834" cy="1415638"/>
            </a:xfrm>
          </p:grpSpPr>
          <p:sp>
            <p:nvSpPr>
              <p:cNvPr id="95" name="Google Shape;95;p5"/>
              <p:cNvSpPr/>
              <p:nvPr/>
            </p:nvSpPr>
            <p:spPr>
              <a:xfrm rot="-5400000">
                <a:off x="-5132" y="-92"/>
                <a:ext cx="476371" cy="476409"/>
              </a:xfrm>
              <a:custGeom>
                <a:avLst/>
                <a:gdLst/>
                <a:ahLst/>
                <a:cxnLst/>
                <a:rect l="l" t="t" r="r" b="b"/>
                <a:pathLst>
                  <a:path w="7509" h="7509" extrusionOk="0">
                    <a:moveTo>
                      <a:pt x="7509" y="0"/>
                    </a:moveTo>
                    <a:lnTo>
                      <a:pt x="0" y="33"/>
                    </a:lnTo>
                    <a:lnTo>
                      <a:pt x="0" y="7509"/>
                    </a:lnTo>
                    <a:lnTo>
                      <a:pt x="7509" y="0"/>
                    </a:lnTo>
                    <a:close/>
                  </a:path>
                </a:pathLst>
              </a:custGeom>
              <a:solidFill>
                <a:srgbClr val="FFC4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5"/>
              <p:cNvSpPr/>
              <p:nvPr/>
            </p:nvSpPr>
            <p:spPr>
              <a:xfrm rot="-5400000">
                <a:off x="-5132" y="-92"/>
                <a:ext cx="476371" cy="476409"/>
              </a:xfrm>
              <a:custGeom>
                <a:avLst/>
                <a:gdLst/>
                <a:ahLst/>
                <a:cxnLst/>
                <a:rect l="l" t="t" r="r" b="b"/>
                <a:pathLst>
                  <a:path w="7509" h="7509" extrusionOk="0">
                    <a:moveTo>
                      <a:pt x="7509" y="0"/>
                    </a:moveTo>
                    <a:lnTo>
                      <a:pt x="0" y="7509"/>
                    </a:lnTo>
                    <a:lnTo>
                      <a:pt x="7509" y="7509"/>
                    </a:lnTo>
                    <a:lnTo>
                      <a:pt x="7509" y="0"/>
                    </a:lnTo>
                    <a:close/>
                  </a:path>
                </a:pathLst>
              </a:custGeom>
              <a:solidFill>
                <a:srgbClr val="FFE4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5"/>
              <p:cNvSpPr/>
              <p:nvPr/>
            </p:nvSpPr>
            <p:spPr>
              <a:xfrm flipH="1">
                <a:off x="2448" y="944225"/>
                <a:ext cx="471277" cy="471340"/>
              </a:xfrm>
              <a:custGeom>
                <a:avLst/>
                <a:gdLst/>
                <a:ahLst/>
                <a:cxnLst/>
                <a:rect l="l" t="t" r="r" b="b"/>
                <a:pathLst>
                  <a:path w="7508" h="7509" extrusionOk="0">
                    <a:moveTo>
                      <a:pt x="1" y="1"/>
                    </a:moveTo>
                    <a:lnTo>
                      <a:pt x="7508" y="7508"/>
                    </a:lnTo>
                    <a:lnTo>
                      <a:pt x="7508" y="1"/>
                    </a:lnTo>
                    <a:close/>
                  </a:path>
                </a:pathLst>
              </a:custGeom>
              <a:solidFill>
                <a:srgbClr val="FF89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5"/>
              <p:cNvSpPr/>
              <p:nvPr/>
            </p:nvSpPr>
            <p:spPr>
              <a:xfrm rot="10800000">
                <a:off x="709425" y="68"/>
                <a:ext cx="471258" cy="471321"/>
              </a:xfrm>
              <a:custGeom>
                <a:avLst/>
                <a:gdLst/>
                <a:ahLst/>
                <a:cxnLst/>
                <a:rect l="l" t="t" r="r" b="b"/>
                <a:pathLst>
                  <a:path w="7508" h="7509" extrusionOk="0">
                    <a:moveTo>
                      <a:pt x="7508" y="1"/>
                    </a:moveTo>
                    <a:cubicBezTo>
                      <a:pt x="3362" y="1"/>
                      <a:pt x="0" y="3362"/>
                      <a:pt x="0" y="7508"/>
                    </a:cubicBezTo>
                    <a:lnTo>
                      <a:pt x="7508" y="7508"/>
                    </a:lnTo>
                    <a:lnTo>
                      <a:pt x="750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9;p5"/>
              <p:cNvSpPr/>
              <p:nvPr/>
            </p:nvSpPr>
            <p:spPr>
              <a:xfrm rot="-5400000" flipH="1">
                <a:off x="355972" y="117856"/>
                <a:ext cx="471202" cy="235717"/>
              </a:xfrm>
              <a:custGeom>
                <a:avLst/>
                <a:gdLst/>
                <a:ahLst/>
                <a:cxnLst/>
                <a:rect l="l" t="t" r="r" b="b"/>
                <a:pathLst>
                  <a:path w="7508" h="3756" extrusionOk="0">
                    <a:moveTo>
                      <a:pt x="1" y="0"/>
                    </a:moveTo>
                    <a:lnTo>
                      <a:pt x="1" y="3755"/>
                    </a:lnTo>
                    <a:lnTo>
                      <a:pt x="7508" y="3755"/>
                    </a:lnTo>
                    <a:lnTo>
                      <a:pt x="750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100;p5"/>
              <p:cNvSpPr/>
              <p:nvPr/>
            </p:nvSpPr>
            <p:spPr>
              <a:xfrm rot="-5400000">
                <a:off x="-5150" y="475622"/>
                <a:ext cx="465996" cy="465996"/>
              </a:xfrm>
              <a:custGeom>
                <a:avLst/>
                <a:gdLst/>
                <a:ahLst/>
                <a:cxnLst/>
                <a:rect l="l" t="t" r="r" b="b"/>
                <a:pathLst>
                  <a:path w="7510" h="7510" extrusionOk="0">
                    <a:moveTo>
                      <a:pt x="7509" y="1"/>
                    </a:moveTo>
                    <a:cubicBezTo>
                      <a:pt x="3362" y="1"/>
                      <a:pt x="1" y="3362"/>
                      <a:pt x="1" y="7509"/>
                    </a:cubicBezTo>
                    <a:lnTo>
                      <a:pt x="7509" y="7509"/>
                    </a:lnTo>
                    <a:lnTo>
                      <a:pt x="750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1" name="Google Shape;101;p5"/>
            <p:cNvSpPr/>
            <p:nvPr/>
          </p:nvSpPr>
          <p:spPr>
            <a:xfrm>
              <a:off x="1206425" y="-73"/>
              <a:ext cx="194068" cy="442288"/>
            </a:xfrm>
            <a:custGeom>
              <a:avLst/>
              <a:gdLst/>
              <a:ahLst/>
              <a:cxnLst/>
              <a:rect l="l" t="t" r="r" b="b"/>
              <a:pathLst>
                <a:path w="3755" h="15017" extrusionOk="0">
                  <a:moveTo>
                    <a:pt x="1" y="0"/>
                  </a:moveTo>
                  <a:lnTo>
                    <a:pt x="1" y="15016"/>
                  </a:lnTo>
                  <a:lnTo>
                    <a:pt x="3754" y="15016"/>
                  </a:lnTo>
                  <a:lnTo>
                    <a:pt x="375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5"/>
            <p:cNvSpPr/>
            <p:nvPr/>
          </p:nvSpPr>
          <p:spPr>
            <a:xfrm>
              <a:off x="1400436" y="-73"/>
              <a:ext cx="194016" cy="442288"/>
            </a:xfrm>
            <a:custGeom>
              <a:avLst/>
              <a:gdLst/>
              <a:ahLst/>
              <a:cxnLst/>
              <a:rect l="l" t="t" r="r" b="b"/>
              <a:pathLst>
                <a:path w="3754" h="15017" extrusionOk="0">
                  <a:moveTo>
                    <a:pt x="0" y="0"/>
                  </a:moveTo>
                  <a:lnTo>
                    <a:pt x="0" y="15016"/>
                  </a:lnTo>
                  <a:lnTo>
                    <a:pt x="3754" y="15016"/>
                  </a:lnTo>
                  <a:lnTo>
                    <a:pt x="37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5"/>
            <p:cNvSpPr/>
            <p:nvPr/>
          </p:nvSpPr>
          <p:spPr>
            <a:xfrm>
              <a:off x="1594424" y="-73"/>
              <a:ext cx="194016" cy="442288"/>
            </a:xfrm>
            <a:custGeom>
              <a:avLst/>
              <a:gdLst/>
              <a:ahLst/>
              <a:cxnLst/>
              <a:rect l="l" t="t" r="r" b="b"/>
              <a:pathLst>
                <a:path w="3754" h="15017" extrusionOk="0">
                  <a:moveTo>
                    <a:pt x="0" y="0"/>
                  </a:moveTo>
                  <a:lnTo>
                    <a:pt x="0" y="15016"/>
                  </a:lnTo>
                  <a:lnTo>
                    <a:pt x="3754" y="15016"/>
                  </a:lnTo>
                  <a:lnTo>
                    <a:pt x="375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5"/>
            <p:cNvSpPr/>
            <p:nvPr/>
          </p:nvSpPr>
          <p:spPr>
            <a:xfrm rot="5400000">
              <a:off x="462166" y="461750"/>
              <a:ext cx="329908" cy="329908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1" y="1"/>
                  </a:moveTo>
                  <a:lnTo>
                    <a:pt x="1" y="7508"/>
                  </a:lnTo>
                  <a:lnTo>
                    <a:pt x="7508" y="7508"/>
                  </a:lnTo>
                  <a:cubicBezTo>
                    <a:pt x="3362" y="7508"/>
                    <a:pt x="1" y="4147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" name="Google Shape;105;p5"/>
          <p:cNvGrpSpPr/>
          <p:nvPr/>
        </p:nvGrpSpPr>
        <p:grpSpPr>
          <a:xfrm>
            <a:off x="7215386" y="3162300"/>
            <a:ext cx="1973548" cy="1983503"/>
            <a:chOff x="7215386" y="3162300"/>
            <a:chExt cx="1973548" cy="1983503"/>
          </a:xfrm>
        </p:grpSpPr>
        <p:sp>
          <p:nvSpPr>
            <p:cNvPr id="106" name="Google Shape;106;p5"/>
            <p:cNvSpPr/>
            <p:nvPr/>
          </p:nvSpPr>
          <p:spPr>
            <a:xfrm flipH="1">
              <a:off x="8644437" y="3162300"/>
              <a:ext cx="544496" cy="544496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1" y="1"/>
                  </a:moveTo>
                  <a:lnTo>
                    <a:pt x="1" y="7508"/>
                  </a:lnTo>
                  <a:lnTo>
                    <a:pt x="7508" y="7508"/>
                  </a:lnTo>
                  <a:cubicBezTo>
                    <a:pt x="3362" y="7508"/>
                    <a:pt x="1" y="4147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5"/>
            <p:cNvSpPr/>
            <p:nvPr/>
          </p:nvSpPr>
          <p:spPr>
            <a:xfrm rot="5400000">
              <a:off x="8661081" y="3706773"/>
              <a:ext cx="482896" cy="482941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7508" y="0"/>
                  </a:moveTo>
                  <a:lnTo>
                    <a:pt x="1" y="7509"/>
                  </a:lnTo>
                  <a:lnTo>
                    <a:pt x="7508" y="7476"/>
                  </a:lnTo>
                  <a:lnTo>
                    <a:pt x="750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5"/>
            <p:cNvSpPr/>
            <p:nvPr/>
          </p:nvSpPr>
          <p:spPr>
            <a:xfrm rot="5400000">
              <a:off x="8661081" y="3706773"/>
              <a:ext cx="482896" cy="482941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1" y="0"/>
                  </a:moveTo>
                  <a:lnTo>
                    <a:pt x="1" y="7509"/>
                  </a:lnTo>
                  <a:lnTo>
                    <a:pt x="750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5"/>
            <p:cNvSpPr/>
            <p:nvPr/>
          </p:nvSpPr>
          <p:spPr>
            <a:xfrm rot="5400000">
              <a:off x="8661081" y="4174799"/>
              <a:ext cx="482896" cy="482941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7508" y="0"/>
                  </a:moveTo>
                  <a:lnTo>
                    <a:pt x="1" y="7509"/>
                  </a:lnTo>
                  <a:lnTo>
                    <a:pt x="7508" y="7476"/>
                  </a:lnTo>
                  <a:lnTo>
                    <a:pt x="750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5"/>
            <p:cNvSpPr/>
            <p:nvPr/>
          </p:nvSpPr>
          <p:spPr>
            <a:xfrm rot="5400000">
              <a:off x="8661081" y="4174799"/>
              <a:ext cx="482896" cy="482941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1" y="0"/>
                  </a:moveTo>
                  <a:lnTo>
                    <a:pt x="1" y="7509"/>
                  </a:lnTo>
                  <a:lnTo>
                    <a:pt x="750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5"/>
            <p:cNvSpPr/>
            <p:nvPr/>
          </p:nvSpPr>
          <p:spPr>
            <a:xfrm rot="-5400000" flipH="1">
              <a:off x="8658227" y="4657726"/>
              <a:ext cx="485784" cy="485784"/>
            </a:xfrm>
            <a:custGeom>
              <a:avLst/>
              <a:gdLst/>
              <a:ahLst/>
              <a:cxnLst/>
              <a:rect l="l" t="t" r="r" b="b"/>
              <a:pathLst>
                <a:path w="7510" h="7510" extrusionOk="0">
                  <a:moveTo>
                    <a:pt x="7509" y="1"/>
                  </a:moveTo>
                  <a:cubicBezTo>
                    <a:pt x="3362" y="1"/>
                    <a:pt x="1" y="3362"/>
                    <a:pt x="1" y="7509"/>
                  </a:cubicBezTo>
                  <a:lnTo>
                    <a:pt x="7509" y="7509"/>
                  </a:lnTo>
                  <a:lnTo>
                    <a:pt x="750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5"/>
            <p:cNvSpPr/>
            <p:nvPr/>
          </p:nvSpPr>
          <p:spPr>
            <a:xfrm rot="10800000" flipH="1">
              <a:off x="7215386" y="4674463"/>
              <a:ext cx="471277" cy="471340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1" y="1"/>
                  </a:moveTo>
                  <a:lnTo>
                    <a:pt x="7508" y="7508"/>
                  </a:lnTo>
                  <a:lnTo>
                    <a:pt x="7508" y="1"/>
                  </a:lnTo>
                  <a:close/>
                </a:path>
              </a:pathLst>
            </a:custGeom>
            <a:solidFill>
              <a:srgbClr val="FF89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5"/>
            <p:cNvSpPr/>
            <p:nvPr/>
          </p:nvSpPr>
          <p:spPr>
            <a:xfrm rot="5400000">
              <a:off x="7686726" y="4660013"/>
              <a:ext cx="485730" cy="485841"/>
            </a:xfrm>
            <a:custGeom>
              <a:avLst/>
              <a:gdLst/>
              <a:ahLst/>
              <a:cxnLst/>
              <a:rect l="l" t="t" r="r" b="b"/>
              <a:pathLst>
                <a:path w="7508" h="7510" extrusionOk="0">
                  <a:moveTo>
                    <a:pt x="1" y="0"/>
                  </a:moveTo>
                  <a:lnTo>
                    <a:pt x="1" y="7509"/>
                  </a:lnTo>
                  <a:lnTo>
                    <a:pt x="7508" y="750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5"/>
            <p:cNvSpPr/>
            <p:nvPr/>
          </p:nvSpPr>
          <p:spPr>
            <a:xfrm rot="5400000">
              <a:off x="7929585" y="4417158"/>
              <a:ext cx="485730" cy="971552"/>
            </a:xfrm>
            <a:custGeom>
              <a:avLst/>
              <a:gdLst/>
              <a:ahLst/>
              <a:cxnLst/>
              <a:rect l="l" t="t" r="r" b="b"/>
              <a:pathLst>
                <a:path w="7508" h="15018" extrusionOk="0">
                  <a:moveTo>
                    <a:pt x="1" y="1"/>
                  </a:moveTo>
                  <a:lnTo>
                    <a:pt x="1" y="7510"/>
                  </a:lnTo>
                  <a:lnTo>
                    <a:pt x="7508" y="15017"/>
                  </a:lnTo>
                  <a:lnTo>
                    <a:pt x="750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5"/>
            <p:cNvSpPr/>
            <p:nvPr/>
          </p:nvSpPr>
          <p:spPr>
            <a:xfrm rot="5400000">
              <a:off x="8220993" y="4708629"/>
              <a:ext cx="388623" cy="388673"/>
            </a:xfrm>
            <a:custGeom>
              <a:avLst/>
              <a:gdLst/>
              <a:ahLst/>
              <a:cxnLst/>
              <a:rect l="l" t="t" r="r" b="b"/>
              <a:pathLst>
                <a:path w="6007" h="6008" extrusionOk="0">
                  <a:moveTo>
                    <a:pt x="3003" y="1"/>
                  </a:moveTo>
                  <a:cubicBezTo>
                    <a:pt x="1345" y="1"/>
                    <a:pt x="0" y="1345"/>
                    <a:pt x="0" y="3004"/>
                  </a:cubicBezTo>
                  <a:cubicBezTo>
                    <a:pt x="0" y="4662"/>
                    <a:pt x="1345" y="6008"/>
                    <a:pt x="3003" y="6008"/>
                  </a:cubicBezTo>
                  <a:cubicBezTo>
                    <a:pt x="4662" y="6008"/>
                    <a:pt x="6006" y="4662"/>
                    <a:pt x="6006" y="3004"/>
                  </a:cubicBezTo>
                  <a:cubicBezTo>
                    <a:pt x="6006" y="1345"/>
                    <a:pt x="4662" y="1"/>
                    <a:pt x="30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6" name="Google Shape;116;p5"/>
          <p:cNvSpPr/>
          <p:nvPr/>
        </p:nvSpPr>
        <p:spPr>
          <a:xfrm rot="-5400000">
            <a:off x="-1491" y="4524312"/>
            <a:ext cx="619128" cy="619248"/>
          </a:xfrm>
          <a:custGeom>
            <a:avLst/>
            <a:gdLst/>
            <a:ahLst/>
            <a:cxnLst/>
            <a:rect l="l" t="t" r="r" b="b"/>
            <a:pathLst>
              <a:path w="7508" h="7509" extrusionOk="0">
                <a:moveTo>
                  <a:pt x="1" y="0"/>
                </a:moveTo>
                <a:lnTo>
                  <a:pt x="1" y="7509"/>
                </a:lnTo>
                <a:lnTo>
                  <a:pt x="7508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5"/>
          <p:cNvSpPr/>
          <p:nvPr/>
        </p:nvSpPr>
        <p:spPr>
          <a:xfrm rot="5400000">
            <a:off x="8543928" y="-14803"/>
            <a:ext cx="604005" cy="604005"/>
          </a:xfrm>
          <a:custGeom>
            <a:avLst/>
            <a:gdLst/>
            <a:ahLst/>
            <a:cxnLst/>
            <a:rect l="l" t="t" r="r" b="b"/>
            <a:pathLst>
              <a:path w="7509" h="7509" extrusionOk="0">
                <a:moveTo>
                  <a:pt x="1" y="1"/>
                </a:moveTo>
                <a:lnTo>
                  <a:pt x="1" y="7508"/>
                </a:lnTo>
                <a:cubicBezTo>
                  <a:pt x="4147" y="7508"/>
                  <a:pt x="7508" y="4147"/>
                  <a:pt x="750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20" name="Google Shape;120;p6"/>
          <p:cNvGrpSpPr/>
          <p:nvPr/>
        </p:nvGrpSpPr>
        <p:grpSpPr>
          <a:xfrm rot="10800000">
            <a:off x="-21072" y="1698"/>
            <a:ext cx="985760" cy="1505014"/>
            <a:chOff x="8205076" y="3705225"/>
            <a:chExt cx="942049" cy="1438278"/>
          </a:xfrm>
        </p:grpSpPr>
        <p:sp>
          <p:nvSpPr>
            <p:cNvPr id="121" name="Google Shape;121;p6"/>
            <p:cNvSpPr/>
            <p:nvPr/>
          </p:nvSpPr>
          <p:spPr>
            <a:xfrm>
              <a:off x="8205076" y="4669137"/>
              <a:ext cx="474299" cy="474362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7508" y="1"/>
                  </a:moveTo>
                  <a:cubicBezTo>
                    <a:pt x="3362" y="1"/>
                    <a:pt x="0" y="3362"/>
                    <a:pt x="0" y="7508"/>
                  </a:cubicBezTo>
                  <a:lnTo>
                    <a:pt x="7508" y="7508"/>
                  </a:lnTo>
                  <a:lnTo>
                    <a:pt x="750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6"/>
            <p:cNvSpPr/>
            <p:nvPr/>
          </p:nvSpPr>
          <p:spPr>
            <a:xfrm rot="5400000">
              <a:off x="8679389" y="4199018"/>
              <a:ext cx="465877" cy="465896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7509" y="1"/>
                  </a:moveTo>
                  <a:lnTo>
                    <a:pt x="0" y="7508"/>
                  </a:lnTo>
                  <a:lnTo>
                    <a:pt x="7509" y="7475"/>
                  </a:lnTo>
                  <a:lnTo>
                    <a:pt x="750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6"/>
            <p:cNvSpPr/>
            <p:nvPr/>
          </p:nvSpPr>
          <p:spPr>
            <a:xfrm rot="5400000">
              <a:off x="8679389" y="4199018"/>
              <a:ext cx="465877" cy="465896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0" y="1"/>
                  </a:moveTo>
                  <a:lnTo>
                    <a:pt x="0" y="7508"/>
                  </a:lnTo>
                  <a:lnTo>
                    <a:pt x="750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6"/>
            <p:cNvSpPr/>
            <p:nvPr/>
          </p:nvSpPr>
          <p:spPr>
            <a:xfrm rot="10800000" flipH="1">
              <a:off x="8666378" y="4664534"/>
              <a:ext cx="478905" cy="478969"/>
            </a:xfrm>
            <a:custGeom>
              <a:avLst/>
              <a:gdLst/>
              <a:ahLst/>
              <a:cxnLst/>
              <a:rect l="l" t="t" r="r" b="b"/>
              <a:pathLst>
                <a:path w="7509" h="7510" extrusionOk="0">
                  <a:moveTo>
                    <a:pt x="0" y="1"/>
                  </a:moveTo>
                  <a:lnTo>
                    <a:pt x="7509" y="7510"/>
                  </a:lnTo>
                  <a:lnTo>
                    <a:pt x="750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6"/>
            <p:cNvSpPr/>
            <p:nvPr/>
          </p:nvSpPr>
          <p:spPr>
            <a:xfrm rot="5400000">
              <a:off x="8648021" y="3705225"/>
              <a:ext cx="499104" cy="499104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0" y="1"/>
                  </a:moveTo>
                  <a:cubicBezTo>
                    <a:pt x="4147" y="1"/>
                    <a:pt x="7509" y="3362"/>
                    <a:pt x="7509" y="7508"/>
                  </a:cubicBezTo>
                  <a:lnTo>
                    <a:pt x="750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6" name="Google Shape;126;p6"/>
          <p:cNvSpPr/>
          <p:nvPr/>
        </p:nvSpPr>
        <p:spPr>
          <a:xfrm rot="-5400000">
            <a:off x="-1491" y="4524312"/>
            <a:ext cx="619128" cy="619248"/>
          </a:xfrm>
          <a:custGeom>
            <a:avLst/>
            <a:gdLst/>
            <a:ahLst/>
            <a:cxnLst/>
            <a:rect l="l" t="t" r="r" b="b"/>
            <a:pathLst>
              <a:path w="7508" h="7509" extrusionOk="0">
                <a:moveTo>
                  <a:pt x="1" y="0"/>
                </a:moveTo>
                <a:lnTo>
                  <a:pt x="1" y="7509"/>
                </a:lnTo>
                <a:lnTo>
                  <a:pt x="750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6"/>
          <p:cNvSpPr/>
          <p:nvPr/>
        </p:nvSpPr>
        <p:spPr>
          <a:xfrm flipH="1">
            <a:off x="8226388" y="-6"/>
            <a:ext cx="917614" cy="458856"/>
          </a:xfrm>
          <a:custGeom>
            <a:avLst/>
            <a:gdLst/>
            <a:ahLst/>
            <a:cxnLst/>
            <a:rect l="l" t="t" r="r" b="b"/>
            <a:pathLst>
              <a:path w="15017" h="7509" extrusionOk="0">
                <a:moveTo>
                  <a:pt x="1" y="1"/>
                </a:moveTo>
                <a:lnTo>
                  <a:pt x="1" y="7508"/>
                </a:lnTo>
                <a:lnTo>
                  <a:pt x="7508" y="7508"/>
                </a:lnTo>
                <a:cubicBezTo>
                  <a:pt x="7510" y="7508"/>
                  <a:pt x="7511" y="7508"/>
                  <a:pt x="7512" y="7508"/>
                </a:cubicBezTo>
                <a:cubicBezTo>
                  <a:pt x="9503" y="7508"/>
                  <a:pt x="11410" y="6717"/>
                  <a:pt x="12818" y="5310"/>
                </a:cubicBezTo>
                <a:cubicBezTo>
                  <a:pt x="14226" y="3902"/>
                  <a:pt x="15017" y="1992"/>
                  <a:pt x="1501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8" name="Google Shape;128;p6"/>
          <p:cNvGrpSpPr/>
          <p:nvPr/>
        </p:nvGrpSpPr>
        <p:grpSpPr>
          <a:xfrm rot="10800000">
            <a:off x="7682078" y="3221518"/>
            <a:ext cx="1515628" cy="1978378"/>
            <a:chOff x="-44939" y="-54469"/>
            <a:chExt cx="1515628" cy="1978378"/>
          </a:xfrm>
        </p:grpSpPr>
        <p:grpSp>
          <p:nvGrpSpPr>
            <p:cNvPr id="129" name="Google Shape;129;p6"/>
            <p:cNvGrpSpPr/>
            <p:nvPr/>
          </p:nvGrpSpPr>
          <p:grpSpPr>
            <a:xfrm>
              <a:off x="-44939" y="-9526"/>
              <a:ext cx="993357" cy="1933436"/>
              <a:chOff x="-44939" y="-9526"/>
              <a:chExt cx="993357" cy="1933436"/>
            </a:xfrm>
          </p:grpSpPr>
          <p:sp>
            <p:nvSpPr>
              <p:cNvPr id="130" name="Google Shape;130;p6"/>
              <p:cNvSpPr/>
              <p:nvPr/>
            </p:nvSpPr>
            <p:spPr>
              <a:xfrm rot="5400000">
                <a:off x="-6897" y="925848"/>
                <a:ext cx="476400" cy="4857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1" name="Google Shape;131;p6"/>
              <p:cNvGrpSpPr/>
              <p:nvPr/>
            </p:nvGrpSpPr>
            <p:grpSpPr>
              <a:xfrm>
                <a:off x="-11547" y="-9526"/>
                <a:ext cx="959964" cy="941100"/>
                <a:chOff x="-11547" y="-9526"/>
                <a:chExt cx="959964" cy="941100"/>
              </a:xfrm>
            </p:grpSpPr>
            <p:sp>
              <p:nvSpPr>
                <p:cNvPr id="132" name="Google Shape;132;p6"/>
                <p:cNvSpPr/>
                <p:nvPr/>
              </p:nvSpPr>
              <p:spPr>
                <a:xfrm rot="5400000">
                  <a:off x="-6897" y="450523"/>
                  <a:ext cx="476400" cy="4857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3" name="Google Shape;133;p6"/>
                <p:cNvSpPr/>
                <p:nvPr/>
              </p:nvSpPr>
              <p:spPr>
                <a:xfrm rot="5400000">
                  <a:off x="50330" y="502215"/>
                  <a:ext cx="376792" cy="3767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08" h="6008" extrusionOk="0">
                      <a:moveTo>
                        <a:pt x="3005" y="1"/>
                      </a:moveTo>
                      <a:cubicBezTo>
                        <a:pt x="1346" y="1"/>
                        <a:pt x="1" y="1346"/>
                        <a:pt x="1" y="3005"/>
                      </a:cubicBezTo>
                      <a:cubicBezTo>
                        <a:pt x="1" y="4663"/>
                        <a:pt x="1346" y="6007"/>
                        <a:pt x="3005" y="6007"/>
                      </a:cubicBezTo>
                      <a:cubicBezTo>
                        <a:pt x="4663" y="6007"/>
                        <a:pt x="6008" y="4663"/>
                        <a:pt x="6008" y="3005"/>
                      </a:cubicBezTo>
                      <a:cubicBezTo>
                        <a:pt x="6008" y="1346"/>
                        <a:pt x="4663" y="1"/>
                        <a:pt x="300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" name="Google Shape;134;p6"/>
                <p:cNvSpPr/>
                <p:nvPr/>
              </p:nvSpPr>
              <p:spPr>
                <a:xfrm>
                  <a:off x="237110" y="-9525"/>
                  <a:ext cx="237037" cy="4658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54" h="15017" extrusionOk="0">
                      <a:moveTo>
                        <a:pt x="0" y="1"/>
                      </a:moveTo>
                      <a:lnTo>
                        <a:pt x="0" y="15017"/>
                      </a:lnTo>
                      <a:lnTo>
                        <a:pt x="3754" y="15017"/>
                      </a:lnTo>
                      <a:lnTo>
                        <a:pt x="3754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" name="Google Shape;135;p6"/>
                <p:cNvSpPr/>
                <p:nvPr/>
              </p:nvSpPr>
              <p:spPr>
                <a:xfrm>
                  <a:off x="0" y="-9525"/>
                  <a:ext cx="237163" cy="4658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56" h="15017" extrusionOk="0">
                      <a:moveTo>
                        <a:pt x="0" y="1"/>
                      </a:moveTo>
                      <a:lnTo>
                        <a:pt x="0" y="15017"/>
                      </a:lnTo>
                      <a:lnTo>
                        <a:pt x="3755" y="15017"/>
                      </a:lnTo>
                      <a:lnTo>
                        <a:pt x="375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6" name="Google Shape;136;p6"/>
                <p:cNvSpPr/>
                <p:nvPr/>
              </p:nvSpPr>
              <p:spPr>
                <a:xfrm rot="-5400000" flipH="1">
                  <a:off x="474162" y="-9558"/>
                  <a:ext cx="474224" cy="4742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08" h="7509" extrusionOk="0">
                      <a:moveTo>
                        <a:pt x="7508" y="1"/>
                      </a:moveTo>
                      <a:cubicBezTo>
                        <a:pt x="3362" y="1"/>
                        <a:pt x="0" y="3362"/>
                        <a:pt x="0" y="7508"/>
                      </a:cubicBezTo>
                      <a:lnTo>
                        <a:pt x="7508" y="7508"/>
                      </a:lnTo>
                      <a:lnTo>
                        <a:pt x="7508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37" name="Google Shape;137;p6"/>
              <p:cNvSpPr/>
              <p:nvPr/>
            </p:nvSpPr>
            <p:spPr>
              <a:xfrm rot="-5400000" flipH="1">
                <a:off x="15" y="935755"/>
                <a:ext cx="465877" cy="465896"/>
              </a:xfrm>
              <a:custGeom>
                <a:avLst/>
                <a:gdLst/>
                <a:ahLst/>
                <a:cxnLst/>
                <a:rect l="l" t="t" r="r" b="b"/>
                <a:pathLst>
                  <a:path w="7509" h="7509" extrusionOk="0">
                    <a:moveTo>
                      <a:pt x="7509" y="0"/>
                    </a:moveTo>
                    <a:lnTo>
                      <a:pt x="0" y="7509"/>
                    </a:lnTo>
                    <a:lnTo>
                      <a:pt x="7509" y="7509"/>
                    </a:lnTo>
                    <a:lnTo>
                      <a:pt x="750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6"/>
              <p:cNvSpPr/>
              <p:nvPr/>
            </p:nvSpPr>
            <p:spPr>
              <a:xfrm flipH="1">
                <a:off x="-44939" y="1401640"/>
                <a:ext cx="522270" cy="522270"/>
              </a:xfrm>
              <a:custGeom>
                <a:avLst/>
                <a:gdLst/>
                <a:ahLst/>
                <a:cxnLst/>
                <a:rect l="l" t="t" r="r" b="b"/>
                <a:pathLst>
                  <a:path w="7509" h="7509" extrusionOk="0">
                    <a:moveTo>
                      <a:pt x="0" y="1"/>
                    </a:moveTo>
                    <a:cubicBezTo>
                      <a:pt x="4147" y="1"/>
                      <a:pt x="7509" y="3362"/>
                      <a:pt x="7509" y="7508"/>
                    </a:cubicBezTo>
                    <a:lnTo>
                      <a:pt x="750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9" name="Google Shape;139;p6"/>
            <p:cNvSpPr/>
            <p:nvPr/>
          </p:nvSpPr>
          <p:spPr>
            <a:xfrm rot="-5400000">
              <a:off x="948419" y="-54469"/>
              <a:ext cx="522270" cy="522270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0" y="1"/>
                  </a:moveTo>
                  <a:cubicBezTo>
                    <a:pt x="4147" y="1"/>
                    <a:pt x="7509" y="3362"/>
                    <a:pt x="7509" y="7508"/>
                  </a:cubicBezTo>
                  <a:lnTo>
                    <a:pt x="75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"/>
          <p:cNvSpPr txBox="1">
            <a:spLocks noGrp="1"/>
          </p:cNvSpPr>
          <p:nvPr>
            <p:ph type="title"/>
          </p:nvPr>
        </p:nvSpPr>
        <p:spPr>
          <a:xfrm>
            <a:off x="1041975" y="1154363"/>
            <a:ext cx="3351600" cy="84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7"/>
          <p:cNvSpPr txBox="1">
            <a:spLocks noGrp="1"/>
          </p:cNvSpPr>
          <p:nvPr>
            <p:ph type="subTitle" idx="1"/>
          </p:nvPr>
        </p:nvSpPr>
        <p:spPr>
          <a:xfrm>
            <a:off x="1041965" y="2000138"/>
            <a:ext cx="3351600" cy="198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143" name="Google Shape;143;p7"/>
          <p:cNvGrpSpPr/>
          <p:nvPr/>
        </p:nvGrpSpPr>
        <p:grpSpPr>
          <a:xfrm>
            <a:off x="6530448" y="-1725"/>
            <a:ext cx="2626366" cy="2210266"/>
            <a:chOff x="6832017" y="-1727"/>
            <a:chExt cx="2324835" cy="1956507"/>
          </a:xfrm>
        </p:grpSpPr>
        <p:sp>
          <p:nvSpPr>
            <p:cNvPr id="144" name="Google Shape;144;p7"/>
            <p:cNvSpPr/>
            <p:nvPr/>
          </p:nvSpPr>
          <p:spPr>
            <a:xfrm rot="10800000">
              <a:off x="6832017" y="-1727"/>
              <a:ext cx="915511" cy="457805"/>
            </a:xfrm>
            <a:custGeom>
              <a:avLst/>
              <a:gdLst/>
              <a:ahLst/>
              <a:cxnLst/>
              <a:rect l="l" t="t" r="r" b="b"/>
              <a:pathLst>
                <a:path w="15017" h="7509" extrusionOk="0">
                  <a:moveTo>
                    <a:pt x="1" y="1"/>
                  </a:moveTo>
                  <a:lnTo>
                    <a:pt x="1" y="7508"/>
                  </a:lnTo>
                  <a:lnTo>
                    <a:pt x="7508" y="7508"/>
                  </a:lnTo>
                  <a:cubicBezTo>
                    <a:pt x="7510" y="7508"/>
                    <a:pt x="7511" y="7508"/>
                    <a:pt x="7512" y="7508"/>
                  </a:cubicBezTo>
                  <a:cubicBezTo>
                    <a:pt x="9503" y="7508"/>
                    <a:pt x="11410" y="6717"/>
                    <a:pt x="12818" y="5310"/>
                  </a:cubicBezTo>
                  <a:cubicBezTo>
                    <a:pt x="14226" y="3902"/>
                    <a:pt x="15017" y="1992"/>
                    <a:pt x="150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7"/>
            <p:cNvSpPr/>
            <p:nvPr/>
          </p:nvSpPr>
          <p:spPr>
            <a:xfrm rot="5400000">
              <a:off x="8202782" y="-20"/>
              <a:ext cx="455998" cy="456040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7508" y="0"/>
                  </a:moveTo>
                  <a:lnTo>
                    <a:pt x="1" y="7509"/>
                  </a:lnTo>
                  <a:lnTo>
                    <a:pt x="7508" y="7476"/>
                  </a:lnTo>
                  <a:lnTo>
                    <a:pt x="750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7"/>
            <p:cNvSpPr/>
            <p:nvPr/>
          </p:nvSpPr>
          <p:spPr>
            <a:xfrm rot="5400000">
              <a:off x="8202782" y="-20"/>
              <a:ext cx="455998" cy="456040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1" y="0"/>
                  </a:moveTo>
                  <a:lnTo>
                    <a:pt x="1" y="7509"/>
                  </a:lnTo>
                  <a:lnTo>
                    <a:pt x="750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7"/>
            <p:cNvSpPr/>
            <p:nvPr/>
          </p:nvSpPr>
          <p:spPr>
            <a:xfrm rot="-5400000">
              <a:off x="7746796" y="-20"/>
              <a:ext cx="455998" cy="456040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7508" y="1"/>
                  </a:moveTo>
                  <a:lnTo>
                    <a:pt x="1" y="34"/>
                  </a:lnTo>
                  <a:lnTo>
                    <a:pt x="1" y="7508"/>
                  </a:lnTo>
                  <a:lnTo>
                    <a:pt x="750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7"/>
            <p:cNvSpPr/>
            <p:nvPr/>
          </p:nvSpPr>
          <p:spPr>
            <a:xfrm rot="10800000">
              <a:off x="8672644" y="1470591"/>
              <a:ext cx="484207" cy="484188"/>
            </a:xfrm>
            <a:custGeom>
              <a:avLst/>
              <a:gdLst/>
              <a:ahLst/>
              <a:cxnLst/>
              <a:rect l="l" t="t" r="r" b="b"/>
              <a:pathLst>
                <a:path w="7510" h="7510" extrusionOk="0">
                  <a:moveTo>
                    <a:pt x="7509" y="1"/>
                  </a:moveTo>
                  <a:cubicBezTo>
                    <a:pt x="3362" y="1"/>
                    <a:pt x="1" y="3362"/>
                    <a:pt x="1" y="7509"/>
                  </a:cubicBezTo>
                  <a:lnTo>
                    <a:pt x="7509" y="7509"/>
                  </a:lnTo>
                  <a:lnTo>
                    <a:pt x="750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7"/>
            <p:cNvSpPr/>
            <p:nvPr/>
          </p:nvSpPr>
          <p:spPr>
            <a:xfrm flipH="1">
              <a:off x="8665275" y="449176"/>
              <a:ext cx="478335" cy="478380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7508" y="1"/>
                  </a:moveTo>
                  <a:cubicBezTo>
                    <a:pt x="3362" y="1"/>
                    <a:pt x="0" y="3362"/>
                    <a:pt x="0" y="7508"/>
                  </a:cubicBezTo>
                  <a:lnTo>
                    <a:pt x="7508" y="7508"/>
                  </a:lnTo>
                  <a:lnTo>
                    <a:pt x="750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7"/>
            <p:cNvSpPr/>
            <p:nvPr/>
          </p:nvSpPr>
          <p:spPr>
            <a:xfrm rot="10800000">
              <a:off x="8207723" y="455381"/>
              <a:ext cx="456059" cy="456022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1" y="1"/>
                  </a:moveTo>
                  <a:lnTo>
                    <a:pt x="1" y="7508"/>
                  </a:lnTo>
                  <a:lnTo>
                    <a:pt x="7508" y="7508"/>
                  </a:lnTo>
                  <a:cubicBezTo>
                    <a:pt x="3362" y="7508"/>
                    <a:pt x="1" y="4147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7"/>
            <p:cNvSpPr/>
            <p:nvPr/>
          </p:nvSpPr>
          <p:spPr>
            <a:xfrm>
              <a:off x="7189364" y="51053"/>
              <a:ext cx="353901" cy="353886"/>
            </a:xfrm>
            <a:custGeom>
              <a:avLst/>
              <a:gdLst/>
              <a:ahLst/>
              <a:cxnLst/>
              <a:rect l="l" t="t" r="r" b="b"/>
              <a:pathLst>
                <a:path w="6008" h="6008" extrusionOk="0">
                  <a:moveTo>
                    <a:pt x="3004" y="1"/>
                  </a:moveTo>
                  <a:cubicBezTo>
                    <a:pt x="1345" y="1"/>
                    <a:pt x="1" y="1346"/>
                    <a:pt x="1" y="3005"/>
                  </a:cubicBezTo>
                  <a:cubicBezTo>
                    <a:pt x="1" y="4663"/>
                    <a:pt x="1345" y="6007"/>
                    <a:pt x="3004" y="6007"/>
                  </a:cubicBezTo>
                  <a:cubicBezTo>
                    <a:pt x="4662" y="6007"/>
                    <a:pt x="6007" y="4663"/>
                    <a:pt x="6007" y="3005"/>
                  </a:cubicBezTo>
                  <a:cubicBezTo>
                    <a:pt x="6007" y="1346"/>
                    <a:pt x="4662" y="1"/>
                    <a:pt x="30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7"/>
            <p:cNvSpPr/>
            <p:nvPr/>
          </p:nvSpPr>
          <p:spPr>
            <a:xfrm rot="5400000">
              <a:off x="8758912" y="1079081"/>
              <a:ext cx="543767" cy="239267"/>
            </a:xfrm>
            <a:custGeom>
              <a:avLst/>
              <a:gdLst/>
              <a:ahLst/>
              <a:cxnLst/>
              <a:rect l="l" t="t" r="r" b="b"/>
              <a:pathLst>
                <a:path w="7508" h="3756" extrusionOk="0">
                  <a:moveTo>
                    <a:pt x="1" y="0"/>
                  </a:moveTo>
                  <a:lnTo>
                    <a:pt x="1" y="3755"/>
                  </a:lnTo>
                  <a:lnTo>
                    <a:pt x="7508" y="3755"/>
                  </a:lnTo>
                  <a:lnTo>
                    <a:pt x="750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7"/>
            <p:cNvSpPr/>
            <p:nvPr/>
          </p:nvSpPr>
          <p:spPr>
            <a:xfrm rot="5400000">
              <a:off x="8519771" y="1079145"/>
              <a:ext cx="543767" cy="239139"/>
            </a:xfrm>
            <a:custGeom>
              <a:avLst/>
              <a:gdLst/>
              <a:ahLst/>
              <a:cxnLst/>
              <a:rect l="l" t="t" r="r" b="b"/>
              <a:pathLst>
                <a:path w="7508" h="3754" extrusionOk="0">
                  <a:moveTo>
                    <a:pt x="1" y="0"/>
                  </a:moveTo>
                  <a:lnTo>
                    <a:pt x="1" y="3754"/>
                  </a:lnTo>
                  <a:lnTo>
                    <a:pt x="7508" y="3754"/>
                  </a:lnTo>
                  <a:lnTo>
                    <a:pt x="750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7"/>
            <p:cNvSpPr/>
            <p:nvPr/>
          </p:nvSpPr>
          <p:spPr>
            <a:xfrm flipH="1">
              <a:off x="8667309" y="-75"/>
              <a:ext cx="484191" cy="456157"/>
            </a:xfrm>
            <a:custGeom>
              <a:avLst/>
              <a:gdLst/>
              <a:ahLst/>
              <a:cxnLst/>
              <a:rect l="l" t="t" r="r" b="b"/>
              <a:pathLst>
                <a:path w="7508" h="7510" extrusionOk="0">
                  <a:moveTo>
                    <a:pt x="1" y="0"/>
                  </a:moveTo>
                  <a:lnTo>
                    <a:pt x="1" y="7509"/>
                  </a:lnTo>
                  <a:lnTo>
                    <a:pt x="7508" y="750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5" name="Google Shape;155;p7"/>
          <p:cNvSpPr/>
          <p:nvPr/>
        </p:nvSpPr>
        <p:spPr>
          <a:xfrm>
            <a:off x="8286749" y="4273298"/>
            <a:ext cx="870102" cy="870199"/>
          </a:xfrm>
          <a:custGeom>
            <a:avLst/>
            <a:gdLst/>
            <a:ahLst/>
            <a:cxnLst/>
            <a:rect l="l" t="t" r="r" b="b"/>
            <a:pathLst>
              <a:path w="7508" h="7509" extrusionOk="0">
                <a:moveTo>
                  <a:pt x="7508" y="1"/>
                </a:moveTo>
                <a:cubicBezTo>
                  <a:pt x="3362" y="1"/>
                  <a:pt x="0" y="3362"/>
                  <a:pt x="0" y="7508"/>
                </a:cubicBezTo>
                <a:lnTo>
                  <a:pt x="7508" y="7508"/>
                </a:lnTo>
                <a:lnTo>
                  <a:pt x="7508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7"/>
          <p:cNvSpPr/>
          <p:nvPr/>
        </p:nvSpPr>
        <p:spPr>
          <a:xfrm rot="5400000">
            <a:off x="-7" y="-10"/>
            <a:ext cx="828747" cy="828618"/>
          </a:xfrm>
          <a:custGeom>
            <a:avLst/>
            <a:gdLst/>
            <a:ahLst/>
            <a:cxnLst/>
            <a:rect l="l" t="t" r="r" b="b"/>
            <a:pathLst>
              <a:path w="7510" h="7509" extrusionOk="0">
                <a:moveTo>
                  <a:pt x="1" y="1"/>
                </a:moveTo>
                <a:lnTo>
                  <a:pt x="1" y="7508"/>
                </a:lnTo>
                <a:lnTo>
                  <a:pt x="7509" y="7508"/>
                </a:lnTo>
                <a:cubicBezTo>
                  <a:pt x="3362" y="7508"/>
                  <a:pt x="1" y="4147"/>
                  <a:pt x="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7" name="Google Shape;157;p7"/>
          <p:cNvGrpSpPr/>
          <p:nvPr/>
        </p:nvGrpSpPr>
        <p:grpSpPr>
          <a:xfrm>
            <a:off x="9" y="2933504"/>
            <a:ext cx="2514705" cy="2210275"/>
            <a:chOff x="195199" y="2755373"/>
            <a:chExt cx="2431311" cy="2136977"/>
          </a:xfrm>
        </p:grpSpPr>
        <p:sp>
          <p:nvSpPr>
            <p:cNvPr id="158" name="Google Shape;158;p7"/>
            <p:cNvSpPr/>
            <p:nvPr/>
          </p:nvSpPr>
          <p:spPr>
            <a:xfrm rot="-5400000">
              <a:off x="608578" y="4487752"/>
              <a:ext cx="539375" cy="269822"/>
            </a:xfrm>
            <a:custGeom>
              <a:avLst/>
              <a:gdLst/>
              <a:ahLst/>
              <a:cxnLst/>
              <a:rect l="l" t="t" r="r" b="b"/>
              <a:pathLst>
                <a:path w="7508" h="3756" extrusionOk="0">
                  <a:moveTo>
                    <a:pt x="1" y="0"/>
                  </a:moveTo>
                  <a:lnTo>
                    <a:pt x="1" y="3755"/>
                  </a:lnTo>
                  <a:lnTo>
                    <a:pt x="7508" y="3755"/>
                  </a:lnTo>
                  <a:lnTo>
                    <a:pt x="750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7"/>
            <p:cNvSpPr/>
            <p:nvPr/>
          </p:nvSpPr>
          <p:spPr>
            <a:xfrm rot="-5400000" flipH="1">
              <a:off x="195727" y="3275212"/>
              <a:ext cx="539375" cy="539447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7508" y="0"/>
                  </a:moveTo>
                  <a:lnTo>
                    <a:pt x="1" y="7509"/>
                  </a:lnTo>
                  <a:lnTo>
                    <a:pt x="7508" y="7476"/>
                  </a:lnTo>
                  <a:lnTo>
                    <a:pt x="750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7"/>
            <p:cNvSpPr/>
            <p:nvPr/>
          </p:nvSpPr>
          <p:spPr>
            <a:xfrm rot="-5400000" flipH="1">
              <a:off x="195241" y="3275212"/>
              <a:ext cx="539375" cy="539447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1" y="0"/>
                  </a:moveTo>
                  <a:lnTo>
                    <a:pt x="1" y="7509"/>
                  </a:lnTo>
                  <a:lnTo>
                    <a:pt x="750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7"/>
            <p:cNvSpPr/>
            <p:nvPr/>
          </p:nvSpPr>
          <p:spPr>
            <a:xfrm rot="5400000" flipH="1">
              <a:off x="195249" y="4348008"/>
              <a:ext cx="528094" cy="528183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7508" y="1"/>
                  </a:moveTo>
                  <a:lnTo>
                    <a:pt x="1" y="7508"/>
                  </a:lnTo>
                  <a:lnTo>
                    <a:pt x="7508" y="7508"/>
                  </a:lnTo>
                  <a:lnTo>
                    <a:pt x="750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7"/>
            <p:cNvSpPr/>
            <p:nvPr/>
          </p:nvSpPr>
          <p:spPr>
            <a:xfrm rot="-5400000" flipH="1">
              <a:off x="1817376" y="4083214"/>
              <a:ext cx="539375" cy="1078893"/>
            </a:xfrm>
            <a:custGeom>
              <a:avLst/>
              <a:gdLst/>
              <a:ahLst/>
              <a:cxnLst/>
              <a:rect l="l" t="t" r="r" b="b"/>
              <a:pathLst>
                <a:path w="7508" h="15018" extrusionOk="0">
                  <a:moveTo>
                    <a:pt x="1" y="1"/>
                  </a:moveTo>
                  <a:lnTo>
                    <a:pt x="1" y="7510"/>
                  </a:lnTo>
                  <a:lnTo>
                    <a:pt x="7508" y="15017"/>
                  </a:lnTo>
                  <a:lnTo>
                    <a:pt x="750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7"/>
            <p:cNvSpPr/>
            <p:nvPr/>
          </p:nvSpPr>
          <p:spPr>
            <a:xfrm rot="-5400000" flipH="1">
              <a:off x="195205" y="3814622"/>
              <a:ext cx="533417" cy="533417"/>
            </a:xfrm>
            <a:custGeom>
              <a:avLst/>
              <a:gdLst/>
              <a:ahLst/>
              <a:cxnLst/>
              <a:rect l="l" t="t" r="r" b="b"/>
              <a:pathLst>
                <a:path w="7510" h="7510" extrusionOk="0">
                  <a:moveTo>
                    <a:pt x="7509" y="1"/>
                  </a:moveTo>
                  <a:cubicBezTo>
                    <a:pt x="3362" y="1"/>
                    <a:pt x="1" y="3362"/>
                    <a:pt x="1" y="7509"/>
                  </a:cubicBezTo>
                  <a:lnTo>
                    <a:pt x="7509" y="7509"/>
                  </a:lnTo>
                  <a:lnTo>
                    <a:pt x="750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7"/>
            <p:cNvSpPr/>
            <p:nvPr/>
          </p:nvSpPr>
          <p:spPr>
            <a:xfrm rot="10800000">
              <a:off x="730925" y="3807696"/>
              <a:ext cx="545357" cy="545304"/>
            </a:xfrm>
            <a:custGeom>
              <a:avLst/>
              <a:gdLst/>
              <a:ahLst/>
              <a:cxnLst/>
              <a:rect l="l" t="t" r="r" b="b"/>
              <a:pathLst>
                <a:path w="7510" h="7509" extrusionOk="0">
                  <a:moveTo>
                    <a:pt x="1" y="0"/>
                  </a:moveTo>
                  <a:cubicBezTo>
                    <a:pt x="4147" y="0"/>
                    <a:pt x="7509" y="3361"/>
                    <a:pt x="7509" y="7509"/>
                  </a:cubicBezTo>
                  <a:lnTo>
                    <a:pt x="750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7"/>
            <p:cNvSpPr/>
            <p:nvPr/>
          </p:nvSpPr>
          <p:spPr>
            <a:xfrm flipH="1">
              <a:off x="195199" y="2755373"/>
              <a:ext cx="539450" cy="539522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7508" y="1"/>
                  </a:moveTo>
                  <a:cubicBezTo>
                    <a:pt x="3362" y="1"/>
                    <a:pt x="0" y="3362"/>
                    <a:pt x="0" y="7508"/>
                  </a:cubicBezTo>
                  <a:lnTo>
                    <a:pt x="7508" y="7508"/>
                  </a:lnTo>
                  <a:lnTo>
                    <a:pt x="750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7"/>
            <p:cNvSpPr/>
            <p:nvPr/>
          </p:nvSpPr>
          <p:spPr>
            <a:xfrm rot="-5400000">
              <a:off x="878403" y="4487752"/>
              <a:ext cx="539375" cy="269822"/>
            </a:xfrm>
            <a:custGeom>
              <a:avLst/>
              <a:gdLst/>
              <a:ahLst/>
              <a:cxnLst/>
              <a:rect l="l" t="t" r="r" b="b"/>
              <a:pathLst>
                <a:path w="7508" h="3756" extrusionOk="0">
                  <a:moveTo>
                    <a:pt x="1" y="0"/>
                  </a:moveTo>
                  <a:lnTo>
                    <a:pt x="1" y="3755"/>
                  </a:lnTo>
                  <a:lnTo>
                    <a:pt x="7508" y="3755"/>
                  </a:lnTo>
                  <a:lnTo>
                    <a:pt x="750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7"/>
            <p:cNvSpPr/>
            <p:nvPr/>
          </p:nvSpPr>
          <p:spPr>
            <a:xfrm rot="-5400000">
              <a:off x="1148228" y="4487752"/>
              <a:ext cx="539375" cy="269822"/>
            </a:xfrm>
            <a:custGeom>
              <a:avLst/>
              <a:gdLst/>
              <a:ahLst/>
              <a:cxnLst/>
              <a:rect l="l" t="t" r="r" b="b"/>
              <a:pathLst>
                <a:path w="7508" h="3756" extrusionOk="0">
                  <a:moveTo>
                    <a:pt x="1" y="0"/>
                  </a:moveTo>
                  <a:lnTo>
                    <a:pt x="1" y="3755"/>
                  </a:lnTo>
                  <a:lnTo>
                    <a:pt x="7508" y="3755"/>
                  </a:lnTo>
                  <a:lnTo>
                    <a:pt x="750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7"/>
            <p:cNvSpPr/>
            <p:nvPr/>
          </p:nvSpPr>
          <p:spPr>
            <a:xfrm>
              <a:off x="1648200" y="4436200"/>
              <a:ext cx="372900" cy="37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"/>
          <p:cNvSpPr txBox="1">
            <a:spLocks noGrp="1"/>
          </p:cNvSpPr>
          <p:nvPr>
            <p:ph type="title"/>
          </p:nvPr>
        </p:nvSpPr>
        <p:spPr>
          <a:xfrm>
            <a:off x="1145400" y="1163100"/>
            <a:ext cx="6853200" cy="281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71" name="Google Shape;171;p8"/>
          <p:cNvGrpSpPr/>
          <p:nvPr/>
        </p:nvGrpSpPr>
        <p:grpSpPr>
          <a:xfrm>
            <a:off x="-39791" y="-9525"/>
            <a:ext cx="1798435" cy="1792659"/>
            <a:chOff x="-17321" y="-9526"/>
            <a:chExt cx="1431647" cy="1427049"/>
          </a:xfrm>
        </p:grpSpPr>
        <p:sp>
          <p:nvSpPr>
            <p:cNvPr id="172" name="Google Shape;172;p8"/>
            <p:cNvSpPr/>
            <p:nvPr/>
          </p:nvSpPr>
          <p:spPr>
            <a:xfrm rot="5400000">
              <a:off x="-6897" y="450523"/>
              <a:ext cx="476400" cy="485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8"/>
            <p:cNvSpPr/>
            <p:nvPr/>
          </p:nvSpPr>
          <p:spPr>
            <a:xfrm rot="5400000">
              <a:off x="50330" y="502215"/>
              <a:ext cx="376792" cy="376792"/>
            </a:xfrm>
            <a:custGeom>
              <a:avLst/>
              <a:gdLst/>
              <a:ahLst/>
              <a:cxnLst/>
              <a:rect l="l" t="t" r="r" b="b"/>
              <a:pathLst>
                <a:path w="6008" h="6008" extrusionOk="0">
                  <a:moveTo>
                    <a:pt x="3005" y="1"/>
                  </a:moveTo>
                  <a:cubicBezTo>
                    <a:pt x="1346" y="1"/>
                    <a:pt x="1" y="1346"/>
                    <a:pt x="1" y="3005"/>
                  </a:cubicBezTo>
                  <a:cubicBezTo>
                    <a:pt x="1" y="4663"/>
                    <a:pt x="1346" y="6007"/>
                    <a:pt x="3005" y="6007"/>
                  </a:cubicBezTo>
                  <a:cubicBezTo>
                    <a:pt x="4663" y="6007"/>
                    <a:pt x="6008" y="4663"/>
                    <a:pt x="6008" y="3005"/>
                  </a:cubicBezTo>
                  <a:cubicBezTo>
                    <a:pt x="6008" y="1346"/>
                    <a:pt x="4663" y="1"/>
                    <a:pt x="30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8"/>
            <p:cNvSpPr/>
            <p:nvPr/>
          </p:nvSpPr>
          <p:spPr>
            <a:xfrm rot="5400000">
              <a:off x="-17321" y="926059"/>
              <a:ext cx="491464" cy="491464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1" y="1"/>
                  </a:moveTo>
                  <a:lnTo>
                    <a:pt x="1" y="7508"/>
                  </a:lnTo>
                  <a:cubicBezTo>
                    <a:pt x="4147" y="7508"/>
                    <a:pt x="7508" y="4147"/>
                    <a:pt x="75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8"/>
            <p:cNvSpPr/>
            <p:nvPr/>
          </p:nvSpPr>
          <p:spPr>
            <a:xfrm>
              <a:off x="237110" y="-9525"/>
              <a:ext cx="237037" cy="465865"/>
            </a:xfrm>
            <a:custGeom>
              <a:avLst/>
              <a:gdLst/>
              <a:ahLst/>
              <a:cxnLst/>
              <a:rect l="l" t="t" r="r" b="b"/>
              <a:pathLst>
                <a:path w="3754" h="15017" extrusionOk="0">
                  <a:moveTo>
                    <a:pt x="0" y="1"/>
                  </a:moveTo>
                  <a:lnTo>
                    <a:pt x="0" y="15017"/>
                  </a:lnTo>
                  <a:lnTo>
                    <a:pt x="3754" y="15017"/>
                  </a:lnTo>
                  <a:lnTo>
                    <a:pt x="37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8"/>
            <p:cNvSpPr/>
            <p:nvPr/>
          </p:nvSpPr>
          <p:spPr>
            <a:xfrm>
              <a:off x="0" y="-9525"/>
              <a:ext cx="237163" cy="465865"/>
            </a:xfrm>
            <a:custGeom>
              <a:avLst/>
              <a:gdLst/>
              <a:ahLst/>
              <a:cxnLst/>
              <a:rect l="l" t="t" r="r" b="b"/>
              <a:pathLst>
                <a:path w="3756" h="15017" extrusionOk="0">
                  <a:moveTo>
                    <a:pt x="0" y="1"/>
                  </a:moveTo>
                  <a:lnTo>
                    <a:pt x="0" y="15017"/>
                  </a:lnTo>
                  <a:lnTo>
                    <a:pt x="3755" y="15017"/>
                  </a:lnTo>
                  <a:lnTo>
                    <a:pt x="37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8"/>
            <p:cNvSpPr/>
            <p:nvPr/>
          </p:nvSpPr>
          <p:spPr>
            <a:xfrm rot="5400000">
              <a:off x="948440" y="-5357"/>
              <a:ext cx="465877" cy="465896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7509" y="0"/>
                  </a:moveTo>
                  <a:lnTo>
                    <a:pt x="0" y="33"/>
                  </a:lnTo>
                  <a:lnTo>
                    <a:pt x="0" y="7509"/>
                  </a:lnTo>
                  <a:lnTo>
                    <a:pt x="750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8"/>
            <p:cNvSpPr/>
            <p:nvPr/>
          </p:nvSpPr>
          <p:spPr>
            <a:xfrm rot="5400000">
              <a:off x="948440" y="-5357"/>
              <a:ext cx="465877" cy="465896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7509" y="0"/>
                  </a:moveTo>
                  <a:lnTo>
                    <a:pt x="0" y="7509"/>
                  </a:lnTo>
                  <a:lnTo>
                    <a:pt x="7509" y="7509"/>
                  </a:lnTo>
                  <a:lnTo>
                    <a:pt x="750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8"/>
            <p:cNvSpPr/>
            <p:nvPr/>
          </p:nvSpPr>
          <p:spPr>
            <a:xfrm rot="5400000">
              <a:off x="474162" y="-9558"/>
              <a:ext cx="474224" cy="474287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7508" y="1"/>
                  </a:moveTo>
                  <a:cubicBezTo>
                    <a:pt x="3362" y="1"/>
                    <a:pt x="0" y="3362"/>
                    <a:pt x="0" y="7508"/>
                  </a:cubicBezTo>
                  <a:lnTo>
                    <a:pt x="7508" y="7508"/>
                  </a:lnTo>
                  <a:lnTo>
                    <a:pt x="750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8"/>
            <p:cNvSpPr/>
            <p:nvPr/>
          </p:nvSpPr>
          <p:spPr>
            <a:xfrm rot="-5400000">
              <a:off x="471695" y="464700"/>
              <a:ext cx="358179" cy="358179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0" y="1"/>
                  </a:moveTo>
                  <a:cubicBezTo>
                    <a:pt x="4147" y="1"/>
                    <a:pt x="7509" y="3362"/>
                    <a:pt x="7509" y="7508"/>
                  </a:cubicBezTo>
                  <a:lnTo>
                    <a:pt x="750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1" name="Google Shape;181;p8"/>
          <p:cNvGrpSpPr/>
          <p:nvPr/>
        </p:nvGrpSpPr>
        <p:grpSpPr>
          <a:xfrm>
            <a:off x="7486849" y="3143059"/>
            <a:ext cx="1658030" cy="2000758"/>
            <a:chOff x="7938839" y="3688711"/>
            <a:chExt cx="1205577" cy="1454780"/>
          </a:xfrm>
        </p:grpSpPr>
        <p:sp>
          <p:nvSpPr>
            <p:cNvPr id="182" name="Google Shape;182;p8"/>
            <p:cNvSpPr/>
            <p:nvPr/>
          </p:nvSpPr>
          <p:spPr>
            <a:xfrm rot="10800000">
              <a:off x="7938839" y="4785311"/>
              <a:ext cx="716311" cy="358179"/>
            </a:xfrm>
            <a:custGeom>
              <a:avLst/>
              <a:gdLst/>
              <a:ahLst/>
              <a:cxnLst/>
              <a:rect l="l" t="t" r="r" b="b"/>
              <a:pathLst>
                <a:path w="15017" h="7509" extrusionOk="0">
                  <a:moveTo>
                    <a:pt x="1" y="1"/>
                  </a:moveTo>
                  <a:lnTo>
                    <a:pt x="1" y="7508"/>
                  </a:lnTo>
                  <a:lnTo>
                    <a:pt x="7508" y="7508"/>
                  </a:lnTo>
                  <a:cubicBezTo>
                    <a:pt x="7510" y="7508"/>
                    <a:pt x="7511" y="7508"/>
                    <a:pt x="7512" y="7508"/>
                  </a:cubicBezTo>
                  <a:cubicBezTo>
                    <a:pt x="9503" y="7508"/>
                    <a:pt x="11410" y="6717"/>
                    <a:pt x="12818" y="5310"/>
                  </a:cubicBezTo>
                  <a:cubicBezTo>
                    <a:pt x="14226" y="3902"/>
                    <a:pt x="15017" y="1992"/>
                    <a:pt x="15017" y="1"/>
                  </a:cubicBezTo>
                  <a:close/>
                </a:path>
              </a:pathLst>
            </a:custGeom>
            <a:solidFill>
              <a:srgbClr val="5EA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3" name="Google Shape;183;p8"/>
            <p:cNvGrpSpPr/>
            <p:nvPr/>
          </p:nvGrpSpPr>
          <p:grpSpPr>
            <a:xfrm rot="10800000" flipH="1">
              <a:off x="8655138" y="3688711"/>
              <a:ext cx="489278" cy="1451855"/>
              <a:chOff x="8620978" y="531276"/>
              <a:chExt cx="539447" cy="1600899"/>
            </a:xfrm>
          </p:grpSpPr>
          <p:sp>
            <p:nvSpPr>
              <p:cNvPr id="184" name="Google Shape;184;p8"/>
              <p:cNvSpPr/>
              <p:nvPr/>
            </p:nvSpPr>
            <p:spPr>
              <a:xfrm rot="5400000">
                <a:off x="8621014" y="531240"/>
                <a:ext cx="539375" cy="539447"/>
              </a:xfrm>
              <a:custGeom>
                <a:avLst/>
                <a:gdLst/>
                <a:ahLst/>
                <a:cxnLst/>
                <a:rect l="l" t="t" r="r" b="b"/>
                <a:pathLst>
                  <a:path w="7508" h="7509" extrusionOk="0">
                    <a:moveTo>
                      <a:pt x="7508" y="0"/>
                    </a:moveTo>
                    <a:lnTo>
                      <a:pt x="1" y="7509"/>
                    </a:lnTo>
                    <a:lnTo>
                      <a:pt x="7508" y="7476"/>
                    </a:lnTo>
                    <a:lnTo>
                      <a:pt x="750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185;p8"/>
              <p:cNvSpPr/>
              <p:nvPr/>
            </p:nvSpPr>
            <p:spPr>
              <a:xfrm rot="5400000">
                <a:off x="8621014" y="531240"/>
                <a:ext cx="539375" cy="539447"/>
              </a:xfrm>
              <a:custGeom>
                <a:avLst/>
                <a:gdLst/>
                <a:ahLst/>
                <a:cxnLst/>
                <a:rect l="l" t="t" r="r" b="b"/>
                <a:pathLst>
                  <a:path w="7508" h="7509" extrusionOk="0">
                    <a:moveTo>
                      <a:pt x="1" y="0"/>
                    </a:moveTo>
                    <a:lnTo>
                      <a:pt x="1" y="7509"/>
                    </a:lnTo>
                    <a:lnTo>
                      <a:pt x="750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8"/>
              <p:cNvSpPr/>
              <p:nvPr/>
            </p:nvSpPr>
            <p:spPr>
              <a:xfrm rot="-5400000">
                <a:off x="8632286" y="1604037"/>
                <a:ext cx="528094" cy="528183"/>
              </a:xfrm>
              <a:custGeom>
                <a:avLst/>
                <a:gdLst/>
                <a:ahLst/>
                <a:cxnLst/>
                <a:rect l="l" t="t" r="r" b="b"/>
                <a:pathLst>
                  <a:path w="7508" h="7509" extrusionOk="0">
                    <a:moveTo>
                      <a:pt x="7508" y="1"/>
                    </a:moveTo>
                    <a:lnTo>
                      <a:pt x="1" y="7508"/>
                    </a:lnTo>
                    <a:lnTo>
                      <a:pt x="7508" y="7508"/>
                    </a:lnTo>
                    <a:lnTo>
                      <a:pt x="750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8"/>
              <p:cNvSpPr/>
              <p:nvPr/>
            </p:nvSpPr>
            <p:spPr>
              <a:xfrm rot="5400000">
                <a:off x="8627008" y="1070650"/>
                <a:ext cx="533417" cy="533417"/>
              </a:xfrm>
              <a:custGeom>
                <a:avLst/>
                <a:gdLst/>
                <a:ahLst/>
                <a:cxnLst/>
                <a:rect l="l" t="t" r="r" b="b"/>
                <a:pathLst>
                  <a:path w="7510" h="7510" extrusionOk="0">
                    <a:moveTo>
                      <a:pt x="7509" y="1"/>
                    </a:moveTo>
                    <a:cubicBezTo>
                      <a:pt x="3362" y="1"/>
                      <a:pt x="1" y="3362"/>
                      <a:pt x="1" y="7509"/>
                    </a:cubicBezTo>
                    <a:lnTo>
                      <a:pt x="7509" y="7509"/>
                    </a:lnTo>
                    <a:lnTo>
                      <a:pt x="750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88" name="Google Shape;188;p8"/>
          <p:cNvGrpSpPr/>
          <p:nvPr/>
        </p:nvGrpSpPr>
        <p:grpSpPr>
          <a:xfrm>
            <a:off x="7734024" y="-4125"/>
            <a:ext cx="1417326" cy="1418210"/>
            <a:chOff x="8186364" y="-4125"/>
            <a:chExt cx="965218" cy="965820"/>
          </a:xfrm>
        </p:grpSpPr>
        <p:sp>
          <p:nvSpPr>
            <p:cNvPr id="189" name="Google Shape;189;p8"/>
            <p:cNvSpPr/>
            <p:nvPr/>
          </p:nvSpPr>
          <p:spPr>
            <a:xfrm rot="5400000">
              <a:off x="8672712" y="482842"/>
              <a:ext cx="478894" cy="478811"/>
            </a:xfrm>
            <a:custGeom>
              <a:avLst/>
              <a:gdLst/>
              <a:ahLst/>
              <a:cxnLst/>
              <a:rect l="l" t="t" r="r" b="b"/>
              <a:pathLst>
                <a:path w="7510" h="7509" extrusionOk="0">
                  <a:moveTo>
                    <a:pt x="1" y="0"/>
                  </a:moveTo>
                  <a:cubicBezTo>
                    <a:pt x="4147" y="0"/>
                    <a:pt x="7509" y="3361"/>
                    <a:pt x="7509" y="7509"/>
                  </a:cubicBezTo>
                  <a:lnTo>
                    <a:pt x="75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8"/>
            <p:cNvSpPr/>
            <p:nvPr/>
          </p:nvSpPr>
          <p:spPr>
            <a:xfrm rot="5400000">
              <a:off x="8662263" y="472361"/>
              <a:ext cx="489352" cy="489286"/>
            </a:xfrm>
            <a:custGeom>
              <a:avLst/>
              <a:gdLst/>
              <a:ahLst/>
              <a:cxnLst/>
              <a:rect l="l" t="t" r="r" b="b"/>
              <a:pathLst>
                <a:path w="7510" h="7509" extrusionOk="0">
                  <a:moveTo>
                    <a:pt x="1" y="1"/>
                  </a:moveTo>
                  <a:lnTo>
                    <a:pt x="1" y="7508"/>
                  </a:lnTo>
                  <a:lnTo>
                    <a:pt x="7509" y="7508"/>
                  </a:lnTo>
                  <a:cubicBezTo>
                    <a:pt x="3362" y="7508"/>
                    <a:pt x="1" y="4147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8"/>
            <p:cNvSpPr/>
            <p:nvPr/>
          </p:nvSpPr>
          <p:spPr>
            <a:xfrm>
              <a:off x="8665181" y="-4125"/>
              <a:ext cx="478823" cy="478868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0" y="1"/>
                  </a:moveTo>
                  <a:lnTo>
                    <a:pt x="0" y="7508"/>
                  </a:lnTo>
                  <a:cubicBezTo>
                    <a:pt x="4147" y="7508"/>
                    <a:pt x="7508" y="4147"/>
                    <a:pt x="7508" y="1"/>
                  </a:cubicBezTo>
                  <a:close/>
                </a:path>
              </a:pathLst>
            </a:custGeom>
            <a:solidFill>
              <a:srgbClr val="FFC4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8"/>
            <p:cNvSpPr/>
            <p:nvPr/>
          </p:nvSpPr>
          <p:spPr>
            <a:xfrm>
              <a:off x="8186364" y="-4125"/>
              <a:ext cx="478811" cy="478793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0" y="1"/>
                  </a:moveTo>
                  <a:cubicBezTo>
                    <a:pt x="4148" y="1"/>
                    <a:pt x="7509" y="3362"/>
                    <a:pt x="7509" y="7508"/>
                  </a:cubicBezTo>
                  <a:lnTo>
                    <a:pt x="750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"/>
          <p:cNvSpPr txBox="1">
            <a:spLocks noGrp="1"/>
          </p:cNvSpPr>
          <p:nvPr>
            <p:ph type="title"/>
          </p:nvPr>
        </p:nvSpPr>
        <p:spPr>
          <a:xfrm>
            <a:off x="5534131" y="1421738"/>
            <a:ext cx="2572200" cy="119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9"/>
          <p:cNvSpPr txBox="1">
            <a:spLocks noGrp="1"/>
          </p:cNvSpPr>
          <p:nvPr>
            <p:ph type="subTitle" idx="1"/>
          </p:nvPr>
        </p:nvSpPr>
        <p:spPr>
          <a:xfrm>
            <a:off x="5534125" y="2617763"/>
            <a:ext cx="2572200" cy="110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96" name="Google Shape;196;p9"/>
          <p:cNvGrpSpPr/>
          <p:nvPr/>
        </p:nvGrpSpPr>
        <p:grpSpPr>
          <a:xfrm>
            <a:off x="-16383" y="-76"/>
            <a:ext cx="1519646" cy="1814140"/>
            <a:chOff x="-5151" y="-73"/>
            <a:chExt cx="1185834" cy="1415638"/>
          </a:xfrm>
        </p:grpSpPr>
        <p:sp>
          <p:nvSpPr>
            <p:cNvPr id="197" name="Google Shape;197;p9"/>
            <p:cNvSpPr/>
            <p:nvPr/>
          </p:nvSpPr>
          <p:spPr>
            <a:xfrm rot="-5400000">
              <a:off x="-5132" y="-92"/>
              <a:ext cx="476371" cy="476409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7509" y="0"/>
                  </a:moveTo>
                  <a:lnTo>
                    <a:pt x="0" y="33"/>
                  </a:lnTo>
                  <a:lnTo>
                    <a:pt x="0" y="7509"/>
                  </a:lnTo>
                  <a:lnTo>
                    <a:pt x="7509" y="0"/>
                  </a:lnTo>
                  <a:close/>
                </a:path>
              </a:pathLst>
            </a:custGeom>
            <a:solidFill>
              <a:srgbClr val="FFC4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9"/>
            <p:cNvSpPr/>
            <p:nvPr/>
          </p:nvSpPr>
          <p:spPr>
            <a:xfrm rot="-5400000">
              <a:off x="-5132" y="-92"/>
              <a:ext cx="476371" cy="476409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7509" y="0"/>
                  </a:moveTo>
                  <a:lnTo>
                    <a:pt x="0" y="7509"/>
                  </a:lnTo>
                  <a:lnTo>
                    <a:pt x="7509" y="7509"/>
                  </a:lnTo>
                  <a:lnTo>
                    <a:pt x="7509" y="0"/>
                  </a:lnTo>
                  <a:close/>
                </a:path>
              </a:pathLst>
            </a:custGeom>
            <a:solidFill>
              <a:srgbClr val="FFE4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9"/>
            <p:cNvSpPr/>
            <p:nvPr/>
          </p:nvSpPr>
          <p:spPr>
            <a:xfrm flipH="1">
              <a:off x="2448" y="944225"/>
              <a:ext cx="471277" cy="471340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1" y="1"/>
                  </a:moveTo>
                  <a:lnTo>
                    <a:pt x="7508" y="7508"/>
                  </a:lnTo>
                  <a:lnTo>
                    <a:pt x="7508" y="1"/>
                  </a:lnTo>
                  <a:close/>
                </a:path>
              </a:pathLst>
            </a:custGeom>
            <a:solidFill>
              <a:srgbClr val="FF89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9"/>
            <p:cNvSpPr/>
            <p:nvPr/>
          </p:nvSpPr>
          <p:spPr>
            <a:xfrm rot="10800000">
              <a:off x="709425" y="68"/>
              <a:ext cx="471258" cy="471321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7508" y="1"/>
                  </a:moveTo>
                  <a:cubicBezTo>
                    <a:pt x="3362" y="1"/>
                    <a:pt x="0" y="3362"/>
                    <a:pt x="0" y="7508"/>
                  </a:cubicBezTo>
                  <a:lnTo>
                    <a:pt x="7508" y="7508"/>
                  </a:lnTo>
                  <a:lnTo>
                    <a:pt x="750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9"/>
            <p:cNvSpPr/>
            <p:nvPr/>
          </p:nvSpPr>
          <p:spPr>
            <a:xfrm rot="-5400000" flipH="1">
              <a:off x="355972" y="117856"/>
              <a:ext cx="471202" cy="235717"/>
            </a:xfrm>
            <a:custGeom>
              <a:avLst/>
              <a:gdLst/>
              <a:ahLst/>
              <a:cxnLst/>
              <a:rect l="l" t="t" r="r" b="b"/>
              <a:pathLst>
                <a:path w="7508" h="3756" extrusionOk="0">
                  <a:moveTo>
                    <a:pt x="1" y="0"/>
                  </a:moveTo>
                  <a:lnTo>
                    <a:pt x="1" y="3755"/>
                  </a:lnTo>
                  <a:lnTo>
                    <a:pt x="7508" y="3755"/>
                  </a:lnTo>
                  <a:lnTo>
                    <a:pt x="750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9"/>
            <p:cNvSpPr/>
            <p:nvPr/>
          </p:nvSpPr>
          <p:spPr>
            <a:xfrm rot="-5400000">
              <a:off x="-5150" y="475622"/>
              <a:ext cx="465996" cy="465996"/>
            </a:xfrm>
            <a:custGeom>
              <a:avLst/>
              <a:gdLst/>
              <a:ahLst/>
              <a:cxnLst/>
              <a:rect l="l" t="t" r="r" b="b"/>
              <a:pathLst>
                <a:path w="7510" h="7510" extrusionOk="0">
                  <a:moveTo>
                    <a:pt x="7509" y="1"/>
                  </a:moveTo>
                  <a:cubicBezTo>
                    <a:pt x="3362" y="1"/>
                    <a:pt x="1" y="3362"/>
                    <a:pt x="1" y="7509"/>
                  </a:cubicBezTo>
                  <a:lnTo>
                    <a:pt x="7509" y="7509"/>
                  </a:lnTo>
                  <a:lnTo>
                    <a:pt x="750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3" name="Google Shape;203;p9"/>
          <p:cNvGrpSpPr/>
          <p:nvPr/>
        </p:nvGrpSpPr>
        <p:grpSpPr>
          <a:xfrm>
            <a:off x="8330526" y="-10451"/>
            <a:ext cx="844190" cy="839132"/>
            <a:chOff x="8339649" y="-10438"/>
            <a:chExt cx="830079" cy="825105"/>
          </a:xfrm>
        </p:grpSpPr>
        <p:sp>
          <p:nvSpPr>
            <p:cNvPr id="204" name="Google Shape;204;p9"/>
            <p:cNvSpPr/>
            <p:nvPr/>
          </p:nvSpPr>
          <p:spPr>
            <a:xfrm rot="-5400000">
              <a:off x="8339712" y="-54"/>
              <a:ext cx="804219" cy="804345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7508" y="1"/>
                  </a:moveTo>
                  <a:cubicBezTo>
                    <a:pt x="3362" y="1"/>
                    <a:pt x="0" y="3362"/>
                    <a:pt x="0" y="7508"/>
                  </a:cubicBezTo>
                  <a:lnTo>
                    <a:pt x="7508" y="7508"/>
                  </a:lnTo>
                  <a:lnTo>
                    <a:pt x="750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9"/>
            <p:cNvSpPr/>
            <p:nvPr/>
          </p:nvSpPr>
          <p:spPr>
            <a:xfrm rot="-5400000" flipH="1">
              <a:off x="8344716" y="-10346"/>
              <a:ext cx="825105" cy="824920"/>
            </a:xfrm>
            <a:custGeom>
              <a:avLst/>
              <a:gdLst/>
              <a:ahLst/>
              <a:cxnLst/>
              <a:rect l="l" t="t" r="r" b="b"/>
              <a:pathLst>
                <a:path w="7510" h="7509" extrusionOk="0">
                  <a:moveTo>
                    <a:pt x="1" y="0"/>
                  </a:moveTo>
                  <a:cubicBezTo>
                    <a:pt x="4147" y="0"/>
                    <a:pt x="7509" y="3361"/>
                    <a:pt x="7509" y="7509"/>
                  </a:cubicBezTo>
                  <a:lnTo>
                    <a:pt x="750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6" name="Google Shape;206;p9"/>
          <p:cNvGrpSpPr/>
          <p:nvPr/>
        </p:nvGrpSpPr>
        <p:grpSpPr>
          <a:xfrm>
            <a:off x="7324818" y="3286457"/>
            <a:ext cx="1819689" cy="1857140"/>
            <a:chOff x="7967725" y="3943023"/>
            <a:chExt cx="1176269" cy="1200556"/>
          </a:xfrm>
        </p:grpSpPr>
        <p:sp>
          <p:nvSpPr>
            <p:cNvPr id="207" name="Google Shape;207;p9"/>
            <p:cNvSpPr/>
            <p:nvPr/>
          </p:nvSpPr>
          <p:spPr>
            <a:xfrm>
              <a:off x="8355753" y="4743304"/>
              <a:ext cx="392700" cy="400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9"/>
            <p:cNvSpPr/>
            <p:nvPr/>
          </p:nvSpPr>
          <p:spPr>
            <a:xfrm>
              <a:off x="7967725" y="4743376"/>
              <a:ext cx="194068" cy="400203"/>
            </a:xfrm>
            <a:custGeom>
              <a:avLst/>
              <a:gdLst/>
              <a:ahLst/>
              <a:cxnLst/>
              <a:rect l="l" t="t" r="r" b="b"/>
              <a:pathLst>
                <a:path w="3755" h="15017" extrusionOk="0">
                  <a:moveTo>
                    <a:pt x="1" y="0"/>
                  </a:moveTo>
                  <a:lnTo>
                    <a:pt x="1" y="15016"/>
                  </a:lnTo>
                  <a:lnTo>
                    <a:pt x="3754" y="15016"/>
                  </a:lnTo>
                  <a:lnTo>
                    <a:pt x="375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9"/>
            <p:cNvSpPr/>
            <p:nvPr/>
          </p:nvSpPr>
          <p:spPr>
            <a:xfrm>
              <a:off x="8161736" y="4743376"/>
              <a:ext cx="194016" cy="400203"/>
            </a:xfrm>
            <a:custGeom>
              <a:avLst/>
              <a:gdLst/>
              <a:ahLst/>
              <a:cxnLst/>
              <a:rect l="l" t="t" r="r" b="b"/>
              <a:pathLst>
                <a:path w="3754" h="15017" extrusionOk="0">
                  <a:moveTo>
                    <a:pt x="0" y="0"/>
                  </a:moveTo>
                  <a:lnTo>
                    <a:pt x="0" y="15016"/>
                  </a:lnTo>
                  <a:lnTo>
                    <a:pt x="3754" y="15016"/>
                  </a:lnTo>
                  <a:lnTo>
                    <a:pt x="37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9"/>
            <p:cNvSpPr/>
            <p:nvPr/>
          </p:nvSpPr>
          <p:spPr>
            <a:xfrm>
              <a:off x="8394520" y="4782062"/>
              <a:ext cx="310508" cy="310508"/>
            </a:xfrm>
            <a:custGeom>
              <a:avLst/>
              <a:gdLst/>
              <a:ahLst/>
              <a:cxnLst/>
              <a:rect l="l" t="t" r="r" b="b"/>
              <a:pathLst>
                <a:path w="6008" h="6008" extrusionOk="0">
                  <a:moveTo>
                    <a:pt x="3005" y="1"/>
                  </a:moveTo>
                  <a:cubicBezTo>
                    <a:pt x="1346" y="1"/>
                    <a:pt x="1" y="1346"/>
                    <a:pt x="1" y="3005"/>
                  </a:cubicBezTo>
                  <a:cubicBezTo>
                    <a:pt x="1" y="4663"/>
                    <a:pt x="1346" y="6007"/>
                    <a:pt x="3005" y="6007"/>
                  </a:cubicBezTo>
                  <a:cubicBezTo>
                    <a:pt x="4663" y="6007"/>
                    <a:pt x="6008" y="4663"/>
                    <a:pt x="6008" y="3005"/>
                  </a:cubicBezTo>
                  <a:cubicBezTo>
                    <a:pt x="6008" y="1346"/>
                    <a:pt x="4663" y="1"/>
                    <a:pt x="30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9"/>
            <p:cNvSpPr/>
            <p:nvPr/>
          </p:nvSpPr>
          <p:spPr>
            <a:xfrm>
              <a:off x="8743800" y="4743300"/>
              <a:ext cx="400192" cy="400192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1" y="1"/>
                  </a:moveTo>
                  <a:lnTo>
                    <a:pt x="1" y="7508"/>
                  </a:lnTo>
                  <a:cubicBezTo>
                    <a:pt x="4147" y="7508"/>
                    <a:pt x="7508" y="4147"/>
                    <a:pt x="75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9"/>
            <p:cNvSpPr/>
            <p:nvPr/>
          </p:nvSpPr>
          <p:spPr>
            <a:xfrm rot="5400000">
              <a:off x="8743856" y="4343254"/>
              <a:ext cx="400101" cy="400136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7508" y="1"/>
                  </a:moveTo>
                  <a:lnTo>
                    <a:pt x="1" y="34"/>
                  </a:lnTo>
                  <a:lnTo>
                    <a:pt x="1" y="7508"/>
                  </a:lnTo>
                  <a:lnTo>
                    <a:pt x="750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9"/>
            <p:cNvSpPr/>
            <p:nvPr/>
          </p:nvSpPr>
          <p:spPr>
            <a:xfrm rot="5400000">
              <a:off x="8743856" y="4343254"/>
              <a:ext cx="400101" cy="400136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7508" y="1"/>
                  </a:moveTo>
                  <a:lnTo>
                    <a:pt x="1" y="7508"/>
                  </a:lnTo>
                  <a:lnTo>
                    <a:pt x="7508" y="7508"/>
                  </a:lnTo>
                  <a:lnTo>
                    <a:pt x="750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9"/>
            <p:cNvSpPr/>
            <p:nvPr/>
          </p:nvSpPr>
          <p:spPr>
            <a:xfrm>
              <a:off x="8743799" y="3943023"/>
              <a:ext cx="400195" cy="400248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0" y="1"/>
                  </a:moveTo>
                  <a:lnTo>
                    <a:pt x="0" y="7508"/>
                  </a:lnTo>
                  <a:lnTo>
                    <a:pt x="7508" y="750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9"/>
            <p:cNvSpPr/>
            <p:nvPr/>
          </p:nvSpPr>
          <p:spPr>
            <a:xfrm flipH="1">
              <a:off x="8355734" y="4354258"/>
              <a:ext cx="388084" cy="388084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1" y="1"/>
                  </a:moveTo>
                  <a:lnTo>
                    <a:pt x="1" y="7508"/>
                  </a:lnTo>
                  <a:lnTo>
                    <a:pt x="7508" y="7508"/>
                  </a:lnTo>
                  <a:cubicBezTo>
                    <a:pt x="3362" y="7508"/>
                    <a:pt x="1" y="4147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6" name="Google Shape;216;p9"/>
          <p:cNvSpPr/>
          <p:nvPr/>
        </p:nvSpPr>
        <p:spPr>
          <a:xfrm rot="-5400000">
            <a:off x="105" y="4029170"/>
            <a:ext cx="1114225" cy="1114429"/>
          </a:xfrm>
          <a:custGeom>
            <a:avLst/>
            <a:gdLst/>
            <a:ahLst/>
            <a:cxnLst/>
            <a:rect l="l" t="t" r="r" b="b"/>
            <a:pathLst>
              <a:path w="7508" h="7509" extrusionOk="0">
                <a:moveTo>
                  <a:pt x="1" y="0"/>
                </a:moveTo>
                <a:lnTo>
                  <a:pt x="1" y="7509"/>
                </a:lnTo>
                <a:lnTo>
                  <a:pt x="750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"/>
          <p:cNvSpPr txBox="1">
            <a:spLocks noGrp="1"/>
          </p:cNvSpPr>
          <p:nvPr>
            <p:ph type="title"/>
          </p:nvPr>
        </p:nvSpPr>
        <p:spPr>
          <a:xfrm>
            <a:off x="713225" y="3198575"/>
            <a:ext cx="4156800" cy="14100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219" name="Google Shape;219;p10"/>
          <p:cNvGrpSpPr/>
          <p:nvPr/>
        </p:nvGrpSpPr>
        <p:grpSpPr>
          <a:xfrm>
            <a:off x="-5150" y="-76"/>
            <a:ext cx="1619730" cy="1933620"/>
            <a:chOff x="-5151" y="-73"/>
            <a:chExt cx="1185834" cy="1415638"/>
          </a:xfrm>
        </p:grpSpPr>
        <p:sp>
          <p:nvSpPr>
            <p:cNvPr id="220" name="Google Shape;220;p10"/>
            <p:cNvSpPr/>
            <p:nvPr/>
          </p:nvSpPr>
          <p:spPr>
            <a:xfrm rot="-5400000">
              <a:off x="-5132" y="-92"/>
              <a:ext cx="476371" cy="476409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7509" y="0"/>
                  </a:moveTo>
                  <a:lnTo>
                    <a:pt x="0" y="33"/>
                  </a:lnTo>
                  <a:lnTo>
                    <a:pt x="0" y="7509"/>
                  </a:lnTo>
                  <a:lnTo>
                    <a:pt x="7509" y="0"/>
                  </a:lnTo>
                  <a:close/>
                </a:path>
              </a:pathLst>
            </a:custGeom>
            <a:solidFill>
              <a:srgbClr val="FFC4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10"/>
            <p:cNvSpPr/>
            <p:nvPr/>
          </p:nvSpPr>
          <p:spPr>
            <a:xfrm rot="-5400000">
              <a:off x="-5132" y="-92"/>
              <a:ext cx="476371" cy="476409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7509" y="0"/>
                  </a:moveTo>
                  <a:lnTo>
                    <a:pt x="0" y="7509"/>
                  </a:lnTo>
                  <a:lnTo>
                    <a:pt x="7509" y="7509"/>
                  </a:lnTo>
                  <a:lnTo>
                    <a:pt x="7509" y="0"/>
                  </a:lnTo>
                  <a:close/>
                </a:path>
              </a:pathLst>
            </a:custGeom>
            <a:solidFill>
              <a:srgbClr val="FFE4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10"/>
            <p:cNvSpPr/>
            <p:nvPr/>
          </p:nvSpPr>
          <p:spPr>
            <a:xfrm flipH="1">
              <a:off x="2448" y="944225"/>
              <a:ext cx="471277" cy="471340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1" y="1"/>
                  </a:moveTo>
                  <a:lnTo>
                    <a:pt x="7508" y="7508"/>
                  </a:lnTo>
                  <a:lnTo>
                    <a:pt x="7508" y="1"/>
                  </a:lnTo>
                  <a:close/>
                </a:path>
              </a:pathLst>
            </a:custGeom>
            <a:solidFill>
              <a:srgbClr val="FF89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10"/>
            <p:cNvSpPr/>
            <p:nvPr/>
          </p:nvSpPr>
          <p:spPr>
            <a:xfrm rot="10800000">
              <a:off x="709425" y="68"/>
              <a:ext cx="471258" cy="471321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7508" y="1"/>
                  </a:moveTo>
                  <a:cubicBezTo>
                    <a:pt x="3362" y="1"/>
                    <a:pt x="0" y="3362"/>
                    <a:pt x="0" y="7508"/>
                  </a:cubicBezTo>
                  <a:lnTo>
                    <a:pt x="7508" y="7508"/>
                  </a:lnTo>
                  <a:lnTo>
                    <a:pt x="750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10"/>
            <p:cNvSpPr/>
            <p:nvPr/>
          </p:nvSpPr>
          <p:spPr>
            <a:xfrm rot="-5400000" flipH="1">
              <a:off x="355972" y="117856"/>
              <a:ext cx="471202" cy="235717"/>
            </a:xfrm>
            <a:custGeom>
              <a:avLst/>
              <a:gdLst/>
              <a:ahLst/>
              <a:cxnLst/>
              <a:rect l="l" t="t" r="r" b="b"/>
              <a:pathLst>
                <a:path w="7508" h="3756" extrusionOk="0">
                  <a:moveTo>
                    <a:pt x="1" y="0"/>
                  </a:moveTo>
                  <a:lnTo>
                    <a:pt x="1" y="3755"/>
                  </a:lnTo>
                  <a:lnTo>
                    <a:pt x="7508" y="3755"/>
                  </a:lnTo>
                  <a:lnTo>
                    <a:pt x="750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10"/>
            <p:cNvSpPr/>
            <p:nvPr/>
          </p:nvSpPr>
          <p:spPr>
            <a:xfrm rot="-5400000">
              <a:off x="-5150" y="475622"/>
              <a:ext cx="465996" cy="465996"/>
            </a:xfrm>
            <a:custGeom>
              <a:avLst/>
              <a:gdLst/>
              <a:ahLst/>
              <a:cxnLst/>
              <a:rect l="l" t="t" r="r" b="b"/>
              <a:pathLst>
                <a:path w="7510" h="7510" extrusionOk="0">
                  <a:moveTo>
                    <a:pt x="7509" y="1"/>
                  </a:moveTo>
                  <a:cubicBezTo>
                    <a:pt x="3362" y="1"/>
                    <a:pt x="1" y="3362"/>
                    <a:pt x="1" y="7509"/>
                  </a:cubicBezTo>
                  <a:lnTo>
                    <a:pt x="7509" y="7509"/>
                  </a:lnTo>
                  <a:lnTo>
                    <a:pt x="750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6" name="Google Shape;226;p10"/>
          <p:cNvGrpSpPr/>
          <p:nvPr/>
        </p:nvGrpSpPr>
        <p:grpSpPr>
          <a:xfrm>
            <a:off x="7575759" y="3543121"/>
            <a:ext cx="1567849" cy="1600221"/>
            <a:chOff x="7967725" y="3943023"/>
            <a:chExt cx="1176269" cy="1200556"/>
          </a:xfrm>
        </p:grpSpPr>
        <p:sp>
          <p:nvSpPr>
            <p:cNvPr id="227" name="Google Shape;227;p10"/>
            <p:cNvSpPr/>
            <p:nvPr/>
          </p:nvSpPr>
          <p:spPr>
            <a:xfrm>
              <a:off x="8355753" y="4743304"/>
              <a:ext cx="392700" cy="400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10"/>
            <p:cNvSpPr/>
            <p:nvPr/>
          </p:nvSpPr>
          <p:spPr>
            <a:xfrm>
              <a:off x="7967725" y="4743376"/>
              <a:ext cx="194068" cy="400203"/>
            </a:xfrm>
            <a:custGeom>
              <a:avLst/>
              <a:gdLst/>
              <a:ahLst/>
              <a:cxnLst/>
              <a:rect l="l" t="t" r="r" b="b"/>
              <a:pathLst>
                <a:path w="3755" h="15017" extrusionOk="0">
                  <a:moveTo>
                    <a:pt x="1" y="0"/>
                  </a:moveTo>
                  <a:lnTo>
                    <a:pt x="1" y="15016"/>
                  </a:lnTo>
                  <a:lnTo>
                    <a:pt x="3754" y="15016"/>
                  </a:lnTo>
                  <a:lnTo>
                    <a:pt x="375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10"/>
            <p:cNvSpPr/>
            <p:nvPr/>
          </p:nvSpPr>
          <p:spPr>
            <a:xfrm>
              <a:off x="8161736" y="4743376"/>
              <a:ext cx="194016" cy="400203"/>
            </a:xfrm>
            <a:custGeom>
              <a:avLst/>
              <a:gdLst/>
              <a:ahLst/>
              <a:cxnLst/>
              <a:rect l="l" t="t" r="r" b="b"/>
              <a:pathLst>
                <a:path w="3754" h="15017" extrusionOk="0">
                  <a:moveTo>
                    <a:pt x="0" y="0"/>
                  </a:moveTo>
                  <a:lnTo>
                    <a:pt x="0" y="15016"/>
                  </a:lnTo>
                  <a:lnTo>
                    <a:pt x="3754" y="15016"/>
                  </a:lnTo>
                  <a:lnTo>
                    <a:pt x="37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0"/>
            <p:cNvSpPr/>
            <p:nvPr/>
          </p:nvSpPr>
          <p:spPr>
            <a:xfrm>
              <a:off x="8394520" y="4782062"/>
              <a:ext cx="310508" cy="310508"/>
            </a:xfrm>
            <a:custGeom>
              <a:avLst/>
              <a:gdLst/>
              <a:ahLst/>
              <a:cxnLst/>
              <a:rect l="l" t="t" r="r" b="b"/>
              <a:pathLst>
                <a:path w="6008" h="6008" extrusionOk="0">
                  <a:moveTo>
                    <a:pt x="3005" y="1"/>
                  </a:moveTo>
                  <a:cubicBezTo>
                    <a:pt x="1346" y="1"/>
                    <a:pt x="1" y="1346"/>
                    <a:pt x="1" y="3005"/>
                  </a:cubicBezTo>
                  <a:cubicBezTo>
                    <a:pt x="1" y="4663"/>
                    <a:pt x="1346" y="6007"/>
                    <a:pt x="3005" y="6007"/>
                  </a:cubicBezTo>
                  <a:cubicBezTo>
                    <a:pt x="4663" y="6007"/>
                    <a:pt x="6008" y="4663"/>
                    <a:pt x="6008" y="3005"/>
                  </a:cubicBezTo>
                  <a:cubicBezTo>
                    <a:pt x="6008" y="1346"/>
                    <a:pt x="4663" y="1"/>
                    <a:pt x="30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10"/>
            <p:cNvSpPr/>
            <p:nvPr/>
          </p:nvSpPr>
          <p:spPr>
            <a:xfrm>
              <a:off x="8743800" y="4743300"/>
              <a:ext cx="400192" cy="400192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1" y="1"/>
                  </a:moveTo>
                  <a:lnTo>
                    <a:pt x="1" y="7508"/>
                  </a:lnTo>
                  <a:cubicBezTo>
                    <a:pt x="4147" y="7508"/>
                    <a:pt x="7508" y="4147"/>
                    <a:pt x="75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10"/>
            <p:cNvSpPr/>
            <p:nvPr/>
          </p:nvSpPr>
          <p:spPr>
            <a:xfrm rot="5400000">
              <a:off x="8743856" y="4343254"/>
              <a:ext cx="400101" cy="400136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7508" y="1"/>
                  </a:moveTo>
                  <a:lnTo>
                    <a:pt x="1" y="34"/>
                  </a:lnTo>
                  <a:lnTo>
                    <a:pt x="1" y="7508"/>
                  </a:lnTo>
                  <a:lnTo>
                    <a:pt x="750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10"/>
            <p:cNvSpPr/>
            <p:nvPr/>
          </p:nvSpPr>
          <p:spPr>
            <a:xfrm rot="5400000">
              <a:off x="8743856" y="4343254"/>
              <a:ext cx="400101" cy="400136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7508" y="1"/>
                  </a:moveTo>
                  <a:lnTo>
                    <a:pt x="1" y="7508"/>
                  </a:lnTo>
                  <a:lnTo>
                    <a:pt x="7508" y="7508"/>
                  </a:lnTo>
                  <a:lnTo>
                    <a:pt x="750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10"/>
            <p:cNvSpPr/>
            <p:nvPr/>
          </p:nvSpPr>
          <p:spPr>
            <a:xfrm>
              <a:off x="8743799" y="3943023"/>
              <a:ext cx="400195" cy="400248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0" y="1"/>
                  </a:moveTo>
                  <a:lnTo>
                    <a:pt x="0" y="7508"/>
                  </a:lnTo>
                  <a:lnTo>
                    <a:pt x="7508" y="750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10"/>
            <p:cNvSpPr/>
            <p:nvPr/>
          </p:nvSpPr>
          <p:spPr>
            <a:xfrm flipH="1">
              <a:off x="8355734" y="4354258"/>
              <a:ext cx="388084" cy="388084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1" y="1"/>
                  </a:moveTo>
                  <a:lnTo>
                    <a:pt x="1" y="7508"/>
                  </a:lnTo>
                  <a:lnTo>
                    <a:pt x="7508" y="7508"/>
                  </a:lnTo>
                  <a:cubicBezTo>
                    <a:pt x="3362" y="7508"/>
                    <a:pt x="1" y="4147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5"/>
        </a:solidFill>
        <a:effectLst/>
      </p:bgPr>
    </p:bg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65" name="Google Shape;265;p13"/>
          <p:cNvSpPr txBox="1">
            <a:spLocks noGrp="1"/>
          </p:cNvSpPr>
          <p:nvPr>
            <p:ph type="subTitle" idx="1"/>
          </p:nvPr>
        </p:nvSpPr>
        <p:spPr>
          <a:xfrm>
            <a:off x="2069877" y="1974200"/>
            <a:ext cx="230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6" name="Google Shape;266;p13"/>
          <p:cNvSpPr txBox="1">
            <a:spLocks noGrp="1"/>
          </p:cNvSpPr>
          <p:nvPr>
            <p:ph type="subTitle" idx="2"/>
          </p:nvPr>
        </p:nvSpPr>
        <p:spPr>
          <a:xfrm>
            <a:off x="2069877" y="3495480"/>
            <a:ext cx="230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7" name="Google Shape;267;p13"/>
          <p:cNvSpPr txBox="1">
            <a:spLocks noGrp="1"/>
          </p:cNvSpPr>
          <p:nvPr>
            <p:ph type="subTitle" idx="3"/>
          </p:nvPr>
        </p:nvSpPr>
        <p:spPr>
          <a:xfrm>
            <a:off x="5868225" y="3495480"/>
            <a:ext cx="230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8" name="Google Shape;268;p13"/>
          <p:cNvSpPr txBox="1">
            <a:spLocks noGrp="1"/>
          </p:cNvSpPr>
          <p:nvPr>
            <p:ph type="subTitle" idx="4"/>
          </p:nvPr>
        </p:nvSpPr>
        <p:spPr>
          <a:xfrm>
            <a:off x="5868225" y="1974200"/>
            <a:ext cx="230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9" name="Google Shape;269;p13"/>
          <p:cNvSpPr txBox="1">
            <a:spLocks noGrp="1"/>
          </p:cNvSpPr>
          <p:nvPr>
            <p:ph type="title" idx="5" hasCustomPrompt="1"/>
          </p:nvPr>
        </p:nvSpPr>
        <p:spPr>
          <a:xfrm>
            <a:off x="966075" y="1680800"/>
            <a:ext cx="1026900" cy="8661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55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70" name="Google Shape;270;p13"/>
          <p:cNvSpPr txBox="1">
            <a:spLocks noGrp="1"/>
          </p:cNvSpPr>
          <p:nvPr>
            <p:ph type="title" idx="6" hasCustomPrompt="1"/>
          </p:nvPr>
        </p:nvSpPr>
        <p:spPr>
          <a:xfrm>
            <a:off x="4765175" y="3202080"/>
            <a:ext cx="1026900" cy="8661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55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71" name="Google Shape;271;p13"/>
          <p:cNvSpPr txBox="1">
            <a:spLocks noGrp="1"/>
          </p:cNvSpPr>
          <p:nvPr>
            <p:ph type="title" idx="7" hasCustomPrompt="1"/>
          </p:nvPr>
        </p:nvSpPr>
        <p:spPr>
          <a:xfrm>
            <a:off x="966075" y="3202080"/>
            <a:ext cx="1026900" cy="8661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55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72" name="Google Shape;272;p13"/>
          <p:cNvSpPr txBox="1">
            <a:spLocks noGrp="1"/>
          </p:cNvSpPr>
          <p:nvPr>
            <p:ph type="title" idx="8" hasCustomPrompt="1"/>
          </p:nvPr>
        </p:nvSpPr>
        <p:spPr>
          <a:xfrm>
            <a:off x="4765175" y="1680800"/>
            <a:ext cx="1026900" cy="8661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55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73" name="Google Shape;273;p13"/>
          <p:cNvSpPr txBox="1">
            <a:spLocks noGrp="1"/>
          </p:cNvSpPr>
          <p:nvPr>
            <p:ph type="subTitle" idx="9"/>
          </p:nvPr>
        </p:nvSpPr>
        <p:spPr>
          <a:xfrm>
            <a:off x="2069875" y="1675702"/>
            <a:ext cx="2309700" cy="43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74" name="Google Shape;274;p13"/>
          <p:cNvSpPr txBox="1">
            <a:spLocks noGrp="1"/>
          </p:cNvSpPr>
          <p:nvPr>
            <p:ph type="subTitle" idx="13"/>
          </p:nvPr>
        </p:nvSpPr>
        <p:spPr>
          <a:xfrm>
            <a:off x="2069875" y="3202077"/>
            <a:ext cx="2309700" cy="43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75" name="Google Shape;275;p13"/>
          <p:cNvSpPr txBox="1">
            <a:spLocks noGrp="1"/>
          </p:cNvSpPr>
          <p:nvPr>
            <p:ph type="subTitle" idx="14"/>
          </p:nvPr>
        </p:nvSpPr>
        <p:spPr>
          <a:xfrm>
            <a:off x="5868224" y="3202077"/>
            <a:ext cx="2309700" cy="43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76" name="Google Shape;276;p13"/>
          <p:cNvSpPr txBox="1">
            <a:spLocks noGrp="1"/>
          </p:cNvSpPr>
          <p:nvPr>
            <p:ph type="subTitle" idx="15"/>
          </p:nvPr>
        </p:nvSpPr>
        <p:spPr>
          <a:xfrm>
            <a:off x="5868224" y="1675702"/>
            <a:ext cx="2309700" cy="43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277" name="Google Shape;277;p13"/>
          <p:cNvGrpSpPr/>
          <p:nvPr/>
        </p:nvGrpSpPr>
        <p:grpSpPr>
          <a:xfrm>
            <a:off x="-17321" y="-9526"/>
            <a:ext cx="1431647" cy="1427049"/>
            <a:chOff x="-17321" y="-9526"/>
            <a:chExt cx="1431647" cy="1427049"/>
          </a:xfrm>
        </p:grpSpPr>
        <p:sp>
          <p:nvSpPr>
            <p:cNvPr id="278" name="Google Shape;278;p13"/>
            <p:cNvSpPr/>
            <p:nvPr/>
          </p:nvSpPr>
          <p:spPr>
            <a:xfrm rot="5400000">
              <a:off x="-6897" y="450523"/>
              <a:ext cx="476400" cy="485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13"/>
            <p:cNvSpPr/>
            <p:nvPr/>
          </p:nvSpPr>
          <p:spPr>
            <a:xfrm rot="5400000">
              <a:off x="50330" y="502215"/>
              <a:ext cx="376792" cy="376792"/>
            </a:xfrm>
            <a:custGeom>
              <a:avLst/>
              <a:gdLst/>
              <a:ahLst/>
              <a:cxnLst/>
              <a:rect l="l" t="t" r="r" b="b"/>
              <a:pathLst>
                <a:path w="6008" h="6008" extrusionOk="0">
                  <a:moveTo>
                    <a:pt x="3005" y="1"/>
                  </a:moveTo>
                  <a:cubicBezTo>
                    <a:pt x="1346" y="1"/>
                    <a:pt x="1" y="1346"/>
                    <a:pt x="1" y="3005"/>
                  </a:cubicBezTo>
                  <a:cubicBezTo>
                    <a:pt x="1" y="4663"/>
                    <a:pt x="1346" y="6007"/>
                    <a:pt x="3005" y="6007"/>
                  </a:cubicBezTo>
                  <a:cubicBezTo>
                    <a:pt x="4663" y="6007"/>
                    <a:pt x="6008" y="4663"/>
                    <a:pt x="6008" y="3005"/>
                  </a:cubicBezTo>
                  <a:cubicBezTo>
                    <a:pt x="6008" y="1346"/>
                    <a:pt x="4663" y="1"/>
                    <a:pt x="30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13"/>
            <p:cNvSpPr/>
            <p:nvPr/>
          </p:nvSpPr>
          <p:spPr>
            <a:xfrm rot="5400000">
              <a:off x="-17321" y="926059"/>
              <a:ext cx="491464" cy="491464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1" y="1"/>
                  </a:moveTo>
                  <a:lnTo>
                    <a:pt x="1" y="7508"/>
                  </a:lnTo>
                  <a:cubicBezTo>
                    <a:pt x="4147" y="7508"/>
                    <a:pt x="7508" y="4147"/>
                    <a:pt x="75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13"/>
            <p:cNvSpPr/>
            <p:nvPr/>
          </p:nvSpPr>
          <p:spPr>
            <a:xfrm>
              <a:off x="237110" y="-9525"/>
              <a:ext cx="237037" cy="465865"/>
            </a:xfrm>
            <a:custGeom>
              <a:avLst/>
              <a:gdLst/>
              <a:ahLst/>
              <a:cxnLst/>
              <a:rect l="l" t="t" r="r" b="b"/>
              <a:pathLst>
                <a:path w="3754" h="15017" extrusionOk="0">
                  <a:moveTo>
                    <a:pt x="0" y="1"/>
                  </a:moveTo>
                  <a:lnTo>
                    <a:pt x="0" y="15017"/>
                  </a:lnTo>
                  <a:lnTo>
                    <a:pt x="3754" y="15017"/>
                  </a:lnTo>
                  <a:lnTo>
                    <a:pt x="37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13"/>
            <p:cNvSpPr/>
            <p:nvPr/>
          </p:nvSpPr>
          <p:spPr>
            <a:xfrm>
              <a:off x="0" y="-9525"/>
              <a:ext cx="237163" cy="465865"/>
            </a:xfrm>
            <a:custGeom>
              <a:avLst/>
              <a:gdLst/>
              <a:ahLst/>
              <a:cxnLst/>
              <a:rect l="l" t="t" r="r" b="b"/>
              <a:pathLst>
                <a:path w="3756" h="15017" extrusionOk="0">
                  <a:moveTo>
                    <a:pt x="0" y="1"/>
                  </a:moveTo>
                  <a:lnTo>
                    <a:pt x="0" y="15017"/>
                  </a:lnTo>
                  <a:lnTo>
                    <a:pt x="3755" y="15017"/>
                  </a:lnTo>
                  <a:lnTo>
                    <a:pt x="37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13"/>
            <p:cNvSpPr/>
            <p:nvPr/>
          </p:nvSpPr>
          <p:spPr>
            <a:xfrm rot="5400000">
              <a:off x="948440" y="-5357"/>
              <a:ext cx="465877" cy="465896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7509" y="0"/>
                  </a:moveTo>
                  <a:lnTo>
                    <a:pt x="0" y="33"/>
                  </a:lnTo>
                  <a:lnTo>
                    <a:pt x="0" y="7509"/>
                  </a:lnTo>
                  <a:lnTo>
                    <a:pt x="750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13"/>
            <p:cNvSpPr/>
            <p:nvPr/>
          </p:nvSpPr>
          <p:spPr>
            <a:xfrm rot="5400000">
              <a:off x="948440" y="-5357"/>
              <a:ext cx="465877" cy="465896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7509" y="0"/>
                  </a:moveTo>
                  <a:lnTo>
                    <a:pt x="0" y="7509"/>
                  </a:lnTo>
                  <a:lnTo>
                    <a:pt x="7509" y="7509"/>
                  </a:lnTo>
                  <a:lnTo>
                    <a:pt x="750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13"/>
            <p:cNvSpPr/>
            <p:nvPr/>
          </p:nvSpPr>
          <p:spPr>
            <a:xfrm rot="5400000">
              <a:off x="474162" y="-9558"/>
              <a:ext cx="474224" cy="474287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7508" y="1"/>
                  </a:moveTo>
                  <a:cubicBezTo>
                    <a:pt x="3362" y="1"/>
                    <a:pt x="0" y="3362"/>
                    <a:pt x="0" y="7508"/>
                  </a:cubicBezTo>
                  <a:lnTo>
                    <a:pt x="7508" y="7508"/>
                  </a:lnTo>
                  <a:lnTo>
                    <a:pt x="750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13"/>
            <p:cNvSpPr/>
            <p:nvPr/>
          </p:nvSpPr>
          <p:spPr>
            <a:xfrm rot="-5400000">
              <a:off x="471695" y="464700"/>
              <a:ext cx="358179" cy="358179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0" y="1"/>
                  </a:moveTo>
                  <a:cubicBezTo>
                    <a:pt x="4147" y="1"/>
                    <a:pt x="7509" y="3362"/>
                    <a:pt x="7509" y="7508"/>
                  </a:cubicBezTo>
                  <a:lnTo>
                    <a:pt x="750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7" name="Google Shape;287;p13"/>
          <p:cNvSpPr/>
          <p:nvPr/>
        </p:nvSpPr>
        <p:spPr>
          <a:xfrm rot="-5400000">
            <a:off x="-1491" y="4524312"/>
            <a:ext cx="619128" cy="619248"/>
          </a:xfrm>
          <a:custGeom>
            <a:avLst/>
            <a:gdLst/>
            <a:ahLst/>
            <a:cxnLst/>
            <a:rect l="l" t="t" r="r" b="b"/>
            <a:pathLst>
              <a:path w="7508" h="7509" extrusionOk="0">
                <a:moveTo>
                  <a:pt x="1" y="0"/>
                </a:moveTo>
                <a:lnTo>
                  <a:pt x="1" y="7509"/>
                </a:lnTo>
                <a:lnTo>
                  <a:pt x="750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3"/>
          <p:cNvSpPr/>
          <p:nvPr/>
        </p:nvSpPr>
        <p:spPr>
          <a:xfrm rot="10800000">
            <a:off x="8362991" y="-9524"/>
            <a:ext cx="780997" cy="390524"/>
          </a:xfrm>
          <a:custGeom>
            <a:avLst/>
            <a:gdLst/>
            <a:ahLst/>
            <a:cxnLst/>
            <a:rect l="l" t="t" r="r" b="b"/>
            <a:pathLst>
              <a:path w="15017" h="7509" extrusionOk="0">
                <a:moveTo>
                  <a:pt x="1" y="1"/>
                </a:moveTo>
                <a:lnTo>
                  <a:pt x="1" y="7508"/>
                </a:lnTo>
                <a:lnTo>
                  <a:pt x="7508" y="7508"/>
                </a:lnTo>
                <a:cubicBezTo>
                  <a:pt x="7510" y="7508"/>
                  <a:pt x="7511" y="7508"/>
                  <a:pt x="7512" y="7508"/>
                </a:cubicBezTo>
                <a:cubicBezTo>
                  <a:pt x="9503" y="7508"/>
                  <a:pt x="11410" y="6717"/>
                  <a:pt x="12818" y="5310"/>
                </a:cubicBezTo>
                <a:cubicBezTo>
                  <a:pt x="14226" y="3902"/>
                  <a:pt x="15017" y="1992"/>
                  <a:pt x="1501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9" name="Google Shape;289;p13"/>
          <p:cNvGrpSpPr/>
          <p:nvPr/>
        </p:nvGrpSpPr>
        <p:grpSpPr>
          <a:xfrm>
            <a:off x="8205076" y="3705225"/>
            <a:ext cx="942049" cy="1438278"/>
            <a:chOff x="8205076" y="3705225"/>
            <a:chExt cx="942049" cy="1438278"/>
          </a:xfrm>
        </p:grpSpPr>
        <p:sp>
          <p:nvSpPr>
            <p:cNvPr id="290" name="Google Shape;290;p13"/>
            <p:cNvSpPr/>
            <p:nvPr/>
          </p:nvSpPr>
          <p:spPr>
            <a:xfrm>
              <a:off x="8205076" y="4669137"/>
              <a:ext cx="474299" cy="474362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7508" y="1"/>
                  </a:moveTo>
                  <a:cubicBezTo>
                    <a:pt x="3362" y="1"/>
                    <a:pt x="0" y="3362"/>
                    <a:pt x="0" y="7508"/>
                  </a:cubicBezTo>
                  <a:lnTo>
                    <a:pt x="7508" y="7508"/>
                  </a:lnTo>
                  <a:lnTo>
                    <a:pt x="750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13"/>
            <p:cNvSpPr/>
            <p:nvPr/>
          </p:nvSpPr>
          <p:spPr>
            <a:xfrm rot="5400000">
              <a:off x="8679389" y="4199018"/>
              <a:ext cx="465877" cy="465896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7509" y="1"/>
                  </a:moveTo>
                  <a:lnTo>
                    <a:pt x="0" y="7508"/>
                  </a:lnTo>
                  <a:lnTo>
                    <a:pt x="7509" y="7475"/>
                  </a:lnTo>
                  <a:lnTo>
                    <a:pt x="750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13"/>
            <p:cNvSpPr/>
            <p:nvPr/>
          </p:nvSpPr>
          <p:spPr>
            <a:xfrm rot="5400000">
              <a:off x="8679389" y="4199018"/>
              <a:ext cx="465877" cy="465896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0" y="1"/>
                  </a:moveTo>
                  <a:lnTo>
                    <a:pt x="0" y="7508"/>
                  </a:lnTo>
                  <a:lnTo>
                    <a:pt x="750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13"/>
            <p:cNvSpPr/>
            <p:nvPr/>
          </p:nvSpPr>
          <p:spPr>
            <a:xfrm rot="10800000" flipH="1">
              <a:off x="8666378" y="4664534"/>
              <a:ext cx="478905" cy="478969"/>
            </a:xfrm>
            <a:custGeom>
              <a:avLst/>
              <a:gdLst/>
              <a:ahLst/>
              <a:cxnLst/>
              <a:rect l="l" t="t" r="r" b="b"/>
              <a:pathLst>
                <a:path w="7509" h="7510" extrusionOk="0">
                  <a:moveTo>
                    <a:pt x="0" y="1"/>
                  </a:moveTo>
                  <a:lnTo>
                    <a:pt x="7509" y="7510"/>
                  </a:lnTo>
                  <a:lnTo>
                    <a:pt x="750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13"/>
            <p:cNvSpPr/>
            <p:nvPr/>
          </p:nvSpPr>
          <p:spPr>
            <a:xfrm rot="5400000">
              <a:off x="8648021" y="3705225"/>
              <a:ext cx="499104" cy="499104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0" y="1"/>
                  </a:moveTo>
                  <a:cubicBezTo>
                    <a:pt x="4147" y="1"/>
                    <a:pt x="7509" y="3362"/>
                    <a:pt x="7509" y="7508"/>
                  </a:cubicBezTo>
                  <a:lnTo>
                    <a:pt x="750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4"/>
          <p:cNvSpPr txBox="1">
            <a:spLocks noGrp="1"/>
          </p:cNvSpPr>
          <p:nvPr>
            <p:ph type="title"/>
          </p:nvPr>
        </p:nvSpPr>
        <p:spPr>
          <a:xfrm>
            <a:off x="3218275" y="2998700"/>
            <a:ext cx="5212500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97" name="Google Shape;297;p14"/>
          <p:cNvSpPr txBox="1">
            <a:spLocks noGrp="1"/>
          </p:cNvSpPr>
          <p:nvPr>
            <p:ph type="subTitle" idx="1"/>
          </p:nvPr>
        </p:nvSpPr>
        <p:spPr>
          <a:xfrm>
            <a:off x="3218125" y="1612900"/>
            <a:ext cx="5212500" cy="133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grpSp>
        <p:nvGrpSpPr>
          <p:cNvPr id="298" name="Google Shape;298;p14"/>
          <p:cNvGrpSpPr/>
          <p:nvPr/>
        </p:nvGrpSpPr>
        <p:grpSpPr>
          <a:xfrm>
            <a:off x="-17050" y="-75"/>
            <a:ext cx="3093670" cy="2691302"/>
            <a:chOff x="-7520" y="-75"/>
            <a:chExt cx="2685245" cy="2335996"/>
          </a:xfrm>
        </p:grpSpPr>
        <p:grpSp>
          <p:nvGrpSpPr>
            <p:cNvPr id="299" name="Google Shape;299;p14"/>
            <p:cNvGrpSpPr/>
            <p:nvPr/>
          </p:nvGrpSpPr>
          <p:grpSpPr>
            <a:xfrm>
              <a:off x="-5151" y="-73"/>
              <a:ext cx="1185826" cy="1415638"/>
              <a:chOff x="-5151" y="-73"/>
              <a:chExt cx="1185826" cy="1415638"/>
            </a:xfrm>
          </p:grpSpPr>
          <p:sp>
            <p:nvSpPr>
              <p:cNvPr id="300" name="Google Shape;300;p14"/>
              <p:cNvSpPr/>
              <p:nvPr/>
            </p:nvSpPr>
            <p:spPr>
              <a:xfrm rot="-5400000">
                <a:off x="-5132" y="-92"/>
                <a:ext cx="476371" cy="476409"/>
              </a:xfrm>
              <a:custGeom>
                <a:avLst/>
                <a:gdLst/>
                <a:ahLst/>
                <a:cxnLst/>
                <a:rect l="l" t="t" r="r" b="b"/>
                <a:pathLst>
                  <a:path w="7509" h="7509" extrusionOk="0">
                    <a:moveTo>
                      <a:pt x="7509" y="0"/>
                    </a:moveTo>
                    <a:lnTo>
                      <a:pt x="0" y="33"/>
                    </a:lnTo>
                    <a:lnTo>
                      <a:pt x="0" y="7509"/>
                    </a:lnTo>
                    <a:lnTo>
                      <a:pt x="7509" y="0"/>
                    </a:lnTo>
                    <a:close/>
                  </a:path>
                </a:pathLst>
              </a:custGeom>
              <a:solidFill>
                <a:srgbClr val="FFC4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301;p14"/>
              <p:cNvSpPr/>
              <p:nvPr/>
            </p:nvSpPr>
            <p:spPr>
              <a:xfrm rot="-5400000">
                <a:off x="-5132" y="-92"/>
                <a:ext cx="476371" cy="476409"/>
              </a:xfrm>
              <a:custGeom>
                <a:avLst/>
                <a:gdLst/>
                <a:ahLst/>
                <a:cxnLst/>
                <a:rect l="l" t="t" r="r" b="b"/>
                <a:pathLst>
                  <a:path w="7509" h="7509" extrusionOk="0">
                    <a:moveTo>
                      <a:pt x="7509" y="0"/>
                    </a:moveTo>
                    <a:lnTo>
                      <a:pt x="0" y="7509"/>
                    </a:lnTo>
                    <a:lnTo>
                      <a:pt x="7509" y="7509"/>
                    </a:lnTo>
                    <a:lnTo>
                      <a:pt x="7509" y="0"/>
                    </a:lnTo>
                    <a:close/>
                  </a:path>
                </a:pathLst>
              </a:custGeom>
              <a:solidFill>
                <a:srgbClr val="FFE4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14"/>
              <p:cNvSpPr/>
              <p:nvPr/>
            </p:nvSpPr>
            <p:spPr>
              <a:xfrm flipH="1">
                <a:off x="2448" y="944225"/>
                <a:ext cx="471277" cy="471340"/>
              </a:xfrm>
              <a:custGeom>
                <a:avLst/>
                <a:gdLst/>
                <a:ahLst/>
                <a:cxnLst/>
                <a:rect l="l" t="t" r="r" b="b"/>
                <a:pathLst>
                  <a:path w="7508" h="7509" extrusionOk="0">
                    <a:moveTo>
                      <a:pt x="1" y="1"/>
                    </a:moveTo>
                    <a:lnTo>
                      <a:pt x="7508" y="7508"/>
                    </a:lnTo>
                    <a:lnTo>
                      <a:pt x="7508" y="1"/>
                    </a:lnTo>
                    <a:close/>
                  </a:path>
                </a:pathLst>
              </a:custGeom>
              <a:solidFill>
                <a:srgbClr val="FF89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303;p14"/>
              <p:cNvSpPr/>
              <p:nvPr/>
            </p:nvSpPr>
            <p:spPr>
              <a:xfrm rot="10800000">
                <a:off x="709435" y="79"/>
                <a:ext cx="471240" cy="476371"/>
              </a:xfrm>
              <a:custGeom>
                <a:avLst/>
                <a:gdLst/>
                <a:ahLst/>
                <a:cxnLst/>
                <a:rect l="l" t="t" r="r" b="b"/>
                <a:pathLst>
                  <a:path w="7508" h="7509" extrusionOk="0">
                    <a:moveTo>
                      <a:pt x="7508" y="1"/>
                    </a:moveTo>
                    <a:cubicBezTo>
                      <a:pt x="3362" y="1"/>
                      <a:pt x="0" y="3362"/>
                      <a:pt x="0" y="7508"/>
                    </a:cubicBezTo>
                    <a:lnTo>
                      <a:pt x="7508" y="7508"/>
                    </a:lnTo>
                    <a:lnTo>
                      <a:pt x="750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304;p14"/>
              <p:cNvSpPr/>
              <p:nvPr/>
            </p:nvSpPr>
            <p:spPr>
              <a:xfrm rot="-5400000" flipH="1">
                <a:off x="353453" y="120393"/>
                <a:ext cx="476251" cy="235708"/>
              </a:xfrm>
              <a:custGeom>
                <a:avLst/>
                <a:gdLst/>
                <a:ahLst/>
                <a:cxnLst/>
                <a:rect l="l" t="t" r="r" b="b"/>
                <a:pathLst>
                  <a:path w="7508" h="3756" extrusionOk="0">
                    <a:moveTo>
                      <a:pt x="1" y="0"/>
                    </a:moveTo>
                    <a:lnTo>
                      <a:pt x="1" y="3755"/>
                    </a:lnTo>
                    <a:lnTo>
                      <a:pt x="7508" y="3755"/>
                    </a:lnTo>
                    <a:lnTo>
                      <a:pt x="750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305;p14"/>
              <p:cNvSpPr/>
              <p:nvPr/>
            </p:nvSpPr>
            <p:spPr>
              <a:xfrm rot="-5400000">
                <a:off x="3753" y="475622"/>
                <a:ext cx="465996" cy="465996"/>
              </a:xfrm>
              <a:custGeom>
                <a:avLst/>
                <a:gdLst/>
                <a:ahLst/>
                <a:cxnLst/>
                <a:rect l="l" t="t" r="r" b="b"/>
                <a:pathLst>
                  <a:path w="7510" h="7510" extrusionOk="0">
                    <a:moveTo>
                      <a:pt x="7509" y="1"/>
                    </a:moveTo>
                    <a:cubicBezTo>
                      <a:pt x="3362" y="1"/>
                      <a:pt x="1" y="3362"/>
                      <a:pt x="1" y="7509"/>
                    </a:cubicBezTo>
                    <a:lnTo>
                      <a:pt x="7509" y="7509"/>
                    </a:lnTo>
                    <a:lnTo>
                      <a:pt x="750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06" name="Google Shape;306;p14"/>
            <p:cNvSpPr/>
            <p:nvPr/>
          </p:nvSpPr>
          <p:spPr>
            <a:xfrm>
              <a:off x="1206425" y="-75"/>
              <a:ext cx="194068" cy="442288"/>
            </a:xfrm>
            <a:custGeom>
              <a:avLst/>
              <a:gdLst/>
              <a:ahLst/>
              <a:cxnLst/>
              <a:rect l="l" t="t" r="r" b="b"/>
              <a:pathLst>
                <a:path w="3755" h="15017" extrusionOk="0">
                  <a:moveTo>
                    <a:pt x="1" y="0"/>
                  </a:moveTo>
                  <a:lnTo>
                    <a:pt x="1" y="15016"/>
                  </a:lnTo>
                  <a:lnTo>
                    <a:pt x="3754" y="15016"/>
                  </a:lnTo>
                  <a:lnTo>
                    <a:pt x="375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14"/>
            <p:cNvSpPr/>
            <p:nvPr/>
          </p:nvSpPr>
          <p:spPr>
            <a:xfrm>
              <a:off x="1400441" y="-75"/>
              <a:ext cx="194016" cy="442288"/>
            </a:xfrm>
            <a:custGeom>
              <a:avLst/>
              <a:gdLst/>
              <a:ahLst/>
              <a:cxnLst/>
              <a:rect l="l" t="t" r="r" b="b"/>
              <a:pathLst>
                <a:path w="3754" h="15017" extrusionOk="0">
                  <a:moveTo>
                    <a:pt x="0" y="0"/>
                  </a:moveTo>
                  <a:lnTo>
                    <a:pt x="0" y="15016"/>
                  </a:lnTo>
                  <a:lnTo>
                    <a:pt x="3754" y="15016"/>
                  </a:lnTo>
                  <a:lnTo>
                    <a:pt x="37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14"/>
            <p:cNvSpPr/>
            <p:nvPr/>
          </p:nvSpPr>
          <p:spPr>
            <a:xfrm>
              <a:off x="1594433" y="-75"/>
              <a:ext cx="194016" cy="442288"/>
            </a:xfrm>
            <a:custGeom>
              <a:avLst/>
              <a:gdLst/>
              <a:ahLst/>
              <a:cxnLst/>
              <a:rect l="l" t="t" r="r" b="b"/>
              <a:pathLst>
                <a:path w="3754" h="15017" extrusionOk="0">
                  <a:moveTo>
                    <a:pt x="0" y="0"/>
                  </a:moveTo>
                  <a:lnTo>
                    <a:pt x="0" y="15016"/>
                  </a:lnTo>
                  <a:lnTo>
                    <a:pt x="3754" y="15016"/>
                  </a:lnTo>
                  <a:lnTo>
                    <a:pt x="375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14"/>
            <p:cNvSpPr/>
            <p:nvPr/>
          </p:nvSpPr>
          <p:spPr>
            <a:xfrm rot="5400000">
              <a:off x="2374" y="1407851"/>
              <a:ext cx="457500" cy="46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14"/>
            <p:cNvSpPr/>
            <p:nvPr/>
          </p:nvSpPr>
          <p:spPr>
            <a:xfrm rot="5400000">
              <a:off x="57414" y="1457354"/>
              <a:ext cx="361667" cy="361667"/>
            </a:xfrm>
            <a:custGeom>
              <a:avLst/>
              <a:gdLst/>
              <a:ahLst/>
              <a:cxnLst/>
              <a:rect l="l" t="t" r="r" b="b"/>
              <a:pathLst>
                <a:path w="6008" h="6008" extrusionOk="0">
                  <a:moveTo>
                    <a:pt x="3005" y="1"/>
                  </a:moveTo>
                  <a:cubicBezTo>
                    <a:pt x="1346" y="1"/>
                    <a:pt x="1" y="1346"/>
                    <a:pt x="1" y="3005"/>
                  </a:cubicBezTo>
                  <a:cubicBezTo>
                    <a:pt x="1" y="4663"/>
                    <a:pt x="1346" y="6007"/>
                    <a:pt x="3005" y="6007"/>
                  </a:cubicBezTo>
                  <a:cubicBezTo>
                    <a:pt x="4663" y="6007"/>
                    <a:pt x="6008" y="4663"/>
                    <a:pt x="6008" y="3005"/>
                  </a:cubicBezTo>
                  <a:cubicBezTo>
                    <a:pt x="6008" y="1346"/>
                    <a:pt x="4663" y="1"/>
                    <a:pt x="30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14"/>
            <p:cNvSpPr/>
            <p:nvPr/>
          </p:nvSpPr>
          <p:spPr>
            <a:xfrm rot="-5400000" flipH="1">
              <a:off x="-7520" y="1864187"/>
              <a:ext cx="471734" cy="471734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1" y="1"/>
                  </a:moveTo>
                  <a:lnTo>
                    <a:pt x="1" y="7508"/>
                  </a:lnTo>
                  <a:cubicBezTo>
                    <a:pt x="4147" y="7508"/>
                    <a:pt x="7508" y="4147"/>
                    <a:pt x="75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14"/>
            <p:cNvSpPr/>
            <p:nvPr/>
          </p:nvSpPr>
          <p:spPr>
            <a:xfrm flipH="1">
              <a:off x="1793148" y="-75"/>
              <a:ext cx="884576" cy="442299"/>
            </a:xfrm>
            <a:custGeom>
              <a:avLst/>
              <a:gdLst/>
              <a:ahLst/>
              <a:cxnLst/>
              <a:rect l="l" t="t" r="r" b="b"/>
              <a:pathLst>
                <a:path w="15017" h="7509" extrusionOk="0">
                  <a:moveTo>
                    <a:pt x="7508" y="1"/>
                  </a:moveTo>
                  <a:lnTo>
                    <a:pt x="0" y="7508"/>
                  </a:lnTo>
                  <a:lnTo>
                    <a:pt x="15016" y="7508"/>
                  </a:lnTo>
                  <a:lnTo>
                    <a:pt x="1501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14"/>
            <p:cNvSpPr/>
            <p:nvPr/>
          </p:nvSpPr>
          <p:spPr>
            <a:xfrm flipH="1">
              <a:off x="1837374" y="44103"/>
              <a:ext cx="353901" cy="353886"/>
            </a:xfrm>
            <a:custGeom>
              <a:avLst/>
              <a:gdLst/>
              <a:ahLst/>
              <a:cxnLst/>
              <a:rect l="l" t="t" r="r" b="b"/>
              <a:pathLst>
                <a:path w="6008" h="6008" extrusionOk="0">
                  <a:moveTo>
                    <a:pt x="3004" y="1"/>
                  </a:moveTo>
                  <a:cubicBezTo>
                    <a:pt x="1345" y="1"/>
                    <a:pt x="1" y="1346"/>
                    <a:pt x="1" y="3005"/>
                  </a:cubicBezTo>
                  <a:cubicBezTo>
                    <a:pt x="1" y="4663"/>
                    <a:pt x="1345" y="6007"/>
                    <a:pt x="3004" y="6007"/>
                  </a:cubicBezTo>
                  <a:cubicBezTo>
                    <a:pt x="4662" y="6007"/>
                    <a:pt x="6007" y="4663"/>
                    <a:pt x="6007" y="3005"/>
                  </a:cubicBezTo>
                  <a:cubicBezTo>
                    <a:pt x="6007" y="1346"/>
                    <a:pt x="4662" y="1"/>
                    <a:pt x="30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14"/>
            <p:cNvSpPr/>
            <p:nvPr/>
          </p:nvSpPr>
          <p:spPr>
            <a:xfrm rot="5400000">
              <a:off x="471242" y="474873"/>
              <a:ext cx="313782" cy="313801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1" y="1"/>
                  </a:moveTo>
                  <a:lnTo>
                    <a:pt x="1" y="7508"/>
                  </a:lnTo>
                  <a:lnTo>
                    <a:pt x="7508" y="7508"/>
                  </a:lnTo>
                  <a:cubicBezTo>
                    <a:pt x="3362" y="7508"/>
                    <a:pt x="1" y="4147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5" name="Google Shape;315;p14"/>
          <p:cNvGrpSpPr/>
          <p:nvPr/>
        </p:nvGrpSpPr>
        <p:grpSpPr>
          <a:xfrm>
            <a:off x="7141243" y="3086051"/>
            <a:ext cx="2053224" cy="2059669"/>
            <a:chOff x="7215386" y="3162300"/>
            <a:chExt cx="1977295" cy="1983503"/>
          </a:xfrm>
        </p:grpSpPr>
        <p:sp>
          <p:nvSpPr>
            <p:cNvPr id="316" name="Google Shape;316;p14"/>
            <p:cNvSpPr/>
            <p:nvPr/>
          </p:nvSpPr>
          <p:spPr>
            <a:xfrm flipH="1">
              <a:off x="8648185" y="3162300"/>
              <a:ext cx="544496" cy="544496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1" y="1"/>
                  </a:moveTo>
                  <a:lnTo>
                    <a:pt x="1" y="7508"/>
                  </a:lnTo>
                  <a:lnTo>
                    <a:pt x="7508" y="7508"/>
                  </a:lnTo>
                  <a:cubicBezTo>
                    <a:pt x="3362" y="7508"/>
                    <a:pt x="1" y="4147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14"/>
            <p:cNvSpPr/>
            <p:nvPr/>
          </p:nvSpPr>
          <p:spPr>
            <a:xfrm rot="5400000">
              <a:off x="8661081" y="3706773"/>
              <a:ext cx="482896" cy="482941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7508" y="0"/>
                  </a:moveTo>
                  <a:lnTo>
                    <a:pt x="1" y="7509"/>
                  </a:lnTo>
                  <a:lnTo>
                    <a:pt x="7508" y="7476"/>
                  </a:lnTo>
                  <a:lnTo>
                    <a:pt x="750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14"/>
            <p:cNvSpPr/>
            <p:nvPr/>
          </p:nvSpPr>
          <p:spPr>
            <a:xfrm rot="5400000">
              <a:off x="8661081" y="3706773"/>
              <a:ext cx="482896" cy="482941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1" y="0"/>
                  </a:moveTo>
                  <a:lnTo>
                    <a:pt x="1" y="7509"/>
                  </a:lnTo>
                  <a:lnTo>
                    <a:pt x="750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14"/>
            <p:cNvSpPr/>
            <p:nvPr/>
          </p:nvSpPr>
          <p:spPr>
            <a:xfrm rot="5400000">
              <a:off x="8661081" y="4174799"/>
              <a:ext cx="482896" cy="482941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7508" y="0"/>
                  </a:moveTo>
                  <a:lnTo>
                    <a:pt x="1" y="7509"/>
                  </a:lnTo>
                  <a:lnTo>
                    <a:pt x="7508" y="7476"/>
                  </a:lnTo>
                  <a:lnTo>
                    <a:pt x="750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14"/>
            <p:cNvSpPr/>
            <p:nvPr/>
          </p:nvSpPr>
          <p:spPr>
            <a:xfrm rot="5400000">
              <a:off x="8661081" y="4174799"/>
              <a:ext cx="482896" cy="482941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1" y="0"/>
                  </a:moveTo>
                  <a:lnTo>
                    <a:pt x="1" y="7509"/>
                  </a:lnTo>
                  <a:lnTo>
                    <a:pt x="750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14"/>
            <p:cNvSpPr/>
            <p:nvPr/>
          </p:nvSpPr>
          <p:spPr>
            <a:xfrm rot="-5400000" flipH="1">
              <a:off x="8658227" y="4657726"/>
              <a:ext cx="485784" cy="485784"/>
            </a:xfrm>
            <a:custGeom>
              <a:avLst/>
              <a:gdLst/>
              <a:ahLst/>
              <a:cxnLst/>
              <a:rect l="l" t="t" r="r" b="b"/>
              <a:pathLst>
                <a:path w="7510" h="7510" extrusionOk="0">
                  <a:moveTo>
                    <a:pt x="7509" y="1"/>
                  </a:moveTo>
                  <a:cubicBezTo>
                    <a:pt x="3362" y="1"/>
                    <a:pt x="1" y="3362"/>
                    <a:pt x="1" y="7509"/>
                  </a:cubicBezTo>
                  <a:lnTo>
                    <a:pt x="7509" y="7509"/>
                  </a:lnTo>
                  <a:lnTo>
                    <a:pt x="750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14"/>
            <p:cNvSpPr/>
            <p:nvPr/>
          </p:nvSpPr>
          <p:spPr>
            <a:xfrm rot="10800000" flipH="1">
              <a:off x="7215386" y="4674463"/>
              <a:ext cx="471277" cy="471340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1" y="1"/>
                  </a:moveTo>
                  <a:lnTo>
                    <a:pt x="7508" y="7508"/>
                  </a:lnTo>
                  <a:lnTo>
                    <a:pt x="7508" y="1"/>
                  </a:lnTo>
                  <a:close/>
                </a:path>
              </a:pathLst>
            </a:custGeom>
            <a:solidFill>
              <a:srgbClr val="FF89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14"/>
            <p:cNvSpPr/>
            <p:nvPr/>
          </p:nvSpPr>
          <p:spPr>
            <a:xfrm rot="5400000">
              <a:off x="7686726" y="4660013"/>
              <a:ext cx="485730" cy="485841"/>
            </a:xfrm>
            <a:custGeom>
              <a:avLst/>
              <a:gdLst/>
              <a:ahLst/>
              <a:cxnLst/>
              <a:rect l="l" t="t" r="r" b="b"/>
              <a:pathLst>
                <a:path w="7508" h="7510" extrusionOk="0">
                  <a:moveTo>
                    <a:pt x="1" y="0"/>
                  </a:moveTo>
                  <a:lnTo>
                    <a:pt x="1" y="7509"/>
                  </a:lnTo>
                  <a:lnTo>
                    <a:pt x="7508" y="750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14"/>
            <p:cNvSpPr/>
            <p:nvPr/>
          </p:nvSpPr>
          <p:spPr>
            <a:xfrm rot="5400000">
              <a:off x="7929585" y="4417158"/>
              <a:ext cx="485730" cy="971552"/>
            </a:xfrm>
            <a:custGeom>
              <a:avLst/>
              <a:gdLst/>
              <a:ahLst/>
              <a:cxnLst/>
              <a:rect l="l" t="t" r="r" b="b"/>
              <a:pathLst>
                <a:path w="7508" h="15018" extrusionOk="0">
                  <a:moveTo>
                    <a:pt x="1" y="1"/>
                  </a:moveTo>
                  <a:lnTo>
                    <a:pt x="1" y="7510"/>
                  </a:lnTo>
                  <a:lnTo>
                    <a:pt x="7508" y="15017"/>
                  </a:lnTo>
                  <a:lnTo>
                    <a:pt x="750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14"/>
            <p:cNvSpPr/>
            <p:nvPr/>
          </p:nvSpPr>
          <p:spPr>
            <a:xfrm rot="5400000">
              <a:off x="8220993" y="4708629"/>
              <a:ext cx="388623" cy="388673"/>
            </a:xfrm>
            <a:custGeom>
              <a:avLst/>
              <a:gdLst/>
              <a:ahLst/>
              <a:cxnLst/>
              <a:rect l="l" t="t" r="r" b="b"/>
              <a:pathLst>
                <a:path w="6007" h="6008" extrusionOk="0">
                  <a:moveTo>
                    <a:pt x="3003" y="1"/>
                  </a:moveTo>
                  <a:cubicBezTo>
                    <a:pt x="1345" y="1"/>
                    <a:pt x="0" y="1345"/>
                    <a:pt x="0" y="3004"/>
                  </a:cubicBezTo>
                  <a:cubicBezTo>
                    <a:pt x="0" y="4662"/>
                    <a:pt x="1345" y="6008"/>
                    <a:pt x="3003" y="6008"/>
                  </a:cubicBezTo>
                  <a:cubicBezTo>
                    <a:pt x="4662" y="6008"/>
                    <a:pt x="6006" y="4662"/>
                    <a:pt x="6006" y="3004"/>
                  </a:cubicBezTo>
                  <a:cubicBezTo>
                    <a:pt x="6006" y="1345"/>
                    <a:pt x="4662" y="1"/>
                    <a:pt x="30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6" name="Google Shape;326;p14"/>
          <p:cNvSpPr/>
          <p:nvPr/>
        </p:nvSpPr>
        <p:spPr>
          <a:xfrm rot="5400000">
            <a:off x="8543928" y="-14803"/>
            <a:ext cx="604005" cy="604005"/>
          </a:xfrm>
          <a:custGeom>
            <a:avLst/>
            <a:gdLst/>
            <a:ahLst/>
            <a:cxnLst/>
            <a:rect l="l" t="t" r="r" b="b"/>
            <a:pathLst>
              <a:path w="7509" h="7509" extrusionOk="0">
                <a:moveTo>
                  <a:pt x="1" y="1"/>
                </a:moveTo>
                <a:lnTo>
                  <a:pt x="1" y="7508"/>
                </a:lnTo>
                <a:cubicBezTo>
                  <a:pt x="4147" y="7508"/>
                  <a:pt x="7508" y="4147"/>
                  <a:pt x="750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4"/>
          <p:cNvSpPr/>
          <p:nvPr/>
        </p:nvSpPr>
        <p:spPr>
          <a:xfrm rot="5400000">
            <a:off x="24" y="4599964"/>
            <a:ext cx="545268" cy="545341"/>
          </a:xfrm>
          <a:custGeom>
            <a:avLst/>
            <a:gdLst/>
            <a:ahLst/>
            <a:cxnLst/>
            <a:rect l="l" t="t" r="r" b="b"/>
            <a:pathLst>
              <a:path w="7508" h="7509" extrusionOk="0">
                <a:moveTo>
                  <a:pt x="7508" y="1"/>
                </a:moveTo>
                <a:cubicBezTo>
                  <a:pt x="3362" y="1"/>
                  <a:pt x="0" y="3362"/>
                  <a:pt x="0" y="7508"/>
                </a:cubicBezTo>
                <a:lnTo>
                  <a:pt x="7508" y="7508"/>
                </a:lnTo>
                <a:lnTo>
                  <a:pt x="7508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10"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30" name="Google Shape;330;p15"/>
          <p:cNvSpPr txBox="1">
            <a:spLocks noGrp="1"/>
          </p:cNvSpPr>
          <p:nvPr>
            <p:ph type="subTitle" idx="1"/>
          </p:nvPr>
        </p:nvSpPr>
        <p:spPr>
          <a:xfrm>
            <a:off x="937626" y="3617875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1" name="Google Shape;331;p15"/>
          <p:cNvSpPr txBox="1">
            <a:spLocks noGrp="1"/>
          </p:cNvSpPr>
          <p:nvPr>
            <p:ph type="subTitle" idx="2"/>
          </p:nvPr>
        </p:nvSpPr>
        <p:spPr>
          <a:xfrm>
            <a:off x="3484350" y="3617875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2" name="Google Shape;332;p15"/>
          <p:cNvSpPr txBox="1">
            <a:spLocks noGrp="1"/>
          </p:cNvSpPr>
          <p:nvPr>
            <p:ph type="subTitle" idx="3"/>
          </p:nvPr>
        </p:nvSpPr>
        <p:spPr>
          <a:xfrm>
            <a:off x="6031074" y="3617875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3" name="Google Shape;333;p15"/>
          <p:cNvSpPr txBox="1">
            <a:spLocks noGrp="1"/>
          </p:cNvSpPr>
          <p:nvPr>
            <p:ph type="title" idx="4" hasCustomPrompt="1"/>
          </p:nvPr>
        </p:nvSpPr>
        <p:spPr>
          <a:xfrm>
            <a:off x="1232525" y="1580775"/>
            <a:ext cx="1585500" cy="5727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34" name="Google Shape;334;p15"/>
          <p:cNvSpPr txBox="1">
            <a:spLocks noGrp="1"/>
          </p:cNvSpPr>
          <p:nvPr>
            <p:ph type="title" idx="5" hasCustomPrompt="1"/>
          </p:nvPr>
        </p:nvSpPr>
        <p:spPr>
          <a:xfrm>
            <a:off x="3779250" y="1580775"/>
            <a:ext cx="1585500" cy="5727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35" name="Google Shape;335;p15"/>
          <p:cNvSpPr txBox="1">
            <a:spLocks noGrp="1"/>
          </p:cNvSpPr>
          <p:nvPr>
            <p:ph type="title" idx="6" hasCustomPrompt="1"/>
          </p:nvPr>
        </p:nvSpPr>
        <p:spPr>
          <a:xfrm>
            <a:off x="6326050" y="1580775"/>
            <a:ext cx="1585500" cy="572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36" name="Google Shape;336;p15"/>
          <p:cNvSpPr txBox="1">
            <a:spLocks noGrp="1"/>
          </p:cNvSpPr>
          <p:nvPr>
            <p:ph type="subTitle" idx="7"/>
          </p:nvPr>
        </p:nvSpPr>
        <p:spPr>
          <a:xfrm>
            <a:off x="937625" y="3233875"/>
            <a:ext cx="2175300" cy="46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37" name="Google Shape;337;p15"/>
          <p:cNvSpPr txBox="1">
            <a:spLocks noGrp="1"/>
          </p:cNvSpPr>
          <p:nvPr>
            <p:ph type="subTitle" idx="8"/>
          </p:nvPr>
        </p:nvSpPr>
        <p:spPr>
          <a:xfrm>
            <a:off x="3484346" y="3233875"/>
            <a:ext cx="2175300" cy="46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38" name="Google Shape;338;p15"/>
          <p:cNvSpPr txBox="1">
            <a:spLocks noGrp="1"/>
          </p:cNvSpPr>
          <p:nvPr>
            <p:ph type="subTitle" idx="9"/>
          </p:nvPr>
        </p:nvSpPr>
        <p:spPr>
          <a:xfrm>
            <a:off x="6031075" y="3233875"/>
            <a:ext cx="2175300" cy="46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339" name="Google Shape;339;p15"/>
          <p:cNvGrpSpPr/>
          <p:nvPr/>
        </p:nvGrpSpPr>
        <p:grpSpPr>
          <a:xfrm rot="10800000">
            <a:off x="-9513" y="-9529"/>
            <a:ext cx="1286592" cy="1552541"/>
            <a:chOff x="7938839" y="3688711"/>
            <a:chExt cx="1205577" cy="1454780"/>
          </a:xfrm>
        </p:grpSpPr>
        <p:sp>
          <p:nvSpPr>
            <p:cNvPr id="340" name="Google Shape;340;p15"/>
            <p:cNvSpPr/>
            <p:nvPr/>
          </p:nvSpPr>
          <p:spPr>
            <a:xfrm rot="10800000">
              <a:off x="7938839" y="4785311"/>
              <a:ext cx="716311" cy="358179"/>
            </a:xfrm>
            <a:custGeom>
              <a:avLst/>
              <a:gdLst/>
              <a:ahLst/>
              <a:cxnLst/>
              <a:rect l="l" t="t" r="r" b="b"/>
              <a:pathLst>
                <a:path w="15017" h="7509" extrusionOk="0">
                  <a:moveTo>
                    <a:pt x="1" y="1"/>
                  </a:moveTo>
                  <a:lnTo>
                    <a:pt x="1" y="7508"/>
                  </a:lnTo>
                  <a:lnTo>
                    <a:pt x="7508" y="7508"/>
                  </a:lnTo>
                  <a:cubicBezTo>
                    <a:pt x="7510" y="7508"/>
                    <a:pt x="7511" y="7508"/>
                    <a:pt x="7512" y="7508"/>
                  </a:cubicBezTo>
                  <a:cubicBezTo>
                    <a:pt x="9503" y="7508"/>
                    <a:pt x="11410" y="6717"/>
                    <a:pt x="12818" y="5310"/>
                  </a:cubicBezTo>
                  <a:cubicBezTo>
                    <a:pt x="14226" y="3902"/>
                    <a:pt x="15017" y="1992"/>
                    <a:pt x="15017" y="1"/>
                  </a:cubicBezTo>
                  <a:close/>
                </a:path>
              </a:pathLst>
            </a:custGeom>
            <a:solidFill>
              <a:srgbClr val="5EA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41" name="Google Shape;341;p15"/>
            <p:cNvGrpSpPr/>
            <p:nvPr/>
          </p:nvGrpSpPr>
          <p:grpSpPr>
            <a:xfrm rot="10800000" flipH="1">
              <a:off x="8655138" y="3688711"/>
              <a:ext cx="489278" cy="1451855"/>
              <a:chOff x="8620978" y="531276"/>
              <a:chExt cx="539447" cy="1600899"/>
            </a:xfrm>
          </p:grpSpPr>
          <p:sp>
            <p:nvSpPr>
              <p:cNvPr id="342" name="Google Shape;342;p15"/>
              <p:cNvSpPr/>
              <p:nvPr/>
            </p:nvSpPr>
            <p:spPr>
              <a:xfrm rot="5400000">
                <a:off x="8621014" y="531240"/>
                <a:ext cx="539375" cy="539447"/>
              </a:xfrm>
              <a:custGeom>
                <a:avLst/>
                <a:gdLst/>
                <a:ahLst/>
                <a:cxnLst/>
                <a:rect l="l" t="t" r="r" b="b"/>
                <a:pathLst>
                  <a:path w="7508" h="7509" extrusionOk="0">
                    <a:moveTo>
                      <a:pt x="7508" y="0"/>
                    </a:moveTo>
                    <a:lnTo>
                      <a:pt x="1" y="7509"/>
                    </a:lnTo>
                    <a:lnTo>
                      <a:pt x="7508" y="7476"/>
                    </a:lnTo>
                    <a:lnTo>
                      <a:pt x="750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Google Shape;343;p15"/>
              <p:cNvSpPr/>
              <p:nvPr/>
            </p:nvSpPr>
            <p:spPr>
              <a:xfrm rot="5400000">
                <a:off x="8621014" y="531240"/>
                <a:ext cx="539375" cy="539447"/>
              </a:xfrm>
              <a:custGeom>
                <a:avLst/>
                <a:gdLst/>
                <a:ahLst/>
                <a:cxnLst/>
                <a:rect l="l" t="t" r="r" b="b"/>
                <a:pathLst>
                  <a:path w="7508" h="7509" extrusionOk="0">
                    <a:moveTo>
                      <a:pt x="1" y="0"/>
                    </a:moveTo>
                    <a:lnTo>
                      <a:pt x="1" y="7509"/>
                    </a:lnTo>
                    <a:lnTo>
                      <a:pt x="750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Google Shape;344;p15"/>
              <p:cNvSpPr/>
              <p:nvPr/>
            </p:nvSpPr>
            <p:spPr>
              <a:xfrm rot="-5400000">
                <a:off x="8632286" y="1604037"/>
                <a:ext cx="528094" cy="528183"/>
              </a:xfrm>
              <a:custGeom>
                <a:avLst/>
                <a:gdLst/>
                <a:ahLst/>
                <a:cxnLst/>
                <a:rect l="l" t="t" r="r" b="b"/>
                <a:pathLst>
                  <a:path w="7508" h="7509" extrusionOk="0">
                    <a:moveTo>
                      <a:pt x="7508" y="1"/>
                    </a:moveTo>
                    <a:lnTo>
                      <a:pt x="1" y="7508"/>
                    </a:lnTo>
                    <a:lnTo>
                      <a:pt x="7508" y="7508"/>
                    </a:lnTo>
                    <a:lnTo>
                      <a:pt x="750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Google Shape;345;p15"/>
              <p:cNvSpPr/>
              <p:nvPr/>
            </p:nvSpPr>
            <p:spPr>
              <a:xfrm rot="5400000">
                <a:off x="8627008" y="1070650"/>
                <a:ext cx="533417" cy="533417"/>
              </a:xfrm>
              <a:custGeom>
                <a:avLst/>
                <a:gdLst/>
                <a:ahLst/>
                <a:cxnLst/>
                <a:rect l="l" t="t" r="r" b="b"/>
                <a:pathLst>
                  <a:path w="7510" h="7510" extrusionOk="0">
                    <a:moveTo>
                      <a:pt x="7509" y="1"/>
                    </a:moveTo>
                    <a:cubicBezTo>
                      <a:pt x="3362" y="1"/>
                      <a:pt x="1" y="3362"/>
                      <a:pt x="1" y="7509"/>
                    </a:cubicBezTo>
                    <a:lnTo>
                      <a:pt x="7509" y="7509"/>
                    </a:lnTo>
                    <a:lnTo>
                      <a:pt x="750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46" name="Google Shape;346;p15"/>
          <p:cNvGrpSpPr/>
          <p:nvPr/>
        </p:nvGrpSpPr>
        <p:grpSpPr>
          <a:xfrm>
            <a:off x="8214601" y="3714750"/>
            <a:ext cx="975749" cy="1438278"/>
            <a:chOff x="8205076" y="3705225"/>
            <a:chExt cx="975749" cy="1438278"/>
          </a:xfrm>
        </p:grpSpPr>
        <p:sp>
          <p:nvSpPr>
            <p:cNvPr id="347" name="Google Shape;347;p15"/>
            <p:cNvSpPr/>
            <p:nvPr/>
          </p:nvSpPr>
          <p:spPr>
            <a:xfrm>
              <a:off x="8205076" y="4669137"/>
              <a:ext cx="474299" cy="474362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7508" y="1"/>
                  </a:moveTo>
                  <a:cubicBezTo>
                    <a:pt x="3362" y="1"/>
                    <a:pt x="0" y="3362"/>
                    <a:pt x="0" y="7508"/>
                  </a:cubicBezTo>
                  <a:lnTo>
                    <a:pt x="7508" y="7508"/>
                  </a:lnTo>
                  <a:lnTo>
                    <a:pt x="750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15"/>
            <p:cNvSpPr/>
            <p:nvPr/>
          </p:nvSpPr>
          <p:spPr>
            <a:xfrm rot="5400000">
              <a:off x="8679389" y="4199018"/>
              <a:ext cx="465877" cy="465896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7509" y="1"/>
                  </a:moveTo>
                  <a:lnTo>
                    <a:pt x="0" y="7508"/>
                  </a:lnTo>
                  <a:lnTo>
                    <a:pt x="7509" y="7475"/>
                  </a:lnTo>
                  <a:lnTo>
                    <a:pt x="750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15"/>
            <p:cNvSpPr/>
            <p:nvPr/>
          </p:nvSpPr>
          <p:spPr>
            <a:xfrm rot="5400000">
              <a:off x="8679389" y="4199018"/>
              <a:ext cx="465877" cy="465896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0" y="1"/>
                  </a:moveTo>
                  <a:lnTo>
                    <a:pt x="0" y="7508"/>
                  </a:lnTo>
                  <a:lnTo>
                    <a:pt x="750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15"/>
            <p:cNvSpPr/>
            <p:nvPr/>
          </p:nvSpPr>
          <p:spPr>
            <a:xfrm rot="10800000" flipH="1">
              <a:off x="8666378" y="4664534"/>
              <a:ext cx="478905" cy="478969"/>
            </a:xfrm>
            <a:custGeom>
              <a:avLst/>
              <a:gdLst/>
              <a:ahLst/>
              <a:cxnLst/>
              <a:rect l="l" t="t" r="r" b="b"/>
              <a:pathLst>
                <a:path w="7509" h="7510" extrusionOk="0">
                  <a:moveTo>
                    <a:pt x="0" y="1"/>
                  </a:moveTo>
                  <a:lnTo>
                    <a:pt x="7509" y="7510"/>
                  </a:lnTo>
                  <a:lnTo>
                    <a:pt x="750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15"/>
            <p:cNvSpPr/>
            <p:nvPr/>
          </p:nvSpPr>
          <p:spPr>
            <a:xfrm rot="5400000">
              <a:off x="8681721" y="3705225"/>
              <a:ext cx="499104" cy="499104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0" y="1"/>
                  </a:moveTo>
                  <a:cubicBezTo>
                    <a:pt x="4147" y="1"/>
                    <a:pt x="7509" y="3362"/>
                    <a:pt x="7509" y="7508"/>
                  </a:cubicBezTo>
                  <a:lnTo>
                    <a:pt x="750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2" name="Google Shape;352;p15"/>
          <p:cNvSpPr/>
          <p:nvPr/>
        </p:nvSpPr>
        <p:spPr>
          <a:xfrm rot="10800000" flipH="1">
            <a:off x="-12" y="4683744"/>
            <a:ext cx="917614" cy="458856"/>
          </a:xfrm>
          <a:custGeom>
            <a:avLst/>
            <a:gdLst/>
            <a:ahLst/>
            <a:cxnLst/>
            <a:rect l="l" t="t" r="r" b="b"/>
            <a:pathLst>
              <a:path w="15017" h="7509" extrusionOk="0">
                <a:moveTo>
                  <a:pt x="1" y="1"/>
                </a:moveTo>
                <a:lnTo>
                  <a:pt x="1" y="7508"/>
                </a:lnTo>
                <a:lnTo>
                  <a:pt x="7508" y="7508"/>
                </a:lnTo>
                <a:cubicBezTo>
                  <a:pt x="7510" y="7508"/>
                  <a:pt x="7511" y="7508"/>
                  <a:pt x="7512" y="7508"/>
                </a:cubicBezTo>
                <a:cubicBezTo>
                  <a:pt x="9503" y="7508"/>
                  <a:pt x="11410" y="6717"/>
                  <a:pt x="12818" y="5310"/>
                </a:cubicBezTo>
                <a:cubicBezTo>
                  <a:pt x="14226" y="3902"/>
                  <a:pt x="15017" y="1992"/>
                  <a:pt x="1501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15"/>
          <p:cNvSpPr/>
          <p:nvPr/>
        </p:nvSpPr>
        <p:spPr>
          <a:xfrm rot="-5400000">
            <a:off x="8483908" y="-57"/>
            <a:ext cx="660028" cy="660135"/>
          </a:xfrm>
          <a:custGeom>
            <a:avLst/>
            <a:gdLst/>
            <a:ahLst/>
            <a:cxnLst/>
            <a:rect l="l" t="t" r="r" b="b"/>
            <a:pathLst>
              <a:path w="7508" h="7509" extrusionOk="0">
                <a:moveTo>
                  <a:pt x="7508" y="1"/>
                </a:moveTo>
                <a:cubicBezTo>
                  <a:pt x="3362" y="1"/>
                  <a:pt x="0" y="3362"/>
                  <a:pt x="0" y="7508"/>
                </a:cubicBezTo>
                <a:lnTo>
                  <a:pt x="7508" y="7508"/>
                </a:lnTo>
                <a:lnTo>
                  <a:pt x="750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10_1"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6"/>
          <p:cNvSpPr txBox="1">
            <a:spLocks noGrp="1"/>
          </p:cNvSpPr>
          <p:nvPr>
            <p:ph type="subTitle" idx="1"/>
          </p:nvPr>
        </p:nvSpPr>
        <p:spPr>
          <a:xfrm>
            <a:off x="4076640" y="1496325"/>
            <a:ext cx="3591600" cy="31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highlight>
                  <a:schemeClr val="accent2"/>
                </a:highlight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6" name="Google Shape;356;p16"/>
          <p:cNvSpPr txBox="1">
            <a:spLocks noGrp="1"/>
          </p:cNvSpPr>
          <p:nvPr>
            <p:ph type="subTitle" idx="2"/>
          </p:nvPr>
        </p:nvSpPr>
        <p:spPr>
          <a:xfrm>
            <a:off x="4076640" y="2801063"/>
            <a:ext cx="3591600" cy="31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highlight>
                  <a:schemeClr val="accent2"/>
                </a:highlight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7" name="Google Shape;357;p16"/>
          <p:cNvSpPr txBox="1">
            <a:spLocks noGrp="1"/>
          </p:cNvSpPr>
          <p:nvPr>
            <p:ph type="subTitle" idx="3"/>
          </p:nvPr>
        </p:nvSpPr>
        <p:spPr>
          <a:xfrm>
            <a:off x="4076640" y="4105800"/>
            <a:ext cx="3591600" cy="31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highlight>
                  <a:schemeClr val="accent2"/>
                </a:highlight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8" name="Google Shape;358;p16"/>
          <p:cNvSpPr txBox="1">
            <a:spLocks noGrp="1"/>
          </p:cNvSpPr>
          <p:nvPr>
            <p:ph type="title" hasCustomPrompt="1"/>
          </p:nvPr>
        </p:nvSpPr>
        <p:spPr>
          <a:xfrm>
            <a:off x="4076640" y="733425"/>
            <a:ext cx="3591600" cy="76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59" name="Google Shape;359;p16"/>
          <p:cNvSpPr txBox="1">
            <a:spLocks noGrp="1"/>
          </p:cNvSpPr>
          <p:nvPr>
            <p:ph type="title" idx="4" hasCustomPrompt="1"/>
          </p:nvPr>
        </p:nvSpPr>
        <p:spPr>
          <a:xfrm>
            <a:off x="4076640" y="2038275"/>
            <a:ext cx="3591600" cy="76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60" name="Google Shape;360;p16"/>
          <p:cNvSpPr txBox="1">
            <a:spLocks noGrp="1"/>
          </p:cNvSpPr>
          <p:nvPr>
            <p:ph type="title" idx="5" hasCustomPrompt="1"/>
          </p:nvPr>
        </p:nvSpPr>
        <p:spPr>
          <a:xfrm>
            <a:off x="4076640" y="3343125"/>
            <a:ext cx="3591600" cy="76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361" name="Google Shape;361;p16"/>
          <p:cNvGrpSpPr/>
          <p:nvPr/>
        </p:nvGrpSpPr>
        <p:grpSpPr>
          <a:xfrm>
            <a:off x="-26850" y="-9525"/>
            <a:ext cx="1691348" cy="1685916"/>
            <a:chOff x="-17321" y="-9526"/>
            <a:chExt cx="1431647" cy="1427049"/>
          </a:xfrm>
        </p:grpSpPr>
        <p:sp>
          <p:nvSpPr>
            <p:cNvPr id="362" name="Google Shape;362;p16"/>
            <p:cNvSpPr/>
            <p:nvPr/>
          </p:nvSpPr>
          <p:spPr>
            <a:xfrm rot="5400000">
              <a:off x="-6897" y="450523"/>
              <a:ext cx="476400" cy="485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16"/>
            <p:cNvSpPr/>
            <p:nvPr/>
          </p:nvSpPr>
          <p:spPr>
            <a:xfrm rot="5400000">
              <a:off x="50330" y="502215"/>
              <a:ext cx="376792" cy="376792"/>
            </a:xfrm>
            <a:custGeom>
              <a:avLst/>
              <a:gdLst/>
              <a:ahLst/>
              <a:cxnLst/>
              <a:rect l="l" t="t" r="r" b="b"/>
              <a:pathLst>
                <a:path w="6008" h="6008" extrusionOk="0">
                  <a:moveTo>
                    <a:pt x="3005" y="1"/>
                  </a:moveTo>
                  <a:cubicBezTo>
                    <a:pt x="1346" y="1"/>
                    <a:pt x="1" y="1346"/>
                    <a:pt x="1" y="3005"/>
                  </a:cubicBezTo>
                  <a:cubicBezTo>
                    <a:pt x="1" y="4663"/>
                    <a:pt x="1346" y="6007"/>
                    <a:pt x="3005" y="6007"/>
                  </a:cubicBezTo>
                  <a:cubicBezTo>
                    <a:pt x="4663" y="6007"/>
                    <a:pt x="6008" y="4663"/>
                    <a:pt x="6008" y="3005"/>
                  </a:cubicBezTo>
                  <a:cubicBezTo>
                    <a:pt x="6008" y="1346"/>
                    <a:pt x="4663" y="1"/>
                    <a:pt x="30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16"/>
            <p:cNvSpPr/>
            <p:nvPr/>
          </p:nvSpPr>
          <p:spPr>
            <a:xfrm rot="5400000">
              <a:off x="-17321" y="926059"/>
              <a:ext cx="491464" cy="491464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1" y="1"/>
                  </a:moveTo>
                  <a:lnTo>
                    <a:pt x="1" y="7508"/>
                  </a:lnTo>
                  <a:cubicBezTo>
                    <a:pt x="4147" y="7508"/>
                    <a:pt x="7508" y="4147"/>
                    <a:pt x="75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16"/>
            <p:cNvSpPr/>
            <p:nvPr/>
          </p:nvSpPr>
          <p:spPr>
            <a:xfrm>
              <a:off x="237110" y="-9525"/>
              <a:ext cx="237037" cy="465865"/>
            </a:xfrm>
            <a:custGeom>
              <a:avLst/>
              <a:gdLst/>
              <a:ahLst/>
              <a:cxnLst/>
              <a:rect l="l" t="t" r="r" b="b"/>
              <a:pathLst>
                <a:path w="3754" h="15017" extrusionOk="0">
                  <a:moveTo>
                    <a:pt x="0" y="1"/>
                  </a:moveTo>
                  <a:lnTo>
                    <a:pt x="0" y="15017"/>
                  </a:lnTo>
                  <a:lnTo>
                    <a:pt x="3754" y="15017"/>
                  </a:lnTo>
                  <a:lnTo>
                    <a:pt x="37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16"/>
            <p:cNvSpPr/>
            <p:nvPr/>
          </p:nvSpPr>
          <p:spPr>
            <a:xfrm>
              <a:off x="0" y="-9525"/>
              <a:ext cx="237163" cy="465865"/>
            </a:xfrm>
            <a:custGeom>
              <a:avLst/>
              <a:gdLst/>
              <a:ahLst/>
              <a:cxnLst/>
              <a:rect l="l" t="t" r="r" b="b"/>
              <a:pathLst>
                <a:path w="3756" h="15017" extrusionOk="0">
                  <a:moveTo>
                    <a:pt x="0" y="1"/>
                  </a:moveTo>
                  <a:lnTo>
                    <a:pt x="0" y="15017"/>
                  </a:lnTo>
                  <a:lnTo>
                    <a:pt x="3755" y="15017"/>
                  </a:lnTo>
                  <a:lnTo>
                    <a:pt x="37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16"/>
            <p:cNvSpPr/>
            <p:nvPr/>
          </p:nvSpPr>
          <p:spPr>
            <a:xfrm rot="5400000">
              <a:off x="948440" y="-5357"/>
              <a:ext cx="465877" cy="465896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7509" y="0"/>
                  </a:moveTo>
                  <a:lnTo>
                    <a:pt x="0" y="33"/>
                  </a:lnTo>
                  <a:lnTo>
                    <a:pt x="0" y="7509"/>
                  </a:lnTo>
                  <a:lnTo>
                    <a:pt x="750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16"/>
            <p:cNvSpPr/>
            <p:nvPr/>
          </p:nvSpPr>
          <p:spPr>
            <a:xfrm rot="5400000">
              <a:off x="948440" y="-5357"/>
              <a:ext cx="465877" cy="465896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7509" y="0"/>
                  </a:moveTo>
                  <a:lnTo>
                    <a:pt x="0" y="7509"/>
                  </a:lnTo>
                  <a:lnTo>
                    <a:pt x="7509" y="7509"/>
                  </a:lnTo>
                  <a:lnTo>
                    <a:pt x="750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16"/>
            <p:cNvSpPr/>
            <p:nvPr/>
          </p:nvSpPr>
          <p:spPr>
            <a:xfrm rot="5400000">
              <a:off x="474162" y="-9558"/>
              <a:ext cx="474224" cy="474287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7508" y="1"/>
                  </a:moveTo>
                  <a:cubicBezTo>
                    <a:pt x="3362" y="1"/>
                    <a:pt x="0" y="3362"/>
                    <a:pt x="0" y="7508"/>
                  </a:cubicBezTo>
                  <a:lnTo>
                    <a:pt x="7508" y="7508"/>
                  </a:lnTo>
                  <a:lnTo>
                    <a:pt x="750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16"/>
            <p:cNvSpPr/>
            <p:nvPr/>
          </p:nvSpPr>
          <p:spPr>
            <a:xfrm rot="-5400000">
              <a:off x="471695" y="464700"/>
              <a:ext cx="358179" cy="358179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0" y="1"/>
                  </a:moveTo>
                  <a:cubicBezTo>
                    <a:pt x="4147" y="1"/>
                    <a:pt x="7509" y="3362"/>
                    <a:pt x="7509" y="7508"/>
                  </a:cubicBezTo>
                  <a:lnTo>
                    <a:pt x="750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1" name="Google Shape;371;p16"/>
          <p:cNvGrpSpPr/>
          <p:nvPr/>
        </p:nvGrpSpPr>
        <p:grpSpPr>
          <a:xfrm>
            <a:off x="7934506" y="3291650"/>
            <a:ext cx="1258104" cy="1852214"/>
            <a:chOff x="8205076" y="3705225"/>
            <a:chExt cx="976941" cy="1438278"/>
          </a:xfrm>
        </p:grpSpPr>
        <p:sp>
          <p:nvSpPr>
            <p:cNvPr id="372" name="Google Shape;372;p16"/>
            <p:cNvSpPr/>
            <p:nvPr/>
          </p:nvSpPr>
          <p:spPr>
            <a:xfrm>
              <a:off x="8205076" y="4669137"/>
              <a:ext cx="474299" cy="474362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7508" y="1"/>
                  </a:moveTo>
                  <a:cubicBezTo>
                    <a:pt x="3362" y="1"/>
                    <a:pt x="0" y="3362"/>
                    <a:pt x="0" y="7508"/>
                  </a:cubicBezTo>
                  <a:lnTo>
                    <a:pt x="7508" y="7508"/>
                  </a:lnTo>
                  <a:lnTo>
                    <a:pt x="750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16"/>
            <p:cNvSpPr/>
            <p:nvPr/>
          </p:nvSpPr>
          <p:spPr>
            <a:xfrm rot="5400000">
              <a:off x="8679389" y="4199018"/>
              <a:ext cx="465877" cy="465896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7509" y="1"/>
                  </a:moveTo>
                  <a:lnTo>
                    <a:pt x="0" y="7508"/>
                  </a:lnTo>
                  <a:lnTo>
                    <a:pt x="7509" y="7475"/>
                  </a:lnTo>
                  <a:lnTo>
                    <a:pt x="750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16"/>
            <p:cNvSpPr/>
            <p:nvPr/>
          </p:nvSpPr>
          <p:spPr>
            <a:xfrm rot="5400000">
              <a:off x="8679389" y="4199018"/>
              <a:ext cx="465877" cy="465896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0" y="1"/>
                  </a:moveTo>
                  <a:lnTo>
                    <a:pt x="0" y="7508"/>
                  </a:lnTo>
                  <a:lnTo>
                    <a:pt x="750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16"/>
            <p:cNvSpPr/>
            <p:nvPr/>
          </p:nvSpPr>
          <p:spPr>
            <a:xfrm rot="10800000" flipH="1">
              <a:off x="8666378" y="4664534"/>
              <a:ext cx="478905" cy="478969"/>
            </a:xfrm>
            <a:custGeom>
              <a:avLst/>
              <a:gdLst/>
              <a:ahLst/>
              <a:cxnLst/>
              <a:rect l="l" t="t" r="r" b="b"/>
              <a:pathLst>
                <a:path w="7509" h="7510" extrusionOk="0">
                  <a:moveTo>
                    <a:pt x="0" y="1"/>
                  </a:moveTo>
                  <a:lnTo>
                    <a:pt x="7509" y="7510"/>
                  </a:lnTo>
                  <a:lnTo>
                    <a:pt x="750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16"/>
            <p:cNvSpPr/>
            <p:nvPr/>
          </p:nvSpPr>
          <p:spPr>
            <a:xfrm rot="5400000">
              <a:off x="8682912" y="3705225"/>
              <a:ext cx="499104" cy="499104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0" y="1"/>
                  </a:moveTo>
                  <a:cubicBezTo>
                    <a:pt x="4147" y="1"/>
                    <a:pt x="7509" y="3362"/>
                    <a:pt x="7509" y="7508"/>
                  </a:cubicBezTo>
                  <a:lnTo>
                    <a:pt x="750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7" name="Google Shape;377;p16"/>
          <p:cNvSpPr/>
          <p:nvPr/>
        </p:nvSpPr>
        <p:spPr>
          <a:xfrm rot="-5400000">
            <a:off x="87" y="4143460"/>
            <a:ext cx="999953" cy="1000124"/>
          </a:xfrm>
          <a:custGeom>
            <a:avLst/>
            <a:gdLst/>
            <a:ahLst/>
            <a:cxnLst/>
            <a:rect l="l" t="t" r="r" b="b"/>
            <a:pathLst>
              <a:path w="7508" h="7509" extrusionOk="0">
                <a:moveTo>
                  <a:pt x="1" y="0"/>
                </a:moveTo>
                <a:lnTo>
                  <a:pt x="1" y="7509"/>
                </a:lnTo>
                <a:lnTo>
                  <a:pt x="750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78" name="Google Shape;378;p16"/>
          <p:cNvGrpSpPr/>
          <p:nvPr/>
        </p:nvGrpSpPr>
        <p:grpSpPr>
          <a:xfrm>
            <a:off x="8254095" y="-10450"/>
            <a:ext cx="920889" cy="915289"/>
            <a:chOff x="8339649" y="-10438"/>
            <a:chExt cx="830079" cy="825105"/>
          </a:xfrm>
        </p:grpSpPr>
        <p:sp>
          <p:nvSpPr>
            <p:cNvPr id="379" name="Google Shape;379;p16"/>
            <p:cNvSpPr/>
            <p:nvPr/>
          </p:nvSpPr>
          <p:spPr>
            <a:xfrm rot="-5400000">
              <a:off x="8339712" y="-54"/>
              <a:ext cx="804219" cy="804345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7508" y="1"/>
                  </a:moveTo>
                  <a:cubicBezTo>
                    <a:pt x="3362" y="1"/>
                    <a:pt x="0" y="3362"/>
                    <a:pt x="0" y="7508"/>
                  </a:cubicBezTo>
                  <a:lnTo>
                    <a:pt x="7508" y="7508"/>
                  </a:lnTo>
                  <a:lnTo>
                    <a:pt x="750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16"/>
            <p:cNvSpPr/>
            <p:nvPr/>
          </p:nvSpPr>
          <p:spPr>
            <a:xfrm rot="-5400000" flipH="1">
              <a:off x="8344716" y="-10346"/>
              <a:ext cx="825105" cy="824920"/>
            </a:xfrm>
            <a:custGeom>
              <a:avLst/>
              <a:gdLst/>
              <a:ahLst/>
              <a:cxnLst/>
              <a:rect l="l" t="t" r="r" b="b"/>
              <a:pathLst>
                <a:path w="7510" h="7509" extrusionOk="0">
                  <a:moveTo>
                    <a:pt x="1" y="0"/>
                  </a:moveTo>
                  <a:cubicBezTo>
                    <a:pt x="4147" y="0"/>
                    <a:pt x="7509" y="3361"/>
                    <a:pt x="7509" y="7509"/>
                  </a:cubicBezTo>
                  <a:lnTo>
                    <a:pt x="750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83" name="Google Shape;383;p17"/>
          <p:cNvSpPr txBox="1">
            <a:spLocks noGrp="1"/>
          </p:cNvSpPr>
          <p:nvPr>
            <p:ph type="subTitle" idx="1"/>
          </p:nvPr>
        </p:nvSpPr>
        <p:spPr>
          <a:xfrm>
            <a:off x="5833931" y="3028425"/>
            <a:ext cx="2589600" cy="10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84" name="Google Shape;384;p17"/>
          <p:cNvSpPr txBox="1">
            <a:spLocks noGrp="1"/>
          </p:cNvSpPr>
          <p:nvPr>
            <p:ph type="subTitle" idx="2"/>
          </p:nvPr>
        </p:nvSpPr>
        <p:spPr>
          <a:xfrm>
            <a:off x="720475" y="3028425"/>
            <a:ext cx="2589600" cy="10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85" name="Google Shape;385;p17"/>
          <p:cNvSpPr txBox="1">
            <a:spLocks noGrp="1"/>
          </p:cNvSpPr>
          <p:nvPr>
            <p:ph type="subTitle" idx="3"/>
          </p:nvPr>
        </p:nvSpPr>
        <p:spPr>
          <a:xfrm>
            <a:off x="5833934" y="2590275"/>
            <a:ext cx="2589600" cy="48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86" name="Google Shape;386;p17"/>
          <p:cNvSpPr txBox="1">
            <a:spLocks noGrp="1"/>
          </p:cNvSpPr>
          <p:nvPr>
            <p:ph type="subTitle" idx="4"/>
          </p:nvPr>
        </p:nvSpPr>
        <p:spPr>
          <a:xfrm>
            <a:off x="720466" y="2590275"/>
            <a:ext cx="2589600" cy="48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87" name="Google Shape;387;p17"/>
          <p:cNvSpPr/>
          <p:nvPr/>
        </p:nvSpPr>
        <p:spPr>
          <a:xfrm rot="-5400000">
            <a:off x="-1491" y="4524312"/>
            <a:ext cx="619128" cy="619248"/>
          </a:xfrm>
          <a:custGeom>
            <a:avLst/>
            <a:gdLst/>
            <a:ahLst/>
            <a:cxnLst/>
            <a:rect l="l" t="t" r="r" b="b"/>
            <a:pathLst>
              <a:path w="7508" h="7509" extrusionOk="0">
                <a:moveTo>
                  <a:pt x="1" y="0"/>
                </a:moveTo>
                <a:lnTo>
                  <a:pt x="1" y="7509"/>
                </a:lnTo>
                <a:lnTo>
                  <a:pt x="750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8" name="Google Shape;388;p17"/>
          <p:cNvGrpSpPr/>
          <p:nvPr/>
        </p:nvGrpSpPr>
        <p:grpSpPr>
          <a:xfrm>
            <a:off x="8205076" y="3705225"/>
            <a:ext cx="942049" cy="1438278"/>
            <a:chOff x="8205076" y="3705225"/>
            <a:chExt cx="942049" cy="1438278"/>
          </a:xfrm>
        </p:grpSpPr>
        <p:sp>
          <p:nvSpPr>
            <p:cNvPr id="389" name="Google Shape;389;p17"/>
            <p:cNvSpPr/>
            <p:nvPr/>
          </p:nvSpPr>
          <p:spPr>
            <a:xfrm>
              <a:off x="8205076" y="4669137"/>
              <a:ext cx="474299" cy="474362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7508" y="1"/>
                  </a:moveTo>
                  <a:cubicBezTo>
                    <a:pt x="3362" y="1"/>
                    <a:pt x="0" y="3362"/>
                    <a:pt x="0" y="7508"/>
                  </a:cubicBezTo>
                  <a:lnTo>
                    <a:pt x="7508" y="7508"/>
                  </a:lnTo>
                  <a:lnTo>
                    <a:pt x="750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17"/>
            <p:cNvSpPr/>
            <p:nvPr/>
          </p:nvSpPr>
          <p:spPr>
            <a:xfrm rot="5400000">
              <a:off x="8679389" y="4199018"/>
              <a:ext cx="465877" cy="465896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7509" y="1"/>
                  </a:moveTo>
                  <a:lnTo>
                    <a:pt x="0" y="7508"/>
                  </a:lnTo>
                  <a:lnTo>
                    <a:pt x="7509" y="7475"/>
                  </a:lnTo>
                  <a:lnTo>
                    <a:pt x="750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17"/>
            <p:cNvSpPr/>
            <p:nvPr/>
          </p:nvSpPr>
          <p:spPr>
            <a:xfrm rot="5400000">
              <a:off x="8679389" y="4199018"/>
              <a:ext cx="465877" cy="465896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0" y="1"/>
                  </a:moveTo>
                  <a:lnTo>
                    <a:pt x="0" y="7508"/>
                  </a:lnTo>
                  <a:lnTo>
                    <a:pt x="750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17"/>
            <p:cNvSpPr/>
            <p:nvPr/>
          </p:nvSpPr>
          <p:spPr>
            <a:xfrm rot="10800000" flipH="1">
              <a:off x="8666378" y="4664534"/>
              <a:ext cx="478905" cy="478969"/>
            </a:xfrm>
            <a:custGeom>
              <a:avLst/>
              <a:gdLst/>
              <a:ahLst/>
              <a:cxnLst/>
              <a:rect l="l" t="t" r="r" b="b"/>
              <a:pathLst>
                <a:path w="7509" h="7510" extrusionOk="0">
                  <a:moveTo>
                    <a:pt x="0" y="1"/>
                  </a:moveTo>
                  <a:lnTo>
                    <a:pt x="7509" y="7510"/>
                  </a:lnTo>
                  <a:lnTo>
                    <a:pt x="750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17"/>
            <p:cNvSpPr/>
            <p:nvPr/>
          </p:nvSpPr>
          <p:spPr>
            <a:xfrm rot="5400000">
              <a:off x="8648021" y="3705225"/>
              <a:ext cx="499104" cy="499104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0" y="1"/>
                  </a:moveTo>
                  <a:cubicBezTo>
                    <a:pt x="4147" y="1"/>
                    <a:pt x="7509" y="3362"/>
                    <a:pt x="7509" y="7508"/>
                  </a:cubicBezTo>
                  <a:lnTo>
                    <a:pt x="750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4" name="Google Shape;394;p17"/>
          <p:cNvGrpSpPr/>
          <p:nvPr/>
        </p:nvGrpSpPr>
        <p:grpSpPr>
          <a:xfrm rot="10800000">
            <a:off x="2" y="11"/>
            <a:ext cx="1205577" cy="1454780"/>
            <a:chOff x="7938839" y="3688711"/>
            <a:chExt cx="1205577" cy="1454780"/>
          </a:xfrm>
        </p:grpSpPr>
        <p:sp>
          <p:nvSpPr>
            <p:cNvPr id="395" name="Google Shape;395;p17"/>
            <p:cNvSpPr/>
            <p:nvPr/>
          </p:nvSpPr>
          <p:spPr>
            <a:xfrm rot="10800000">
              <a:off x="7938839" y="4785311"/>
              <a:ext cx="716311" cy="358179"/>
            </a:xfrm>
            <a:custGeom>
              <a:avLst/>
              <a:gdLst/>
              <a:ahLst/>
              <a:cxnLst/>
              <a:rect l="l" t="t" r="r" b="b"/>
              <a:pathLst>
                <a:path w="15017" h="7509" extrusionOk="0">
                  <a:moveTo>
                    <a:pt x="1" y="1"/>
                  </a:moveTo>
                  <a:lnTo>
                    <a:pt x="1" y="7508"/>
                  </a:lnTo>
                  <a:lnTo>
                    <a:pt x="7508" y="7508"/>
                  </a:lnTo>
                  <a:cubicBezTo>
                    <a:pt x="7510" y="7508"/>
                    <a:pt x="7511" y="7508"/>
                    <a:pt x="7512" y="7508"/>
                  </a:cubicBezTo>
                  <a:cubicBezTo>
                    <a:pt x="9503" y="7508"/>
                    <a:pt x="11410" y="6717"/>
                    <a:pt x="12818" y="5310"/>
                  </a:cubicBezTo>
                  <a:cubicBezTo>
                    <a:pt x="14226" y="3902"/>
                    <a:pt x="15017" y="1992"/>
                    <a:pt x="15017" y="1"/>
                  </a:cubicBezTo>
                  <a:close/>
                </a:path>
              </a:pathLst>
            </a:custGeom>
            <a:solidFill>
              <a:srgbClr val="5EA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96" name="Google Shape;396;p17"/>
            <p:cNvGrpSpPr/>
            <p:nvPr/>
          </p:nvGrpSpPr>
          <p:grpSpPr>
            <a:xfrm rot="10800000" flipH="1">
              <a:off x="8655138" y="3688711"/>
              <a:ext cx="489278" cy="1451855"/>
              <a:chOff x="8620978" y="531276"/>
              <a:chExt cx="539447" cy="1600899"/>
            </a:xfrm>
          </p:grpSpPr>
          <p:sp>
            <p:nvSpPr>
              <p:cNvPr id="397" name="Google Shape;397;p17"/>
              <p:cNvSpPr/>
              <p:nvPr/>
            </p:nvSpPr>
            <p:spPr>
              <a:xfrm rot="5400000">
                <a:off x="8621014" y="531240"/>
                <a:ext cx="539375" cy="539447"/>
              </a:xfrm>
              <a:custGeom>
                <a:avLst/>
                <a:gdLst/>
                <a:ahLst/>
                <a:cxnLst/>
                <a:rect l="l" t="t" r="r" b="b"/>
                <a:pathLst>
                  <a:path w="7508" h="7509" extrusionOk="0">
                    <a:moveTo>
                      <a:pt x="7508" y="0"/>
                    </a:moveTo>
                    <a:lnTo>
                      <a:pt x="1" y="7509"/>
                    </a:lnTo>
                    <a:lnTo>
                      <a:pt x="7508" y="7476"/>
                    </a:lnTo>
                    <a:lnTo>
                      <a:pt x="750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17"/>
              <p:cNvSpPr/>
              <p:nvPr/>
            </p:nvSpPr>
            <p:spPr>
              <a:xfrm rot="5400000">
                <a:off x="8621014" y="531240"/>
                <a:ext cx="539375" cy="539447"/>
              </a:xfrm>
              <a:custGeom>
                <a:avLst/>
                <a:gdLst/>
                <a:ahLst/>
                <a:cxnLst/>
                <a:rect l="l" t="t" r="r" b="b"/>
                <a:pathLst>
                  <a:path w="7508" h="7509" extrusionOk="0">
                    <a:moveTo>
                      <a:pt x="1" y="0"/>
                    </a:moveTo>
                    <a:lnTo>
                      <a:pt x="1" y="7509"/>
                    </a:lnTo>
                    <a:lnTo>
                      <a:pt x="750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Google Shape;399;p17"/>
              <p:cNvSpPr/>
              <p:nvPr/>
            </p:nvSpPr>
            <p:spPr>
              <a:xfrm rot="-5400000">
                <a:off x="8632286" y="1604037"/>
                <a:ext cx="528094" cy="528183"/>
              </a:xfrm>
              <a:custGeom>
                <a:avLst/>
                <a:gdLst/>
                <a:ahLst/>
                <a:cxnLst/>
                <a:rect l="l" t="t" r="r" b="b"/>
                <a:pathLst>
                  <a:path w="7508" h="7509" extrusionOk="0">
                    <a:moveTo>
                      <a:pt x="7508" y="1"/>
                    </a:moveTo>
                    <a:lnTo>
                      <a:pt x="1" y="7508"/>
                    </a:lnTo>
                    <a:lnTo>
                      <a:pt x="7508" y="7508"/>
                    </a:lnTo>
                    <a:lnTo>
                      <a:pt x="750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Google Shape;400;p17"/>
              <p:cNvSpPr/>
              <p:nvPr/>
            </p:nvSpPr>
            <p:spPr>
              <a:xfrm rot="5400000">
                <a:off x="8627008" y="1070650"/>
                <a:ext cx="533417" cy="533417"/>
              </a:xfrm>
              <a:custGeom>
                <a:avLst/>
                <a:gdLst/>
                <a:ahLst/>
                <a:cxnLst/>
                <a:rect l="l" t="t" r="r" b="b"/>
                <a:pathLst>
                  <a:path w="7510" h="7510" extrusionOk="0">
                    <a:moveTo>
                      <a:pt x="7509" y="1"/>
                    </a:moveTo>
                    <a:cubicBezTo>
                      <a:pt x="3362" y="1"/>
                      <a:pt x="1" y="3362"/>
                      <a:pt x="1" y="7509"/>
                    </a:cubicBezTo>
                    <a:lnTo>
                      <a:pt x="7509" y="7509"/>
                    </a:lnTo>
                    <a:lnTo>
                      <a:pt x="750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22" name="Google Shape;422;p19"/>
          <p:cNvSpPr txBox="1">
            <a:spLocks noGrp="1"/>
          </p:cNvSpPr>
          <p:nvPr>
            <p:ph type="subTitle" idx="1"/>
          </p:nvPr>
        </p:nvSpPr>
        <p:spPr>
          <a:xfrm>
            <a:off x="937625" y="2341525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3" name="Google Shape;423;p19"/>
          <p:cNvSpPr txBox="1">
            <a:spLocks noGrp="1"/>
          </p:cNvSpPr>
          <p:nvPr>
            <p:ph type="subTitle" idx="2"/>
          </p:nvPr>
        </p:nvSpPr>
        <p:spPr>
          <a:xfrm>
            <a:off x="3484349" y="3024754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4" name="Google Shape;424;p19"/>
          <p:cNvSpPr txBox="1">
            <a:spLocks noGrp="1"/>
          </p:cNvSpPr>
          <p:nvPr>
            <p:ph type="subTitle" idx="3"/>
          </p:nvPr>
        </p:nvSpPr>
        <p:spPr>
          <a:xfrm>
            <a:off x="6031072" y="3707982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5" name="Google Shape;425;p19"/>
          <p:cNvSpPr txBox="1">
            <a:spLocks noGrp="1"/>
          </p:cNvSpPr>
          <p:nvPr>
            <p:ph type="subTitle" idx="4"/>
          </p:nvPr>
        </p:nvSpPr>
        <p:spPr>
          <a:xfrm>
            <a:off x="937625" y="2036725"/>
            <a:ext cx="2175300" cy="44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26" name="Google Shape;426;p19"/>
          <p:cNvSpPr txBox="1">
            <a:spLocks noGrp="1"/>
          </p:cNvSpPr>
          <p:nvPr>
            <p:ph type="subTitle" idx="5"/>
          </p:nvPr>
        </p:nvSpPr>
        <p:spPr>
          <a:xfrm>
            <a:off x="3484350" y="2722525"/>
            <a:ext cx="2175300" cy="44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27" name="Google Shape;427;p19"/>
          <p:cNvSpPr txBox="1">
            <a:spLocks noGrp="1"/>
          </p:cNvSpPr>
          <p:nvPr>
            <p:ph type="subTitle" idx="6"/>
          </p:nvPr>
        </p:nvSpPr>
        <p:spPr>
          <a:xfrm>
            <a:off x="6031075" y="3408325"/>
            <a:ext cx="2175300" cy="44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428" name="Google Shape;428;p19"/>
          <p:cNvGrpSpPr/>
          <p:nvPr/>
        </p:nvGrpSpPr>
        <p:grpSpPr>
          <a:xfrm>
            <a:off x="6840115" y="0"/>
            <a:ext cx="2303889" cy="2038801"/>
            <a:chOff x="6840115" y="0"/>
            <a:chExt cx="2303889" cy="2038801"/>
          </a:xfrm>
        </p:grpSpPr>
        <p:sp>
          <p:nvSpPr>
            <p:cNvPr id="429" name="Google Shape;429;p19"/>
            <p:cNvSpPr/>
            <p:nvPr/>
          </p:nvSpPr>
          <p:spPr>
            <a:xfrm>
              <a:off x="8665198" y="1320461"/>
              <a:ext cx="478793" cy="239501"/>
            </a:xfrm>
            <a:custGeom>
              <a:avLst/>
              <a:gdLst/>
              <a:ahLst/>
              <a:cxnLst/>
              <a:rect l="l" t="t" r="r" b="b"/>
              <a:pathLst>
                <a:path w="7509" h="3756" extrusionOk="0">
                  <a:moveTo>
                    <a:pt x="0" y="1"/>
                  </a:moveTo>
                  <a:lnTo>
                    <a:pt x="0" y="3756"/>
                  </a:lnTo>
                  <a:lnTo>
                    <a:pt x="7509" y="3756"/>
                  </a:lnTo>
                  <a:lnTo>
                    <a:pt x="7509" y="1"/>
                  </a:lnTo>
                  <a:close/>
                </a:path>
              </a:pathLst>
            </a:custGeom>
            <a:solidFill>
              <a:srgbClr val="5EA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19"/>
            <p:cNvSpPr/>
            <p:nvPr/>
          </p:nvSpPr>
          <p:spPr>
            <a:xfrm>
              <a:off x="8665198" y="1081156"/>
              <a:ext cx="478793" cy="239374"/>
            </a:xfrm>
            <a:custGeom>
              <a:avLst/>
              <a:gdLst/>
              <a:ahLst/>
              <a:cxnLst/>
              <a:rect l="l" t="t" r="r" b="b"/>
              <a:pathLst>
                <a:path w="7509" h="3754" extrusionOk="0">
                  <a:moveTo>
                    <a:pt x="0" y="0"/>
                  </a:moveTo>
                  <a:lnTo>
                    <a:pt x="0" y="3754"/>
                  </a:lnTo>
                  <a:lnTo>
                    <a:pt x="7509" y="3754"/>
                  </a:lnTo>
                  <a:lnTo>
                    <a:pt x="7509" y="0"/>
                  </a:lnTo>
                  <a:close/>
                </a:path>
              </a:pathLst>
            </a:custGeom>
            <a:solidFill>
              <a:srgbClr val="FF89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19"/>
            <p:cNvSpPr/>
            <p:nvPr/>
          </p:nvSpPr>
          <p:spPr>
            <a:xfrm>
              <a:off x="8665198" y="449143"/>
              <a:ext cx="478793" cy="478875"/>
            </a:xfrm>
            <a:custGeom>
              <a:avLst/>
              <a:gdLst/>
              <a:ahLst/>
              <a:cxnLst/>
              <a:rect l="l" t="t" r="r" b="b"/>
              <a:pathLst>
                <a:path w="7509" h="7510" extrusionOk="0">
                  <a:moveTo>
                    <a:pt x="0" y="1"/>
                  </a:moveTo>
                  <a:lnTo>
                    <a:pt x="7509" y="7510"/>
                  </a:lnTo>
                  <a:lnTo>
                    <a:pt x="7509" y="1"/>
                  </a:lnTo>
                  <a:close/>
                </a:path>
              </a:pathLst>
            </a:custGeom>
            <a:solidFill>
              <a:srgbClr val="FFC4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19"/>
            <p:cNvSpPr/>
            <p:nvPr/>
          </p:nvSpPr>
          <p:spPr>
            <a:xfrm>
              <a:off x="8665209" y="449143"/>
              <a:ext cx="478793" cy="632033"/>
            </a:xfrm>
            <a:custGeom>
              <a:avLst/>
              <a:gdLst/>
              <a:ahLst/>
              <a:cxnLst/>
              <a:rect l="l" t="t" r="r" b="b"/>
              <a:pathLst>
                <a:path w="7509" h="15018" extrusionOk="0">
                  <a:moveTo>
                    <a:pt x="0" y="1"/>
                  </a:moveTo>
                  <a:lnTo>
                    <a:pt x="0" y="15017"/>
                  </a:lnTo>
                  <a:lnTo>
                    <a:pt x="7509" y="15017"/>
                  </a:lnTo>
                  <a:lnTo>
                    <a:pt x="7509" y="751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E4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19"/>
            <p:cNvSpPr/>
            <p:nvPr/>
          </p:nvSpPr>
          <p:spPr>
            <a:xfrm>
              <a:off x="8665210" y="1559971"/>
              <a:ext cx="478793" cy="478830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0" y="1"/>
                  </a:moveTo>
                  <a:lnTo>
                    <a:pt x="0" y="7508"/>
                  </a:lnTo>
                  <a:cubicBezTo>
                    <a:pt x="4148" y="7508"/>
                    <a:pt x="7509" y="4147"/>
                    <a:pt x="75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19"/>
            <p:cNvSpPr/>
            <p:nvPr/>
          </p:nvSpPr>
          <p:spPr>
            <a:xfrm>
              <a:off x="8131876" y="449150"/>
              <a:ext cx="533327" cy="533327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0" y="1"/>
                  </a:moveTo>
                  <a:cubicBezTo>
                    <a:pt x="4147" y="1"/>
                    <a:pt x="7509" y="3362"/>
                    <a:pt x="7509" y="7508"/>
                  </a:cubicBezTo>
                  <a:lnTo>
                    <a:pt x="75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19"/>
            <p:cNvSpPr/>
            <p:nvPr/>
          </p:nvSpPr>
          <p:spPr>
            <a:xfrm>
              <a:off x="7284101" y="0"/>
              <a:ext cx="465014" cy="464995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7509" y="1"/>
                  </a:moveTo>
                  <a:lnTo>
                    <a:pt x="0" y="34"/>
                  </a:lnTo>
                  <a:lnTo>
                    <a:pt x="0" y="7508"/>
                  </a:lnTo>
                  <a:lnTo>
                    <a:pt x="750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19"/>
            <p:cNvSpPr/>
            <p:nvPr/>
          </p:nvSpPr>
          <p:spPr>
            <a:xfrm>
              <a:off x="7284101" y="0"/>
              <a:ext cx="465014" cy="464995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7509" y="1"/>
                  </a:moveTo>
                  <a:lnTo>
                    <a:pt x="0" y="7508"/>
                  </a:lnTo>
                  <a:lnTo>
                    <a:pt x="7509" y="7508"/>
                  </a:lnTo>
                  <a:lnTo>
                    <a:pt x="750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19"/>
            <p:cNvSpPr/>
            <p:nvPr/>
          </p:nvSpPr>
          <p:spPr>
            <a:xfrm>
              <a:off x="7749133" y="0"/>
              <a:ext cx="464952" cy="464995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0" y="1"/>
                  </a:moveTo>
                  <a:lnTo>
                    <a:pt x="0" y="7508"/>
                  </a:lnTo>
                  <a:lnTo>
                    <a:pt x="7508" y="750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19"/>
            <p:cNvSpPr/>
            <p:nvPr/>
          </p:nvSpPr>
          <p:spPr>
            <a:xfrm>
              <a:off x="7749133" y="0"/>
              <a:ext cx="929965" cy="464995"/>
            </a:xfrm>
            <a:custGeom>
              <a:avLst/>
              <a:gdLst/>
              <a:ahLst/>
              <a:cxnLst/>
              <a:rect l="l" t="t" r="r" b="b"/>
              <a:pathLst>
                <a:path w="15017" h="7509" extrusionOk="0">
                  <a:moveTo>
                    <a:pt x="7508" y="1"/>
                  </a:moveTo>
                  <a:lnTo>
                    <a:pt x="0" y="7508"/>
                  </a:lnTo>
                  <a:lnTo>
                    <a:pt x="15016" y="7508"/>
                  </a:lnTo>
                  <a:lnTo>
                    <a:pt x="1501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19"/>
            <p:cNvSpPr/>
            <p:nvPr/>
          </p:nvSpPr>
          <p:spPr>
            <a:xfrm>
              <a:off x="8260539" y="46445"/>
              <a:ext cx="372060" cy="372045"/>
            </a:xfrm>
            <a:custGeom>
              <a:avLst/>
              <a:gdLst/>
              <a:ahLst/>
              <a:cxnLst/>
              <a:rect l="l" t="t" r="r" b="b"/>
              <a:pathLst>
                <a:path w="6008" h="6008" extrusionOk="0">
                  <a:moveTo>
                    <a:pt x="3004" y="1"/>
                  </a:moveTo>
                  <a:cubicBezTo>
                    <a:pt x="1345" y="1"/>
                    <a:pt x="1" y="1346"/>
                    <a:pt x="1" y="3005"/>
                  </a:cubicBezTo>
                  <a:cubicBezTo>
                    <a:pt x="1" y="4663"/>
                    <a:pt x="1345" y="6007"/>
                    <a:pt x="3004" y="6007"/>
                  </a:cubicBezTo>
                  <a:cubicBezTo>
                    <a:pt x="4662" y="6007"/>
                    <a:pt x="6007" y="4663"/>
                    <a:pt x="6007" y="3005"/>
                  </a:cubicBezTo>
                  <a:cubicBezTo>
                    <a:pt x="6007" y="1346"/>
                    <a:pt x="4662" y="1"/>
                    <a:pt x="300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19"/>
            <p:cNvSpPr/>
            <p:nvPr/>
          </p:nvSpPr>
          <p:spPr>
            <a:xfrm>
              <a:off x="8679053" y="0"/>
              <a:ext cx="464952" cy="464995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7508" y="1"/>
                  </a:moveTo>
                  <a:cubicBezTo>
                    <a:pt x="3362" y="1"/>
                    <a:pt x="0" y="3362"/>
                    <a:pt x="0" y="7508"/>
                  </a:cubicBezTo>
                  <a:lnTo>
                    <a:pt x="7508" y="7508"/>
                  </a:lnTo>
                  <a:lnTo>
                    <a:pt x="750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19"/>
            <p:cNvSpPr/>
            <p:nvPr/>
          </p:nvSpPr>
          <p:spPr>
            <a:xfrm flipH="1">
              <a:off x="6840115" y="1552"/>
              <a:ext cx="450934" cy="450953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0" y="1"/>
                  </a:moveTo>
                  <a:lnTo>
                    <a:pt x="0" y="7508"/>
                  </a:lnTo>
                  <a:cubicBezTo>
                    <a:pt x="4148" y="7508"/>
                    <a:pt x="7509" y="4147"/>
                    <a:pt x="75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2" name="Google Shape;442;p19"/>
          <p:cNvGrpSpPr/>
          <p:nvPr/>
        </p:nvGrpSpPr>
        <p:grpSpPr>
          <a:xfrm flipH="1">
            <a:off x="-2274" y="3710300"/>
            <a:ext cx="942049" cy="1438278"/>
            <a:chOff x="8205076" y="3705225"/>
            <a:chExt cx="942049" cy="1438278"/>
          </a:xfrm>
        </p:grpSpPr>
        <p:sp>
          <p:nvSpPr>
            <p:cNvPr id="443" name="Google Shape;443;p19"/>
            <p:cNvSpPr/>
            <p:nvPr/>
          </p:nvSpPr>
          <p:spPr>
            <a:xfrm>
              <a:off x="8205076" y="4669137"/>
              <a:ext cx="474299" cy="474362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7508" y="1"/>
                  </a:moveTo>
                  <a:cubicBezTo>
                    <a:pt x="3362" y="1"/>
                    <a:pt x="0" y="3362"/>
                    <a:pt x="0" y="7508"/>
                  </a:cubicBezTo>
                  <a:lnTo>
                    <a:pt x="7508" y="7508"/>
                  </a:lnTo>
                  <a:lnTo>
                    <a:pt x="750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19"/>
            <p:cNvSpPr/>
            <p:nvPr/>
          </p:nvSpPr>
          <p:spPr>
            <a:xfrm rot="5400000">
              <a:off x="8679389" y="4199018"/>
              <a:ext cx="465877" cy="465896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7509" y="1"/>
                  </a:moveTo>
                  <a:lnTo>
                    <a:pt x="0" y="7508"/>
                  </a:lnTo>
                  <a:lnTo>
                    <a:pt x="7509" y="7475"/>
                  </a:lnTo>
                  <a:lnTo>
                    <a:pt x="750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19"/>
            <p:cNvSpPr/>
            <p:nvPr/>
          </p:nvSpPr>
          <p:spPr>
            <a:xfrm rot="5400000">
              <a:off x="8679389" y="4199018"/>
              <a:ext cx="465877" cy="465896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0" y="1"/>
                  </a:moveTo>
                  <a:lnTo>
                    <a:pt x="0" y="7508"/>
                  </a:lnTo>
                  <a:lnTo>
                    <a:pt x="750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19"/>
            <p:cNvSpPr/>
            <p:nvPr/>
          </p:nvSpPr>
          <p:spPr>
            <a:xfrm rot="10800000" flipH="1">
              <a:off x="8666378" y="4664534"/>
              <a:ext cx="478905" cy="478969"/>
            </a:xfrm>
            <a:custGeom>
              <a:avLst/>
              <a:gdLst/>
              <a:ahLst/>
              <a:cxnLst/>
              <a:rect l="l" t="t" r="r" b="b"/>
              <a:pathLst>
                <a:path w="7509" h="7510" extrusionOk="0">
                  <a:moveTo>
                    <a:pt x="0" y="1"/>
                  </a:moveTo>
                  <a:lnTo>
                    <a:pt x="7509" y="7510"/>
                  </a:lnTo>
                  <a:lnTo>
                    <a:pt x="750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19"/>
            <p:cNvSpPr/>
            <p:nvPr/>
          </p:nvSpPr>
          <p:spPr>
            <a:xfrm rot="5400000">
              <a:off x="8648021" y="3705225"/>
              <a:ext cx="499104" cy="499104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0" y="1"/>
                  </a:moveTo>
                  <a:cubicBezTo>
                    <a:pt x="4147" y="1"/>
                    <a:pt x="7509" y="3362"/>
                    <a:pt x="7509" y="7508"/>
                  </a:cubicBezTo>
                  <a:lnTo>
                    <a:pt x="750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8" name="Google Shape;448;p19"/>
          <p:cNvSpPr/>
          <p:nvPr/>
        </p:nvSpPr>
        <p:spPr>
          <a:xfrm rot="5400000" flipH="1">
            <a:off x="41" y="-57"/>
            <a:ext cx="660028" cy="660135"/>
          </a:xfrm>
          <a:custGeom>
            <a:avLst/>
            <a:gdLst/>
            <a:ahLst/>
            <a:cxnLst/>
            <a:rect l="l" t="t" r="r" b="b"/>
            <a:pathLst>
              <a:path w="7508" h="7509" extrusionOk="0">
                <a:moveTo>
                  <a:pt x="7508" y="1"/>
                </a:moveTo>
                <a:cubicBezTo>
                  <a:pt x="3362" y="1"/>
                  <a:pt x="0" y="3362"/>
                  <a:pt x="0" y="7508"/>
                </a:cubicBezTo>
                <a:lnTo>
                  <a:pt x="7508" y="7508"/>
                </a:lnTo>
                <a:lnTo>
                  <a:pt x="750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6_1"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51" name="Google Shape;451;p20"/>
          <p:cNvSpPr txBox="1">
            <a:spLocks noGrp="1"/>
          </p:cNvSpPr>
          <p:nvPr>
            <p:ph type="subTitle" idx="1"/>
          </p:nvPr>
        </p:nvSpPr>
        <p:spPr>
          <a:xfrm>
            <a:off x="937700" y="3027325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2" name="Google Shape;452;p20"/>
          <p:cNvSpPr txBox="1">
            <a:spLocks noGrp="1"/>
          </p:cNvSpPr>
          <p:nvPr>
            <p:ph type="subTitle" idx="2"/>
          </p:nvPr>
        </p:nvSpPr>
        <p:spPr>
          <a:xfrm>
            <a:off x="3484424" y="3027325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3" name="Google Shape;453;p20"/>
          <p:cNvSpPr txBox="1">
            <a:spLocks noGrp="1"/>
          </p:cNvSpPr>
          <p:nvPr>
            <p:ph type="subTitle" idx="3"/>
          </p:nvPr>
        </p:nvSpPr>
        <p:spPr>
          <a:xfrm>
            <a:off x="6031148" y="3027325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4" name="Google Shape;454;p20"/>
          <p:cNvSpPr txBox="1">
            <a:spLocks noGrp="1"/>
          </p:cNvSpPr>
          <p:nvPr>
            <p:ph type="subTitle" idx="4"/>
          </p:nvPr>
        </p:nvSpPr>
        <p:spPr>
          <a:xfrm>
            <a:off x="937700" y="2646325"/>
            <a:ext cx="2175300" cy="43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55" name="Google Shape;455;p20"/>
          <p:cNvSpPr txBox="1">
            <a:spLocks noGrp="1"/>
          </p:cNvSpPr>
          <p:nvPr>
            <p:ph type="subTitle" idx="5"/>
          </p:nvPr>
        </p:nvSpPr>
        <p:spPr>
          <a:xfrm>
            <a:off x="3484421" y="2646325"/>
            <a:ext cx="2175300" cy="43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56" name="Google Shape;456;p20"/>
          <p:cNvSpPr txBox="1">
            <a:spLocks noGrp="1"/>
          </p:cNvSpPr>
          <p:nvPr>
            <p:ph type="subTitle" idx="6"/>
          </p:nvPr>
        </p:nvSpPr>
        <p:spPr>
          <a:xfrm>
            <a:off x="6031148" y="2646325"/>
            <a:ext cx="2175300" cy="43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457" name="Google Shape;457;p20"/>
          <p:cNvGrpSpPr/>
          <p:nvPr/>
        </p:nvGrpSpPr>
        <p:grpSpPr>
          <a:xfrm rot="10800000">
            <a:off x="-11" y="-15064"/>
            <a:ext cx="1205577" cy="1454780"/>
            <a:chOff x="7938839" y="3688711"/>
            <a:chExt cx="1205577" cy="1454780"/>
          </a:xfrm>
        </p:grpSpPr>
        <p:sp>
          <p:nvSpPr>
            <p:cNvPr id="458" name="Google Shape;458;p20"/>
            <p:cNvSpPr/>
            <p:nvPr/>
          </p:nvSpPr>
          <p:spPr>
            <a:xfrm rot="10800000">
              <a:off x="7938839" y="4785311"/>
              <a:ext cx="716311" cy="358179"/>
            </a:xfrm>
            <a:custGeom>
              <a:avLst/>
              <a:gdLst/>
              <a:ahLst/>
              <a:cxnLst/>
              <a:rect l="l" t="t" r="r" b="b"/>
              <a:pathLst>
                <a:path w="15017" h="7509" extrusionOk="0">
                  <a:moveTo>
                    <a:pt x="1" y="1"/>
                  </a:moveTo>
                  <a:lnTo>
                    <a:pt x="1" y="7508"/>
                  </a:lnTo>
                  <a:lnTo>
                    <a:pt x="7508" y="7508"/>
                  </a:lnTo>
                  <a:cubicBezTo>
                    <a:pt x="7510" y="7508"/>
                    <a:pt x="7511" y="7508"/>
                    <a:pt x="7512" y="7508"/>
                  </a:cubicBezTo>
                  <a:cubicBezTo>
                    <a:pt x="9503" y="7508"/>
                    <a:pt x="11410" y="6717"/>
                    <a:pt x="12818" y="5310"/>
                  </a:cubicBezTo>
                  <a:cubicBezTo>
                    <a:pt x="14226" y="3902"/>
                    <a:pt x="15017" y="1992"/>
                    <a:pt x="15017" y="1"/>
                  </a:cubicBezTo>
                  <a:close/>
                </a:path>
              </a:pathLst>
            </a:custGeom>
            <a:solidFill>
              <a:srgbClr val="5EA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59" name="Google Shape;459;p20"/>
            <p:cNvGrpSpPr/>
            <p:nvPr/>
          </p:nvGrpSpPr>
          <p:grpSpPr>
            <a:xfrm rot="10800000" flipH="1">
              <a:off x="8655138" y="3688711"/>
              <a:ext cx="489278" cy="1451855"/>
              <a:chOff x="8620978" y="531276"/>
              <a:chExt cx="539447" cy="1600899"/>
            </a:xfrm>
          </p:grpSpPr>
          <p:sp>
            <p:nvSpPr>
              <p:cNvPr id="460" name="Google Shape;460;p20"/>
              <p:cNvSpPr/>
              <p:nvPr/>
            </p:nvSpPr>
            <p:spPr>
              <a:xfrm rot="5400000">
                <a:off x="8621014" y="531240"/>
                <a:ext cx="539375" cy="539447"/>
              </a:xfrm>
              <a:custGeom>
                <a:avLst/>
                <a:gdLst/>
                <a:ahLst/>
                <a:cxnLst/>
                <a:rect l="l" t="t" r="r" b="b"/>
                <a:pathLst>
                  <a:path w="7508" h="7509" extrusionOk="0">
                    <a:moveTo>
                      <a:pt x="7508" y="0"/>
                    </a:moveTo>
                    <a:lnTo>
                      <a:pt x="1" y="7509"/>
                    </a:lnTo>
                    <a:lnTo>
                      <a:pt x="7508" y="7476"/>
                    </a:lnTo>
                    <a:lnTo>
                      <a:pt x="750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Google Shape;461;p20"/>
              <p:cNvSpPr/>
              <p:nvPr/>
            </p:nvSpPr>
            <p:spPr>
              <a:xfrm rot="5400000">
                <a:off x="8621014" y="531240"/>
                <a:ext cx="539375" cy="539447"/>
              </a:xfrm>
              <a:custGeom>
                <a:avLst/>
                <a:gdLst/>
                <a:ahLst/>
                <a:cxnLst/>
                <a:rect l="l" t="t" r="r" b="b"/>
                <a:pathLst>
                  <a:path w="7508" h="7509" extrusionOk="0">
                    <a:moveTo>
                      <a:pt x="1" y="0"/>
                    </a:moveTo>
                    <a:lnTo>
                      <a:pt x="1" y="7509"/>
                    </a:lnTo>
                    <a:lnTo>
                      <a:pt x="750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Google Shape;462;p20"/>
              <p:cNvSpPr/>
              <p:nvPr/>
            </p:nvSpPr>
            <p:spPr>
              <a:xfrm rot="-5400000">
                <a:off x="8632286" y="1604037"/>
                <a:ext cx="528094" cy="528183"/>
              </a:xfrm>
              <a:custGeom>
                <a:avLst/>
                <a:gdLst/>
                <a:ahLst/>
                <a:cxnLst/>
                <a:rect l="l" t="t" r="r" b="b"/>
                <a:pathLst>
                  <a:path w="7508" h="7509" extrusionOk="0">
                    <a:moveTo>
                      <a:pt x="7508" y="1"/>
                    </a:moveTo>
                    <a:lnTo>
                      <a:pt x="1" y="7508"/>
                    </a:lnTo>
                    <a:lnTo>
                      <a:pt x="7508" y="7508"/>
                    </a:lnTo>
                    <a:lnTo>
                      <a:pt x="750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Google Shape;463;p20"/>
              <p:cNvSpPr/>
              <p:nvPr/>
            </p:nvSpPr>
            <p:spPr>
              <a:xfrm rot="5400000">
                <a:off x="8627008" y="1070650"/>
                <a:ext cx="533417" cy="533417"/>
              </a:xfrm>
              <a:custGeom>
                <a:avLst/>
                <a:gdLst/>
                <a:ahLst/>
                <a:cxnLst/>
                <a:rect l="l" t="t" r="r" b="b"/>
                <a:pathLst>
                  <a:path w="7510" h="7510" extrusionOk="0">
                    <a:moveTo>
                      <a:pt x="7509" y="1"/>
                    </a:moveTo>
                    <a:cubicBezTo>
                      <a:pt x="3362" y="1"/>
                      <a:pt x="1" y="3362"/>
                      <a:pt x="1" y="7509"/>
                    </a:cubicBezTo>
                    <a:lnTo>
                      <a:pt x="7509" y="7509"/>
                    </a:lnTo>
                    <a:lnTo>
                      <a:pt x="750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64" name="Google Shape;464;p20"/>
          <p:cNvGrpSpPr/>
          <p:nvPr/>
        </p:nvGrpSpPr>
        <p:grpSpPr>
          <a:xfrm>
            <a:off x="8205076" y="3705225"/>
            <a:ext cx="942049" cy="1438278"/>
            <a:chOff x="8205076" y="3705225"/>
            <a:chExt cx="942049" cy="1438278"/>
          </a:xfrm>
        </p:grpSpPr>
        <p:sp>
          <p:nvSpPr>
            <p:cNvPr id="465" name="Google Shape;465;p20"/>
            <p:cNvSpPr/>
            <p:nvPr/>
          </p:nvSpPr>
          <p:spPr>
            <a:xfrm>
              <a:off x="8205076" y="4669137"/>
              <a:ext cx="474299" cy="474362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7508" y="1"/>
                  </a:moveTo>
                  <a:cubicBezTo>
                    <a:pt x="3362" y="1"/>
                    <a:pt x="0" y="3362"/>
                    <a:pt x="0" y="7508"/>
                  </a:cubicBezTo>
                  <a:lnTo>
                    <a:pt x="7508" y="7508"/>
                  </a:lnTo>
                  <a:lnTo>
                    <a:pt x="750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20"/>
            <p:cNvSpPr/>
            <p:nvPr/>
          </p:nvSpPr>
          <p:spPr>
            <a:xfrm rot="5400000">
              <a:off x="8679389" y="4199018"/>
              <a:ext cx="465877" cy="465896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7509" y="1"/>
                  </a:moveTo>
                  <a:lnTo>
                    <a:pt x="0" y="7508"/>
                  </a:lnTo>
                  <a:lnTo>
                    <a:pt x="7509" y="7475"/>
                  </a:lnTo>
                  <a:lnTo>
                    <a:pt x="750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20"/>
            <p:cNvSpPr/>
            <p:nvPr/>
          </p:nvSpPr>
          <p:spPr>
            <a:xfrm rot="5400000">
              <a:off x="8679389" y="4199018"/>
              <a:ext cx="465877" cy="465896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0" y="1"/>
                  </a:moveTo>
                  <a:lnTo>
                    <a:pt x="0" y="7508"/>
                  </a:lnTo>
                  <a:lnTo>
                    <a:pt x="750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20"/>
            <p:cNvSpPr/>
            <p:nvPr/>
          </p:nvSpPr>
          <p:spPr>
            <a:xfrm rot="10800000" flipH="1">
              <a:off x="8666378" y="4664534"/>
              <a:ext cx="478905" cy="478969"/>
            </a:xfrm>
            <a:custGeom>
              <a:avLst/>
              <a:gdLst/>
              <a:ahLst/>
              <a:cxnLst/>
              <a:rect l="l" t="t" r="r" b="b"/>
              <a:pathLst>
                <a:path w="7509" h="7510" extrusionOk="0">
                  <a:moveTo>
                    <a:pt x="0" y="1"/>
                  </a:moveTo>
                  <a:lnTo>
                    <a:pt x="7509" y="7510"/>
                  </a:lnTo>
                  <a:lnTo>
                    <a:pt x="750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20"/>
            <p:cNvSpPr/>
            <p:nvPr/>
          </p:nvSpPr>
          <p:spPr>
            <a:xfrm rot="5400000">
              <a:off x="8648021" y="3705225"/>
              <a:ext cx="499104" cy="499104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0" y="1"/>
                  </a:moveTo>
                  <a:cubicBezTo>
                    <a:pt x="4147" y="1"/>
                    <a:pt x="7509" y="3362"/>
                    <a:pt x="7509" y="7508"/>
                  </a:cubicBezTo>
                  <a:lnTo>
                    <a:pt x="750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0" name="Google Shape;470;p20"/>
          <p:cNvSpPr/>
          <p:nvPr/>
        </p:nvSpPr>
        <p:spPr>
          <a:xfrm rot="10800000" flipH="1">
            <a:off x="-12" y="4683744"/>
            <a:ext cx="917614" cy="458856"/>
          </a:xfrm>
          <a:custGeom>
            <a:avLst/>
            <a:gdLst/>
            <a:ahLst/>
            <a:cxnLst/>
            <a:rect l="l" t="t" r="r" b="b"/>
            <a:pathLst>
              <a:path w="15017" h="7509" extrusionOk="0">
                <a:moveTo>
                  <a:pt x="1" y="1"/>
                </a:moveTo>
                <a:lnTo>
                  <a:pt x="1" y="7508"/>
                </a:lnTo>
                <a:lnTo>
                  <a:pt x="7508" y="7508"/>
                </a:lnTo>
                <a:cubicBezTo>
                  <a:pt x="7510" y="7508"/>
                  <a:pt x="7511" y="7508"/>
                  <a:pt x="7512" y="7508"/>
                </a:cubicBezTo>
                <a:cubicBezTo>
                  <a:pt x="9503" y="7508"/>
                  <a:pt x="11410" y="6717"/>
                  <a:pt x="12818" y="5310"/>
                </a:cubicBezTo>
                <a:cubicBezTo>
                  <a:pt x="14226" y="3902"/>
                  <a:pt x="15017" y="1992"/>
                  <a:pt x="1501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20"/>
          <p:cNvSpPr/>
          <p:nvPr/>
        </p:nvSpPr>
        <p:spPr>
          <a:xfrm rot="-5400000">
            <a:off x="8483908" y="-57"/>
            <a:ext cx="660028" cy="660135"/>
          </a:xfrm>
          <a:custGeom>
            <a:avLst/>
            <a:gdLst/>
            <a:ahLst/>
            <a:cxnLst/>
            <a:rect l="l" t="t" r="r" b="b"/>
            <a:pathLst>
              <a:path w="7508" h="7509" extrusionOk="0">
                <a:moveTo>
                  <a:pt x="7508" y="1"/>
                </a:moveTo>
                <a:cubicBezTo>
                  <a:pt x="3362" y="1"/>
                  <a:pt x="0" y="3362"/>
                  <a:pt x="0" y="7508"/>
                </a:cubicBezTo>
                <a:lnTo>
                  <a:pt x="7508" y="7508"/>
                </a:lnTo>
                <a:lnTo>
                  <a:pt x="750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74" name="Google Shape;474;p21"/>
          <p:cNvSpPr txBox="1">
            <a:spLocks noGrp="1"/>
          </p:cNvSpPr>
          <p:nvPr>
            <p:ph type="subTitle" idx="1"/>
          </p:nvPr>
        </p:nvSpPr>
        <p:spPr>
          <a:xfrm>
            <a:off x="1564291" y="2052375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5" name="Google Shape;475;p21"/>
          <p:cNvSpPr txBox="1">
            <a:spLocks noGrp="1"/>
          </p:cNvSpPr>
          <p:nvPr>
            <p:ph type="subTitle" idx="2"/>
          </p:nvPr>
        </p:nvSpPr>
        <p:spPr>
          <a:xfrm>
            <a:off x="5601878" y="2052375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6" name="Google Shape;476;p21"/>
          <p:cNvSpPr txBox="1">
            <a:spLocks noGrp="1"/>
          </p:cNvSpPr>
          <p:nvPr>
            <p:ph type="subTitle" idx="3"/>
          </p:nvPr>
        </p:nvSpPr>
        <p:spPr>
          <a:xfrm>
            <a:off x="1564291" y="3485775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7" name="Google Shape;477;p21"/>
          <p:cNvSpPr txBox="1">
            <a:spLocks noGrp="1"/>
          </p:cNvSpPr>
          <p:nvPr>
            <p:ph type="subTitle" idx="4"/>
          </p:nvPr>
        </p:nvSpPr>
        <p:spPr>
          <a:xfrm>
            <a:off x="5601878" y="3485775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8" name="Google Shape;478;p21"/>
          <p:cNvSpPr txBox="1">
            <a:spLocks noGrp="1"/>
          </p:cNvSpPr>
          <p:nvPr>
            <p:ph type="subTitle" idx="5"/>
          </p:nvPr>
        </p:nvSpPr>
        <p:spPr>
          <a:xfrm>
            <a:off x="1564275" y="1682475"/>
            <a:ext cx="1978200" cy="50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79" name="Google Shape;479;p21"/>
          <p:cNvSpPr txBox="1">
            <a:spLocks noGrp="1"/>
          </p:cNvSpPr>
          <p:nvPr>
            <p:ph type="subTitle" idx="6"/>
          </p:nvPr>
        </p:nvSpPr>
        <p:spPr>
          <a:xfrm>
            <a:off x="5601870" y="1682475"/>
            <a:ext cx="1978200" cy="50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80" name="Google Shape;480;p21"/>
          <p:cNvSpPr txBox="1">
            <a:spLocks noGrp="1"/>
          </p:cNvSpPr>
          <p:nvPr>
            <p:ph type="subTitle" idx="7"/>
          </p:nvPr>
        </p:nvSpPr>
        <p:spPr>
          <a:xfrm>
            <a:off x="1564275" y="3115975"/>
            <a:ext cx="1978200" cy="50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81" name="Google Shape;481;p21"/>
          <p:cNvSpPr txBox="1">
            <a:spLocks noGrp="1"/>
          </p:cNvSpPr>
          <p:nvPr>
            <p:ph type="subTitle" idx="8"/>
          </p:nvPr>
        </p:nvSpPr>
        <p:spPr>
          <a:xfrm>
            <a:off x="5601870" y="3115975"/>
            <a:ext cx="1978200" cy="50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82" name="Google Shape;482;p21"/>
          <p:cNvSpPr/>
          <p:nvPr/>
        </p:nvSpPr>
        <p:spPr>
          <a:xfrm>
            <a:off x="8430775" y="4417331"/>
            <a:ext cx="726080" cy="726177"/>
          </a:xfrm>
          <a:custGeom>
            <a:avLst/>
            <a:gdLst/>
            <a:ahLst/>
            <a:cxnLst/>
            <a:rect l="l" t="t" r="r" b="b"/>
            <a:pathLst>
              <a:path w="7508" h="7509" extrusionOk="0">
                <a:moveTo>
                  <a:pt x="7508" y="1"/>
                </a:moveTo>
                <a:cubicBezTo>
                  <a:pt x="3362" y="1"/>
                  <a:pt x="0" y="3362"/>
                  <a:pt x="0" y="7508"/>
                </a:cubicBezTo>
                <a:lnTo>
                  <a:pt x="7508" y="7508"/>
                </a:lnTo>
                <a:lnTo>
                  <a:pt x="7508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21"/>
          <p:cNvSpPr/>
          <p:nvPr/>
        </p:nvSpPr>
        <p:spPr>
          <a:xfrm rot="5400000">
            <a:off x="-19" y="3"/>
            <a:ext cx="885898" cy="885743"/>
          </a:xfrm>
          <a:custGeom>
            <a:avLst/>
            <a:gdLst/>
            <a:ahLst/>
            <a:cxnLst/>
            <a:rect l="l" t="t" r="r" b="b"/>
            <a:pathLst>
              <a:path w="7510" h="7509" extrusionOk="0">
                <a:moveTo>
                  <a:pt x="1" y="1"/>
                </a:moveTo>
                <a:lnTo>
                  <a:pt x="1" y="7508"/>
                </a:lnTo>
                <a:lnTo>
                  <a:pt x="7509" y="7508"/>
                </a:lnTo>
                <a:cubicBezTo>
                  <a:pt x="3362" y="7508"/>
                  <a:pt x="1" y="4147"/>
                  <a:pt x="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84" name="Google Shape;484;p21"/>
          <p:cNvGrpSpPr/>
          <p:nvPr/>
        </p:nvGrpSpPr>
        <p:grpSpPr>
          <a:xfrm>
            <a:off x="2" y="3314732"/>
            <a:ext cx="2080716" cy="1828825"/>
            <a:chOff x="195199" y="2755373"/>
            <a:chExt cx="2431311" cy="2136977"/>
          </a:xfrm>
        </p:grpSpPr>
        <p:sp>
          <p:nvSpPr>
            <p:cNvPr id="485" name="Google Shape;485;p21"/>
            <p:cNvSpPr/>
            <p:nvPr/>
          </p:nvSpPr>
          <p:spPr>
            <a:xfrm rot="-5400000">
              <a:off x="608578" y="4487752"/>
              <a:ext cx="539375" cy="269822"/>
            </a:xfrm>
            <a:custGeom>
              <a:avLst/>
              <a:gdLst/>
              <a:ahLst/>
              <a:cxnLst/>
              <a:rect l="l" t="t" r="r" b="b"/>
              <a:pathLst>
                <a:path w="7508" h="3756" extrusionOk="0">
                  <a:moveTo>
                    <a:pt x="1" y="0"/>
                  </a:moveTo>
                  <a:lnTo>
                    <a:pt x="1" y="3755"/>
                  </a:lnTo>
                  <a:lnTo>
                    <a:pt x="7508" y="3755"/>
                  </a:lnTo>
                  <a:lnTo>
                    <a:pt x="750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21"/>
            <p:cNvSpPr/>
            <p:nvPr/>
          </p:nvSpPr>
          <p:spPr>
            <a:xfrm rot="-5400000" flipH="1">
              <a:off x="195727" y="3275212"/>
              <a:ext cx="539375" cy="539447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7508" y="0"/>
                  </a:moveTo>
                  <a:lnTo>
                    <a:pt x="1" y="7509"/>
                  </a:lnTo>
                  <a:lnTo>
                    <a:pt x="7508" y="7476"/>
                  </a:lnTo>
                  <a:lnTo>
                    <a:pt x="750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21"/>
            <p:cNvSpPr/>
            <p:nvPr/>
          </p:nvSpPr>
          <p:spPr>
            <a:xfrm rot="-5400000" flipH="1">
              <a:off x="195241" y="3275212"/>
              <a:ext cx="539375" cy="539447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1" y="0"/>
                  </a:moveTo>
                  <a:lnTo>
                    <a:pt x="1" y="7509"/>
                  </a:lnTo>
                  <a:lnTo>
                    <a:pt x="750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21"/>
            <p:cNvSpPr/>
            <p:nvPr/>
          </p:nvSpPr>
          <p:spPr>
            <a:xfrm rot="5400000" flipH="1">
              <a:off x="195249" y="4348008"/>
              <a:ext cx="528094" cy="528183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7508" y="1"/>
                  </a:moveTo>
                  <a:lnTo>
                    <a:pt x="1" y="7508"/>
                  </a:lnTo>
                  <a:lnTo>
                    <a:pt x="7508" y="7508"/>
                  </a:lnTo>
                  <a:lnTo>
                    <a:pt x="750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21"/>
            <p:cNvSpPr/>
            <p:nvPr/>
          </p:nvSpPr>
          <p:spPr>
            <a:xfrm rot="-5400000" flipH="1">
              <a:off x="1817376" y="4083214"/>
              <a:ext cx="539375" cy="1078893"/>
            </a:xfrm>
            <a:custGeom>
              <a:avLst/>
              <a:gdLst/>
              <a:ahLst/>
              <a:cxnLst/>
              <a:rect l="l" t="t" r="r" b="b"/>
              <a:pathLst>
                <a:path w="7508" h="15018" extrusionOk="0">
                  <a:moveTo>
                    <a:pt x="1" y="1"/>
                  </a:moveTo>
                  <a:lnTo>
                    <a:pt x="1" y="7510"/>
                  </a:lnTo>
                  <a:lnTo>
                    <a:pt x="7508" y="15017"/>
                  </a:lnTo>
                  <a:lnTo>
                    <a:pt x="750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21"/>
            <p:cNvSpPr/>
            <p:nvPr/>
          </p:nvSpPr>
          <p:spPr>
            <a:xfrm rot="-5400000" flipH="1">
              <a:off x="195205" y="3814622"/>
              <a:ext cx="533417" cy="533417"/>
            </a:xfrm>
            <a:custGeom>
              <a:avLst/>
              <a:gdLst/>
              <a:ahLst/>
              <a:cxnLst/>
              <a:rect l="l" t="t" r="r" b="b"/>
              <a:pathLst>
                <a:path w="7510" h="7510" extrusionOk="0">
                  <a:moveTo>
                    <a:pt x="7509" y="1"/>
                  </a:moveTo>
                  <a:cubicBezTo>
                    <a:pt x="3362" y="1"/>
                    <a:pt x="1" y="3362"/>
                    <a:pt x="1" y="7509"/>
                  </a:cubicBezTo>
                  <a:lnTo>
                    <a:pt x="7509" y="7509"/>
                  </a:lnTo>
                  <a:lnTo>
                    <a:pt x="750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21"/>
            <p:cNvSpPr/>
            <p:nvPr/>
          </p:nvSpPr>
          <p:spPr>
            <a:xfrm rot="10800000">
              <a:off x="730925" y="3807696"/>
              <a:ext cx="545357" cy="545304"/>
            </a:xfrm>
            <a:custGeom>
              <a:avLst/>
              <a:gdLst/>
              <a:ahLst/>
              <a:cxnLst/>
              <a:rect l="l" t="t" r="r" b="b"/>
              <a:pathLst>
                <a:path w="7510" h="7509" extrusionOk="0">
                  <a:moveTo>
                    <a:pt x="1" y="0"/>
                  </a:moveTo>
                  <a:cubicBezTo>
                    <a:pt x="4147" y="0"/>
                    <a:pt x="7509" y="3361"/>
                    <a:pt x="7509" y="7509"/>
                  </a:cubicBezTo>
                  <a:lnTo>
                    <a:pt x="750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21"/>
            <p:cNvSpPr/>
            <p:nvPr/>
          </p:nvSpPr>
          <p:spPr>
            <a:xfrm flipH="1">
              <a:off x="195199" y="2755373"/>
              <a:ext cx="539450" cy="539522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7508" y="1"/>
                  </a:moveTo>
                  <a:cubicBezTo>
                    <a:pt x="3362" y="1"/>
                    <a:pt x="0" y="3362"/>
                    <a:pt x="0" y="7508"/>
                  </a:cubicBezTo>
                  <a:lnTo>
                    <a:pt x="7508" y="7508"/>
                  </a:lnTo>
                  <a:lnTo>
                    <a:pt x="750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21"/>
            <p:cNvSpPr/>
            <p:nvPr/>
          </p:nvSpPr>
          <p:spPr>
            <a:xfrm rot="-5400000">
              <a:off x="878403" y="4487752"/>
              <a:ext cx="539375" cy="269822"/>
            </a:xfrm>
            <a:custGeom>
              <a:avLst/>
              <a:gdLst/>
              <a:ahLst/>
              <a:cxnLst/>
              <a:rect l="l" t="t" r="r" b="b"/>
              <a:pathLst>
                <a:path w="7508" h="3756" extrusionOk="0">
                  <a:moveTo>
                    <a:pt x="1" y="0"/>
                  </a:moveTo>
                  <a:lnTo>
                    <a:pt x="1" y="3755"/>
                  </a:lnTo>
                  <a:lnTo>
                    <a:pt x="7508" y="3755"/>
                  </a:lnTo>
                  <a:lnTo>
                    <a:pt x="750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21"/>
            <p:cNvSpPr/>
            <p:nvPr/>
          </p:nvSpPr>
          <p:spPr>
            <a:xfrm rot="-5400000">
              <a:off x="1148228" y="4487752"/>
              <a:ext cx="539375" cy="269822"/>
            </a:xfrm>
            <a:custGeom>
              <a:avLst/>
              <a:gdLst/>
              <a:ahLst/>
              <a:cxnLst/>
              <a:rect l="l" t="t" r="r" b="b"/>
              <a:pathLst>
                <a:path w="7508" h="3756" extrusionOk="0">
                  <a:moveTo>
                    <a:pt x="1" y="0"/>
                  </a:moveTo>
                  <a:lnTo>
                    <a:pt x="1" y="3755"/>
                  </a:lnTo>
                  <a:lnTo>
                    <a:pt x="7508" y="3755"/>
                  </a:lnTo>
                  <a:lnTo>
                    <a:pt x="750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1"/>
            <p:cNvSpPr/>
            <p:nvPr/>
          </p:nvSpPr>
          <p:spPr>
            <a:xfrm>
              <a:off x="1648200" y="4436200"/>
              <a:ext cx="372900" cy="37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6" name="Google Shape;496;p21"/>
          <p:cNvGrpSpPr/>
          <p:nvPr/>
        </p:nvGrpSpPr>
        <p:grpSpPr>
          <a:xfrm rot="10800000" flipH="1">
            <a:off x="7829685" y="-56"/>
            <a:ext cx="1327185" cy="1354587"/>
            <a:chOff x="7967725" y="3943023"/>
            <a:chExt cx="1176269" cy="1200556"/>
          </a:xfrm>
        </p:grpSpPr>
        <p:sp>
          <p:nvSpPr>
            <p:cNvPr id="497" name="Google Shape;497;p21"/>
            <p:cNvSpPr/>
            <p:nvPr/>
          </p:nvSpPr>
          <p:spPr>
            <a:xfrm>
              <a:off x="8355753" y="4743304"/>
              <a:ext cx="392700" cy="400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1"/>
            <p:cNvSpPr/>
            <p:nvPr/>
          </p:nvSpPr>
          <p:spPr>
            <a:xfrm>
              <a:off x="7967725" y="4743376"/>
              <a:ext cx="194068" cy="400203"/>
            </a:xfrm>
            <a:custGeom>
              <a:avLst/>
              <a:gdLst/>
              <a:ahLst/>
              <a:cxnLst/>
              <a:rect l="l" t="t" r="r" b="b"/>
              <a:pathLst>
                <a:path w="3755" h="15017" extrusionOk="0">
                  <a:moveTo>
                    <a:pt x="1" y="0"/>
                  </a:moveTo>
                  <a:lnTo>
                    <a:pt x="1" y="15016"/>
                  </a:lnTo>
                  <a:lnTo>
                    <a:pt x="3754" y="15016"/>
                  </a:lnTo>
                  <a:lnTo>
                    <a:pt x="375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1"/>
            <p:cNvSpPr/>
            <p:nvPr/>
          </p:nvSpPr>
          <p:spPr>
            <a:xfrm>
              <a:off x="8161736" y="4743376"/>
              <a:ext cx="194016" cy="400203"/>
            </a:xfrm>
            <a:custGeom>
              <a:avLst/>
              <a:gdLst/>
              <a:ahLst/>
              <a:cxnLst/>
              <a:rect l="l" t="t" r="r" b="b"/>
              <a:pathLst>
                <a:path w="3754" h="15017" extrusionOk="0">
                  <a:moveTo>
                    <a:pt x="0" y="0"/>
                  </a:moveTo>
                  <a:lnTo>
                    <a:pt x="0" y="15016"/>
                  </a:lnTo>
                  <a:lnTo>
                    <a:pt x="3754" y="15016"/>
                  </a:lnTo>
                  <a:lnTo>
                    <a:pt x="37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1"/>
            <p:cNvSpPr/>
            <p:nvPr/>
          </p:nvSpPr>
          <p:spPr>
            <a:xfrm>
              <a:off x="8394520" y="4782062"/>
              <a:ext cx="310508" cy="310508"/>
            </a:xfrm>
            <a:custGeom>
              <a:avLst/>
              <a:gdLst/>
              <a:ahLst/>
              <a:cxnLst/>
              <a:rect l="l" t="t" r="r" b="b"/>
              <a:pathLst>
                <a:path w="6008" h="6008" extrusionOk="0">
                  <a:moveTo>
                    <a:pt x="3005" y="1"/>
                  </a:moveTo>
                  <a:cubicBezTo>
                    <a:pt x="1346" y="1"/>
                    <a:pt x="1" y="1346"/>
                    <a:pt x="1" y="3005"/>
                  </a:cubicBezTo>
                  <a:cubicBezTo>
                    <a:pt x="1" y="4663"/>
                    <a:pt x="1346" y="6007"/>
                    <a:pt x="3005" y="6007"/>
                  </a:cubicBezTo>
                  <a:cubicBezTo>
                    <a:pt x="4663" y="6007"/>
                    <a:pt x="6008" y="4663"/>
                    <a:pt x="6008" y="3005"/>
                  </a:cubicBezTo>
                  <a:cubicBezTo>
                    <a:pt x="6008" y="1346"/>
                    <a:pt x="4663" y="1"/>
                    <a:pt x="30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1"/>
            <p:cNvSpPr/>
            <p:nvPr/>
          </p:nvSpPr>
          <p:spPr>
            <a:xfrm>
              <a:off x="8743800" y="4743300"/>
              <a:ext cx="400192" cy="400192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1" y="1"/>
                  </a:moveTo>
                  <a:lnTo>
                    <a:pt x="1" y="7508"/>
                  </a:lnTo>
                  <a:cubicBezTo>
                    <a:pt x="4147" y="7508"/>
                    <a:pt x="7508" y="4147"/>
                    <a:pt x="75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1"/>
            <p:cNvSpPr/>
            <p:nvPr/>
          </p:nvSpPr>
          <p:spPr>
            <a:xfrm rot="5400000">
              <a:off x="8743856" y="4343254"/>
              <a:ext cx="400101" cy="400136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7508" y="1"/>
                  </a:moveTo>
                  <a:lnTo>
                    <a:pt x="1" y="34"/>
                  </a:lnTo>
                  <a:lnTo>
                    <a:pt x="1" y="7508"/>
                  </a:lnTo>
                  <a:lnTo>
                    <a:pt x="750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21"/>
            <p:cNvSpPr/>
            <p:nvPr/>
          </p:nvSpPr>
          <p:spPr>
            <a:xfrm rot="5400000">
              <a:off x="8743856" y="4343254"/>
              <a:ext cx="400101" cy="400136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7508" y="1"/>
                  </a:moveTo>
                  <a:lnTo>
                    <a:pt x="1" y="7508"/>
                  </a:lnTo>
                  <a:lnTo>
                    <a:pt x="7508" y="7508"/>
                  </a:lnTo>
                  <a:lnTo>
                    <a:pt x="750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21"/>
            <p:cNvSpPr/>
            <p:nvPr/>
          </p:nvSpPr>
          <p:spPr>
            <a:xfrm>
              <a:off x="8743799" y="3943023"/>
              <a:ext cx="400195" cy="400248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0" y="1"/>
                  </a:moveTo>
                  <a:lnTo>
                    <a:pt x="0" y="7508"/>
                  </a:lnTo>
                  <a:lnTo>
                    <a:pt x="7508" y="750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21"/>
            <p:cNvSpPr/>
            <p:nvPr/>
          </p:nvSpPr>
          <p:spPr>
            <a:xfrm flipH="1">
              <a:off x="8355734" y="4354258"/>
              <a:ext cx="388084" cy="388084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1" y="1"/>
                  </a:moveTo>
                  <a:lnTo>
                    <a:pt x="1" y="7508"/>
                  </a:lnTo>
                  <a:lnTo>
                    <a:pt x="7508" y="7508"/>
                  </a:lnTo>
                  <a:cubicBezTo>
                    <a:pt x="3362" y="7508"/>
                    <a:pt x="1" y="4147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08" name="Google Shape;508;p22"/>
          <p:cNvSpPr txBox="1">
            <a:spLocks noGrp="1"/>
          </p:cNvSpPr>
          <p:nvPr>
            <p:ph type="subTitle" idx="1"/>
          </p:nvPr>
        </p:nvSpPr>
        <p:spPr>
          <a:xfrm>
            <a:off x="1101175" y="2298494"/>
            <a:ext cx="1986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9" name="Google Shape;509;p22"/>
          <p:cNvSpPr txBox="1">
            <a:spLocks noGrp="1"/>
          </p:cNvSpPr>
          <p:nvPr>
            <p:ph type="subTitle" idx="2"/>
          </p:nvPr>
        </p:nvSpPr>
        <p:spPr>
          <a:xfrm>
            <a:off x="3578947" y="2298494"/>
            <a:ext cx="1986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0" name="Google Shape;510;p22"/>
          <p:cNvSpPr txBox="1">
            <a:spLocks noGrp="1"/>
          </p:cNvSpPr>
          <p:nvPr>
            <p:ph type="subTitle" idx="3"/>
          </p:nvPr>
        </p:nvSpPr>
        <p:spPr>
          <a:xfrm>
            <a:off x="1101175" y="3989069"/>
            <a:ext cx="1986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1" name="Google Shape;511;p22"/>
          <p:cNvSpPr txBox="1">
            <a:spLocks noGrp="1"/>
          </p:cNvSpPr>
          <p:nvPr>
            <p:ph type="subTitle" idx="4"/>
          </p:nvPr>
        </p:nvSpPr>
        <p:spPr>
          <a:xfrm>
            <a:off x="3578950" y="3989069"/>
            <a:ext cx="1986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2" name="Google Shape;512;p22"/>
          <p:cNvSpPr txBox="1">
            <a:spLocks noGrp="1"/>
          </p:cNvSpPr>
          <p:nvPr>
            <p:ph type="subTitle" idx="5"/>
          </p:nvPr>
        </p:nvSpPr>
        <p:spPr>
          <a:xfrm>
            <a:off x="6056725" y="2298494"/>
            <a:ext cx="1986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3" name="Google Shape;513;p22"/>
          <p:cNvSpPr txBox="1">
            <a:spLocks noGrp="1"/>
          </p:cNvSpPr>
          <p:nvPr>
            <p:ph type="subTitle" idx="6"/>
          </p:nvPr>
        </p:nvSpPr>
        <p:spPr>
          <a:xfrm>
            <a:off x="6056725" y="3989069"/>
            <a:ext cx="1986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4" name="Google Shape;514;p22"/>
          <p:cNvSpPr txBox="1">
            <a:spLocks noGrp="1"/>
          </p:cNvSpPr>
          <p:nvPr>
            <p:ph type="subTitle" idx="7"/>
          </p:nvPr>
        </p:nvSpPr>
        <p:spPr>
          <a:xfrm>
            <a:off x="1101175" y="1992547"/>
            <a:ext cx="1986000" cy="48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15" name="Google Shape;515;p22"/>
          <p:cNvSpPr txBox="1">
            <a:spLocks noGrp="1"/>
          </p:cNvSpPr>
          <p:nvPr>
            <p:ph type="subTitle" idx="8"/>
          </p:nvPr>
        </p:nvSpPr>
        <p:spPr>
          <a:xfrm>
            <a:off x="3578947" y="1992547"/>
            <a:ext cx="1986000" cy="48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16" name="Google Shape;516;p22"/>
          <p:cNvSpPr txBox="1">
            <a:spLocks noGrp="1"/>
          </p:cNvSpPr>
          <p:nvPr>
            <p:ph type="subTitle" idx="9"/>
          </p:nvPr>
        </p:nvSpPr>
        <p:spPr>
          <a:xfrm>
            <a:off x="1101175" y="3682997"/>
            <a:ext cx="1986000" cy="48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17" name="Google Shape;517;p22"/>
          <p:cNvSpPr txBox="1">
            <a:spLocks noGrp="1"/>
          </p:cNvSpPr>
          <p:nvPr>
            <p:ph type="subTitle" idx="13"/>
          </p:nvPr>
        </p:nvSpPr>
        <p:spPr>
          <a:xfrm>
            <a:off x="3578947" y="3682997"/>
            <a:ext cx="1986000" cy="48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18" name="Google Shape;518;p22"/>
          <p:cNvSpPr txBox="1">
            <a:spLocks noGrp="1"/>
          </p:cNvSpPr>
          <p:nvPr>
            <p:ph type="subTitle" idx="14"/>
          </p:nvPr>
        </p:nvSpPr>
        <p:spPr>
          <a:xfrm>
            <a:off x="6056725" y="1992547"/>
            <a:ext cx="1986000" cy="48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19" name="Google Shape;519;p22"/>
          <p:cNvSpPr txBox="1">
            <a:spLocks noGrp="1"/>
          </p:cNvSpPr>
          <p:nvPr>
            <p:ph type="subTitle" idx="15"/>
          </p:nvPr>
        </p:nvSpPr>
        <p:spPr>
          <a:xfrm>
            <a:off x="6056725" y="3682997"/>
            <a:ext cx="1986000" cy="48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520" name="Google Shape;520;p22"/>
          <p:cNvGrpSpPr/>
          <p:nvPr/>
        </p:nvGrpSpPr>
        <p:grpSpPr>
          <a:xfrm>
            <a:off x="2444" y="4674225"/>
            <a:ext cx="938487" cy="469256"/>
            <a:chOff x="2444" y="4674225"/>
            <a:chExt cx="938487" cy="469256"/>
          </a:xfrm>
        </p:grpSpPr>
        <p:sp>
          <p:nvSpPr>
            <p:cNvPr id="521" name="Google Shape;521;p22"/>
            <p:cNvSpPr/>
            <p:nvPr/>
          </p:nvSpPr>
          <p:spPr>
            <a:xfrm rot="10800000" flipH="1">
              <a:off x="2444" y="4674225"/>
              <a:ext cx="938487" cy="469256"/>
            </a:xfrm>
            <a:custGeom>
              <a:avLst/>
              <a:gdLst/>
              <a:ahLst/>
              <a:cxnLst/>
              <a:rect l="l" t="t" r="r" b="b"/>
              <a:pathLst>
                <a:path w="15017" h="7509" extrusionOk="0">
                  <a:moveTo>
                    <a:pt x="1" y="1"/>
                  </a:moveTo>
                  <a:lnTo>
                    <a:pt x="1" y="7508"/>
                  </a:lnTo>
                  <a:lnTo>
                    <a:pt x="7510" y="7508"/>
                  </a:lnTo>
                  <a:lnTo>
                    <a:pt x="1501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22"/>
            <p:cNvSpPr/>
            <p:nvPr/>
          </p:nvSpPr>
          <p:spPr>
            <a:xfrm rot="10800000" flipH="1">
              <a:off x="49378" y="4721156"/>
              <a:ext cx="375470" cy="375392"/>
            </a:xfrm>
            <a:custGeom>
              <a:avLst/>
              <a:gdLst/>
              <a:ahLst/>
              <a:cxnLst/>
              <a:rect l="l" t="t" r="r" b="b"/>
              <a:pathLst>
                <a:path w="6008" h="6007" extrusionOk="0">
                  <a:moveTo>
                    <a:pt x="3004" y="1"/>
                  </a:moveTo>
                  <a:cubicBezTo>
                    <a:pt x="1345" y="1"/>
                    <a:pt x="1" y="1345"/>
                    <a:pt x="1" y="3003"/>
                  </a:cubicBezTo>
                  <a:cubicBezTo>
                    <a:pt x="1" y="4662"/>
                    <a:pt x="1345" y="6006"/>
                    <a:pt x="3004" y="6006"/>
                  </a:cubicBezTo>
                  <a:cubicBezTo>
                    <a:pt x="4662" y="6006"/>
                    <a:pt x="6008" y="4662"/>
                    <a:pt x="6008" y="3003"/>
                  </a:cubicBezTo>
                  <a:cubicBezTo>
                    <a:pt x="6008" y="1345"/>
                    <a:pt x="4662" y="1"/>
                    <a:pt x="30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3" name="Google Shape;523;p22"/>
          <p:cNvGrpSpPr/>
          <p:nvPr/>
        </p:nvGrpSpPr>
        <p:grpSpPr>
          <a:xfrm>
            <a:off x="-5151" y="-73"/>
            <a:ext cx="1185834" cy="1415638"/>
            <a:chOff x="-5151" y="-73"/>
            <a:chExt cx="1185834" cy="1415638"/>
          </a:xfrm>
        </p:grpSpPr>
        <p:sp>
          <p:nvSpPr>
            <p:cNvPr id="524" name="Google Shape;524;p22"/>
            <p:cNvSpPr/>
            <p:nvPr/>
          </p:nvSpPr>
          <p:spPr>
            <a:xfrm rot="-5400000">
              <a:off x="-5132" y="-92"/>
              <a:ext cx="476371" cy="476409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7509" y="0"/>
                  </a:moveTo>
                  <a:lnTo>
                    <a:pt x="0" y="33"/>
                  </a:lnTo>
                  <a:lnTo>
                    <a:pt x="0" y="7509"/>
                  </a:lnTo>
                  <a:lnTo>
                    <a:pt x="7509" y="0"/>
                  </a:lnTo>
                  <a:close/>
                </a:path>
              </a:pathLst>
            </a:custGeom>
            <a:solidFill>
              <a:srgbClr val="FFC4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22"/>
            <p:cNvSpPr/>
            <p:nvPr/>
          </p:nvSpPr>
          <p:spPr>
            <a:xfrm rot="-5400000">
              <a:off x="-5132" y="-92"/>
              <a:ext cx="476371" cy="476409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7509" y="0"/>
                  </a:moveTo>
                  <a:lnTo>
                    <a:pt x="0" y="7509"/>
                  </a:lnTo>
                  <a:lnTo>
                    <a:pt x="7509" y="7509"/>
                  </a:lnTo>
                  <a:lnTo>
                    <a:pt x="7509" y="0"/>
                  </a:lnTo>
                  <a:close/>
                </a:path>
              </a:pathLst>
            </a:custGeom>
            <a:solidFill>
              <a:srgbClr val="FFE4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22"/>
            <p:cNvSpPr/>
            <p:nvPr/>
          </p:nvSpPr>
          <p:spPr>
            <a:xfrm flipH="1">
              <a:off x="2448" y="944225"/>
              <a:ext cx="471277" cy="471340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1" y="1"/>
                  </a:moveTo>
                  <a:lnTo>
                    <a:pt x="7508" y="7508"/>
                  </a:lnTo>
                  <a:lnTo>
                    <a:pt x="7508" y="1"/>
                  </a:lnTo>
                  <a:close/>
                </a:path>
              </a:pathLst>
            </a:custGeom>
            <a:solidFill>
              <a:srgbClr val="FF89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22"/>
            <p:cNvSpPr/>
            <p:nvPr/>
          </p:nvSpPr>
          <p:spPr>
            <a:xfrm rot="10800000">
              <a:off x="709425" y="68"/>
              <a:ext cx="471258" cy="471321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7508" y="1"/>
                  </a:moveTo>
                  <a:cubicBezTo>
                    <a:pt x="3362" y="1"/>
                    <a:pt x="0" y="3362"/>
                    <a:pt x="0" y="7508"/>
                  </a:cubicBezTo>
                  <a:lnTo>
                    <a:pt x="7508" y="7508"/>
                  </a:lnTo>
                  <a:lnTo>
                    <a:pt x="750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22"/>
            <p:cNvSpPr/>
            <p:nvPr/>
          </p:nvSpPr>
          <p:spPr>
            <a:xfrm rot="-5400000" flipH="1">
              <a:off x="355972" y="117856"/>
              <a:ext cx="471202" cy="235717"/>
            </a:xfrm>
            <a:custGeom>
              <a:avLst/>
              <a:gdLst/>
              <a:ahLst/>
              <a:cxnLst/>
              <a:rect l="l" t="t" r="r" b="b"/>
              <a:pathLst>
                <a:path w="7508" h="3756" extrusionOk="0">
                  <a:moveTo>
                    <a:pt x="1" y="0"/>
                  </a:moveTo>
                  <a:lnTo>
                    <a:pt x="1" y="3755"/>
                  </a:lnTo>
                  <a:lnTo>
                    <a:pt x="7508" y="3755"/>
                  </a:lnTo>
                  <a:lnTo>
                    <a:pt x="750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22"/>
            <p:cNvSpPr/>
            <p:nvPr/>
          </p:nvSpPr>
          <p:spPr>
            <a:xfrm rot="-5400000">
              <a:off x="-5150" y="475622"/>
              <a:ext cx="465996" cy="465996"/>
            </a:xfrm>
            <a:custGeom>
              <a:avLst/>
              <a:gdLst/>
              <a:ahLst/>
              <a:cxnLst/>
              <a:rect l="l" t="t" r="r" b="b"/>
              <a:pathLst>
                <a:path w="7510" h="7510" extrusionOk="0">
                  <a:moveTo>
                    <a:pt x="7509" y="1"/>
                  </a:moveTo>
                  <a:cubicBezTo>
                    <a:pt x="3362" y="1"/>
                    <a:pt x="1" y="3362"/>
                    <a:pt x="1" y="7509"/>
                  </a:cubicBezTo>
                  <a:lnTo>
                    <a:pt x="7509" y="7509"/>
                  </a:lnTo>
                  <a:lnTo>
                    <a:pt x="750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0" name="Google Shape;530;p22"/>
          <p:cNvGrpSpPr/>
          <p:nvPr/>
        </p:nvGrpSpPr>
        <p:grpSpPr>
          <a:xfrm>
            <a:off x="7967725" y="3943023"/>
            <a:ext cx="1176269" cy="1200556"/>
            <a:chOff x="7967725" y="3943023"/>
            <a:chExt cx="1176269" cy="1200556"/>
          </a:xfrm>
        </p:grpSpPr>
        <p:sp>
          <p:nvSpPr>
            <p:cNvPr id="531" name="Google Shape;531;p22"/>
            <p:cNvSpPr/>
            <p:nvPr/>
          </p:nvSpPr>
          <p:spPr>
            <a:xfrm>
              <a:off x="8355753" y="4743304"/>
              <a:ext cx="392700" cy="400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22"/>
            <p:cNvSpPr/>
            <p:nvPr/>
          </p:nvSpPr>
          <p:spPr>
            <a:xfrm>
              <a:off x="7967725" y="4743376"/>
              <a:ext cx="194068" cy="400203"/>
            </a:xfrm>
            <a:custGeom>
              <a:avLst/>
              <a:gdLst/>
              <a:ahLst/>
              <a:cxnLst/>
              <a:rect l="l" t="t" r="r" b="b"/>
              <a:pathLst>
                <a:path w="3755" h="15017" extrusionOk="0">
                  <a:moveTo>
                    <a:pt x="1" y="0"/>
                  </a:moveTo>
                  <a:lnTo>
                    <a:pt x="1" y="15016"/>
                  </a:lnTo>
                  <a:lnTo>
                    <a:pt x="3754" y="15016"/>
                  </a:lnTo>
                  <a:lnTo>
                    <a:pt x="375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22"/>
            <p:cNvSpPr/>
            <p:nvPr/>
          </p:nvSpPr>
          <p:spPr>
            <a:xfrm>
              <a:off x="8161736" y="4743376"/>
              <a:ext cx="194016" cy="400203"/>
            </a:xfrm>
            <a:custGeom>
              <a:avLst/>
              <a:gdLst/>
              <a:ahLst/>
              <a:cxnLst/>
              <a:rect l="l" t="t" r="r" b="b"/>
              <a:pathLst>
                <a:path w="3754" h="15017" extrusionOk="0">
                  <a:moveTo>
                    <a:pt x="0" y="0"/>
                  </a:moveTo>
                  <a:lnTo>
                    <a:pt x="0" y="15016"/>
                  </a:lnTo>
                  <a:lnTo>
                    <a:pt x="3754" y="15016"/>
                  </a:lnTo>
                  <a:lnTo>
                    <a:pt x="37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22"/>
            <p:cNvSpPr/>
            <p:nvPr/>
          </p:nvSpPr>
          <p:spPr>
            <a:xfrm>
              <a:off x="8394520" y="4782062"/>
              <a:ext cx="310508" cy="310508"/>
            </a:xfrm>
            <a:custGeom>
              <a:avLst/>
              <a:gdLst/>
              <a:ahLst/>
              <a:cxnLst/>
              <a:rect l="l" t="t" r="r" b="b"/>
              <a:pathLst>
                <a:path w="6008" h="6008" extrusionOk="0">
                  <a:moveTo>
                    <a:pt x="3005" y="1"/>
                  </a:moveTo>
                  <a:cubicBezTo>
                    <a:pt x="1346" y="1"/>
                    <a:pt x="1" y="1346"/>
                    <a:pt x="1" y="3005"/>
                  </a:cubicBezTo>
                  <a:cubicBezTo>
                    <a:pt x="1" y="4663"/>
                    <a:pt x="1346" y="6007"/>
                    <a:pt x="3005" y="6007"/>
                  </a:cubicBezTo>
                  <a:cubicBezTo>
                    <a:pt x="4663" y="6007"/>
                    <a:pt x="6008" y="4663"/>
                    <a:pt x="6008" y="3005"/>
                  </a:cubicBezTo>
                  <a:cubicBezTo>
                    <a:pt x="6008" y="1346"/>
                    <a:pt x="4663" y="1"/>
                    <a:pt x="30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22"/>
            <p:cNvSpPr/>
            <p:nvPr/>
          </p:nvSpPr>
          <p:spPr>
            <a:xfrm>
              <a:off x="8743800" y="4743300"/>
              <a:ext cx="400192" cy="400192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1" y="1"/>
                  </a:moveTo>
                  <a:lnTo>
                    <a:pt x="1" y="7508"/>
                  </a:lnTo>
                  <a:cubicBezTo>
                    <a:pt x="4147" y="7508"/>
                    <a:pt x="7508" y="4147"/>
                    <a:pt x="75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22"/>
            <p:cNvSpPr/>
            <p:nvPr/>
          </p:nvSpPr>
          <p:spPr>
            <a:xfrm rot="5400000">
              <a:off x="8743856" y="4343254"/>
              <a:ext cx="400101" cy="400136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7508" y="1"/>
                  </a:moveTo>
                  <a:lnTo>
                    <a:pt x="1" y="34"/>
                  </a:lnTo>
                  <a:lnTo>
                    <a:pt x="1" y="7508"/>
                  </a:lnTo>
                  <a:lnTo>
                    <a:pt x="750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22"/>
            <p:cNvSpPr/>
            <p:nvPr/>
          </p:nvSpPr>
          <p:spPr>
            <a:xfrm rot="5400000">
              <a:off x="8743856" y="4343254"/>
              <a:ext cx="400101" cy="400136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7508" y="1"/>
                  </a:moveTo>
                  <a:lnTo>
                    <a:pt x="1" y="7508"/>
                  </a:lnTo>
                  <a:lnTo>
                    <a:pt x="7508" y="7508"/>
                  </a:lnTo>
                  <a:lnTo>
                    <a:pt x="750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22"/>
            <p:cNvSpPr/>
            <p:nvPr/>
          </p:nvSpPr>
          <p:spPr>
            <a:xfrm>
              <a:off x="8743799" y="3943023"/>
              <a:ext cx="400195" cy="400248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0" y="1"/>
                  </a:moveTo>
                  <a:lnTo>
                    <a:pt x="0" y="7508"/>
                  </a:lnTo>
                  <a:lnTo>
                    <a:pt x="7508" y="750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22"/>
            <p:cNvSpPr/>
            <p:nvPr/>
          </p:nvSpPr>
          <p:spPr>
            <a:xfrm flipH="1">
              <a:off x="8355734" y="4354258"/>
              <a:ext cx="388084" cy="388084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1" y="1"/>
                  </a:moveTo>
                  <a:lnTo>
                    <a:pt x="1" y="7508"/>
                  </a:lnTo>
                  <a:lnTo>
                    <a:pt x="7508" y="7508"/>
                  </a:lnTo>
                  <a:cubicBezTo>
                    <a:pt x="3362" y="7508"/>
                    <a:pt x="1" y="4147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0" name="Google Shape;540;p22"/>
          <p:cNvSpPr/>
          <p:nvPr/>
        </p:nvSpPr>
        <p:spPr>
          <a:xfrm rot="5400000" flipH="1">
            <a:off x="8584047" y="-103"/>
            <a:ext cx="562049" cy="562105"/>
          </a:xfrm>
          <a:custGeom>
            <a:avLst/>
            <a:gdLst/>
            <a:ahLst/>
            <a:cxnLst/>
            <a:rect l="l" t="t" r="r" b="b"/>
            <a:pathLst>
              <a:path w="7508" h="7509" extrusionOk="0">
                <a:moveTo>
                  <a:pt x="1" y="1"/>
                </a:moveTo>
                <a:lnTo>
                  <a:pt x="7508" y="7508"/>
                </a:lnTo>
                <a:lnTo>
                  <a:pt x="750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1"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23"/>
          <p:cNvSpPr txBox="1">
            <a:spLocks noGrp="1"/>
          </p:cNvSpPr>
          <p:nvPr>
            <p:ph type="title"/>
          </p:nvPr>
        </p:nvSpPr>
        <p:spPr>
          <a:xfrm>
            <a:off x="957300" y="752400"/>
            <a:ext cx="2951700" cy="25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43" name="Google Shape;543;p23"/>
          <p:cNvSpPr txBox="1">
            <a:spLocks noGrp="1"/>
          </p:cNvSpPr>
          <p:nvPr>
            <p:ph type="subTitle" idx="1"/>
          </p:nvPr>
        </p:nvSpPr>
        <p:spPr>
          <a:xfrm>
            <a:off x="957292" y="3313200"/>
            <a:ext cx="2951700" cy="107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544" name="Google Shape;544;p23"/>
          <p:cNvSpPr>
            <a:spLocks noGrp="1"/>
          </p:cNvSpPr>
          <p:nvPr>
            <p:ph type="pic" idx="2"/>
          </p:nvPr>
        </p:nvSpPr>
        <p:spPr>
          <a:xfrm>
            <a:off x="4918492" y="695250"/>
            <a:ext cx="3268200" cy="3753000"/>
          </a:xfrm>
          <a:prstGeom prst="round2Same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  <p:grpSp>
        <p:nvGrpSpPr>
          <p:cNvPr id="545" name="Google Shape;545;p23"/>
          <p:cNvGrpSpPr/>
          <p:nvPr/>
        </p:nvGrpSpPr>
        <p:grpSpPr>
          <a:xfrm rot="10800000">
            <a:off x="216" y="196"/>
            <a:ext cx="1570746" cy="1895432"/>
            <a:chOff x="7938839" y="3688711"/>
            <a:chExt cx="1205577" cy="1454780"/>
          </a:xfrm>
        </p:grpSpPr>
        <p:sp>
          <p:nvSpPr>
            <p:cNvPr id="546" name="Google Shape;546;p23"/>
            <p:cNvSpPr/>
            <p:nvPr/>
          </p:nvSpPr>
          <p:spPr>
            <a:xfrm rot="10800000">
              <a:off x="7938839" y="4785311"/>
              <a:ext cx="716311" cy="358179"/>
            </a:xfrm>
            <a:custGeom>
              <a:avLst/>
              <a:gdLst/>
              <a:ahLst/>
              <a:cxnLst/>
              <a:rect l="l" t="t" r="r" b="b"/>
              <a:pathLst>
                <a:path w="15017" h="7509" extrusionOk="0">
                  <a:moveTo>
                    <a:pt x="1" y="1"/>
                  </a:moveTo>
                  <a:lnTo>
                    <a:pt x="1" y="7508"/>
                  </a:lnTo>
                  <a:lnTo>
                    <a:pt x="7508" y="7508"/>
                  </a:lnTo>
                  <a:cubicBezTo>
                    <a:pt x="7510" y="7508"/>
                    <a:pt x="7511" y="7508"/>
                    <a:pt x="7512" y="7508"/>
                  </a:cubicBezTo>
                  <a:cubicBezTo>
                    <a:pt x="9503" y="7508"/>
                    <a:pt x="11410" y="6717"/>
                    <a:pt x="12818" y="5310"/>
                  </a:cubicBezTo>
                  <a:cubicBezTo>
                    <a:pt x="14226" y="3902"/>
                    <a:pt x="15017" y="1992"/>
                    <a:pt x="15017" y="1"/>
                  </a:cubicBezTo>
                  <a:close/>
                </a:path>
              </a:pathLst>
            </a:custGeom>
            <a:solidFill>
              <a:srgbClr val="5EA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47" name="Google Shape;547;p23"/>
            <p:cNvGrpSpPr/>
            <p:nvPr/>
          </p:nvGrpSpPr>
          <p:grpSpPr>
            <a:xfrm rot="10800000" flipH="1">
              <a:off x="8655138" y="3688711"/>
              <a:ext cx="489278" cy="1451855"/>
              <a:chOff x="8620978" y="531276"/>
              <a:chExt cx="539447" cy="1600899"/>
            </a:xfrm>
          </p:grpSpPr>
          <p:sp>
            <p:nvSpPr>
              <p:cNvPr id="548" name="Google Shape;548;p23"/>
              <p:cNvSpPr/>
              <p:nvPr/>
            </p:nvSpPr>
            <p:spPr>
              <a:xfrm rot="5400000">
                <a:off x="8621014" y="531240"/>
                <a:ext cx="539375" cy="539447"/>
              </a:xfrm>
              <a:custGeom>
                <a:avLst/>
                <a:gdLst/>
                <a:ahLst/>
                <a:cxnLst/>
                <a:rect l="l" t="t" r="r" b="b"/>
                <a:pathLst>
                  <a:path w="7508" h="7509" extrusionOk="0">
                    <a:moveTo>
                      <a:pt x="7508" y="0"/>
                    </a:moveTo>
                    <a:lnTo>
                      <a:pt x="1" y="7509"/>
                    </a:lnTo>
                    <a:lnTo>
                      <a:pt x="7508" y="7476"/>
                    </a:lnTo>
                    <a:lnTo>
                      <a:pt x="750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Google Shape;549;p23"/>
              <p:cNvSpPr/>
              <p:nvPr/>
            </p:nvSpPr>
            <p:spPr>
              <a:xfrm rot="5400000">
                <a:off x="8621014" y="531240"/>
                <a:ext cx="539375" cy="539447"/>
              </a:xfrm>
              <a:custGeom>
                <a:avLst/>
                <a:gdLst/>
                <a:ahLst/>
                <a:cxnLst/>
                <a:rect l="l" t="t" r="r" b="b"/>
                <a:pathLst>
                  <a:path w="7508" h="7509" extrusionOk="0">
                    <a:moveTo>
                      <a:pt x="1" y="0"/>
                    </a:moveTo>
                    <a:lnTo>
                      <a:pt x="1" y="7509"/>
                    </a:lnTo>
                    <a:lnTo>
                      <a:pt x="750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Google Shape;550;p23"/>
              <p:cNvSpPr/>
              <p:nvPr/>
            </p:nvSpPr>
            <p:spPr>
              <a:xfrm rot="-5400000">
                <a:off x="8632286" y="1604037"/>
                <a:ext cx="528094" cy="528183"/>
              </a:xfrm>
              <a:custGeom>
                <a:avLst/>
                <a:gdLst/>
                <a:ahLst/>
                <a:cxnLst/>
                <a:rect l="l" t="t" r="r" b="b"/>
                <a:pathLst>
                  <a:path w="7508" h="7509" extrusionOk="0">
                    <a:moveTo>
                      <a:pt x="7508" y="1"/>
                    </a:moveTo>
                    <a:lnTo>
                      <a:pt x="1" y="7508"/>
                    </a:lnTo>
                    <a:lnTo>
                      <a:pt x="7508" y="7508"/>
                    </a:lnTo>
                    <a:lnTo>
                      <a:pt x="750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Google Shape;551;p23"/>
              <p:cNvSpPr/>
              <p:nvPr/>
            </p:nvSpPr>
            <p:spPr>
              <a:xfrm rot="5400000">
                <a:off x="8627008" y="1070650"/>
                <a:ext cx="533417" cy="533417"/>
              </a:xfrm>
              <a:custGeom>
                <a:avLst/>
                <a:gdLst/>
                <a:ahLst/>
                <a:cxnLst/>
                <a:rect l="l" t="t" r="r" b="b"/>
                <a:pathLst>
                  <a:path w="7510" h="7510" extrusionOk="0">
                    <a:moveTo>
                      <a:pt x="7509" y="1"/>
                    </a:moveTo>
                    <a:cubicBezTo>
                      <a:pt x="3362" y="1"/>
                      <a:pt x="1" y="3362"/>
                      <a:pt x="1" y="7509"/>
                    </a:cubicBezTo>
                    <a:lnTo>
                      <a:pt x="7509" y="7509"/>
                    </a:lnTo>
                    <a:lnTo>
                      <a:pt x="750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52" name="Google Shape;552;p23"/>
          <p:cNvGrpSpPr/>
          <p:nvPr/>
        </p:nvGrpSpPr>
        <p:grpSpPr>
          <a:xfrm>
            <a:off x="7838943" y="3146357"/>
            <a:ext cx="1347352" cy="1997049"/>
            <a:chOff x="8205076" y="3705225"/>
            <a:chExt cx="970365" cy="1438278"/>
          </a:xfrm>
        </p:grpSpPr>
        <p:sp>
          <p:nvSpPr>
            <p:cNvPr id="553" name="Google Shape;553;p23"/>
            <p:cNvSpPr/>
            <p:nvPr/>
          </p:nvSpPr>
          <p:spPr>
            <a:xfrm>
              <a:off x="8205076" y="4669137"/>
              <a:ext cx="474299" cy="474362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7508" y="1"/>
                  </a:moveTo>
                  <a:cubicBezTo>
                    <a:pt x="3362" y="1"/>
                    <a:pt x="0" y="3362"/>
                    <a:pt x="0" y="7508"/>
                  </a:cubicBezTo>
                  <a:lnTo>
                    <a:pt x="7508" y="7508"/>
                  </a:lnTo>
                  <a:lnTo>
                    <a:pt x="750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23"/>
            <p:cNvSpPr/>
            <p:nvPr/>
          </p:nvSpPr>
          <p:spPr>
            <a:xfrm rot="5400000">
              <a:off x="8679389" y="4199018"/>
              <a:ext cx="465877" cy="465896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7509" y="1"/>
                  </a:moveTo>
                  <a:lnTo>
                    <a:pt x="0" y="7508"/>
                  </a:lnTo>
                  <a:lnTo>
                    <a:pt x="7509" y="7475"/>
                  </a:lnTo>
                  <a:lnTo>
                    <a:pt x="750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23"/>
            <p:cNvSpPr/>
            <p:nvPr/>
          </p:nvSpPr>
          <p:spPr>
            <a:xfrm rot="5400000">
              <a:off x="8679389" y="4199018"/>
              <a:ext cx="465877" cy="465896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0" y="1"/>
                  </a:moveTo>
                  <a:lnTo>
                    <a:pt x="0" y="7508"/>
                  </a:lnTo>
                  <a:lnTo>
                    <a:pt x="750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23"/>
            <p:cNvSpPr/>
            <p:nvPr/>
          </p:nvSpPr>
          <p:spPr>
            <a:xfrm rot="10800000" flipH="1">
              <a:off x="8666378" y="4664534"/>
              <a:ext cx="478905" cy="478969"/>
            </a:xfrm>
            <a:custGeom>
              <a:avLst/>
              <a:gdLst/>
              <a:ahLst/>
              <a:cxnLst/>
              <a:rect l="l" t="t" r="r" b="b"/>
              <a:pathLst>
                <a:path w="7509" h="7510" extrusionOk="0">
                  <a:moveTo>
                    <a:pt x="0" y="1"/>
                  </a:moveTo>
                  <a:lnTo>
                    <a:pt x="7509" y="7510"/>
                  </a:lnTo>
                  <a:lnTo>
                    <a:pt x="750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23"/>
            <p:cNvSpPr/>
            <p:nvPr/>
          </p:nvSpPr>
          <p:spPr>
            <a:xfrm rot="5400000">
              <a:off x="8676337" y="3705225"/>
              <a:ext cx="499104" cy="499104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0" y="1"/>
                  </a:moveTo>
                  <a:cubicBezTo>
                    <a:pt x="4147" y="1"/>
                    <a:pt x="7509" y="3362"/>
                    <a:pt x="7509" y="7508"/>
                  </a:cubicBezTo>
                  <a:lnTo>
                    <a:pt x="750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1_1_1"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24"/>
          <p:cNvSpPr txBox="1">
            <a:spLocks noGrp="1"/>
          </p:cNvSpPr>
          <p:nvPr>
            <p:ph type="title"/>
          </p:nvPr>
        </p:nvSpPr>
        <p:spPr>
          <a:xfrm>
            <a:off x="720000" y="1171972"/>
            <a:ext cx="41091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60" name="Google Shape;560;p24"/>
          <p:cNvSpPr txBox="1">
            <a:spLocks noGrp="1"/>
          </p:cNvSpPr>
          <p:nvPr>
            <p:ph type="subTitle" idx="1"/>
          </p:nvPr>
        </p:nvSpPr>
        <p:spPr>
          <a:xfrm>
            <a:off x="720000" y="1824128"/>
            <a:ext cx="4109100" cy="214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Montserra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Montserra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Montserra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Montserra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Montserra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Montserra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Montserra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Montserra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595959"/>
              </a:buClr>
              <a:buSzPts val="1400"/>
              <a:buFont typeface="Montserrat"/>
              <a:buChar char="■"/>
              <a:defRPr/>
            </a:lvl9pPr>
          </a:lstStyle>
          <a:p>
            <a:endParaRPr/>
          </a:p>
        </p:txBody>
      </p:sp>
      <p:grpSp>
        <p:nvGrpSpPr>
          <p:cNvPr id="561" name="Google Shape;561;p24"/>
          <p:cNvGrpSpPr/>
          <p:nvPr/>
        </p:nvGrpSpPr>
        <p:grpSpPr>
          <a:xfrm>
            <a:off x="7967725" y="3943023"/>
            <a:ext cx="1176269" cy="1200556"/>
            <a:chOff x="7967725" y="3943023"/>
            <a:chExt cx="1176269" cy="1200556"/>
          </a:xfrm>
        </p:grpSpPr>
        <p:sp>
          <p:nvSpPr>
            <p:cNvPr id="562" name="Google Shape;562;p24"/>
            <p:cNvSpPr/>
            <p:nvPr/>
          </p:nvSpPr>
          <p:spPr>
            <a:xfrm>
              <a:off x="8355753" y="4743304"/>
              <a:ext cx="392700" cy="400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24"/>
            <p:cNvSpPr/>
            <p:nvPr/>
          </p:nvSpPr>
          <p:spPr>
            <a:xfrm>
              <a:off x="7967725" y="4743376"/>
              <a:ext cx="194068" cy="400203"/>
            </a:xfrm>
            <a:custGeom>
              <a:avLst/>
              <a:gdLst/>
              <a:ahLst/>
              <a:cxnLst/>
              <a:rect l="l" t="t" r="r" b="b"/>
              <a:pathLst>
                <a:path w="3755" h="15017" extrusionOk="0">
                  <a:moveTo>
                    <a:pt x="1" y="0"/>
                  </a:moveTo>
                  <a:lnTo>
                    <a:pt x="1" y="15016"/>
                  </a:lnTo>
                  <a:lnTo>
                    <a:pt x="3754" y="15016"/>
                  </a:lnTo>
                  <a:lnTo>
                    <a:pt x="375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24"/>
            <p:cNvSpPr/>
            <p:nvPr/>
          </p:nvSpPr>
          <p:spPr>
            <a:xfrm>
              <a:off x="8161736" y="4743376"/>
              <a:ext cx="194016" cy="400203"/>
            </a:xfrm>
            <a:custGeom>
              <a:avLst/>
              <a:gdLst/>
              <a:ahLst/>
              <a:cxnLst/>
              <a:rect l="l" t="t" r="r" b="b"/>
              <a:pathLst>
                <a:path w="3754" h="15017" extrusionOk="0">
                  <a:moveTo>
                    <a:pt x="0" y="0"/>
                  </a:moveTo>
                  <a:lnTo>
                    <a:pt x="0" y="15016"/>
                  </a:lnTo>
                  <a:lnTo>
                    <a:pt x="3754" y="15016"/>
                  </a:lnTo>
                  <a:lnTo>
                    <a:pt x="37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24"/>
            <p:cNvSpPr/>
            <p:nvPr/>
          </p:nvSpPr>
          <p:spPr>
            <a:xfrm>
              <a:off x="8394520" y="4782062"/>
              <a:ext cx="310508" cy="310508"/>
            </a:xfrm>
            <a:custGeom>
              <a:avLst/>
              <a:gdLst/>
              <a:ahLst/>
              <a:cxnLst/>
              <a:rect l="l" t="t" r="r" b="b"/>
              <a:pathLst>
                <a:path w="6008" h="6008" extrusionOk="0">
                  <a:moveTo>
                    <a:pt x="3005" y="1"/>
                  </a:moveTo>
                  <a:cubicBezTo>
                    <a:pt x="1346" y="1"/>
                    <a:pt x="1" y="1346"/>
                    <a:pt x="1" y="3005"/>
                  </a:cubicBezTo>
                  <a:cubicBezTo>
                    <a:pt x="1" y="4663"/>
                    <a:pt x="1346" y="6007"/>
                    <a:pt x="3005" y="6007"/>
                  </a:cubicBezTo>
                  <a:cubicBezTo>
                    <a:pt x="4663" y="6007"/>
                    <a:pt x="6008" y="4663"/>
                    <a:pt x="6008" y="3005"/>
                  </a:cubicBezTo>
                  <a:cubicBezTo>
                    <a:pt x="6008" y="1346"/>
                    <a:pt x="4663" y="1"/>
                    <a:pt x="30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24"/>
            <p:cNvSpPr/>
            <p:nvPr/>
          </p:nvSpPr>
          <p:spPr>
            <a:xfrm>
              <a:off x="8743800" y="4743300"/>
              <a:ext cx="400192" cy="400192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1" y="1"/>
                  </a:moveTo>
                  <a:lnTo>
                    <a:pt x="1" y="7508"/>
                  </a:lnTo>
                  <a:cubicBezTo>
                    <a:pt x="4147" y="7508"/>
                    <a:pt x="7508" y="4147"/>
                    <a:pt x="75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24"/>
            <p:cNvSpPr/>
            <p:nvPr/>
          </p:nvSpPr>
          <p:spPr>
            <a:xfrm rot="5400000">
              <a:off x="8743856" y="4343254"/>
              <a:ext cx="400101" cy="400136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7508" y="1"/>
                  </a:moveTo>
                  <a:lnTo>
                    <a:pt x="1" y="34"/>
                  </a:lnTo>
                  <a:lnTo>
                    <a:pt x="1" y="7508"/>
                  </a:lnTo>
                  <a:lnTo>
                    <a:pt x="750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24"/>
            <p:cNvSpPr/>
            <p:nvPr/>
          </p:nvSpPr>
          <p:spPr>
            <a:xfrm rot="5400000">
              <a:off x="8743856" y="4343254"/>
              <a:ext cx="400101" cy="400136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7508" y="1"/>
                  </a:moveTo>
                  <a:lnTo>
                    <a:pt x="1" y="7508"/>
                  </a:lnTo>
                  <a:lnTo>
                    <a:pt x="7508" y="7508"/>
                  </a:lnTo>
                  <a:lnTo>
                    <a:pt x="750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24"/>
            <p:cNvSpPr/>
            <p:nvPr/>
          </p:nvSpPr>
          <p:spPr>
            <a:xfrm>
              <a:off x="8743799" y="3943023"/>
              <a:ext cx="400195" cy="400248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0" y="1"/>
                  </a:moveTo>
                  <a:lnTo>
                    <a:pt x="0" y="7508"/>
                  </a:lnTo>
                  <a:lnTo>
                    <a:pt x="7508" y="750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24"/>
            <p:cNvSpPr/>
            <p:nvPr/>
          </p:nvSpPr>
          <p:spPr>
            <a:xfrm flipH="1">
              <a:off x="8355734" y="4354258"/>
              <a:ext cx="388084" cy="388084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1" y="1"/>
                  </a:moveTo>
                  <a:lnTo>
                    <a:pt x="1" y="7508"/>
                  </a:lnTo>
                  <a:lnTo>
                    <a:pt x="7508" y="7508"/>
                  </a:lnTo>
                  <a:cubicBezTo>
                    <a:pt x="3362" y="7508"/>
                    <a:pt x="1" y="4147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1" name="Google Shape;571;p24"/>
          <p:cNvSpPr/>
          <p:nvPr/>
        </p:nvSpPr>
        <p:spPr>
          <a:xfrm rot="-5400000">
            <a:off x="-1491" y="4524312"/>
            <a:ext cx="619128" cy="619248"/>
          </a:xfrm>
          <a:custGeom>
            <a:avLst/>
            <a:gdLst/>
            <a:ahLst/>
            <a:cxnLst/>
            <a:rect l="l" t="t" r="r" b="b"/>
            <a:pathLst>
              <a:path w="7508" h="7509" extrusionOk="0">
                <a:moveTo>
                  <a:pt x="1" y="0"/>
                </a:moveTo>
                <a:lnTo>
                  <a:pt x="1" y="7509"/>
                </a:lnTo>
                <a:lnTo>
                  <a:pt x="750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2" name="Google Shape;572;p24"/>
          <p:cNvSpPr/>
          <p:nvPr/>
        </p:nvSpPr>
        <p:spPr>
          <a:xfrm rot="5400000">
            <a:off x="8543928" y="-14803"/>
            <a:ext cx="604005" cy="604005"/>
          </a:xfrm>
          <a:custGeom>
            <a:avLst/>
            <a:gdLst/>
            <a:ahLst/>
            <a:cxnLst/>
            <a:rect l="l" t="t" r="r" b="b"/>
            <a:pathLst>
              <a:path w="7509" h="7509" extrusionOk="0">
                <a:moveTo>
                  <a:pt x="1" y="1"/>
                </a:moveTo>
                <a:lnTo>
                  <a:pt x="1" y="7508"/>
                </a:lnTo>
                <a:cubicBezTo>
                  <a:pt x="4147" y="7508"/>
                  <a:pt x="7508" y="4147"/>
                  <a:pt x="750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3" name="Google Shape;573;p24"/>
          <p:cNvGrpSpPr/>
          <p:nvPr/>
        </p:nvGrpSpPr>
        <p:grpSpPr>
          <a:xfrm>
            <a:off x="-21072" y="-48852"/>
            <a:ext cx="1482236" cy="1972762"/>
            <a:chOff x="-11547" y="-48852"/>
            <a:chExt cx="1482236" cy="1972762"/>
          </a:xfrm>
        </p:grpSpPr>
        <p:grpSp>
          <p:nvGrpSpPr>
            <p:cNvPr id="574" name="Google Shape;574;p24"/>
            <p:cNvGrpSpPr/>
            <p:nvPr/>
          </p:nvGrpSpPr>
          <p:grpSpPr>
            <a:xfrm>
              <a:off x="-11547" y="-9526"/>
              <a:ext cx="959964" cy="1933436"/>
              <a:chOff x="-11547" y="-9526"/>
              <a:chExt cx="959964" cy="1933436"/>
            </a:xfrm>
          </p:grpSpPr>
          <p:sp>
            <p:nvSpPr>
              <p:cNvPr id="575" name="Google Shape;575;p24"/>
              <p:cNvSpPr/>
              <p:nvPr/>
            </p:nvSpPr>
            <p:spPr>
              <a:xfrm rot="5400000">
                <a:off x="-6897" y="925848"/>
                <a:ext cx="476400" cy="4857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76" name="Google Shape;576;p24"/>
              <p:cNvGrpSpPr/>
              <p:nvPr/>
            </p:nvGrpSpPr>
            <p:grpSpPr>
              <a:xfrm>
                <a:off x="-11547" y="-9526"/>
                <a:ext cx="959964" cy="941100"/>
                <a:chOff x="-11547" y="-9526"/>
                <a:chExt cx="959964" cy="941100"/>
              </a:xfrm>
            </p:grpSpPr>
            <p:sp>
              <p:nvSpPr>
                <p:cNvPr id="577" name="Google Shape;577;p24"/>
                <p:cNvSpPr/>
                <p:nvPr/>
              </p:nvSpPr>
              <p:spPr>
                <a:xfrm rot="5400000">
                  <a:off x="-6897" y="450523"/>
                  <a:ext cx="476400" cy="4857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8" name="Google Shape;578;p24"/>
                <p:cNvSpPr/>
                <p:nvPr/>
              </p:nvSpPr>
              <p:spPr>
                <a:xfrm rot="5400000">
                  <a:off x="50330" y="502215"/>
                  <a:ext cx="376792" cy="3767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08" h="6008" extrusionOk="0">
                      <a:moveTo>
                        <a:pt x="3005" y="1"/>
                      </a:moveTo>
                      <a:cubicBezTo>
                        <a:pt x="1346" y="1"/>
                        <a:pt x="1" y="1346"/>
                        <a:pt x="1" y="3005"/>
                      </a:cubicBezTo>
                      <a:cubicBezTo>
                        <a:pt x="1" y="4663"/>
                        <a:pt x="1346" y="6007"/>
                        <a:pt x="3005" y="6007"/>
                      </a:cubicBezTo>
                      <a:cubicBezTo>
                        <a:pt x="4663" y="6007"/>
                        <a:pt x="6008" y="4663"/>
                        <a:pt x="6008" y="3005"/>
                      </a:cubicBezTo>
                      <a:cubicBezTo>
                        <a:pt x="6008" y="1346"/>
                        <a:pt x="4663" y="1"/>
                        <a:pt x="300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9" name="Google Shape;579;p24"/>
                <p:cNvSpPr/>
                <p:nvPr/>
              </p:nvSpPr>
              <p:spPr>
                <a:xfrm>
                  <a:off x="237110" y="-9525"/>
                  <a:ext cx="237037" cy="4658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54" h="15017" extrusionOk="0">
                      <a:moveTo>
                        <a:pt x="0" y="1"/>
                      </a:moveTo>
                      <a:lnTo>
                        <a:pt x="0" y="15017"/>
                      </a:lnTo>
                      <a:lnTo>
                        <a:pt x="3754" y="15017"/>
                      </a:lnTo>
                      <a:lnTo>
                        <a:pt x="3754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0" name="Google Shape;580;p24"/>
                <p:cNvSpPr/>
                <p:nvPr/>
              </p:nvSpPr>
              <p:spPr>
                <a:xfrm>
                  <a:off x="0" y="-9525"/>
                  <a:ext cx="237163" cy="4658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56" h="15017" extrusionOk="0">
                      <a:moveTo>
                        <a:pt x="0" y="1"/>
                      </a:moveTo>
                      <a:lnTo>
                        <a:pt x="0" y="15017"/>
                      </a:lnTo>
                      <a:lnTo>
                        <a:pt x="3755" y="15017"/>
                      </a:lnTo>
                      <a:lnTo>
                        <a:pt x="375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1" name="Google Shape;581;p24"/>
                <p:cNvSpPr/>
                <p:nvPr/>
              </p:nvSpPr>
              <p:spPr>
                <a:xfrm rot="-5400000" flipH="1">
                  <a:off x="474162" y="-9558"/>
                  <a:ext cx="474224" cy="4742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08" h="7509" extrusionOk="0">
                      <a:moveTo>
                        <a:pt x="7508" y="1"/>
                      </a:moveTo>
                      <a:cubicBezTo>
                        <a:pt x="3362" y="1"/>
                        <a:pt x="0" y="3362"/>
                        <a:pt x="0" y="7508"/>
                      </a:cubicBezTo>
                      <a:lnTo>
                        <a:pt x="7508" y="7508"/>
                      </a:lnTo>
                      <a:lnTo>
                        <a:pt x="7508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582" name="Google Shape;582;p24"/>
              <p:cNvSpPr/>
              <p:nvPr/>
            </p:nvSpPr>
            <p:spPr>
              <a:xfrm rot="-5400000" flipH="1">
                <a:off x="15" y="935755"/>
                <a:ext cx="465877" cy="465896"/>
              </a:xfrm>
              <a:custGeom>
                <a:avLst/>
                <a:gdLst/>
                <a:ahLst/>
                <a:cxnLst/>
                <a:rect l="l" t="t" r="r" b="b"/>
                <a:pathLst>
                  <a:path w="7509" h="7509" extrusionOk="0">
                    <a:moveTo>
                      <a:pt x="7509" y="0"/>
                    </a:moveTo>
                    <a:lnTo>
                      <a:pt x="0" y="7509"/>
                    </a:lnTo>
                    <a:lnTo>
                      <a:pt x="7509" y="7509"/>
                    </a:lnTo>
                    <a:lnTo>
                      <a:pt x="750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Google Shape;583;p24"/>
              <p:cNvSpPr/>
              <p:nvPr/>
            </p:nvSpPr>
            <p:spPr>
              <a:xfrm flipH="1">
                <a:off x="-6" y="1401640"/>
                <a:ext cx="522270" cy="522270"/>
              </a:xfrm>
              <a:custGeom>
                <a:avLst/>
                <a:gdLst/>
                <a:ahLst/>
                <a:cxnLst/>
                <a:rect l="l" t="t" r="r" b="b"/>
                <a:pathLst>
                  <a:path w="7509" h="7509" extrusionOk="0">
                    <a:moveTo>
                      <a:pt x="0" y="1"/>
                    </a:moveTo>
                    <a:cubicBezTo>
                      <a:pt x="4147" y="1"/>
                      <a:pt x="7509" y="3362"/>
                      <a:pt x="7509" y="7508"/>
                    </a:cubicBezTo>
                    <a:lnTo>
                      <a:pt x="750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84" name="Google Shape;584;p24"/>
            <p:cNvSpPr/>
            <p:nvPr/>
          </p:nvSpPr>
          <p:spPr>
            <a:xfrm rot="-5400000">
              <a:off x="948419" y="-48852"/>
              <a:ext cx="522270" cy="522270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0" y="1"/>
                  </a:moveTo>
                  <a:cubicBezTo>
                    <a:pt x="4147" y="1"/>
                    <a:pt x="7509" y="3362"/>
                    <a:pt x="7509" y="7508"/>
                  </a:cubicBezTo>
                  <a:lnTo>
                    <a:pt x="75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2"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26"/>
          <p:cNvSpPr txBox="1">
            <a:spLocks noGrp="1"/>
          </p:cNvSpPr>
          <p:nvPr>
            <p:ph type="title"/>
          </p:nvPr>
        </p:nvSpPr>
        <p:spPr>
          <a:xfrm>
            <a:off x="722376" y="445025"/>
            <a:ext cx="7708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610" name="Google Shape;610;p26"/>
          <p:cNvGrpSpPr/>
          <p:nvPr/>
        </p:nvGrpSpPr>
        <p:grpSpPr>
          <a:xfrm>
            <a:off x="2444" y="4674225"/>
            <a:ext cx="938487" cy="469256"/>
            <a:chOff x="2444" y="4674225"/>
            <a:chExt cx="938487" cy="469256"/>
          </a:xfrm>
        </p:grpSpPr>
        <p:sp>
          <p:nvSpPr>
            <p:cNvPr id="611" name="Google Shape;611;p26"/>
            <p:cNvSpPr/>
            <p:nvPr/>
          </p:nvSpPr>
          <p:spPr>
            <a:xfrm rot="10800000" flipH="1">
              <a:off x="2444" y="4674225"/>
              <a:ext cx="938487" cy="469256"/>
            </a:xfrm>
            <a:custGeom>
              <a:avLst/>
              <a:gdLst/>
              <a:ahLst/>
              <a:cxnLst/>
              <a:rect l="l" t="t" r="r" b="b"/>
              <a:pathLst>
                <a:path w="15017" h="7509" extrusionOk="0">
                  <a:moveTo>
                    <a:pt x="1" y="1"/>
                  </a:moveTo>
                  <a:lnTo>
                    <a:pt x="1" y="7508"/>
                  </a:lnTo>
                  <a:lnTo>
                    <a:pt x="7510" y="7508"/>
                  </a:lnTo>
                  <a:lnTo>
                    <a:pt x="1501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26"/>
            <p:cNvSpPr/>
            <p:nvPr/>
          </p:nvSpPr>
          <p:spPr>
            <a:xfrm rot="10800000" flipH="1">
              <a:off x="49378" y="4721156"/>
              <a:ext cx="375470" cy="375392"/>
            </a:xfrm>
            <a:custGeom>
              <a:avLst/>
              <a:gdLst/>
              <a:ahLst/>
              <a:cxnLst/>
              <a:rect l="l" t="t" r="r" b="b"/>
              <a:pathLst>
                <a:path w="6008" h="6007" extrusionOk="0">
                  <a:moveTo>
                    <a:pt x="3004" y="1"/>
                  </a:moveTo>
                  <a:cubicBezTo>
                    <a:pt x="1345" y="1"/>
                    <a:pt x="1" y="1345"/>
                    <a:pt x="1" y="3003"/>
                  </a:cubicBezTo>
                  <a:cubicBezTo>
                    <a:pt x="1" y="4662"/>
                    <a:pt x="1345" y="6006"/>
                    <a:pt x="3004" y="6006"/>
                  </a:cubicBezTo>
                  <a:cubicBezTo>
                    <a:pt x="4662" y="6006"/>
                    <a:pt x="6008" y="4662"/>
                    <a:pt x="6008" y="3003"/>
                  </a:cubicBezTo>
                  <a:cubicBezTo>
                    <a:pt x="6008" y="1345"/>
                    <a:pt x="4662" y="1"/>
                    <a:pt x="30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3" name="Google Shape;613;p26"/>
          <p:cNvGrpSpPr/>
          <p:nvPr/>
        </p:nvGrpSpPr>
        <p:grpSpPr>
          <a:xfrm>
            <a:off x="8186364" y="-4125"/>
            <a:ext cx="965212" cy="954345"/>
            <a:chOff x="8186364" y="-4125"/>
            <a:chExt cx="965212" cy="954345"/>
          </a:xfrm>
        </p:grpSpPr>
        <p:sp>
          <p:nvSpPr>
            <p:cNvPr id="614" name="Google Shape;614;p26"/>
            <p:cNvSpPr/>
            <p:nvPr/>
          </p:nvSpPr>
          <p:spPr>
            <a:xfrm rot="5400000">
              <a:off x="8672712" y="471367"/>
              <a:ext cx="478894" cy="478811"/>
            </a:xfrm>
            <a:custGeom>
              <a:avLst/>
              <a:gdLst/>
              <a:ahLst/>
              <a:cxnLst/>
              <a:rect l="l" t="t" r="r" b="b"/>
              <a:pathLst>
                <a:path w="7510" h="7509" extrusionOk="0">
                  <a:moveTo>
                    <a:pt x="1" y="0"/>
                  </a:moveTo>
                  <a:cubicBezTo>
                    <a:pt x="4147" y="0"/>
                    <a:pt x="7509" y="3361"/>
                    <a:pt x="7509" y="7509"/>
                  </a:cubicBezTo>
                  <a:lnTo>
                    <a:pt x="75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26"/>
            <p:cNvSpPr/>
            <p:nvPr/>
          </p:nvSpPr>
          <p:spPr>
            <a:xfrm rot="5400000">
              <a:off x="8672724" y="471367"/>
              <a:ext cx="478894" cy="478811"/>
            </a:xfrm>
            <a:custGeom>
              <a:avLst/>
              <a:gdLst/>
              <a:ahLst/>
              <a:cxnLst/>
              <a:rect l="l" t="t" r="r" b="b"/>
              <a:pathLst>
                <a:path w="7510" h="7509" extrusionOk="0">
                  <a:moveTo>
                    <a:pt x="1" y="1"/>
                  </a:moveTo>
                  <a:lnTo>
                    <a:pt x="1" y="7508"/>
                  </a:lnTo>
                  <a:lnTo>
                    <a:pt x="7509" y="7508"/>
                  </a:lnTo>
                  <a:cubicBezTo>
                    <a:pt x="3362" y="7508"/>
                    <a:pt x="1" y="4147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26"/>
            <p:cNvSpPr/>
            <p:nvPr/>
          </p:nvSpPr>
          <p:spPr>
            <a:xfrm>
              <a:off x="8665181" y="-4125"/>
              <a:ext cx="478823" cy="478868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0" y="1"/>
                  </a:moveTo>
                  <a:lnTo>
                    <a:pt x="0" y="7508"/>
                  </a:lnTo>
                  <a:cubicBezTo>
                    <a:pt x="4147" y="7508"/>
                    <a:pt x="7508" y="4147"/>
                    <a:pt x="7508" y="1"/>
                  </a:cubicBezTo>
                  <a:close/>
                </a:path>
              </a:pathLst>
            </a:custGeom>
            <a:solidFill>
              <a:srgbClr val="FFC4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26"/>
            <p:cNvSpPr/>
            <p:nvPr/>
          </p:nvSpPr>
          <p:spPr>
            <a:xfrm>
              <a:off x="8186364" y="-4125"/>
              <a:ext cx="478811" cy="478793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0" y="1"/>
                  </a:moveTo>
                  <a:cubicBezTo>
                    <a:pt x="4148" y="1"/>
                    <a:pt x="7509" y="3362"/>
                    <a:pt x="7509" y="7508"/>
                  </a:cubicBezTo>
                  <a:lnTo>
                    <a:pt x="750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8" name="Google Shape;618;p26"/>
          <p:cNvGrpSpPr/>
          <p:nvPr/>
        </p:nvGrpSpPr>
        <p:grpSpPr>
          <a:xfrm>
            <a:off x="7938839" y="3688711"/>
            <a:ext cx="1205577" cy="1454780"/>
            <a:chOff x="7938839" y="3688711"/>
            <a:chExt cx="1205577" cy="1454780"/>
          </a:xfrm>
        </p:grpSpPr>
        <p:sp>
          <p:nvSpPr>
            <p:cNvPr id="619" name="Google Shape;619;p26"/>
            <p:cNvSpPr/>
            <p:nvPr/>
          </p:nvSpPr>
          <p:spPr>
            <a:xfrm rot="10800000">
              <a:off x="7938839" y="4785311"/>
              <a:ext cx="716311" cy="358179"/>
            </a:xfrm>
            <a:custGeom>
              <a:avLst/>
              <a:gdLst/>
              <a:ahLst/>
              <a:cxnLst/>
              <a:rect l="l" t="t" r="r" b="b"/>
              <a:pathLst>
                <a:path w="15017" h="7509" extrusionOk="0">
                  <a:moveTo>
                    <a:pt x="1" y="1"/>
                  </a:moveTo>
                  <a:lnTo>
                    <a:pt x="1" y="7508"/>
                  </a:lnTo>
                  <a:lnTo>
                    <a:pt x="7508" y="7508"/>
                  </a:lnTo>
                  <a:cubicBezTo>
                    <a:pt x="7510" y="7508"/>
                    <a:pt x="7511" y="7508"/>
                    <a:pt x="7512" y="7508"/>
                  </a:cubicBezTo>
                  <a:cubicBezTo>
                    <a:pt x="9503" y="7508"/>
                    <a:pt x="11410" y="6717"/>
                    <a:pt x="12818" y="5310"/>
                  </a:cubicBezTo>
                  <a:cubicBezTo>
                    <a:pt x="14226" y="3902"/>
                    <a:pt x="15017" y="1992"/>
                    <a:pt x="15017" y="1"/>
                  </a:cubicBezTo>
                  <a:close/>
                </a:path>
              </a:pathLst>
            </a:custGeom>
            <a:solidFill>
              <a:srgbClr val="5EA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20" name="Google Shape;620;p26"/>
            <p:cNvGrpSpPr/>
            <p:nvPr/>
          </p:nvGrpSpPr>
          <p:grpSpPr>
            <a:xfrm rot="10800000" flipH="1">
              <a:off x="8655138" y="3688711"/>
              <a:ext cx="489278" cy="1451855"/>
              <a:chOff x="8620978" y="531276"/>
              <a:chExt cx="539447" cy="1600899"/>
            </a:xfrm>
          </p:grpSpPr>
          <p:sp>
            <p:nvSpPr>
              <p:cNvPr id="621" name="Google Shape;621;p26"/>
              <p:cNvSpPr/>
              <p:nvPr/>
            </p:nvSpPr>
            <p:spPr>
              <a:xfrm rot="5400000">
                <a:off x="8621014" y="531240"/>
                <a:ext cx="539375" cy="539447"/>
              </a:xfrm>
              <a:custGeom>
                <a:avLst/>
                <a:gdLst/>
                <a:ahLst/>
                <a:cxnLst/>
                <a:rect l="l" t="t" r="r" b="b"/>
                <a:pathLst>
                  <a:path w="7508" h="7509" extrusionOk="0">
                    <a:moveTo>
                      <a:pt x="7508" y="0"/>
                    </a:moveTo>
                    <a:lnTo>
                      <a:pt x="1" y="7509"/>
                    </a:lnTo>
                    <a:lnTo>
                      <a:pt x="7508" y="7476"/>
                    </a:lnTo>
                    <a:lnTo>
                      <a:pt x="750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Google Shape;622;p26"/>
              <p:cNvSpPr/>
              <p:nvPr/>
            </p:nvSpPr>
            <p:spPr>
              <a:xfrm rot="5400000">
                <a:off x="8621014" y="531240"/>
                <a:ext cx="539375" cy="539447"/>
              </a:xfrm>
              <a:custGeom>
                <a:avLst/>
                <a:gdLst/>
                <a:ahLst/>
                <a:cxnLst/>
                <a:rect l="l" t="t" r="r" b="b"/>
                <a:pathLst>
                  <a:path w="7508" h="7509" extrusionOk="0">
                    <a:moveTo>
                      <a:pt x="1" y="0"/>
                    </a:moveTo>
                    <a:lnTo>
                      <a:pt x="1" y="7509"/>
                    </a:lnTo>
                    <a:lnTo>
                      <a:pt x="750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Google Shape;623;p26"/>
              <p:cNvSpPr/>
              <p:nvPr/>
            </p:nvSpPr>
            <p:spPr>
              <a:xfrm rot="-5400000">
                <a:off x="8632286" y="1604037"/>
                <a:ext cx="528094" cy="528183"/>
              </a:xfrm>
              <a:custGeom>
                <a:avLst/>
                <a:gdLst/>
                <a:ahLst/>
                <a:cxnLst/>
                <a:rect l="l" t="t" r="r" b="b"/>
                <a:pathLst>
                  <a:path w="7508" h="7509" extrusionOk="0">
                    <a:moveTo>
                      <a:pt x="7508" y="1"/>
                    </a:moveTo>
                    <a:lnTo>
                      <a:pt x="1" y="7508"/>
                    </a:lnTo>
                    <a:lnTo>
                      <a:pt x="7508" y="7508"/>
                    </a:lnTo>
                    <a:lnTo>
                      <a:pt x="750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Google Shape;624;p26"/>
              <p:cNvSpPr/>
              <p:nvPr/>
            </p:nvSpPr>
            <p:spPr>
              <a:xfrm rot="5400000">
                <a:off x="8627008" y="1070650"/>
                <a:ext cx="533417" cy="533417"/>
              </a:xfrm>
              <a:custGeom>
                <a:avLst/>
                <a:gdLst/>
                <a:ahLst/>
                <a:cxnLst/>
                <a:rect l="l" t="t" r="r" b="b"/>
                <a:pathLst>
                  <a:path w="7510" h="7510" extrusionOk="0">
                    <a:moveTo>
                      <a:pt x="7509" y="1"/>
                    </a:moveTo>
                    <a:cubicBezTo>
                      <a:pt x="3362" y="1"/>
                      <a:pt x="1" y="3362"/>
                      <a:pt x="1" y="7509"/>
                    </a:cubicBezTo>
                    <a:lnTo>
                      <a:pt x="7509" y="7509"/>
                    </a:lnTo>
                    <a:lnTo>
                      <a:pt x="750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25" name="Google Shape;625;p26"/>
          <p:cNvGrpSpPr/>
          <p:nvPr/>
        </p:nvGrpSpPr>
        <p:grpSpPr>
          <a:xfrm>
            <a:off x="-5151" y="-73"/>
            <a:ext cx="1185834" cy="1415638"/>
            <a:chOff x="-5151" y="-73"/>
            <a:chExt cx="1185834" cy="1415638"/>
          </a:xfrm>
        </p:grpSpPr>
        <p:sp>
          <p:nvSpPr>
            <p:cNvPr id="626" name="Google Shape;626;p26"/>
            <p:cNvSpPr/>
            <p:nvPr/>
          </p:nvSpPr>
          <p:spPr>
            <a:xfrm rot="-5400000">
              <a:off x="-5132" y="-92"/>
              <a:ext cx="476371" cy="476409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7509" y="0"/>
                  </a:moveTo>
                  <a:lnTo>
                    <a:pt x="0" y="33"/>
                  </a:lnTo>
                  <a:lnTo>
                    <a:pt x="0" y="7509"/>
                  </a:lnTo>
                  <a:lnTo>
                    <a:pt x="7509" y="0"/>
                  </a:lnTo>
                  <a:close/>
                </a:path>
              </a:pathLst>
            </a:custGeom>
            <a:solidFill>
              <a:srgbClr val="FFC4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26"/>
            <p:cNvSpPr/>
            <p:nvPr/>
          </p:nvSpPr>
          <p:spPr>
            <a:xfrm rot="-5400000">
              <a:off x="-5132" y="-92"/>
              <a:ext cx="476371" cy="476409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7509" y="0"/>
                  </a:moveTo>
                  <a:lnTo>
                    <a:pt x="0" y="7509"/>
                  </a:lnTo>
                  <a:lnTo>
                    <a:pt x="7509" y="7509"/>
                  </a:lnTo>
                  <a:lnTo>
                    <a:pt x="7509" y="0"/>
                  </a:lnTo>
                  <a:close/>
                </a:path>
              </a:pathLst>
            </a:custGeom>
            <a:solidFill>
              <a:srgbClr val="FFE4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26"/>
            <p:cNvSpPr/>
            <p:nvPr/>
          </p:nvSpPr>
          <p:spPr>
            <a:xfrm flipH="1">
              <a:off x="2448" y="944225"/>
              <a:ext cx="471277" cy="471340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1" y="1"/>
                  </a:moveTo>
                  <a:lnTo>
                    <a:pt x="7508" y="7508"/>
                  </a:lnTo>
                  <a:lnTo>
                    <a:pt x="7508" y="1"/>
                  </a:lnTo>
                  <a:close/>
                </a:path>
              </a:pathLst>
            </a:custGeom>
            <a:solidFill>
              <a:srgbClr val="FF89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26"/>
            <p:cNvSpPr/>
            <p:nvPr/>
          </p:nvSpPr>
          <p:spPr>
            <a:xfrm rot="10800000">
              <a:off x="709425" y="68"/>
              <a:ext cx="471258" cy="471321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7508" y="1"/>
                  </a:moveTo>
                  <a:cubicBezTo>
                    <a:pt x="3362" y="1"/>
                    <a:pt x="0" y="3362"/>
                    <a:pt x="0" y="7508"/>
                  </a:cubicBezTo>
                  <a:lnTo>
                    <a:pt x="7508" y="7508"/>
                  </a:lnTo>
                  <a:lnTo>
                    <a:pt x="750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26"/>
            <p:cNvSpPr/>
            <p:nvPr/>
          </p:nvSpPr>
          <p:spPr>
            <a:xfrm rot="-5400000" flipH="1">
              <a:off x="355972" y="117856"/>
              <a:ext cx="471202" cy="235717"/>
            </a:xfrm>
            <a:custGeom>
              <a:avLst/>
              <a:gdLst/>
              <a:ahLst/>
              <a:cxnLst/>
              <a:rect l="l" t="t" r="r" b="b"/>
              <a:pathLst>
                <a:path w="7508" h="3756" extrusionOk="0">
                  <a:moveTo>
                    <a:pt x="1" y="0"/>
                  </a:moveTo>
                  <a:lnTo>
                    <a:pt x="1" y="3755"/>
                  </a:lnTo>
                  <a:lnTo>
                    <a:pt x="7508" y="3755"/>
                  </a:lnTo>
                  <a:lnTo>
                    <a:pt x="750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26"/>
            <p:cNvSpPr/>
            <p:nvPr/>
          </p:nvSpPr>
          <p:spPr>
            <a:xfrm rot="-5400000">
              <a:off x="-5150" y="475622"/>
              <a:ext cx="465996" cy="465996"/>
            </a:xfrm>
            <a:custGeom>
              <a:avLst/>
              <a:gdLst/>
              <a:ahLst/>
              <a:cxnLst/>
              <a:rect l="l" t="t" r="r" b="b"/>
              <a:pathLst>
                <a:path w="7510" h="7510" extrusionOk="0">
                  <a:moveTo>
                    <a:pt x="7509" y="1"/>
                  </a:moveTo>
                  <a:cubicBezTo>
                    <a:pt x="3362" y="1"/>
                    <a:pt x="1" y="3362"/>
                    <a:pt x="1" y="7509"/>
                  </a:cubicBezTo>
                  <a:lnTo>
                    <a:pt x="7509" y="7509"/>
                  </a:lnTo>
                  <a:lnTo>
                    <a:pt x="750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27"/>
          <p:cNvSpPr txBox="1">
            <a:spLocks noGrp="1"/>
          </p:cNvSpPr>
          <p:nvPr>
            <p:ph type="title"/>
          </p:nvPr>
        </p:nvSpPr>
        <p:spPr>
          <a:xfrm>
            <a:off x="1018025" y="704850"/>
            <a:ext cx="4289100" cy="127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8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34" name="Google Shape;634;p27"/>
          <p:cNvSpPr txBox="1">
            <a:spLocks noGrp="1"/>
          </p:cNvSpPr>
          <p:nvPr>
            <p:ph type="subTitle" idx="1"/>
          </p:nvPr>
        </p:nvSpPr>
        <p:spPr>
          <a:xfrm>
            <a:off x="1018025" y="1701600"/>
            <a:ext cx="4151700" cy="127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5" name="Google Shape;635;p27"/>
          <p:cNvSpPr txBox="1"/>
          <p:nvPr/>
        </p:nvSpPr>
        <p:spPr>
          <a:xfrm>
            <a:off x="1018025" y="3611950"/>
            <a:ext cx="42303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CREDITS:</a:t>
            </a:r>
            <a:r>
              <a:rPr lang="en" sz="1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This presentation template was created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2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 and includes icons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 and infographics &amp; images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Freepik</a:t>
            </a:r>
            <a:r>
              <a:rPr lang="en" sz="1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endParaRPr sz="1100"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636" name="Google Shape;636;p27"/>
          <p:cNvGrpSpPr/>
          <p:nvPr/>
        </p:nvGrpSpPr>
        <p:grpSpPr>
          <a:xfrm>
            <a:off x="6840115" y="0"/>
            <a:ext cx="2303889" cy="1799714"/>
            <a:chOff x="6840115" y="0"/>
            <a:chExt cx="2303889" cy="1799714"/>
          </a:xfrm>
        </p:grpSpPr>
        <p:sp>
          <p:nvSpPr>
            <p:cNvPr id="637" name="Google Shape;637;p27"/>
            <p:cNvSpPr/>
            <p:nvPr/>
          </p:nvSpPr>
          <p:spPr>
            <a:xfrm>
              <a:off x="8665198" y="1081156"/>
              <a:ext cx="478793" cy="239374"/>
            </a:xfrm>
            <a:custGeom>
              <a:avLst/>
              <a:gdLst/>
              <a:ahLst/>
              <a:cxnLst/>
              <a:rect l="l" t="t" r="r" b="b"/>
              <a:pathLst>
                <a:path w="7509" h="3754" extrusionOk="0">
                  <a:moveTo>
                    <a:pt x="0" y="0"/>
                  </a:moveTo>
                  <a:lnTo>
                    <a:pt x="0" y="3754"/>
                  </a:lnTo>
                  <a:lnTo>
                    <a:pt x="7509" y="3754"/>
                  </a:lnTo>
                  <a:lnTo>
                    <a:pt x="7509" y="0"/>
                  </a:lnTo>
                  <a:close/>
                </a:path>
              </a:pathLst>
            </a:custGeom>
            <a:solidFill>
              <a:srgbClr val="FF89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27"/>
            <p:cNvSpPr/>
            <p:nvPr/>
          </p:nvSpPr>
          <p:spPr>
            <a:xfrm>
              <a:off x="8665198" y="449143"/>
              <a:ext cx="478793" cy="478875"/>
            </a:xfrm>
            <a:custGeom>
              <a:avLst/>
              <a:gdLst/>
              <a:ahLst/>
              <a:cxnLst/>
              <a:rect l="l" t="t" r="r" b="b"/>
              <a:pathLst>
                <a:path w="7509" h="7510" extrusionOk="0">
                  <a:moveTo>
                    <a:pt x="0" y="1"/>
                  </a:moveTo>
                  <a:lnTo>
                    <a:pt x="7509" y="7510"/>
                  </a:lnTo>
                  <a:lnTo>
                    <a:pt x="7509" y="1"/>
                  </a:lnTo>
                  <a:close/>
                </a:path>
              </a:pathLst>
            </a:custGeom>
            <a:solidFill>
              <a:srgbClr val="FFC4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27"/>
            <p:cNvSpPr/>
            <p:nvPr/>
          </p:nvSpPr>
          <p:spPr>
            <a:xfrm>
              <a:off x="8665209" y="449143"/>
              <a:ext cx="478793" cy="632033"/>
            </a:xfrm>
            <a:custGeom>
              <a:avLst/>
              <a:gdLst/>
              <a:ahLst/>
              <a:cxnLst/>
              <a:rect l="l" t="t" r="r" b="b"/>
              <a:pathLst>
                <a:path w="7509" h="15018" extrusionOk="0">
                  <a:moveTo>
                    <a:pt x="0" y="1"/>
                  </a:moveTo>
                  <a:lnTo>
                    <a:pt x="0" y="15017"/>
                  </a:lnTo>
                  <a:lnTo>
                    <a:pt x="7509" y="15017"/>
                  </a:lnTo>
                  <a:lnTo>
                    <a:pt x="7509" y="751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E4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27"/>
            <p:cNvSpPr/>
            <p:nvPr/>
          </p:nvSpPr>
          <p:spPr>
            <a:xfrm>
              <a:off x="8665210" y="1320884"/>
              <a:ext cx="478793" cy="478830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0" y="1"/>
                  </a:moveTo>
                  <a:lnTo>
                    <a:pt x="0" y="7508"/>
                  </a:lnTo>
                  <a:cubicBezTo>
                    <a:pt x="4148" y="7508"/>
                    <a:pt x="7509" y="4147"/>
                    <a:pt x="75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27"/>
            <p:cNvSpPr/>
            <p:nvPr/>
          </p:nvSpPr>
          <p:spPr>
            <a:xfrm>
              <a:off x="8131876" y="449150"/>
              <a:ext cx="533327" cy="533327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0" y="1"/>
                  </a:moveTo>
                  <a:cubicBezTo>
                    <a:pt x="4147" y="1"/>
                    <a:pt x="7509" y="3362"/>
                    <a:pt x="7509" y="7508"/>
                  </a:cubicBezTo>
                  <a:lnTo>
                    <a:pt x="75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27"/>
            <p:cNvSpPr/>
            <p:nvPr/>
          </p:nvSpPr>
          <p:spPr>
            <a:xfrm>
              <a:off x="7284101" y="0"/>
              <a:ext cx="465014" cy="464995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7509" y="1"/>
                  </a:moveTo>
                  <a:lnTo>
                    <a:pt x="0" y="34"/>
                  </a:lnTo>
                  <a:lnTo>
                    <a:pt x="0" y="7508"/>
                  </a:lnTo>
                  <a:lnTo>
                    <a:pt x="750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27"/>
            <p:cNvSpPr/>
            <p:nvPr/>
          </p:nvSpPr>
          <p:spPr>
            <a:xfrm>
              <a:off x="7284101" y="0"/>
              <a:ext cx="465014" cy="464995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7509" y="1"/>
                  </a:moveTo>
                  <a:lnTo>
                    <a:pt x="0" y="7508"/>
                  </a:lnTo>
                  <a:lnTo>
                    <a:pt x="7509" y="7508"/>
                  </a:lnTo>
                  <a:lnTo>
                    <a:pt x="750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27"/>
            <p:cNvSpPr/>
            <p:nvPr/>
          </p:nvSpPr>
          <p:spPr>
            <a:xfrm>
              <a:off x="7749133" y="0"/>
              <a:ext cx="464952" cy="464995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0" y="1"/>
                  </a:moveTo>
                  <a:lnTo>
                    <a:pt x="0" y="7508"/>
                  </a:lnTo>
                  <a:lnTo>
                    <a:pt x="7508" y="750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27"/>
            <p:cNvSpPr/>
            <p:nvPr/>
          </p:nvSpPr>
          <p:spPr>
            <a:xfrm>
              <a:off x="7749133" y="0"/>
              <a:ext cx="929965" cy="464995"/>
            </a:xfrm>
            <a:custGeom>
              <a:avLst/>
              <a:gdLst/>
              <a:ahLst/>
              <a:cxnLst/>
              <a:rect l="l" t="t" r="r" b="b"/>
              <a:pathLst>
                <a:path w="15017" h="7509" extrusionOk="0">
                  <a:moveTo>
                    <a:pt x="7508" y="1"/>
                  </a:moveTo>
                  <a:lnTo>
                    <a:pt x="0" y="7508"/>
                  </a:lnTo>
                  <a:lnTo>
                    <a:pt x="15016" y="7508"/>
                  </a:lnTo>
                  <a:lnTo>
                    <a:pt x="1501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27"/>
            <p:cNvSpPr/>
            <p:nvPr/>
          </p:nvSpPr>
          <p:spPr>
            <a:xfrm>
              <a:off x="8260539" y="46445"/>
              <a:ext cx="372060" cy="372045"/>
            </a:xfrm>
            <a:custGeom>
              <a:avLst/>
              <a:gdLst/>
              <a:ahLst/>
              <a:cxnLst/>
              <a:rect l="l" t="t" r="r" b="b"/>
              <a:pathLst>
                <a:path w="6008" h="6008" extrusionOk="0">
                  <a:moveTo>
                    <a:pt x="3004" y="1"/>
                  </a:moveTo>
                  <a:cubicBezTo>
                    <a:pt x="1345" y="1"/>
                    <a:pt x="1" y="1346"/>
                    <a:pt x="1" y="3005"/>
                  </a:cubicBezTo>
                  <a:cubicBezTo>
                    <a:pt x="1" y="4663"/>
                    <a:pt x="1345" y="6007"/>
                    <a:pt x="3004" y="6007"/>
                  </a:cubicBezTo>
                  <a:cubicBezTo>
                    <a:pt x="4662" y="6007"/>
                    <a:pt x="6007" y="4663"/>
                    <a:pt x="6007" y="3005"/>
                  </a:cubicBezTo>
                  <a:cubicBezTo>
                    <a:pt x="6007" y="1346"/>
                    <a:pt x="4662" y="1"/>
                    <a:pt x="300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27"/>
            <p:cNvSpPr/>
            <p:nvPr/>
          </p:nvSpPr>
          <p:spPr>
            <a:xfrm>
              <a:off x="8679053" y="0"/>
              <a:ext cx="464952" cy="464995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7508" y="1"/>
                  </a:moveTo>
                  <a:cubicBezTo>
                    <a:pt x="3362" y="1"/>
                    <a:pt x="0" y="3362"/>
                    <a:pt x="0" y="7508"/>
                  </a:cubicBezTo>
                  <a:lnTo>
                    <a:pt x="7508" y="7508"/>
                  </a:lnTo>
                  <a:lnTo>
                    <a:pt x="750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27"/>
            <p:cNvSpPr/>
            <p:nvPr/>
          </p:nvSpPr>
          <p:spPr>
            <a:xfrm flipH="1">
              <a:off x="6840115" y="1552"/>
              <a:ext cx="450934" cy="450953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0" y="1"/>
                  </a:moveTo>
                  <a:lnTo>
                    <a:pt x="0" y="7508"/>
                  </a:lnTo>
                  <a:cubicBezTo>
                    <a:pt x="4148" y="7508"/>
                    <a:pt x="7509" y="4147"/>
                    <a:pt x="75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49" name="Google Shape;649;p27"/>
          <p:cNvSpPr/>
          <p:nvPr/>
        </p:nvSpPr>
        <p:spPr>
          <a:xfrm rot="5400000" flipH="1">
            <a:off x="41" y="-57"/>
            <a:ext cx="660028" cy="660135"/>
          </a:xfrm>
          <a:custGeom>
            <a:avLst/>
            <a:gdLst/>
            <a:ahLst/>
            <a:cxnLst/>
            <a:rect l="l" t="t" r="r" b="b"/>
            <a:pathLst>
              <a:path w="7508" h="7509" extrusionOk="0">
                <a:moveTo>
                  <a:pt x="7508" y="1"/>
                </a:moveTo>
                <a:cubicBezTo>
                  <a:pt x="3362" y="1"/>
                  <a:pt x="0" y="3362"/>
                  <a:pt x="0" y="7508"/>
                </a:cubicBezTo>
                <a:lnTo>
                  <a:pt x="7508" y="7508"/>
                </a:lnTo>
                <a:lnTo>
                  <a:pt x="750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50" name="Google Shape;650;p27"/>
          <p:cNvGrpSpPr/>
          <p:nvPr/>
        </p:nvGrpSpPr>
        <p:grpSpPr>
          <a:xfrm flipH="1">
            <a:off x="-1" y="3143059"/>
            <a:ext cx="1658030" cy="2000758"/>
            <a:chOff x="7938839" y="3688711"/>
            <a:chExt cx="1205577" cy="1454780"/>
          </a:xfrm>
        </p:grpSpPr>
        <p:sp>
          <p:nvSpPr>
            <p:cNvPr id="651" name="Google Shape;651;p27"/>
            <p:cNvSpPr/>
            <p:nvPr/>
          </p:nvSpPr>
          <p:spPr>
            <a:xfrm rot="10800000">
              <a:off x="7938839" y="4785311"/>
              <a:ext cx="716311" cy="358179"/>
            </a:xfrm>
            <a:custGeom>
              <a:avLst/>
              <a:gdLst/>
              <a:ahLst/>
              <a:cxnLst/>
              <a:rect l="l" t="t" r="r" b="b"/>
              <a:pathLst>
                <a:path w="15017" h="7509" extrusionOk="0">
                  <a:moveTo>
                    <a:pt x="1" y="1"/>
                  </a:moveTo>
                  <a:lnTo>
                    <a:pt x="1" y="7508"/>
                  </a:lnTo>
                  <a:lnTo>
                    <a:pt x="7508" y="7508"/>
                  </a:lnTo>
                  <a:cubicBezTo>
                    <a:pt x="7510" y="7508"/>
                    <a:pt x="7511" y="7508"/>
                    <a:pt x="7512" y="7508"/>
                  </a:cubicBezTo>
                  <a:cubicBezTo>
                    <a:pt x="9503" y="7508"/>
                    <a:pt x="11410" y="6717"/>
                    <a:pt x="12818" y="5310"/>
                  </a:cubicBezTo>
                  <a:cubicBezTo>
                    <a:pt x="14226" y="3902"/>
                    <a:pt x="15017" y="1992"/>
                    <a:pt x="15017" y="1"/>
                  </a:cubicBezTo>
                  <a:close/>
                </a:path>
              </a:pathLst>
            </a:custGeom>
            <a:solidFill>
              <a:srgbClr val="5EA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52" name="Google Shape;652;p27"/>
            <p:cNvGrpSpPr/>
            <p:nvPr/>
          </p:nvGrpSpPr>
          <p:grpSpPr>
            <a:xfrm rot="10800000" flipH="1">
              <a:off x="8655138" y="3688711"/>
              <a:ext cx="489278" cy="1451855"/>
              <a:chOff x="8620978" y="531276"/>
              <a:chExt cx="539447" cy="1600899"/>
            </a:xfrm>
          </p:grpSpPr>
          <p:sp>
            <p:nvSpPr>
              <p:cNvPr id="653" name="Google Shape;653;p27"/>
              <p:cNvSpPr/>
              <p:nvPr/>
            </p:nvSpPr>
            <p:spPr>
              <a:xfrm rot="5400000">
                <a:off x="8621014" y="531240"/>
                <a:ext cx="539375" cy="539447"/>
              </a:xfrm>
              <a:custGeom>
                <a:avLst/>
                <a:gdLst/>
                <a:ahLst/>
                <a:cxnLst/>
                <a:rect l="l" t="t" r="r" b="b"/>
                <a:pathLst>
                  <a:path w="7508" h="7509" extrusionOk="0">
                    <a:moveTo>
                      <a:pt x="7508" y="0"/>
                    </a:moveTo>
                    <a:lnTo>
                      <a:pt x="1" y="7509"/>
                    </a:lnTo>
                    <a:lnTo>
                      <a:pt x="7508" y="7476"/>
                    </a:lnTo>
                    <a:lnTo>
                      <a:pt x="750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27"/>
              <p:cNvSpPr/>
              <p:nvPr/>
            </p:nvSpPr>
            <p:spPr>
              <a:xfrm rot="5400000">
                <a:off x="8621014" y="531240"/>
                <a:ext cx="539375" cy="539447"/>
              </a:xfrm>
              <a:custGeom>
                <a:avLst/>
                <a:gdLst/>
                <a:ahLst/>
                <a:cxnLst/>
                <a:rect l="l" t="t" r="r" b="b"/>
                <a:pathLst>
                  <a:path w="7508" h="7509" extrusionOk="0">
                    <a:moveTo>
                      <a:pt x="1" y="0"/>
                    </a:moveTo>
                    <a:lnTo>
                      <a:pt x="1" y="7509"/>
                    </a:lnTo>
                    <a:lnTo>
                      <a:pt x="750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27"/>
              <p:cNvSpPr/>
              <p:nvPr/>
            </p:nvSpPr>
            <p:spPr>
              <a:xfrm rot="-5400000">
                <a:off x="8632286" y="1604037"/>
                <a:ext cx="528094" cy="528183"/>
              </a:xfrm>
              <a:custGeom>
                <a:avLst/>
                <a:gdLst/>
                <a:ahLst/>
                <a:cxnLst/>
                <a:rect l="l" t="t" r="r" b="b"/>
                <a:pathLst>
                  <a:path w="7508" h="7509" extrusionOk="0">
                    <a:moveTo>
                      <a:pt x="7508" y="1"/>
                    </a:moveTo>
                    <a:lnTo>
                      <a:pt x="1" y="7508"/>
                    </a:lnTo>
                    <a:lnTo>
                      <a:pt x="7508" y="7508"/>
                    </a:lnTo>
                    <a:lnTo>
                      <a:pt x="750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27"/>
              <p:cNvSpPr/>
              <p:nvPr/>
            </p:nvSpPr>
            <p:spPr>
              <a:xfrm rot="5400000">
                <a:off x="8627008" y="1070650"/>
                <a:ext cx="533417" cy="533417"/>
              </a:xfrm>
              <a:custGeom>
                <a:avLst/>
                <a:gdLst/>
                <a:ahLst/>
                <a:cxnLst/>
                <a:rect l="l" t="t" r="r" b="b"/>
                <a:pathLst>
                  <a:path w="7510" h="7510" extrusionOk="0">
                    <a:moveTo>
                      <a:pt x="7509" y="1"/>
                    </a:moveTo>
                    <a:cubicBezTo>
                      <a:pt x="3362" y="1"/>
                      <a:pt x="1" y="3362"/>
                      <a:pt x="1" y="7509"/>
                    </a:cubicBezTo>
                    <a:lnTo>
                      <a:pt x="7509" y="7509"/>
                    </a:lnTo>
                    <a:lnTo>
                      <a:pt x="750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8" name="Google Shape;658;p28"/>
          <p:cNvGrpSpPr/>
          <p:nvPr/>
        </p:nvGrpSpPr>
        <p:grpSpPr>
          <a:xfrm>
            <a:off x="-7" y="2381895"/>
            <a:ext cx="3152682" cy="2771018"/>
            <a:chOff x="195199" y="2755373"/>
            <a:chExt cx="2431311" cy="2136977"/>
          </a:xfrm>
        </p:grpSpPr>
        <p:sp>
          <p:nvSpPr>
            <p:cNvPr id="659" name="Google Shape;659;p28"/>
            <p:cNvSpPr/>
            <p:nvPr/>
          </p:nvSpPr>
          <p:spPr>
            <a:xfrm rot="-5400000">
              <a:off x="608578" y="4487752"/>
              <a:ext cx="539375" cy="269822"/>
            </a:xfrm>
            <a:custGeom>
              <a:avLst/>
              <a:gdLst/>
              <a:ahLst/>
              <a:cxnLst/>
              <a:rect l="l" t="t" r="r" b="b"/>
              <a:pathLst>
                <a:path w="7508" h="3756" extrusionOk="0">
                  <a:moveTo>
                    <a:pt x="1" y="0"/>
                  </a:moveTo>
                  <a:lnTo>
                    <a:pt x="1" y="3755"/>
                  </a:lnTo>
                  <a:lnTo>
                    <a:pt x="7508" y="3755"/>
                  </a:lnTo>
                  <a:lnTo>
                    <a:pt x="750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28"/>
            <p:cNvSpPr/>
            <p:nvPr/>
          </p:nvSpPr>
          <p:spPr>
            <a:xfrm rot="-5400000" flipH="1">
              <a:off x="195727" y="3275212"/>
              <a:ext cx="539375" cy="539447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7508" y="0"/>
                  </a:moveTo>
                  <a:lnTo>
                    <a:pt x="1" y="7509"/>
                  </a:lnTo>
                  <a:lnTo>
                    <a:pt x="7508" y="7476"/>
                  </a:lnTo>
                  <a:lnTo>
                    <a:pt x="750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28"/>
            <p:cNvSpPr/>
            <p:nvPr/>
          </p:nvSpPr>
          <p:spPr>
            <a:xfrm rot="-5400000" flipH="1">
              <a:off x="195241" y="3275212"/>
              <a:ext cx="539375" cy="539447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1" y="0"/>
                  </a:moveTo>
                  <a:lnTo>
                    <a:pt x="1" y="7509"/>
                  </a:lnTo>
                  <a:lnTo>
                    <a:pt x="750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28"/>
            <p:cNvSpPr/>
            <p:nvPr/>
          </p:nvSpPr>
          <p:spPr>
            <a:xfrm rot="5400000" flipH="1">
              <a:off x="195249" y="4348008"/>
              <a:ext cx="528094" cy="528183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7508" y="1"/>
                  </a:moveTo>
                  <a:lnTo>
                    <a:pt x="1" y="7508"/>
                  </a:lnTo>
                  <a:lnTo>
                    <a:pt x="7508" y="7508"/>
                  </a:lnTo>
                  <a:lnTo>
                    <a:pt x="750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28"/>
            <p:cNvSpPr/>
            <p:nvPr/>
          </p:nvSpPr>
          <p:spPr>
            <a:xfrm rot="-5400000" flipH="1">
              <a:off x="1817376" y="4083214"/>
              <a:ext cx="539375" cy="1078893"/>
            </a:xfrm>
            <a:custGeom>
              <a:avLst/>
              <a:gdLst/>
              <a:ahLst/>
              <a:cxnLst/>
              <a:rect l="l" t="t" r="r" b="b"/>
              <a:pathLst>
                <a:path w="7508" h="15018" extrusionOk="0">
                  <a:moveTo>
                    <a:pt x="1" y="1"/>
                  </a:moveTo>
                  <a:lnTo>
                    <a:pt x="1" y="7510"/>
                  </a:lnTo>
                  <a:lnTo>
                    <a:pt x="7508" y="15017"/>
                  </a:lnTo>
                  <a:lnTo>
                    <a:pt x="750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28"/>
            <p:cNvSpPr/>
            <p:nvPr/>
          </p:nvSpPr>
          <p:spPr>
            <a:xfrm rot="-5400000" flipH="1">
              <a:off x="195205" y="3814622"/>
              <a:ext cx="533417" cy="533417"/>
            </a:xfrm>
            <a:custGeom>
              <a:avLst/>
              <a:gdLst/>
              <a:ahLst/>
              <a:cxnLst/>
              <a:rect l="l" t="t" r="r" b="b"/>
              <a:pathLst>
                <a:path w="7510" h="7510" extrusionOk="0">
                  <a:moveTo>
                    <a:pt x="7509" y="1"/>
                  </a:moveTo>
                  <a:cubicBezTo>
                    <a:pt x="3362" y="1"/>
                    <a:pt x="1" y="3362"/>
                    <a:pt x="1" y="7509"/>
                  </a:cubicBezTo>
                  <a:lnTo>
                    <a:pt x="7509" y="7509"/>
                  </a:lnTo>
                  <a:lnTo>
                    <a:pt x="750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28"/>
            <p:cNvSpPr/>
            <p:nvPr/>
          </p:nvSpPr>
          <p:spPr>
            <a:xfrm rot="10800000">
              <a:off x="730925" y="3807696"/>
              <a:ext cx="545357" cy="545304"/>
            </a:xfrm>
            <a:custGeom>
              <a:avLst/>
              <a:gdLst/>
              <a:ahLst/>
              <a:cxnLst/>
              <a:rect l="l" t="t" r="r" b="b"/>
              <a:pathLst>
                <a:path w="7510" h="7509" extrusionOk="0">
                  <a:moveTo>
                    <a:pt x="1" y="0"/>
                  </a:moveTo>
                  <a:cubicBezTo>
                    <a:pt x="4147" y="0"/>
                    <a:pt x="7509" y="3361"/>
                    <a:pt x="7509" y="7509"/>
                  </a:cubicBezTo>
                  <a:lnTo>
                    <a:pt x="750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28"/>
            <p:cNvSpPr/>
            <p:nvPr/>
          </p:nvSpPr>
          <p:spPr>
            <a:xfrm flipH="1">
              <a:off x="195199" y="2755373"/>
              <a:ext cx="539450" cy="539522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7508" y="1"/>
                  </a:moveTo>
                  <a:cubicBezTo>
                    <a:pt x="3362" y="1"/>
                    <a:pt x="0" y="3362"/>
                    <a:pt x="0" y="7508"/>
                  </a:cubicBezTo>
                  <a:lnTo>
                    <a:pt x="7508" y="7508"/>
                  </a:lnTo>
                  <a:lnTo>
                    <a:pt x="750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28"/>
            <p:cNvSpPr/>
            <p:nvPr/>
          </p:nvSpPr>
          <p:spPr>
            <a:xfrm rot="-5400000">
              <a:off x="878403" y="4487752"/>
              <a:ext cx="539375" cy="269822"/>
            </a:xfrm>
            <a:custGeom>
              <a:avLst/>
              <a:gdLst/>
              <a:ahLst/>
              <a:cxnLst/>
              <a:rect l="l" t="t" r="r" b="b"/>
              <a:pathLst>
                <a:path w="7508" h="3756" extrusionOk="0">
                  <a:moveTo>
                    <a:pt x="1" y="0"/>
                  </a:moveTo>
                  <a:lnTo>
                    <a:pt x="1" y="3755"/>
                  </a:lnTo>
                  <a:lnTo>
                    <a:pt x="7508" y="3755"/>
                  </a:lnTo>
                  <a:lnTo>
                    <a:pt x="750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28"/>
            <p:cNvSpPr/>
            <p:nvPr/>
          </p:nvSpPr>
          <p:spPr>
            <a:xfrm rot="-5400000">
              <a:off x="1148228" y="4487752"/>
              <a:ext cx="539375" cy="269822"/>
            </a:xfrm>
            <a:custGeom>
              <a:avLst/>
              <a:gdLst/>
              <a:ahLst/>
              <a:cxnLst/>
              <a:rect l="l" t="t" r="r" b="b"/>
              <a:pathLst>
                <a:path w="7508" h="3756" extrusionOk="0">
                  <a:moveTo>
                    <a:pt x="1" y="0"/>
                  </a:moveTo>
                  <a:lnTo>
                    <a:pt x="1" y="3755"/>
                  </a:lnTo>
                  <a:lnTo>
                    <a:pt x="7508" y="3755"/>
                  </a:lnTo>
                  <a:lnTo>
                    <a:pt x="750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28"/>
            <p:cNvSpPr/>
            <p:nvPr/>
          </p:nvSpPr>
          <p:spPr>
            <a:xfrm>
              <a:off x="1648200" y="4436200"/>
              <a:ext cx="372900" cy="37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0" name="Google Shape;670;p28"/>
          <p:cNvSpPr/>
          <p:nvPr/>
        </p:nvSpPr>
        <p:spPr>
          <a:xfrm rot="5400000" flipH="1">
            <a:off x="8324883" y="-117"/>
            <a:ext cx="821206" cy="821278"/>
          </a:xfrm>
          <a:custGeom>
            <a:avLst/>
            <a:gdLst/>
            <a:ahLst/>
            <a:cxnLst/>
            <a:rect l="l" t="t" r="r" b="b"/>
            <a:pathLst>
              <a:path w="7508" h="7509" extrusionOk="0">
                <a:moveTo>
                  <a:pt x="1" y="1"/>
                </a:moveTo>
                <a:lnTo>
                  <a:pt x="7508" y="7508"/>
                </a:lnTo>
                <a:lnTo>
                  <a:pt x="7508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2" name="Google Shape;672;p29"/>
          <p:cNvGrpSpPr/>
          <p:nvPr/>
        </p:nvGrpSpPr>
        <p:grpSpPr>
          <a:xfrm rot="10800000" flipH="1">
            <a:off x="7517885" y="2676269"/>
            <a:ext cx="1631208" cy="2476451"/>
            <a:chOff x="8103875" y="528048"/>
            <a:chExt cx="1056550" cy="1604127"/>
          </a:xfrm>
        </p:grpSpPr>
        <p:sp>
          <p:nvSpPr>
            <p:cNvPr id="673" name="Google Shape;673;p29"/>
            <p:cNvSpPr/>
            <p:nvPr/>
          </p:nvSpPr>
          <p:spPr>
            <a:xfrm rot="5400000">
              <a:off x="8621014" y="531240"/>
              <a:ext cx="539375" cy="539447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7508" y="0"/>
                  </a:moveTo>
                  <a:lnTo>
                    <a:pt x="1" y="7509"/>
                  </a:lnTo>
                  <a:lnTo>
                    <a:pt x="7508" y="7476"/>
                  </a:lnTo>
                  <a:lnTo>
                    <a:pt x="750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29"/>
            <p:cNvSpPr/>
            <p:nvPr/>
          </p:nvSpPr>
          <p:spPr>
            <a:xfrm rot="5400000">
              <a:off x="8621014" y="531240"/>
              <a:ext cx="539375" cy="539447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1" y="0"/>
                  </a:moveTo>
                  <a:lnTo>
                    <a:pt x="1" y="7509"/>
                  </a:lnTo>
                  <a:lnTo>
                    <a:pt x="750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29"/>
            <p:cNvSpPr/>
            <p:nvPr/>
          </p:nvSpPr>
          <p:spPr>
            <a:xfrm rot="-5400000">
              <a:off x="8632286" y="1604037"/>
              <a:ext cx="528094" cy="528183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7508" y="1"/>
                  </a:moveTo>
                  <a:lnTo>
                    <a:pt x="1" y="7508"/>
                  </a:lnTo>
                  <a:lnTo>
                    <a:pt x="7508" y="7508"/>
                  </a:lnTo>
                  <a:lnTo>
                    <a:pt x="750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29"/>
            <p:cNvSpPr/>
            <p:nvPr/>
          </p:nvSpPr>
          <p:spPr>
            <a:xfrm rot="5400000">
              <a:off x="8627008" y="1070650"/>
              <a:ext cx="533417" cy="533417"/>
            </a:xfrm>
            <a:custGeom>
              <a:avLst/>
              <a:gdLst/>
              <a:ahLst/>
              <a:cxnLst/>
              <a:rect l="l" t="t" r="r" b="b"/>
              <a:pathLst>
                <a:path w="7510" h="7510" extrusionOk="0">
                  <a:moveTo>
                    <a:pt x="7509" y="1"/>
                  </a:moveTo>
                  <a:cubicBezTo>
                    <a:pt x="3362" y="1"/>
                    <a:pt x="1" y="3362"/>
                    <a:pt x="1" y="7509"/>
                  </a:cubicBezTo>
                  <a:lnTo>
                    <a:pt x="7509" y="7509"/>
                  </a:lnTo>
                  <a:lnTo>
                    <a:pt x="750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29"/>
            <p:cNvSpPr/>
            <p:nvPr/>
          </p:nvSpPr>
          <p:spPr>
            <a:xfrm>
              <a:off x="8103875" y="528048"/>
              <a:ext cx="523128" cy="523058"/>
            </a:xfrm>
            <a:custGeom>
              <a:avLst/>
              <a:gdLst/>
              <a:ahLst/>
              <a:cxnLst/>
              <a:rect l="l" t="t" r="r" b="b"/>
              <a:pathLst>
                <a:path w="7510" h="7509" extrusionOk="0">
                  <a:moveTo>
                    <a:pt x="1" y="0"/>
                  </a:moveTo>
                  <a:cubicBezTo>
                    <a:pt x="4147" y="0"/>
                    <a:pt x="7509" y="3361"/>
                    <a:pt x="7509" y="7509"/>
                  </a:cubicBezTo>
                  <a:lnTo>
                    <a:pt x="750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8" name="Google Shape;678;p29"/>
          <p:cNvGrpSpPr/>
          <p:nvPr/>
        </p:nvGrpSpPr>
        <p:grpSpPr>
          <a:xfrm>
            <a:off x="3" y="151"/>
            <a:ext cx="1314445" cy="657240"/>
            <a:chOff x="2444" y="4674225"/>
            <a:chExt cx="938487" cy="469256"/>
          </a:xfrm>
        </p:grpSpPr>
        <p:sp>
          <p:nvSpPr>
            <p:cNvPr id="679" name="Google Shape;679;p29"/>
            <p:cNvSpPr/>
            <p:nvPr/>
          </p:nvSpPr>
          <p:spPr>
            <a:xfrm>
              <a:off x="2444" y="4674225"/>
              <a:ext cx="938487" cy="469256"/>
            </a:xfrm>
            <a:custGeom>
              <a:avLst/>
              <a:gdLst/>
              <a:ahLst/>
              <a:cxnLst/>
              <a:rect l="l" t="t" r="r" b="b"/>
              <a:pathLst>
                <a:path w="15017" h="7509" extrusionOk="0">
                  <a:moveTo>
                    <a:pt x="1" y="1"/>
                  </a:moveTo>
                  <a:lnTo>
                    <a:pt x="1" y="7508"/>
                  </a:lnTo>
                  <a:lnTo>
                    <a:pt x="7510" y="7508"/>
                  </a:lnTo>
                  <a:lnTo>
                    <a:pt x="1501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29"/>
            <p:cNvSpPr/>
            <p:nvPr/>
          </p:nvSpPr>
          <p:spPr>
            <a:xfrm rot="10800000" flipH="1">
              <a:off x="49378" y="4721156"/>
              <a:ext cx="375470" cy="375392"/>
            </a:xfrm>
            <a:custGeom>
              <a:avLst/>
              <a:gdLst/>
              <a:ahLst/>
              <a:cxnLst/>
              <a:rect l="l" t="t" r="r" b="b"/>
              <a:pathLst>
                <a:path w="6008" h="6007" extrusionOk="0">
                  <a:moveTo>
                    <a:pt x="3004" y="1"/>
                  </a:moveTo>
                  <a:cubicBezTo>
                    <a:pt x="1345" y="1"/>
                    <a:pt x="1" y="1345"/>
                    <a:pt x="1" y="3003"/>
                  </a:cubicBezTo>
                  <a:cubicBezTo>
                    <a:pt x="1" y="4662"/>
                    <a:pt x="1345" y="6006"/>
                    <a:pt x="3004" y="6006"/>
                  </a:cubicBezTo>
                  <a:cubicBezTo>
                    <a:pt x="4662" y="6006"/>
                    <a:pt x="6008" y="4662"/>
                    <a:pt x="6008" y="3003"/>
                  </a:cubicBezTo>
                  <a:cubicBezTo>
                    <a:pt x="6008" y="1345"/>
                    <a:pt x="4662" y="1"/>
                    <a:pt x="30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ecular One"/>
              <a:buNone/>
              <a:defRPr sz="35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ecular One"/>
              <a:buNone/>
              <a:defRPr sz="35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ecular One"/>
              <a:buNone/>
              <a:defRPr sz="35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ecular One"/>
              <a:buNone/>
              <a:defRPr sz="35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ecular One"/>
              <a:buNone/>
              <a:defRPr sz="35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ecular One"/>
              <a:buNone/>
              <a:defRPr sz="35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ecular One"/>
              <a:buNone/>
              <a:defRPr sz="35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ecular One"/>
              <a:buNone/>
              <a:defRPr sz="35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ecular One"/>
              <a:buNone/>
              <a:defRPr sz="35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2" r:id="rId22"/>
    <p:sldLayoutId id="2147483673" r:id="rId23"/>
    <p:sldLayoutId id="2147483674" r:id="rId24"/>
    <p:sldLayoutId id="2147483675" r:id="rId2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reepik.com/?utm_source=slidesgo_template&amp;utm_medium=referral-link&amp;utm_campaign=promo-slide&amp;utm_term=slidesgo&amp;utm_content=freepik" TargetMode="External"/><Relationship Id="rId3" Type="http://schemas.openxmlformats.org/officeDocument/2006/relationships/slide" Target="slide27.xml"/><Relationship Id="rId7" Type="http://schemas.openxmlformats.org/officeDocument/2006/relationships/hyperlink" Target="http://bit.ly/33VAFh3" TargetMode="External"/><Relationship Id="rId12" Type="http://schemas.openxmlformats.org/officeDocument/2006/relationships/hyperlink" Target="https://www.videvo.net/?utm_source=slidesgo_template&amp;utm_medium=referral-link&amp;utm_campaign=sg_resources&amp;utm_content=videvo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://bit.ly/30B07Gq" TargetMode="External"/><Relationship Id="rId11" Type="http://schemas.openxmlformats.org/officeDocument/2006/relationships/hyperlink" Target="https://wepik.com/?utm_source=slidesgo_template&amp;utm_medium=referral-link&amp;utm_campaign=promo-slide&amp;utm_term=slidesgo&amp;utm_content=wepik" TargetMode="External"/><Relationship Id="rId5" Type="http://schemas.openxmlformats.org/officeDocument/2006/relationships/hyperlink" Target="https://bit.ly/3A1uf1Q" TargetMode="External"/><Relationship Id="rId10" Type="http://schemas.openxmlformats.org/officeDocument/2006/relationships/hyperlink" Target="https://storyset.com/?utm_source=slidesgo_template&amp;utm_medium=referral-link&amp;utm_campaign=promo-slide&amp;utm_term=slidesgo&amp;utm_content=storyset" TargetMode="External"/><Relationship Id="rId4" Type="http://schemas.openxmlformats.org/officeDocument/2006/relationships/hyperlink" Target="https://slidesgo.com/slidesgo-school/presentation-tips/how-to-edit-the-master-slides-in-our-templates?utm_source=slidesgo_template&amp;utm_medium=referral-link&amp;utm_campaign=how-to-edit-the-master-slides-in-our-templates&amp;utm_term=slidesgo-school&amp;utm_content=how-to-edit-the-master-slides-in-our-templates" TargetMode="External"/><Relationship Id="rId9" Type="http://schemas.openxmlformats.org/officeDocument/2006/relationships/hyperlink" Target="https://www.flaticon.com/?utm_source=slidesgo_template&amp;utm_medium=referral-link&amp;utm_campaign=promo-slide&amp;utm_term=slidesgo&amp;utm_content=flaticon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slidesgo.com/slidesgo-school/presentation-tips/how-to-modify-a-graph-in-our-templates?utm_source=slidesgo_template&amp;utm_medium=referral-link&amp;utm_campaign=how-to-modify-a-graph-in-our-templates&amp;utm_term=slidesgo-school&amp;utm_content=how-to-modify-a-graph-in-our-templates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hyperlink" Target="https://docs.google.com/spreadsheets/d/1frrslMYItf_LJHCrocfcFFwjswGsKH80y-gNo71mlQo/copy#gid=1364826426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36"/>
          <p:cNvSpPr txBox="1">
            <a:spLocks noGrp="1"/>
          </p:cNvSpPr>
          <p:nvPr>
            <p:ph type="ctrTitle"/>
          </p:nvPr>
        </p:nvSpPr>
        <p:spPr>
          <a:xfrm>
            <a:off x="1229950" y="908524"/>
            <a:ext cx="4102200" cy="342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Creative Writing School</a:t>
            </a:r>
            <a:endParaRPr/>
          </a:p>
        </p:txBody>
      </p:sp>
      <p:sp>
        <p:nvSpPr>
          <p:cNvPr id="698" name="Google Shape;698;p36"/>
          <p:cNvSpPr txBox="1">
            <a:spLocks noGrp="1"/>
          </p:cNvSpPr>
          <p:nvPr>
            <p:ph type="subTitle" idx="1"/>
          </p:nvPr>
        </p:nvSpPr>
        <p:spPr>
          <a:xfrm>
            <a:off x="1229950" y="4147688"/>
            <a:ext cx="4102200" cy="40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is where your presentation begins</a:t>
            </a:r>
            <a:endParaRPr/>
          </a:p>
        </p:txBody>
      </p:sp>
      <p:grpSp>
        <p:nvGrpSpPr>
          <p:cNvPr id="699" name="Google Shape;699;p36"/>
          <p:cNvGrpSpPr/>
          <p:nvPr/>
        </p:nvGrpSpPr>
        <p:grpSpPr>
          <a:xfrm>
            <a:off x="5900571" y="508055"/>
            <a:ext cx="1971320" cy="4039857"/>
            <a:chOff x="6660700" y="818344"/>
            <a:chExt cx="1770064" cy="3627419"/>
          </a:xfrm>
        </p:grpSpPr>
        <p:sp>
          <p:nvSpPr>
            <p:cNvPr id="700" name="Google Shape;700;p36"/>
            <p:cNvSpPr/>
            <p:nvPr/>
          </p:nvSpPr>
          <p:spPr>
            <a:xfrm>
              <a:off x="6905619" y="4137203"/>
              <a:ext cx="1280216" cy="308561"/>
            </a:xfrm>
            <a:custGeom>
              <a:avLst/>
              <a:gdLst/>
              <a:ahLst/>
              <a:cxnLst/>
              <a:rect l="l" t="t" r="r" b="b"/>
              <a:pathLst>
                <a:path w="19994" h="4819" extrusionOk="0">
                  <a:moveTo>
                    <a:pt x="9997" y="1"/>
                  </a:moveTo>
                  <a:cubicBezTo>
                    <a:pt x="7346" y="1"/>
                    <a:pt x="4804" y="254"/>
                    <a:pt x="2928" y="706"/>
                  </a:cubicBezTo>
                  <a:cubicBezTo>
                    <a:pt x="1054" y="1158"/>
                    <a:pt x="1" y="1771"/>
                    <a:pt x="1" y="2409"/>
                  </a:cubicBezTo>
                  <a:cubicBezTo>
                    <a:pt x="1" y="3048"/>
                    <a:pt x="1054" y="3660"/>
                    <a:pt x="2928" y="4113"/>
                  </a:cubicBezTo>
                  <a:cubicBezTo>
                    <a:pt x="4804" y="4565"/>
                    <a:pt x="7346" y="4819"/>
                    <a:pt x="9997" y="4819"/>
                  </a:cubicBezTo>
                  <a:cubicBezTo>
                    <a:pt x="12648" y="4819"/>
                    <a:pt x="15190" y="4565"/>
                    <a:pt x="17065" y="4113"/>
                  </a:cubicBezTo>
                  <a:cubicBezTo>
                    <a:pt x="18939" y="3660"/>
                    <a:pt x="19993" y="3048"/>
                    <a:pt x="19993" y="2409"/>
                  </a:cubicBezTo>
                  <a:cubicBezTo>
                    <a:pt x="19993" y="1771"/>
                    <a:pt x="18939" y="1158"/>
                    <a:pt x="17065" y="706"/>
                  </a:cubicBezTo>
                  <a:cubicBezTo>
                    <a:pt x="15190" y="254"/>
                    <a:pt x="12648" y="1"/>
                    <a:pt x="9997" y="1"/>
                  </a:cubicBezTo>
                  <a:close/>
                </a:path>
              </a:pathLst>
            </a:custGeom>
            <a:solidFill>
              <a:srgbClr val="2B2E5F">
                <a:alpha val="147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36"/>
            <p:cNvSpPr/>
            <p:nvPr/>
          </p:nvSpPr>
          <p:spPr>
            <a:xfrm>
              <a:off x="7028366" y="1563858"/>
              <a:ext cx="484579" cy="1509059"/>
            </a:xfrm>
            <a:custGeom>
              <a:avLst/>
              <a:gdLst/>
              <a:ahLst/>
              <a:cxnLst/>
              <a:rect l="l" t="t" r="r" b="b"/>
              <a:pathLst>
                <a:path w="7568" h="23568" extrusionOk="0">
                  <a:moveTo>
                    <a:pt x="1312" y="0"/>
                  </a:moveTo>
                  <a:cubicBezTo>
                    <a:pt x="783" y="1628"/>
                    <a:pt x="364" y="3364"/>
                    <a:pt x="146" y="5167"/>
                  </a:cubicBezTo>
                  <a:cubicBezTo>
                    <a:pt x="1" y="6360"/>
                    <a:pt x="408" y="7552"/>
                    <a:pt x="1267" y="8392"/>
                  </a:cubicBezTo>
                  <a:lnTo>
                    <a:pt x="5448" y="12480"/>
                  </a:lnTo>
                  <a:lnTo>
                    <a:pt x="5448" y="12480"/>
                  </a:lnTo>
                  <a:lnTo>
                    <a:pt x="36" y="9402"/>
                  </a:lnTo>
                  <a:lnTo>
                    <a:pt x="36" y="9424"/>
                  </a:lnTo>
                  <a:cubicBezTo>
                    <a:pt x="53" y="9805"/>
                    <a:pt x="93" y="10184"/>
                    <a:pt x="155" y="10559"/>
                  </a:cubicBezTo>
                  <a:cubicBezTo>
                    <a:pt x="157" y="10568"/>
                    <a:pt x="158" y="10577"/>
                    <a:pt x="159" y="10586"/>
                  </a:cubicBezTo>
                  <a:cubicBezTo>
                    <a:pt x="441" y="12306"/>
                    <a:pt x="1387" y="15663"/>
                    <a:pt x="4528" y="18913"/>
                  </a:cubicBezTo>
                  <a:cubicBezTo>
                    <a:pt x="4528" y="18913"/>
                    <a:pt x="6150" y="20459"/>
                    <a:pt x="6582" y="22762"/>
                  </a:cubicBezTo>
                  <a:cubicBezTo>
                    <a:pt x="6632" y="23027"/>
                    <a:pt x="6665" y="23297"/>
                    <a:pt x="6680" y="23567"/>
                  </a:cubicBezTo>
                  <a:lnTo>
                    <a:pt x="7448" y="23567"/>
                  </a:lnTo>
                  <a:lnTo>
                    <a:pt x="7567" y="8041"/>
                  </a:lnTo>
                  <a:lnTo>
                    <a:pt x="131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36"/>
            <p:cNvSpPr/>
            <p:nvPr/>
          </p:nvSpPr>
          <p:spPr>
            <a:xfrm>
              <a:off x="7569173" y="818473"/>
              <a:ext cx="466010" cy="1314536"/>
            </a:xfrm>
            <a:custGeom>
              <a:avLst/>
              <a:gdLst/>
              <a:ahLst/>
              <a:cxnLst/>
              <a:rect l="l" t="t" r="r" b="b"/>
              <a:pathLst>
                <a:path w="7278" h="20530" extrusionOk="0">
                  <a:moveTo>
                    <a:pt x="0" y="1"/>
                  </a:moveTo>
                  <a:lnTo>
                    <a:pt x="157" y="20529"/>
                  </a:lnTo>
                  <a:lnTo>
                    <a:pt x="7278" y="15009"/>
                  </a:lnTo>
                  <a:cubicBezTo>
                    <a:pt x="7053" y="13854"/>
                    <a:pt x="6752" y="12714"/>
                    <a:pt x="6380" y="11598"/>
                  </a:cubicBezTo>
                  <a:lnTo>
                    <a:pt x="2266" y="15009"/>
                  </a:lnTo>
                  <a:lnTo>
                    <a:pt x="5639" y="9559"/>
                  </a:lnTo>
                  <a:cubicBezTo>
                    <a:pt x="5342" y="8830"/>
                    <a:pt x="5023" y="8127"/>
                    <a:pt x="4699" y="7456"/>
                  </a:cubicBezTo>
                  <a:lnTo>
                    <a:pt x="2330" y="11094"/>
                  </a:lnTo>
                  <a:lnTo>
                    <a:pt x="3638" y="8153"/>
                  </a:lnTo>
                  <a:cubicBezTo>
                    <a:pt x="4071" y="7181"/>
                    <a:pt x="4009" y="6061"/>
                    <a:pt x="3484" y="5135"/>
                  </a:cubicBezTo>
                  <a:cubicBezTo>
                    <a:pt x="1688" y="1973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36"/>
            <p:cNvSpPr/>
            <p:nvPr/>
          </p:nvSpPr>
          <p:spPr>
            <a:xfrm>
              <a:off x="7130560" y="818344"/>
              <a:ext cx="391607" cy="1180201"/>
            </a:xfrm>
            <a:custGeom>
              <a:avLst/>
              <a:gdLst/>
              <a:ahLst/>
              <a:cxnLst/>
              <a:rect l="l" t="t" r="r" b="b"/>
              <a:pathLst>
                <a:path w="6116" h="18432" extrusionOk="0">
                  <a:moveTo>
                    <a:pt x="6115" y="1"/>
                  </a:moveTo>
                  <a:cubicBezTo>
                    <a:pt x="6115" y="1"/>
                    <a:pt x="4432" y="1974"/>
                    <a:pt x="2633" y="5141"/>
                  </a:cubicBezTo>
                  <a:cubicBezTo>
                    <a:pt x="2107" y="6066"/>
                    <a:pt x="2046" y="7186"/>
                    <a:pt x="2478" y="8158"/>
                  </a:cubicBezTo>
                  <a:lnTo>
                    <a:pt x="3786" y="11096"/>
                  </a:lnTo>
                  <a:lnTo>
                    <a:pt x="1415" y="7458"/>
                  </a:lnTo>
                  <a:cubicBezTo>
                    <a:pt x="1092" y="8130"/>
                    <a:pt x="390" y="9623"/>
                    <a:pt x="1" y="10711"/>
                  </a:cubicBezTo>
                  <a:lnTo>
                    <a:pt x="5979" y="18431"/>
                  </a:lnTo>
                  <a:lnTo>
                    <a:pt x="611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36"/>
            <p:cNvSpPr/>
            <p:nvPr/>
          </p:nvSpPr>
          <p:spPr>
            <a:xfrm>
              <a:off x="7579930" y="1837335"/>
              <a:ext cx="483426" cy="1235203"/>
            </a:xfrm>
            <a:custGeom>
              <a:avLst/>
              <a:gdLst/>
              <a:ahLst/>
              <a:cxnLst/>
              <a:rect l="l" t="t" r="r" b="b"/>
              <a:pathLst>
                <a:path w="7550" h="19291" extrusionOk="0">
                  <a:moveTo>
                    <a:pt x="7272" y="0"/>
                  </a:moveTo>
                  <a:lnTo>
                    <a:pt x="0" y="5634"/>
                  </a:lnTo>
                  <a:lnTo>
                    <a:pt x="97" y="19291"/>
                  </a:lnTo>
                  <a:lnTo>
                    <a:pt x="865" y="19291"/>
                  </a:lnTo>
                  <a:cubicBezTo>
                    <a:pt x="876" y="19021"/>
                    <a:pt x="913" y="18755"/>
                    <a:pt x="962" y="18491"/>
                  </a:cubicBezTo>
                  <a:lnTo>
                    <a:pt x="962" y="18485"/>
                  </a:lnTo>
                  <a:cubicBezTo>
                    <a:pt x="1394" y="16187"/>
                    <a:pt x="3017" y="14641"/>
                    <a:pt x="3017" y="14641"/>
                  </a:cubicBezTo>
                  <a:cubicBezTo>
                    <a:pt x="5374" y="12203"/>
                    <a:pt x="6494" y="9711"/>
                    <a:pt x="7023" y="7883"/>
                  </a:cubicBezTo>
                  <a:cubicBezTo>
                    <a:pt x="7172" y="7368"/>
                    <a:pt x="7291" y="6844"/>
                    <a:pt x="7379" y="6315"/>
                  </a:cubicBezTo>
                  <a:cubicBezTo>
                    <a:pt x="7385" y="6299"/>
                    <a:pt x="7391" y="6299"/>
                    <a:pt x="7391" y="6288"/>
                  </a:cubicBezTo>
                  <a:cubicBezTo>
                    <a:pt x="7493" y="5651"/>
                    <a:pt x="7504" y="5244"/>
                    <a:pt x="7510" y="5153"/>
                  </a:cubicBezTo>
                  <a:lnTo>
                    <a:pt x="7510" y="5137"/>
                  </a:lnTo>
                  <a:lnTo>
                    <a:pt x="2098" y="8208"/>
                  </a:lnTo>
                  <a:lnTo>
                    <a:pt x="6901" y="3513"/>
                  </a:lnTo>
                  <a:cubicBezTo>
                    <a:pt x="7322" y="3103"/>
                    <a:pt x="7550" y="2526"/>
                    <a:pt x="7500" y="1940"/>
                  </a:cubicBezTo>
                  <a:lnTo>
                    <a:pt x="7499" y="1931"/>
                  </a:lnTo>
                  <a:cubicBezTo>
                    <a:pt x="7483" y="1681"/>
                    <a:pt x="7456" y="1427"/>
                    <a:pt x="7428" y="1179"/>
                  </a:cubicBezTo>
                  <a:cubicBezTo>
                    <a:pt x="7412" y="1006"/>
                    <a:pt x="7391" y="833"/>
                    <a:pt x="7364" y="660"/>
                  </a:cubicBezTo>
                  <a:cubicBezTo>
                    <a:pt x="7342" y="481"/>
                    <a:pt x="7321" y="303"/>
                    <a:pt x="7288" y="125"/>
                  </a:cubicBezTo>
                  <a:cubicBezTo>
                    <a:pt x="7283" y="82"/>
                    <a:pt x="7277" y="38"/>
                    <a:pt x="72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36"/>
            <p:cNvSpPr/>
            <p:nvPr/>
          </p:nvSpPr>
          <p:spPr>
            <a:xfrm>
              <a:off x="7133185" y="3072494"/>
              <a:ext cx="825091" cy="1219003"/>
            </a:xfrm>
            <a:custGeom>
              <a:avLst/>
              <a:gdLst/>
              <a:ahLst/>
              <a:cxnLst/>
              <a:rect l="l" t="t" r="r" b="b"/>
              <a:pathLst>
                <a:path w="12886" h="19038" extrusionOk="0">
                  <a:moveTo>
                    <a:pt x="2483" y="1"/>
                  </a:moveTo>
                  <a:cubicBezTo>
                    <a:pt x="2147" y="1"/>
                    <a:pt x="1875" y="273"/>
                    <a:pt x="1875" y="609"/>
                  </a:cubicBezTo>
                  <a:lnTo>
                    <a:pt x="1875" y="2688"/>
                  </a:lnTo>
                  <a:cubicBezTo>
                    <a:pt x="1875" y="3024"/>
                    <a:pt x="2147" y="3296"/>
                    <a:pt x="2483" y="3296"/>
                  </a:cubicBezTo>
                  <a:lnTo>
                    <a:pt x="3147" y="3296"/>
                  </a:lnTo>
                  <a:lnTo>
                    <a:pt x="3147" y="5395"/>
                  </a:lnTo>
                  <a:lnTo>
                    <a:pt x="230" y="10047"/>
                  </a:lnTo>
                  <a:cubicBezTo>
                    <a:pt x="1" y="10411"/>
                    <a:pt x="14" y="10877"/>
                    <a:pt x="264" y="11227"/>
                  </a:cubicBezTo>
                  <a:lnTo>
                    <a:pt x="5577" y="18703"/>
                  </a:lnTo>
                  <a:cubicBezTo>
                    <a:pt x="5677" y="18844"/>
                    <a:pt x="5811" y="18959"/>
                    <a:pt x="5966" y="19037"/>
                  </a:cubicBezTo>
                  <a:lnTo>
                    <a:pt x="5966" y="10806"/>
                  </a:lnTo>
                  <a:cubicBezTo>
                    <a:pt x="5588" y="10590"/>
                    <a:pt x="5402" y="10146"/>
                    <a:pt x="5514" y="9725"/>
                  </a:cubicBezTo>
                  <a:cubicBezTo>
                    <a:pt x="5625" y="9303"/>
                    <a:pt x="6007" y="9009"/>
                    <a:pt x="6443" y="9009"/>
                  </a:cubicBezTo>
                  <a:cubicBezTo>
                    <a:pt x="6880" y="9009"/>
                    <a:pt x="7261" y="9303"/>
                    <a:pt x="7372" y="9725"/>
                  </a:cubicBezTo>
                  <a:cubicBezTo>
                    <a:pt x="7484" y="10146"/>
                    <a:pt x="7298" y="10590"/>
                    <a:pt x="6919" y="10806"/>
                  </a:cubicBezTo>
                  <a:lnTo>
                    <a:pt x="6919" y="19037"/>
                  </a:lnTo>
                  <a:cubicBezTo>
                    <a:pt x="7075" y="18959"/>
                    <a:pt x="7209" y="18844"/>
                    <a:pt x="7308" y="18703"/>
                  </a:cubicBezTo>
                  <a:lnTo>
                    <a:pt x="12623" y="11227"/>
                  </a:lnTo>
                  <a:cubicBezTo>
                    <a:pt x="12872" y="10877"/>
                    <a:pt x="12885" y="10411"/>
                    <a:pt x="12657" y="10047"/>
                  </a:cubicBezTo>
                  <a:lnTo>
                    <a:pt x="9738" y="5395"/>
                  </a:lnTo>
                  <a:lnTo>
                    <a:pt x="9738" y="3296"/>
                  </a:lnTo>
                  <a:lnTo>
                    <a:pt x="10403" y="3296"/>
                  </a:lnTo>
                  <a:cubicBezTo>
                    <a:pt x="10739" y="3296"/>
                    <a:pt x="11011" y="3024"/>
                    <a:pt x="11011" y="2688"/>
                  </a:cubicBezTo>
                  <a:lnTo>
                    <a:pt x="11011" y="609"/>
                  </a:lnTo>
                  <a:cubicBezTo>
                    <a:pt x="11011" y="273"/>
                    <a:pt x="10739" y="1"/>
                    <a:pt x="104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36"/>
            <p:cNvSpPr/>
            <p:nvPr/>
          </p:nvSpPr>
          <p:spPr>
            <a:xfrm>
              <a:off x="6660700" y="1700244"/>
              <a:ext cx="671355" cy="1202675"/>
            </a:xfrm>
            <a:custGeom>
              <a:avLst/>
              <a:gdLst/>
              <a:ahLst/>
              <a:cxnLst/>
              <a:rect l="l" t="t" r="r" b="b"/>
              <a:pathLst>
                <a:path w="10485" h="18783" extrusionOk="0">
                  <a:moveTo>
                    <a:pt x="3916" y="0"/>
                  </a:moveTo>
                  <a:cubicBezTo>
                    <a:pt x="3916" y="1"/>
                    <a:pt x="1964" y="1179"/>
                    <a:pt x="976" y="3508"/>
                  </a:cubicBezTo>
                  <a:cubicBezTo>
                    <a:pt x="335" y="5019"/>
                    <a:pt x="471" y="6767"/>
                    <a:pt x="1426" y="8102"/>
                  </a:cubicBezTo>
                  <a:cubicBezTo>
                    <a:pt x="1765" y="8579"/>
                    <a:pt x="2166" y="9008"/>
                    <a:pt x="2617" y="9379"/>
                  </a:cubicBezTo>
                  <a:cubicBezTo>
                    <a:pt x="2617" y="9379"/>
                    <a:pt x="1262" y="8700"/>
                    <a:pt x="74" y="7201"/>
                  </a:cubicBezTo>
                  <a:cubicBezTo>
                    <a:pt x="60" y="7351"/>
                    <a:pt x="43" y="7497"/>
                    <a:pt x="35" y="7653"/>
                  </a:cubicBezTo>
                  <a:cubicBezTo>
                    <a:pt x="0" y="8391"/>
                    <a:pt x="42" y="9129"/>
                    <a:pt x="160" y="9857"/>
                  </a:cubicBezTo>
                  <a:cubicBezTo>
                    <a:pt x="440" y="11579"/>
                    <a:pt x="1773" y="12961"/>
                    <a:pt x="3498" y="13219"/>
                  </a:cubicBezTo>
                  <a:cubicBezTo>
                    <a:pt x="3761" y="13257"/>
                    <a:pt x="4025" y="13283"/>
                    <a:pt x="4291" y="13296"/>
                  </a:cubicBezTo>
                  <a:cubicBezTo>
                    <a:pt x="4291" y="13296"/>
                    <a:pt x="3624" y="13540"/>
                    <a:pt x="2637" y="13540"/>
                  </a:cubicBezTo>
                  <a:cubicBezTo>
                    <a:pt x="2276" y="13540"/>
                    <a:pt x="1872" y="13508"/>
                    <a:pt x="1442" y="13418"/>
                  </a:cubicBezTo>
                  <a:lnTo>
                    <a:pt x="1442" y="13418"/>
                  </a:lnTo>
                  <a:cubicBezTo>
                    <a:pt x="1812" y="14048"/>
                    <a:pt x="2253" y="14633"/>
                    <a:pt x="2755" y="15163"/>
                  </a:cubicBezTo>
                  <a:cubicBezTo>
                    <a:pt x="4337" y="16827"/>
                    <a:pt x="7306" y="17018"/>
                    <a:pt x="10484" y="18783"/>
                  </a:cubicBezTo>
                  <a:cubicBezTo>
                    <a:pt x="10484" y="18783"/>
                    <a:pt x="1288" y="12088"/>
                    <a:pt x="39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36"/>
            <p:cNvSpPr/>
            <p:nvPr/>
          </p:nvSpPr>
          <p:spPr>
            <a:xfrm>
              <a:off x="7759409" y="1700308"/>
              <a:ext cx="671355" cy="1202611"/>
            </a:xfrm>
            <a:custGeom>
              <a:avLst/>
              <a:gdLst/>
              <a:ahLst/>
              <a:cxnLst/>
              <a:rect l="l" t="t" r="r" b="b"/>
              <a:pathLst>
                <a:path w="10485" h="18782" extrusionOk="0">
                  <a:moveTo>
                    <a:pt x="6570" y="1"/>
                  </a:moveTo>
                  <a:lnTo>
                    <a:pt x="6570" y="1"/>
                  </a:lnTo>
                  <a:cubicBezTo>
                    <a:pt x="9198" y="12087"/>
                    <a:pt x="0" y="18782"/>
                    <a:pt x="0" y="18782"/>
                  </a:cubicBezTo>
                  <a:cubicBezTo>
                    <a:pt x="3179" y="17018"/>
                    <a:pt x="6148" y="16826"/>
                    <a:pt x="7730" y="15162"/>
                  </a:cubicBezTo>
                  <a:cubicBezTo>
                    <a:pt x="8232" y="14632"/>
                    <a:pt x="8673" y="14047"/>
                    <a:pt x="9043" y="13417"/>
                  </a:cubicBezTo>
                  <a:lnTo>
                    <a:pt x="9043" y="13417"/>
                  </a:lnTo>
                  <a:cubicBezTo>
                    <a:pt x="8613" y="13507"/>
                    <a:pt x="8209" y="13539"/>
                    <a:pt x="7848" y="13539"/>
                  </a:cubicBezTo>
                  <a:cubicBezTo>
                    <a:pt x="6861" y="13539"/>
                    <a:pt x="6194" y="13295"/>
                    <a:pt x="6194" y="13295"/>
                  </a:cubicBezTo>
                  <a:cubicBezTo>
                    <a:pt x="6460" y="13282"/>
                    <a:pt x="6724" y="13256"/>
                    <a:pt x="6987" y="13218"/>
                  </a:cubicBezTo>
                  <a:cubicBezTo>
                    <a:pt x="8711" y="12960"/>
                    <a:pt x="10044" y="11578"/>
                    <a:pt x="10323" y="9856"/>
                  </a:cubicBezTo>
                  <a:cubicBezTo>
                    <a:pt x="10442" y="9128"/>
                    <a:pt x="10484" y="8390"/>
                    <a:pt x="10449" y="7652"/>
                  </a:cubicBezTo>
                  <a:cubicBezTo>
                    <a:pt x="10441" y="7496"/>
                    <a:pt x="10423" y="7350"/>
                    <a:pt x="10411" y="7200"/>
                  </a:cubicBezTo>
                  <a:cubicBezTo>
                    <a:pt x="9223" y="8699"/>
                    <a:pt x="7866" y="9378"/>
                    <a:pt x="7866" y="9378"/>
                  </a:cubicBezTo>
                  <a:cubicBezTo>
                    <a:pt x="8319" y="9007"/>
                    <a:pt x="8719" y="8578"/>
                    <a:pt x="9057" y="8101"/>
                  </a:cubicBezTo>
                  <a:cubicBezTo>
                    <a:pt x="10013" y="6766"/>
                    <a:pt x="10150" y="5018"/>
                    <a:pt x="9509" y="3507"/>
                  </a:cubicBezTo>
                  <a:cubicBezTo>
                    <a:pt x="8521" y="1179"/>
                    <a:pt x="6570" y="1"/>
                    <a:pt x="65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3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 of this template</a:t>
            </a:r>
            <a:endParaRPr/>
          </a:p>
        </p:txBody>
      </p:sp>
      <p:sp>
        <p:nvSpPr>
          <p:cNvPr id="713" name="Google Shape;713;p37"/>
          <p:cNvSpPr txBox="1">
            <a:spLocks noGrp="1"/>
          </p:cNvSpPr>
          <p:nvPr>
            <p:ph type="body" idx="1"/>
          </p:nvPr>
        </p:nvSpPr>
        <p:spPr>
          <a:xfrm>
            <a:off x="720000" y="1078000"/>
            <a:ext cx="7704000" cy="3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delete this slide when you’re done editing the presentation</a:t>
            </a:r>
            <a:endParaRPr b="1"/>
          </a:p>
        </p:txBody>
      </p:sp>
      <p:graphicFrame>
        <p:nvGraphicFramePr>
          <p:cNvPr id="714" name="Google Shape;714;p37"/>
          <p:cNvGraphicFramePr/>
          <p:nvPr/>
        </p:nvGraphicFramePr>
        <p:xfrm>
          <a:off x="720000" y="1614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{F4F67F9A-AF26-4EF0-9563-D6FCD2DCD294}</a:tableStyleId>
              </a:tblPr>
              <a:tblGrid>
                <a:gridCol w="261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Barlow"/>
                          <a:ea typeface="Barlow"/>
                          <a:cs typeface="Barlow"/>
                          <a:sym typeface="Barlow"/>
                          <a:hlinkClick r:id="" action="ppaction://noaction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Fonts</a:t>
                      </a:r>
                      <a:endParaRPr sz="1100" b="1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To view this template correctly in PowerPoint, download and install the fonts we used</a:t>
                      </a:r>
                      <a:endParaRPr sz="10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Barlow"/>
                          <a:ea typeface="Barlow"/>
                          <a:cs typeface="Barlow"/>
                          <a:sym typeface="Barlow"/>
                          <a:hlinkClick r:id="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Used </a:t>
                      </a:r>
                      <a:r>
                        <a:rPr lang="en" sz="1100" b="1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and </a:t>
                      </a:r>
                      <a:r>
                        <a:rPr lang="en" sz="1100" b="1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Barlow"/>
                          <a:ea typeface="Barlow"/>
                          <a:cs typeface="Barlow"/>
                          <a:sym typeface="Barlow"/>
                          <a:hlinkClick r:id="" action="ppaction://noaction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alternative</a:t>
                      </a:r>
                      <a:r>
                        <a:rPr lang="en" sz="1100" b="1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Barlow"/>
                          <a:ea typeface="Barlow"/>
                          <a:cs typeface="Barlow"/>
                          <a:sym typeface="Barlow"/>
                          <a:hlinkClick r:id="" action="ppaction://noaction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 resources</a:t>
                      </a:r>
                      <a:endParaRPr sz="1100" b="1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An assortment of graphic resources that are suitable for use in this presentation</a:t>
                      </a:r>
                      <a:endParaRPr sz="10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Barlow"/>
                          <a:ea typeface="Barlow"/>
                          <a:cs typeface="Barlow"/>
                          <a:sym typeface="Barlow"/>
                          <a:hlinkClick r:id="rId3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Thanks slide</a:t>
                      </a:r>
                      <a:endParaRPr sz="1100" b="1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You must keep it so that proper credits for our design are given</a:t>
                      </a:r>
                      <a:endParaRPr sz="10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Barlow"/>
                          <a:ea typeface="Barlow"/>
                          <a:cs typeface="Barlow"/>
                          <a:sym typeface="Barlow"/>
                          <a:hlinkClick r:id="" action="ppaction://noaction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Colors</a:t>
                      </a:r>
                      <a:endParaRPr sz="1100" b="1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All the colors used in this presentation</a:t>
                      </a:r>
                      <a:endParaRPr sz="10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hlink"/>
                          </a:solidFill>
                          <a:uFill>
                            <a:noFill/>
                          </a:uFill>
                          <a:latin typeface="Barlow"/>
                          <a:ea typeface="Barlow"/>
                          <a:cs typeface="Barlow"/>
                          <a:sym typeface="Barlow"/>
                          <a:hlinkClick r:id="" action="ppaction://noaction"/>
                        </a:rPr>
                        <a:t>Icons </a:t>
                      </a:r>
                      <a:r>
                        <a:rPr lang="en" sz="1100" b="1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and </a:t>
                      </a:r>
                      <a:r>
                        <a:rPr lang="en" sz="1100" b="1">
                          <a:solidFill>
                            <a:schemeClr val="hlink"/>
                          </a:solidFill>
                          <a:uFill>
                            <a:noFill/>
                          </a:uFill>
                          <a:latin typeface="Barlow"/>
                          <a:ea typeface="Barlow"/>
                          <a:cs typeface="Barlow"/>
                          <a:sym typeface="Barlow"/>
                          <a:hlinkClick r:id="" action="ppaction://noaction"/>
                        </a:rPr>
                        <a:t>infographic resources</a:t>
                      </a:r>
                      <a:endParaRPr sz="1100" b="1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These can be used in the template, and their size and color can be edited</a:t>
                      </a:r>
                      <a:endParaRPr sz="10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Editable presentation theme </a:t>
                      </a:r>
                      <a:endParaRPr sz="1100" b="1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You can edit the master slides easily. For more info, click </a:t>
                      </a:r>
                      <a:r>
                        <a:rPr lang="en" sz="1100" b="1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Barlow"/>
                          <a:ea typeface="Barlow"/>
                          <a:cs typeface="Barlow"/>
                          <a:sym typeface="Barlow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here</a:t>
                      </a:r>
                      <a:endParaRPr sz="100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15" name="Google Shape;715;p37"/>
          <p:cNvSpPr txBox="1"/>
          <p:nvPr/>
        </p:nvSpPr>
        <p:spPr>
          <a:xfrm>
            <a:off x="1328413" y="413367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For more info:</a:t>
            </a:r>
            <a:br>
              <a:rPr lang="en" sz="8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</a:b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5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SLIDESGO </a:t>
            </a:r>
            <a:r>
              <a:rPr lang="en" sz="10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|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6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BLOG</a:t>
            </a:r>
            <a:r>
              <a:rPr lang="en" sz="10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|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7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FAQ</a:t>
            </a:r>
            <a:r>
              <a:rPr lang="en" sz="10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</a:t>
            </a:r>
            <a:endParaRPr sz="1000"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716" name="Google Shape;716;p37"/>
          <p:cNvSpPr txBox="1"/>
          <p:nvPr/>
        </p:nvSpPr>
        <p:spPr>
          <a:xfrm>
            <a:off x="4815588" y="413367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You can visit our sister projects:</a:t>
            </a:r>
            <a:br>
              <a:rPr lang="en" sz="8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</a:b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8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FREEPIK</a:t>
            </a:r>
            <a:r>
              <a:rPr lang="en" sz="10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|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9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FLATICON</a:t>
            </a:r>
            <a:r>
              <a:rPr lang="en" sz="10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|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10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STORYSET</a:t>
            </a:r>
            <a:r>
              <a:rPr lang="en" sz="10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|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11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WEPIK </a:t>
            </a:r>
            <a:r>
              <a:rPr lang="en" sz="10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|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12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VIDEVO</a:t>
            </a:r>
            <a:endParaRPr sz="1000"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722" name="Google Shape;722;p38"/>
          <p:cNvSpPr txBox="1">
            <a:spLocks noGrp="1"/>
          </p:cNvSpPr>
          <p:nvPr>
            <p:ph type="subTitle" idx="3"/>
          </p:nvPr>
        </p:nvSpPr>
        <p:spPr>
          <a:xfrm>
            <a:off x="5868225" y="3495480"/>
            <a:ext cx="230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describe the topic of the section here</a:t>
            </a:r>
            <a:endParaRPr sz="1600"/>
          </a:p>
        </p:txBody>
      </p:sp>
      <p:sp>
        <p:nvSpPr>
          <p:cNvPr id="723" name="Google Shape;723;p38"/>
          <p:cNvSpPr txBox="1">
            <a:spLocks noGrp="1"/>
          </p:cNvSpPr>
          <p:nvPr>
            <p:ph type="subTitle" idx="1"/>
          </p:nvPr>
        </p:nvSpPr>
        <p:spPr>
          <a:xfrm>
            <a:off x="2069877" y="1974200"/>
            <a:ext cx="230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describe the topic of the section here</a:t>
            </a:r>
            <a:endParaRPr/>
          </a:p>
        </p:txBody>
      </p:sp>
      <p:sp>
        <p:nvSpPr>
          <p:cNvPr id="724" name="Google Shape;724;p38"/>
          <p:cNvSpPr txBox="1">
            <a:spLocks noGrp="1"/>
          </p:cNvSpPr>
          <p:nvPr>
            <p:ph type="subTitle" idx="2"/>
          </p:nvPr>
        </p:nvSpPr>
        <p:spPr>
          <a:xfrm>
            <a:off x="2069877" y="3495480"/>
            <a:ext cx="230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describe the topic of the section here</a:t>
            </a:r>
            <a:endParaRPr/>
          </a:p>
        </p:txBody>
      </p:sp>
      <p:sp>
        <p:nvSpPr>
          <p:cNvPr id="725" name="Google Shape;725;p38"/>
          <p:cNvSpPr txBox="1">
            <a:spLocks noGrp="1"/>
          </p:cNvSpPr>
          <p:nvPr>
            <p:ph type="subTitle" idx="4"/>
          </p:nvPr>
        </p:nvSpPr>
        <p:spPr>
          <a:xfrm>
            <a:off x="5868225" y="1974200"/>
            <a:ext cx="230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describe the topic of the section here</a:t>
            </a:r>
            <a:endParaRPr/>
          </a:p>
        </p:txBody>
      </p:sp>
      <p:sp>
        <p:nvSpPr>
          <p:cNvPr id="726" name="Google Shape;726;p38"/>
          <p:cNvSpPr txBox="1">
            <a:spLocks noGrp="1"/>
          </p:cNvSpPr>
          <p:nvPr>
            <p:ph type="title" idx="5"/>
          </p:nvPr>
        </p:nvSpPr>
        <p:spPr>
          <a:xfrm>
            <a:off x="966075" y="1680800"/>
            <a:ext cx="1026900" cy="86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727" name="Google Shape;727;p38"/>
          <p:cNvSpPr txBox="1">
            <a:spLocks noGrp="1"/>
          </p:cNvSpPr>
          <p:nvPr>
            <p:ph type="title" idx="6"/>
          </p:nvPr>
        </p:nvSpPr>
        <p:spPr>
          <a:xfrm>
            <a:off x="4765175" y="3202080"/>
            <a:ext cx="1026900" cy="86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728" name="Google Shape;728;p38"/>
          <p:cNvSpPr txBox="1">
            <a:spLocks noGrp="1"/>
          </p:cNvSpPr>
          <p:nvPr>
            <p:ph type="title" idx="7"/>
          </p:nvPr>
        </p:nvSpPr>
        <p:spPr>
          <a:xfrm>
            <a:off x="966075" y="3202080"/>
            <a:ext cx="1026900" cy="86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729" name="Google Shape;729;p38"/>
          <p:cNvSpPr txBox="1">
            <a:spLocks noGrp="1"/>
          </p:cNvSpPr>
          <p:nvPr>
            <p:ph type="title" idx="8"/>
          </p:nvPr>
        </p:nvSpPr>
        <p:spPr>
          <a:xfrm>
            <a:off x="4765175" y="1680800"/>
            <a:ext cx="1026900" cy="86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730" name="Google Shape;730;p38"/>
          <p:cNvSpPr txBox="1">
            <a:spLocks noGrp="1"/>
          </p:cNvSpPr>
          <p:nvPr>
            <p:ph type="subTitle" idx="9"/>
          </p:nvPr>
        </p:nvSpPr>
        <p:spPr>
          <a:xfrm>
            <a:off x="2069875" y="1675702"/>
            <a:ext cx="2309700" cy="43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method</a:t>
            </a:r>
            <a:endParaRPr/>
          </a:p>
        </p:txBody>
      </p:sp>
      <p:sp>
        <p:nvSpPr>
          <p:cNvPr id="731" name="Google Shape;731;p38"/>
          <p:cNvSpPr txBox="1">
            <a:spLocks noGrp="1"/>
          </p:cNvSpPr>
          <p:nvPr>
            <p:ph type="subTitle" idx="13"/>
          </p:nvPr>
        </p:nvSpPr>
        <p:spPr>
          <a:xfrm>
            <a:off x="2069875" y="3202077"/>
            <a:ext cx="2309700" cy="43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areas</a:t>
            </a:r>
            <a:endParaRPr/>
          </a:p>
        </p:txBody>
      </p:sp>
      <p:sp>
        <p:nvSpPr>
          <p:cNvPr id="732" name="Google Shape;732;p38"/>
          <p:cNvSpPr txBox="1">
            <a:spLocks noGrp="1"/>
          </p:cNvSpPr>
          <p:nvPr>
            <p:ph type="subTitle" idx="14"/>
          </p:nvPr>
        </p:nvSpPr>
        <p:spPr>
          <a:xfrm>
            <a:off x="5868224" y="3202077"/>
            <a:ext cx="2309700" cy="43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Enrollment </a:t>
            </a:r>
            <a:endParaRPr/>
          </a:p>
        </p:txBody>
      </p:sp>
      <p:sp>
        <p:nvSpPr>
          <p:cNvPr id="733" name="Google Shape;733;p38"/>
          <p:cNvSpPr txBox="1">
            <a:spLocks noGrp="1"/>
          </p:cNvSpPr>
          <p:nvPr>
            <p:ph type="subTitle" idx="15"/>
          </p:nvPr>
        </p:nvSpPr>
        <p:spPr>
          <a:xfrm>
            <a:off x="5868224" y="1675702"/>
            <a:ext cx="2309700" cy="43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teachers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39"/>
          <p:cNvSpPr txBox="1">
            <a:spLocks noGrp="1"/>
          </p:cNvSpPr>
          <p:nvPr>
            <p:ph type="title"/>
          </p:nvPr>
        </p:nvSpPr>
        <p:spPr>
          <a:xfrm>
            <a:off x="1064325" y="2299001"/>
            <a:ext cx="4441200" cy="14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teaching method</a:t>
            </a:r>
            <a:endParaRPr/>
          </a:p>
        </p:txBody>
      </p:sp>
      <p:sp>
        <p:nvSpPr>
          <p:cNvPr id="739" name="Google Shape;739;p39"/>
          <p:cNvSpPr txBox="1">
            <a:spLocks noGrp="1"/>
          </p:cNvSpPr>
          <p:nvPr>
            <p:ph type="subTitle" idx="1"/>
          </p:nvPr>
        </p:nvSpPr>
        <p:spPr>
          <a:xfrm>
            <a:off x="1064325" y="3882101"/>
            <a:ext cx="4441200" cy="35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enter a subtitle here if you need it</a:t>
            </a:r>
            <a:endParaRPr/>
          </a:p>
        </p:txBody>
      </p:sp>
      <p:sp>
        <p:nvSpPr>
          <p:cNvPr id="740" name="Google Shape;740;p39"/>
          <p:cNvSpPr txBox="1">
            <a:spLocks noGrp="1"/>
          </p:cNvSpPr>
          <p:nvPr>
            <p:ph type="title" idx="2"/>
          </p:nvPr>
        </p:nvSpPr>
        <p:spPr>
          <a:xfrm>
            <a:off x="1064325" y="905899"/>
            <a:ext cx="1250400" cy="114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741" name="Google Shape;741;p39"/>
          <p:cNvGrpSpPr/>
          <p:nvPr/>
        </p:nvGrpSpPr>
        <p:grpSpPr>
          <a:xfrm>
            <a:off x="5411757" y="996729"/>
            <a:ext cx="2667919" cy="2960632"/>
            <a:chOff x="5762758" y="996729"/>
            <a:chExt cx="2667919" cy="2960632"/>
          </a:xfrm>
        </p:grpSpPr>
        <p:sp>
          <p:nvSpPr>
            <p:cNvPr id="742" name="Google Shape;742;p39"/>
            <p:cNvSpPr/>
            <p:nvPr/>
          </p:nvSpPr>
          <p:spPr>
            <a:xfrm>
              <a:off x="6383837" y="3613718"/>
              <a:ext cx="1425772" cy="343643"/>
            </a:xfrm>
            <a:custGeom>
              <a:avLst/>
              <a:gdLst/>
              <a:ahLst/>
              <a:cxnLst/>
              <a:rect l="l" t="t" r="r" b="b"/>
              <a:pathLst>
                <a:path w="19994" h="4819" extrusionOk="0">
                  <a:moveTo>
                    <a:pt x="9997" y="1"/>
                  </a:moveTo>
                  <a:cubicBezTo>
                    <a:pt x="7346" y="1"/>
                    <a:pt x="4804" y="254"/>
                    <a:pt x="2928" y="706"/>
                  </a:cubicBezTo>
                  <a:cubicBezTo>
                    <a:pt x="1054" y="1158"/>
                    <a:pt x="1" y="1771"/>
                    <a:pt x="1" y="2409"/>
                  </a:cubicBezTo>
                  <a:cubicBezTo>
                    <a:pt x="1" y="3048"/>
                    <a:pt x="1054" y="3660"/>
                    <a:pt x="2928" y="4113"/>
                  </a:cubicBezTo>
                  <a:cubicBezTo>
                    <a:pt x="4804" y="4565"/>
                    <a:pt x="7346" y="4819"/>
                    <a:pt x="9997" y="4819"/>
                  </a:cubicBezTo>
                  <a:cubicBezTo>
                    <a:pt x="12648" y="4819"/>
                    <a:pt x="15190" y="4565"/>
                    <a:pt x="17065" y="4113"/>
                  </a:cubicBezTo>
                  <a:cubicBezTo>
                    <a:pt x="18939" y="3660"/>
                    <a:pt x="19993" y="3048"/>
                    <a:pt x="19993" y="2409"/>
                  </a:cubicBezTo>
                  <a:cubicBezTo>
                    <a:pt x="19993" y="1771"/>
                    <a:pt x="18939" y="1158"/>
                    <a:pt x="17065" y="706"/>
                  </a:cubicBezTo>
                  <a:cubicBezTo>
                    <a:pt x="15190" y="254"/>
                    <a:pt x="12648" y="1"/>
                    <a:pt x="9997" y="1"/>
                  </a:cubicBezTo>
                  <a:close/>
                </a:path>
              </a:pathLst>
            </a:custGeom>
            <a:solidFill>
              <a:srgbClr val="2B2E5F">
                <a:alpha val="147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43" name="Google Shape;743;p39"/>
            <p:cNvGrpSpPr/>
            <p:nvPr/>
          </p:nvGrpSpPr>
          <p:grpSpPr>
            <a:xfrm>
              <a:off x="5762758" y="996729"/>
              <a:ext cx="2667919" cy="2698912"/>
              <a:chOff x="5898595" y="1552574"/>
              <a:chExt cx="2766689" cy="2798830"/>
            </a:xfrm>
          </p:grpSpPr>
          <p:sp>
            <p:nvSpPr>
              <p:cNvPr id="744" name="Google Shape;744;p39"/>
              <p:cNvSpPr/>
              <p:nvPr/>
            </p:nvSpPr>
            <p:spPr>
              <a:xfrm>
                <a:off x="5898595" y="1552574"/>
                <a:ext cx="1367999" cy="2025305"/>
              </a:xfrm>
              <a:custGeom>
                <a:avLst/>
                <a:gdLst/>
                <a:ahLst/>
                <a:cxnLst/>
                <a:rect l="l" t="t" r="r" b="b"/>
                <a:pathLst>
                  <a:path w="23959" h="35471" extrusionOk="0">
                    <a:moveTo>
                      <a:pt x="1410" y="1"/>
                    </a:moveTo>
                    <a:cubicBezTo>
                      <a:pt x="1410" y="1"/>
                      <a:pt x="1495" y="3654"/>
                      <a:pt x="657" y="7747"/>
                    </a:cubicBezTo>
                    <a:cubicBezTo>
                      <a:pt x="0" y="10956"/>
                      <a:pt x="1043" y="14341"/>
                      <a:pt x="3596" y="16392"/>
                    </a:cubicBezTo>
                    <a:cubicBezTo>
                      <a:pt x="3730" y="16499"/>
                      <a:pt x="3866" y="16602"/>
                      <a:pt x="4007" y="16703"/>
                    </a:cubicBezTo>
                    <a:cubicBezTo>
                      <a:pt x="5563" y="17817"/>
                      <a:pt x="7566" y="18922"/>
                      <a:pt x="9924" y="19533"/>
                    </a:cubicBezTo>
                    <a:cubicBezTo>
                      <a:pt x="9924" y="19533"/>
                      <a:pt x="9715" y="19550"/>
                      <a:pt x="9346" y="19550"/>
                    </a:cubicBezTo>
                    <a:cubicBezTo>
                      <a:pt x="8107" y="19550"/>
                      <a:pt x="5068" y="19358"/>
                      <a:pt x="2066" y="17689"/>
                    </a:cubicBezTo>
                    <a:lnTo>
                      <a:pt x="2066" y="17689"/>
                    </a:lnTo>
                    <a:cubicBezTo>
                      <a:pt x="2688" y="19135"/>
                      <a:pt x="3440" y="20521"/>
                      <a:pt x="4313" y="21830"/>
                    </a:cubicBezTo>
                    <a:cubicBezTo>
                      <a:pt x="6173" y="24623"/>
                      <a:pt x="9276" y="26401"/>
                      <a:pt x="12630" y="26431"/>
                    </a:cubicBezTo>
                    <a:cubicBezTo>
                      <a:pt x="12672" y="26432"/>
                      <a:pt x="12714" y="26432"/>
                      <a:pt x="12756" y="26432"/>
                    </a:cubicBezTo>
                    <a:cubicBezTo>
                      <a:pt x="13321" y="26432"/>
                      <a:pt x="13884" y="26397"/>
                      <a:pt x="14446" y="26328"/>
                    </a:cubicBezTo>
                    <a:lnTo>
                      <a:pt x="14446" y="26328"/>
                    </a:lnTo>
                    <a:cubicBezTo>
                      <a:pt x="14446" y="26328"/>
                      <a:pt x="12358" y="27242"/>
                      <a:pt x="9395" y="27242"/>
                    </a:cubicBezTo>
                    <a:cubicBezTo>
                      <a:pt x="9253" y="27242"/>
                      <a:pt x="9108" y="27240"/>
                      <a:pt x="8962" y="27236"/>
                    </a:cubicBezTo>
                    <a:lnTo>
                      <a:pt x="8962" y="27236"/>
                    </a:lnTo>
                    <a:cubicBezTo>
                      <a:pt x="10544" y="29735"/>
                      <a:pt x="12074" y="30840"/>
                      <a:pt x="13931" y="31723"/>
                    </a:cubicBezTo>
                    <a:cubicBezTo>
                      <a:pt x="14448" y="31973"/>
                      <a:pt x="15005" y="32166"/>
                      <a:pt x="15597" y="32338"/>
                    </a:cubicBezTo>
                    <a:cubicBezTo>
                      <a:pt x="16288" y="32540"/>
                      <a:pt x="16985" y="32694"/>
                      <a:pt x="17690" y="32832"/>
                    </a:cubicBezTo>
                    <a:cubicBezTo>
                      <a:pt x="19024" y="33095"/>
                      <a:pt x="21959" y="33829"/>
                      <a:pt x="23959" y="35470"/>
                    </a:cubicBezTo>
                    <a:lnTo>
                      <a:pt x="141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Google Shape;745;p39"/>
              <p:cNvSpPr/>
              <p:nvPr/>
            </p:nvSpPr>
            <p:spPr>
              <a:xfrm>
                <a:off x="6071541" y="1578952"/>
                <a:ext cx="1149258" cy="1799656"/>
              </a:xfrm>
              <a:custGeom>
                <a:avLst/>
                <a:gdLst/>
                <a:ahLst/>
                <a:cxnLst/>
                <a:rect l="l" t="t" r="r" b="b"/>
                <a:pathLst>
                  <a:path w="20128" h="31519" extrusionOk="0">
                    <a:moveTo>
                      <a:pt x="0" y="1"/>
                    </a:moveTo>
                    <a:lnTo>
                      <a:pt x="19983" y="31519"/>
                    </a:lnTo>
                    <a:cubicBezTo>
                      <a:pt x="18425" y="27147"/>
                      <a:pt x="20128" y="24058"/>
                      <a:pt x="20114" y="21356"/>
                    </a:cubicBezTo>
                    <a:cubicBezTo>
                      <a:pt x="20101" y="19589"/>
                      <a:pt x="19805" y="17989"/>
                      <a:pt x="18434" y="15846"/>
                    </a:cubicBezTo>
                    <a:cubicBezTo>
                      <a:pt x="17377" y="18287"/>
                      <a:pt x="15826" y="19692"/>
                      <a:pt x="15729" y="19776"/>
                    </a:cubicBezTo>
                    <a:cubicBezTo>
                      <a:pt x="15971" y="19388"/>
                      <a:pt x="16192" y="18987"/>
                      <a:pt x="16390" y="18575"/>
                    </a:cubicBezTo>
                    <a:cubicBezTo>
                      <a:pt x="17681" y="15886"/>
                      <a:pt x="17438" y="12721"/>
                      <a:pt x="15884" y="10173"/>
                    </a:cubicBezTo>
                    <a:cubicBezTo>
                      <a:pt x="15196" y="9043"/>
                      <a:pt x="14408" y="7975"/>
                      <a:pt x="13530" y="6984"/>
                    </a:cubicBezTo>
                    <a:lnTo>
                      <a:pt x="13530" y="6984"/>
                    </a:lnTo>
                    <a:cubicBezTo>
                      <a:pt x="13788" y="10809"/>
                      <a:pt x="12088" y="13777"/>
                      <a:pt x="12088" y="13777"/>
                    </a:cubicBezTo>
                    <a:cubicBezTo>
                      <a:pt x="12478" y="11716"/>
                      <a:pt x="12347" y="9751"/>
                      <a:pt x="12052" y="8133"/>
                    </a:cubicBezTo>
                    <a:cubicBezTo>
                      <a:pt x="12025" y="7988"/>
                      <a:pt x="11994" y="7843"/>
                      <a:pt x="11960" y="7700"/>
                    </a:cubicBezTo>
                    <a:cubicBezTo>
                      <a:pt x="11297" y="4956"/>
                      <a:pt x="9001" y="2906"/>
                      <a:pt x="6232" y="2350"/>
                    </a:cubicBezTo>
                    <a:cubicBezTo>
                      <a:pt x="2708" y="1643"/>
                      <a:pt x="1" y="1"/>
                      <a:pt x="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Google Shape;746;p39"/>
              <p:cNvSpPr/>
              <p:nvPr/>
            </p:nvSpPr>
            <p:spPr>
              <a:xfrm>
                <a:off x="7449108" y="1822413"/>
                <a:ext cx="1216177" cy="1788408"/>
              </a:xfrm>
              <a:custGeom>
                <a:avLst/>
                <a:gdLst/>
                <a:ahLst/>
                <a:cxnLst/>
                <a:rect l="l" t="t" r="r" b="b"/>
                <a:pathLst>
                  <a:path w="21300" h="31322" extrusionOk="0">
                    <a:moveTo>
                      <a:pt x="20295" y="1"/>
                    </a:moveTo>
                    <a:lnTo>
                      <a:pt x="1" y="31322"/>
                    </a:lnTo>
                    <a:cubicBezTo>
                      <a:pt x="3324" y="28081"/>
                      <a:pt x="6842" y="28338"/>
                      <a:pt x="9290" y="27197"/>
                    </a:cubicBezTo>
                    <a:cubicBezTo>
                      <a:pt x="10891" y="26451"/>
                      <a:pt x="12221" y="25510"/>
                      <a:pt x="13598" y="23374"/>
                    </a:cubicBezTo>
                    <a:lnTo>
                      <a:pt x="13598" y="23374"/>
                    </a:lnTo>
                    <a:cubicBezTo>
                      <a:pt x="13509" y="23376"/>
                      <a:pt x="13421" y="23377"/>
                      <a:pt x="13334" y="23377"/>
                    </a:cubicBezTo>
                    <a:cubicBezTo>
                      <a:pt x="10728" y="23377"/>
                      <a:pt x="8888" y="22549"/>
                      <a:pt x="8888" y="22549"/>
                    </a:cubicBezTo>
                    <a:lnTo>
                      <a:pt x="8888" y="22549"/>
                    </a:lnTo>
                    <a:cubicBezTo>
                      <a:pt x="9405" y="22619"/>
                      <a:pt x="9926" y="22654"/>
                      <a:pt x="10448" y="22655"/>
                    </a:cubicBezTo>
                    <a:cubicBezTo>
                      <a:pt x="10449" y="22655"/>
                      <a:pt x="10450" y="22655"/>
                      <a:pt x="10451" y="22655"/>
                    </a:cubicBezTo>
                    <a:cubicBezTo>
                      <a:pt x="13336" y="22655"/>
                      <a:pt x="16018" y="21144"/>
                      <a:pt x="17635" y="18759"/>
                    </a:cubicBezTo>
                    <a:cubicBezTo>
                      <a:pt x="18399" y="17641"/>
                      <a:pt x="19055" y="16454"/>
                      <a:pt x="19599" y="15214"/>
                    </a:cubicBezTo>
                    <a:lnTo>
                      <a:pt x="19599" y="15214"/>
                    </a:lnTo>
                    <a:cubicBezTo>
                      <a:pt x="17072" y="16590"/>
                      <a:pt x="14526" y="16761"/>
                      <a:pt x="13412" y="16761"/>
                    </a:cubicBezTo>
                    <a:cubicBezTo>
                      <a:pt x="13042" y="16761"/>
                      <a:pt x="12830" y="16742"/>
                      <a:pt x="12830" y="16742"/>
                    </a:cubicBezTo>
                    <a:cubicBezTo>
                      <a:pt x="14862" y="16234"/>
                      <a:pt x="16594" y="15293"/>
                      <a:pt x="17940" y="14349"/>
                    </a:cubicBezTo>
                    <a:cubicBezTo>
                      <a:pt x="18422" y="14010"/>
                      <a:pt x="18865" y="13618"/>
                      <a:pt x="19260" y="13181"/>
                    </a:cubicBezTo>
                    <a:cubicBezTo>
                      <a:pt x="20843" y="11431"/>
                      <a:pt x="21299" y="8966"/>
                      <a:pt x="20730" y="6674"/>
                    </a:cubicBezTo>
                    <a:cubicBezTo>
                      <a:pt x="19886" y="3282"/>
                      <a:pt x="20295" y="1"/>
                      <a:pt x="2029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Google Shape;747;p39"/>
              <p:cNvSpPr/>
              <p:nvPr/>
            </p:nvSpPr>
            <p:spPr>
              <a:xfrm>
                <a:off x="7243332" y="1627713"/>
                <a:ext cx="1414533" cy="2180382"/>
              </a:xfrm>
              <a:custGeom>
                <a:avLst/>
                <a:gdLst/>
                <a:ahLst/>
                <a:cxnLst/>
                <a:rect l="l" t="t" r="r" b="b"/>
                <a:pathLst>
                  <a:path w="24774" h="38187" extrusionOk="0">
                    <a:moveTo>
                      <a:pt x="24774" y="1"/>
                    </a:moveTo>
                    <a:lnTo>
                      <a:pt x="23751" y="696"/>
                    </a:lnTo>
                    <a:cubicBezTo>
                      <a:pt x="21849" y="1987"/>
                      <a:pt x="19743" y="2943"/>
                      <a:pt x="17521" y="3525"/>
                    </a:cubicBezTo>
                    <a:cubicBezTo>
                      <a:pt x="16624" y="3759"/>
                      <a:pt x="15563" y="4107"/>
                      <a:pt x="14190" y="4710"/>
                    </a:cubicBezTo>
                    <a:cubicBezTo>
                      <a:pt x="11673" y="5816"/>
                      <a:pt x="10072" y="8378"/>
                      <a:pt x="9554" y="11079"/>
                    </a:cubicBezTo>
                    <a:cubicBezTo>
                      <a:pt x="9192" y="12958"/>
                      <a:pt x="9020" y="15240"/>
                      <a:pt x="9449" y="17639"/>
                    </a:cubicBezTo>
                    <a:cubicBezTo>
                      <a:pt x="9449" y="17639"/>
                      <a:pt x="7503" y="14175"/>
                      <a:pt x="7844" y="9732"/>
                    </a:cubicBezTo>
                    <a:lnTo>
                      <a:pt x="7844" y="9732"/>
                    </a:lnTo>
                    <a:cubicBezTo>
                      <a:pt x="6790" y="10898"/>
                      <a:pt x="5845" y="12159"/>
                      <a:pt x="5022" y="13499"/>
                    </a:cubicBezTo>
                    <a:cubicBezTo>
                      <a:pt x="3259" y="16353"/>
                      <a:pt x="2938" y="19919"/>
                      <a:pt x="4314" y="22978"/>
                    </a:cubicBezTo>
                    <a:cubicBezTo>
                      <a:pt x="4562" y="23532"/>
                      <a:pt x="4846" y="24068"/>
                      <a:pt x="5165" y="24584"/>
                    </a:cubicBezTo>
                    <a:cubicBezTo>
                      <a:pt x="5165" y="24584"/>
                      <a:pt x="3296" y="22923"/>
                      <a:pt x="2052" y="19980"/>
                    </a:cubicBezTo>
                    <a:cubicBezTo>
                      <a:pt x="441" y="22460"/>
                      <a:pt x="77" y="24316"/>
                      <a:pt x="47" y="26370"/>
                    </a:cubicBezTo>
                    <a:cubicBezTo>
                      <a:pt x="1" y="29509"/>
                      <a:pt x="1949" y="33119"/>
                      <a:pt x="94" y="38186"/>
                    </a:cubicBezTo>
                    <a:lnTo>
                      <a:pt x="21035" y="5786"/>
                    </a:lnTo>
                    <a:lnTo>
                      <a:pt x="2477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Google Shape;748;p39"/>
              <p:cNvSpPr/>
              <p:nvPr/>
            </p:nvSpPr>
            <p:spPr>
              <a:xfrm>
                <a:off x="6998331" y="3641398"/>
                <a:ext cx="586448" cy="136863"/>
              </a:xfrm>
              <a:custGeom>
                <a:avLst/>
                <a:gdLst/>
                <a:ahLst/>
                <a:cxnLst/>
                <a:rect l="l" t="t" r="r" b="b"/>
                <a:pathLst>
                  <a:path w="10271" h="2397" extrusionOk="0">
                    <a:moveTo>
                      <a:pt x="687" y="0"/>
                    </a:moveTo>
                    <a:cubicBezTo>
                      <a:pt x="307" y="0"/>
                      <a:pt x="0" y="307"/>
                      <a:pt x="0" y="687"/>
                    </a:cubicBezTo>
                    <a:lnTo>
                      <a:pt x="0" y="1710"/>
                    </a:lnTo>
                    <a:cubicBezTo>
                      <a:pt x="0" y="2090"/>
                      <a:pt x="307" y="2396"/>
                      <a:pt x="687" y="2396"/>
                    </a:cubicBezTo>
                    <a:lnTo>
                      <a:pt x="9583" y="2396"/>
                    </a:lnTo>
                    <a:cubicBezTo>
                      <a:pt x="9964" y="2396"/>
                      <a:pt x="10270" y="2090"/>
                      <a:pt x="10270" y="1710"/>
                    </a:cubicBezTo>
                    <a:lnTo>
                      <a:pt x="10270" y="687"/>
                    </a:lnTo>
                    <a:cubicBezTo>
                      <a:pt x="10270" y="307"/>
                      <a:pt x="9964" y="0"/>
                      <a:pt x="95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Google Shape;749;p39"/>
              <p:cNvSpPr/>
              <p:nvPr/>
            </p:nvSpPr>
            <p:spPr>
              <a:xfrm>
                <a:off x="6885908" y="3778202"/>
                <a:ext cx="811298" cy="573202"/>
              </a:xfrm>
              <a:custGeom>
                <a:avLst/>
                <a:gdLst/>
                <a:ahLst/>
                <a:cxnLst/>
                <a:rect l="l" t="t" r="r" b="b"/>
                <a:pathLst>
                  <a:path w="14209" h="10039" extrusionOk="0">
                    <a:moveTo>
                      <a:pt x="3136" y="0"/>
                    </a:moveTo>
                    <a:lnTo>
                      <a:pt x="2816" y="1882"/>
                    </a:lnTo>
                    <a:lnTo>
                      <a:pt x="2332" y="1882"/>
                    </a:lnTo>
                    <a:cubicBezTo>
                      <a:pt x="1502" y="1882"/>
                      <a:pt x="804" y="2506"/>
                      <a:pt x="710" y="3331"/>
                    </a:cubicBezTo>
                    <a:lnTo>
                      <a:pt x="60" y="9052"/>
                    </a:lnTo>
                    <a:cubicBezTo>
                      <a:pt x="0" y="9578"/>
                      <a:pt x="412" y="10039"/>
                      <a:pt x="940" y="10039"/>
                    </a:cubicBezTo>
                    <a:lnTo>
                      <a:pt x="13268" y="10039"/>
                    </a:lnTo>
                    <a:cubicBezTo>
                      <a:pt x="13798" y="10037"/>
                      <a:pt x="14208" y="9578"/>
                      <a:pt x="14148" y="9052"/>
                    </a:cubicBezTo>
                    <a:lnTo>
                      <a:pt x="13498" y="3331"/>
                    </a:lnTo>
                    <a:cubicBezTo>
                      <a:pt x="13404" y="2506"/>
                      <a:pt x="12707" y="1882"/>
                      <a:pt x="11876" y="1882"/>
                    </a:cubicBezTo>
                    <a:lnTo>
                      <a:pt x="11393" y="1882"/>
                    </a:lnTo>
                    <a:lnTo>
                      <a:pt x="1107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40"/>
          <p:cNvSpPr/>
          <p:nvPr/>
        </p:nvSpPr>
        <p:spPr>
          <a:xfrm>
            <a:off x="4810140" y="3459335"/>
            <a:ext cx="1625562" cy="345558"/>
          </a:xfrm>
          <a:custGeom>
            <a:avLst/>
            <a:gdLst/>
            <a:ahLst/>
            <a:cxnLst/>
            <a:rect l="l" t="t" r="r" b="b"/>
            <a:pathLst>
              <a:path w="19994" h="4819" extrusionOk="0">
                <a:moveTo>
                  <a:pt x="9997" y="1"/>
                </a:moveTo>
                <a:cubicBezTo>
                  <a:pt x="7346" y="1"/>
                  <a:pt x="4804" y="254"/>
                  <a:pt x="2928" y="706"/>
                </a:cubicBezTo>
                <a:cubicBezTo>
                  <a:pt x="1054" y="1158"/>
                  <a:pt x="1" y="1771"/>
                  <a:pt x="1" y="2409"/>
                </a:cubicBezTo>
                <a:cubicBezTo>
                  <a:pt x="1" y="3048"/>
                  <a:pt x="1054" y="3660"/>
                  <a:pt x="2928" y="4113"/>
                </a:cubicBezTo>
                <a:cubicBezTo>
                  <a:pt x="4804" y="4565"/>
                  <a:pt x="7346" y="4819"/>
                  <a:pt x="9997" y="4819"/>
                </a:cubicBezTo>
                <a:cubicBezTo>
                  <a:pt x="12648" y="4819"/>
                  <a:pt x="15190" y="4565"/>
                  <a:pt x="17065" y="4113"/>
                </a:cubicBezTo>
                <a:cubicBezTo>
                  <a:pt x="18939" y="3660"/>
                  <a:pt x="19993" y="3048"/>
                  <a:pt x="19993" y="2409"/>
                </a:cubicBezTo>
                <a:cubicBezTo>
                  <a:pt x="19993" y="1771"/>
                  <a:pt x="18939" y="1158"/>
                  <a:pt x="17065" y="706"/>
                </a:cubicBezTo>
                <a:cubicBezTo>
                  <a:pt x="15190" y="254"/>
                  <a:pt x="12648" y="1"/>
                  <a:pt x="9997" y="1"/>
                </a:cubicBezTo>
                <a:close/>
              </a:path>
            </a:pathLst>
          </a:custGeom>
          <a:solidFill>
            <a:srgbClr val="2B2E5F">
              <a:alpha val="147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5" name="Google Shape;755;p40"/>
          <p:cNvSpPr txBox="1">
            <a:spLocks noGrp="1"/>
          </p:cNvSpPr>
          <p:nvPr>
            <p:ph type="title"/>
          </p:nvPr>
        </p:nvSpPr>
        <p:spPr>
          <a:xfrm>
            <a:off x="1041975" y="1154363"/>
            <a:ext cx="3351600" cy="84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756" name="Google Shape;756;p40"/>
          <p:cNvSpPr txBox="1">
            <a:spLocks noGrp="1"/>
          </p:cNvSpPr>
          <p:nvPr>
            <p:ph type="subTitle" idx="1"/>
          </p:nvPr>
        </p:nvSpPr>
        <p:spPr>
          <a:xfrm>
            <a:off x="1041965" y="2000138"/>
            <a:ext cx="3351600" cy="198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is the closest planet to the Sun and the smallest one in the Solar System—</a:t>
            </a:r>
            <a:r>
              <a:rPr lang="en" b="1"/>
              <a:t>it’s only a bit larger than the Moon</a:t>
            </a:r>
            <a:r>
              <a:rPr lang="en"/>
              <a:t>. The planet’s name has nothing to do with the liquid metal, since Mercury was named after a Roman god</a:t>
            </a:r>
            <a:endParaRPr/>
          </a:p>
        </p:txBody>
      </p:sp>
      <p:grpSp>
        <p:nvGrpSpPr>
          <p:cNvPr id="757" name="Google Shape;757;p40"/>
          <p:cNvGrpSpPr/>
          <p:nvPr/>
        </p:nvGrpSpPr>
        <p:grpSpPr>
          <a:xfrm>
            <a:off x="4944819" y="1815902"/>
            <a:ext cx="1337609" cy="1789804"/>
            <a:chOff x="5902625" y="1390963"/>
            <a:chExt cx="1593530" cy="2132242"/>
          </a:xfrm>
        </p:grpSpPr>
        <p:sp>
          <p:nvSpPr>
            <p:cNvPr id="758" name="Google Shape;758;p40"/>
            <p:cNvSpPr/>
            <p:nvPr/>
          </p:nvSpPr>
          <p:spPr>
            <a:xfrm>
              <a:off x="5902625" y="1390963"/>
              <a:ext cx="1518156" cy="394025"/>
            </a:xfrm>
            <a:custGeom>
              <a:avLst/>
              <a:gdLst/>
              <a:ahLst/>
              <a:cxnLst/>
              <a:rect l="l" t="t" r="r" b="b"/>
              <a:pathLst>
                <a:path w="22035" h="5719" extrusionOk="0">
                  <a:moveTo>
                    <a:pt x="2860" y="0"/>
                  </a:moveTo>
                  <a:cubicBezTo>
                    <a:pt x="1281" y="0"/>
                    <a:pt x="0" y="1280"/>
                    <a:pt x="0" y="2859"/>
                  </a:cubicBezTo>
                  <a:cubicBezTo>
                    <a:pt x="0" y="4438"/>
                    <a:pt x="1281" y="5719"/>
                    <a:pt x="2860" y="5719"/>
                  </a:cubicBezTo>
                  <a:lnTo>
                    <a:pt x="22035" y="5719"/>
                  </a:lnTo>
                  <a:lnTo>
                    <a:pt x="22035" y="746"/>
                  </a:lnTo>
                  <a:cubicBezTo>
                    <a:pt x="22035" y="334"/>
                    <a:pt x="21700" y="0"/>
                    <a:pt x="212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40"/>
            <p:cNvSpPr/>
            <p:nvPr/>
          </p:nvSpPr>
          <p:spPr>
            <a:xfrm>
              <a:off x="5902625" y="1587874"/>
              <a:ext cx="1593530" cy="1935331"/>
            </a:xfrm>
            <a:custGeom>
              <a:avLst/>
              <a:gdLst/>
              <a:ahLst/>
              <a:cxnLst/>
              <a:rect l="l" t="t" r="r" b="b"/>
              <a:pathLst>
                <a:path w="23129" h="28090" extrusionOk="0">
                  <a:moveTo>
                    <a:pt x="0" y="1"/>
                  </a:moveTo>
                  <a:lnTo>
                    <a:pt x="0" y="25231"/>
                  </a:lnTo>
                  <a:cubicBezTo>
                    <a:pt x="0" y="26810"/>
                    <a:pt x="1281" y="28090"/>
                    <a:pt x="2860" y="28090"/>
                  </a:cubicBezTo>
                  <a:lnTo>
                    <a:pt x="22381" y="28090"/>
                  </a:lnTo>
                  <a:cubicBezTo>
                    <a:pt x="22794" y="28090"/>
                    <a:pt x="23128" y="27755"/>
                    <a:pt x="23128" y="27343"/>
                  </a:cubicBezTo>
                  <a:lnTo>
                    <a:pt x="23128" y="3608"/>
                  </a:lnTo>
                  <a:cubicBezTo>
                    <a:pt x="23128" y="3195"/>
                    <a:pt x="22794" y="2861"/>
                    <a:pt x="22381" y="2861"/>
                  </a:cubicBezTo>
                  <a:lnTo>
                    <a:pt x="2860" y="2861"/>
                  </a:lnTo>
                  <a:cubicBezTo>
                    <a:pt x="1281" y="2861"/>
                    <a:pt x="0" y="1580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40"/>
            <p:cNvSpPr/>
            <p:nvPr/>
          </p:nvSpPr>
          <p:spPr>
            <a:xfrm>
              <a:off x="5902625" y="1587874"/>
              <a:ext cx="425511" cy="1935331"/>
            </a:xfrm>
            <a:custGeom>
              <a:avLst/>
              <a:gdLst/>
              <a:ahLst/>
              <a:cxnLst/>
              <a:rect l="l" t="t" r="r" b="b"/>
              <a:pathLst>
                <a:path w="6176" h="28090" extrusionOk="0">
                  <a:moveTo>
                    <a:pt x="0" y="1"/>
                  </a:moveTo>
                  <a:lnTo>
                    <a:pt x="0" y="25231"/>
                  </a:lnTo>
                  <a:cubicBezTo>
                    <a:pt x="0" y="26810"/>
                    <a:pt x="1281" y="28090"/>
                    <a:pt x="2860" y="28090"/>
                  </a:cubicBezTo>
                  <a:lnTo>
                    <a:pt x="6176" y="28090"/>
                  </a:lnTo>
                  <a:cubicBezTo>
                    <a:pt x="4597" y="28090"/>
                    <a:pt x="3316" y="26810"/>
                    <a:pt x="3316" y="25231"/>
                  </a:cubicBezTo>
                  <a:lnTo>
                    <a:pt x="3316" y="2861"/>
                  </a:lnTo>
                  <a:lnTo>
                    <a:pt x="2860" y="2861"/>
                  </a:lnTo>
                  <a:cubicBezTo>
                    <a:pt x="1281" y="2861"/>
                    <a:pt x="0" y="1580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40"/>
            <p:cNvSpPr/>
            <p:nvPr/>
          </p:nvSpPr>
          <p:spPr>
            <a:xfrm>
              <a:off x="5902625" y="2671505"/>
              <a:ext cx="1593530" cy="602578"/>
            </a:xfrm>
            <a:custGeom>
              <a:avLst/>
              <a:gdLst/>
              <a:ahLst/>
              <a:cxnLst/>
              <a:rect l="l" t="t" r="r" b="b"/>
              <a:pathLst>
                <a:path w="23129" h="8746" extrusionOk="0">
                  <a:moveTo>
                    <a:pt x="0" y="0"/>
                  </a:moveTo>
                  <a:lnTo>
                    <a:pt x="0" y="5887"/>
                  </a:lnTo>
                  <a:cubicBezTo>
                    <a:pt x="0" y="7466"/>
                    <a:pt x="1281" y="8745"/>
                    <a:pt x="2860" y="8745"/>
                  </a:cubicBezTo>
                  <a:lnTo>
                    <a:pt x="23128" y="8745"/>
                  </a:lnTo>
                  <a:lnTo>
                    <a:pt x="23128" y="2859"/>
                  </a:lnTo>
                  <a:lnTo>
                    <a:pt x="2860" y="2859"/>
                  </a:lnTo>
                  <a:cubicBezTo>
                    <a:pt x="1281" y="2859"/>
                    <a:pt x="0" y="1579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40"/>
            <p:cNvSpPr/>
            <p:nvPr/>
          </p:nvSpPr>
          <p:spPr>
            <a:xfrm>
              <a:off x="5902625" y="2671505"/>
              <a:ext cx="228464" cy="602646"/>
            </a:xfrm>
            <a:custGeom>
              <a:avLst/>
              <a:gdLst/>
              <a:ahLst/>
              <a:cxnLst/>
              <a:rect l="l" t="t" r="r" b="b"/>
              <a:pathLst>
                <a:path w="3316" h="8747" extrusionOk="0">
                  <a:moveTo>
                    <a:pt x="0" y="0"/>
                  </a:moveTo>
                  <a:lnTo>
                    <a:pt x="0" y="5887"/>
                  </a:lnTo>
                  <a:cubicBezTo>
                    <a:pt x="0" y="7466"/>
                    <a:pt x="1281" y="8746"/>
                    <a:pt x="2860" y="8746"/>
                  </a:cubicBezTo>
                  <a:lnTo>
                    <a:pt x="3316" y="8746"/>
                  </a:lnTo>
                  <a:lnTo>
                    <a:pt x="3316" y="2859"/>
                  </a:lnTo>
                  <a:lnTo>
                    <a:pt x="2860" y="2859"/>
                  </a:lnTo>
                  <a:cubicBezTo>
                    <a:pt x="1281" y="2859"/>
                    <a:pt x="0" y="1579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40"/>
            <p:cNvSpPr/>
            <p:nvPr/>
          </p:nvSpPr>
          <p:spPr>
            <a:xfrm>
              <a:off x="6488674" y="2051903"/>
              <a:ext cx="543808" cy="543808"/>
            </a:xfrm>
            <a:custGeom>
              <a:avLst/>
              <a:gdLst/>
              <a:ahLst/>
              <a:cxnLst/>
              <a:rect l="l" t="t" r="r" b="b"/>
              <a:pathLst>
                <a:path w="7893" h="7893" extrusionOk="0">
                  <a:moveTo>
                    <a:pt x="3948" y="1"/>
                  </a:moveTo>
                  <a:cubicBezTo>
                    <a:pt x="1768" y="1"/>
                    <a:pt x="1" y="1767"/>
                    <a:pt x="1" y="3946"/>
                  </a:cubicBezTo>
                  <a:cubicBezTo>
                    <a:pt x="1" y="6125"/>
                    <a:pt x="1768" y="7893"/>
                    <a:pt x="3948" y="7893"/>
                  </a:cubicBezTo>
                  <a:cubicBezTo>
                    <a:pt x="6127" y="7893"/>
                    <a:pt x="7893" y="6125"/>
                    <a:pt x="7893" y="3946"/>
                  </a:cubicBezTo>
                  <a:cubicBezTo>
                    <a:pt x="7893" y="1767"/>
                    <a:pt x="6127" y="1"/>
                    <a:pt x="39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40"/>
            <p:cNvSpPr/>
            <p:nvPr/>
          </p:nvSpPr>
          <p:spPr>
            <a:xfrm>
              <a:off x="6131023" y="1491968"/>
              <a:ext cx="1289761" cy="64419"/>
            </a:xfrm>
            <a:custGeom>
              <a:avLst/>
              <a:gdLst/>
              <a:ahLst/>
              <a:cxnLst/>
              <a:rect l="l" t="t" r="r" b="b"/>
              <a:pathLst>
                <a:path w="18720" h="935" extrusionOk="0">
                  <a:moveTo>
                    <a:pt x="468" y="1"/>
                  </a:moveTo>
                  <a:cubicBezTo>
                    <a:pt x="210" y="1"/>
                    <a:pt x="1" y="210"/>
                    <a:pt x="1" y="468"/>
                  </a:cubicBezTo>
                  <a:cubicBezTo>
                    <a:pt x="1" y="726"/>
                    <a:pt x="210" y="934"/>
                    <a:pt x="468" y="934"/>
                  </a:cubicBezTo>
                  <a:lnTo>
                    <a:pt x="18720" y="934"/>
                  </a:lnTo>
                  <a:lnTo>
                    <a:pt x="1872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40"/>
            <p:cNvSpPr/>
            <p:nvPr/>
          </p:nvSpPr>
          <p:spPr>
            <a:xfrm>
              <a:off x="6131023" y="1621427"/>
              <a:ext cx="1289761" cy="64419"/>
            </a:xfrm>
            <a:custGeom>
              <a:avLst/>
              <a:gdLst/>
              <a:ahLst/>
              <a:cxnLst/>
              <a:rect l="l" t="t" r="r" b="b"/>
              <a:pathLst>
                <a:path w="18720" h="935" extrusionOk="0">
                  <a:moveTo>
                    <a:pt x="468" y="0"/>
                  </a:moveTo>
                  <a:cubicBezTo>
                    <a:pt x="210" y="0"/>
                    <a:pt x="1" y="209"/>
                    <a:pt x="1" y="467"/>
                  </a:cubicBezTo>
                  <a:cubicBezTo>
                    <a:pt x="1" y="725"/>
                    <a:pt x="210" y="934"/>
                    <a:pt x="468" y="934"/>
                  </a:cubicBezTo>
                  <a:lnTo>
                    <a:pt x="18720" y="934"/>
                  </a:lnTo>
                  <a:lnTo>
                    <a:pt x="1872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40"/>
            <p:cNvSpPr/>
            <p:nvPr/>
          </p:nvSpPr>
          <p:spPr>
            <a:xfrm>
              <a:off x="6456430" y="2973417"/>
              <a:ext cx="613877" cy="64350"/>
            </a:xfrm>
            <a:custGeom>
              <a:avLst/>
              <a:gdLst/>
              <a:ahLst/>
              <a:cxnLst/>
              <a:rect l="l" t="t" r="r" b="b"/>
              <a:pathLst>
                <a:path w="8910" h="934" extrusionOk="0">
                  <a:moveTo>
                    <a:pt x="468" y="0"/>
                  </a:moveTo>
                  <a:cubicBezTo>
                    <a:pt x="209" y="0"/>
                    <a:pt x="0" y="209"/>
                    <a:pt x="0" y="467"/>
                  </a:cubicBezTo>
                  <a:cubicBezTo>
                    <a:pt x="0" y="725"/>
                    <a:pt x="209" y="934"/>
                    <a:pt x="468" y="934"/>
                  </a:cubicBezTo>
                  <a:lnTo>
                    <a:pt x="8444" y="934"/>
                  </a:lnTo>
                  <a:cubicBezTo>
                    <a:pt x="8701" y="934"/>
                    <a:pt x="8910" y="725"/>
                    <a:pt x="8910" y="467"/>
                  </a:cubicBezTo>
                  <a:cubicBezTo>
                    <a:pt x="8910" y="209"/>
                    <a:pt x="8701" y="0"/>
                    <a:pt x="84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40"/>
            <p:cNvSpPr/>
            <p:nvPr/>
          </p:nvSpPr>
          <p:spPr>
            <a:xfrm>
              <a:off x="6456430" y="3102808"/>
              <a:ext cx="613877" cy="64419"/>
            </a:xfrm>
            <a:custGeom>
              <a:avLst/>
              <a:gdLst/>
              <a:ahLst/>
              <a:cxnLst/>
              <a:rect l="l" t="t" r="r" b="b"/>
              <a:pathLst>
                <a:path w="8910" h="935" extrusionOk="0">
                  <a:moveTo>
                    <a:pt x="468" y="1"/>
                  </a:moveTo>
                  <a:cubicBezTo>
                    <a:pt x="209" y="1"/>
                    <a:pt x="0" y="210"/>
                    <a:pt x="0" y="467"/>
                  </a:cubicBezTo>
                  <a:cubicBezTo>
                    <a:pt x="0" y="726"/>
                    <a:pt x="209" y="935"/>
                    <a:pt x="468" y="935"/>
                  </a:cubicBezTo>
                  <a:lnTo>
                    <a:pt x="8444" y="935"/>
                  </a:lnTo>
                  <a:cubicBezTo>
                    <a:pt x="8701" y="935"/>
                    <a:pt x="8910" y="726"/>
                    <a:pt x="8910" y="467"/>
                  </a:cubicBezTo>
                  <a:cubicBezTo>
                    <a:pt x="8910" y="210"/>
                    <a:pt x="8701" y="1"/>
                    <a:pt x="84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8" name="Google Shape;768;p40"/>
          <p:cNvGrpSpPr/>
          <p:nvPr/>
        </p:nvGrpSpPr>
        <p:grpSpPr>
          <a:xfrm>
            <a:off x="7023709" y="940025"/>
            <a:ext cx="1078326" cy="3055375"/>
            <a:chOff x="6905619" y="818344"/>
            <a:chExt cx="1280216" cy="3627419"/>
          </a:xfrm>
        </p:grpSpPr>
        <p:sp>
          <p:nvSpPr>
            <p:cNvPr id="769" name="Google Shape;769;p40"/>
            <p:cNvSpPr/>
            <p:nvPr/>
          </p:nvSpPr>
          <p:spPr>
            <a:xfrm>
              <a:off x="6905619" y="4137203"/>
              <a:ext cx="1280216" cy="308561"/>
            </a:xfrm>
            <a:custGeom>
              <a:avLst/>
              <a:gdLst/>
              <a:ahLst/>
              <a:cxnLst/>
              <a:rect l="l" t="t" r="r" b="b"/>
              <a:pathLst>
                <a:path w="19994" h="4819" extrusionOk="0">
                  <a:moveTo>
                    <a:pt x="9997" y="1"/>
                  </a:moveTo>
                  <a:cubicBezTo>
                    <a:pt x="7346" y="1"/>
                    <a:pt x="4804" y="254"/>
                    <a:pt x="2928" y="706"/>
                  </a:cubicBezTo>
                  <a:cubicBezTo>
                    <a:pt x="1054" y="1158"/>
                    <a:pt x="1" y="1771"/>
                    <a:pt x="1" y="2409"/>
                  </a:cubicBezTo>
                  <a:cubicBezTo>
                    <a:pt x="1" y="3048"/>
                    <a:pt x="1054" y="3660"/>
                    <a:pt x="2928" y="4113"/>
                  </a:cubicBezTo>
                  <a:cubicBezTo>
                    <a:pt x="4804" y="4565"/>
                    <a:pt x="7346" y="4819"/>
                    <a:pt x="9997" y="4819"/>
                  </a:cubicBezTo>
                  <a:cubicBezTo>
                    <a:pt x="12648" y="4819"/>
                    <a:pt x="15190" y="4565"/>
                    <a:pt x="17065" y="4113"/>
                  </a:cubicBezTo>
                  <a:cubicBezTo>
                    <a:pt x="18939" y="3660"/>
                    <a:pt x="19993" y="3048"/>
                    <a:pt x="19993" y="2409"/>
                  </a:cubicBezTo>
                  <a:cubicBezTo>
                    <a:pt x="19993" y="1771"/>
                    <a:pt x="18939" y="1158"/>
                    <a:pt x="17065" y="706"/>
                  </a:cubicBezTo>
                  <a:cubicBezTo>
                    <a:pt x="15190" y="254"/>
                    <a:pt x="12648" y="1"/>
                    <a:pt x="9997" y="1"/>
                  </a:cubicBezTo>
                  <a:close/>
                </a:path>
              </a:pathLst>
            </a:custGeom>
            <a:solidFill>
              <a:srgbClr val="2B2E5F">
                <a:alpha val="147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40"/>
            <p:cNvSpPr/>
            <p:nvPr/>
          </p:nvSpPr>
          <p:spPr>
            <a:xfrm>
              <a:off x="7028366" y="1563858"/>
              <a:ext cx="484579" cy="1509059"/>
            </a:xfrm>
            <a:custGeom>
              <a:avLst/>
              <a:gdLst/>
              <a:ahLst/>
              <a:cxnLst/>
              <a:rect l="l" t="t" r="r" b="b"/>
              <a:pathLst>
                <a:path w="7568" h="23568" extrusionOk="0">
                  <a:moveTo>
                    <a:pt x="1312" y="0"/>
                  </a:moveTo>
                  <a:cubicBezTo>
                    <a:pt x="783" y="1628"/>
                    <a:pt x="364" y="3364"/>
                    <a:pt x="146" y="5167"/>
                  </a:cubicBezTo>
                  <a:cubicBezTo>
                    <a:pt x="1" y="6360"/>
                    <a:pt x="408" y="7552"/>
                    <a:pt x="1267" y="8392"/>
                  </a:cubicBezTo>
                  <a:lnTo>
                    <a:pt x="5448" y="12480"/>
                  </a:lnTo>
                  <a:lnTo>
                    <a:pt x="5448" y="12480"/>
                  </a:lnTo>
                  <a:lnTo>
                    <a:pt x="36" y="9402"/>
                  </a:lnTo>
                  <a:lnTo>
                    <a:pt x="36" y="9424"/>
                  </a:lnTo>
                  <a:cubicBezTo>
                    <a:pt x="53" y="9805"/>
                    <a:pt x="93" y="10184"/>
                    <a:pt x="155" y="10559"/>
                  </a:cubicBezTo>
                  <a:cubicBezTo>
                    <a:pt x="157" y="10568"/>
                    <a:pt x="158" y="10577"/>
                    <a:pt x="159" y="10586"/>
                  </a:cubicBezTo>
                  <a:cubicBezTo>
                    <a:pt x="441" y="12306"/>
                    <a:pt x="1387" y="15663"/>
                    <a:pt x="4528" y="18913"/>
                  </a:cubicBezTo>
                  <a:cubicBezTo>
                    <a:pt x="4528" y="18913"/>
                    <a:pt x="6150" y="20459"/>
                    <a:pt x="6582" y="22762"/>
                  </a:cubicBezTo>
                  <a:cubicBezTo>
                    <a:pt x="6632" y="23027"/>
                    <a:pt x="6665" y="23297"/>
                    <a:pt x="6680" y="23567"/>
                  </a:cubicBezTo>
                  <a:lnTo>
                    <a:pt x="7448" y="23567"/>
                  </a:lnTo>
                  <a:lnTo>
                    <a:pt x="7567" y="8041"/>
                  </a:lnTo>
                  <a:lnTo>
                    <a:pt x="131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40"/>
            <p:cNvSpPr/>
            <p:nvPr/>
          </p:nvSpPr>
          <p:spPr>
            <a:xfrm>
              <a:off x="7569173" y="818473"/>
              <a:ext cx="466010" cy="1314536"/>
            </a:xfrm>
            <a:custGeom>
              <a:avLst/>
              <a:gdLst/>
              <a:ahLst/>
              <a:cxnLst/>
              <a:rect l="l" t="t" r="r" b="b"/>
              <a:pathLst>
                <a:path w="7278" h="20530" extrusionOk="0">
                  <a:moveTo>
                    <a:pt x="0" y="1"/>
                  </a:moveTo>
                  <a:lnTo>
                    <a:pt x="157" y="20529"/>
                  </a:lnTo>
                  <a:lnTo>
                    <a:pt x="7278" y="15009"/>
                  </a:lnTo>
                  <a:cubicBezTo>
                    <a:pt x="7053" y="13854"/>
                    <a:pt x="6752" y="12714"/>
                    <a:pt x="6380" y="11598"/>
                  </a:cubicBezTo>
                  <a:lnTo>
                    <a:pt x="2266" y="15009"/>
                  </a:lnTo>
                  <a:lnTo>
                    <a:pt x="5639" y="9559"/>
                  </a:lnTo>
                  <a:cubicBezTo>
                    <a:pt x="5342" y="8830"/>
                    <a:pt x="5023" y="8127"/>
                    <a:pt x="4699" y="7456"/>
                  </a:cubicBezTo>
                  <a:lnTo>
                    <a:pt x="2330" y="11094"/>
                  </a:lnTo>
                  <a:lnTo>
                    <a:pt x="3638" y="8153"/>
                  </a:lnTo>
                  <a:cubicBezTo>
                    <a:pt x="4071" y="7181"/>
                    <a:pt x="4009" y="6061"/>
                    <a:pt x="3484" y="5135"/>
                  </a:cubicBezTo>
                  <a:cubicBezTo>
                    <a:pt x="1688" y="1973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40"/>
            <p:cNvSpPr/>
            <p:nvPr/>
          </p:nvSpPr>
          <p:spPr>
            <a:xfrm>
              <a:off x="7130560" y="818344"/>
              <a:ext cx="391607" cy="1180201"/>
            </a:xfrm>
            <a:custGeom>
              <a:avLst/>
              <a:gdLst/>
              <a:ahLst/>
              <a:cxnLst/>
              <a:rect l="l" t="t" r="r" b="b"/>
              <a:pathLst>
                <a:path w="6116" h="18432" extrusionOk="0">
                  <a:moveTo>
                    <a:pt x="6115" y="1"/>
                  </a:moveTo>
                  <a:cubicBezTo>
                    <a:pt x="6115" y="1"/>
                    <a:pt x="4432" y="1974"/>
                    <a:pt x="2633" y="5141"/>
                  </a:cubicBezTo>
                  <a:cubicBezTo>
                    <a:pt x="2107" y="6066"/>
                    <a:pt x="2046" y="7186"/>
                    <a:pt x="2478" y="8158"/>
                  </a:cubicBezTo>
                  <a:lnTo>
                    <a:pt x="3786" y="11096"/>
                  </a:lnTo>
                  <a:lnTo>
                    <a:pt x="1415" y="7458"/>
                  </a:lnTo>
                  <a:cubicBezTo>
                    <a:pt x="1092" y="8130"/>
                    <a:pt x="390" y="9623"/>
                    <a:pt x="1" y="10711"/>
                  </a:cubicBezTo>
                  <a:lnTo>
                    <a:pt x="5979" y="18431"/>
                  </a:lnTo>
                  <a:lnTo>
                    <a:pt x="611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40"/>
            <p:cNvSpPr/>
            <p:nvPr/>
          </p:nvSpPr>
          <p:spPr>
            <a:xfrm>
              <a:off x="7579930" y="1837335"/>
              <a:ext cx="483426" cy="1235203"/>
            </a:xfrm>
            <a:custGeom>
              <a:avLst/>
              <a:gdLst/>
              <a:ahLst/>
              <a:cxnLst/>
              <a:rect l="l" t="t" r="r" b="b"/>
              <a:pathLst>
                <a:path w="7550" h="19291" extrusionOk="0">
                  <a:moveTo>
                    <a:pt x="7272" y="0"/>
                  </a:moveTo>
                  <a:lnTo>
                    <a:pt x="0" y="5634"/>
                  </a:lnTo>
                  <a:lnTo>
                    <a:pt x="97" y="19291"/>
                  </a:lnTo>
                  <a:lnTo>
                    <a:pt x="865" y="19291"/>
                  </a:lnTo>
                  <a:cubicBezTo>
                    <a:pt x="876" y="19021"/>
                    <a:pt x="913" y="18755"/>
                    <a:pt x="962" y="18491"/>
                  </a:cubicBezTo>
                  <a:lnTo>
                    <a:pt x="962" y="18485"/>
                  </a:lnTo>
                  <a:cubicBezTo>
                    <a:pt x="1394" y="16187"/>
                    <a:pt x="3017" y="14641"/>
                    <a:pt x="3017" y="14641"/>
                  </a:cubicBezTo>
                  <a:cubicBezTo>
                    <a:pt x="5374" y="12203"/>
                    <a:pt x="6494" y="9711"/>
                    <a:pt x="7023" y="7883"/>
                  </a:cubicBezTo>
                  <a:cubicBezTo>
                    <a:pt x="7172" y="7368"/>
                    <a:pt x="7291" y="6844"/>
                    <a:pt x="7379" y="6315"/>
                  </a:cubicBezTo>
                  <a:cubicBezTo>
                    <a:pt x="7385" y="6299"/>
                    <a:pt x="7391" y="6299"/>
                    <a:pt x="7391" y="6288"/>
                  </a:cubicBezTo>
                  <a:cubicBezTo>
                    <a:pt x="7493" y="5651"/>
                    <a:pt x="7504" y="5244"/>
                    <a:pt x="7510" y="5153"/>
                  </a:cubicBezTo>
                  <a:lnTo>
                    <a:pt x="7510" y="5137"/>
                  </a:lnTo>
                  <a:lnTo>
                    <a:pt x="2098" y="8208"/>
                  </a:lnTo>
                  <a:lnTo>
                    <a:pt x="6901" y="3513"/>
                  </a:lnTo>
                  <a:cubicBezTo>
                    <a:pt x="7322" y="3103"/>
                    <a:pt x="7550" y="2526"/>
                    <a:pt x="7500" y="1940"/>
                  </a:cubicBezTo>
                  <a:lnTo>
                    <a:pt x="7499" y="1931"/>
                  </a:lnTo>
                  <a:cubicBezTo>
                    <a:pt x="7483" y="1681"/>
                    <a:pt x="7456" y="1427"/>
                    <a:pt x="7428" y="1179"/>
                  </a:cubicBezTo>
                  <a:cubicBezTo>
                    <a:pt x="7412" y="1006"/>
                    <a:pt x="7391" y="833"/>
                    <a:pt x="7364" y="660"/>
                  </a:cubicBezTo>
                  <a:cubicBezTo>
                    <a:pt x="7342" y="481"/>
                    <a:pt x="7321" y="303"/>
                    <a:pt x="7288" y="125"/>
                  </a:cubicBezTo>
                  <a:cubicBezTo>
                    <a:pt x="7283" y="82"/>
                    <a:pt x="7277" y="38"/>
                    <a:pt x="72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40"/>
            <p:cNvSpPr/>
            <p:nvPr/>
          </p:nvSpPr>
          <p:spPr>
            <a:xfrm>
              <a:off x="7133185" y="3072494"/>
              <a:ext cx="825091" cy="1219003"/>
            </a:xfrm>
            <a:custGeom>
              <a:avLst/>
              <a:gdLst/>
              <a:ahLst/>
              <a:cxnLst/>
              <a:rect l="l" t="t" r="r" b="b"/>
              <a:pathLst>
                <a:path w="12886" h="19038" extrusionOk="0">
                  <a:moveTo>
                    <a:pt x="2483" y="1"/>
                  </a:moveTo>
                  <a:cubicBezTo>
                    <a:pt x="2147" y="1"/>
                    <a:pt x="1875" y="273"/>
                    <a:pt x="1875" y="609"/>
                  </a:cubicBezTo>
                  <a:lnTo>
                    <a:pt x="1875" y="2688"/>
                  </a:lnTo>
                  <a:cubicBezTo>
                    <a:pt x="1875" y="3024"/>
                    <a:pt x="2147" y="3296"/>
                    <a:pt x="2483" y="3296"/>
                  </a:cubicBezTo>
                  <a:lnTo>
                    <a:pt x="3147" y="3296"/>
                  </a:lnTo>
                  <a:lnTo>
                    <a:pt x="3147" y="5395"/>
                  </a:lnTo>
                  <a:lnTo>
                    <a:pt x="230" y="10047"/>
                  </a:lnTo>
                  <a:cubicBezTo>
                    <a:pt x="1" y="10411"/>
                    <a:pt x="14" y="10877"/>
                    <a:pt x="264" y="11227"/>
                  </a:cubicBezTo>
                  <a:lnTo>
                    <a:pt x="5577" y="18703"/>
                  </a:lnTo>
                  <a:cubicBezTo>
                    <a:pt x="5677" y="18844"/>
                    <a:pt x="5811" y="18959"/>
                    <a:pt x="5966" y="19037"/>
                  </a:cubicBezTo>
                  <a:lnTo>
                    <a:pt x="5966" y="10806"/>
                  </a:lnTo>
                  <a:cubicBezTo>
                    <a:pt x="5588" y="10590"/>
                    <a:pt x="5402" y="10146"/>
                    <a:pt x="5514" y="9725"/>
                  </a:cubicBezTo>
                  <a:cubicBezTo>
                    <a:pt x="5625" y="9303"/>
                    <a:pt x="6007" y="9009"/>
                    <a:pt x="6443" y="9009"/>
                  </a:cubicBezTo>
                  <a:cubicBezTo>
                    <a:pt x="6880" y="9009"/>
                    <a:pt x="7261" y="9303"/>
                    <a:pt x="7372" y="9725"/>
                  </a:cubicBezTo>
                  <a:cubicBezTo>
                    <a:pt x="7484" y="10146"/>
                    <a:pt x="7298" y="10590"/>
                    <a:pt x="6919" y="10806"/>
                  </a:cubicBezTo>
                  <a:lnTo>
                    <a:pt x="6919" y="19037"/>
                  </a:lnTo>
                  <a:cubicBezTo>
                    <a:pt x="7075" y="18959"/>
                    <a:pt x="7209" y="18844"/>
                    <a:pt x="7308" y="18703"/>
                  </a:cubicBezTo>
                  <a:lnTo>
                    <a:pt x="12623" y="11227"/>
                  </a:lnTo>
                  <a:cubicBezTo>
                    <a:pt x="12872" y="10877"/>
                    <a:pt x="12885" y="10411"/>
                    <a:pt x="12657" y="10047"/>
                  </a:cubicBezTo>
                  <a:lnTo>
                    <a:pt x="9738" y="5395"/>
                  </a:lnTo>
                  <a:lnTo>
                    <a:pt x="9738" y="3296"/>
                  </a:lnTo>
                  <a:lnTo>
                    <a:pt x="10403" y="3296"/>
                  </a:lnTo>
                  <a:cubicBezTo>
                    <a:pt x="10739" y="3296"/>
                    <a:pt x="11011" y="3024"/>
                    <a:pt x="11011" y="2688"/>
                  </a:cubicBezTo>
                  <a:lnTo>
                    <a:pt x="11011" y="609"/>
                  </a:lnTo>
                  <a:cubicBezTo>
                    <a:pt x="11011" y="273"/>
                    <a:pt x="10739" y="1"/>
                    <a:pt x="104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41"/>
          <p:cNvSpPr/>
          <p:nvPr/>
        </p:nvSpPr>
        <p:spPr>
          <a:xfrm>
            <a:off x="1213350" y="3600855"/>
            <a:ext cx="1335349" cy="321837"/>
          </a:xfrm>
          <a:custGeom>
            <a:avLst/>
            <a:gdLst/>
            <a:ahLst/>
            <a:cxnLst/>
            <a:rect l="l" t="t" r="r" b="b"/>
            <a:pathLst>
              <a:path w="19994" h="4819" extrusionOk="0">
                <a:moveTo>
                  <a:pt x="9997" y="1"/>
                </a:moveTo>
                <a:cubicBezTo>
                  <a:pt x="7346" y="1"/>
                  <a:pt x="4804" y="254"/>
                  <a:pt x="2928" y="706"/>
                </a:cubicBezTo>
                <a:cubicBezTo>
                  <a:pt x="1054" y="1158"/>
                  <a:pt x="1" y="1771"/>
                  <a:pt x="1" y="2409"/>
                </a:cubicBezTo>
                <a:cubicBezTo>
                  <a:pt x="1" y="3048"/>
                  <a:pt x="1054" y="3660"/>
                  <a:pt x="2928" y="4113"/>
                </a:cubicBezTo>
                <a:cubicBezTo>
                  <a:pt x="4804" y="4565"/>
                  <a:pt x="7346" y="4819"/>
                  <a:pt x="9997" y="4819"/>
                </a:cubicBezTo>
                <a:cubicBezTo>
                  <a:pt x="12648" y="4819"/>
                  <a:pt x="15190" y="4565"/>
                  <a:pt x="17065" y="4113"/>
                </a:cubicBezTo>
                <a:cubicBezTo>
                  <a:pt x="18939" y="3660"/>
                  <a:pt x="19993" y="3048"/>
                  <a:pt x="19993" y="2409"/>
                </a:cubicBezTo>
                <a:cubicBezTo>
                  <a:pt x="19993" y="1771"/>
                  <a:pt x="18939" y="1158"/>
                  <a:pt x="17065" y="706"/>
                </a:cubicBezTo>
                <a:cubicBezTo>
                  <a:pt x="15190" y="254"/>
                  <a:pt x="12648" y="1"/>
                  <a:pt x="9997" y="1"/>
                </a:cubicBezTo>
                <a:close/>
              </a:path>
            </a:pathLst>
          </a:custGeom>
          <a:solidFill>
            <a:srgbClr val="2B2E5F">
              <a:alpha val="147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0" name="Google Shape;780;p41"/>
          <p:cNvSpPr txBox="1">
            <a:spLocks noGrp="1"/>
          </p:cNvSpPr>
          <p:nvPr>
            <p:ph type="subTitle" idx="1"/>
          </p:nvPr>
        </p:nvSpPr>
        <p:spPr>
          <a:xfrm>
            <a:off x="3218125" y="1612900"/>
            <a:ext cx="5212500" cy="133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“This is a quote, words full of wisdom that someone important said and can make the reader get inspired.”</a:t>
            </a:r>
            <a:endParaRPr/>
          </a:p>
        </p:txBody>
      </p:sp>
      <p:sp>
        <p:nvSpPr>
          <p:cNvPr id="781" name="Google Shape;781;p41"/>
          <p:cNvSpPr txBox="1">
            <a:spLocks noGrp="1"/>
          </p:cNvSpPr>
          <p:nvPr>
            <p:ph type="title"/>
          </p:nvPr>
        </p:nvSpPr>
        <p:spPr>
          <a:xfrm>
            <a:off x="3218275" y="2998700"/>
            <a:ext cx="5212500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—Someone Famous</a:t>
            </a:r>
            <a:endParaRPr/>
          </a:p>
        </p:txBody>
      </p:sp>
      <p:grpSp>
        <p:nvGrpSpPr>
          <p:cNvPr id="782" name="Google Shape;782;p41"/>
          <p:cNvGrpSpPr/>
          <p:nvPr/>
        </p:nvGrpSpPr>
        <p:grpSpPr>
          <a:xfrm>
            <a:off x="1225001" y="1220808"/>
            <a:ext cx="1312136" cy="2503871"/>
            <a:chOff x="1013025" y="1935209"/>
            <a:chExt cx="1400957" cy="2673362"/>
          </a:xfrm>
        </p:grpSpPr>
        <p:sp>
          <p:nvSpPr>
            <p:cNvPr id="783" name="Google Shape;783;p41"/>
            <p:cNvSpPr/>
            <p:nvPr/>
          </p:nvSpPr>
          <p:spPr>
            <a:xfrm>
              <a:off x="1317504" y="3683126"/>
              <a:ext cx="109268" cy="190117"/>
            </a:xfrm>
            <a:custGeom>
              <a:avLst/>
              <a:gdLst/>
              <a:ahLst/>
              <a:cxnLst/>
              <a:rect l="l" t="t" r="r" b="b"/>
              <a:pathLst>
                <a:path w="1265" h="2201" extrusionOk="0">
                  <a:moveTo>
                    <a:pt x="0" y="0"/>
                  </a:moveTo>
                  <a:lnTo>
                    <a:pt x="0" y="2201"/>
                  </a:lnTo>
                  <a:lnTo>
                    <a:pt x="1264" y="2201"/>
                  </a:lnTo>
                  <a:lnTo>
                    <a:pt x="126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41"/>
            <p:cNvSpPr/>
            <p:nvPr/>
          </p:nvSpPr>
          <p:spPr>
            <a:xfrm>
              <a:off x="1133694" y="4046944"/>
              <a:ext cx="1160050" cy="561627"/>
            </a:xfrm>
            <a:custGeom>
              <a:avLst/>
              <a:gdLst/>
              <a:ahLst/>
              <a:cxnLst/>
              <a:rect l="l" t="t" r="r" b="b"/>
              <a:pathLst>
                <a:path w="13430" h="6502" extrusionOk="0">
                  <a:moveTo>
                    <a:pt x="984" y="0"/>
                  </a:moveTo>
                  <a:cubicBezTo>
                    <a:pt x="440" y="0"/>
                    <a:pt x="0" y="440"/>
                    <a:pt x="0" y="984"/>
                  </a:cubicBezTo>
                  <a:lnTo>
                    <a:pt x="0" y="5746"/>
                  </a:lnTo>
                  <a:cubicBezTo>
                    <a:pt x="0" y="6162"/>
                    <a:pt x="338" y="6502"/>
                    <a:pt x="756" y="6502"/>
                  </a:cubicBezTo>
                  <a:lnTo>
                    <a:pt x="12674" y="6502"/>
                  </a:lnTo>
                  <a:cubicBezTo>
                    <a:pt x="13090" y="6502"/>
                    <a:pt x="13428" y="6162"/>
                    <a:pt x="13428" y="5746"/>
                  </a:cubicBezTo>
                  <a:lnTo>
                    <a:pt x="13428" y="984"/>
                  </a:lnTo>
                  <a:cubicBezTo>
                    <a:pt x="13429" y="442"/>
                    <a:pt x="12989" y="1"/>
                    <a:pt x="124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41"/>
            <p:cNvSpPr/>
            <p:nvPr/>
          </p:nvSpPr>
          <p:spPr>
            <a:xfrm>
              <a:off x="1013025" y="2649802"/>
              <a:ext cx="1400957" cy="1049746"/>
            </a:xfrm>
            <a:custGeom>
              <a:avLst/>
              <a:gdLst/>
              <a:ahLst/>
              <a:cxnLst/>
              <a:rect l="l" t="t" r="r" b="b"/>
              <a:pathLst>
                <a:path w="16219" h="12153" extrusionOk="0">
                  <a:moveTo>
                    <a:pt x="1900" y="1"/>
                  </a:moveTo>
                  <a:lnTo>
                    <a:pt x="295" y="2193"/>
                  </a:lnTo>
                  <a:cubicBezTo>
                    <a:pt x="157" y="2382"/>
                    <a:pt x="1" y="1741"/>
                    <a:pt x="3453" y="11938"/>
                  </a:cubicBezTo>
                  <a:cubicBezTo>
                    <a:pt x="3496" y="12066"/>
                    <a:pt x="3616" y="12153"/>
                    <a:pt x="3751" y="12153"/>
                  </a:cubicBezTo>
                  <a:lnTo>
                    <a:pt x="12471" y="12153"/>
                  </a:lnTo>
                  <a:cubicBezTo>
                    <a:pt x="12606" y="12152"/>
                    <a:pt x="12725" y="12066"/>
                    <a:pt x="12770" y="11938"/>
                  </a:cubicBezTo>
                  <a:cubicBezTo>
                    <a:pt x="16218" y="1743"/>
                    <a:pt x="16064" y="2380"/>
                    <a:pt x="15926" y="2191"/>
                  </a:cubicBezTo>
                  <a:lnTo>
                    <a:pt x="1432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41"/>
            <p:cNvSpPr/>
            <p:nvPr/>
          </p:nvSpPr>
          <p:spPr>
            <a:xfrm>
              <a:off x="1169799" y="1935209"/>
              <a:ext cx="1087665" cy="1399920"/>
            </a:xfrm>
            <a:custGeom>
              <a:avLst/>
              <a:gdLst/>
              <a:ahLst/>
              <a:cxnLst/>
              <a:rect l="l" t="t" r="r" b="b"/>
              <a:pathLst>
                <a:path w="12592" h="16207" extrusionOk="0">
                  <a:moveTo>
                    <a:pt x="6239" y="1"/>
                  </a:moveTo>
                  <a:cubicBezTo>
                    <a:pt x="6086" y="1"/>
                    <a:pt x="5834" y="419"/>
                    <a:pt x="1" y="8388"/>
                  </a:cubicBezTo>
                  <a:lnTo>
                    <a:pt x="2647" y="16207"/>
                  </a:lnTo>
                  <a:lnTo>
                    <a:pt x="9945" y="16207"/>
                  </a:lnTo>
                  <a:lnTo>
                    <a:pt x="12592" y="8388"/>
                  </a:lnTo>
                  <a:cubicBezTo>
                    <a:pt x="6753" y="412"/>
                    <a:pt x="6507" y="1"/>
                    <a:pt x="6354" y="1"/>
                  </a:cubicBezTo>
                  <a:cubicBezTo>
                    <a:pt x="6337" y="1"/>
                    <a:pt x="6320" y="6"/>
                    <a:pt x="6297" y="6"/>
                  </a:cubicBezTo>
                  <a:cubicBezTo>
                    <a:pt x="6273" y="6"/>
                    <a:pt x="6256" y="1"/>
                    <a:pt x="62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41"/>
            <p:cNvSpPr/>
            <p:nvPr/>
          </p:nvSpPr>
          <p:spPr>
            <a:xfrm>
              <a:off x="1672773" y="1935727"/>
              <a:ext cx="81713" cy="988850"/>
            </a:xfrm>
            <a:custGeom>
              <a:avLst/>
              <a:gdLst/>
              <a:ahLst/>
              <a:cxnLst/>
              <a:rect l="l" t="t" r="r" b="b"/>
              <a:pathLst>
                <a:path w="946" h="11448" extrusionOk="0">
                  <a:moveTo>
                    <a:pt x="474" y="0"/>
                  </a:moveTo>
                  <a:cubicBezTo>
                    <a:pt x="278" y="0"/>
                    <a:pt x="222" y="126"/>
                    <a:pt x="1" y="427"/>
                  </a:cubicBezTo>
                  <a:lnTo>
                    <a:pt x="1" y="10976"/>
                  </a:lnTo>
                  <a:cubicBezTo>
                    <a:pt x="1" y="11237"/>
                    <a:pt x="213" y="11448"/>
                    <a:pt x="474" y="11448"/>
                  </a:cubicBezTo>
                  <a:cubicBezTo>
                    <a:pt x="735" y="11448"/>
                    <a:pt x="946" y="11237"/>
                    <a:pt x="946" y="10976"/>
                  </a:cubicBezTo>
                  <a:lnTo>
                    <a:pt x="946" y="427"/>
                  </a:lnTo>
                  <a:cubicBezTo>
                    <a:pt x="726" y="126"/>
                    <a:pt x="670" y="0"/>
                    <a:pt x="4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41"/>
            <p:cNvSpPr/>
            <p:nvPr/>
          </p:nvSpPr>
          <p:spPr>
            <a:xfrm>
              <a:off x="1168936" y="3873155"/>
              <a:ext cx="1089393" cy="179320"/>
            </a:xfrm>
            <a:custGeom>
              <a:avLst/>
              <a:gdLst/>
              <a:ahLst/>
              <a:cxnLst/>
              <a:rect l="l" t="t" r="r" b="b"/>
              <a:pathLst>
                <a:path w="12612" h="2076" extrusionOk="0">
                  <a:moveTo>
                    <a:pt x="983" y="1"/>
                  </a:moveTo>
                  <a:cubicBezTo>
                    <a:pt x="441" y="1"/>
                    <a:pt x="1" y="441"/>
                    <a:pt x="1" y="983"/>
                  </a:cubicBezTo>
                  <a:lnTo>
                    <a:pt x="1" y="1093"/>
                  </a:lnTo>
                  <a:cubicBezTo>
                    <a:pt x="1" y="1636"/>
                    <a:pt x="441" y="2076"/>
                    <a:pt x="983" y="2076"/>
                  </a:cubicBezTo>
                  <a:lnTo>
                    <a:pt x="11629" y="2076"/>
                  </a:lnTo>
                  <a:cubicBezTo>
                    <a:pt x="12172" y="2076"/>
                    <a:pt x="12612" y="1636"/>
                    <a:pt x="12612" y="1093"/>
                  </a:cubicBezTo>
                  <a:lnTo>
                    <a:pt x="12612" y="983"/>
                  </a:lnTo>
                  <a:cubicBezTo>
                    <a:pt x="12612" y="441"/>
                    <a:pt x="12172" y="1"/>
                    <a:pt x="116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41"/>
            <p:cNvSpPr/>
            <p:nvPr/>
          </p:nvSpPr>
          <p:spPr>
            <a:xfrm>
              <a:off x="1579140" y="2792583"/>
              <a:ext cx="279518" cy="268893"/>
            </a:xfrm>
            <a:custGeom>
              <a:avLst/>
              <a:gdLst/>
              <a:ahLst/>
              <a:cxnLst/>
              <a:rect l="l" t="t" r="r" b="b"/>
              <a:pathLst>
                <a:path w="3236" h="3113" extrusionOk="0">
                  <a:moveTo>
                    <a:pt x="1558" y="1"/>
                  </a:moveTo>
                  <a:cubicBezTo>
                    <a:pt x="698" y="1"/>
                    <a:pt x="0" y="697"/>
                    <a:pt x="1" y="1557"/>
                  </a:cubicBezTo>
                  <a:cubicBezTo>
                    <a:pt x="1" y="2187"/>
                    <a:pt x="380" y="2754"/>
                    <a:pt x="961" y="2994"/>
                  </a:cubicBezTo>
                  <a:cubicBezTo>
                    <a:pt x="1154" y="3074"/>
                    <a:pt x="1356" y="3113"/>
                    <a:pt x="1557" y="3113"/>
                  </a:cubicBezTo>
                  <a:cubicBezTo>
                    <a:pt x="1962" y="3113"/>
                    <a:pt x="2360" y="2955"/>
                    <a:pt x="2657" y="2658"/>
                  </a:cubicBezTo>
                  <a:cubicBezTo>
                    <a:pt x="3102" y="2213"/>
                    <a:pt x="3236" y="1544"/>
                    <a:pt x="2995" y="962"/>
                  </a:cubicBezTo>
                  <a:cubicBezTo>
                    <a:pt x="2753" y="380"/>
                    <a:pt x="2186" y="1"/>
                    <a:pt x="15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41"/>
            <p:cNvSpPr/>
            <p:nvPr/>
          </p:nvSpPr>
          <p:spPr>
            <a:xfrm>
              <a:off x="1317504" y="3683126"/>
              <a:ext cx="792341" cy="190117"/>
            </a:xfrm>
            <a:custGeom>
              <a:avLst/>
              <a:gdLst/>
              <a:ahLst/>
              <a:cxnLst/>
              <a:rect l="l" t="t" r="r" b="b"/>
              <a:pathLst>
                <a:path w="9173" h="2201" extrusionOk="0">
                  <a:moveTo>
                    <a:pt x="0" y="0"/>
                  </a:moveTo>
                  <a:lnTo>
                    <a:pt x="0" y="2201"/>
                  </a:lnTo>
                  <a:lnTo>
                    <a:pt x="9172" y="2201"/>
                  </a:lnTo>
                  <a:lnTo>
                    <a:pt x="917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42"/>
          <p:cNvSpPr txBox="1">
            <a:spLocks noGrp="1"/>
          </p:cNvSpPr>
          <p:nvPr>
            <p:ph type="title"/>
          </p:nvPr>
        </p:nvSpPr>
        <p:spPr>
          <a:xfrm>
            <a:off x="722376" y="445025"/>
            <a:ext cx="7708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teaching method</a:t>
            </a:r>
            <a:endParaRPr/>
          </a:p>
        </p:txBody>
      </p:sp>
      <p:sp>
        <p:nvSpPr>
          <p:cNvPr id="796" name="Google Shape;796;p42"/>
          <p:cNvSpPr/>
          <p:nvPr/>
        </p:nvSpPr>
        <p:spPr>
          <a:xfrm>
            <a:off x="722375" y="2807725"/>
            <a:ext cx="1538100" cy="3387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rPr>
              <a:t>Methods</a:t>
            </a:r>
            <a:endParaRPr sz="2400">
              <a:solidFill>
                <a:schemeClr val="dk1"/>
              </a:solidFill>
              <a:latin typeface="Secular One"/>
              <a:ea typeface="Secular One"/>
              <a:cs typeface="Secular One"/>
              <a:sym typeface="Secular One"/>
            </a:endParaRPr>
          </a:p>
        </p:txBody>
      </p:sp>
      <p:sp>
        <p:nvSpPr>
          <p:cNvPr id="797" name="Google Shape;797;p42"/>
          <p:cNvSpPr/>
          <p:nvPr/>
        </p:nvSpPr>
        <p:spPr>
          <a:xfrm>
            <a:off x="3305330" y="1791625"/>
            <a:ext cx="1959000" cy="3387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rPr>
              <a:t>Activities</a:t>
            </a:r>
            <a:endParaRPr sz="2400">
              <a:solidFill>
                <a:schemeClr val="dk1"/>
              </a:solidFill>
              <a:latin typeface="Secular One"/>
              <a:ea typeface="Secular One"/>
              <a:cs typeface="Secular One"/>
              <a:sym typeface="Secular One"/>
            </a:endParaRPr>
          </a:p>
        </p:txBody>
      </p:sp>
      <p:sp>
        <p:nvSpPr>
          <p:cNvPr id="798" name="Google Shape;798;p42"/>
          <p:cNvSpPr/>
          <p:nvPr/>
        </p:nvSpPr>
        <p:spPr>
          <a:xfrm>
            <a:off x="3305330" y="2469025"/>
            <a:ext cx="1959000" cy="3387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rPr>
              <a:t>Goals</a:t>
            </a:r>
            <a:endParaRPr sz="2400">
              <a:solidFill>
                <a:schemeClr val="dk1"/>
              </a:solidFill>
              <a:latin typeface="Secular One"/>
              <a:ea typeface="Secular One"/>
              <a:cs typeface="Secular One"/>
              <a:sym typeface="Secular One"/>
            </a:endParaRPr>
          </a:p>
        </p:txBody>
      </p:sp>
      <p:sp>
        <p:nvSpPr>
          <p:cNvPr id="799" name="Google Shape;799;p42"/>
          <p:cNvSpPr/>
          <p:nvPr/>
        </p:nvSpPr>
        <p:spPr>
          <a:xfrm>
            <a:off x="3305330" y="3146425"/>
            <a:ext cx="1959000" cy="3387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rPr>
              <a:t>Feedback</a:t>
            </a:r>
            <a:endParaRPr sz="2400">
              <a:solidFill>
                <a:schemeClr val="dk1"/>
              </a:solidFill>
              <a:latin typeface="Secular One"/>
              <a:ea typeface="Secular One"/>
              <a:cs typeface="Secular One"/>
              <a:sym typeface="Secular One"/>
            </a:endParaRPr>
          </a:p>
        </p:txBody>
      </p:sp>
      <p:sp>
        <p:nvSpPr>
          <p:cNvPr id="800" name="Google Shape;800;p42"/>
          <p:cNvSpPr/>
          <p:nvPr/>
        </p:nvSpPr>
        <p:spPr>
          <a:xfrm>
            <a:off x="3305330" y="3823825"/>
            <a:ext cx="1959000" cy="3387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rPr>
              <a:t>Assessment</a:t>
            </a:r>
            <a:endParaRPr sz="2400">
              <a:solidFill>
                <a:schemeClr val="dk1"/>
              </a:solidFill>
              <a:latin typeface="Secular One"/>
              <a:ea typeface="Secular One"/>
              <a:cs typeface="Secular One"/>
              <a:sym typeface="Secular One"/>
            </a:endParaRPr>
          </a:p>
        </p:txBody>
      </p:sp>
      <p:sp>
        <p:nvSpPr>
          <p:cNvPr id="801" name="Google Shape;801;p42"/>
          <p:cNvSpPr txBox="1"/>
          <p:nvPr/>
        </p:nvSpPr>
        <p:spPr>
          <a:xfrm>
            <a:off x="5562169" y="1791625"/>
            <a:ext cx="2852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Mars is actually a very </a:t>
            </a:r>
            <a:r>
              <a:rPr lang="en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cold place</a:t>
            </a:r>
            <a:endParaRPr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802" name="Google Shape;802;p42"/>
          <p:cNvSpPr txBox="1"/>
          <p:nvPr/>
        </p:nvSpPr>
        <p:spPr>
          <a:xfrm>
            <a:off x="5562169" y="3823825"/>
            <a:ext cx="2852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Jupiter is</a:t>
            </a:r>
            <a:r>
              <a:rPr lang="en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a very big planet</a:t>
            </a:r>
            <a:endParaRPr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803" name="Google Shape;803;p42"/>
          <p:cNvSpPr txBox="1"/>
          <p:nvPr/>
        </p:nvSpPr>
        <p:spPr>
          <a:xfrm>
            <a:off x="5562169" y="2469025"/>
            <a:ext cx="2852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Mercury is </a:t>
            </a:r>
            <a:r>
              <a:rPr lang="en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 very small</a:t>
            </a: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planet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804" name="Google Shape;804;p42"/>
          <p:cNvSpPr txBox="1"/>
          <p:nvPr/>
        </p:nvSpPr>
        <p:spPr>
          <a:xfrm>
            <a:off x="5562169" y="3146425"/>
            <a:ext cx="2852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Venus has a</a:t>
            </a:r>
            <a:r>
              <a:rPr lang="en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beautiful</a:t>
            </a: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name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805" name="Google Shape;805;p42"/>
          <p:cNvCxnSpPr>
            <a:stCxn id="796" idx="3"/>
            <a:endCxn id="806" idx="2"/>
          </p:cNvCxnSpPr>
          <p:nvPr/>
        </p:nvCxnSpPr>
        <p:spPr>
          <a:xfrm rot="10800000" flipH="1">
            <a:off x="2260475" y="1960975"/>
            <a:ext cx="424500" cy="1016100"/>
          </a:xfrm>
          <a:prstGeom prst="bentConnector3">
            <a:avLst>
              <a:gd name="adj1" fmla="val 49996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07" name="Google Shape;807;p42"/>
          <p:cNvCxnSpPr>
            <a:stCxn id="796" idx="3"/>
            <a:endCxn id="808" idx="2"/>
          </p:cNvCxnSpPr>
          <p:nvPr/>
        </p:nvCxnSpPr>
        <p:spPr>
          <a:xfrm>
            <a:off x="2260475" y="2977075"/>
            <a:ext cx="424500" cy="1030500"/>
          </a:xfrm>
          <a:prstGeom prst="bentConnector3">
            <a:avLst>
              <a:gd name="adj1" fmla="val 49996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09" name="Google Shape;809;p42"/>
          <p:cNvCxnSpPr>
            <a:stCxn id="796" idx="3"/>
            <a:endCxn id="810" idx="2"/>
          </p:cNvCxnSpPr>
          <p:nvPr/>
        </p:nvCxnSpPr>
        <p:spPr>
          <a:xfrm rot="10800000" flipH="1">
            <a:off x="2260475" y="2643175"/>
            <a:ext cx="424500" cy="333900"/>
          </a:xfrm>
          <a:prstGeom prst="bentConnector3">
            <a:avLst>
              <a:gd name="adj1" fmla="val 49996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11" name="Google Shape;811;p42"/>
          <p:cNvCxnSpPr>
            <a:stCxn id="796" idx="3"/>
            <a:endCxn id="812" idx="2"/>
          </p:cNvCxnSpPr>
          <p:nvPr/>
        </p:nvCxnSpPr>
        <p:spPr>
          <a:xfrm>
            <a:off x="2260475" y="2977075"/>
            <a:ext cx="424500" cy="348300"/>
          </a:xfrm>
          <a:prstGeom prst="bentConnector3">
            <a:avLst>
              <a:gd name="adj1" fmla="val 49996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13" name="Google Shape;813;p42"/>
          <p:cNvCxnSpPr>
            <a:stCxn id="797" idx="3"/>
            <a:endCxn id="801" idx="1"/>
          </p:cNvCxnSpPr>
          <p:nvPr/>
        </p:nvCxnSpPr>
        <p:spPr>
          <a:xfrm>
            <a:off x="5264330" y="1960975"/>
            <a:ext cx="297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814" name="Google Shape;814;p42"/>
          <p:cNvCxnSpPr>
            <a:stCxn id="798" idx="3"/>
            <a:endCxn id="803" idx="1"/>
          </p:cNvCxnSpPr>
          <p:nvPr/>
        </p:nvCxnSpPr>
        <p:spPr>
          <a:xfrm>
            <a:off x="5264330" y="2638375"/>
            <a:ext cx="297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815" name="Google Shape;815;p42"/>
          <p:cNvCxnSpPr>
            <a:stCxn id="799" idx="3"/>
            <a:endCxn id="804" idx="1"/>
          </p:cNvCxnSpPr>
          <p:nvPr/>
        </p:nvCxnSpPr>
        <p:spPr>
          <a:xfrm>
            <a:off x="5264330" y="3315775"/>
            <a:ext cx="297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816" name="Google Shape;816;p42"/>
          <p:cNvCxnSpPr>
            <a:stCxn id="800" idx="3"/>
            <a:endCxn id="802" idx="1"/>
          </p:cNvCxnSpPr>
          <p:nvPr/>
        </p:nvCxnSpPr>
        <p:spPr>
          <a:xfrm>
            <a:off x="5264330" y="3993175"/>
            <a:ext cx="2979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806" name="Google Shape;806;p42"/>
          <p:cNvSpPr/>
          <p:nvPr/>
        </p:nvSpPr>
        <p:spPr>
          <a:xfrm>
            <a:off x="2684925" y="1650775"/>
            <a:ext cx="620400" cy="620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0" name="Google Shape;810;p42"/>
          <p:cNvSpPr/>
          <p:nvPr/>
        </p:nvSpPr>
        <p:spPr>
          <a:xfrm>
            <a:off x="2684925" y="2332925"/>
            <a:ext cx="620400" cy="620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2" name="Google Shape;812;p42"/>
          <p:cNvSpPr/>
          <p:nvPr/>
        </p:nvSpPr>
        <p:spPr>
          <a:xfrm>
            <a:off x="2684925" y="3015075"/>
            <a:ext cx="620400" cy="620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8" name="Google Shape;808;p42"/>
          <p:cNvSpPr/>
          <p:nvPr/>
        </p:nvSpPr>
        <p:spPr>
          <a:xfrm>
            <a:off x="2684925" y="3697225"/>
            <a:ext cx="620400" cy="620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17" name="Google Shape;817;p42"/>
          <p:cNvGrpSpPr/>
          <p:nvPr/>
        </p:nvGrpSpPr>
        <p:grpSpPr>
          <a:xfrm>
            <a:off x="2809979" y="2473160"/>
            <a:ext cx="358689" cy="339918"/>
            <a:chOff x="3387586" y="2390992"/>
            <a:chExt cx="358689" cy="339918"/>
          </a:xfrm>
        </p:grpSpPr>
        <p:sp>
          <p:nvSpPr>
            <p:cNvPr id="818" name="Google Shape;818;p42"/>
            <p:cNvSpPr/>
            <p:nvPr/>
          </p:nvSpPr>
          <p:spPr>
            <a:xfrm>
              <a:off x="3411183" y="2586005"/>
              <a:ext cx="136945" cy="130176"/>
            </a:xfrm>
            <a:custGeom>
              <a:avLst/>
              <a:gdLst/>
              <a:ahLst/>
              <a:cxnLst/>
              <a:rect l="l" t="t" r="r" b="b"/>
              <a:pathLst>
                <a:path w="4370" h="4154" extrusionOk="0">
                  <a:moveTo>
                    <a:pt x="1085" y="0"/>
                  </a:moveTo>
                  <a:lnTo>
                    <a:pt x="851" y="235"/>
                  </a:lnTo>
                  <a:cubicBezTo>
                    <a:pt x="480" y="605"/>
                    <a:pt x="461" y="1200"/>
                    <a:pt x="807" y="1595"/>
                  </a:cubicBezTo>
                  <a:cubicBezTo>
                    <a:pt x="767" y="1677"/>
                    <a:pt x="658" y="1818"/>
                    <a:pt x="588" y="1907"/>
                  </a:cubicBezTo>
                  <a:cubicBezTo>
                    <a:pt x="368" y="2192"/>
                    <a:pt x="0" y="2667"/>
                    <a:pt x="382" y="3049"/>
                  </a:cubicBezTo>
                  <a:lnTo>
                    <a:pt x="1321" y="3988"/>
                  </a:lnTo>
                  <a:cubicBezTo>
                    <a:pt x="1439" y="4106"/>
                    <a:pt x="1564" y="4154"/>
                    <a:pt x="1694" y="4154"/>
                  </a:cubicBezTo>
                  <a:cubicBezTo>
                    <a:pt x="1943" y="4154"/>
                    <a:pt x="2207" y="3976"/>
                    <a:pt x="2462" y="3781"/>
                  </a:cubicBezTo>
                  <a:cubicBezTo>
                    <a:pt x="2552" y="3712"/>
                    <a:pt x="2693" y="3603"/>
                    <a:pt x="2775" y="3563"/>
                  </a:cubicBezTo>
                  <a:cubicBezTo>
                    <a:pt x="2964" y="3728"/>
                    <a:pt x="3198" y="3809"/>
                    <a:pt x="3431" y="3809"/>
                  </a:cubicBezTo>
                  <a:cubicBezTo>
                    <a:pt x="3686" y="3809"/>
                    <a:pt x="3941" y="3712"/>
                    <a:pt x="4135" y="3519"/>
                  </a:cubicBezTo>
                  <a:lnTo>
                    <a:pt x="4370" y="3284"/>
                  </a:lnTo>
                  <a:lnTo>
                    <a:pt x="108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42"/>
            <p:cNvSpPr/>
            <p:nvPr/>
          </p:nvSpPr>
          <p:spPr>
            <a:xfrm>
              <a:off x="3460383" y="2390992"/>
              <a:ext cx="285892" cy="282727"/>
            </a:xfrm>
            <a:custGeom>
              <a:avLst/>
              <a:gdLst/>
              <a:ahLst/>
              <a:cxnLst/>
              <a:rect l="l" t="t" r="r" b="b"/>
              <a:pathLst>
                <a:path w="9123" h="9022" extrusionOk="0">
                  <a:moveTo>
                    <a:pt x="7027" y="1"/>
                  </a:moveTo>
                  <a:cubicBezTo>
                    <a:pt x="6796" y="1"/>
                    <a:pt x="6564" y="81"/>
                    <a:pt x="6376" y="243"/>
                  </a:cubicBezTo>
                  <a:lnTo>
                    <a:pt x="0" y="5770"/>
                  </a:lnTo>
                  <a:lnTo>
                    <a:pt x="3252" y="9021"/>
                  </a:lnTo>
                  <a:lnTo>
                    <a:pt x="8782" y="2649"/>
                  </a:lnTo>
                  <a:cubicBezTo>
                    <a:pt x="9122" y="2254"/>
                    <a:pt x="9101" y="1664"/>
                    <a:pt x="8734" y="1295"/>
                  </a:cubicBezTo>
                  <a:lnTo>
                    <a:pt x="7731" y="291"/>
                  </a:lnTo>
                  <a:cubicBezTo>
                    <a:pt x="7538" y="98"/>
                    <a:pt x="7283" y="1"/>
                    <a:pt x="70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42"/>
            <p:cNvSpPr/>
            <p:nvPr/>
          </p:nvSpPr>
          <p:spPr>
            <a:xfrm>
              <a:off x="3387586" y="2688071"/>
              <a:ext cx="56282" cy="42838"/>
            </a:xfrm>
            <a:custGeom>
              <a:avLst/>
              <a:gdLst/>
              <a:ahLst/>
              <a:cxnLst/>
              <a:rect l="l" t="t" r="r" b="b"/>
              <a:pathLst>
                <a:path w="1796" h="1367" extrusionOk="0">
                  <a:moveTo>
                    <a:pt x="463" y="0"/>
                  </a:moveTo>
                  <a:lnTo>
                    <a:pt x="130" y="331"/>
                  </a:lnTo>
                  <a:cubicBezTo>
                    <a:pt x="1" y="461"/>
                    <a:pt x="1" y="671"/>
                    <a:pt x="130" y="801"/>
                  </a:cubicBezTo>
                  <a:lnTo>
                    <a:pt x="599" y="1270"/>
                  </a:lnTo>
                  <a:cubicBezTo>
                    <a:pt x="661" y="1333"/>
                    <a:pt x="745" y="1367"/>
                    <a:pt x="833" y="1367"/>
                  </a:cubicBezTo>
                  <a:lnTo>
                    <a:pt x="1772" y="1367"/>
                  </a:lnTo>
                  <a:cubicBezTo>
                    <a:pt x="1780" y="1367"/>
                    <a:pt x="1787" y="1362"/>
                    <a:pt x="1795" y="1362"/>
                  </a:cubicBezTo>
                  <a:cubicBezTo>
                    <a:pt x="1727" y="1315"/>
                    <a:pt x="1662" y="1262"/>
                    <a:pt x="1604" y="1204"/>
                  </a:cubicBezTo>
                  <a:lnTo>
                    <a:pt x="665" y="265"/>
                  </a:lnTo>
                  <a:cubicBezTo>
                    <a:pt x="587" y="186"/>
                    <a:pt x="519" y="96"/>
                    <a:pt x="4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1" name="Google Shape;821;p42"/>
          <p:cNvGrpSpPr/>
          <p:nvPr/>
        </p:nvGrpSpPr>
        <p:grpSpPr>
          <a:xfrm>
            <a:off x="2816392" y="1783661"/>
            <a:ext cx="357404" cy="354615"/>
            <a:chOff x="2322988" y="2393624"/>
            <a:chExt cx="357404" cy="354615"/>
          </a:xfrm>
        </p:grpSpPr>
        <p:sp>
          <p:nvSpPr>
            <p:cNvPr id="822" name="Google Shape;822;p42"/>
            <p:cNvSpPr/>
            <p:nvPr/>
          </p:nvSpPr>
          <p:spPr>
            <a:xfrm>
              <a:off x="2322988" y="2685846"/>
              <a:ext cx="64273" cy="62362"/>
            </a:xfrm>
            <a:custGeom>
              <a:avLst/>
              <a:gdLst/>
              <a:ahLst/>
              <a:cxnLst/>
              <a:rect l="l" t="t" r="r" b="b"/>
              <a:pathLst>
                <a:path w="2051" h="1990" extrusionOk="0">
                  <a:moveTo>
                    <a:pt x="2031" y="1"/>
                  </a:moveTo>
                  <a:cubicBezTo>
                    <a:pt x="1774" y="2"/>
                    <a:pt x="1520" y="61"/>
                    <a:pt x="1290" y="176"/>
                  </a:cubicBezTo>
                  <a:lnTo>
                    <a:pt x="244" y="698"/>
                  </a:lnTo>
                  <a:cubicBezTo>
                    <a:pt x="0" y="821"/>
                    <a:pt x="0" y="1169"/>
                    <a:pt x="244" y="1291"/>
                  </a:cubicBezTo>
                  <a:lnTo>
                    <a:pt x="1291" y="1814"/>
                  </a:lnTo>
                  <a:cubicBezTo>
                    <a:pt x="1521" y="1929"/>
                    <a:pt x="1775" y="1989"/>
                    <a:pt x="2031" y="1989"/>
                  </a:cubicBezTo>
                  <a:lnTo>
                    <a:pt x="2050" y="1989"/>
                  </a:lnTo>
                  <a:lnTo>
                    <a:pt x="20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42"/>
            <p:cNvSpPr/>
            <p:nvPr/>
          </p:nvSpPr>
          <p:spPr>
            <a:xfrm>
              <a:off x="2407976" y="2685846"/>
              <a:ext cx="272417" cy="62393"/>
            </a:xfrm>
            <a:custGeom>
              <a:avLst/>
              <a:gdLst/>
              <a:ahLst/>
              <a:cxnLst/>
              <a:rect l="l" t="t" r="r" b="b"/>
              <a:pathLst>
                <a:path w="8693" h="1991" extrusionOk="0">
                  <a:moveTo>
                    <a:pt x="6652" y="664"/>
                  </a:moveTo>
                  <a:lnTo>
                    <a:pt x="6652" y="1327"/>
                  </a:lnTo>
                  <a:lnTo>
                    <a:pt x="5990" y="1327"/>
                  </a:lnTo>
                  <a:lnTo>
                    <a:pt x="5990" y="664"/>
                  </a:lnTo>
                  <a:close/>
                  <a:moveTo>
                    <a:pt x="1" y="1"/>
                  </a:moveTo>
                  <a:lnTo>
                    <a:pt x="1" y="1990"/>
                  </a:lnTo>
                  <a:lnTo>
                    <a:pt x="7669" y="1990"/>
                  </a:lnTo>
                  <a:cubicBezTo>
                    <a:pt x="8240" y="1989"/>
                    <a:pt x="8692" y="1510"/>
                    <a:pt x="8661" y="940"/>
                  </a:cubicBezTo>
                  <a:cubicBezTo>
                    <a:pt x="8634" y="423"/>
                    <a:pt x="8171" y="1"/>
                    <a:pt x="76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42"/>
            <p:cNvSpPr/>
            <p:nvPr/>
          </p:nvSpPr>
          <p:spPr>
            <a:xfrm>
              <a:off x="2554102" y="2393624"/>
              <a:ext cx="20808" cy="64430"/>
            </a:xfrm>
            <a:custGeom>
              <a:avLst/>
              <a:gdLst/>
              <a:ahLst/>
              <a:cxnLst/>
              <a:rect l="l" t="t" r="r" b="b"/>
              <a:pathLst>
                <a:path w="664" h="2056" extrusionOk="0">
                  <a:moveTo>
                    <a:pt x="1" y="0"/>
                  </a:moveTo>
                  <a:lnTo>
                    <a:pt x="1" y="2056"/>
                  </a:lnTo>
                  <a:lnTo>
                    <a:pt x="98" y="1959"/>
                  </a:lnTo>
                  <a:cubicBezTo>
                    <a:pt x="163" y="1895"/>
                    <a:pt x="247" y="1862"/>
                    <a:pt x="332" y="1862"/>
                  </a:cubicBezTo>
                  <a:cubicBezTo>
                    <a:pt x="417" y="1862"/>
                    <a:pt x="502" y="1895"/>
                    <a:pt x="566" y="1959"/>
                  </a:cubicBezTo>
                  <a:lnTo>
                    <a:pt x="663" y="2056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42"/>
            <p:cNvSpPr/>
            <p:nvPr/>
          </p:nvSpPr>
          <p:spPr>
            <a:xfrm>
              <a:off x="2324869" y="2393624"/>
              <a:ext cx="354615" cy="271508"/>
            </a:xfrm>
            <a:custGeom>
              <a:avLst/>
              <a:gdLst/>
              <a:ahLst/>
              <a:cxnLst/>
              <a:rect l="l" t="t" r="r" b="b"/>
              <a:pathLst>
                <a:path w="11316" h="8664" extrusionOk="0">
                  <a:moveTo>
                    <a:pt x="4324" y="1348"/>
                  </a:moveTo>
                  <a:cubicBezTo>
                    <a:pt x="4495" y="1348"/>
                    <a:pt x="4643" y="1474"/>
                    <a:pt x="4662" y="1642"/>
                  </a:cubicBezTo>
                  <a:cubicBezTo>
                    <a:pt x="4684" y="1839"/>
                    <a:pt x="4530" y="2012"/>
                    <a:pt x="4332" y="2012"/>
                  </a:cubicBezTo>
                  <a:lnTo>
                    <a:pt x="1668" y="2012"/>
                  </a:lnTo>
                  <a:cubicBezTo>
                    <a:pt x="1497" y="2012"/>
                    <a:pt x="1348" y="1886"/>
                    <a:pt x="1329" y="1717"/>
                  </a:cubicBezTo>
                  <a:cubicBezTo>
                    <a:pt x="1307" y="1521"/>
                    <a:pt x="1461" y="1348"/>
                    <a:pt x="1659" y="1348"/>
                  </a:cubicBezTo>
                  <a:close/>
                  <a:moveTo>
                    <a:pt x="4324" y="2674"/>
                  </a:moveTo>
                  <a:cubicBezTo>
                    <a:pt x="4495" y="2674"/>
                    <a:pt x="4643" y="2798"/>
                    <a:pt x="4662" y="2968"/>
                  </a:cubicBezTo>
                  <a:cubicBezTo>
                    <a:pt x="4684" y="3165"/>
                    <a:pt x="4530" y="3338"/>
                    <a:pt x="4332" y="3338"/>
                  </a:cubicBezTo>
                  <a:lnTo>
                    <a:pt x="1668" y="3338"/>
                  </a:lnTo>
                  <a:cubicBezTo>
                    <a:pt x="1497" y="3338"/>
                    <a:pt x="1348" y="3212"/>
                    <a:pt x="1329" y="3043"/>
                  </a:cubicBezTo>
                  <a:cubicBezTo>
                    <a:pt x="1307" y="2847"/>
                    <a:pt x="1461" y="2674"/>
                    <a:pt x="1659" y="2674"/>
                  </a:cubicBezTo>
                  <a:close/>
                  <a:moveTo>
                    <a:pt x="3661" y="4000"/>
                  </a:moveTo>
                  <a:cubicBezTo>
                    <a:pt x="3831" y="4000"/>
                    <a:pt x="3981" y="4124"/>
                    <a:pt x="3999" y="4294"/>
                  </a:cubicBezTo>
                  <a:cubicBezTo>
                    <a:pt x="4021" y="4491"/>
                    <a:pt x="3867" y="4664"/>
                    <a:pt x="3669" y="4664"/>
                  </a:cubicBezTo>
                  <a:lnTo>
                    <a:pt x="1668" y="4664"/>
                  </a:lnTo>
                  <a:cubicBezTo>
                    <a:pt x="1497" y="4664"/>
                    <a:pt x="1348" y="4538"/>
                    <a:pt x="1329" y="4369"/>
                  </a:cubicBezTo>
                  <a:cubicBezTo>
                    <a:pt x="1307" y="4173"/>
                    <a:pt x="1461" y="4000"/>
                    <a:pt x="1659" y="4000"/>
                  </a:cubicBezTo>
                  <a:close/>
                  <a:moveTo>
                    <a:pt x="9628" y="4000"/>
                  </a:moveTo>
                  <a:cubicBezTo>
                    <a:pt x="9798" y="4000"/>
                    <a:pt x="9947" y="4124"/>
                    <a:pt x="9966" y="4294"/>
                  </a:cubicBezTo>
                  <a:cubicBezTo>
                    <a:pt x="9988" y="4491"/>
                    <a:pt x="9833" y="4664"/>
                    <a:pt x="9635" y="4664"/>
                  </a:cubicBezTo>
                  <a:lnTo>
                    <a:pt x="6993" y="4664"/>
                  </a:lnTo>
                  <a:cubicBezTo>
                    <a:pt x="6823" y="4664"/>
                    <a:pt x="6673" y="4538"/>
                    <a:pt x="6656" y="4369"/>
                  </a:cubicBezTo>
                  <a:cubicBezTo>
                    <a:pt x="6633" y="4172"/>
                    <a:pt x="6787" y="4000"/>
                    <a:pt x="6985" y="4000"/>
                  </a:cubicBezTo>
                  <a:close/>
                  <a:moveTo>
                    <a:pt x="9628" y="5326"/>
                  </a:moveTo>
                  <a:cubicBezTo>
                    <a:pt x="9798" y="5326"/>
                    <a:pt x="9947" y="5450"/>
                    <a:pt x="9966" y="5620"/>
                  </a:cubicBezTo>
                  <a:cubicBezTo>
                    <a:pt x="9987" y="5816"/>
                    <a:pt x="9834" y="5988"/>
                    <a:pt x="9637" y="5988"/>
                  </a:cubicBezTo>
                  <a:cubicBezTo>
                    <a:pt x="9637" y="5988"/>
                    <a:pt x="9636" y="5988"/>
                    <a:pt x="9635" y="5988"/>
                  </a:cubicBezTo>
                  <a:lnTo>
                    <a:pt x="6993" y="5988"/>
                  </a:lnTo>
                  <a:cubicBezTo>
                    <a:pt x="6823" y="5988"/>
                    <a:pt x="6673" y="5864"/>
                    <a:pt x="6656" y="5695"/>
                  </a:cubicBezTo>
                  <a:cubicBezTo>
                    <a:pt x="6633" y="5498"/>
                    <a:pt x="6787" y="5326"/>
                    <a:pt x="6985" y="5326"/>
                  </a:cubicBezTo>
                  <a:close/>
                  <a:moveTo>
                    <a:pt x="4333" y="7337"/>
                  </a:moveTo>
                  <a:cubicBezTo>
                    <a:pt x="4754" y="7337"/>
                    <a:pt x="5129" y="7603"/>
                    <a:pt x="5270" y="8000"/>
                  </a:cubicBezTo>
                  <a:lnTo>
                    <a:pt x="721" y="8000"/>
                  </a:lnTo>
                  <a:cubicBezTo>
                    <a:pt x="862" y="7603"/>
                    <a:pt x="1238" y="7337"/>
                    <a:pt x="1659" y="7337"/>
                  </a:cubicBezTo>
                  <a:close/>
                  <a:moveTo>
                    <a:pt x="9637" y="7337"/>
                  </a:moveTo>
                  <a:cubicBezTo>
                    <a:pt x="10069" y="7337"/>
                    <a:pt x="10460" y="7614"/>
                    <a:pt x="10596" y="8000"/>
                  </a:cubicBezTo>
                  <a:lnTo>
                    <a:pt x="6046" y="8000"/>
                  </a:lnTo>
                  <a:cubicBezTo>
                    <a:pt x="6188" y="7603"/>
                    <a:pt x="6563" y="7337"/>
                    <a:pt x="6985" y="7337"/>
                  </a:cubicBezTo>
                  <a:close/>
                  <a:moveTo>
                    <a:pt x="995" y="0"/>
                  </a:moveTo>
                  <a:cubicBezTo>
                    <a:pt x="446" y="0"/>
                    <a:pt x="1" y="446"/>
                    <a:pt x="1" y="995"/>
                  </a:cubicBezTo>
                  <a:lnTo>
                    <a:pt x="1" y="8332"/>
                  </a:lnTo>
                  <a:cubicBezTo>
                    <a:pt x="1" y="8515"/>
                    <a:pt x="149" y="8663"/>
                    <a:pt x="332" y="8663"/>
                  </a:cubicBezTo>
                  <a:lnTo>
                    <a:pt x="10983" y="8663"/>
                  </a:lnTo>
                  <a:cubicBezTo>
                    <a:pt x="11167" y="8663"/>
                    <a:pt x="11316" y="8515"/>
                    <a:pt x="11316" y="8332"/>
                  </a:cubicBezTo>
                  <a:lnTo>
                    <a:pt x="11316" y="995"/>
                  </a:lnTo>
                  <a:cubicBezTo>
                    <a:pt x="11313" y="446"/>
                    <a:pt x="10870" y="1"/>
                    <a:pt x="10321" y="0"/>
                  </a:cubicBezTo>
                  <a:lnTo>
                    <a:pt x="8642" y="0"/>
                  </a:lnTo>
                  <a:lnTo>
                    <a:pt x="8642" y="2857"/>
                  </a:lnTo>
                  <a:cubicBezTo>
                    <a:pt x="8642" y="3056"/>
                    <a:pt x="8478" y="3188"/>
                    <a:pt x="8307" y="3188"/>
                  </a:cubicBezTo>
                  <a:cubicBezTo>
                    <a:pt x="8226" y="3188"/>
                    <a:pt x="8142" y="3157"/>
                    <a:pt x="8075" y="3090"/>
                  </a:cubicBezTo>
                  <a:lnTo>
                    <a:pt x="7647" y="2662"/>
                  </a:lnTo>
                  <a:lnTo>
                    <a:pt x="7218" y="3091"/>
                  </a:lnTo>
                  <a:cubicBezTo>
                    <a:pt x="7150" y="3159"/>
                    <a:pt x="7068" y="3189"/>
                    <a:pt x="6986" y="3189"/>
                  </a:cubicBezTo>
                  <a:cubicBezTo>
                    <a:pt x="6816" y="3189"/>
                    <a:pt x="6652" y="3056"/>
                    <a:pt x="6652" y="2858"/>
                  </a:cubicBezTo>
                  <a:lnTo>
                    <a:pt x="6652" y="0"/>
                  </a:lnTo>
                  <a:lnTo>
                    <a:pt x="6321" y="0"/>
                  </a:lnTo>
                  <a:cubicBezTo>
                    <a:pt x="6076" y="1"/>
                    <a:pt x="5839" y="94"/>
                    <a:pt x="5658" y="259"/>
                  </a:cubicBezTo>
                  <a:cubicBezTo>
                    <a:pt x="5477" y="94"/>
                    <a:pt x="5241" y="1"/>
                    <a:pt x="49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6" name="Google Shape;826;p42"/>
          <p:cNvGrpSpPr/>
          <p:nvPr/>
        </p:nvGrpSpPr>
        <p:grpSpPr>
          <a:xfrm>
            <a:off x="2811394" y="3837470"/>
            <a:ext cx="355869" cy="302846"/>
            <a:chOff x="5960771" y="1923875"/>
            <a:chExt cx="355869" cy="302846"/>
          </a:xfrm>
        </p:grpSpPr>
        <p:sp>
          <p:nvSpPr>
            <p:cNvPr id="827" name="Google Shape;827;p42"/>
            <p:cNvSpPr/>
            <p:nvPr/>
          </p:nvSpPr>
          <p:spPr>
            <a:xfrm>
              <a:off x="6034790" y="1923875"/>
              <a:ext cx="216385" cy="205198"/>
            </a:xfrm>
            <a:custGeom>
              <a:avLst/>
              <a:gdLst/>
              <a:ahLst/>
              <a:cxnLst/>
              <a:rect l="l" t="t" r="r" b="b"/>
              <a:pathLst>
                <a:path w="6905" h="6548" extrusionOk="0">
                  <a:moveTo>
                    <a:pt x="5305" y="0"/>
                  </a:moveTo>
                  <a:cubicBezTo>
                    <a:pt x="5050" y="0"/>
                    <a:pt x="4796" y="97"/>
                    <a:pt x="4601" y="292"/>
                  </a:cubicBezTo>
                  <a:lnTo>
                    <a:pt x="1" y="4892"/>
                  </a:lnTo>
                  <a:lnTo>
                    <a:pt x="1656" y="6547"/>
                  </a:lnTo>
                  <a:lnTo>
                    <a:pt x="6904" y="1187"/>
                  </a:lnTo>
                  <a:lnTo>
                    <a:pt x="6007" y="292"/>
                  </a:lnTo>
                  <a:cubicBezTo>
                    <a:pt x="5813" y="97"/>
                    <a:pt x="5559" y="0"/>
                    <a:pt x="53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42"/>
            <p:cNvSpPr/>
            <p:nvPr/>
          </p:nvSpPr>
          <p:spPr>
            <a:xfrm>
              <a:off x="5960771" y="2205913"/>
              <a:ext cx="355869" cy="20808"/>
            </a:xfrm>
            <a:custGeom>
              <a:avLst/>
              <a:gdLst/>
              <a:ahLst/>
              <a:cxnLst/>
              <a:rect l="l" t="t" r="r" b="b"/>
              <a:pathLst>
                <a:path w="11356" h="664" extrusionOk="0">
                  <a:moveTo>
                    <a:pt x="360" y="1"/>
                  </a:moveTo>
                  <a:cubicBezTo>
                    <a:pt x="191" y="1"/>
                    <a:pt x="41" y="125"/>
                    <a:pt x="22" y="295"/>
                  </a:cubicBezTo>
                  <a:cubicBezTo>
                    <a:pt x="0" y="491"/>
                    <a:pt x="153" y="663"/>
                    <a:pt x="350" y="663"/>
                  </a:cubicBezTo>
                  <a:cubicBezTo>
                    <a:pt x="351" y="663"/>
                    <a:pt x="352" y="663"/>
                    <a:pt x="352" y="663"/>
                  </a:cubicBezTo>
                  <a:lnTo>
                    <a:pt x="10995" y="663"/>
                  </a:lnTo>
                  <a:cubicBezTo>
                    <a:pt x="11165" y="663"/>
                    <a:pt x="11315" y="539"/>
                    <a:pt x="11333" y="370"/>
                  </a:cubicBezTo>
                  <a:cubicBezTo>
                    <a:pt x="11356" y="173"/>
                    <a:pt x="11202" y="1"/>
                    <a:pt x="110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42"/>
            <p:cNvSpPr/>
            <p:nvPr/>
          </p:nvSpPr>
          <p:spPr>
            <a:xfrm>
              <a:off x="5967665" y="2091656"/>
              <a:ext cx="145939" cy="93511"/>
            </a:xfrm>
            <a:custGeom>
              <a:avLst/>
              <a:gdLst/>
              <a:ahLst/>
              <a:cxnLst/>
              <a:rect l="l" t="t" r="r" b="b"/>
              <a:pathLst>
                <a:path w="4657" h="2984" extrusionOk="0">
                  <a:moveTo>
                    <a:pt x="1674" y="0"/>
                  </a:moveTo>
                  <a:lnTo>
                    <a:pt x="389" y="1287"/>
                  </a:lnTo>
                  <a:cubicBezTo>
                    <a:pt x="0" y="1675"/>
                    <a:pt x="0" y="2303"/>
                    <a:pt x="389" y="2693"/>
                  </a:cubicBezTo>
                  <a:lnTo>
                    <a:pt x="680" y="2983"/>
                  </a:lnTo>
                  <a:lnTo>
                    <a:pt x="4657" y="2983"/>
                  </a:lnTo>
                  <a:lnTo>
                    <a:pt x="3569" y="1895"/>
                  </a:lnTo>
                  <a:lnTo>
                    <a:pt x="167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42"/>
            <p:cNvSpPr/>
            <p:nvPr/>
          </p:nvSpPr>
          <p:spPr>
            <a:xfrm>
              <a:off x="6101351" y="1975582"/>
              <a:ext cx="208394" cy="209585"/>
            </a:xfrm>
            <a:custGeom>
              <a:avLst/>
              <a:gdLst/>
              <a:ahLst/>
              <a:cxnLst/>
              <a:rect l="l" t="t" r="r" b="b"/>
              <a:pathLst>
                <a:path w="6650" h="6688" extrusionOk="0">
                  <a:moveTo>
                    <a:pt x="5249" y="1"/>
                  </a:moveTo>
                  <a:lnTo>
                    <a:pt x="0" y="5359"/>
                  </a:lnTo>
                  <a:lnTo>
                    <a:pt x="1330" y="6687"/>
                  </a:lnTo>
                  <a:lnTo>
                    <a:pt x="1992" y="6687"/>
                  </a:lnTo>
                  <a:lnTo>
                    <a:pt x="6261" y="2419"/>
                  </a:lnTo>
                  <a:cubicBezTo>
                    <a:pt x="6650" y="2031"/>
                    <a:pt x="6650" y="1400"/>
                    <a:pt x="6261" y="1013"/>
                  </a:cubicBezTo>
                  <a:lnTo>
                    <a:pt x="52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1" name="Google Shape;831;p42"/>
          <p:cNvGrpSpPr/>
          <p:nvPr/>
        </p:nvGrpSpPr>
        <p:grpSpPr>
          <a:xfrm>
            <a:off x="2811101" y="3147788"/>
            <a:ext cx="356433" cy="354960"/>
            <a:chOff x="4394648" y="1871886"/>
            <a:chExt cx="356433" cy="354960"/>
          </a:xfrm>
        </p:grpSpPr>
        <p:sp>
          <p:nvSpPr>
            <p:cNvPr id="832" name="Google Shape;832;p42"/>
            <p:cNvSpPr/>
            <p:nvPr/>
          </p:nvSpPr>
          <p:spPr>
            <a:xfrm>
              <a:off x="4394648" y="1871886"/>
              <a:ext cx="356433" cy="354960"/>
            </a:xfrm>
            <a:custGeom>
              <a:avLst/>
              <a:gdLst/>
              <a:ahLst/>
              <a:cxnLst/>
              <a:rect l="l" t="t" r="r" b="b"/>
              <a:pathLst>
                <a:path w="11374" h="11327" extrusionOk="0">
                  <a:moveTo>
                    <a:pt x="5988" y="1"/>
                  </a:moveTo>
                  <a:cubicBezTo>
                    <a:pt x="5935" y="1"/>
                    <a:pt x="5881" y="13"/>
                    <a:pt x="5832" y="39"/>
                  </a:cubicBezTo>
                  <a:lnTo>
                    <a:pt x="839" y="2713"/>
                  </a:lnTo>
                  <a:cubicBezTo>
                    <a:pt x="747" y="2762"/>
                    <a:pt x="663" y="2887"/>
                    <a:pt x="663" y="3006"/>
                  </a:cubicBezTo>
                  <a:lnTo>
                    <a:pt x="663" y="7388"/>
                  </a:lnTo>
                  <a:cubicBezTo>
                    <a:pt x="267" y="7527"/>
                    <a:pt x="1" y="7901"/>
                    <a:pt x="0" y="8321"/>
                  </a:cubicBezTo>
                  <a:lnTo>
                    <a:pt x="0" y="10996"/>
                  </a:lnTo>
                  <a:cubicBezTo>
                    <a:pt x="0" y="11178"/>
                    <a:pt x="148" y="11327"/>
                    <a:pt x="332" y="11327"/>
                  </a:cubicBezTo>
                  <a:lnTo>
                    <a:pt x="1657" y="11327"/>
                  </a:lnTo>
                  <a:cubicBezTo>
                    <a:pt x="1840" y="11327"/>
                    <a:pt x="1989" y="11178"/>
                    <a:pt x="1989" y="10996"/>
                  </a:cubicBezTo>
                  <a:lnTo>
                    <a:pt x="1989" y="8321"/>
                  </a:lnTo>
                  <a:cubicBezTo>
                    <a:pt x="1988" y="7901"/>
                    <a:pt x="1722" y="7527"/>
                    <a:pt x="1326" y="7388"/>
                  </a:cubicBezTo>
                  <a:lnTo>
                    <a:pt x="1326" y="3559"/>
                  </a:lnTo>
                  <a:lnTo>
                    <a:pt x="5832" y="5950"/>
                  </a:lnTo>
                  <a:cubicBezTo>
                    <a:pt x="5881" y="5976"/>
                    <a:pt x="5935" y="5989"/>
                    <a:pt x="5988" y="5989"/>
                  </a:cubicBezTo>
                  <a:cubicBezTo>
                    <a:pt x="6042" y="5989"/>
                    <a:pt x="6096" y="5976"/>
                    <a:pt x="6145" y="5950"/>
                  </a:cubicBezTo>
                  <a:lnTo>
                    <a:pt x="11139" y="3299"/>
                  </a:lnTo>
                  <a:cubicBezTo>
                    <a:pt x="11374" y="3174"/>
                    <a:pt x="11374" y="2839"/>
                    <a:pt x="11139" y="2713"/>
                  </a:cubicBezTo>
                  <a:lnTo>
                    <a:pt x="6145" y="39"/>
                  </a:lnTo>
                  <a:cubicBezTo>
                    <a:pt x="6096" y="13"/>
                    <a:pt x="6042" y="1"/>
                    <a:pt x="59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42"/>
            <p:cNvSpPr/>
            <p:nvPr/>
          </p:nvSpPr>
          <p:spPr>
            <a:xfrm>
              <a:off x="4488817" y="2034653"/>
              <a:ext cx="187022" cy="87275"/>
            </a:xfrm>
            <a:custGeom>
              <a:avLst/>
              <a:gdLst/>
              <a:ahLst/>
              <a:cxnLst/>
              <a:rect l="l" t="t" r="r" b="b"/>
              <a:pathLst>
                <a:path w="5968" h="2785" extrusionOk="0">
                  <a:moveTo>
                    <a:pt x="0" y="1"/>
                  </a:moveTo>
                  <a:lnTo>
                    <a:pt x="0" y="1127"/>
                  </a:lnTo>
                  <a:cubicBezTo>
                    <a:pt x="0" y="2072"/>
                    <a:pt x="1283" y="2784"/>
                    <a:pt x="2983" y="2784"/>
                  </a:cubicBezTo>
                  <a:cubicBezTo>
                    <a:pt x="4685" y="2784"/>
                    <a:pt x="5968" y="2072"/>
                    <a:pt x="5968" y="1127"/>
                  </a:cubicBezTo>
                  <a:lnTo>
                    <a:pt x="5968" y="1"/>
                  </a:lnTo>
                  <a:lnTo>
                    <a:pt x="3452" y="1342"/>
                  </a:lnTo>
                  <a:cubicBezTo>
                    <a:pt x="3306" y="1420"/>
                    <a:pt x="3145" y="1459"/>
                    <a:pt x="2983" y="1459"/>
                  </a:cubicBezTo>
                  <a:cubicBezTo>
                    <a:pt x="2823" y="1459"/>
                    <a:pt x="2663" y="1420"/>
                    <a:pt x="2518" y="1343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4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sets us apart?</a:t>
            </a:r>
            <a:endParaRPr/>
          </a:p>
        </p:txBody>
      </p:sp>
      <p:sp>
        <p:nvSpPr>
          <p:cNvPr id="839" name="Google Shape;839;p43"/>
          <p:cNvSpPr txBox="1">
            <a:spLocks noGrp="1"/>
          </p:cNvSpPr>
          <p:nvPr>
            <p:ph type="subTitle" idx="1"/>
          </p:nvPr>
        </p:nvSpPr>
        <p:spPr>
          <a:xfrm>
            <a:off x="937700" y="3027325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is the </a:t>
            </a:r>
            <a:r>
              <a:rPr lang="en" b="1"/>
              <a:t>closest planet to the Sun</a:t>
            </a:r>
            <a:r>
              <a:rPr lang="en"/>
              <a:t> and the smallest of them all</a:t>
            </a:r>
            <a:endParaRPr/>
          </a:p>
        </p:txBody>
      </p:sp>
      <p:sp>
        <p:nvSpPr>
          <p:cNvPr id="840" name="Google Shape;840;p43"/>
          <p:cNvSpPr txBox="1">
            <a:spLocks noGrp="1"/>
          </p:cNvSpPr>
          <p:nvPr>
            <p:ph type="subTitle" idx="2"/>
          </p:nvPr>
        </p:nvSpPr>
        <p:spPr>
          <a:xfrm>
            <a:off x="3484424" y="3027325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has a </a:t>
            </a:r>
            <a:r>
              <a:rPr lang="en" b="1"/>
              <a:t>beautiful name</a:t>
            </a:r>
            <a:r>
              <a:rPr lang="en"/>
              <a:t> and is the second planet from the Sun</a:t>
            </a:r>
            <a:endParaRPr/>
          </a:p>
        </p:txBody>
      </p:sp>
      <p:sp>
        <p:nvSpPr>
          <p:cNvPr id="841" name="Google Shape;841;p43"/>
          <p:cNvSpPr txBox="1">
            <a:spLocks noGrp="1"/>
          </p:cNvSpPr>
          <p:nvPr>
            <p:ph type="subTitle" idx="3"/>
          </p:nvPr>
        </p:nvSpPr>
        <p:spPr>
          <a:xfrm>
            <a:off x="6031148" y="3027325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Despite being red, Mars is actually a </a:t>
            </a:r>
            <a:r>
              <a:rPr lang="en" b="1"/>
              <a:t>cold place</a:t>
            </a:r>
            <a:r>
              <a:rPr lang="en"/>
              <a:t>. It’s full of iron oxide dust</a:t>
            </a:r>
            <a:endParaRPr/>
          </a:p>
        </p:txBody>
      </p:sp>
      <p:sp>
        <p:nvSpPr>
          <p:cNvPr id="842" name="Google Shape;842;p43"/>
          <p:cNvSpPr txBox="1">
            <a:spLocks noGrp="1"/>
          </p:cNvSpPr>
          <p:nvPr>
            <p:ph type="subTitle" idx="4"/>
          </p:nvPr>
        </p:nvSpPr>
        <p:spPr>
          <a:xfrm>
            <a:off x="937700" y="2646325"/>
            <a:ext cx="2175300" cy="43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</a:t>
            </a:r>
            <a:endParaRPr/>
          </a:p>
        </p:txBody>
      </p:sp>
      <p:sp>
        <p:nvSpPr>
          <p:cNvPr id="843" name="Google Shape;843;p43"/>
          <p:cNvSpPr txBox="1">
            <a:spLocks noGrp="1"/>
          </p:cNvSpPr>
          <p:nvPr>
            <p:ph type="subTitle" idx="5"/>
          </p:nvPr>
        </p:nvSpPr>
        <p:spPr>
          <a:xfrm>
            <a:off x="3484421" y="2646325"/>
            <a:ext cx="2175300" cy="43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</a:t>
            </a:r>
            <a:endParaRPr/>
          </a:p>
        </p:txBody>
      </p:sp>
      <p:sp>
        <p:nvSpPr>
          <p:cNvPr id="844" name="Google Shape;844;p43"/>
          <p:cNvSpPr txBox="1">
            <a:spLocks noGrp="1"/>
          </p:cNvSpPr>
          <p:nvPr>
            <p:ph type="subTitle" idx="6"/>
          </p:nvPr>
        </p:nvSpPr>
        <p:spPr>
          <a:xfrm>
            <a:off x="6031148" y="2646325"/>
            <a:ext cx="2175300" cy="43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Mars</a:t>
            </a:r>
            <a:endParaRPr/>
          </a:p>
        </p:txBody>
      </p:sp>
      <p:sp>
        <p:nvSpPr>
          <p:cNvPr id="845" name="Google Shape;845;p43"/>
          <p:cNvSpPr/>
          <p:nvPr/>
        </p:nvSpPr>
        <p:spPr>
          <a:xfrm>
            <a:off x="1715150" y="1809750"/>
            <a:ext cx="620400" cy="620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6" name="Google Shape;846;p43"/>
          <p:cNvSpPr/>
          <p:nvPr/>
        </p:nvSpPr>
        <p:spPr>
          <a:xfrm>
            <a:off x="4261874" y="1809750"/>
            <a:ext cx="620400" cy="620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7" name="Google Shape;847;p43"/>
          <p:cNvSpPr/>
          <p:nvPr/>
        </p:nvSpPr>
        <p:spPr>
          <a:xfrm>
            <a:off x="6808598" y="1809750"/>
            <a:ext cx="620400" cy="620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48" name="Google Shape;848;p43"/>
          <p:cNvGrpSpPr/>
          <p:nvPr/>
        </p:nvGrpSpPr>
        <p:grpSpPr>
          <a:xfrm>
            <a:off x="6952834" y="1942652"/>
            <a:ext cx="335813" cy="354584"/>
            <a:chOff x="4961167" y="2915738"/>
            <a:chExt cx="335813" cy="354584"/>
          </a:xfrm>
        </p:grpSpPr>
        <p:sp>
          <p:nvSpPr>
            <p:cNvPr id="849" name="Google Shape;849;p43"/>
            <p:cNvSpPr/>
            <p:nvPr/>
          </p:nvSpPr>
          <p:spPr>
            <a:xfrm>
              <a:off x="4961167" y="2998845"/>
              <a:ext cx="83107" cy="83828"/>
            </a:xfrm>
            <a:custGeom>
              <a:avLst/>
              <a:gdLst/>
              <a:ahLst/>
              <a:cxnLst/>
              <a:rect l="l" t="t" r="r" b="b"/>
              <a:pathLst>
                <a:path w="2652" h="2675" extrusionOk="0">
                  <a:moveTo>
                    <a:pt x="0" y="1"/>
                  </a:moveTo>
                  <a:lnTo>
                    <a:pt x="0" y="2675"/>
                  </a:lnTo>
                  <a:lnTo>
                    <a:pt x="2652" y="2675"/>
                  </a:lnTo>
                  <a:lnTo>
                    <a:pt x="265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43"/>
            <p:cNvSpPr/>
            <p:nvPr/>
          </p:nvSpPr>
          <p:spPr>
            <a:xfrm>
              <a:off x="4961167" y="2915738"/>
              <a:ext cx="83107" cy="62362"/>
            </a:xfrm>
            <a:custGeom>
              <a:avLst/>
              <a:gdLst/>
              <a:ahLst/>
              <a:cxnLst/>
              <a:rect l="l" t="t" r="r" b="b"/>
              <a:pathLst>
                <a:path w="2652" h="1990" extrusionOk="0">
                  <a:moveTo>
                    <a:pt x="995" y="1"/>
                  </a:moveTo>
                  <a:cubicBezTo>
                    <a:pt x="446" y="1"/>
                    <a:pt x="0" y="445"/>
                    <a:pt x="0" y="996"/>
                  </a:cubicBezTo>
                  <a:lnTo>
                    <a:pt x="0" y="1989"/>
                  </a:lnTo>
                  <a:lnTo>
                    <a:pt x="2652" y="1989"/>
                  </a:lnTo>
                  <a:lnTo>
                    <a:pt x="2652" y="996"/>
                  </a:lnTo>
                  <a:cubicBezTo>
                    <a:pt x="2652" y="445"/>
                    <a:pt x="2207" y="1"/>
                    <a:pt x="16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43"/>
            <p:cNvSpPr/>
            <p:nvPr/>
          </p:nvSpPr>
          <p:spPr>
            <a:xfrm>
              <a:off x="4961167" y="3103419"/>
              <a:ext cx="83107" cy="166904"/>
            </a:xfrm>
            <a:custGeom>
              <a:avLst/>
              <a:gdLst/>
              <a:ahLst/>
              <a:cxnLst/>
              <a:rect l="l" t="t" r="r" b="b"/>
              <a:pathLst>
                <a:path w="2652" h="5326" extrusionOk="0">
                  <a:moveTo>
                    <a:pt x="1323" y="3331"/>
                  </a:moveTo>
                  <a:cubicBezTo>
                    <a:pt x="1494" y="3331"/>
                    <a:pt x="1657" y="3464"/>
                    <a:pt x="1657" y="3663"/>
                  </a:cubicBezTo>
                  <a:cubicBezTo>
                    <a:pt x="1658" y="3847"/>
                    <a:pt x="1510" y="3995"/>
                    <a:pt x="1326" y="3995"/>
                  </a:cubicBezTo>
                  <a:lnTo>
                    <a:pt x="1326" y="3994"/>
                  </a:lnTo>
                  <a:cubicBezTo>
                    <a:pt x="1031" y="3994"/>
                    <a:pt x="883" y="3638"/>
                    <a:pt x="1092" y="3429"/>
                  </a:cubicBezTo>
                  <a:cubicBezTo>
                    <a:pt x="1159" y="3361"/>
                    <a:pt x="1242" y="3331"/>
                    <a:pt x="1323" y="3331"/>
                  </a:cubicBezTo>
                  <a:close/>
                  <a:moveTo>
                    <a:pt x="0" y="0"/>
                  </a:moveTo>
                  <a:lnTo>
                    <a:pt x="0" y="4331"/>
                  </a:lnTo>
                  <a:cubicBezTo>
                    <a:pt x="0" y="4881"/>
                    <a:pt x="446" y="5326"/>
                    <a:pt x="995" y="5326"/>
                  </a:cubicBezTo>
                  <a:lnTo>
                    <a:pt x="1657" y="5326"/>
                  </a:lnTo>
                  <a:cubicBezTo>
                    <a:pt x="2207" y="5326"/>
                    <a:pt x="2652" y="4881"/>
                    <a:pt x="2652" y="4331"/>
                  </a:cubicBezTo>
                  <a:lnTo>
                    <a:pt x="26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43"/>
            <p:cNvSpPr/>
            <p:nvPr/>
          </p:nvSpPr>
          <p:spPr>
            <a:xfrm>
              <a:off x="5065051" y="3103419"/>
              <a:ext cx="83138" cy="166904"/>
            </a:xfrm>
            <a:custGeom>
              <a:avLst/>
              <a:gdLst/>
              <a:ahLst/>
              <a:cxnLst/>
              <a:rect l="l" t="t" r="r" b="b"/>
              <a:pathLst>
                <a:path w="2653" h="5326" extrusionOk="0">
                  <a:moveTo>
                    <a:pt x="1323" y="3331"/>
                  </a:moveTo>
                  <a:cubicBezTo>
                    <a:pt x="1494" y="3331"/>
                    <a:pt x="1658" y="3464"/>
                    <a:pt x="1658" y="3663"/>
                  </a:cubicBezTo>
                  <a:cubicBezTo>
                    <a:pt x="1658" y="3847"/>
                    <a:pt x="1509" y="3995"/>
                    <a:pt x="1326" y="3995"/>
                  </a:cubicBezTo>
                  <a:lnTo>
                    <a:pt x="1326" y="3994"/>
                  </a:lnTo>
                  <a:cubicBezTo>
                    <a:pt x="1030" y="3994"/>
                    <a:pt x="883" y="3638"/>
                    <a:pt x="1092" y="3429"/>
                  </a:cubicBezTo>
                  <a:cubicBezTo>
                    <a:pt x="1159" y="3361"/>
                    <a:pt x="1242" y="3331"/>
                    <a:pt x="1323" y="3331"/>
                  </a:cubicBezTo>
                  <a:close/>
                  <a:moveTo>
                    <a:pt x="0" y="0"/>
                  </a:moveTo>
                  <a:lnTo>
                    <a:pt x="0" y="4331"/>
                  </a:lnTo>
                  <a:cubicBezTo>
                    <a:pt x="0" y="4881"/>
                    <a:pt x="445" y="5326"/>
                    <a:pt x="994" y="5326"/>
                  </a:cubicBezTo>
                  <a:lnTo>
                    <a:pt x="1658" y="5326"/>
                  </a:lnTo>
                  <a:cubicBezTo>
                    <a:pt x="2207" y="5326"/>
                    <a:pt x="2652" y="4881"/>
                    <a:pt x="2652" y="4331"/>
                  </a:cubicBezTo>
                  <a:lnTo>
                    <a:pt x="26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43"/>
            <p:cNvSpPr/>
            <p:nvPr/>
          </p:nvSpPr>
          <p:spPr>
            <a:xfrm>
              <a:off x="5150383" y="2993361"/>
              <a:ext cx="101847" cy="102536"/>
            </a:xfrm>
            <a:custGeom>
              <a:avLst/>
              <a:gdLst/>
              <a:ahLst/>
              <a:cxnLst/>
              <a:rect l="l" t="t" r="r" b="b"/>
              <a:pathLst>
                <a:path w="3250" h="3272" extrusionOk="0">
                  <a:moveTo>
                    <a:pt x="2562" y="1"/>
                  </a:moveTo>
                  <a:lnTo>
                    <a:pt x="1" y="687"/>
                  </a:lnTo>
                  <a:lnTo>
                    <a:pt x="687" y="3271"/>
                  </a:lnTo>
                  <a:lnTo>
                    <a:pt x="3249" y="2584"/>
                  </a:lnTo>
                  <a:lnTo>
                    <a:pt x="256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43"/>
            <p:cNvSpPr/>
            <p:nvPr/>
          </p:nvSpPr>
          <p:spPr>
            <a:xfrm>
              <a:off x="5132489" y="2920094"/>
              <a:ext cx="92822" cy="74740"/>
            </a:xfrm>
            <a:custGeom>
              <a:avLst/>
              <a:gdLst/>
              <a:ahLst/>
              <a:cxnLst/>
              <a:rect l="l" t="t" r="r" b="b"/>
              <a:pathLst>
                <a:path w="2962" h="2385" extrusionOk="0">
                  <a:moveTo>
                    <a:pt x="1744" y="1"/>
                  </a:moveTo>
                  <a:cubicBezTo>
                    <a:pt x="1659" y="1"/>
                    <a:pt x="1572" y="12"/>
                    <a:pt x="1486" y="35"/>
                  </a:cubicBezTo>
                  <a:lnTo>
                    <a:pt x="846" y="206"/>
                  </a:lnTo>
                  <a:cubicBezTo>
                    <a:pt x="315" y="348"/>
                    <a:pt x="1" y="894"/>
                    <a:pt x="143" y="1424"/>
                  </a:cubicBezTo>
                  <a:lnTo>
                    <a:pt x="400" y="2385"/>
                  </a:lnTo>
                  <a:lnTo>
                    <a:pt x="2962" y="1698"/>
                  </a:lnTo>
                  <a:lnTo>
                    <a:pt x="2704" y="738"/>
                  </a:lnTo>
                  <a:cubicBezTo>
                    <a:pt x="2585" y="293"/>
                    <a:pt x="2183" y="1"/>
                    <a:pt x="17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43"/>
            <p:cNvSpPr/>
            <p:nvPr/>
          </p:nvSpPr>
          <p:spPr>
            <a:xfrm>
              <a:off x="5177302" y="3094393"/>
              <a:ext cx="119678" cy="175803"/>
            </a:xfrm>
            <a:custGeom>
              <a:avLst/>
              <a:gdLst/>
              <a:ahLst/>
              <a:cxnLst/>
              <a:rect l="l" t="t" r="r" b="b"/>
              <a:pathLst>
                <a:path w="3819" h="5610" extrusionOk="0">
                  <a:moveTo>
                    <a:pt x="2222" y="3556"/>
                  </a:moveTo>
                  <a:cubicBezTo>
                    <a:pt x="2362" y="3556"/>
                    <a:pt x="2501" y="3642"/>
                    <a:pt x="2544" y="3803"/>
                  </a:cubicBezTo>
                  <a:cubicBezTo>
                    <a:pt x="2591" y="3979"/>
                    <a:pt x="2487" y="4160"/>
                    <a:pt x="2311" y="4209"/>
                  </a:cubicBezTo>
                  <a:cubicBezTo>
                    <a:pt x="2281" y="4217"/>
                    <a:pt x="2251" y="4220"/>
                    <a:pt x="2222" y="4220"/>
                  </a:cubicBezTo>
                  <a:cubicBezTo>
                    <a:pt x="1979" y="4220"/>
                    <a:pt x="1805" y="3951"/>
                    <a:pt x="1937" y="3722"/>
                  </a:cubicBezTo>
                  <a:cubicBezTo>
                    <a:pt x="2002" y="3610"/>
                    <a:pt x="2112" y="3556"/>
                    <a:pt x="2222" y="3556"/>
                  </a:cubicBezTo>
                  <a:close/>
                  <a:moveTo>
                    <a:pt x="2562" y="1"/>
                  </a:moveTo>
                  <a:lnTo>
                    <a:pt x="0" y="687"/>
                  </a:lnTo>
                  <a:lnTo>
                    <a:pt x="1115" y="4871"/>
                  </a:lnTo>
                  <a:cubicBezTo>
                    <a:pt x="1234" y="5316"/>
                    <a:pt x="1636" y="5609"/>
                    <a:pt x="2075" y="5609"/>
                  </a:cubicBezTo>
                  <a:cubicBezTo>
                    <a:pt x="2160" y="5609"/>
                    <a:pt x="2247" y="5598"/>
                    <a:pt x="2333" y="5575"/>
                  </a:cubicBezTo>
                  <a:lnTo>
                    <a:pt x="2973" y="5404"/>
                  </a:lnTo>
                  <a:cubicBezTo>
                    <a:pt x="3504" y="5261"/>
                    <a:pt x="3818" y="4716"/>
                    <a:pt x="3676" y="4185"/>
                  </a:cubicBezTo>
                  <a:lnTo>
                    <a:pt x="256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43"/>
            <p:cNvSpPr/>
            <p:nvPr/>
          </p:nvSpPr>
          <p:spPr>
            <a:xfrm>
              <a:off x="5065051" y="2915738"/>
              <a:ext cx="66341" cy="62362"/>
            </a:xfrm>
            <a:custGeom>
              <a:avLst/>
              <a:gdLst/>
              <a:ahLst/>
              <a:cxnLst/>
              <a:rect l="l" t="t" r="r" b="b"/>
              <a:pathLst>
                <a:path w="2117" h="1990" extrusionOk="0">
                  <a:moveTo>
                    <a:pt x="994" y="1"/>
                  </a:moveTo>
                  <a:cubicBezTo>
                    <a:pt x="445" y="1"/>
                    <a:pt x="0" y="445"/>
                    <a:pt x="0" y="996"/>
                  </a:cubicBezTo>
                  <a:lnTo>
                    <a:pt x="0" y="1989"/>
                  </a:lnTo>
                  <a:lnTo>
                    <a:pt x="1721" y="1989"/>
                  </a:lnTo>
                  <a:lnTo>
                    <a:pt x="1654" y="1741"/>
                  </a:lnTo>
                  <a:cubicBezTo>
                    <a:pt x="1493" y="1135"/>
                    <a:pt x="1694" y="524"/>
                    <a:pt x="2116" y="117"/>
                  </a:cubicBezTo>
                  <a:cubicBezTo>
                    <a:pt x="1976" y="42"/>
                    <a:pt x="1818" y="2"/>
                    <a:pt x="16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43"/>
            <p:cNvSpPr/>
            <p:nvPr/>
          </p:nvSpPr>
          <p:spPr>
            <a:xfrm>
              <a:off x="5065051" y="2998845"/>
              <a:ext cx="81791" cy="83828"/>
            </a:xfrm>
            <a:custGeom>
              <a:avLst/>
              <a:gdLst/>
              <a:ahLst/>
              <a:cxnLst/>
              <a:rect l="l" t="t" r="r" b="b"/>
              <a:pathLst>
                <a:path w="2610" h="2675" extrusionOk="0">
                  <a:moveTo>
                    <a:pt x="0" y="1"/>
                  </a:moveTo>
                  <a:lnTo>
                    <a:pt x="0" y="2675"/>
                  </a:lnTo>
                  <a:lnTo>
                    <a:pt x="2609" y="2675"/>
                  </a:lnTo>
                  <a:lnTo>
                    <a:pt x="18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8" name="Google Shape;858;p43"/>
          <p:cNvGrpSpPr/>
          <p:nvPr/>
        </p:nvGrpSpPr>
        <p:grpSpPr>
          <a:xfrm>
            <a:off x="4394765" y="1942637"/>
            <a:ext cx="354615" cy="354615"/>
            <a:chOff x="3370820" y="2915738"/>
            <a:chExt cx="354615" cy="354615"/>
          </a:xfrm>
        </p:grpSpPr>
        <p:sp>
          <p:nvSpPr>
            <p:cNvPr id="859" name="Google Shape;859;p43"/>
            <p:cNvSpPr/>
            <p:nvPr/>
          </p:nvSpPr>
          <p:spPr>
            <a:xfrm>
              <a:off x="3663105" y="2915738"/>
              <a:ext cx="62330" cy="271508"/>
            </a:xfrm>
            <a:custGeom>
              <a:avLst/>
              <a:gdLst/>
              <a:ahLst/>
              <a:cxnLst/>
              <a:rect l="l" t="t" r="r" b="b"/>
              <a:pathLst>
                <a:path w="1989" h="8664" extrusionOk="0">
                  <a:moveTo>
                    <a:pt x="1326" y="2011"/>
                  </a:moveTo>
                  <a:lnTo>
                    <a:pt x="1326" y="2675"/>
                  </a:lnTo>
                  <a:lnTo>
                    <a:pt x="663" y="2675"/>
                  </a:lnTo>
                  <a:lnTo>
                    <a:pt x="663" y="2011"/>
                  </a:lnTo>
                  <a:close/>
                  <a:moveTo>
                    <a:pt x="994" y="0"/>
                  </a:moveTo>
                  <a:cubicBezTo>
                    <a:pt x="976" y="0"/>
                    <a:pt x="957" y="1"/>
                    <a:pt x="939" y="2"/>
                  </a:cubicBezTo>
                  <a:cubicBezTo>
                    <a:pt x="422" y="31"/>
                    <a:pt x="0" y="494"/>
                    <a:pt x="0" y="1011"/>
                  </a:cubicBezTo>
                  <a:lnTo>
                    <a:pt x="0" y="8664"/>
                  </a:lnTo>
                  <a:lnTo>
                    <a:pt x="1989" y="8664"/>
                  </a:lnTo>
                  <a:lnTo>
                    <a:pt x="1989" y="996"/>
                  </a:lnTo>
                  <a:cubicBezTo>
                    <a:pt x="1989" y="443"/>
                    <a:pt x="1539" y="0"/>
                    <a:pt x="9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43"/>
            <p:cNvSpPr/>
            <p:nvPr/>
          </p:nvSpPr>
          <p:spPr>
            <a:xfrm>
              <a:off x="3663105" y="3207992"/>
              <a:ext cx="62299" cy="62362"/>
            </a:xfrm>
            <a:custGeom>
              <a:avLst/>
              <a:gdLst/>
              <a:ahLst/>
              <a:cxnLst/>
              <a:rect l="l" t="t" r="r" b="b"/>
              <a:pathLst>
                <a:path w="1988" h="1990" extrusionOk="0">
                  <a:moveTo>
                    <a:pt x="0" y="0"/>
                  </a:moveTo>
                  <a:lnTo>
                    <a:pt x="0" y="19"/>
                  </a:lnTo>
                  <a:cubicBezTo>
                    <a:pt x="0" y="277"/>
                    <a:pt x="60" y="530"/>
                    <a:pt x="174" y="761"/>
                  </a:cubicBezTo>
                  <a:lnTo>
                    <a:pt x="697" y="1806"/>
                  </a:lnTo>
                  <a:cubicBezTo>
                    <a:pt x="758" y="1928"/>
                    <a:pt x="876" y="1989"/>
                    <a:pt x="993" y="1989"/>
                  </a:cubicBezTo>
                  <a:cubicBezTo>
                    <a:pt x="1111" y="1989"/>
                    <a:pt x="1229" y="1928"/>
                    <a:pt x="1290" y="1806"/>
                  </a:cubicBezTo>
                  <a:lnTo>
                    <a:pt x="1813" y="760"/>
                  </a:lnTo>
                  <a:cubicBezTo>
                    <a:pt x="1927" y="530"/>
                    <a:pt x="1988" y="277"/>
                    <a:pt x="1988" y="19"/>
                  </a:cubicBezTo>
                  <a:lnTo>
                    <a:pt x="198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43"/>
            <p:cNvSpPr/>
            <p:nvPr/>
          </p:nvSpPr>
          <p:spPr>
            <a:xfrm>
              <a:off x="3370820" y="3061865"/>
              <a:ext cx="146879" cy="83796"/>
            </a:xfrm>
            <a:custGeom>
              <a:avLst/>
              <a:gdLst/>
              <a:ahLst/>
              <a:cxnLst/>
              <a:rect l="l" t="t" r="r" b="b"/>
              <a:pathLst>
                <a:path w="4687" h="2674" extrusionOk="0">
                  <a:moveTo>
                    <a:pt x="1" y="0"/>
                  </a:moveTo>
                  <a:lnTo>
                    <a:pt x="1" y="2674"/>
                  </a:lnTo>
                  <a:lnTo>
                    <a:pt x="4686" y="2674"/>
                  </a:lnTo>
                  <a:lnTo>
                    <a:pt x="468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43"/>
            <p:cNvSpPr/>
            <p:nvPr/>
          </p:nvSpPr>
          <p:spPr>
            <a:xfrm>
              <a:off x="3579998" y="2915738"/>
              <a:ext cx="62330" cy="125381"/>
            </a:xfrm>
            <a:custGeom>
              <a:avLst/>
              <a:gdLst/>
              <a:ahLst/>
              <a:cxnLst/>
              <a:rect l="l" t="t" r="r" b="b"/>
              <a:pathLst>
                <a:path w="1989" h="4001" extrusionOk="0">
                  <a:moveTo>
                    <a:pt x="0" y="1"/>
                  </a:moveTo>
                  <a:lnTo>
                    <a:pt x="0" y="4001"/>
                  </a:lnTo>
                  <a:lnTo>
                    <a:pt x="1989" y="4001"/>
                  </a:lnTo>
                  <a:lnTo>
                    <a:pt x="1989" y="996"/>
                  </a:lnTo>
                  <a:cubicBezTo>
                    <a:pt x="1989" y="445"/>
                    <a:pt x="1544" y="1"/>
                    <a:pt x="9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43"/>
            <p:cNvSpPr/>
            <p:nvPr/>
          </p:nvSpPr>
          <p:spPr>
            <a:xfrm>
              <a:off x="3579998" y="3061865"/>
              <a:ext cx="62330" cy="83796"/>
            </a:xfrm>
            <a:custGeom>
              <a:avLst/>
              <a:gdLst/>
              <a:ahLst/>
              <a:cxnLst/>
              <a:rect l="l" t="t" r="r" b="b"/>
              <a:pathLst>
                <a:path w="1989" h="2674" extrusionOk="0">
                  <a:moveTo>
                    <a:pt x="0" y="0"/>
                  </a:moveTo>
                  <a:lnTo>
                    <a:pt x="0" y="2674"/>
                  </a:lnTo>
                  <a:lnTo>
                    <a:pt x="1989" y="2674"/>
                  </a:lnTo>
                  <a:lnTo>
                    <a:pt x="19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43"/>
            <p:cNvSpPr/>
            <p:nvPr/>
          </p:nvSpPr>
          <p:spPr>
            <a:xfrm>
              <a:off x="3538413" y="3061865"/>
              <a:ext cx="20808" cy="83796"/>
            </a:xfrm>
            <a:custGeom>
              <a:avLst/>
              <a:gdLst/>
              <a:ahLst/>
              <a:cxnLst/>
              <a:rect l="l" t="t" r="r" b="b"/>
              <a:pathLst>
                <a:path w="664" h="2674" extrusionOk="0">
                  <a:moveTo>
                    <a:pt x="0" y="0"/>
                  </a:moveTo>
                  <a:lnTo>
                    <a:pt x="0" y="2674"/>
                  </a:lnTo>
                  <a:lnTo>
                    <a:pt x="664" y="2674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43"/>
            <p:cNvSpPr/>
            <p:nvPr/>
          </p:nvSpPr>
          <p:spPr>
            <a:xfrm>
              <a:off x="3538413" y="2915738"/>
              <a:ext cx="20808" cy="125381"/>
            </a:xfrm>
            <a:custGeom>
              <a:avLst/>
              <a:gdLst/>
              <a:ahLst/>
              <a:cxnLst/>
              <a:rect l="l" t="t" r="r" b="b"/>
              <a:pathLst>
                <a:path w="664" h="4001" extrusionOk="0">
                  <a:moveTo>
                    <a:pt x="0" y="1"/>
                  </a:moveTo>
                  <a:lnTo>
                    <a:pt x="0" y="4001"/>
                  </a:lnTo>
                  <a:lnTo>
                    <a:pt x="664" y="4001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43"/>
            <p:cNvSpPr/>
            <p:nvPr/>
          </p:nvSpPr>
          <p:spPr>
            <a:xfrm>
              <a:off x="3579998" y="3166438"/>
              <a:ext cx="62330" cy="103915"/>
            </a:xfrm>
            <a:custGeom>
              <a:avLst/>
              <a:gdLst/>
              <a:ahLst/>
              <a:cxnLst/>
              <a:rect l="l" t="t" r="r" b="b"/>
              <a:pathLst>
                <a:path w="1989" h="3316" extrusionOk="0">
                  <a:moveTo>
                    <a:pt x="0" y="0"/>
                  </a:moveTo>
                  <a:lnTo>
                    <a:pt x="0" y="3316"/>
                  </a:lnTo>
                  <a:lnTo>
                    <a:pt x="994" y="3316"/>
                  </a:lnTo>
                  <a:cubicBezTo>
                    <a:pt x="1544" y="3316"/>
                    <a:pt x="1989" y="2870"/>
                    <a:pt x="1989" y="2321"/>
                  </a:cubicBezTo>
                  <a:lnTo>
                    <a:pt x="19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43"/>
            <p:cNvSpPr/>
            <p:nvPr/>
          </p:nvSpPr>
          <p:spPr>
            <a:xfrm>
              <a:off x="3370820" y="3166438"/>
              <a:ext cx="146879" cy="103915"/>
            </a:xfrm>
            <a:custGeom>
              <a:avLst/>
              <a:gdLst/>
              <a:ahLst/>
              <a:cxnLst/>
              <a:rect l="l" t="t" r="r" b="b"/>
              <a:pathLst>
                <a:path w="4687" h="3316" extrusionOk="0">
                  <a:moveTo>
                    <a:pt x="1" y="0"/>
                  </a:moveTo>
                  <a:lnTo>
                    <a:pt x="1" y="2984"/>
                  </a:lnTo>
                  <a:cubicBezTo>
                    <a:pt x="1" y="3167"/>
                    <a:pt x="149" y="3316"/>
                    <a:pt x="332" y="3316"/>
                  </a:cubicBezTo>
                  <a:lnTo>
                    <a:pt x="4686" y="3316"/>
                  </a:lnTo>
                  <a:lnTo>
                    <a:pt x="468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43"/>
            <p:cNvSpPr/>
            <p:nvPr/>
          </p:nvSpPr>
          <p:spPr>
            <a:xfrm>
              <a:off x="3538413" y="3166438"/>
              <a:ext cx="20808" cy="103915"/>
            </a:xfrm>
            <a:custGeom>
              <a:avLst/>
              <a:gdLst/>
              <a:ahLst/>
              <a:cxnLst/>
              <a:rect l="l" t="t" r="r" b="b"/>
              <a:pathLst>
                <a:path w="664" h="3316" extrusionOk="0">
                  <a:moveTo>
                    <a:pt x="0" y="0"/>
                  </a:moveTo>
                  <a:lnTo>
                    <a:pt x="0" y="3316"/>
                  </a:lnTo>
                  <a:lnTo>
                    <a:pt x="664" y="3316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43"/>
            <p:cNvSpPr/>
            <p:nvPr/>
          </p:nvSpPr>
          <p:spPr>
            <a:xfrm>
              <a:off x="3370820" y="2915738"/>
              <a:ext cx="146879" cy="125381"/>
            </a:xfrm>
            <a:custGeom>
              <a:avLst/>
              <a:gdLst/>
              <a:ahLst/>
              <a:cxnLst/>
              <a:rect l="l" t="t" r="r" b="b"/>
              <a:pathLst>
                <a:path w="4687" h="4001" extrusionOk="0">
                  <a:moveTo>
                    <a:pt x="333" y="1"/>
                  </a:moveTo>
                  <a:cubicBezTo>
                    <a:pt x="149" y="1"/>
                    <a:pt x="1" y="148"/>
                    <a:pt x="1" y="332"/>
                  </a:cubicBezTo>
                  <a:lnTo>
                    <a:pt x="1" y="4001"/>
                  </a:lnTo>
                  <a:lnTo>
                    <a:pt x="4686" y="4001"/>
                  </a:lnTo>
                  <a:lnTo>
                    <a:pt x="468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0" name="Google Shape;870;p43"/>
          <p:cNvGrpSpPr/>
          <p:nvPr/>
        </p:nvGrpSpPr>
        <p:grpSpPr>
          <a:xfrm>
            <a:off x="1859391" y="1942636"/>
            <a:ext cx="331927" cy="354615"/>
            <a:chOff x="3906159" y="2392935"/>
            <a:chExt cx="331927" cy="354615"/>
          </a:xfrm>
        </p:grpSpPr>
        <p:sp>
          <p:nvSpPr>
            <p:cNvPr id="871" name="Google Shape;871;p43"/>
            <p:cNvSpPr/>
            <p:nvPr/>
          </p:nvSpPr>
          <p:spPr>
            <a:xfrm>
              <a:off x="3942385" y="2705965"/>
              <a:ext cx="229390" cy="41585"/>
            </a:xfrm>
            <a:custGeom>
              <a:avLst/>
              <a:gdLst/>
              <a:ahLst/>
              <a:cxnLst/>
              <a:rect l="l" t="t" r="r" b="b"/>
              <a:pathLst>
                <a:path w="7320" h="1327" extrusionOk="0">
                  <a:moveTo>
                    <a:pt x="703" y="0"/>
                  </a:moveTo>
                  <a:cubicBezTo>
                    <a:pt x="354" y="0"/>
                    <a:pt x="54" y="265"/>
                    <a:pt x="30" y="613"/>
                  </a:cubicBezTo>
                  <a:cubicBezTo>
                    <a:pt x="0" y="998"/>
                    <a:pt x="305" y="1326"/>
                    <a:pt x="691" y="1326"/>
                  </a:cubicBezTo>
                  <a:lnTo>
                    <a:pt x="6657" y="1326"/>
                  </a:lnTo>
                  <a:cubicBezTo>
                    <a:pt x="7024" y="1326"/>
                    <a:pt x="7320" y="1029"/>
                    <a:pt x="7320" y="663"/>
                  </a:cubicBezTo>
                  <a:cubicBezTo>
                    <a:pt x="7320" y="296"/>
                    <a:pt x="7024" y="0"/>
                    <a:pt x="66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43"/>
            <p:cNvSpPr/>
            <p:nvPr/>
          </p:nvSpPr>
          <p:spPr>
            <a:xfrm>
              <a:off x="3953102" y="2645515"/>
              <a:ext cx="208896" cy="39673"/>
            </a:xfrm>
            <a:custGeom>
              <a:avLst/>
              <a:gdLst/>
              <a:ahLst/>
              <a:cxnLst/>
              <a:rect l="l" t="t" r="r" b="b"/>
              <a:pathLst>
                <a:path w="6666" h="1266" extrusionOk="0">
                  <a:moveTo>
                    <a:pt x="1359" y="1"/>
                  </a:moveTo>
                  <a:cubicBezTo>
                    <a:pt x="1078" y="1"/>
                    <a:pt x="797" y="82"/>
                    <a:pt x="553" y="246"/>
                  </a:cubicBezTo>
                  <a:cubicBezTo>
                    <a:pt x="382" y="359"/>
                    <a:pt x="196" y="448"/>
                    <a:pt x="0" y="509"/>
                  </a:cubicBezTo>
                  <a:lnTo>
                    <a:pt x="108" y="1266"/>
                  </a:lnTo>
                  <a:lnTo>
                    <a:pt x="6555" y="1266"/>
                  </a:lnTo>
                  <a:lnTo>
                    <a:pt x="6665" y="497"/>
                  </a:lnTo>
                  <a:cubicBezTo>
                    <a:pt x="6480" y="437"/>
                    <a:pt x="6305" y="352"/>
                    <a:pt x="6144" y="246"/>
                  </a:cubicBezTo>
                  <a:cubicBezTo>
                    <a:pt x="5899" y="82"/>
                    <a:pt x="5618" y="1"/>
                    <a:pt x="5337" y="1"/>
                  </a:cubicBezTo>
                  <a:cubicBezTo>
                    <a:pt x="5056" y="1"/>
                    <a:pt x="4775" y="82"/>
                    <a:pt x="4530" y="246"/>
                  </a:cubicBezTo>
                  <a:cubicBezTo>
                    <a:pt x="4173" y="486"/>
                    <a:pt x="3761" y="606"/>
                    <a:pt x="3348" y="606"/>
                  </a:cubicBezTo>
                  <a:cubicBezTo>
                    <a:pt x="2936" y="606"/>
                    <a:pt x="2523" y="486"/>
                    <a:pt x="2166" y="246"/>
                  </a:cubicBezTo>
                  <a:cubicBezTo>
                    <a:pt x="1922" y="82"/>
                    <a:pt x="1640" y="1"/>
                    <a:pt x="13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43"/>
            <p:cNvSpPr/>
            <p:nvPr/>
          </p:nvSpPr>
          <p:spPr>
            <a:xfrm>
              <a:off x="3921608" y="2559118"/>
              <a:ext cx="270975" cy="84110"/>
            </a:xfrm>
            <a:custGeom>
              <a:avLst/>
              <a:gdLst/>
              <a:ahLst/>
              <a:cxnLst/>
              <a:rect l="l" t="t" r="r" b="b"/>
              <a:pathLst>
                <a:path w="8647" h="2684" extrusionOk="0">
                  <a:moveTo>
                    <a:pt x="704" y="1"/>
                  </a:moveTo>
                  <a:cubicBezTo>
                    <a:pt x="354" y="1"/>
                    <a:pt x="55" y="266"/>
                    <a:pt x="29" y="614"/>
                  </a:cubicBezTo>
                  <a:cubicBezTo>
                    <a:pt x="1" y="999"/>
                    <a:pt x="304" y="1327"/>
                    <a:pt x="691" y="1327"/>
                  </a:cubicBezTo>
                  <a:lnTo>
                    <a:pt x="735" y="1327"/>
                  </a:lnTo>
                  <a:lnTo>
                    <a:pt x="905" y="2568"/>
                  </a:lnTo>
                  <a:cubicBezTo>
                    <a:pt x="1000" y="2531"/>
                    <a:pt x="1096" y="2497"/>
                    <a:pt x="1182" y="2438"/>
                  </a:cubicBezTo>
                  <a:cubicBezTo>
                    <a:pt x="1540" y="2199"/>
                    <a:pt x="1952" y="2079"/>
                    <a:pt x="2365" y="2079"/>
                  </a:cubicBezTo>
                  <a:cubicBezTo>
                    <a:pt x="2777" y="2079"/>
                    <a:pt x="3190" y="2199"/>
                    <a:pt x="3547" y="2438"/>
                  </a:cubicBezTo>
                  <a:cubicBezTo>
                    <a:pt x="3791" y="2602"/>
                    <a:pt x="4072" y="2683"/>
                    <a:pt x="4353" y="2683"/>
                  </a:cubicBezTo>
                  <a:cubicBezTo>
                    <a:pt x="4635" y="2683"/>
                    <a:pt x="4916" y="2602"/>
                    <a:pt x="5160" y="2438"/>
                  </a:cubicBezTo>
                  <a:cubicBezTo>
                    <a:pt x="5518" y="2198"/>
                    <a:pt x="5930" y="2078"/>
                    <a:pt x="6343" y="2078"/>
                  </a:cubicBezTo>
                  <a:cubicBezTo>
                    <a:pt x="6755" y="2078"/>
                    <a:pt x="7168" y="2198"/>
                    <a:pt x="7526" y="2438"/>
                  </a:cubicBezTo>
                  <a:cubicBezTo>
                    <a:pt x="7603" y="2490"/>
                    <a:pt x="7688" y="2519"/>
                    <a:pt x="7771" y="2554"/>
                  </a:cubicBezTo>
                  <a:lnTo>
                    <a:pt x="7940" y="1327"/>
                  </a:lnTo>
                  <a:lnTo>
                    <a:pt x="7984" y="1327"/>
                  </a:lnTo>
                  <a:cubicBezTo>
                    <a:pt x="8350" y="1327"/>
                    <a:pt x="8646" y="1030"/>
                    <a:pt x="8646" y="664"/>
                  </a:cubicBezTo>
                  <a:cubicBezTo>
                    <a:pt x="8646" y="298"/>
                    <a:pt x="8350" y="1"/>
                    <a:pt x="79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43"/>
            <p:cNvSpPr/>
            <p:nvPr/>
          </p:nvSpPr>
          <p:spPr>
            <a:xfrm>
              <a:off x="4109383" y="2392935"/>
              <a:ext cx="128703" cy="145469"/>
            </a:xfrm>
            <a:custGeom>
              <a:avLst/>
              <a:gdLst/>
              <a:ahLst/>
              <a:cxnLst/>
              <a:rect l="l" t="t" r="r" b="b"/>
              <a:pathLst>
                <a:path w="4107" h="4642" extrusionOk="0">
                  <a:moveTo>
                    <a:pt x="2187" y="0"/>
                  </a:moveTo>
                  <a:cubicBezTo>
                    <a:pt x="2090" y="0"/>
                    <a:pt x="1994" y="43"/>
                    <a:pt x="1928" y="123"/>
                  </a:cubicBezTo>
                  <a:lnTo>
                    <a:pt x="1343" y="850"/>
                  </a:lnTo>
                  <a:lnTo>
                    <a:pt x="2076" y="1522"/>
                  </a:lnTo>
                  <a:cubicBezTo>
                    <a:pt x="2220" y="1636"/>
                    <a:pt x="2242" y="1846"/>
                    <a:pt x="2127" y="1987"/>
                  </a:cubicBezTo>
                  <a:cubicBezTo>
                    <a:pt x="2061" y="2069"/>
                    <a:pt x="1965" y="2111"/>
                    <a:pt x="1868" y="2111"/>
                  </a:cubicBezTo>
                  <a:cubicBezTo>
                    <a:pt x="1796" y="2111"/>
                    <a:pt x="1722" y="2087"/>
                    <a:pt x="1661" y="2038"/>
                  </a:cubicBezTo>
                  <a:lnTo>
                    <a:pt x="926" y="1365"/>
                  </a:lnTo>
                  <a:lnTo>
                    <a:pt x="510" y="1881"/>
                  </a:lnTo>
                  <a:lnTo>
                    <a:pt x="1245" y="2554"/>
                  </a:lnTo>
                  <a:cubicBezTo>
                    <a:pt x="1387" y="2669"/>
                    <a:pt x="1409" y="2878"/>
                    <a:pt x="1294" y="3020"/>
                  </a:cubicBezTo>
                  <a:cubicBezTo>
                    <a:pt x="1228" y="3101"/>
                    <a:pt x="1132" y="3143"/>
                    <a:pt x="1036" y="3143"/>
                  </a:cubicBezTo>
                  <a:cubicBezTo>
                    <a:pt x="963" y="3143"/>
                    <a:pt x="889" y="3119"/>
                    <a:pt x="828" y="3070"/>
                  </a:cubicBezTo>
                  <a:lnTo>
                    <a:pt x="93" y="2397"/>
                  </a:lnTo>
                  <a:lnTo>
                    <a:pt x="0" y="2511"/>
                  </a:lnTo>
                  <a:lnTo>
                    <a:pt x="0" y="3210"/>
                  </a:lnTo>
                  <a:lnTo>
                    <a:pt x="412" y="3586"/>
                  </a:lnTo>
                  <a:cubicBezTo>
                    <a:pt x="555" y="3700"/>
                    <a:pt x="579" y="3908"/>
                    <a:pt x="466" y="4051"/>
                  </a:cubicBezTo>
                  <a:cubicBezTo>
                    <a:pt x="400" y="4133"/>
                    <a:pt x="304" y="4176"/>
                    <a:pt x="206" y="4176"/>
                  </a:cubicBezTo>
                  <a:cubicBezTo>
                    <a:pt x="134" y="4176"/>
                    <a:pt x="61" y="4153"/>
                    <a:pt x="0" y="4105"/>
                  </a:cubicBezTo>
                  <a:lnTo>
                    <a:pt x="0" y="4642"/>
                  </a:lnTo>
                  <a:lnTo>
                    <a:pt x="1690" y="4642"/>
                  </a:lnTo>
                  <a:lnTo>
                    <a:pt x="3991" y="1788"/>
                  </a:lnTo>
                  <a:cubicBezTo>
                    <a:pt x="4107" y="1646"/>
                    <a:pt x="4084" y="1437"/>
                    <a:pt x="3942" y="1323"/>
                  </a:cubicBezTo>
                  <a:lnTo>
                    <a:pt x="2394" y="74"/>
                  </a:lnTo>
                  <a:cubicBezTo>
                    <a:pt x="2333" y="24"/>
                    <a:pt x="2260" y="0"/>
                    <a:pt x="21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43"/>
            <p:cNvSpPr/>
            <p:nvPr/>
          </p:nvSpPr>
          <p:spPr>
            <a:xfrm>
              <a:off x="4026307" y="2465199"/>
              <a:ext cx="62330" cy="73204"/>
            </a:xfrm>
            <a:custGeom>
              <a:avLst/>
              <a:gdLst/>
              <a:ahLst/>
              <a:cxnLst/>
              <a:rect l="l" t="t" r="r" b="b"/>
              <a:pathLst>
                <a:path w="1989" h="2336" extrusionOk="0">
                  <a:moveTo>
                    <a:pt x="1989" y="1"/>
                  </a:moveTo>
                  <a:cubicBezTo>
                    <a:pt x="1707" y="214"/>
                    <a:pt x="1365" y="346"/>
                    <a:pt x="995" y="346"/>
                  </a:cubicBezTo>
                  <a:cubicBezTo>
                    <a:pt x="635" y="345"/>
                    <a:pt x="286" y="227"/>
                    <a:pt x="0" y="12"/>
                  </a:cubicBezTo>
                  <a:lnTo>
                    <a:pt x="0" y="2336"/>
                  </a:lnTo>
                  <a:lnTo>
                    <a:pt x="1989" y="2336"/>
                  </a:lnTo>
                  <a:lnTo>
                    <a:pt x="19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43"/>
            <p:cNvSpPr/>
            <p:nvPr/>
          </p:nvSpPr>
          <p:spPr>
            <a:xfrm>
              <a:off x="4029315" y="2393718"/>
              <a:ext cx="56564" cy="61892"/>
            </a:xfrm>
            <a:custGeom>
              <a:avLst/>
              <a:gdLst/>
              <a:ahLst/>
              <a:cxnLst/>
              <a:rect l="l" t="t" r="r" b="b"/>
              <a:pathLst>
                <a:path w="1805" h="1975" extrusionOk="0">
                  <a:moveTo>
                    <a:pt x="900" y="1"/>
                  </a:moveTo>
                  <a:cubicBezTo>
                    <a:pt x="779" y="1"/>
                    <a:pt x="659" y="57"/>
                    <a:pt x="603" y="169"/>
                  </a:cubicBezTo>
                  <a:lnTo>
                    <a:pt x="0" y="1375"/>
                  </a:lnTo>
                  <a:cubicBezTo>
                    <a:pt x="157" y="1730"/>
                    <a:pt x="504" y="1975"/>
                    <a:pt x="900" y="1975"/>
                  </a:cubicBezTo>
                  <a:cubicBezTo>
                    <a:pt x="1291" y="1975"/>
                    <a:pt x="1645" y="1745"/>
                    <a:pt x="1805" y="1387"/>
                  </a:cubicBezTo>
                  <a:lnTo>
                    <a:pt x="1196" y="169"/>
                  </a:lnTo>
                  <a:cubicBezTo>
                    <a:pt x="1140" y="57"/>
                    <a:pt x="1020" y="1"/>
                    <a:pt x="9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43"/>
            <p:cNvSpPr/>
            <p:nvPr/>
          </p:nvSpPr>
          <p:spPr>
            <a:xfrm>
              <a:off x="3927625" y="2461846"/>
              <a:ext cx="84235" cy="76526"/>
            </a:xfrm>
            <a:custGeom>
              <a:avLst/>
              <a:gdLst/>
              <a:ahLst/>
              <a:cxnLst/>
              <a:rect l="l" t="t" r="r" b="b"/>
              <a:pathLst>
                <a:path w="2688" h="2442" extrusionOk="0">
                  <a:moveTo>
                    <a:pt x="1892" y="1"/>
                  </a:moveTo>
                  <a:lnTo>
                    <a:pt x="0" y="617"/>
                  </a:lnTo>
                  <a:lnTo>
                    <a:pt x="595" y="2441"/>
                  </a:lnTo>
                  <a:lnTo>
                    <a:pt x="2687" y="2441"/>
                  </a:lnTo>
                  <a:lnTo>
                    <a:pt x="18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43"/>
            <p:cNvSpPr/>
            <p:nvPr/>
          </p:nvSpPr>
          <p:spPr>
            <a:xfrm>
              <a:off x="3906159" y="2393279"/>
              <a:ext cx="74301" cy="68504"/>
            </a:xfrm>
            <a:custGeom>
              <a:avLst/>
              <a:gdLst/>
              <a:ahLst/>
              <a:cxnLst/>
              <a:rect l="l" t="t" r="r" b="b"/>
              <a:pathLst>
                <a:path w="2371" h="2186" extrusionOk="0">
                  <a:moveTo>
                    <a:pt x="1116" y="1"/>
                  </a:moveTo>
                  <a:cubicBezTo>
                    <a:pt x="1014" y="1"/>
                    <a:pt x="911" y="17"/>
                    <a:pt x="808" y="50"/>
                  </a:cubicBezTo>
                  <a:cubicBezTo>
                    <a:pt x="286" y="220"/>
                    <a:pt x="1" y="781"/>
                    <a:pt x="171" y="1304"/>
                  </a:cubicBezTo>
                  <a:cubicBezTo>
                    <a:pt x="172" y="1306"/>
                    <a:pt x="358" y="1813"/>
                    <a:pt x="479" y="2186"/>
                  </a:cubicBezTo>
                  <a:lnTo>
                    <a:pt x="2371" y="1569"/>
                  </a:lnTo>
                  <a:lnTo>
                    <a:pt x="2063" y="688"/>
                  </a:lnTo>
                  <a:cubicBezTo>
                    <a:pt x="1926" y="268"/>
                    <a:pt x="1536" y="1"/>
                    <a:pt x="11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44"/>
          <p:cNvSpPr/>
          <p:nvPr/>
        </p:nvSpPr>
        <p:spPr>
          <a:xfrm rot="-5400000">
            <a:off x="7338105" y="3331746"/>
            <a:ext cx="873330" cy="873330"/>
          </a:xfrm>
          <a:prstGeom prst="donut">
            <a:avLst>
              <a:gd name="adj" fmla="val 1193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884" name="Google Shape;884;p44"/>
          <p:cNvSpPr/>
          <p:nvPr/>
        </p:nvSpPr>
        <p:spPr>
          <a:xfrm rot="-5400000">
            <a:off x="7333290" y="3327105"/>
            <a:ext cx="882786" cy="882786"/>
          </a:xfrm>
          <a:prstGeom prst="blockArc">
            <a:avLst>
              <a:gd name="adj1" fmla="val 26082"/>
              <a:gd name="adj2" fmla="val 16256715"/>
              <a:gd name="adj3" fmla="val 1271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885" name="Google Shape;885;p44"/>
          <p:cNvSpPr txBox="1"/>
          <p:nvPr/>
        </p:nvSpPr>
        <p:spPr>
          <a:xfrm>
            <a:off x="7377910" y="3602357"/>
            <a:ext cx="793500" cy="3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rPr>
              <a:t>75%</a:t>
            </a:r>
            <a:endParaRPr sz="2400">
              <a:solidFill>
                <a:schemeClr val="dk1"/>
              </a:solidFill>
              <a:latin typeface="Secular One"/>
              <a:ea typeface="Secular One"/>
              <a:cs typeface="Secular One"/>
              <a:sym typeface="Secular One"/>
            </a:endParaRPr>
          </a:p>
        </p:txBody>
      </p:sp>
      <p:sp>
        <p:nvSpPr>
          <p:cNvPr id="886" name="Google Shape;886;p44"/>
          <p:cNvSpPr/>
          <p:nvPr/>
        </p:nvSpPr>
        <p:spPr>
          <a:xfrm rot="10800000">
            <a:off x="6064923" y="3331831"/>
            <a:ext cx="873330" cy="873330"/>
          </a:xfrm>
          <a:prstGeom prst="donut">
            <a:avLst>
              <a:gd name="adj" fmla="val 1193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887" name="Google Shape;887;p44"/>
          <p:cNvSpPr/>
          <p:nvPr/>
        </p:nvSpPr>
        <p:spPr>
          <a:xfrm rot="10800000">
            <a:off x="6060282" y="3327190"/>
            <a:ext cx="882786" cy="882786"/>
          </a:xfrm>
          <a:prstGeom prst="blockArc">
            <a:avLst>
              <a:gd name="adj1" fmla="val 5400645"/>
              <a:gd name="adj2" fmla="val 16256715"/>
              <a:gd name="adj3" fmla="val 1271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888" name="Google Shape;888;p44"/>
          <p:cNvSpPr txBox="1"/>
          <p:nvPr/>
        </p:nvSpPr>
        <p:spPr>
          <a:xfrm>
            <a:off x="6104992" y="3602195"/>
            <a:ext cx="793500" cy="3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rPr>
              <a:t>50%</a:t>
            </a:r>
            <a:endParaRPr sz="2400">
              <a:solidFill>
                <a:schemeClr val="dk1"/>
              </a:solidFill>
              <a:latin typeface="Secular One"/>
              <a:ea typeface="Secular One"/>
              <a:cs typeface="Secular One"/>
              <a:sym typeface="Secular One"/>
            </a:endParaRPr>
          </a:p>
        </p:txBody>
      </p:sp>
      <p:sp>
        <p:nvSpPr>
          <p:cNvPr id="889" name="Google Shape;889;p44"/>
          <p:cNvSpPr/>
          <p:nvPr/>
        </p:nvSpPr>
        <p:spPr>
          <a:xfrm rot="5400000">
            <a:off x="4791916" y="3332247"/>
            <a:ext cx="873330" cy="873330"/>
          </a:xfrm>
          <a:prstGeom prst="donut">
            <a:avLst>
              <a:gd name="adj" fmla="val 1193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890" name="Google Shape;890;p44"/>
          <p:cNvSpPr/>
          <p:nvPr/>
        </p:nvSpPr>
        <p:spPr>
          <a:xfrm rot="5400000">
            <a:off x="4787275" y="3327431"/>
            <a:ext cx="882786" cy="882786"/>
          </a:xfrm>
          <a:prstGeom prst="blockArc">
            <a:avLst>
              <a:gd name="adj1" fmla="val 10798115"/>
              <a:gd name="adj2" fmla="val 16256715"/>
              <a:gd name="adj3" fmla="val 1271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891" name="Google Shape;891;p44"/>
          <p:cNvSpPr txBox="1"/>
          <p:nvPr/>
        </p:nvSpPr>
        <p:spPr>
          <a:xfrm>
            <a:off x="4832074" y="3602032"/>
            <a:ext cx="793500" cy="3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rPr>
              <a:t>25%</a:t>
            </a:r>
            <a:endParaRPr sz="2400">
              <a:solidFill>
                <a:schemeClr val="dk1"/>
              </a:solidFill>
              <a:latin typeface="Secular One"/>
              <a:ea typeface="Secular One"/>
              <a:cs typeface="Secular One"/>
              <a:sym typeface="Secular One"/>
            </a:endParaRPr>
          </a:p>
        </p:txBody>
      </p:sp>
      <p:sp>
        <p:nvSpPr>
          <p:cNvPr id="892" name="Google Shape;892;p4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curriculum</a:t>
            </a:r>
            <a:endParaRPr/>
          </a:p>
        </p:txBody>
      </p:sp>
      <p:sp>
        <p:nvSpPr>
          <p:cNvPr id="893" name="Google Shape;893;p44"/>
          <p:cNvSpPr txBox="1"/>
          <p:nvPr/>
        </p:nvSpPr>
        <p:spPr>
          <a:xfrm>
            <a:off x="4690188" y="1737838"/>
            <a:ext cx="10101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Venus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894" name="Google Shape;894;p44"/>
          <p:cNvSpPr txBox="1"/>
          <p:nvPr/>
        </p:nvSpPr>
        <p:spPr>
          <a:xfrm>
            <a:off x="4572000" y="1293700"/>
            <a:ext cx="38586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rPr>
              <a:t>Features</a:t>
            </a:r>
            <a:endParaRPr sz="2400">
              <a:solidFill>
                <a:schemeClr val="dk1"/>
              </a:solidFill>
              <a:latin typeface="Secular One"/>
              <a:ea typeface="Secular One"/>
              <a:cs typeface="Secular One"/>
              <a:sym typeface="Secular One"/>
            </a:endParaRPr>
          </a:p>
        </p:txBody>
      </p:sp>
      <p:sp>
        <p:nvSpPr>
          <p:cNvPr id="895" name="Google Shape;895;p44"/>
          <p:cNvSpPr txBox="1"/>
          <p:nvPr/>
        </p:nvSpPr>
        <p:spPr>
          <a:xfrm>
            <a:off x="713225" y="1293675"/>
            <a:ext cx="38586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rPr>
              <a:t>Introduction</a:t>
            </a:r>
            <a:endParaRPr sz="2400">
              <a:solidFill>
                <a:schemeClr val="dk1"/>
              </a:solidFill>
              <a:latin typeface="Secular One"/>
              <a:ea typeface="Secular One"/>
              <a:cs typeface="Secular One"/>
              <a:sym typeface="Secular One"/>
            </a:endParaRPr>
          </a:p>
        </p:txBody>
      </p:sp>
      <p:sp>
        <p:nvSpPr>
          <p:cNvPr id="896" name="Google Shape;896;p44"/>
          <p:cNvSpPr txBox="1"/>
          <p:nvPr/>
        </p:nvSpPr>
        <p:spPr>
          <a:xfrm>
            <a:off x="713400" y="1640775"/>
            <a:ext cx="38586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Venus has a beautiful name and is </a:t>
            </a:r>
            <a:r>
              <a:rPr lang="en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the second planet from the Sun</a:t>
            </a: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. It’s terribly hot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897" name="Google Shape;897;p44"/>
          <p:cNvSpPr txBox="1"/>
          <p:nvPr/>
        </p:nvSpPr>
        <p:spPr>
          <a:xfrm>
            <a:off x="4690188" y="2123925"/>
            <a:ext cx="10101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Mercury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898" name="Google Shape;898;p44"/>
          <p:cNvSpPr txBox="1"/>
          <p:nvPr/>
        </p:nvSpPr>
        <p:spPr>
          <a:xfrm>
            <a:off x="7489213" y="1737850"/>
            <a:ext cx="8241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4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rPr>
              <a:t>60%</a:t>
            </a:r>
            <a:endParaRPr sz="2400">
              <a:solidFill>
                <a:schemeClr val="dk1"/>
              </a:solidFill>
              <a:latin typeface="Secular One"/>
              <a:ea typeface="Secular One"/>
              <a:cs typeface="Secular One"/>
              <a:sym typeface="Secular One"/>
            </a:endParaRPr>
          </a:p>
        </p:txBody>
      </p:sp>
      <p:sp>
        <p:nvSpPr>
          <p:cNvPr id="899" name="Google Shape;899;p44"/>
          <p:cNvSpPr txBox="1"/>
          <p:nvPr/>
        </p:nvSpPr>
        <p:spPr>
          <a:xfrm>
            <a:off x="7489213" y="2123950"/>
            <a:ext cx="8241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4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rPr>
              <a:t>80%</a:t>
            </a:r>
            <a:endParaRPr sz="2400">
              <a:solidFill>
                <a:schemeClr val="dk1"/>
              </a:solidFill>
              <a:latin typeface="Secular One"/>
              <a:ea typeface="Secular One"/>
              <a:cs typeface="Secular One"/>
              <a:sym typeface="Secular One"/>
            </a:endParaRPr>
          </a:p>
        </p:txBody>
      </p:sp>
      <p:sp>
        <p:nvSpPr>
          <p:cNvPr id="900" name="Google Shape;900;p44"/>
          <p:cNvSpPr txBox="1"/>
          <p:nvPr/>
        </p:nvSpPr>
        <p:spPr>
          <a:xfrm>
            <a:off x="4572000" y="2725600"/>
            <a:ext cx="38586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rPr>
              <a:t>Advantages</a:t>
            </a:r>
            <a:endParaRPr sz="2400">
              <a:solidFill>
                <a:schemeClr val="dk1"/>
              </a:solidFill>
              <a:latin typeface="Secular One"/>
              <a:ea typeface="Secular One"/>
              <a:cs typeface="Secular One"/>
              <a:sym typeface="Secular One"/>
            </a:endParaRPr>
          </a:p>
        </p:txBody>
      </p:sp>
      <p:sp>
        <p:nvSpPr>
          <p:cNvPr id="901" name="Google Shape;901;p44"/>
          <p:cNvSpPr txBox="1"/>
          <p:nvPr/>
        </p:nvSpPr>
        <p:spPr>
          <a:xfrm>
            <a:off x="4723763" y="4268150"/>
            <a:ext cx="10101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Pluto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02" name="Google Shape;902;p44"/>
          <p:cNvSpPr txBox="1"/>
          <p:nvPr/>
        </p:nvSpPr>
        <p:spPr>
          <a:xfrm>
            <a:off x="5996238" y="4268150"/>
            <a:ext cx="10101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Ceres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03" name="Google Shape;903;p44"/>
          <p:cNvSpPr txBox="1"/>
          <p:nvPr/>
        </p:nvSpPr>
        <p:spPr>
          <a:xfrm>
            <a:off x="7268713" y="4268150"/>
            <a:ext cx="10101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Earth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aphicFrame>
        <p:nvGraphicFramePr>
          <p:cNvPr id="904" name="Google Shape;904;p44"/>
          <p:cNvGraphicFramePr/>
          <p:nvPr/>
        </p:nvGraphicFramePr>
        <p:xfrm>
          <a:off x="886238" y="2414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{F4F67F9A-AF26-4EF0-9563-D6FCD2DCD294}</a:tableStyleId>
              </a:tblPr>
              <a:tblGrid>
                <a:gridCol w="987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44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Secular One"/>
                          <a:ea typeface="Secular One"/>
                          <a:cs typeface="Secular One"/>
                          <a:sym typeface="Secular One"/>
                        </a:rPr>
                        <a:t>2019</a:t>
                      </a:r>
                      <a:endParaRPr sz="2400">
                        <a:solidFill>
                          <a:schemeClr val="dk1"/>
                        </a:solidFill>
                        <a:latin typeface="Secular One"/>
                        <a:ea typeface="Secular One"/>
                        <a:cs typeface="Secular One"/>
                        <a:sym typeface="Secular On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Mercury is </a:t>
                      </a:r>
                      <a:r>
                        <a:rPr lang="en" b="1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very small</a:t>
                      </a:r>
                      <a:endParaRPr b="1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Secular One"/>
                          <a:ea typeface="Secular One"/>
                          <a:cs typeface="Secular One"/>
                          <a:sym typeface="Secular One"/>
                        </a:rPr>
                        <a:t>2020</a:t>
                      </a:r>
                      <a:endParaRPr sz="2400">
                        <a:solidFill>
                          <a:schemeClr val="dk1"/>
                        </a:solidFill>
                        <a:latin typeface="Secular One"/>
                        <a:ea typeface="Secular One"/>
                        <a:cs typeface="Secular One"/>
                        <a:sym typeface="Secular On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Saturn has several </a:t>
                      </a:r>
                      <a:r>
                        <a:rPr lang="en" b="1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rings</a:t>
                      </a:r>
                      <a:endParaRPr b="1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Secular One"/>
                          <a:ea typeface="Secular One"/>
                          <a:cs typeface="Secular One"/>
                          <a:sym typeface="Secular One"/>
                        </a:rPr>
                        <a:t>2021</a:t>
                      </a:r>
                      <a:endParaRPr sz="2400">
                        <a:solidFill>
                          <a:schemeClr val="dk1"/>
                        </a:solidFill>
                        <a:latin typeface="Secular One"/>
                        <a:ea typeface="Secular One"/>
                        <a:cs typeface="Secular One"/>
                        <a:sym typeface="Secular On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Venus is a </a:t>
                      </a:r>
                      <a:r>
                        <a:rPr lang="en" b="1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hot 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planet</a:t>
                      </a:r>
                      <a:endParaRPr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Secular One"/>
                          <a:ea typeface="Secular One"/>
                          <a:cs typeface="Secular One"/>
                          <a:sym typeface="Secular One"/>
                        </a:rPr>
                        <a:t>2022</a:t>
                      </a:r>
                      <a:endParaRPr sz="2400">
                        <a:solidFill>
                          <a:schemeClr val="dk1"/>
                        </a:solidFill>
                        <a:latin typeface="Secular One"/>
                        <a:ea typeface="Secular One"/>
                        <a:cs typeface="Secular One"/>
                        <a:sym typeface="Secular On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Neptune </a:t>
                      </a:r>
                      <a:r>
                        <a:rPr lang="en" b="1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is an ice giant</a:t>
                      </a:r>
                      <a:endParaRPr b="1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05" name="Google Shape;905;p44"/>
          <p:cNvSpPr/>
          <p:nvPr/>
        </p:nvSpPr>
        <p:spPr>
          <a:xfrm>
            <a:off x="5700288" y="1824100"/>
            <a:ext cx="1745100" cy="174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6" name="Google Shape;906;p44"/>
          <p:cNvSpPr/>
          <p:nvPr/>
        </p:nvSpPr>
        <p:spPr>
          <a:xfrm>
            <a:off x="5700288" y="1824100"/>
            <a:ext cx="865200" cy="174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7" name="Google Shape;907;p44"/>
          <p:cNvSpPr/>
          <p:nvPr/>
        </p:nvSpPr>
        <p:spPr>
          <a:xfrm>
            <a:off x="5700288" y="2205100"/>
            <a:ext cx="1745100" cy="174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8" name="Google Shape;908;p44"/>
          <p:cNvSpPr/>
          <p:nvPr/>
        </p:nvSpPr>
        <p:spPr>
          <a:xfrm>
            <a:off x="5700288" y="2205100"/>
            <a:ext cx="1364100" cy="174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45"/>
          <p:cNvSpPr txBox="1">
            <a:spLocks noGrp="1"/>
          </p:cNvSpPr>
          <p:nvPr>
            <p:ph type="subTitle" idx="2"/>
          </p:nvPr>
        </p:nvSpPr>
        <p:spPr>
          <a:xfrm>
            <a:off x="3578947" y="2298494"/>
            <a:ext cx="1986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is the second planet </a:t>
            </a:r>
            <a:r>
              <a:rPr lang="en" b="1"/>
              <a:t>from the Sun</a:t>
            </a:r>
            <a:endParaRPr b="1"/>
          </a:p>
        </p:txBody>
      </p:sp>
      <p:sp>
        <p:nvSpPr>
          <p:cNvPr id="914" name="Google Shape;914;p45"/>
          <p:cNvSpPr txBox="1">
            <a:spLocks noGrp="1"/>
          </p:cNvSpPr>
          <p:nvPr>
            <p:ph type="subTitle" idx="5"/>
          </p:nvPr>
        </p:nvSpPr>
        <p:spPr>
          <a:xfrm>
            <a:off x="6056725" y="2298494"/>
            <a:ext cx="1986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Neptune is </a:t>
            </a:r>
            <a:r>
              <a:rPr lang="en" b="1"/>
              <a:t>very far away</a:t>
            </a:r>
            <a:r>
              <a:rPr lang="en"/>
              <a:t> from the Sun</a:t>
            </a:r>
            <a:endParaRPr/>
          </a:p>
        </p:txBody>
      </p:sp>
      <p:sp>
        <p:nvSpPr>
          <p:cNvPr id="915" name="Google Shape;915;p4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academic areas</a:t>
            </a:r>
            <a:endParaRPr/>
          </a:p>
        </p:txBody>
      </p:sp>
      <p:sp>
        <p:nvSpPr>
          <p:cNvPr id="916" name="Google Shape;916;p45"/>
          <p:cNvSpPr txBox="1">
            <a:spLocks noGrp="1"/>
          </p:cNvSpPr>
          <p:nvPr>
            <p:ph type="subTitle" idx="1"/>
          </p:nvPr>
        </p:nvSpPr>
        <p:spPr>
          <a:xfrm>
            <a:off x="1101175" y="2298494"/>
            <a:ext cx="1986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Mars is actually a </a:t>
            </a:r>
            <a:r>
              <a:rPr lang="en" b="1"/>
              <a:t>very cold</a:t>
            </a:r>
            <a:r>
              <a:rPr lang="en"/>
              <a:t> place</a:t>
            </a:r>
            <a:endParaRPr/>
          </a:p>
        </p:txBody>
      </p:sp>
      <p:sp>
        <p:nvSpPr>
          <p:cNvPr id="917" name="Google Shape;917;p45"/>
          <p:cNvSpPr txBox="1">
            <a:spLocks noGrp="1"/>
          </p:cNvSpPr>
          <p:nvPr>
            <p:ph type="subTitle" idx="3"/>
          </p:nvPr>
        </p:nvSpPr>
        <p:spPr>
          <a:xfrm>
            <a:off x="1101175" y="3989069"/>
            <a:ext cx="1986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is the closest planet</a:t>
            </a:r>
            <a:r>
              <a:rPr lang="en" b="1"/>
              <a:t> to the Sun</a:t>
            </a:r>
            <a:endParaRPr b="1"/>
          </a:p>
        </p:txBody>
      </p:sp>
      <p:sp>
        <p:nvSpPr>
          <p:cNvPr id="918" name="Google Shape;918;p45"/>
          <p:cNvSpPr txBox="1">
            <a:spLocks noGrp="1"/>
          </p:cNvSpPr>
          <p:nvPr>
            <p:ph type="subTitle" idx="4"/>
          </p:nvPr>
        </p:nvSpPr>
        <p:spPr>
          <a:xfrm>
            <a:off x="3578950" y="3989069"/>
            <a:ext cx="1986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Saturn </a:t>
            </a:r>
            <a:r>
              <a:rPr lang="en" b="1"/>
              <a:t>is a gas giant </a:t>
            </a:r>
            <a:r>
              <a:rPr lang="en"/>
              <a:t>with several rings</a:t>
            </a:r>
            <a:endParaRPr/>
          </a:p>
        </p:txBody>
      </p:sp>
      <p:sp>
        <p:nvSpPr>
          <p:cNvPr id="919" name="Google Shape;919;p45"/>
          <p:cNvSpPr txBox="1">
            <a:spLocks noGrp="1"/>
          </p:cNvSpPr>
          <p:nvPr>
            <p:ph type="subTitle" idx="6"/>
          </p:nvPr>
        </p:nvSpPr>
        <p:spPr>
          <a:xfrm>
            <a:off x="6056725" y="3989069"/>
            <a:ext cx="1986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 is </a:t>
            </a:r>
            <a:r>
              <a:rPr lang="en" b="1"/>
              <a:t>the biggest planet</a:t>
            </a:r>
            <a:r>
              <a:rPr lang="en"/>
              <a:t> of them all</a:t>
            </a:r>
            <a:endParaRPr/>
          </a:p>
        </p:txBody>
      </p:sp>
      <p:sp>
        <p:nvSpPr>
          <p:cNvPr id="920" name="Google Shape;920;p45"/>
          <p:cNvSpPr txBox="1">
            <a:spLocks noGrp="1"/>
          </p:cNvSpPr>
          <p:nvPr>
            <p:ph type="subTitle" idx="7"/>
          </p:nvPr>
        </p:nvSpPr>
        <p:spPr>
          <a:xfrm>
            <a:off x="1101175" y="1992547"/>
            <a:ext cx="1986000" cy="48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Mars</a:t>
            </a:r>
            <a:endParaRPr/>
          </a:p>
        </p:txBody>
      </p:sp>
      <p:sp>
        <p:nvSpPr>
          <p:cNvPr id="921" name="Google Shape;921;p45"/>
          <p:cNvSpPr txBox="1">
            <a:spLocks noGrp="1"/>
          </p:cNvSpPr>
          <p:nvPr>
            <p:ph type="subTitle" idx="8"/>
          </p:nvPr>
        </p:nvSpPr>
        <p:spPr>
          <a:xfrm>
            <a:off x="3578947" y="1992547"/>
            <a:ext cx="1986000" cy="48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</a:t>
            </a:r>
            <a:endParaRPr/>
          </a:p>
        </p:txBody>
      </p:sp>
      <p:sp>
        <p:nvSpPr>
          <p:cNvPr id="922" name="Google Shape;922;p45"/>
          <p:cNvSpPr txBox="1">
            <a:spLocks noGrp="1"/>
          </p:cNvSpPr>
          <p:nvPr>
            <p:ph type="subTitle" idx="9"/>
          </p:nvPr>
        </p:nvSpPr>
        <p:spPr>
          <a:xfrm>
            <a:off x="1101175" y="3682997"/>
            <a:ext cx="1986000" cy="48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</a:t>
            </a:r>
            <a:endParaRPr/>
          </a:p>
        </p:txBody>
      </p:sp>
      <p:sp>
        <p:nvSpPr>
          <p:cNvPr id="923" name="Google Shape;923;p45"/>
          <p:cNvSpPr txBox="1">
            <a:spLocks noGrp="1"/>
          </p:cNvSpPr>
          <p:nvPr>
            <p:ph type="subTitle" idx="13"/>
          </p:nvPr>
        </p:nvSpPr>
        <p:spPr>
          <a:xfrm>
            <a:off x="3578947" y="3682997"/>
            <a:ext cx="1986000" cy="48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Saturn</a:t>
            </a:r>
            <a:endParaRPr/>
          </a:p>
        </p:txBody>
      </p:sp>
      <p:sp>
        <p:nvSpPr>
          <p:cNvPr id="924" name="Google Shape;924;p45"/>
          <p:cNvSpPr txBox="1">
            <a:spLocks noGrp="1"/>
          </p:cNvSpPr>
          <p:nvPr>
            <p:ph type="subTitle" idx="14"/>
          </p:nvPr>
        </p:nvSpPr>
        <p:spPr>
          <a:xfrm>
            <a:off x="6056725" y="1992547"/>
            <a:ext cx="1986000" cy="48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Neptune</a:t>
            </a:r>
            <a:endParaRPr/>
          </a:p>
        </p:txBody>
      </p:sp>
      <p:sp>
        <p:nvSpPr>
          <p:cNvPr id="925" name="Google Shape;925;p45"/>
          <p:cNvSpPr txBox="1">
            <a:spLocks noGrp="1"/>
          </p:cNvSpPr>
          <p:nvPr>
            <p:ph type="subTitle" idx="15"/>
          </p:nvPr>
        </p:nvSpPr>
        <p:spPr>
          <a:xfrm>
            <a:off x="6056725" y="3682997"/>
            <a:ext cx="1986000" cy="48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</a:t>
            </a:r>
            <a:endParaRPr/>
          </a:p>
        </p:txBody>
      </p:sp>
      <p:sp>
        <p:nvSpPr>
          <p:cNvPr id="926" name="Google Shape;926;p45"/>
          <p:cNvSpPr/>
          <p:nvPr/>
        </p:nvSpPr>
        <p:spPr>
          <a:xfrm>
            <a:off x="1807825" y="1359899"/>
            <a:ext cx="572700" cy="5727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7" name="Google Shape;927;p45"/>
          <p:cNvSpPr/>
          <p:nvPr/>
        </p:nvSpPr>
        <p:spPr>
          <a:xfrm>
            <a:off x="4285597" y="1359899"/>
            <a:ext cx="572700" cy="572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8" name="Google Shape;928;p45"/>
          <p:cNvSpPr/>
          <p:nvPr/>
        </p:nvSpPr>
        <p:spPr>
          <a:xfrm>
            <a:off x="6763375" y="1359899"/>
            <a:ext cx="572700" cy="572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9" name="Google Shape;929;p45"/>
          <p:cNvSpPr/>
          <p:nvPr/>
        </p:nvSpPr>
        <p:spPr>
          <a:xfrm>
            <a:off x="1807825" y="3055287"/>
            <a:ext cx="572700" cy="572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0" name="Google Shape;930;p45"/>
          <p:cNvSpPr/>
          <p:nvPr/>
        </p:nvSpPr>
        <p:spPr>
          <a:xfrm>
            <a:off x="4285597" y="3055287"/>
            <a:ext cx="572700" cy="572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1" name="Google Shape;931;p45"/>
          <p:cNvSpPr/>
          <p:nvPr/>
        </p:nvSpPr>
        <p:spPr>
          <a:xfrm>
            <a:off x="6763375" y="3055287"/>
            <a:ext cx="572700" cy="572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32" name="Google Shape;932;p45"/>
          <p:cNvGrpSpPr/>
          <p:nvPr/>
        </p:nvGrpSpPr>
        <p:grpSpPr>
          <a:xfrm>
            <a:off x="6870550" y="3172911"/>
            <a:ext cx="332428" cy="354772"/>
            <a:chOff x="6538383" y="3442208"/>
            <a:chExt cx="332428" cy="354772"/>
          </a:xfrm>
        </p:grpSpPr>
        <p:sp>
          <p:nvSpPr>
            <p:cNvPr id="933" name="Google Shape;933;p45"/>
            <p:cNvSpPr/>
            <p:nvPr/>
          </p:nvSpPr>
          <p:spPr>
            <a:xfrm>
              <a:off x="6677679" y="3551733"/>
              <a:ext cx="53744" cy="53775"/>
            </a:xfrm>
            <a:custGeom>
              <a:avLst/>
              <a:gdLst/>
              <a:ahLst/>
              <a:cxnLst/>
              <a:rect l="l" t="t" r="r" b="b"/>
              <a:pathLst>
                <a:path w="1715" h="1716" extrusionOk="0">
                  <a:moveTo>
                    <a:pt x="858" y="1"/>
                  </a:moveTo>
                  <a:lnTo>
                    <a:pt x="1" y="858"/>
                  </a:lnTo>
                  <a:lnTo>
                    <a:pt x="858" y="1715"/>
                  </a:lnTo>
                  <a:lnTo>
                    <a:pt x="1715" y="858"/>
                  </a:lnTo>
                  <a:lnTo>
                    <a:pt x="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45"/>
            <p:cNvSpPr/>
            <p:nvPr/>
          </p:nvSpPr>
          <p:spPr>
            <a:xfrm>
              <a:off x="6642267" y="3672257"/>
              <a:ext cx="124692" cy="62393"/>
            </a:xfrm>
            <a:custGeom>
              <a:avLst/>
              <a:gdLst/>
              <a:ahLst/>
              <a:cxnLst/>
              <a:rect l="l" t="t" r="r" b="b"/>
              <a:pathLst>
                <a:path w="3979" h="1991" extrusionOk="0">
                  <a:moveTo>
                    <a:pt x="889" y="1"/>
                  </a:moveTo>
                  <a:cubicBezTo>
                    <a:pt x="398" y="1"/>
                    <a:pt x="1" y="399"/>
                    <a:pt x="1" y="890"/>
                  </a:cubicBezTo>
                  <a:lnTo>
                    <a:pt x="1" y="1990"/>
                  </a:lnTo>
                  <a:lnTo>
                    <a:pt x="3978" y="1990"/>
                  </a:lnTo>
                  <a:lnTo>
                    <a:pt x="3978" y="890"/>
                  </a:lnTo>
                  <a:cubicBezTo>
                    <a:pt x="3977" y="399"/>
                    <a:pt x="3580" y="1"/>
                    <a:pt x="30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45"/>
            <p:cNvSpPr/>
            <p:nvPr/>
          </p:nvSpPr>
          <p:spPr>
            <a:xfrm>
              <a:off x="6538383" y="3442208"/>
              <a:ext cx="332428" cy="354772"/>
            </a:xfrm>
            <a:custGeom>
              <a:avLst/>
              <a:gdLst/>
              <a:ahLst/>
              <a:cxnLst/>
              <a:rect l="l" t="t" r="r" b="b"/>
              <a:pathLst>
                <a:path w="10608" h="11321" extrusionOk="0">
                  <a:moveTo>
                    <a:pt x="5303" y="662"/>
                  </a:moveTo>
                  <a:lnTo>
                    <a:pt x="5303" y="664"/>
                  </a:lnTo>
                  <a:cubicBezTo>
                    <a:pt x="5773" y="664"/>
                    <a:pt x="6178" y="993"/>
                    <a:pt x="6276" y="1451"/>
                  </a:cubicBezTo>
                  <a:cubicBezTo>
                    <a:pt x="5957" y="1368"/>
                    <a:pt x="5630" y="1326"/>
                    <a:pt x="5303" y="1326"/>
                  </a:cubicBezTo>
                  <a:cubicBezTo>
                    <a:pt x="4977" y="1326"/>
                    <a:pt x="4650" y="1368"/>
                    <a:pt x="4331" y="1451"/>
                  </a:cubicBezTo>
                  <a:cubicBezTo>
                    <a:pt x="4429" y="993"/>
                    <a:pt x="4834" y="664"/>
                    <a:pt x="5303" y="662"/>
                  </a:cubicBezTo>
                  <a:close/>
                  <a:moveTo>
                    <a:pt x="5303" y="2696"/>
                  </a:moveTo>
                  <a:cubicBezTo>
                    <a:pt x="5388" y="2696"/>
                    <a:pt x="5473" y="2729"/>
                    <a:pt x="5537" y="2794"/>
                  </a:cubicBezTo>
                  <a:lnTo>
                    <a:pt x="6863" y="4120"/>
                  </a:lnTo>
                  <a:cubicBezTo>
                    <a:pt x="6993" y="4249"/>
                    <a:pt x="6993" y="4459"/>
                    <a:pt x="6863" y="4589"/>
                  </a:cubicBezTo>
                  <a:lnTo>
                    <a:pt x="5537" y="5914"/>
                  </a:lnTo>
                  <a:cubicBezTo>
                    <a:pt x="5473" y="5979"/>
                    <a:pt x="5388" y="6011"/>
                    <a:pt x="5303" y="6011"/>
                  </a:cubicBezTo>
                  <a:cubicBezTo>
                    <a:pt x="5218" y="6011"/>
                    <a:pt x="5133" y="5979"/>
                    <a:pt x="5068" y="5914"/>
                  </a:cubicBezTo>
                  <a:lnTo>
                    <a:pt x="3743" y="4589"/>
                  </a:lnTo>
                  <a:cubicBezTo>
                    <a:pt x="3614" y="4459"/>
                    <a:pt x="3614" y="4249"/>
                    <a:pt x="3743" y="4119"/>
                  </a:cubicBezTo>
                  <a:lnTo>
                    <a:pt x="3743" y="4120"/>
                  </a:lnTo>
                  <a:lnTo>
                    <a:pt x="5068" y="2794"/>
                  </a:lnTo>
                  <a:cubicBezTo>
                    <a:pt x="5133" y="2729"/>
                    <a:pt x="5218" y="2696"/>
                    <a:pt x="5303" y="2696"/>
                  </a:cubicBezTo>
                  <a:close/>
                  <a:moveTo>
                    <a:pt x="6404" y="6679"/>
                  </a:moveTo>
                  <a:cubicBezTo>
                    <a:pt x="7260" y="6679"/>
                    <a:pt x="7956" y="7374"/>
                    <a:pt x="7956" y="8231"/>
                  </a:cubicBezTo>
                  <a:lnTo>
                    <a:pt x="7956" y="9331"/>
                  </a:lnTo>
                  <a:lnTo>
                    <a:pt x="8618" y="9331"/>
                  </a:lnTo>
                  <a:lnTo>
                    <a:pt x="8619" y="9995"/>
                  </a:lnTo>
                  <a:lnTo>
                    <a:pt x="1990" y="9995"/>
                  </a:lnTo>
                  <a:lnTo>
                    <a:pt x="1990" y="9331"/>
                  </a:lnTo>
                  <a:lnTo>
                    <a:pt x="2652" y="9331"/>
                  </a:lnTo>
                  <a:lnTo>
                    <a:pt x="2652" y="8231"/>
                  </a:lnTo>
                  <a:cubicBezTo>
                    <a:pt x="2652" y="7374"/>
                    <a:pt x="3346" y="6679"/>
                    <a:pt x="4204" y="6679"/>
                  </a:cubicBezTo>
                  <a:close/>
                  <a:moveTo>
                    <a:pt x="5304" y="0"/>
                  </a:moveTo>
                  <a:cubicBezTo>
                    <a:pt x="4393" y="0"/>
                    <a:pt x="3648" y="739"/>
                    <a:pt x="3647" y="1657"/>
                  </a:cubicBezTo>
                  <a:lnTo>
                    <a:pt x="3647" y="1692"/>
                  </a:lnTo>
                  <a:cubicBezTo>
                    <a:pt x="2279" y="2322"/>
                    <a:pt x="1326" y="3746"/>
                    <a:pt x="1326" y="5348"/>
                  </a:cubicBezTo>
                  <a:lnTo>
                    <a:pt x="1326" y="6016"/>
                  </a:lnTo>
                  <a:lnTo>
                    <a:pt x="995" y="6016"/>
                  </a:lnTo>
                  <a:cubicBezTo>
                    <a:pt x="446" y="6016"/>
                    <a:pt x="0" y="6461"/>
                    <a:pt x="0" y="7010"/>
                  </a:cubicBezTo>
                  <a:lnTo>
                    <a:pt x="0" y="8005"/>
                  </a:lnTo>
                  <a:lnTo>
                    <a:pt x="1326" y="8005"/>
                  </a:lnTo>
                  <a:lnTo>
                    <a:pt x="1326" y="8669"/>
                  </a:lnTo>
                  <a:lnTo>
                    <a:pt x="0" y="8669"/>
                  </a:lnTo>
                  <a:lnTo>
                    <a:pt x="0" y="9767"/>
                  </a:lnTo>
                  <a:cubicBezTo>
                    <a:pt x="0" y="10259"/>
                    <a:pt x="399" y="10657"/>
                    <a:pt x="890" y="10657"/>
                  </a:cubicBezTo>
                  <a:lnTo>
                    <a:pt x="1387" y="10657"/>
                  </a:lnTo>
                  <a:cubicBezTo>
                    <a:pt x="1526" y="11053"/>
                    <a:pt x="1901" y="11318"/>
                    <a:pt x="2321" y="11321"/>
                  </a:cubicBezTo>
                  <a:lnTo>
                    <a:pt x="8287" y="11321"/>
                  </a:lnTo>
                  <a:cubicBezTo>
                    <a:pt x="8707" y="11318"/>
                    <a:pt x="9081" y="11053"/>
                    <a:pt x="9220" y="10657"/>
                  </a:cubicBezTo>
                  <a:lnTo>
                    <a:pt x="9717" y="10657"/>
                  </a:lnTo>
                  <a:cubicBezTo>
                    <a:pt x="10209" y="10657"/>
                    <a:pt x="10608" y="10259"/>
                    <a:pt x="10608" y="9767"/>
                  </a:cubicBezTo>
                  <a:lnTo>
                    <a:pt x="10608" y="8669"/>
                  </a:lnTo>
                  <a:lnTo>
                    <a:pt x="9282" y="8669"/>
                  </a:lnTo>
                  <a:lnTo>
                    <a:pt x="9282" y="8005"/>
                  </a:lnTo>
                  <a:lnTo>
                    <a:pt x="10608" y="8005"/>
                  </a:lnTo>
                  <a:lnTo>
                    <a:pt x="10608" y="7010"/>
                  </a:lnTo>
                  <a:cubicBezTo>
                    <a:pt x="10608" y="6461"/>
                    <a:pt x="10162" y="6017"/>
                    <a:pt x="9613" y="6017"/>
                  </a:cubicBezTo>
                  <a:lnTo>
                    <a:pt x="9282" y="6017"/>
                  </a:lnTo>
                  <a:lnTo>
                    <a:pt x="9282" y="5353"/>
                  </a:lnTo>
                  <a:cubicBezTo>
                    <a:pt x="9282" y="3752"/>
                    <a:pt x="8329" y="2327"/>
                    <a:pt x="6961" y="1698"/>
                  </a:cubicBezTo>
                  <a:lnTo>
                    <a:pt x="6961" y="1678"/>
                  </a:lnTo>
                  <a:cubicBezTo>
                    <a:pt x="6961" y="783"/>
                    <a:pt x="6260" y="34"/>
                    <a:pt x="5366" y="1"/>
                  </a:cubicBezTo>
                  <a:cubicBezTo>
                    <a:pt x="5345" y="0"/>
                    <a:pt x="5325" y="0"/>
                    <a:pt x="53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6" name="Google Shape;936;p45"/>
          <p:cNvGrpSpPr/>
          <p:nvPr/>
        </p:nvGrpSpPr>
        <p:grpSpPr>
          <a:xfrm>
            <a:off x="4426065" y="1462855"/>
            <a:ext cx="291783" cy="354584"/>
            <a:chOff x="2335053" y="3437132"/>
            <a:chExt cx="291783" cy="354584"/>
          </a:xfrm>
        </p:grpSpPr>
        <p:sp>
          <p:nvSpPr>
            <p:cNvPr id="937" name="Google Shape;937;p45"/>
            <p:cNvSpPr/>
            <p:nvPr/>
          </p:nvSpPr>
          <p:spPr>
            <a:xfrm>
              <a:off x="2450219" y="3520740"/>
              <a:ext cx="124692" cy="124692"/>
            </a:xfrm>
            <a:custGeom>
              <a:avLst/>
              <a:gdLst/>
              <a:ahLst/>
              <a:cxnLst/>
              <a:rect l="l" t="t" r="r" b="b"/>
              <a:pathLst>
                <a:path w="3979" h="3979" extrusionOk="0">
                  <a:moveTo>
                    <a:pt x="2312" y="669"/>
                  </a:moveTo>
                  <a:cubicBezTo>
                    <a:pt x="2483" y="669"/>
                    <a:pt x="2633" y="794"/>
                    <a:pt x="2650" y="962"/>
                  </a:cubicBezTo>
                  <a:cubicBezTo>
                    <a:pt x="2672" y="1159"/>
                    <a:pt x="2518" y="1332"/>
                    <a:pt x="2320" y="1332"/>
                  </a:cubicBezTo>
                  <a:lnTo>
                    <a:pt x="2320" y="2658"/>
                  </a:lnTo>
                  <a:cubicBezTo>
                    <a:pt x="2321" y="2658"/>
                    <a:pt x="2321" y="2658"/>
                    <a:pt x="2322" y="2658"/>
                  </a:cubicBezTo>
                  <a:cubicBezTo>
                    <a:pt x="2519" y="2658"/>
                    <a:pt x="2672" y="2830"/>
                    <a:pt x="2650" y="3027"/>
                  </a:cubicBezTo>
                  <a:cubicBezTo>
                    <a:pt x="2633" y="3196"/>
                    <a:pt x="2483" y="3320"/>
                    <a:pt x="2312" y="3320"/>
                  </a:cubicBezTo>
                  <a:lnTo>
                    <a:pt x="1666" y="3320"/>
                  </a:lnTo>
                  <a:cubicBezTo>
                    <a:pt x="1496" y="3320"/>
                    <a:pt x="1346" y="3196"/>
                    <a:pt x="1329" y="3027"/>
                  </a:cubicBezTo>
                  <a:cubicBezTo>
                    <a:pt x="1306" y="2830"/>
                    <a:pt x="1459" y="2658"/>
                    <a:pt x="1657" y="2658"/>
                  </a:cubicBezTo>
                  <a:cubicBezTo>
                    <a:pt x="1657" y="2658"/>
                    <a:pt x="1658" y="2658"/>
                    <a:pt x="1659" y="2658"/>
                  </a:cubicBezTo>
                  <a:lnTo>
                    <a:pt x="1659" y="1332"/>
                  </a:lnTo>
                  <a:cubicBezTo>
                    <a:pt x="1460" y="1332"/>
                    <a:pt x="1306" y="1159"/>
                    <a:pt x="1329" y="962"/>
                  </a:cubicBezTo>
                  <a:cubicBezTo>
                    <a:pt x="1346" y="794"/>
                    <a:pt x="1496" y="669"/>
                    <a:pt x="1666" y="669"/>
                  </a:cubicBezTo>
                  <a:close/>
                  <a:moveTo>
                    <a:pt x="1990" y="1"/>
                  </a:moveTo>
                  <a:cubicBezTo>
                    <a:pt x="893" y="1"/>
                    <a:pt x="1" y="893"/>
                    <a:pt x="1" y="1990"/>
                  </a:cubicBezTo>
                  <a:cubicBezTo>
                    <a:pt x="1" y="3086"/>
                    <a:pt x="893" y="3978"/>
                    <a:pt x="1990" y="3978"/>
                  </a:cubicBezTo>
                  <a:cubicBezTo>
                    <a:pt x="3086" y="3978"/>
                    <a:pt x="3978" y="3086"/>
                    <a:pt x="3978" y="1990"/>
                  </a:cubicBezTo>
                  <a:cubicBezTo>
                    <a:pt x="3978" y="893"/>
                    <a:pt x="3086" y="1"/>
                    <a:pt x="19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45"/>
            <p:cNvSpPr/>
            <p:nvPr/>
          </p:nvSpPr>
          <p:spPr>
            <a:xfrm>
              <a:off x="2335931" y="3438166"/>
              <a:ext cx="41585" cy="281097"/>
            </a:xfrm>
            <a:custGeom>
              <a:avLst/>
              <a:gdLst/>
              <a:ahLst/>
              <a:cxnLst/>
              <a:rect l="l" t="t" r="r" b="b"/>
              <a:pathLst>
                <a:path w="1327" h="8970" extrusionOk="0">
                  <a:moveTo>
                    <a:pt x="1327" y="0"/>
                  </a:moveTo>
                  <a:cubicBezTo>
                    <a:pt x="557" y="159"/>
                    <a:pt x="2" y="838"/>
                    <a:pt x="1" y="1624"/>
                  </a:cubicBezTo>
                  <a:lnTo>
                    <a:pt x="1" y="8969"/>
                  </a:lnTo>
                  <a:cubicBezTo>
                    <a:pt x="279" y="8759"/>
                    <a:pt x="622" y="8629"/>
                    <a:pt x="996" y="8629"/>
                  </a:cubicBezTo>
                  <a:lnTo>
                    <a:pt x="1327" y="8629"/>
                  </a:lnTo>
                  <a:lnTo>
                    <a:pt x="132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45"/>
            <p:cNvSpPr/>
            <p:nvPr/>
          </p:nvSpPr>
          <p:spPr>
            <a:xfrm>
              <a:off x="2398292" y="3437132"/>
              <a:ext cx="228544" cy="271477"/>
            </a:xfrm>
            <a:custGeom>
              <a:avLst/>
              <a:gdLst/>
              <a:ahLst/>
              <a:cxnLst/>
              <a:rect l="l" t="t" r="r" b="b"/>
              <a:pathLst>
                <a:path w="7293" h="8663" extrusionOk="0">
                  <a:moveTo>
                    <a:pt x="3647" y="2006"/>
                  </a:moveTo>
                  <a:cubicBezTo>
                    <a:pt x="5109" y="2006"/>
                    <a:pt x="6299" y="3196"/>
                    <a:pt x="6299" y="4658"/>
                  </a:cubicBezTo>
                  <a:cubicBezTo>
                    <a:pt x="6299" y="6119"/>
                    <a:pt x="5109" y="7310"/>
                    <a:pt x="3647" y="7310"/>
                  </a:cubicBezTo>
                  <a:cubicBezTo>
                    <a:pt x="2185" y="7310"/>
                    <a:pt x="995" y="6119"/>
                    <a:pt x="995" y="4658"/>
                  </a:cubicBezTo>
                  <a:cubicBezTo>
                    <a:pt x="995" y="3196"/>
                    <a:pt x="2185" y="2006"/>
                    <a:pt x="3647" y="2006"/>
                  </a:cubicBezTo>
                  <a:close/>
                  <a:moveTo>
                    <a:pt x="0" y="0"/>
                  </a:moveTo>
                  <a:lnTo>
                    <a:pt x="0" y="8662"/>
                  </a:lnTo>
                  <a:lnTo>
                    <a:pt x="7292" y="8662"/>
                  </a:lnTo>
                  <a:lnTo>
                    <a:pt x="7292" y="995"/>
                  </a:lnTo>
                  <a:cubicBezTo>
                    <a:pt x="7292" y="445"/>
                    <a:pt x="6848" y="0"/>
                    <a:pt x="62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45"/>
            <p:cNvSpPr/>
            <p:nvPr/>
          </p:nvSpPr>
          <p:spPr>
            <a:xfrm>
              <a:off x="2335053" y="3729354"/>
              <a:ext cx="291783" cy="62362"/>
            </a:xfrm>
            <a:custGeom>
              <a:avLst/>
              <a:gdLst/>
              <a:ahLst/>
              <a:cxnLst/>
              <a:rect l="l" t="t" r="r" b="b"/>
              <a:pathLst>
                <a:path w="9311" h="1990" extrusionOk="0">
                  <a:moveTo>
                    <a:pt x="1024" y="1"/>
                  </a:moveTo>
                  <a:cubicBezTo>
                    <a:pt x="454" y="1"/>
                    <a:pt x="0" y="478"/>
                    <a:pt x="31" y="1048"/>
                  </a:cubicBezTo>
                  <a:cubicBezTo>
                    <a:pt x="59" y="1579"/>
                    <a:pt x="509" y="1989"/>
                    <a:pt x="1039" y="1989"/>
                  </a:cubicBezTo>
                  <a:lnTo>
                    <a:pt x="9310" y="1989"/>
                  </a:lnTo>
                  <a:lnTo>
                    <a:pt x="9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41" name="Google Shape;941;p45"/>
          <p:cNvGrpSpPr/>
          <p:nvPr/>
        </p:nvGrpSpPr>
        <p:grpSpPr>
          <a:xfrm>
            <a:off x="1914980" y="3172910"/>
            <a:ext cx="358376" cy="337474"/>
            <a:chOff x="1808207" y="3437664"/>
            <a:chExt cx="358376" cy="337474"/>
          </a:xfrm>
        </p:grpSpPr>
        <p:sp>
          <p:nvSpPr>
            <p:cNvPr id="942" name="Google Shape;942;p45"/>
            <p:cNvSpPr/>
            <p:nvPr/>
          </p:nvSpPr>
          <p:spPr>
            <a:xfrm>
              <a:off x="1850293" y="3437664"/>
              <a:ext cx="316289" cy="337474"/>
            </a:xfrm>
            <a:custGeom>
              <a:avLst/>
              <a:gdLst/>
              <a:ahLst/>
              <a:cxnLst/>
              <a:rect l="l" t="t" r="r" b="b"/>
              <a:pathLst>
                <a:path w="10093" h="10769" extrusionOk="0">
                  <a:moveTo>
                    <a:pt x="4435" y="4797"/>
                  </a:moveTo>
                  <a:cubicBezTo>
                    <a:pt x="4606" y="4797"/>
                    <a:pt x="4769" y="4929"/>
                    <a:pt x="4769" y="5130"/>
                  </a:cubicBezTo>
                  <a:cubicBezTo>
                    <a:pt x="4769" y="5312"/>
                    <a:pt x="4621" y="5461"/>
                    <a:pt x="4438" y="5461"/>
                  </a:cubicBezTo>
                  <a:cubicBezTo>
                    <a:pt x="4142" y="5461"/>
                    <a:pt x="3994" y="5104"/>
                    <a:pt x="4203" y="4895"/>
                  </a:cubicBezTo>
                  <a:cubicBezTo>
                    <a:pt x="4271" y="4828"/>
                    <a:pt x="4354" y="4797"/>
                    <a:pt x="4435" y="4797"/>
                  </a:cubicBezTo>
                  <a:close/>
                  <a:moveTo>
                    <a:pt x="7776" y="7451"/>
                  </a:moveTo>
                  <a:cubicBezTo>
                    <a:pt x="7905" y="7451"/>
                    <a:pt x="8034" y="7476"/>
                    <a:pt x="8157" y="7527"/>
                  </a:cubicBezTo>
                  <a:cubicBezTo>
                    <a:pt x="8529" y="7681"/>
                    <a:pt x="8771" y="8043"/>
                    <a:pt x="8771" y="8446"/>
                  </a:cubicBezTo>
                  <a:cubicBezTo>
                    <a:pt x="8771" y="8996"/>
                    <a:pt x="8326" y="9441"/>
                    <a:pt x="7777" y="9441"/>
                  </a:cubicBezTo>
                  <a:cubicBezTo>
                    <a:pt x="7374" y="9441"/>
                    <a:pt x="7011" y="9199"/>
                    <a:pt x="6857" y="8827"/>
                  </a:cubicBezTo>
                  <a:cubicBezTo>
                    <a:pt x="6704" y="8455"/>
                    <a:pt x="6789" y="8027"/>
                    <a:pt x="7074" y="7743"/>
                  </a:cubicBezTo>
                  <a:cubicBezTo>
                    <a:pt x="7263" y="7552"/>
                    <a:pt x="7518" y="7451"/>
                    <a:pt x="7776" y="7451"/>
                  </a:cubicBezTo>
                  <a:close/>
                  <a:moveTo>
                    <a:pt x="1041" y="1"/>
                  </a:moveTo>
                  <a:cubicBezTo>
                    <a:pt x="941" y="1"/>
                    <a:pt x="841" y="46"/>
                    <a:pt x="775" y="133"/>
                  </a:cubicBezTo>
                  <a:cubicBezTo>
                    <a:pt x="1" y="1165"/>
                    <a:pt x="72" y="2646"/>
                    <a:pt x="1024" y="3599"/>
                  </a:cubicBezTo>
                  <a:lnTo>
                    <a:pt x="5496" y="8048"/>
                  </a:lnTo>
                  <a:cubicBezTo>
                    <a:pt x="5227" y="9462"/>
                    <a:pt x="6312" y="10768"/>
                    <a:pt x="7747" y="10768"/>
                  </a:cubicBezTo>
                  <a:cubicBezTo>
                    <a:pt x="7757" y="10768"/>
                    <a:pt x="7768" y="10768"/>
                    <a:pt x="7778" y="10768"/>
                  </a:cubicBezTo>
                  <a:cubicBezTo>
                    <a:pt x="9060" y="10768"/>
                    <a:pt x="10093" y="9728"/>
                    <a:pt x="10093" y="8446"/>
                  </a:cubicBezTo>
                  <a:cubicBezTo>
                    <a:pt x="10093" y="7164"/>
                    <a:pt x="9059" y="6124"/>
                    <a:pt x="7777" y="6124"/>
                  </a:cubicBezTo>
                  <a:cubicBezTo>
                    <a:pt x="7638" y="6125"/>
                    <a:pt x="7501" y="6140"/>
                    <a:pt x="7365" y="6166"/>
                  </a:cubicBezTo>
                  <a:lnTo>
                    <a:pt x="1276" y="98"/>
                  </a:lnTo>
                  <a:cubicBezTo>
                    <a:pt x="1211" y="32"/>
                    <a:pt x="1126" y="1"/>
                    <a:pt x="10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45"/>
            <p:cNvSpPr/>
            <p:nvPr/>
          </p:nvSpPr>
          <p:spPr>
            <a:xfrm>
              <a:off x="1808207" y="3613844"/>
              <a:ext cx="166277" cy="161263"/>
            </a:xfrm>
            <a:custGeom>
              <a:avLst/>
              <a:gdLst/>
              <a:ahLst/>
              <a:cxnLst/>
              <a:rect l="l" t="t" r="r" b="b"/>
              <a:pathLst>
                <a:path w="5306" h="5146" extrusionOk="0">
                  <a:moveTo>
                    <a:pt x="2442" y="1829"/>
                  </a:moveTo>
                  <a:cubicBezTo>
                    <a:pt x="2570" y="1829"/>
                    <a:pt x="2700" y="1854"/>
                    <a:pt x="2822" y="1905"/>
                  </a:cubicBezTo>
                  <a:cubicBezTo>
                    <a:pt x="3194" y="2059"/>
                    <a:pt x="3438" y="2421"/>
                    <a:pt x="3438" y="2824"/>
                  </a:cubicBezTo>
                  <a:cubicBezTo>
                    <a:pt x="3438" y="3374"/>
                    <a:pt x="2992" y="3819"/>
                    <a:pt x="2442" y="3819"/>
                  </a:cubicBezTo>
                  <a:cubicBezTo>
                    <a:pt x="2040" y="3819"/>
                    <a:pt x="1677" y="3577"/>
                    <a:pt x="1523" y="3205"/>
                  </a:cubicBezTo>
                  <a:cubicBezTo>
                    <a:pt x="1369" y="2833"/>
                    <a:pt x="1454" y="2405"/>
                    <a:pt x="1739" y="2121"/>
                  </a:cubicBezTo>
                  <a:cubicBezTo>
                    <a:pt x="1929" y="1930"/>
                    <a:pt x="2184" y="1829"/>
                    <a:pt x="2442" y="1829"/>
                  </a:cubicBezTo>
                  <a:close/>
                  <a:moveTo>
                    <a:pt x="3430" y="1"/>
                  </a:moveTo>
                  <a:lnTo>
                    <a:pt x="2883" y="547"/>
                  </a:lnTo>
                  <a:cubicBezTo>
                    <a:pt x="2733" y="518"/>
                    <a:pt x="2584" y="504"/>
                    <a:pt x="2438" y="504"/>
                  </a:cubicBezTo>
                  <a:cubicBezTo>
                    <a:pt x="1269" y="504"/>
                    <a:pt x="247" y="1393"/>
                    <a:pt x="131" y="2604"/>
                  </a:cubicBezTo>
                  <a:cubicBezTo>
                    <a:pt x="0" y="3967"/>
                    <a:pt x="1072" y="5146"/>
                    <a:pt x="2440" y="5146"/>
                  </a:cubicBezTo>
                  <a:cubicBezTo>
                    <a:pt x="2440" y="5146"/>
                    <a:pt x="2441" y="5146"/>
                    <a:pt x="2442" y="5146"/>
                  </a:cubicBezTo>
                  <a:cubicBezTo>
                    <a:pt x="3725" y="5146"/>
                    <a:pt x="4785" y="4107"/>
                    <a:pt x="4785" y="2825"/>
                  </a:cubicBezTo>
                  <a:cubicBezTo>
                    <a:pt x="4785" y="2699"/>
                    <a:pt x="4768" y="2578"/>
                    <a:pt x="4749" y="2457"/>
                  </a:cubicBezTo>
                  <a:lnTo>
                    <a:pt x="5306" y="1877"/>
                  </a:lnTo>
                  <a:lnTo>
                    <a:pt x="343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45"/>
            <p:cNvSpPr/>
            <p:nvPr/>
          </p:nvSpPr>
          <p:spPr>
            <a:xfrm>
              <a:off x="2004568" y="3437664"/>
              <a:ext cx="125413" cy="146785"/>
            </a:xfrm>
            <a:custGeom>
              <a:avLst/>
              <a:gdLst/>
              <a:ahLst/>
              <a:cxnLst/>
              <a:rect l="l" t="t" r="r" b="b"/>
              <a:pathLst>
                <a:path w="4002" h="4684" extrusionOk="0">
                  <a:moveTo>
                    <a:pt x="2945" y="1"/>
                  </a:moveTo>
                  <a:cubicBezTo>
                    <a:pt x="2861" y="1"/>
                    <a:pt x="2776" y="32"/>
                    <a:pt x="2711" y="98"/>
                  </a:cubicBezTo>
                  <a:lnTo>
                    <a:pt x="1" y="2808"/>
                  </a:lnTo>
                  <a:lnTo>
                    <a:pt x="1877" y="4684"/>
                  </a:lnTo>
                  <a:lnTo>
                    <a:pt x="2962" y="3598"/>
                  </a:lnTo>
                  <a:cubicBezTo>
                    <a:pt x="3896" y="2666"/>
                    <a:pt x="4001" y="1189"/>
                    <a:pt x="3210" y="133"/>
                  </a:cubicBezTo>
                  <a:cubicBezTo>
                    <a:pt x="3145" y="46"/>
                    <a:pt x="3045" y="1"/>
                    <a:pt x="29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45" name="Google Shape;945;p45"/>
          <p:cNvGrpSpPr/>
          <p:nvPr/>
        </p:nvGrpSpPr>
        <p:grpSpPr>
          <a:xfrm>
            <a:off x="4387806" y="3164324"/>
            <a:ext cx="368278" cy="354615"/>
            <a:chOff x="2816272" y="2889509"/>
            <a:chExt cx="368278" cy="354615"/>
          </a:xfrm>
        </p:grpSpPr>
        <p:sp>
          <p:nvSpPr>
            <p:cNvPr id="946" name="Google Shape;946;p45"/>
            <p:cNvSpPr/>
            <p:nvPr/>
          </p:nvSpPr>
          <p:spPr>
            <a:xfrm>
              <a:off x="2941465" y="3013981"/>
              <a:ext cx="118769" cy="111875"/>
            </a:xfrm>
            <a:custGeom>
              <a:avLst/>
              <a:gdLst/>
              <a:ahLst/>
              <a:cxnLst/>
              <a:rect l="l" t="t" r="r" b="b"/>
              <a:pathLst>
                <a:path w="3790" h="3570" extrusionOk="0">
                  <a:moveTo>
                    <a:pt x="1407" y="1"/>
                  </a:moveTo>
                  <a:cubicBezTo>
                    <a:pt x="1027" y="1"/>
                    <a:pt x="665" y="123"/>
                    <a:pt x="385" y="376"/>
                  </a:cubicBezTo>
                  <a:cubicBezTo>
                    <a:pt x="383" y="378"/>
                    <a:pt x="380" y="379"/>
                    <a:pt x="378" y="380"/>
                  </a:cubicBezTo>
                  <a:lnTo>
                    <a:pt x="0" y="758"/>
                  </a:lnTo>
                  <a:cubicBezTo>
                    <a:pt x="693" y="759"/>
                    <a:pt x="1419" y="1045"/>
                    <a:pt x="1972" y="1600"/>
                  </a:cubicBezTo>
                  <a:cubicBezTo>
                    <a:pt x="2529" y="2155"/>
                    <a:pt x="2813" y="2878"/>
                    <a:pt x="2815" y="3569"/>
                  </a:cubicBezTo>
                  <a:lnTo>
                    <a:pt x="3191" y="3193"/>
                  </a:lnTo>
                  <a:cubicBezTo>
                    <a:pt x="3193" y="3191"/>
                    <a:pt x="3193" y="3189"/>
                    <a:pt x="3196" y="3186"/>
                  </a:cubicBezTo>
                  <a:cubicBezTo>
                    <a:pt x="3790" y="2525"/>
                    <a:pt x="3664" y="1416"/>
                    <a:pt x="2909" y="661"/>
                  </a:cubicBezTo>
                  <a:cubicBezTo>
                    <a:pt x="2475" y="226"/>
                    <a:pt x="1923" y="1"/>
                    <a:pt x="14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45"/>
            <p:cNvSpPr/>
            <p:nvPr/>
          </p:nvSpPr>
          <p:spPr>
            <a:xfrm>
              <a:off x="2870548" y="3058167"/>
              <a:ext cx="145218" cy="139013"/>
            </a:xfrm>
            <a:custGeom>
              <a:avLst/>
              <a:gdLst/>
              <a:ahLst/>
              <a:cxnLst/>
              <a:rect l="l" t="t" r="r" b="b"/>
              <a:pathLst>
                <a:path w="4634" h="4436" extrusionOk="0">
                  <a:moveTo>
                    <a:pt x="2260" y="1"/>
                  </a:moveTo>
                  <a:cubicBezTo>
                    <a:pt x="1933" y="1"/>
                    <a:pt x="1621" y="90"/>
                    <a:pt x="1362" y="275"/>
                  </a:cubicBezTo>
                  <a:cubicBezTo>
                    <a:pt x="1347" y="284"/>
                    <a:pt x="1331" y="291"/>
                    <a:pt x="1315" y="297"/>
                  </a:cubicBezTo>
                  <a:lnTo>
                    <a:pt x="1" y="1611"/>
                  </a:lnTo>
                  <a:cubicBezTo>
                    <a:pt x="708" y="1615"/>
                    <a:pt x="1424" y="1923"/>
                    <a:pt x="1962" y="2462"/>
                  </a:cubicBezTo>
                  <a:cubicBezTo>
                    <a:pt x="2525" y="3025"/>
                    <a:pt x="2802" y="3747"/>
                    <a:pt x="2801" y="4436"/>
                  </a:cubicBezTo>
                  <a:lnTo>
                    <a:pt x="4115" y="3122"/>
                  </a:lnTo>
                  <a:cubicBezTo>
                    <a:pt x="4121" y="3108"/>
                    <a:pt x="4127" y="3095"/>
                    <a:pt x="4135" y="3081"/>
                  </a:cubicBezTo>
                  <a:cubicBezTo>
                    <a:pt x="4633" y="2408"/>
                    <a:pt x="4475" y="1366"/>
                    <a:pt x="3766" y="658"/>
                  </a:cubicBezTo>
                  <a:cubicBezTo>
                    <a:pt x="3337" y="228"/>
                    <a:pt x="2781" y="1"/>
                    <a:pt x="22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45"/>
            <p:cNvSpPr/>
            <p:nvPr/>
          </p:nvSpPr>
          <p:spPr>
            <a:xfrm>
              <a:off x="2985557" y="2889509"/>
              <a:ext cx="198993" cy="192318"/>
            </a:xfrm>
            <a:custGeom>
              <a:avLst/>
              <a:gdLst/>
              <a:ahLst/>
              <a:cxnLst/>
              <a:rect l="l" t="t" r="r" b="b"/>
              <a:pathLst>
                <a:path w="6350" h="6137" extrusionOk="0">
                  <a:moveTo>
                    <a:pt x="3966" y="1"/>
                  </a:moveTo>
                  <a:cubicBezTo>
                    <a:pt x="3560" y="1"/>
                    <a:pt x="3176" y="140"/>
                    <a:pt x="2891" y="424"/>
                  </a:cubicBezTo>
                  <a:lnTo>
                    <a:pt x="0" y="3324"/>
                  </a:lnTo>
                  <a:cubicBezTo>
                    <a:pt x="689" y="3324"/>
                    <a:pt x="1409" y="3602"/>
                    <a:pt x="1971" y="4165"/>
                  </a:cubicBezTo>
                  <a:cubicBezTo>
                    <a:pt x="2534" y="4728"/>
                    <a:pt x="2813" y="5448"/>
                    <a:pt x="2813" y="6136"/>
                  </a:cubicBezTo>
                  <a:lnTo>
                    <a:pt x="5704" y="3237"/>
                  </a:lnTo>
                  <a:cubicBezTo>
                    <a:pt x="6350" y="2591"/>
                    <a:pt x="6245" y="1434"/>
                    <a:pt x="5469" y="659"/>
                  </a:cubicBezTo>
                  <a:cubicBezTo>
                    <a:pt x="5036" y="225"/>
                    <a:pt x="4483" y="1"/>
                    <a:pt x="39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45"/>
            <p:cNvSpPr/>
            <p:nvPr/>
          </p:nvSpPr>
          <p:spPr>
            <a:xfrm>
              <a:off x="3032407" y="3078725"/>
              <a:ext cx="102223" cy="127857"/>
            </a:xfrm>
            <a:custGeom>
              <a:avLst/>
              <a:gdLst/>
              <a:ahLst/>
              <a:cxnLst/>
              <a:rect l="l" t="t" r="r" b="b"/>
              <a:pathLst>
                <a:path w="3262" h="4080" extrusionOk="0">
                  <a:moveTo>
                    <a:pt x="2338" y="0"/>
                  </a:moveTo>
                  <a:lnTo>
                    <a:pt x="1409" y="929"/>
                  </a:lnTo>
                  <a:lnTo>
                    <a:pt x="1" y="2337"/>
                  </a:lnTo>
                  <a:lnTo>
                    <a:pt x="1644" y="3981"/>
                  </a:lnTo>
                  <a:cubicBezTo>
                    <a:pt x="1711" y="4049"/>
                    <a:pt x="1795" y="4079"/>
                    <a:pt x="1876" y="4079"/>
                  </a:cubicBezTo>
                  <a:cubicBezTo>
                    <a:pt x="2047" y="4079"/>
                    <a:pt x="2210" y="3947"/>
                    <a:pt x="2210" y="3747"/>
                  </a:cubicBezTo>
                  <a:lnTo>
                    <a:pt x="2210" y="3141"/>
                  </a:lnTo>
                  <a:lnTo>
                    <a:pt x="2818" y="3141"/>
                  </a:lnTo>
                  <a:cubicBezTo>
                    <a:pt x="3114" y="3141"/>
                    <a:pt x="3261" y="2781"/>
                    <a:pt x="3052" y="2573"/>
                  </a:cubicBezTo>
                  <a:lnTo>
                    <a:pt x="2210" y="1731"/>
                  </a:lnTo>
                  <a:lnTo>
                    <a:pt x="2210" y="1261"/>
                  </a:lnTo>
                  <a:lnTo>
                    <a:pt x="2810" y="1261"/>
                  </a:lnTo>
                  <a:cubicBezTo>
                    <a:pt x="2811" y="1261"/>
                    <a:pt x="2812" y="1261"/>
                    <a:pt x="2814" y="1261"/>
                  </a:cubicBezTo>
                  <a:cubicBezTo>
                    <a:pt x="2919" y="1261"/>
                    <a:pt x="3019" y="1212"/>
                    <a:pt x="3083" y="1128"/>
                  </a:cubicBezTo>
                  <a:cubicBezTo>
                    <a:pt x="3184" y="995"/>
                    <a:pt x="3169" y="808"/>
                    <a:pt x="3049" y="691"/>
                  </a:cubicBezTo>
                  <a:lnTo>
                    <a:pt x="233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45"/>
            <p:cNvSpPr/>
            <p:nvPr/>
          </p:nvSpPr>
          <p:spPr>
            <a:xfrm>
              <a:off x="2902638" y="3166940"/>
              <a:ext cx="38075" cy="55655"/>
            </a:xfrm>
            <a:custGeom>
              <a:avLst/>
              <a:gdLst/>
              <a:ahLst/>
              <a:cxnLst/>
              <a:rect l="l" t="t" r="r" b="b"/>
              <a:pathLst>
                <a:path w="1215" h="1776" extrusionOk="0">
                  <a:moveTo>
                    <a:pt x="866" y="1"/>
                  </a:moveTo>
                  <a:lnTo>
                    <a:pt x="0" y="866"/>
                  </a:lnTo>
                  <a:lnTo>
                    <a:pt x="910" y="1776"/>
                  </a:lnTo>
                  <a:cubicBezTo>
                    <a:pt x="1215" y="1272"/>
                    <a:pt x="1189" y="595"/>
                    <a:pt x="8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45"/>
            <p:cNvSpPr/>
            <p:nvPr/>
          </p:nvSpPr>
          <p:spPr>
            <a:xfrm>
              <a:off x="2816272" y="3129366"/>
              <a:ext cx="101095" cy="114758"/>
            </a:xfrm>
            <a:custGeom>
              <a:avLst/>
              <a:gdLst/>
              <a:ahLst/>
              <a:cxnLst/>
              <a:rect l="l" t="t" r="r" b="b"/>
              <a:pathLst>
                <a:path w="3226" h="3662" extrusionOk="0">
                  <a:moveTo>
                    <a:pt x="1723" y="1"/>
                  </a:moveTo>
                  <a:cubicBezTo>
                    <a:pt x="1316" y="1"/>
                    <a:pt x="932" y="140"/>
                    <a:pt x="647" y="425"/>
                  </a:cubicBezTo>
                  <a:cubicBezTo>
                    <a:pt x="1" y="1071"/>
                    <a:pt x="106" y="2228"/>
                    <a:pt x="881" y="3003"/>
                  </a:cubicBezTo>
                  <a:cubicBezTo>
                    <a:pt x="1288" y="3411"/>
                    <a:pt x="1844" y="3662"/>
                    <a:pt x="2383" y="3662"/>
                  </a:cubicBezTo>
                  <a:cubicBezTo>
                    <a:pt x="2666" y="3662"/>
                    <a:pt x="2944" y="3593"/>
                    <a:pt x="3194" y="3441"/>
                  </a:cubicBezTo>
                  <a:lnTo>
                    <a:pt x="2053" y="2300"/>
                  </a:lnTo>
                  <a:cubicBezTo>
                    <a:pt x="1923" y="2170"/>
                    <a:pt x="1923" y="1960"/>
                    <a:pt x="2054" y="1830"/>
                  </a:cubicBezTo>
                  <a:lnTo>
                    <a:pt x="3226" y="659"/>
                  </a:lnTo>
                  <a:cubicBezTo>
                    <a:pt x="2792" y="225"/>
                    <a:pt x="2239" y="1"/>
                    <a:pt x="17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2" name="Google Shape;952;p45"/>
          <p:cNvGrpSpPr/>
          <p:nvPr/>
        </p:nvGrpSpPr>
        <p:grpSpPr>
          <a:xfrm>
            <a:off x="1914976" y="1471424"/>
            <a:ext cx="358407" cy="354615"/>
            <a:chOff x="4403234" y="2394658"/>
            <a:chExt cx="358407" cy="354615"/>
          </a:xfrm>
        </p:grpSpPr>
        <p:sp>
          <p:nvSpPr>
            <p:cNvPr id="953" name="Google Shape;953;p45"/>
            <p:cNvSpPr/>
            <p:nvPr/>
          </p:nvSpPr>
          <p:spPr>
            <a:xfrm>
              <a:off x="4551241" y="2561342"/>
              <a:ext cx="62362" cy="41585"/>
            </a:xfrm>
            <a:custGeom>
              <a:avLst/>
              <a:gdLst/>
              <a:ahLst/>
              <a:cxnLst/>
              <a:rect l="l" t="t" r="r" b="b"/>
              <a:pathLst>
                <a:path w="1990" h="1327" extrusionOk="0">
                  <a:moveTo>
                    <a:pt x="331" y="0"/>
                  </a:moveTo>
                  <a:cubicBezTo>
                    <a:pt x="149" y="0"/>
                    <a:pt x="0" y="149"/>
                    <a:pt x="0" y="333"/>
                  </a:cubicBezTo>
                  <a:cubicBezTo>
                    <a:pt x="0" y="882"/>
                    <a:pt x="446" y="1326"/>
                    <a:pt x="995" y="1326"/>
                  </a:cubicBezTo>
                  <a:cubicBezTo>
                    <a:pt x="1544" y="1326"/>
                    <a:pt x="1989" y="882"/>
                    <a:pt x="1989" y="333"/>
                  </a:cubicBezTo>
                  <a:cubicBezTo>
                    <a:pt x="1989" y="149"/>
                    <a:pt x="1841" y="0"/>
                    <a:pt x="1657" y="0"/>
                  </a:cubicBezTo>
                  <a:cubicBezTo>
                    <a:pt x="1475" y="0"/>
                    <a:pt x="1326" y="149"/>
                    <a:pt x="1326" y="333"/>
                  </a:cubicBezTo>
                  <a:cubicBezTo>
                    <a:pt x="1326" y="515"/>
                    <a:pt x="1177" y="664"/>
                    <a:pt x="995" y="664"/>
                  </a:cubicBezTo>
                  <a:cubicBezTo>
                    <a:pt x="811" y="664"/>
                    <a:pt x="664" y="515"/>
                    <a:pt x="664" y="333"/>
                  </a:cubicBezTo>
                  <a:cubicBezTo>
                    <a:pt x="664" y="149"/>
                    <a:pt x="515" y="0"/>
                    <a:pt x="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45"/>
            <p:cNvSpPr/>
            <p:nvPr/>
          </p:nvSpPr>
          <p:spPr>
            <a:xfrm>
              <a:off x="4403234" y="2394658"/>
              <a:ext cx="358407" cy="354615"/>
            </a:xfrm>
            <a:custGeom>
              <a:avLst/>
              <a:gdLst/>
              <a:ahLst/>
              <a:cxnLst/>
              <a:rect l="l" t="t" r="r" b="b"/>
              <a:pathLst>
                <a:path w="11437" h="11316" extrusionOk="0">
                  <a:moveTo>
                    <a:pt x="8038" y="4664"/>
                  </a:moveTo>
                  <a:lnTo>
                    <a:pt x="8038" y="4995"/>
                  </a:lnTo>
                  <a:cubicBezTo>
                    <a:pt x="8038" y="6068"/>
                    <a:pt x="7290" y="7071"/>
                    <a:pt x="6299" y="7326"/>
                  </a:cubicBezTo>
                  <a:cubicBezTo>
                    <a:pt x="6148" y="7364"/>
                    <a:pt x="6045" y="7501"/>
                    <a:pt x="6049" y="7657"/>
                  </a:cubicBezTo>
                  <a:cubicBezTo>
                    <a:pt x="6053" y="7811"/>
                    <a:pt x="6165" y="7943"/>
                    <a:pt x="6316" y="7972"/>
                  </a:cubicBezTo>
                  <a:lnTo>
                    <a:pt x="6624" y="8034"/>
                  </a:lnTo>
                  <a:cubicBezTo>
                    <a:pt x="6473" y="8393"/>
                    <a:pt x="6128" y="8641"/>
                    <a:pt x="5718" y="8641"/>
                  </a:cubicBezTo>
                  <a:cubicBezTo>
                    <a:pt x="5308" y="8641"/>
                    <a:pt x="4964" y="8393"/>
                    <a:pt x="4812" y="8034"/>
                  </a:cubicBezTo>
                  <a:lnTo>
                    <a:pt x="5120" y="7972"/>
                  </a:lnTo>
                  <a:cubicBezTo>
                    <a:pt x="5272" y="7943"/>
                    <a:pt x="5383" y="7811"/>
                    <a:pt x="5388" y="7657"/>
                  </a:cubicBezTo>
                  <a:cubicBezTo>
                    <a:pt x="5392" y="7501"/>
                    <a:pt x="5288" y="7364"/>
                    <a:pt x="5138" y="7326"/>
                  </a:cubicBezTo>
                  <a:cubicBezTo>
                    <a:pt x="4146" y="7071"/>
                    <a:pt x="3398" y="6069"/>
                    <a:pt x="3398" y="4995"/>
                  </a:cubicBezTo>
                  <a:lnTo>
                    <a:pt x="3398" y="4664"/>
                  </a:lnTo>
                  <a:close/>
                  <a:moveTo>
                    <a:pt x="8372" y="9305"/>
                  </a:moveTo>
                  <a:cubicBezTo>
                    <a:pt x="8569" y="9305"/>
                    <a:pt x="8722" y="9477"/>
                    <a:pt x="8700" y="9673"/>
                  </a:cubicBezTo>
                  <a:cubicBezTo>
                    <a:pt x="8681" y="9843"/>
                    <a:pt x="8532" y="9967"/>
                    <a:pt x="8362" y="9967"/>
                  </a:cubicBezTo>
                  <a:lnTo>
                    <a:pt x="7053" y="9967"/>
                  </a:lnTo>
                  <a:cubicBezTo>
                    <a:pt x="6882" y="9967"/>
                    <a:pt x="6732" y="9843"/>
                    <a:pt x="6715" y="9673"/>
                  </a:cubicBezTo>
                  <a:cubicBezTo>
                    <a:pt x="6692" y="9477"/>
                    <a:pt x="6845" y="9305"/>
                    <a:pt x="7043" y="9305"/>
                  </a:cubicBezTo>
                  <a:cubicBezTo>
                    <a:pt x="7044" y="9305"/>
                    <a:pt x="7044" y="9305"/>
                    <a:pt x="7045" y="9305"/>
                  </a:cubicBezTo>
                  <a:lnTo>
                    <a:pt x="8370" y="9305"/>
                  </a:lnTo>
                  <a:cubicBezTo>
                    <a:pt x="8370" y="9305"/>
                    <a:pt x="8371" y="9305"/>
                    <a:pt x="8372" y="9305"/>
                  </a:cubicBezTo>
                  <a:close/>
                  <a:moveTo>
                    <a:pt x="5718" y="1"/>
                  </a:moveTo>
                  <a:cubicBezTo>
                    <a:pt x="5667" y="1"/>
                    <a:pt x="5617" y="12"/>
                    <a:pt x="5570" y="35"/>
                  </a:cubicBezTo>
                  <a:lnTo>
                    <a:pt x="244" y="2709"/>
                  </a:lnTo>
                  <a:cubicBezTo>
                    <a:pt x="0" y="2831"/>
                    <a:pt x="0" y="3180"/>
                    <a:pt x="244" y="3302"/>
                  </a:cubicBezTo>
                  <a:lnTo>
                    <a:pt x="2735" y="4537"/>
                  </a:lnTo>
                  <a:lnTo>
                    <a:pt x="2735" y="4995"/>
                  </a:lnTo>
                  <a:cubicBezTo>
                    <a:pt x="2735" y="6012"/>
                    <a:pt x="3239" y="6953"/>
                    <a:pt x="4017" y="7517"/>
                  </a:cubicBezTo>
                  <a:lnTo>
                    <a:pt x="2947" y="7730"/>
                  </a:lnTo>
                  <a:cubicBezTo>
                    <a:pt x="1960" y="7928"/>
                    <a:pt x="1938" y="8499"/>
                    <a:pt x="1260" y="9854"/>
                  </a:cubicBezTo>
                  <a:cubicBezTo>
                    <a:pt x="930" y="10513"/>
                    <a:pt x="1409" y="11315"/>
                    <a:pt x="2150" y="11315"/>
                  </a:cubicBezTo>
                  <a:lnTo>
                    <a:pt x="9286" y="11315"/>
                  </a:lnTo>
                  <a:cubicBezTo>
                    <a:pt x="10027" y="11315"/>
                    <a:pt x="10505" y="10513"/>
                    <a:pt x="10175" y="9854"/>
                  </a:cubicBezTo>
                  <a:cubicBezTo>
                    <a:pt x="9499" y="8499"/>
                    <a:pt x="9475" y="7928"/>
                    <a:pt x="8490" y="7730"/>
                  </a:cubicBezTo>
                  <a:lnTo>
                    <a:pt x="7419" y="7517"/>
                  </a:lnTo>
                  <a:cubicBezTo>
                    <a:pt x="8197" y="6953"/>
                    <a:pt x="8701" y="6012"/>
                    <a:pt x="8701" y="4995"/>
                  </a:cubicBezTo>
                  <a:lnTo>
                    <a:pt x="8701" y="4537"/>
                  </a:lnTo>
                  <a:lnTo>
                    <a:pt x="11192" y="3302"/>
                  </a:lnTo>
                  <a:cubicBezTo>
                    <a:pt x="11436" y="3180"/>
                    <a:pt x="11436" y="2831"/>
                    <a:pt x="11192" y="2709"/>
                  </a:cubicBezTo>
                  <a:lnTo>
                    <a:pt x="5866" y="35"/>
                  </a:lnTo>
                  <a:cubicBezTo>
                    <a:pt x="5820" y="12"/>
                    <a:pt x="5769" y="1"/>
                    <a:pt x="57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5" name="Google Shape;955;p45"/>
          <p:cNvGrpSpPr/>
          <p:nvPr/>
        </p:nvGrpSpPr>
        <p:grpSpPr>
          <a:xfrm>
            <a:off x="6870532" y="1467679"/>
            <a:ext cx="356464" cy="332428"/>
            <a:chOff x="5436526" y="1900967"/>
            <a:chExt cx="356464" cy="332428"/>
          </a:xfrm>
        </p:grpSpPr>
        <p:sp>
          <p:nvSpPr>
            <p:cNvPr id="956" name="Google Shape;956;p45"/>
            <p:cNvSpPr/>
            <p:nvPr/>
          </p:nvSpPr>
          <p:spPr>
            <a:xfrm>
              <a:off x="5436526" y="2150288"/>
              <a:ext cx="356464" cy="83107"/>
            </a:xfrm>
            <a:custGeom>
              <a:avLst/>
              <a:gdLst/>
              <a:ahLst/>
              <a:cxnLst/>
              <a:rect l="l" t="t" r="r" b="b"/>
              <a:pathLst>
                <a:path w="11375" h="2652" extrusionOk="0">
                  <a:moveTo>
                    <a:pt x="1379" y="0"/>
                  </a:moveTo>
                  <a:cubicBezTo>
                    <a:pt x="667" y="0"/>
                    <a:pt x="68" y="553"/>
                    <a:pt x="36" y="1265"/>
                  </a:cubicBezTo>
                  <a:cubicBezTo>
                    <a:pt x="1" y="2020"/>
                    <a:pt x="604" y="2652"/>
                    <a:pt x="1361" y="2652"/>
                  </a:cubicBezTo>
                  <a:lnTo>
                    <a:pt x="11017" y="2652"/>
                  </a:lnTo>
                  <a:cubicBezTo>
                    <a:pt x="11220" y="2652"/>
                    <a:pt x="11375" y="2474"/>
                    <a:pt x="11345" y="2273"/>
                  </a:cubicBezTo>
                  <a:cubicBezTo>
                    <a:pt x="11323" y="2108"/>
                    <a:pt x="11175" y="1991"/>
                    <a:pt x="11008" y="1988"/>
                  </a:cubicBezTo>
                  <a:cubicBezTo>
                    <a:pt x="10645" y="1984"/>
                    <a:pt x="10355" y="1688"/>
                    <a:pt x="10355" y="1326"/>
                  </a:cubicBezTo>
                  <a:cubicBezTo>
                    <a:pt x="10355" y="964"/>
                    <a:pt x="10645" y="668"/>
                    <a:pt x="11008" y="664"/>
                  </a:cubicBezTo>
                  <a:cubicBezTo>
                    <a:pt x="11175" y="660"/>
                    <a:pt x="11323" y="544"/>
                    <a:pt x="11345" y="379"/>
                  </a:cubicBezTo>
                  <a:cubicBezTo>
                    <a:pt x="11374" y="178"/>
                    <a:pt x="11219" y="0"/>
                    <a:pt x="110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45"/>
            <p:cNvSpPr/>
            <p:nvPr/>
          </p:nvSpPr>
          <p:spPr>
            <a:xfrm>
              <a:off x="5496882" y="1900967"/>
              <a:ext cx="236065" cy="228576"/>
            </a:xfrm>
            <a:custGeom>
              <a:avLst/>
              <a:gdLst/>
              <a:ahLst/>
              <a:cxnLst/>
              <a:rect l="l" t="t" r="r" b="b"/>
              <a:pathLst>
                <a:path w="7533" h="7294" extrusionOk="0">
                  <a:moveTo>
                    <a:pt x="2441" y="1"/>
                  </a:moveTo>
                  <a:cubicBezTo>
                    <a:pt x="2290" y="1"/>
                    <a:pt x="2148" y="105"/>
                    <a:pt x="2115" y="266"/>
                  </a:cubicBezTo>
                  <a:cubicBezTo>
                    <a:pt x="2082" y="414"/>
                    <a:pt x="2162" y="564"/>
                    <a:pt x="2299" y="632"/>
                  </a:cubicBezTo>
                  <a:cubicBezTo>
                    <a:pt x="2758" y="863"/>
                    <a:pt x="3115" y="1257"/>
                    <a:pt x="3298" y="1738"/>
                  </a:cubicBezTo>
                  <a:cubicBezTo>
                    <a:pt x="3264" y="1719"/>
                    <a:pt x="3226" y="1709"/>
                    <a:pt x="3193" y="1686"/>
                  </a:cubicBezTo>
                  <a:cubicBezTo>
                    <a:pt x="2845" y="1448"/>
                    <a:pt x="2472" y="1331"/>
                    <a:pt x="2111" y="1331"/>
                  </a:cubicBezTo>
                  <a:cubicBezTo>
                    <a:pt x="1633" y="1331"/>
                    <a:pt x="1174" y="1535"/>
                    <a:pt x="819" y="1932"/>
                  </a:cubicBezTo>
                  <a:cubicBezTo>
                    <a:pt x="261" y="2555"/>
                    <a:pt x="0" y="3582"/>
                    <a:pt x="121" y="4678"/>
                  </a:cubicBezTo>
                  <a:cubicBezTo>
                    <a:pt x="242" y="5763"/>
                    <a:pt x="702" y="6699"/>
                    <a:pt x="1318" y="7294"/>
                  </a:cubicBezTo>
                  <a:lnTo>
                    <a:pt x="6215" y="7294"/>
                  </a:lnTo>
                  <a:cubicBezTo>
                    <a:pt x="6831" y="6701"/>
                    <a:pt x="7290" y="5763"/>
                    <a:pt x="7411" y="4678"/>
                  </a:cubicBezTo>
                  <a:cubicBezTo>
                    <a:pt x="7532" y="3582"/>
                    <a:pt x="7271" y="2555"/>
                    <a:pt x="6712" y="1932"/>
                  </a:cubicBezTo>
                  <a:cubicBezTo>
                    <a:pt x="6358" y="1535"/>
                    <a:pt x="5900" y="1331"/>
                    <a:pt x="5422" y="1331"/>
                  </a:cubicBezTo>
                  <a:cubicBezTo>
                    <a:pt x="5060" y="1331"/>
                    <a:pt x="4687" y="1448"/>
                    <a:pt x="4339" y="1686"/>
                  </a:cubicBezTo>
                  <a:cubicBezTo>
                    <a:pt x="4241" y="1752"/>
                    <a:pt x="4133" y="1801"/>
                    <a:pt x="4019" y="1829"/>
                  </a:cubicBezTo>
                  <a:cubicBezTo>
                    <a:pt x="3829" y="1049"/>
                    <a:pt x="3307" y="393"/>
                    <a:pt x="2588" y="36"/>
                  </a:cubicBezTo>
                  <a:cubicBezTo>
                    <a:pt x="2540" y="12"/>
                    <a:pt x="2490" y="1"/>
                    <a:pt x="24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mission and vision</a:t>
            </a:r>
            <a:endParaRPr/>
          </a:p>
        </p:txBody>
      </p:sp>
      <p:sp>
        <p:nvSpPr>
          <p:cNvPr id="963" name="Google Shape;963;p46"/>
          <p:cNvSpPr txBox="1">
            <a:spLocks noGrp="1"/>
          </p:cNvSpPr>
          <p:nvPr>
            <p:ph type="subTitle" idx="1"/>
          </p:nvPr>
        </p:nvSpPr>
        <p:spPr>
          <a:xfrm>
            <a:off x="5833931" y="3028425"/>
            <a:ext cx="2589600" cy="10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has a beautiful name and is the second planet from the Sun. </a:t>
            </a:r>
            <a:r>
              <a:rPr lang="en" b="1"/>
              <a:t>It’s hot </a:t>
            </a:r>
            <a:r>
              <a:rPr lang="en"/>
              <a:t>and has a poisonous atmosphere</a:t>
            </a:r>
            <a:endParaRPr/>
          </a:p>
        </p:txBody>
      </p:sp>
      <p:sp>
        <p:nvSpPr>
          <p:cNvPr id="964" name="Google Shape;964;p46"/>
          <p:cNvSpPr txBox="1">
            <a:spLocks noGrp="1"/>
          </p:cNvSpPr>
          <p:nvPr>
            <p:ph type="subTitle" idx="2"/>
          </p:nvPr>
        </p:nvSpPr>
        <p:spPr>
          <a:xfrm>
            <a:off x="720475" y="3028425"/>
            <a:ext cx="2589600" cy="10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is the closest planet to the Sun and </a:t>
            </a:r>
            <a:r>
              <a:rPr lang="en" b="1"/>
              <a:t>the smallest one</a:t>
            </a:r>
            <a:r>
              <a:rPr lang="en"/>
              <a:t> in the Solar System—it’s only a bit larger than the Moon</a:t>
            </a:r>
            <a:endParaRPr/>
          </a:p>
        </p:txBody>
      </p:sp>
      <p:sp>
        <p:nvSpPr>
          <p:cNvPr id="965" name="Google Shape;965;p46"/>
          <p:cNvSpPr txBox="1">
            <a:spLocks noGrp="1"/>
          </p:cNvSpPr>
          <p:nvPr>
            <p:ph type="subTitle" idx="3"/>
          </p:nvPr>
        </p:nvSpPr>
        <p:spPr>
          <a:xfrm>
            <a:off x="5833934" y="2590275"/>
            <a:ext cx="2589600" cy="48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Vision</a:t>
            </a:r>
            <a:endParaRPr/>
          </a:p>
        </p:txBody>
      </p:sp>
      <p:sp>
        <p:nvSpPr>
          <p:cNvPr id="966" name="Google Shape;966;p46"/>
          <p:cNvSpPr txBox="1">
            <a:spLocks noGrp="1"/>
          </p:cNvSpPr>
          <p:nvPr>
            <p:ph type="subTitle" idx="4"/>
          </p:nvPr>
        </p:nvSpPr>
        <p:spPr>
          <a:xfrm>
            <a:off x="720466" y="2590275"/>
            <a:ext cx="2589600" cy="48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Mission</a:t>
            </a:r>
            <a:endParaRPr/>
          </a:p>
        </p:txBody>
      </p:sp>
      <p:sp>
        <p:nvSpPr>
          <p:cNvPr id="967" name="Google Shape;967;p46"/>
          <p:cNvSpPr/>
          <p:nvPr/>
        </p:nvSpPr>
        <p:spPr>
          <a:xfrm>
            <a:off x="1705066" y="1809750"/>
            <a:ext cx="620400" cy="620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8" name="Google Shape;968;p46"/>
          <p:cNvSpPr/>
          <p:nvPr/>
        </p:nvSpPr>
        <p:spPr>
          <a:xfrm>
            <a:off x="6818534" y="1809750"/>
            <a:ext cx="620400" cy="620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69" name="Google Shape;969;p46"/>
          <p:cNvGrpSpPr/>
          <p:nvPr/>
        </p:nvGrpSpPr>
        <p:grpSpPr>
          <a:xfrm>
            <a:off x="3728870" y="2297259"/>
            <a:ext cx="1686259" cy="2338241"/>
            <a:chOff x="3607634" y="2933509"/>
            <a:chExt cx="1686259" cy="2338241"/>
          </a:xfrm>
        </p:grpSpPr>
        <p:sp>
          <p:nvSpPr>
            <p:cNvPr id="970" name="Google Shape;970;p46"/>
            <p:cNvSpPr/>
            <p:nvPr/>
          </p:nvSpPr>
          <p:spPr>
            <a:xfrm>
              <a:off x="3607634" y="5011849"/>
              <a:ext cx="1078326" cy="259901"/>
            </a:xfrm>
            <a:custGeom>
              <a:avLst/>
              <a:gdLst/>
              <a:ahLst/>
              <a:cxnLst/>
              <a:rect l="l" t="t" r="r" b="b"/>
              <a:pathLst>
                <a:path w="19994" h="4819" extrusionOk="0">
                  <a:moveTo>
                    <a:pt x="9997" y="1"/>
                  </a:moveTo>
                  <a:cubicBezTo>
                    <a:pt x="7346" y="1"/>
                    <a:pt x="4804" y="254"/>
                    <a:pt x="2928" y="706"/>
                  </a:cubicBezTo>
                  <a:cubicBezTo>
                    <a:pt x="1054" y="1158"/>
                    <a:pt x="1" y="1771"/>
                    <a:pt x="1" y="2409"/>
                  </a:cubicBezTo>
                  <a:cubicBezTo>
                    <a:pt x="1" y="3048"/>
                    <a:pt x="1054" y="3660"/>
                    <a:pt x="2928" y="4113"/>
                  </a:cubicBezTo>
                  <a:cubicBezTo>
                    <a:pt x="4804" y="4565"/>
                    <a:pt x="7346" y="4819"/>
                    <a:pt x="9997" y="4819"/>
                  </a:cubicBezTo>
                  <a:cubicBezTo>
                    <a:pt x="12648" y="4819"/>
                    <a:pt x="15190" y="4565"/>
                    <a:pt x="17065" y="4113"/>
                  </a:cubicBezTo>
                  <a:cubicBezTo>
                    <a:pt x="18939" y="3660"/>
                    <a:pt x="19993" y="3048"/>
                    <a:pt x="19993" y="2409"/>
                  </a:cubicBezTo>
                  <a:cubicBezTo>
                    <a:pt x="19993" y="1771"/>
                    <a:pt x="18939" y="1158"/>
                    <a:pt x="17065" y="706"/>
                  </a:cubicBezTo>
                  <a:cubicBezTo>
                    <a:pt x="15190" y="254"/>
                    <a:pt x="12648" y="1"/>
                    <a:pt x="9997" y="1"/>
                  </a:cubicBezTo>
                  <a:close/>
                </a:path>
              </a:pathLst>
            </a:custGeom>
            <a:solidFill>
              <a:srgbClr val="2B2E5F">
                <a:alpha val="147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71" name="Google Shape;971;p46"/>
            <p:cNvGrpSpPr/>
            <p:nvPr/>
          </p:nvGrpSpPr>
          <p:grpSpPr>
            <a:xfrm>
              <a:off x="3850107" y="2933509"/>
              <a:ext cx="1443786" cy="2210003"/>
              <a:chOff x="6885908" y="1627713"/>
              <a:chExt cx="1779377" cy="2723691"/>
            </a:xfrm>
          </p:grpSpPr>
          <p:sp>
            <p:nvSpPr>
              <p:cNvPr id="972" name="Google Shape;972;p46"/>
              <p:cNvSpPr/>
              <p:nvPr/>
            </p:nvSpPr>
            <p:spPr>
              <a:xfrm>
                <a:off x="7449108" y="1822413"/>
                <a:ext cx="1216177" cy="1788408"/>
              </a:xfrm>
              <a:custGeom>
                <a:avLst/>
                <a:gdLst/>
                <a:ahLst/>
                <a:cxnLst/>
                <a:rect l="l" t="t" r="r" b="b"/>
                <a:pathLst>
                  <a:path w="21300" h="31322" extrusionOk="0">
                    <a:moveTo>
                      <a:pt x="20295" y="1"/>
                    </a:moveTo>
                    <a:lnTo>
                      <a:pt x="1" y="31322"/>
                    </a:lnTo>
                    <a:cubicBezTo>
                      <a:pt x="3324" y="28081"/>
                      <a:pt x="6842" y="28338"/>
                      <a:pt x="9290" y="27197"/>
                    </a:cubicBezTo>
                    <a:cubicBezTo>
                      <a:pt x="10891" y="26451"/>
                      <a:pt x="12221" y="25510"/>
                      <a:pt x="13598" y="23374"/>
                    </a:cubicBezTo>
                    <a:lnTo>
                      <a:pt x="13598" y="23374"/>
                    </a:lnTo>
                    <a:cubicBezTo>
                      <a:pt x="13509" y="23376"/>
                      <a:pt x="13421" y="23377"/>
                      <a:pt x="13334" y="23377"/>
                    </a:cubicBezTo>
                    <a:cubicBezTo>
                      <a:pt x="10728" y="23377"/>
                      <a:pt x="8888" y="22549"/>
                      <a:pt x="8888" y="22549"/>
                    </a:cubicBezTo>
                    <a:lnTo>
                      <a:pt x="8888" y="22549"/>
                    </a:lnTo>
                    <a:cubicBezTo>
                      <a:pt x="9405" y="22619"/>
                      <a:pt x="9926" y="22654"/>
                      <a:pt x="10448" y="22655"/>
                    </a:cubicBezTo>
                    <a:cubicBezTo>
                      <a:pt x="10449" y="22655"/>
                      <a:pt x="10450" y="22655"/>
                      <a:pt x="10451" y="22655"/>
                    </a:cubicBezTo>
                    <a:cubicBezTo>
                      <a:pt x="13336" y="22655"/>
                      <a:pt x="16018" y="21144"/>
                      <a:pt x="17635" y="18759"/>
                    </a:cubicBezTo>
                    <a:cubicBezTo>
                      <a:pt x="18399" y="17641"/>
                      <a:pt x="19055" y="16454"/>
                      <a:pt x="19599" y="15214"/>
                    </a:cubicBezTo>
                    <a:lnTo>
                      <a:pt x="19599" y="15214"/>
                    </a:lnTo>
                    <a:cubicBezTo>
                      <a:pt x="17072" y="16590"/>
                      <a:pt x="14526" y="16761"/>
                      <a:pt x="13412" y="16761"/>
                    </a:cubicBezTo>
                    <a:cubicBezTo>
                      <a:pt x="13042" y="16761"/>
                      <a:pt x="12830" y="16742"/>
                      <a:pt x="12830" y="16742"/>
                    </a:cubicBezTo>
                    <a:cubicBezTo>
                      <a:pt x="14862" y="16234"/>
                      <a:pt x="16594" y="15293"/>
                      <a:pt x="17940" y="14349"/>
                    </a:cubicBezTo>
                    <a:cubicBezTo>
                      <a:pt x="18422" y="14010"/>
                      <a:pt x="18865" y="13618"/>
                      <a:pt x="19260" y="13181"/>
                    </a:cubicBezTo>
                    <a:cubicBezTo>
                      <a:pt x="20843" y="11431"/>
                      <a:pt x="21299" y="8966"/>
                      <a:pt x="20730" y="6674"/>
                    </a:cubicBezTo>
                    <a:cubicBezTo>
                      <a:pt x="19886" y="3282"/>
                      <a:pt x="20295" y="1"/>
                      <a:pt x="202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Google Shape;973;p46"/>
              <p:cNvSpPr/>
              <p:nvPr/>
            </p:nvSpPr>
            <p:spPr>
              <a:xfrm>
                <a:off x="7243332" y="1627713"/>
                <a:ext cx="1414533" cy="2180382"/>
              </a:xfrm>
              <a:custGeom>
                <a:avLst/>
                <a:gdLst/>
                <a:ahLst/>
                <a:cxnLst/>
                <a:rect l="l" t="t" r="r" b="b"/>
                <a:pathLst>
                  <a:path w="24774" h="38187" extrusionOk="0">
                    <a:moveTo>
                      <a:pt x="24774" y="1"/>
                    </a:moveTo>
                    <a:lnTo>
                      <a:pt x="23751" y="696"/>
                    </a:lnTo>
                    <a:cubicBezTo>
                      <a:pt x="21849" y="1987"/>
                      <a:pt x="19743" y="2943"/>
                      <a:pt x="17521" y="3525"/>
                    </a:cubicBezTo>
                    <a:cubicBezTo>
                      <a:pt x="16624" y="3759"/>
                      <a:pt x="15563" y="4107"/>
                      <a:pt x="14190" y="4710"/>
                    </a:cubicBezTo>
                    <a:cubicBezTo>
                      <a:pt x="11673" y="5816"/>
                      <a:pt x="10072" y="8378"/>
                      <a:pt x="9554" y="11079"/>
                    </a:cubicBezTo>
                    <a:cubicBezTo>
                      <a:pt x="9192" y="12958"/>
                      <a:pt x="9020" y="15240"/>
                      <a:pt x="9449" y="17639"/>
                    </a:cubicBezTo>
                    <a:cubicBezTo>
                      <a:pt x="9449" y="17639"/>
                      <a:pt x="7503" y="14175"/>
                      <a:pt x="7844" y="9732"/>
                    </a:cubicBezTo>
                    <a:lnTo>
                      <a:pt x="7844" y="9732"/>
                    </a:lnTo>
                    <a:cubicBezTo>
                      <a:pt x="6790" y="10898"/>
                      <a:pt x="5845" y="12159"/>
                      <a:pt x="5022" y="13499"/>
                    </a:cubicBezTo>
                    <a:cubicBezTo>
                      <a:pt x="3259" y="16353"/>
                      <a:pt x="2938" y="19919"/>
                      <a:pt x="4314" y="22978"/>
                    </a:cubicBezTo>
                    <a:cubicBezTo>
                      <a:pt x="4562" y="23532"/>
                      <a:pt x="4846" y="24068"/>
                      <a:pt x="5165" y="24584"/>
                    </a:cubicBezTo>
                    <a:cubicBezTo>
                      <a:pt x="5165" y="24584"/>
                      <a:pt x="3296" y="22923"/>
                      <a:pt x="2052" y="19980"/>
                    </a:cubicBezTo>
                    <a:cubicBezTo>
                      <a:pt x="441" y="22460"/>
                      <a:pt x="77" y="24316"/>
                      <a:pt x="47" y="26370"/>
                    </a:cubicBezTo>
                    <a:cubicBezTo>
                      <a:pt x="1" y="29509"/>
                      <a:pt x="1949" y="33119"/>
                      <a:pt x="94" y="38186"/>
                    </a:cubicBezTo>
                    <a:lnTo>
                      <a:pt x="21035" y="5786"/>
                    </a:lnTo>
                    <a:lnTo>
                      <a:pt x="2477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Google Shape;974;p46"/>
              <p:cNvSpPr/>
              <p:nvPr/>
            </p:nvSpPr>
            <p:spPr>
              <a:xfrm>
                <a:off x="6998331" y="3641398"/>
                <a:ext cx="586448" cy="136863"/>
              </a:xfrm>
              <a:custGeom>
                <a:avLst/>
                <a:gdLst/>
                <a:ahLst/>
                <a:cxnLst/>
                <a:rect l="l" t="t" r="r" b="b"/>
                <a:pathLst>
                  <a:path w="10271" h="2397" extrusionOk="0">
                    <a:moveTo>
                      <a:pt x="687" y="0"/>
                    </a:moveTo>
                    <a:cubicBezTo>
                      <a:pt x="307" y="0"/>
                      <a:pt x="0" y="307"/>
                      <a:pt x="0" y="687"/>
                    </a:cubicBezTo>
                    <a:lnTo>
                      <a:pt x="0" y="1710"/>
                    </a:lnTo>
                    <a:cubicBezTo>
                      <a:pt x="0" y="2090"/>
                      <a:pt x="307" y="2396"/>
                      <a:pt x="687" y="2396"/>
                    </a:cubicBezTo>
                    <a:lnTo>
                      <a:pt x="9583" y="2396"/>
                    </a:lnTo>
                    <a:cubicBezTo>
                      <a:pt x="9964" y="2396"/>
                      <a:pt x="10270" y="2090"/>
                      <a:pt x="10270" y="1710"/>
                    </a:cubicBezTo>
                    <a:lnTo>
                      <a:pt x="10270" y="687"/>
                    </a:lnTo>
                    <a:cubicBezTo>
                      <a:pt x="10270" y="307"/>
                      <a:pt x="9964" y="0"/>
                      <a:pt x="95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Google Shape;975;p46"/>
              <p:cNvSpPr/>
              <p:nvPr/>
            </p:nvSpPr>
            <p:spPr>
              <a:xfrm>
                <a:off x="6885908" y="3778202"/>
                <a:ext cx="811298" cy="573202"/>
              </a:xfrm>
              <a:custGeom>
                <a:avLst/>
                <a:gdLst/>
                <a:ahLst/>
                <a:cxnLst/>
                <a:rect l="l" t="t" r="r" b="b"/>
                <a:pathLst>
                  <a:path w="14209" h="10039" extrusionOk="0">
                    <a:moveTo>
                      <a:pt x="3136" y="0"/>
                    </a:moveTo>
                    <a:lnTo>
                      <a:pt x="2816" y="1882"/>
                    </a:lnTo>
                    <a:lnTo>
                      <a:pt x="2332" y="1882"/>
                    </a:lnTo>
                    <a:cubicBezTo>
                      <a:pt x="1502" y="1882"/>
                      <a:pt x="804" y="2506"/>
                      <a:pt x="710" y="3331"/>
                    </a:cubicBezTo>
                    <a:lnTo>
                      <a:pt x="60" y="9052"/>
                    </a:lnTo>
                    <a:cubicBezTo>
                      <a:pt x="0" y="9578"/>
                      <a:pt x="412" y="10039"/>
                      <a:pt x="940" y="10039"/>
                    </a:cubicBezTo>
                    <a:lnTo>
                      <a:pt x="13268" y="10039"/>
                    </a:lnTo>
                    <a:cubicBezTo>
                      <a:pt x="13798" y="10037"/>
                      <a:pt x="14208" y="9578"/>
                      <a:pt x="14148" y="9052"/>
                    </a:cubicBezTo>
                    <a:lnTo>
                      <a:pt x="13498" y="3331"/>
                    </a:lnTo>
                    <a:cubicBezTo>
                      <a:pt x="13404" y="2506"/>
                      <a:pt x="12707" y="1882"/>
                      <a:pt x="11876" y="1882"/>
                    </a:cubicBezTo>
                    <a:lnTo>
                      <a:pt x="11393" y="1882"/>
                    </a:lnTo>
                    <a:lnTo>
                      <a:pt x="1107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76" name="Google Shape;976;p46"/>
          <p:cNvGrpSpPr/>
          <p:nvPr/>
        </p:nvGrpSpPr>
        <p:grpSpPr>
          <a:xfrm>
            <a:off x="1837972" y="1942637"/>
            <a:ext cx="354615" cy="354615"/>
            <a:chOff x="3894815" y="2915738"/>
            <a:chExt cx="354615" cy="354615"/>
          </a:xfrm>
        </p:grpSpPr>
        <p:sp>
          <p:nvSpPr>
            <p:cNvPr id="977" name="Google Shape;977;p46"/>
            <p:cNvSpPr/>
            <p:nvPr/>
          </p:nvSpPr>
          <p:spPr>
            <a:xfrm>
              <a:off x="3901490" y="3124885"/>
              <a:ext cx="347940" cy="83138"/>
            </a:xfrm>
            <a:custGeom>
              <a:avLst/>
              <a:gdLst/>
              <a:ahLst/>
              <a:cxnLst/>
              <a:rect l="l" t="t" r="r" b="b"/>
              <a:pathLst>
                <a:path w="11103" h="2653" extrusionOk="0">
                  <a:moveTo>
                    <a:pt x="9073" y="1"/>
                  </a:moveTo>
                  <a:cubicBezTo>
                    <a:pt x="8363" y="1"/>
                    <a:pt x="7788" y="576"/>
                    <a:pt x="7788" y="1285"/>
                  </a:cubicBezTo>
                  <a:lnTo>
                    <a:pt x="7788" y="1326"/>
                  </a:lnTo>
                  <a:lnTo>
                    <a:pt x="1720" y="1326"/>
                  </a:lnTo>
                  <a:cubicBezTo>
                    <a:pt x="1457" y="1326"/>
                    <a:pt x="1204" y="1431"/>
                    <a:pt x="1017" y="1617"/>
                  </a:cubicBezTo>
                  <a:lnTo>
                    <a:pt x="79" y="2556"/>
                  </a:lnTo>
                  <a:cubicBezTo>
                    <a:pt x="51" y="2585"/>
                    <a:pt x="24" y="2618"/>
                    <a:pt x="0" y="2652"/>
                  </a:cubicBezTo>
                  <a:lnTo>
                    <a:pt x="10905" y="2652"/>
                  </a:lnTo>
                  <a:cubicBezTo>
                    <a:pt x="10888" y="2629"/>
                    <a:pt x="10880" y="2603"/>
                    <a:pt x="10863" y="2581"/>
                  </a:cubicBezTo>
                  <a:lnTo>
                    <a:pt x="10354" y="1990"/>
                  </a:lnTo>
                  <a:lnTo>
                    <a:pt x="10771" y="1990"/>
                  </a:lnTo>
                  <a:cubicBezTo>
                    <a:pt x="10954" y="1990"/>
                    <a:pt x="11103" y="1841"/>
                    <a:pt x="11103" y="1659"/>
                  </a:cubicBezTo>
                  <a:lnTo>
                    <a:pt x="11103" y="1286"/>
                  </a:lnTo>
                  <a:cubicBezTo>
                    <a:pt x="11103" y="576"/>
                    <a:pt x="10528" y="1"/>
                    <a:pt x="98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46"/>
            <p:cNvSpPr/>
            <p:nvPr/>
          </p:nvSpPr>
          <p:spPr>
            <a:xfrm>
              <a:off x="3894815" y="3228769"/>
              <a:ext cx="354615" cy="41585"/>
            </a:xfrm>
            <a:custGeom>
              <a:avLst/>
              <a:gdLst/>
              <a:ahLst/>
              <a:cxnLst/>
              <a:rect l="l" t="t" r="r" b="b"/>
              <a:pathLst>
                <a:path w="11316" h="1327" extrusionOk="0">
                  <a:moveTo>
                    <a:pt x="1" y="1"/>
                  </a:moveTo>
                  <a:lnTo>
                    <a:pt x="1" y="332"/>
                  </a:lnTo>
                  <a:cubicBezTo>
                    <a:pt x="1" y="881"/>
                    <a:pt x="446" y="1327"/>
                    <a:pt x="995" y="1327"/>
                  </a:cubicBezTo>
                  <a:lnTo>
                    <a:pt x="10321" y="1327"/>
                  </a:lnTo>
                  <a:cubicBezTo>
                    <a:pt x="10870" y="1327"/>
                    <a:pt x="11316" y="881"/>
                    <a:pt x="11316" y="332"/>
                  </a:cubicBezTo>
                  <a:lnTo>
                    <a:pt x="1131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46"/>
            <p:cNvSpPr/>
            <p:nvPr/>
          </p:nvSpPr>
          <p:spPr>
            <a:xfrm>
              <a:off x="3915623" y="2915738"/>
              <a:ext cx="313062" cy="126071"/>
            </a:xfrm>
            <a:custGeom>
              <a:avLst/>
              <a:gdLst/>
              <a:ahLst/>
              <a:cxnLst/>
              <a:rect l="l" t="t" r="r" b="b"/>
              <a:pathLst>
                <a:path w="9990" h="4023" extrusionOk="0">
                  <a:moveTo>
                    <a:pt x="995" y="1"/>
                  </a:moveTo>
                  <a:cubicBezTo>
                    <a:pt x="445" y="1"/>
                    <a:pt x="0" y="445"/>
                    <a:pt x="0" y="996"/>
                  </a:cubicBezTo>
                  <a:lnTo>
                    <a:pt x="0" y="4023"/>
                  </a:lnTo>
                  <a:lnTo>
                    <a:pt x="9989" y="4023"/>
                  </a:lnTo>
                  <a:lnTo>
                    <a:pt x="9989" y="996"/>
                  </a:lnTo>
                  <a:cubicBezTo>
                    <a:pt x="9988" y="445"/>
                    <a:pt x="9544" y="1"/>
                    <a:pt x="89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46"/>
            <p:cNvSpPr/>
            <p:nvPr/>
          </p:nvSpPr>
          <p:spPr>
            <a:xfrm>
              <a:off x="3915623" y="3062586"/>
              <a:ext cx="313062" cy="41585"/>
            </a:xfrm>
            <a:custGeom>
              <a:avLst/>
              <a:gdLst/>
              <a:ahLst/>
              <a:cxnLst/>
              <a:rect l="l" t="t" r="r" b="b"/>
              <a:pathLst>
                <a:path w="9990" h="1327" extrusionOk="0">
                  <a:moveTo>
                    <a:pt x="0" y="0"/>
                  </a:moveTo>
                  <a:lnTo>
                    <a:pt x="0" y="331"/>
                  </a:lnTo>
                  <a:cubicBezTo>
                    <a:pt x="0" y="880"/>
                    <a:pt x="445" y="1326"/>
                    <a:pt x="995" y="1326"/>
                  </a:cubicBezTo>
                  <a:lnTo>
                    <a:pt x="8995" y="1326"/>
                  </a:lnTo>
                  <a:cubicBezTo>
                    <a:pt x="9544" y="1326"/>
                    <a:pt x="9989" y="880"/>
                    <a:pt x="9989" y="331"/>
                  </a:cubicBezTo>
                  <a:lnTo>
                    <a:pt x="99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46"/>
            <p:cNvSpPr/>
            <p:nvPr/>
          </p:nvSpPr>
          <p:spPr>
            <a:xfrm>
              <a:off x="3996380" y="3124885"/>
              <a:ext cx="151548" cy="20839"/>
            </a:xfrm>
            <a:custGeom>
              <a:avLst/>
              <a:gdLst/>
              <a:ahLst/>
              <a:cxnLst/>
              <a:rect l="l" t="t" r="r" b="b"/>
              <a:pathLst>
                <a:path w="4836" h="665" extrusionOk="0">
                  <a:moveTo>
                    <a:pt x="202" y="1"/>
                  </a:moveTo>
                  <a:lnTo>
                    <a:pt x="110" y="184"/>
                  </a:lnTo>
                  <a:cubicBezTo>
                    <a:pt x="0" y="404"/>
                    <a:pt x="160" y="663"/>
                    <a:pt x="406" y="664"/>
                  </a:cubicBezTo>
                  <a:lnTo>
                    <a:pt x="4428" y="664"/>
                  </a:lnTo>
                  <a:cubicBezTo>
                    <a:pt x="4675" y="663"/>
                    <a:pt x="4835" y="404"/>
                    <a:pt x="4725" y="184"/>
                  </a:cubicBezTo>
                  <a:lnTo>
                    <a:pt x="46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2" name="Google Shape;982;p46"/>
          <p:cNvGrpSpPr/>
          <p:nvPr/>
        </p:nvGrpSpPr>
        <p:grpSpPr>
          <a:xfrm>
            <a:off x="6960240" y="1942451"/>
            <a:ext cx="356025" cy="354960"/>
            <a:chOff x="4918830" y="1871886"/>
            <a:chExt cx="356025" cy="354960"/>
          </a:xfrm>
        </p:grpSpPr>
        <p:sp>
          <p:nvSpPr>
            <p:cNvPr id="983" name="Google Shape;983;p46"/>
            <p:cNvSpPr/>
            <p:nvPr/>
          </p:nvSpPr>
          <p:spPr>
            <a:xfrm>
              <a:off x="4918830" y="1871886"/>
              <a:ext cx="271477" cy="271508"/>
            </a:xfrm>
            <a:custGeom>
              <a:avLst/>
              <a:gdLst/>
              <a:ahLst/>
              <a:cxnLst/>
              <a:rect l="l" t="t" r="r" b="b"/>
              <a:pathLst>
                <a:path w="8663" h="8664" extrusionOk="0">
                  <a:moveTo>
                    <a:pt x="4333" y="3338"/>
                  </a:moveTo>
                  <a:cubicBezTo>
                    <a:pt x="4461" y="3338"/>
                    <a:pt x="4590" y="3362"/>
                    <a:pt x="4713" y="3413"/>
                  </a:cubicBezTo>
                  <a:cubicBezTo>
                    <a:pt x="5085" y="3567"/>
                    <a:pt x="5327" y="3930"/>
                    <a:pt x="5327" y="4332"/>
                  </a:cubicBezTo>
                  <a:cubicBezTo>
                    <a:pt x="5326" y="4881"/>
                    <a:pt x="4881" y="5327"/>
                    <a:pt x="4332" y="5327"/>
                  </a:cubicBezTo>
                  <a:cubicBezTo>
                    <a:pt x="3929" y="5327"/>
                    <a:pt x="3567" y="5084"/>
                    <a:pt x="3413" y="4713"/>
                  </a:cubicBezTo>
                  <a:cubicBezTo>
                    <a:pt x="3259" y="4342"/>
                    <a:pt x="3345" y="3914"/>
                    <a:pt x="3629" y="3629"/>
                  </a:cubicBezTo>
                  <a:cubicBezTo>
                    <a:pt x="3819" y="3439"/>
                    <a:pt x="4073" y="3338"/>
                    <a:pt x="4333" y="3338"/>
                  </a:cubicBezTo>
                  <a:close/>
                  <a:moveTo>
                    <a:pt x="4332" y="1"/>
                  </a:moveTo>
                  <a:cubicBezTo>
                    <a:pt x="1956" y="1"/>
                    <a:pt x="1" y="1956"/>
                    <a:pt x="1" y="4332"/>
                  </a:cubicBezTo>
                  <a:cubicBezTo>
                    <a:pt x="1" y="6709"/>
                    <a:pt x="1956" y="8664"/>
                    <a:pt x="4332" y="8664"/>
                  </a:cubicBezTo>
                  <a:cubicBezTo>
                    <a:pt x="6708" y="8664"/>
                    <a:pt x="8663" y="6709"/>
                    <a:pt x="8663" y="4332"/>
                  </a:cubicBezTo>
                  <a:cubicBezTo>
                    <a:pt x="8663" y="1956"/>
                    <a:pt x="6708" y="1"/>
                    <a:pt x="43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46"/>
            <p:cNvSpPr/>
            <p:nvPr/>
          </p:nvSpPr>
          <p:spPr>
            <a:xfrm>
              <a:off x="4939388" y="2018326"/>
              <a:ext cx="335468" cy="208520"/>
            </a:xfrm>
            <a:custGeom>
              <a:avLst/>
              <a:gdLst/>
              <a:ahLst/>
              <a:cxnLst/>
              <a:rect l="l" t="t" r="r" b="b"/>
              <a:pathLst>
                <a:path w="10705" h="6654" extrusionOk="0">
                  <a:moveTo>
                    <a:pt x="9656" y="1"/>
                  </a:moveTo>
                  <a:cubicBezTo>
                    <a:pt x="9191" y="1"/>
                    <a:pt x="8784" y="325"/>
                    <a:pt x="8686" y="787"/>
                  </a:cubicBezTo>
                  <a:cubicBezTo>
                    <a:pt x="8581" y="1275"/>
                    <a:pt x="8856" y="1764"/>
                    <a:pt x="9327" y="1930"/>
                  </a:cubicBezTo>
                  <a:lnTo>
                    <a:pt x="9327" y="3007"/>
                  </a:lnTo>
                  <a:cubicBezTo>
                    <a:pt x="9327" y="4289"/>
                    <a:pt x="8289" y="5328"/>
                    <a:pt x="7007" y="5328"/>
                  </a:cubicBezTo>
                  <a:lnTo>
                    <a:pt x="6012" y="5328"/>
                  </a:lnTo>
                  <a:lnTo>
                    <a:pt x="6012" y="4087"/>
                  </a:lnTo>
                  <a:cubicBezTo>
                    <a:pt x="5279" y="4472"/>
                    <a:pt x="4474" y="4664"/>
                    <a:pt x="3669" y="4664"/>
                  </a:cubicBezTo>
                  <a:cubicBezTo>
                    <a:pt x="2865" y="4664"/>
                    <a:pt x="2060" y="4472"/>
                    <a:pt x="1327" y="4087"/>
                  </a:cubicBezTo>
                  <a:lnTo>
                    <a:pt x="1327" y="5328"/>
                  </a:lnTo>
                  <a:lnTo>
                    <a:pt x="664" y="5328"/>
                  </a:lnTo>
                  <a:cubicBezTo>
                    <a:pt x="298" y="5328"/>
                    <a:pt x="1" y="5624"/>
                    <a:pt x="1" y="5990"/>
                  </a:cubicBezTo>
                  <a:lnTo>
                    <a:pt x="1" y="6323"/>
                  </a:lnTo>
                  <a:cubicBezTo>
                    <a:pt x="1" y="6505"/>
                    <a:pt x="149" y="6654"/>
                    <a:pt x="333" y="6654"/>
                  </a:cubicBezTo>
                  <a:lnTo>
                    <a:pt x="7007" y="6654"/>
                  </a:lnTo>
                  <a:cubicBezTo>
                    <a:pt x="7189" y="6654"/>
                    <a:pt x="7338" y="6505"/>
                    <a:pt x="7338" y="6323"/>
                  </a:cubicBezTo>
                  <a:lnTo>
                    <a:pt x="7338" y="5957"/>
                  </a:lnTo>
                  <a:cubicBezTo>
                    <a:pt x="8826" y="5790"/>
                    <a:pt x="9990" y="4539"/>
                    <a:pt x="9990" y="3007"/>
                  </a:cubicBezTo>
                  <a:lnTo>
                    <a:pt x="9990" y="1930"/>
                  </a:lnTo>
                  <a:cubicBezTo>
                    <a:pt x="10432" y="1774"/>
                    <a:pt x="10705" y="1329"/>
                    <a:pt x="10644" y="865"/>
                  </a:cubicBezTo>
                  <a:cubicBezTo>
                    <a:pt x="10583" y="399"/>
                    <a:pt x="10204" y="41"/>
                    <a:pt x="9738" y="4"/>
                  </a:cubicBezTo>
                  <a:cubicBezTo>
                    <a:pt x="9710" y="2"/>
                    <a:pt x="9683" y="1"/>
                    <a:pt x="96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47"/>
          <p:cNvSpPr txBox="1">
            <a:spLocks noGrp="1"/>
          </p:cNvSpPr>
          <p:nvPr>
            <p:ph type="title"/>
          </p:nvPr>
        </p:nvSpPr>
        <p:spPr>
          <a:xfrm>
            <a:off x="1145400" y="1163100"/>
            <a:ext cx="6853200" cy="281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Awesome words</a:t>
            </a:r>
            <a:endParaRPr/>
          </a:p>
        </p:txBody>
      </p:sp>
      <p:grpSp>
        <p:nvGrpSpPr>
          <p:cNvPr id="990" name="Google Shape;990;p47"/>
          <p:cNvGrpSpPr/>
          <p:nvPr/>
        </p:nvGrpSpPr>
        <p:grpSpPr>
          <a:xfrm flipH="1">
            <a:off x="439389" y="2010074"/>
            <a:ext cx="1882503" cy="2598500"/>
            <a:chOff x="270201" y="2435283"/>
            <a:chExt cx="1793373" cy="2475469"/>
          </a:xfrm>
        </p:grpSpPr>
        <p:sp>
          <p:nvSpPr>
            <p:cNvPr id="991" name="Google Shape;991;p47"/>
            <p:cNvSpPr/>
            <p:nvPr/>
          </p:nvSpPr>
          <p:spPr>
            <a:xfrm>
              <a:off x="270201" y="4608576"/>
              <a:ext cx="1253824" cy="302175"/>
            </a:xfrm>
            <a:custGeom>
              <a:avLst/>
              <a:gdLst/>
              <a:ahLst/>
              <a:cxnLst/>
              <a:rect l="l" t="t" r="r" b="b"/>
              <a:pathLst>
                <a:path w="19994" h="4819" extrusionOk="0">
                  <a:moveTo>
                    <a:pt x="9997" y="1"/>
                  </a:moveTo>
                  <a:cubicBezTo>
                    <a:pt x="7346" y="1"/>
                    <a:pt x="4804" y="254"/>
                    <a:pt x="2928" y="706"/>
                  </a:cubicBezTo>
                  <a:cubicBezTo>
                    <a:pt x="1054" y="1158"/>
                    <a:pt x="1" y="1771"/>
                    <a:pt x="1" y="2409"/>
                  </a:cubicBezTo>
                  <a:cubicBezTo>
                    <a:pt x="1" y="3048"/>
                    <a:pt x="1054" y="3660"/>
                    <a:pt x="2928" y="4113"/>
                  </a:cubicBezTo>
                  <a:cubicBezTo>
                    <a:pt x="4804" y="4565"/>
                    <a:pt x="7346" y="4819"/>
                    <a:pt x="9997" y="4819"/>
                  </a:cubicBezTo>
                  <a:cubicBezTo>
                    <a:pt x="12648" y="4819"/>
                    <a:pt x="15190" y="4565"/>
                    <a:pt x="17065" y="4113"/>
                  </a:cubicBezTo>
                  <a:cubicBezTo>
                    <a:pt x="18939" y="3660"/>
                    <a:pt x="19993" y="3048"/>
                    <a:pt x="19993" y="2409"/>
                  </a:cubicBezTo>
                  <a:cubicBezTo>
                    <a:pt x="19993" y="1771"/>
                    <a:pt x="18939" y="1158"/>
                    <a:pt x="17065" y="706"/>
                  </a:cubicBezTo>
                  <a:cubicBezTo>
                    <a:pt x="15190" y="254"/>
                    <a:pt x="12648" y="1"/>
                    <a:pt x="9997" y="1"/>
                  </a:cubicBezTo>
                  <a:close/>
                </a:path>
              </a:pathLst>
            </a:custGeom>
            <a:solidFill>
              <a:srgbClr val="2B2E5F">
                <a:alpha val="147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92" name="Google Shape;992;p47"/>
            <p:cNvGrpSpPr/>
            <p:nvPr/>
          </p:nvGrpSpPr>
          <p:grpSpPr>
            <a:xfrm>
              <a:off x="471701" y="2435283"/>
              <a:ext cx="1591873" cy="2365461"/>
              <a:chOff x="713225" y="2653649"/>
              <a:chExt cx="1315598" cy="1954926"/>
            </a:xfrm>
          </p:grpSpPr>
          <p:sp>
            <p:nvSpPr>
              <p:cNvPr id="993" name="Google Shape;993;p47"/>
              <p:cNvSpPr/>
              <p:nvPr/>
            </p:nvSpPr>
            <p:spPr>
              <a:xfrm>
                <a:off x="1146471" y="2653649"/>
                <a:ext cx="882352" cy="1217063"/>
              </a:xfrm>
              <a:custGeom>
                <a:avLst/>
                <a:gdLst/>
                <a:ahLst/>
                <a:cxnLst/>
                <a:rect l="l" t="t" r="r" b="b"/>
                <a:pathLst>
                  <a:path w="13969" h="19268" extrusionOk="0">
                    <a:moveTo>
                      <a:pt x="12690" y="1"/>
                    </a:moveTo>
                    <a:lnTo>
                      <a:pt x="12690" y="1"/>
                    </a:lnTo>
                    <a:cubicBezTo>
                      <a:pt x="9761" y="235"/>
                      <a:pt x="2778" y="11386"/>
                      <a:pt x="1382" y="13821"/>
                    </a:cubicBezTo>
                    <a:cubicBezTo>
                      <a:pt x="0" y="16231"/>
                      <a:pt x="1606" y="19202"/>
                      <a:pt x="1642" y="19267"/>
                    </a:cubicBezTo>
                    <a:lnTo>
                      <a:pt x="1643" y="19268"/>
                    </a:lnTo>
                    <a:cubicBezTo>
                      <a:pt x="1643" y="19268"/>
                      <a:pt x="5079" y="19178"/>
                      <a:pt x="6475" y="16742"/>
                    </a:cubicBezTo>
                    <a:cubicBezTo>
                      <a:pt x="7872" y="14306"/>
                      <a:pt x="13968" y="2649"/>
                      <a:pt x="1269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Google Shape;994;p47"/>
              <p:cNvSpPr/>
              <p:nvPr/>
            </p:nvSpPr>
            <p:spPr>
              <a:xfrm>
                <a:off x="1146534" y="2653775"/>
                <a:ext cx="801501" cy="1216937"/>
              </a:xfrm>
              <a:custGeom>
                <a:avLst/>
                <a:gdLst/>
                <a:ahLst/>
                <a:cxnLst/>
                <a:rect l="l" t="t" r="r" b="b"/>
                <a:pathLst>
                  <a:path w="12689" h="19266" extrusionOk="0">
                    <a:moveTo>
                      <a:pt x="12689" y="0"/>
                    </a:moveTo>
                    <a:cubicBezTo>
                      <a:pt x="9760" y="233"/>
                      <a:pt x="2777" y="11384"/>
                      <a:pt x="1381" y="13819"/>
                    </a:cubicBezTo>
                    <a:cubicBezTo>
                      <a:pt x="0" y="16229"/>
                      <a:pt x="1607" y="19200"/>
                      <a:pt x="1642" y="19265"/>
                    </a:cubicBezTo>
                    <a:lnTo>
                      <a:pt x="1643" y="19266"/>
                    </a:lnTo>
                    <a:lnTo>
                      <a:pt x="1268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Google Shape;995;p47"/>
              <p:cNvSpPr/>
              <p:nvPr/>
            </p:nvSpPr>
            <p:spPr>
              <a:xfrm>
                <a:off x="1108382" y="2828360"/>
                <a:ext cx="758927" cy="1249467"/>
              </a:xfrm>
              <a:custGeom>
                <a:avLst/>
                <a:gdLst/>
                <a:ahLst/>
                <a:cxnLst/>
                <a:rect l="l" t="t" r="r" b="b"/>
                <a:pathLst>
                  <a:path w="12015" h="19781" extrusionOk="0">
                    <a:moveTo>
                      <a:pt x="11398" y="1"/>
                    </a:moveTo>
                    <a:cubicBezTo>
                      <a:pt x="11211" y="1"/>
                      <a:pt x="11029" y="98"/>
                      <a:pt x="10930" y="273"/>
                    </a:cubicBezTo>
                    <a:lnTo>
                      <a:pt x="207" y="18972"/>
                    </a:lnTo>
                    <a:cubicBezTo>
                      <a:pt x="1" y="19332"/>
                      <a:pt x="261" y="19780"/>
                      <a:pt x="675" y="19780"/>
                    </a:cubicBezTo>
                    <a:cubicBezTo>
                      <a:pt x="676" y="19780"/>
                      <a:pt x="677" y="19780"/>
                      <a:pt x="678" y="19780"/>
                    </a:cubicBezTo>
                    <a:cubicBezTo>
                      <a:pt x="871" y="19780"/>
                      <a:pt x="1047" y="19676"/>
                      <a:pt x="1143" y="19509"/>
                    </a:cubicBezTo>
                    <a:lnTo>
                      <a:pt x="11866" y="809"/>
                    </a:lnTo>
                    <a:cubicBezTo>
                      <a:pt x="12014" y="551"/>
                      <a:pt x="11925" y="221"/>
                      <a:pt x="11666" y="72"/>
                    </a:cubicBezTo>
                    <a:cubicBezTo>
                      <a:pt x="11581" y="24"/>
                      <a:pt x="11489" y="1"/>
                      <a:pt x="1139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Google Shape;996;p47"/>
              <p:cNvSpPr/>
              <p:nvPr/>
            </p:nvSpPr>
            <p:spPr>
              <a:xfrm>
                <a:off x="713225" y="4011798"/>
                <a:ext cx="716986" cy="391307"/>
              </a:xfrm>
              <a:custGeom>
                <a:avLst/>
                <a:gdLst/>
                <a:ahLst/>
                <a:cxnLst/>
                <a:rect l="l" t="t" r="r" b="b"/>
                <a:pathLst>
                  <a:path w="11351" h="6195" extrusionOk="0">
                    <a:moveTo>
                      <a:pt x="9018" y="0"/>
                    </a:moveTo>
                    <a:cubicBezTo>
                      <a:pt x="9013" y="0"/>
                      <a:pt x="9008" y="0"/>
                      <a:pt x="9003" y="0"/>
                    </a:cubicBezTo>
                    <a:lnTo>
                      <a:pt x="2347" y="0"/>
                    </a:lnTo>
                    <a:cubicBezTo>
                      <a:pt x="1571" y="8"/>
                      <a:pt x="946" y="639"/>
                      <a:pt x="946" y="1415"/>
                    </a:cubicBezTo>
                    <a:cubicBezTo>
                      <a:pt x="946" y="2191"/>
                      <a:pt x="1571" y="2822"/>
                      <a:pt x="2347" y="2830"/>
                    </a:cubicBezTo>
                    <a:lnTo>
                      <a:pt x="1415" y="2830"/>
                    </a:lnTo>
                    <a:cubicBezTo>
                      <a:pt x="634" y="2830"/>
                      <a:pt x="1" y="3463"/>
                      <a:pt x="1" y="4244"/>
                    </a:cubicBezTo>
                    <a:lnTo>
                      <a:pt x="1" y="6194"/>
                    </a:lnTo>
                    <a:lnTo>
                      <a:pt x="11349" y="6194"/>
                    </a:lnTo>
                    <a:lnTo>
                      <a:pt x="11349" y="4244"/>
                    </a:lnTo>
                    <a:cubicBezTo>
                      <a:pt x="11350" y="3463"/>
                      <a:pt x="10716" y="2830"/>
                      <a:pt x="9935" y="2830"/>
                    </a:cubicBezTo>
                    <a:lnTo>
                      <a:pt x="9032" y="2830"/>
                    </a:lnTo>
                    <a:cubicBezTo>
                      <a:pt x="9805" y="2822"/>
                      <a:pt x="10431" y="2193"/>
                      <a:pt x="10431" y="1415"/>
                    </a:cubicBezTo>
                    <a:cubicBezTo>
                      <a:pt x="10431" y="634"/>
                      <a:pt x="9797" y="0"/>
                      <a:pt x="90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Google Shape;997;p47"/>
              <p:cNvSpPr/>
              <p:nvPr/>
            </p:nvSpPr>
            <p:spPr>
              <a:xfrm>
                <a:off x="713225" y="4331534"/>
                <a:ext cx="716923" cy="277042"/>
              </a:xfrm>
              <a:custGeom>
                <a:avLst/>
                <a:gdLst/>
                <a:ahLst/>
                <a:cxnLst/>
                <a:rect l="l" t="t" r="r" b="b"/>
                <a:pathLst>
                  <a:path w="11350" h="4386" extrusionOk="0">
                    <a:moveTo>
                      <a:pt x="1" y="0"/>
                    </a:moveTo>
                    <a:lnTo>
                      <a:pt x="1" y="2972"/>
                    </a:lnTo>
                    <a:cubicBezTo>
                      <a:pt x="1" y="3753"/>
                      <a:pt x="634" y="4386"/>
                      <a:pt x="1415" y="4386"/>
                    </a:cubicBezTo>
                    <a:lnTo>
                      <a:pt x="9935" y="4386"/>
                    </a:lnTo>
                    <a:cubicBezTo>
                      <a:pt x="9935" y="4386"/>
                      <a:pt x="9936" y="4386"/>
                      <a:pt x="9937" y="4386"/>
                    </a:cubicBezTo>
                    <a:cubicBezTo>
                      <a:pt x="10717" y="4386"/>
                      <a:pt x="11349" y="3752"/>
                      <a:pt x="11349" y="2972"/>
                    </a:cubicBezTo>
                    <a:lnTo>
                      <a:pt x="1134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48"/>
          <p:cNvSpPr txBox="1">
            <a:spLocks noGrp="1"/>
          </p:cNvSpPr>
          <p:nvPr>
            <p:ph type="title"/>
          </p:nvPr>
        </p:nvSpPr>
        <p:spPr>
          <a:xfrm>
            <a:off x="713225" y="3198575"/>
            <a:ext cx="4156800" cy="141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picture is worth a thousand words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49"/>
          <p:cNvSpPr txBox="1">
            <a:spLocks noGrp="1"/>
          </p:cNvSpPr>
          <p:nvPr>
            <p:ph type="title"/>
          </p:nvPr>
        </p:nvSpPr>
        <p:spPr>
          <a:xfrm>
            <a:off x="957300" y="752400"/>
            <a:ext cx="2951700" cy="25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picture always reinforces the concept</a:t>
            </a:r>
            <a:endParaRPr/>
          </a:p>
        </p:txBody>
      </p:sp>
      <p:sp>
        <p:nvSpPr>
          <p:cNvPr id="1008" name="Google Shape;1008;p49"/>
          <p:cNvSpPr txBox="1">
            <a:spLocks noGrp="1"/>
          </p:cNvSpPr>
          <p:nvPr>
            <p:ph type="subTitle" idx="1"/>
          </p:nvPr>
        </p:nvSpPr>
        <p:spPr>
          <a:xfrm>
            <a:off x="957292" y="3313200"/>
            <a:ext cx="2951700" cy="107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Images reveal large amounts of data, so remember:</a:t>
            </a:r>
            <a:r>
              <a:rPr lang="en" b="1"/>
              <a:t> use an image instead of a long text</a:t>
            </a:r>
            <a:r>
              <a:rPr lang="en"/>
              <a:t>. Your audience will appreciate it</a:t>
            </a:r>
            <a:endParaRPr/>
          </a:p>
        </p:txBody>
      </p:sp>
      <p:pic>
        <p:nvPicPr>
          <p:cNvPr id="1009" name="Google Shape;1009;p49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48728" r="2287"/>
          <a:stretch/>
        </p:blipFill>
        <p:spPr>
          <a:xfrm>
            <a:off x="4918492" y="695250"/>
            <a:ext cx="3268200" cy="3753000"/>
          </a:xfrm>
          <a:prstGeom prst="round2SameRect">
            <a:avLst>
              <a:gd name="adj1" fmla="val 50000"/>
              <a:gd name="adj2" fmla="val 0"/>
            </a:avLst>
          </a:prstGeom>
        </p:spPr>
      </p:pic>
      <p:sp>
        <p:nvSpPr>
          <p:cNvPr id="1010" name="Google Shape;1010;p49"/>
          <p:cNvSpPr/>
          <p:nvPr/>
        </p:nvSpPr>
        <p:spPr>
          <a:xfrm rot="10800000">
            <a:off x="4375630" y="3989394"/>
            <a:ext cx="917614" cy="458856"/>
          </a:xfrm>
          <a:custGeom>
            <a:avLst/>
            <a:gdLst/>
            <a:ahLst/>
            <a:cxnLst/>
            <a:rect l="l" t="t" r="r" b="b"/>
            <a:pathLst>
              <a:path w="15017" h="7509" extrusionOk="0">
                <a:moveTo>
                  <a:pt x="1" y="1"/>
                </a:moveTo>
                <a:lnTo>
                  <a:pt x="1" y="7508"/>
                </a:lnTo>
                <a:lnTo>
                  <a:pt x="7508" y="7508"/>
                </a:lnTo>
                <a:cubicBezTo>
                  <a:pt x="7510" y="7508"/>
                  <a:pt x="7511" y="7508"/>
                  <a:pt x="7512" y="7508"/>
                </a:cubicBezTo>
                <a:cubicBezTo>
                  <a:pt x="9503" y="7508"/>
                  <a:pt x="11410" y="6717"/>
                  <a:pt x="12818" y="5310"/>
                </a:cubicBezTo>
                <a:cubicBezTo>
                  <a:pt x="14226" y="3902"/>
                  <a:pt x="15017" y="1992"/>
                  <a:pt x="1501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1" name="Google Shape;1011;p49"/>
          <p:cNvSpPr/>
          <p:nvPr/>
        </p:nvSpPr>
        <p:spPr>
          <a:xfrm rot="-5400000">
            <a:off x="7526626" y="1569693"/>
            <a:ext cx="660028" cy="660135"/>
          </a:xfrm>
          <a:custGeom>
            <a:avLst/>
            <a:gdLst/>
            <a:ahLst/>
            <a:cxnLst/>
            <a:rect l="l" t="t" r="r" b="b"/>
            <a:pathLst>
              <a:path w="7508" h="7509" extrusionOk="0">
                <a:moveTo>
                  <a:pt x="7508" y="1"/>
                </a:moveTo>
                <a:cubicBezTo>
                  <a:pt x="3362" y="1"/>
                  <a:pt x="0" y="3362"/>
                  <a:pt x="0" y="7508"/>
                </a:cubicBezTo>
                <a:lnTo>
                  <a:pt x="7508" y="7508"/>
                </a:lnTo>
                <a:lnTo>
                  <a:pt x="750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p5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values</a:t>
            </a:r>
            <a:endParaRPr/>
          </a:p>
        </p:txBody>
      </p:sp>
      <p:sp>
        <p:nvSpPr>
          <p:cNvPr id="1017" name="Google Shape;1017;p50"/>
          <p:cNvSpPr txBox="1">
            <a:spLocks noGrp="1"/>
          </p:cNvSpPr>
          <p:nvPr>
            <p:ph type="subTitle" idx="1"/>
          </p:nvPr>
        </p:nvSpPr>
        <p:spPr>
          <a:xfrm>
            <a:off x="1564291" y="2052375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Despite being red, Mars is actually </a:t>
            </a:r>
            <a:r>
              <a:rPr lang="en" b="1"/>
              <a:t>a cold place</a:t>
            </a:r>
            <a:endParaRPr b="1"/>
          </a:p>
        </p:txBody>
      </p:sp>
      <p:sp>
        <p:nvSpPr>
          <p:cNvPr id="1018" name="Google Shape;1018;p50"/>
          <p:cNvSpPr txBox="1">
            <a:spLocks noGrp="1"/>
          </p:cNvSpPr>
          <p:nvPr>
            <p:ph type="subTitle" idx="2"/>
          </p:nvPr>
        </p:nvSpPr>
        <p:spPr>
          <a:xfrm>
            <a:off x="5601878" y="2052375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Neptune is very </a:t>
            </a:r>
            <a:r>
              <a:rPr lang="en" b="1"/>
              <a:t>far from</a:t>
            </a:r>
            <a:r>
              <a:rPr lang="en"/>
              <a:t> the Sun</a:t>
            </a:r>
            <a:endParaRPr/>
          </a:p>
        </p:txBody>
      </p:sp>
      <p:sp>
        <p:nvSpPr>
          <p:cNvPr id="1019" name="Google Shape;1019;p50"/>
          <p:cNvSpPr txBox="1">
            <a:spLocks noGrp="1"/>
          </p:cNvSpPr>
          <p:nvPr>
            <p:ph type="subTitle" idx="3"/>
          </p:nvPr>
        </p:nvSpPr>
        <p:spPr>
          <a:xfrm>
            <a:off x="1564291" y="3485775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 is </a:t>
            </a:r>
            <a:r>
              <a:rPr lang="en" b="1"/>
              <a:t>the biggest planet</a:t>
            </a:r>
            <a:r>
              <a:rPr lang="en"/>
              <a:t> of them all</a:t>
            </a:r>
            <a:endParaRPr/>
          </a:p>
        </p:txBody>
      </p:sp>
      <p:sp>
        <p:nvSpPr>
          <p:cNvPr id="1020" name="Google Shape;1020;p50"/>
          <p:cNvSpPr txBox="1">
            <a:spLocks noGrp="1"/>
          </p:cNvSpPr>
          <p:nvPr>
            <p:ph type="subTitle" idx="4"/>
          </p:nvPr>
        </p:nvSpPr>
        <p:spPr>
          <a:xfrm>
            <a:off x="5601878" y="3485775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Saturn is </a:t>
            </a:r>
            <a:r>
              <a:rPr lang="en" b="1"/>
              <a:t>a gas giant</a:t>
            </a:r>
            <a:r>
              <a:rPr lang="en"/>
              <a:t> and has several rings</a:t>
            </a:r>
            <a:endParaRPr/>
          </a:p>
        </p:txBody>
      </p:sp>
      <p:sp>
        <p:nvSpPr>
          <p:cNvPr id="1021" name="Google Shape;1021;p50"/>
          <p:cNvSpPr txBox="1">
            <a:spLocks noGrp="1"/>
          </p:cNvSpPr>
          <p:nvPr>
            <p:ph type="subTitle" idx="5"/>
          </p:nvPr>
        </p:nvSpPr>
        <p:spPr>
          <a:xfrm>
            <a:off x="1564275" y="1682475"/>
            <a:ext cx="1978200" cy="50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Mars</a:t>
            </a:r>
            <a:endParaRPr/>
          </a:p>
        </p:txBody>
      </p:sp>
      <p:sp>
        <p:nvSpPr>
          <p:cNvPr id="1022" name="Google Shape;1022;p50"/>
          <p:cNvSpPr txBox="1">
            <a:spLocks noGrp="1"/>
          </p:cNvSpPr>
          <p:nvPr>
            <p:ph type="subTitle" idx="6"/>
          </p:nvPr>
        </p:nvSpPr>
        <p:spPr>
          <a:xfrm>
            <a:off x="5601870" y="1682475"/>
            <a:ext cx="1978200" cy="50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Neptune</a:t>
            </a:r>
            <a:endParaRPr/>
          </a:p>
        </p:txBody>
      </p:sp>
      <p:sp>
        <p:nvSpPr>
          <p:cNvPr id="1023" name="Google Shape;1023;p50"/>
          <p:cNvSpPr txBox="1">
            <a:spLocks noGrp="1"/>
          </p:cNvSpPr>
          <p:nvPr>
            <p:ph type="subTitle" idx="7"/>
          </p:nvPr>
        </p:nvSpPr>
        <p:spPr>
          <a:xfrm>
            <a:off x="1564275" y="3115975"/>
            <a:ext cx="1978200" cy="50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</a:t>
            </a:r>
            <a:endParaRPr/>
          </a:p>
        </p:txBody>
      </p:sp>
      <p:sp>
        <p:nvSpPr>
          <p:cNvPr id="1024" name="Google Shape;1024;p50"/>
          <p:cNvSpPr txBox="1">
            <a:spLocks noGrp="1"/>
          </p:cNvSpPr>
          <p:nvPr>
            <p:ph type="subTitle" idx="8"/>
          </p:nvPr>
        </p:nvSpPr>
        <p:spPr>
          <a:xfrm>
            <a:off x="5601870" y="3115975"/>
            <a:ext cx="1978200" cy="50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Saturn</a:t>
            </a:r>
            <a:endParaRPr/>
          </a:p>
        </p:txBody>
      </p:sp>
      <p:sp>
        <p:nvSpPr>
          <p:cNvPr id="1025" name="Google Shape;1025;p50"/>
          <p:cNvSpPr/>
          <p:nvPr/>
        </p:nvSpPr>
        <p:spPr>
          <a:xfrm>
            <a:off x="3769772" y="1800374"/>
            <a:ext cx="573600" cy="5727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6" name="Google Shape;1026;p50"/>
          <p:cNvSpPr/>
          <p:nvPr/>
        </p:nvSpPr>
        <p:spPr>
          <a:xfrm>
            <a:off x="4800569" y="1800374"/>
            <a:ext cx="572700" cy="572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7" name="Google Shape;1027;p50"/>
          <p:cNvSpPr/>
          <p:nvPr/>
        </p:nvSpPr>
        <p:spPr>
          <a:xfrm>
            <a:off x="3769772" y="3233787"/>
            <a:ext cx="573600" cy="572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8" name="Google Shape;1028;p50"/>
          <p:cNvSpPr/>
          <p:nvPr/>
        </p:nvSpPr>
        <p:spPr>
          <a:xfrm>
            <a:off x="4800569" y="3233787"/>
            <a:ext cx="572700" cy="572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29" name="Google Shape;1029;p50"/>
          <p:cNvGrpSpPr/>
          <p:nvPr/>
        </p:nvGrpSpPr>
        <p:grpSpPr>
          <a:xfrm>
            <a:off x="3899267" y="1909412"/>
            <a:ext cx="314629" cy="354615"/>
            <a:chOff x="2344925" y="2915895"/>
            <a:chExt cx="314629" cy="354615"/>
          </a:xfrm>
        </p:grpSpPr>
        <p:sp>
          <p:nvSpPr>
            <p:cNvPr id="1030" name="Google Shape;1030;p50"/>
            <p:cNvSpPr/>
            <p:nvPr/>
          </p:nvSpPr>
          <p:spPr>
            <a:xfrm>
              <a:off x="2344925" y="2915895"/>
              <a:ext cx="314629" cy="354615"/>
            </a:xfrm>
            <a:custGeom>
              <a:avLst/>
              <a:gdLst/>
              <a:ahLst/>
              <a:cxnLst/>
              <a:rect l="l" t="t" r="r" b="b"/>
              <a:pathLst>
                <a:path w="10040" h="11316" extrusionOk="0">
                  <a:moveTo>
                    <a:pt x="7242" y="0"/>
                  </a:moveTo>
                  <a:cubicBezTo>
                    <a:pt x="7128" y="0"/>
                    <a:pt x="7018" y="59"/>
                    <a:pt x="6955" y="164"/>
                  </a:cubicBezTo>
                  <a:cubicBezTo>
                    <a:pt x="6863" y="323"/>
                    <a:pt x="6916" y="526"/>
                    <a:pt x="7074" y="619"/>
                  </a:cubicBezTo>
                  <a:cubicBezTo>
                    <a:pt x="8495" y="1451"/>
                    <a:pt x="9377" y="3024"/>
                    <a:pt x="9377" y="4664"/>
                  </a:cubicBezTo>
                  <a:cubicBezTo>
                    <a:pt x="9377" y="7222"/>
                    <a:pt x="7295" y="9305"/>
                    <a:pt x="4736" y="9305"/>
                  </a:cubicBezTo>
                  <a:cubicBezTo>
                    <a:pt x="3044" y="9303"/>
                    <a:pt x="1487" y="8382"/>
                    <a:pt x="670" y="6900"/>
                  </a:cubicBezTo>
                  <a:cubicBezTo>
                    <a:pt x="610" y="6789"/>
                    <a:pt x="496" y="6726"/>
                    <a:pt x="379" y="6726"/>
                  </a:cubicBezTo>
                  <a:cubicBezTo>
                    <a:pt x="325" y="6726"/>
                    <a:pt x="270" y="6739"/>
                    <a:pt x="219" y="6767"/>
                  </a:cubicBezTo>
                  <a:cubicBezTo>
                    <a:pt x="58" y="6857"/>
                    <a:pt x="0" y="7059"/>
                    <a:pt x="90" y="7220"/>
                  </a:cubicBezTo>
                  <a:cubicBezTo>
                    <a:pt x="778" y="8465"/>
                    <a:pt x="1936" y="9383"/>
                    <a:pt x="3304" y="9768"/>
                  </a:cubicBezTo>
                  <a:lnTo>
                    <a:pt x="2874" y="10653"/>
                  </a:lnTo>
                  <a:lnTo>
                    <a:pt x="2424" y="10653"/>
                  </a:lnTo>
                  <a:cubicBezTo>
                    <a:pt x="2255" y="10653"/>
                    <a:pt x="2105" y="10777"/>
                    <a:pt x="2086" y="10947"/>
                  </a:cubicBezTo>
                  <a:cubicBezTo>
                    <a:pt x="2064" y="11144"/>
                    <a:pt x="2218" y="11315"/>
                    <a:pt x="2415" y="11315"/>
                  </a:cubicBezTo>
                  <a:lnTo>
                    <a:pt x="7048" y="11315"/>
                  </a:lnTo>
                  <a:cubicBezTo>
                    <a:pt x="7218" y="11315"/>
                    <a:pt x="7368" y="11191"/>
                    <a:pt x="7386" y="11021"/>
                  </a:cubicBezTo>
                  <a:cubicBezTo>
                    <a:pt x="7409" y="10825"/>
                    <a:pt x="7256" y="10653"/>
                    <a:pt x="7058" y="10653"/>
                  </a:cubicBezTo>
                  <a:cubicBezTo>
                    <a:pt x="7058" y="10653"/>
                    <a:pt x="7057" y="10653"/>
                    <a:pt x="7057" y="10653"/>
                  </a:cubicBezTo>
                  <a:lnTo>
                    <a:pt x="6599" y="10653"/>
                  </a:lnTo>
                  <a:lnTo>
                    <a:pt x="6166" y="9766"/>
                  </a:lnTo>
                  <a:cubicBezTo>
                    <a:pt x="8397" y="9139"/>
                    <a:pt x="10040" y="7092"/>
                    <a:pt x="10040" y="4664"/>
                  </a:cubicBezTo>
                  <a:cubicBezTo>
                    <a:pt x="10040" y="2790"/>
                    <a:pt x="9032" y="997"/>
                    <a:pt x="7410" y="46"/>
                  </a:cubicBezTo>
                  <a:cubicBezTo>
                    <a:pt x="7357" y="15"/>
                    <a:pt x="7299" y="0"/>
                    <a:pt x="72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50"/>
            <p:cNvSpPr/>
            <p:nvPr/>
          </p:nvSpPr>
          <p:spPr>
            <a:xfrm>
              <a:off x="2519412" y="3087906"/>
              <a:ext cx="82136" cy="82230"/>
            </a:xfrm>
            <a:custGeom>
              <a:avLst/>
              <a:gdLst/>
              <a:ahLst/>
              <a:cxnLst/>
              <a:rect l="l" t="t" r="r" b="b"/>
              <a:pathLst>
                <a:path w="2621" h="2624" extrusionOk="0">
                  <a:moveTo>
                    <a:pt x="1519" y="1"/>
                  </a:moveTo>
                  <a:cubicBezTo>
                    <a:pt x="1078" y="569"/>
                    <a:pt x="568" y="1080"/>
                    <a:pt x="1" y="1523"/>
                  </a:cubicBezTo>
                  <a:lnTo>
                    <a:pt x="1101" y="2623"/>
                  </a:lnTo>
                  <a:cubicBezTo>
                    <a:pt x="1414" y="2448"/>
                    <a:pt x="1713" y="2246"/>
                    <a:pt x="1978" y="1980"/>
                  </a:cubicBezTo>
                  <a:cubicBezTo>
                    <a:pt x="2243" y="1715"/>
                    <a:pt x="2446" y="1415"/>
                    <a:pt x="2621" y="1102"/>
                  </a:cubicBezTo>
                  <a:lnTo>
                    <a:pt x="151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50"/>
            <p:cNvSpPr/>
            <p:nvPr/>
          </p:nvSpPr>
          <p:spPr>
            <a:xfrm>
              <a:off x="2434330" y="3002794"/>
              <a:ext cx="75429" cy="75523"/>
            </a:xfrm>
            <a:custGeom>
              <a:avLst/>
              <a:gdLst/>
              <a:ahLst/>
              <a:cxnLst/>
              <a:rect l="l" t="t" r="r" b="b"/>
              <a:pathLst>
                <a:path w="2407" h="2410" extrusionOk="0">
                  <a:moveTo>
                    <a:pt x="1518" y="0"/>
                  </a:moveTo>
                  <a:cubicBezTo>
                    <a:pt x="948" y="440"/>
                    <a:pt x="438" y="952"/>
                    <a:pt x="0" y="1524"/>
                  </a:cubicBezTo>
                  <a:lnTo>
                    <a:pt x="887" y="2410"/>
                  </a:lnTo>
                  <a:lnTo>
                    <a:pt x="2407" y="889"/>
                  </a:lnTo>
                  <a:lnTo>
                    <a:pt x="151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50"/>
            <p:cNvSpPr/>
            <p:nvPr/>
          </p:nvSpPr>
          <p:spPr>
            <a:xfrm>
              <a:off x="2414745" y="3107680"/>
              <a:ext cx="72766" cy="48730"/>
            </a:xfrm>
            <a:custGeom>
              <a:avLst/>
              <a:gdLst/>
              <a:ahLst/>
              <a:cxnLst/>
              <a:rect l="l" t="t" r="r" b="b"/>
              <a:pathLst>
                <a:path w="2322" h="1555" extrusionOk="0">
                  <a:moveTo>
                    <a:pt x="1512" y="0"/>
                  </a:moveTo>
                  <a:lnTo>
                    <a:pt x="0" y="1512"/>
                  </a:lnTo>
                  <a:cubicBezTo>
                    <a:pt x="98" y="1540"/>
                    <a:pt x="208" y="1554"/>
                    <a:pt x="329" y="1554"/>
                  </a:cubicBezTo>
                  <a:cubicBezTo>
                    <a:pt x="842" y="1554"/>
                    <a:pt x="1553" y="1306"/>
                    <a:pt x="2322" y="810"/>
                  </a:cubicBezTo>
                  <a:lnTo>
                    <a:pt x="151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50"/>
            <p:cNvSpPr/>
            <p:nvPr/>
          </p:nvSpPr>
          <p:spPr>
            <a:xfrm>
              <a:off x="2498980" y="2967163"/>
              <a:ext cx="72891" cy="48855"/>
            </a:xfrm>
            <a:custGeom>
              <a:avLst/>
              <a:gdLst/>
              <a:ahLst/>
              <a:cxnLst/>
              <a:rect l="l" t="t" r="r" b="b"/>
              <a:pathLst>
                <a:path w="2326" h="1559" extrusionOk="0">
                  <a:moveTo>
                    <a:pt x="1977" y="0"/>
                  </a:moveTo>
                  <a:cubicBezTo>
                    <a:pt x="1319" y="0"/>
                    <a:pt x="517" y="410"/>
                    <a:pt x="0" y="745"/>
                  </a:cubicBezTo>
                  <a:lnTo>
                    <a:pt x="812" y="1559"/>
                  </a:lnTo>
                  <a:lnTo>
                    <a:pt x="2325" y="46"/>
                  </a:lnTo>
                  <a:cubicBezTo>
                    <a:pt x="2216" y="14"/>
                    <a:pt x="2099" y="0"/>
                    <a:pt x="19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50"/>
            <p:cNvSpPr/>
            <p:nvPr/>
          </p:nvSpPr>
          <p:spPr>
            <a:xfrm>
              <a:off x="2579611" y="3011255"/>
              <a:ext cx="41334" cy="91004"/>
            </a:xfrm>
            <a:custGeom>
              <a:avLst/>
              <a:gdLst/>
              <a:ahLst/>
              <a:cxnLst/>
              <a:rect l="l" t="t" r="r" b="b"/>
              <a:pathLst>
                <a:path w="1319" h="2904" extrusionOk="0">
                  <a:moveTo>
                    <a:pt x="869" y="1"/>
                  </a:moveTo>
                  <a:cubicBezTo>
                    <a:pt x="731" y="671"/>
                    <a:pt x="383" y="1343"/>
                    <a:pt x="0" y="1911"/>
                  </a:cubicBezTo>
                  <a:lnTo>
                    <a:pt x="993" y="2904"/>
                  </a:lnTo>
                  <a:cubicBezTo>
                    <a:pt x="1318" y="1955"/>
                    <a:pt x="1274" y="919"/>
                    <a:pt x="8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50"/>
            <p:cNvSpPr/>
            <p:nvPr/>
          </p:nvSpPr>
          <p:spPr>
            <a:xfrm>
              <a:off x="2476793" y="3045382"/>
              <a:ext cx="75461" cy="75429"/>
            </a:xfrm>
            <a:custGeom>
              <a:avLst/>
              <a:gdLst/>
              <a:ahLst/>
              <a:cxnLst/>
              <a:rect l="l" t="t" r="r" b="b"/>
              <a:pathLst>
                <a:path w="2408" h="2407" extrusionOk="0">
                  <a:moveTo>
                    <a:pt x="1520" y="0"/>
                  </a:moveTo>
                  <a:lnTo>
                    <a:pt x="1" y="1520"/>
                  </a:lnTo>
                  <a:lnTo>
                    <a:pt x="887" y="2407"/>
                  </a:lnTo>
                  <a:cubicBezTo>
                    <a:pt x="1172" y="2187"/>
                    <a:pt x="1443" y="1950"/>
                    <a:pt x="1699" y="1697"/>
                  </a:cubicBezTo>
                  <a:cubicBezTo>
                    <a:pt x="1951" y="1442"/>
                    <a:pt x="2187" y="1170"/>
                    <a:pt x="2407" y="886"/>
                  </a:cubicBezTo>
                  <a:lnTo>
                    <a:pt x="15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50"/>
            <p:cNvSpPr/>
            <p:nvPr/>
          </p:nvSpPr>
          <p:spPr>
            <a:xfrm>
              <a:off x="2393529" y="3067631"/>
              <a:ext cx="53901" cy="72828"/>
            </a:xfrm>
            <a:custGeom>
              <a:avLst/>
              <a:gdLst/>
              <a:ahLst/>
              <a:cxnLst/>
              <a:rect l="l" t="t" r="r" b="b"/>
              <a:pathLst>
                <a:path w="1720" h="2324" extrusionOk="0">
                  <a:moveTo>
                    <a:pt x="911" y="1"/>
                  </a:moveTo>
                  <a:cubicBezTo>
                    <a:pt x="512" y="616"/>
                    <a:pt x="1" y="1617"/>
                    <a:pt x="206" y="2324"/>
                  </a:cubicBezTo>
                  <a:lnTo>
                    <a:pt x="1719" y="810"/>
                  </a:lnTo>
                  <a:lnTo>
                    <a:pt x="9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50"/>
            <p:cNvSpPr/>
            <p:nvPr/>
          </p:nvSpPr>
          <p:spPr>
            <a:xfrm>
              <a:off x="2365639" y="3021440"/>
              <a:ext cx="41334" cy="90973"/>
            </a:xfrm>
            <a:custGeom>
              <a:avLst/>
              <a:gdLst/>
              <a:ahLst/>
              <a:cxnLst/>
              <a:rect l="l" t="t" r="r" b="b"/>
              <a:pathLst>
                <a:path w="1319" h="2903" extrusionOk="0">
                  <a:moveTo>
                    <a:pt x="327" y="0"/>
                  </a:moveTo>
                  <a:lnTo>
                    <a:pt x="327" y="0"/>
                  </a:lnTo>
                  <a:cubicBezTo>
                    <a:pt x="0" y="948"/>
                    <a:pt x="44" y="1984"/>
                    <a:pt x="449" y="2902"/>
                  </a:cubicBezTo>
                  <a:cubicBezTo>
                    <a:pt x="588" y="2232"/>
                    <a:pt x="936" y="1560"/>
                    <a:pt x="1319" y="992"/>
                  </a:cubicBezTo>
                  <a:lnTo>
                    <a:pt x="32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50"/>
            <p:cNvSpPr/>
            <p:nvPr/>
          </p:nvSpPr>
          <p:spPr>
            <a:xfrm>
              <a:off x="2442384" y="3148012"/>
              <a:ext cx="91317" cy="38420"/>
            </a:xfrm>
            <a:custGeom>
              <a:avLst/>
              <a:gdLst/>
              <a:ahLst/>
              <a:cxnLst/>
              <a:rect l="l" t="t" r="r" b="b"/>
              <a:pathLst>
                <a:path w="2914" h="1226" extrusionOk="0">
                  <a:moveTo>
                    <a:pt x="1918" y="1"/>
                  </a:moveTo>
                  <a:cubicBezTo>
                    <a:pt x="1250" y="449"/>
                    <a:pt x="588" y="748"/>
                    <a:pt x="1" y="869"/>
                  </a:cubicBezTo>
                  <a:cubicBezTo>
                    <a:pt x="545" y="1112"/>
                    <a:pt x="1077" y="1225"/>
                    <a:pt x="1602" y="1225"/>
                  </a:cubicBezTo>
                  <a:cubicBezTo>
                    <a:pt x="2042" y="1225"/>
                    <a:pt x="2478" y="1146"/>
                    <a:pt x="2913" y="997"/>
                  </a:cubicBezTo>
                  <a:lnTo>
                    <a:pt x="191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50"/>
            <p:cNvSpPr/>
            <p:nvPr/>
          </p:nvSpPr>
          <p:spPr>
            <a:xfrm>
              <a:off x="2452882" y="2937643"/>
              <a:ext cx="91568" cy="37918"/>
            </a:xfrm>
            <a:custGeom>
              <a:avLst/>
              <a:gdLst/>
              <a:ahLst/>
              <a:cxnLst/>
              <a:rect l="l" t="t" r="r" b="b"/>
              <a:pathLst>
                <a:path w="2922" h="1210" extrusionOk="0">
                  <a:moveTo>
                    <a:pt x="1293" y="1"/>
                  </a:moveTo>
                  <a:cubicBezTo>
                    <a:pt x="857" y="1"/>
                    <a:pt x="420" y="72"/>
                    <a:pt x="0" y="216"/>
                  </a:cubicBezTo>
                  <a:lnTo>
                    <a:pt x="994" y="1210"/>
                  </a:lnTo>
                  <a:cubicBezTo>
                    <a:pt x="1666" y="758"/>
                    <a:pt x="2331" y="467"/>
                    <a:pt x="2922" y="348"/>
                  </a:cubicBezTo>
                  <a:cubicBezTo>
                    <a:pt x="2405" y="117"/>
                    <a:pt x="1850" y="1"/>
                    <a:pt x="1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50"/>
            <p:cNvSpPr/>
            <p:nvPr/>
          </p:nvSpPr>
          <p:spPr>
            <a:xfrm>
              <a:off x="2385005" y="2953531"/>
              <a:ext cx="82104" cy="82261"/>
            </a:xfrm>
            <a:custGeom>
              <a:avLst/>
              <a:gdLst/>
              <a:ahLst/>
              <a:cxnLst/>
              <a:rect l="l" t="t" r="r" b="b"/>
              <a:pathLst>
                <a:path w="2620" h="2625" extrusionOk="0">
                  <a:moveTo>
                    <a:pt x="1520" y="1"/>
                  </a:moveTo>
                  <a:cubicBezTo>
                    <a:pt x="1208" y="176"/>
                    <a:pt x="907" y="378"/>
                    <a:pt x="642" y="643"/>
                  </a:cubicBezTo>
                  <a:cubicBezTo>
                    <a:pt x="377" y="909"/>
                    <a:pt x="175" y="1209"/>
                    <a:pt x="1" y="1522"/>
                  </a:cubicBezTo>
                  <a:lnTo>
                    <a:pt x="1103" y="2624"/>
                  </a:lnTo>
                  <a:cubicBezTo>
                    <a:pt x="1546" y="2056"/>
                    <a:pt x="2055" y="1545"/>
                    <a:pt x="2620" y="1100"/>
                  </a:cubicBezTo>
                  <a:lnTo>
                    <a:pt x="152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50"/>
            <p:cNvSpPr/>
            <p:nvPr/>
          </p:nvSpPr>
          <p:spPr>
            <a:xfrm>
              <a:off x="2539154" y="2983239"/>
              <a:ext cx="53838" cy="72828"/>
            </a:xfrm>
            <a:custGeom>
              <a:avLst/>
              <a:gdLst/>
              <a:ahLst/>
              <a:cxnLst/>
              <a:rect l="l" t="t" r="r" b="b"/>
              <a:pathLst>
                <a:path w="1718" h="2324" extrusionOk="0">
                  <a:moveTo>
                    <a:pt x="1513" y="0"/>
                  </a:moveTo>
                  <a:lnTo>
                    <a:pt x="0" y="1513"/>
                  </a:lnTo>
                  <a:lnTo>
                    <a:pt x="809" y="2323"/>
                  </a:lnTo>
                  <a:cubicBezTo>
                    <a:pt x="1207" y="1707"/>
                    <a:pt x="1718" y="707"/>
                    <a:pt x="1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43" name="Google Shape;1043;p50"/>
          <p:cNvSpPr/>
          <p:nvPr/>
        </p:nvSpPr>
        <p:spPr>
          <a:xfrm>
            <a:off x="3879257" y="3380912"/>
            <a:ext cx="354646" cy="249415"/>
          </a:xfrm>
          <a:custGeom>
            <a:avLst/>
            <a:gdLst/>
            <a:ahLst/>
            <a:cxnLst/>
            <a:rect l="l" t="t" r="r" b="b"/>
            <a:pathLst>
              <a:path w="11317" h="7959" extrusionOk="0">
                <a:moveTo>
                  <a:pt x="5659" y="2653"/>
                </a:moveTo>
                <a:cubicBezTo>
                  <a:pt x="6939" y="2653"/>
                  <a:pt x="7980" y="3695"/>
                  <a:pt x="7980" y="4975"/>
                </a:cubicBezTo>
                <a:cubicBezTo>
                  <a:pt x="7979" y="5156"/>
                  <a:pt x="7830" y="5305"/>
                  <a:pt x="7647" y="5305"/>
                </a:cubicBezTo>
                <a:lnTo>
                  <a:pt x="3670" y="5305"/>
                </a:lnTo>
                <a:cubicBezTo>
                  <a:pt x="3487" y="5305"/>
                  <a:pt x="3339" y="5156"/>
                  <a:pt x="3338" y="4975"/>
                </a:cubicBezTo>
                <a:cubicBezTo>
                  <a:pt x="3337" y="3694"/>
                  <a:pt x="4379" y="2653"/>
                  <a:pt x="5659" y="2653"/>
                </a:cubicBezTo>
                <a:close/>
                <a:moveTo>
                  <a:pt x="5659" y="1"/>
                </a:moveTo>
                <a:cubicBezTo>
                  <a:pt x="3028" y="1"/>
                  <a:pt x="846" y="2054"/>
                  <a:pt x="675" y="4641"/>
                </a:cubicBezTo>
                <a:lnTo>
                  <a:pt x="333" y="4641"/>
                </a:lnTo>
                <a:cubicBezTo>
                  <a:pt x="150" y="4641"/>
                  <a:pt x="1" y="4790"/>
                  <a:pt x="1" y="4973"/>
                </a:cubicBezTo>
                <a:lnTo>
                  <a:pt x="1" y="7625"/>
                </a:lnTo>
                <a:cubicBezTo>
                  <a:pt x="1" y="7808"/>
                  <a:pt x="150" y="7956"/>
                  <a:pt x="333" y="7956"/>
                </a:cubicBezTo>
                <a:lnTo>
                  <a:pt x="1349" y="7956"/>
                </a:lnTo>
                <a:lnTo>
                  <a:pt x="1349" y="6971"/>
                </a:lnTo>
                <a:cubicBezTo>
                  <a:pt x="1349" y="6800"/>
                  <a:pt x="1474" y="6650"/>
                  <a:pt x="1644" y="6633"/>
                </a:cubicBezTo>
                <a:cubicBezTo>
                  <a:pt x="1657" y="6631"/>
                  <a:pt x="1670" y="6630"/>
                  <a:pt x="1683" y="6630"/>
                </a:cubicBezTo>
                <a:cubicBezTo>
                  <a:pt x="1863" y="6630"/>
                  <a:pt x="2012" y="6778"/>
                  <a:pt x="2012" y="6963"/>
                </a:cubicBezTo>
                <a:lnTo>
                  <a:pt x="2012" y="7956"/>
                </a:lnTo>
                <a:lnTo>
                  <a:pt x="2675" y="7956"/>
                </a:lnTo>
                <a:lnTo>
                  <a:pt x="2675" y="6308"/>
                </a:lnTo>
                <a:cubicBezTo>
                  <a:pt x="2675" y="6138"/>
                  <a:pt x="2800" y="5989"/>
                  <a:pt x="2970" y="5970"/>
                </a:cubicBezTo>
                <a:cubicBezTo>
                  <a:pt x="2982" y="5969"/>
                  <a:pt x="2995" y="5968"/>
                  <a:pt x="3007" y="5968"/>
                </a:cubicBezTo>
                <a:cubicBezTo>
                  <a:pt x="3188" y="5968"/>
                  <a:pt x="3338" y="6115"/>
                  <a:pt x="3338" y="6300"/>
                </a:cubicBezTo>
                <a:lnTo>
                  <a:pt x="3338" y="7958"/>
                </a:lnTo>
                <a:lnTo>
                  <a:pt x="4001" y="7958"/>
                </a:lnTo>
                <a:lnTo>
                  <a:pt x="4001" y="6972"/>
                </a:lnTo>
                <a:cubicBezTo>
                  <a:pt x="4001" y="6801"/>
                  <a:pt x="4126" y="6653"/>
                  <a:pt x="4296" y="6634"/>
                </a:cubicBezTo>
                <a:cubicBezTo>
                  <a:pt x="4308" y="6632"/>
                  <a:pt x="4321" y="6632"/>
                  <a:pt x="4333" y="6632"/>
                </a:cubicBezTo>
                <a:cubicBezTo>
                  <a:pt x="4514" y="6632"/>
                  <a:pt x="4664" y="6779"/>
                  <a:pt x="4664" y="6964"/>
                </a:cubicBezTo>
                <a:lnTo>
                  <a:pt x="4664" y="7959"/>
                </a:lnTo>
                <a:lnTo>
                  <a:pt x="5327" y="7959"/>
                </a:lnTo>
                <a:lnTo>
                  <a:pt x="5327" y="6308"/>
                </a:lnTo>
                <a:cubicBezTo>
                  <a:pt x="5327" y="6138"/>
                  <a:pt x="5452" y="5989"/>
                  <a:pt x="5622" y="5970"/>
                </a:cubicBezTo>
                <a:cubicBezTo>
                  <a:pt x="5634" y="5969"/>
                  <a:pt x="5647" y="5968"/>
                  <a:pt x="5659" y="5968"/>
                </a:cubicBezTo>
                <a:cubicBezTo>
                  <a:pt x="5840" y="5968"/>
                  <a:pt x="5990" y="6115"/>
                  <a:pt x="5990" y="6300"/>
                </a:cubicBezTo>
                <a:lnTo>
                  <a:pt x="5990" y="7958"/>
                </a:lnTo>
                <a:lnTo>
                  <a:pt x="6654" y="7958"/>
                </a:lnTo>
                <a:lnTo>
                  <a:pt x="6654" y="6972"/>
                </a:lnTo>
                <a:cubicBezTo>
                  <a:pt x="6654" y="6801"/>
                  <a:pt x="6778" y="6653"/>
                  <a:pt x="6947" y="6634"/>
                </a:cubicBezTo>
                <a:cubicBezTo>
                  <a:pt x="6960" y="6632"/>
                  <a:pt x="6973" y="6632"/>
                  <a:pt x="6985" y="6632"/>
                </a:cubicBezTo>
                <a:cubicBezTo>
                  <a:pt x="7166" y="6632"/>
                  <a:pt x="7316" y="6779"/>
                  <a:pt x="7316" y="6964"/>
                </a:cubicBezTo>
                <a:lnTo>
                  <a:pt x="7316" y="7959"/>
                </a:lnTo>
                <a:lnTo>
                  <a:pt x="7979" y="7959"/>
                </a:lnTo>
                <a:lnTo>
                  <a:pt x="7979" y="6308"/>
                </a:lnTo>
                <a:cubicBezTo>
                  <a:pt x="7979" y="6138"/>
                  <a:pt x="8104" y="5989"/>
                  <a:pt x="8273" y="5970"/>
                </a:cubicBezTo>
                <a:cubicBezTo>
                  <a:pt x="8286" y="5969"/>
                  <a:pt x="8299" y="5968"/>
                  <a:pt x="8311" y="5968"/>
                </a:cubicBezTo>
                <a:cubicBezTo>
                  <a:pt x="8492" y="5968"/>
                  <a:pt x="8642" y="6115"/>
                  <a:pt x="8642" y="6300"/>
                </a:cubicBezTo>
                <a:lnTo>
                  <a:pt x="8642" y="7958"/>
                </a:lnTo>
                <a:lnTo>
                  <a:pt x="9304" y="7958"/>
                </a:lnTo>
                <a:lnTo>
                  <a:pt x="9304" y="6972"/>
                </a:lnTo>
                <a:cubicBezTo>
                  <a:pt x="9304" y="6801"/>
                  <a:pt x="9430" y="6653"/>
                  <a:pt x="9599" y="6634"/>
                </a:cubicBezTo>
                <a:cubicBezTo>
                  <a:pt x="9612" y="6632"/>
                  <a:pt x="9624" y="6632"/>
                  <a:pt x="9637" y="6632"/>
                </a:cubicBezTo>
                <a:cubicBezTo>
                  <a:pt x="9818" y="6632"/>
                  <a:pt x="9968" y="6779"/>
                  <a:pt x="9968" y="6964"/>
                </a:cubicBezTo>
                <a:lnTo>
                  <a:pt x="9968" y="7959"/>
                </a:lnTo>
                <a:lnTo>
                  <a:pt x="10985" y="7959"/>
                </a:lnTo>
                <a:cubicBezTo>
                  <a:pt x="11167" y="7959"/>
                  <a:pt x="11316" y="7810"/>
                  <a:pt x="11316" y="7626"/>
                </a:cubicBezTo>
                <a:lnTo>
                  <a:pt x="11316" y="4975"/>
                </a:lnTo>
                <a:cubicBezTo>
                  <a:pt x="11317" y="4791"/>
                  <a:pt x="11168" y="4641"/>
                  <a:pt x="10985" y="4641"/>
                </a:cubicBezTo>
                <a:lnTo>
                  <a:pt x="10642" y="4641"/>
                </a:lnTo>
                <a:cubicBezTo>
                  <a:pt x="10471" y="2054"/>
                  <a:pt x="8289" y="1"/>
                  <a:pt x="565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44" name="Google Shape;1044;p50"/>
          <p:cNvGrpSpPr/>
          <p:nvPr/>
        </p:nvGrpSpPr>
        <p:grpSpPr>
          <a:xfrm>
            <a:off x="4919101" y="3342808"/>
            <a:ext cx="354678" cy="354646"/>
            <a:chOff x="4939607" y="2402524"/>
            <a:chExt cx="354678" cy="354646"/>
          </a:xfrm>
        </p:grpSpPr>
        <p:sp>
          <p:nvSpPr>
            <p:cNvPr id="1045" name="Google Shape;1045;p50"/>
            <p:cNvSpPr/>
            <p:nvPr/>
          </p:nvSpPr>
          <p:spPr>
            <a:xfrm>
              <a:off x="5148816" y="2610762"/>
              <a:ext cx="145469" cy="146158"/>
            </a:xfrm>
            <a:custGeom>
              <a:avLst/>
              <a:gdLst/>
              <a:ahLst/>
              <a:cxnLst/>
              <a:rect l="l" t="t" r="r" b="b"/>
              <a:pathLst>
                <a:path w="4642" h="4664" extrusionOk="0">
                  <a:moveTo>
                    <a:pt x="2321" y="670"/>
                  </a:moveTo>
                  <a:cubicBezTo>
                    <a:pt x="3108" y="671"/>
                    <a:pt x="3785" y="1225"/>
                    <a:pt x="3944" y="1996"/>
                  </a:cubicBezTo>
                  <a:lnTo>
                    <a:pt x="2486" y="1996"/>
                  </a:lnTo>
                  <a:lnTo>
                    <a:pt x="1614" y="834"/>
                  </a:lnTo>
                  <a:cubicBezTo>
                    <a:pt x="1834" y="728"/>
                    <a:pt x="2075" y="671"/>
                    <a:pt x="2321" y="670"/>
                  </a:cubicBezTo>
                  <a:close/>
                  <a:moveTo>
                    <a:pt x="2321" y="0"/>
                  </a:moveTo>
                  <a:cubicBezTo>
                    <a:pt x="1053" y="0"/>
                    <a:pt x="0" y="1059"/>
                    <a:pt x="0" y="2321"/>
                  </a:cubicBezTo>
                  <a:cubicBezTo>
                    <a:pt x="0" y="3601"/>
                    <a:pt x="1042" y="4664"/>
                    <a:pt x="2321" y="4664"/>
                  </a:cubicBezTo>
                  <a:cubicBezTo>
                    <a:pt x="3601" y="4664"/>
                    <a:pt x="4641" y="3601"/>
                    <a:pt x="4641" y="2321"/>
                  </a:cubicBezTo>
                  <a:cubicBezTo>
                    <a:pt x="4641" y="1041"/>
                    <a:pt x="3601" y="0"/>
                    <a:pt x="23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50"/>
            <p:cNvSpPr/>
            <p:nvPr/>
          </p:nvSpPr>
          <p:spPr>
            <a:xfrm>
              <a:off x="5001906" y="2590204"/>
              <a:ext cx="20839" cy="20777"/>
            </a:xfrm>
            <a:custGeom>
              <a:avLst/>
              <a:gdLst/>
              <a:ahLst/>
              <a:cxnLst/>
              <a:rect l="l" t="t" r="r" b="b"/>
              <a:pathLst>
                <a:path w="665" h="663" extrusionOk="0">
                  <a:moveTo>
                    <a:pt x="1" y="0"/>
                  </a:moveTo>
                  <a:lnTo>
                    <a:pt x="1" y="663"/>
                  </a:lnTo>
                  <a:lnTo>
                    <a:pt x="664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50"/>
            <p:cNvSpPr/>
            <p:nvPr/>
          </p:nvSpPr>
          <p:spPr>
            <a:xfrm>
              <a:off x="5001906" y="2673311"/>
              <a:ext cx="20839" cy="20808"/>
            </a:xfrm>
            <a:custGeom>
              <a:avLst/>
              <a:gdLst/>
              <a:ahLst/>
              <a:cxnLst/>
              <a:rect l="l" t="t" r="r" b="b"/>
              <a:pathLst>
                <a:path w="665" h="664" extrusionOk="0">
                  <a:moveTo>
                    <a:pt x="1" y="0"/>
                  </a:moveTo>
                  <a:lnTo>
                    <a:pt x="1" y="664"/>
                  </a:lnTo>
                  <a:lnTo>
                    <a:pt x="664" y="664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50"/>
            <p:cNvSpPr/>
            <p:nvPr/>
          </p:nvSpPr>
          <p:spPr>
            <a:xfrm>
              <a:off x="5001906" y="2507097"/>
              <a:ext cx="20839" cy="20839"/>
            </a:xfrm>
            <a:custGeom>
              <a:avLst/>
              <a:gdLst/>
              <a:ahLst/>
              <a:cxnLst/>
              <a:rect l="l" t="t" r="r" b="b"/>
              <a:pathLst>
                <a:path w="665" h="665" extrusionOk="0">
                  <a:moveTo>
                    <a:pt x="1" y="1"/>
                  </a:moveTo>
                  <a:lnTo>
                    <a:pt x="1" y="664"/>
                  </a:lnTo>
                  <a:lnTo>
                    <a:pt x="664" y="664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50"/>
            <p:cNvSpPr/>
            <p:nvPr/>
          </p:nvSpPr>
          <p:spPr>
            <a:xfrm>
              <a:off x="5169530" y="2402524"/>
              <a:ext cx="62362" cy="63051"/>
            </a:xfrm>
            <a:custGeom>
              <a:avLst/>
              <a:gdLst/>
              <a:ahLst/>
              <a:cxnLst/>
              <a:rect l="l" t="t" r="r" b="b"/>
              <a:pathLst>
                <a:path w="1990" h="2012" extrusionOk="0">
                  <a:moveTo>
                    <a:pt x="0" y="0"/>
                  </a:moveTo>
                  <a:lnTo>
                    <a:pt x="0" y="2012"/>
                  </a:lnTo>
                  <a:lnTo>
                    <a:pt x="1989" y="2012"/>
                  </a:lnTo>
                  <a:lnTo>
                    <a:pt x="1989" y="1954"/>
                  </a:lnTo>
                  <a:cubicBezTo>
                    <a:pt x="1990" y="1690"/>
                    <a:pt x="1884" y="1437"/>
                    <a:pt x="1697" y="1251"/>
                  </a:cubicBezTo>
                  <a:lnTo>
                    <a:pt x="760" y="292"/>
                  </a:lnTo>
                  <a:cubicBezTo>
                    <a:pt x="574" y="105"/>
                    <a:pt x="321" y="0"/>
                    <a:pt x="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50"/>
            <p:cNvSpPr/>
            <p:nvPr/>
          </p:nvSpPr>
          <p:spPr>
            <a:xfrm>
              <a:off x="4939607" y="2402555"/>
              <a:ext cx="292285" cy="354615"/>
            </a:xfrm>
            <a:custGeom>
              <a:avLst/>
              <a:gdLst/>
              <a:ahLst/>
              <a:cxnLst/>
              <a:rect l="l" t="t" r="r" b="b"/>
              <a:pathLst>
                <a:path w="9327" h="11316" extrusionOk="0">
                  <a:moveTo>
                    <a:pt x="4303" y="1347"/>
                  </a:moveTo>
                  <a:cubicBezTo>
                    <a:pt x="4473" y="1347"/>
                    <a:pt x="4623" y="1473"/>
                    <a:pt x="4641" y="1642"/>
                  </a:cubicBezTo>
                  <a:cubicBezTo>
                    <a:pt x="4663" y="1839"/>
                    <a:pt x="4508" y="2011"/>
                    <a:pt x="4310" y="2011"/>
                  </a:cubicBezTo>
                  <a:lnTo>
                    <a:pt x="1661" y="2011"/>
                  </a:lnTo>
                  <a:cubicBezTo>
                    <a:pt x="1660" y="2011"/>
                    <a:pt x="1660" y="2011"/>
                    <a:pt x="1659" y="2011"/>
                  </a:cubicBezTo>
                  <a:cubicBezTo>
                    <a:pt x="1461" y="2011"/>
                    <a:pt x="1308" y="1838"/>
                    <a:pt x="1331" y="1642"/>
                  </a:cubicBezTo>
                  <a:cubicBezTo>
                    <a:pt x="1348" y="1473"/>
                    <a:pt x="1498" y="1347"/>
                    <a:pt x="1668" y="1347"/>
                  </a:cubicBezTo>
                  <a:close/>
                  <a:moveTo>
                    <a:pt x="5683" y="2673"/>
                  </a:moveTo>
                  <a:cubicBezTo>
                    <a:pt x="5881" y="2673"/>
                    <a:pt x="6035" y="2846"/>
                    <a:pt x="6013" y="3043"/>
                  </a:cubicBezTo>
                  <a:cubicBezTo>
                    <a:pt x="5993" y="3212"/>
                    <a:pt x="5844" y="3337"/>
                    <a:pt x="5674" y="3337"/>
                  </a:cubicBezTo>
                  <a:lnTo>
                    <a:pt x="4320" y="3337"/>
                  </a:lnTo>
                  <a:cubicBezTo>
                    <a:pt x="4151" y="3337"/>
                    <a:pt x="4001" y="3212"/>
                    <a:pt x="3983" y="3043"/>
                  </a:cubicBezTo>
                  <a:cubicBezTo>
                    <a:pt x="3961" y="2846"/>
                    <a:pt x="4115" y="2673"/>
                    <a:pt x="4313" y="2673"/>
                  </a:cubicBezTo>
                  <a:close/>
                  <a:moveTo>
                    <a:pt x="2983" y="2673"/>
                  </a:moveTo>
                  <a:cubicBezTo>
                    <a:pt x="3167" y="2673"/>
                    <a:pt x="3315" y="2822"/>
                    <a:pt x="3315" y="3005"/>
                  </a:cubicBezTo>
                  <a:lnTo>
                    <a:pt x="3315" y="4331"/>
                  </a:lnTo>
                  <a:cubicBezTo>
                    <a:pt x="3316" y="4514"/>
                    <a:pt x="3167" y="4664"/>
                    <a:pt x="2983" y="4664"/>
                  </a:cubicBezTo>
                  <a:lnTo>
                    <a:pt x="2983" y="4662"/>
                  </a:lnTo>
                  <a:lnTo>
                    <a:pt x="1657" y="4662"/>
                  </a:lnTo>
                  <a:cubicBezTo>
                    <a:pt x="1475" y="4662"/>
                    <a:pt x="1326" y="4514"/>
                    <a:pt x="1326" y="4331"/>
                  </a:cubicBezTo>
                  <a:lnTo>
                    <a:pt x="1326" y="3005"/>
                  </a:lnTo>
                  <a:cubicBezTo>
                    <a:pt x="1326" y="2822"/>
                    <a:pt x="1475" y="2673"/>
                    <a:pt x="1657" y="2673"/>
                  </a:cubicBezTo>
                  <a:close/>
                  <a:moveTo>
                    <a:pt x="7663" y="3999"/>
                  </a:moveTo>
                  <a:cubicBezTo>
                    <a:pt x="7834" y="3999"/>
                    <a:pt x="7983" y="4124"/>
                    <a:pt x="8001" y="4294"/>
                  </a:cubicBezTo>
                  <a:cubicBezTo>
                    <a:pt x="8024" y="4491"/>
                    <a:pt x="7869" y="4664"/>
                    <a:pt x="7671" y="4664"/>
                  </a:cubicBezTo>
                  <a:lnTo>
                    <a:pt x="7671" y="4662"/>
                  </a:lnTo>
                  <a:lnTo>
                    <a:pt x="4320" y="4662"/>
                  </a:lnTo>
                  <a:cubicBezTo>
                    <a:pt x="4151" y="4662"/>
                    <a:pt x="4001" y="4537"/>
                    <a:pt x="3983" y="4369"/>
                  </a:cubicBezTo>
                  <a:cubicBezTo>
                    <a:pt x="3961" y="4172"/>
                    <a:pt x="4115" y="3999"/>
                    <a:pt x="4313" y="3999"/>
                  </a:cubicBezTo>
                  <a:close/>
                  <a:moveTo>
                    <a:pt x="5674" y="5325"/>
                  </a:moveTo>
                  <a:cubicBezTo>
                    <a:pt x="5844" y="5325"/>
                    <a:pt x="5993" y="5450"/>
                    <a:pt x="6012" y="5620"/>
                  </a:cubicBezTo>
                  <a:cubicBezTo>
                    <a:pt x="6034" y="5817"/>
                    <a:pt x="5881" y="5988"/>
                    <a:pt x="5683" y="5988"/>
                  </a:cubicBezTo>
                  <a:lnTo>
                    <a:pt x="4313" y="5988"/>
                  </a:lnTo>
                  <a:cubicBezTo>
                    <a:pt x="4312" y="5988"/>
                    <a:pt x="4311" y="5988"/>
                    <a:pt x="4311" y="5988"/>
                  </a:cubicBezTo>
                  <a:cubicBezTo>
                    <a:pt x="4112" y="5988"/>
                    <a:pt x="3959" y="5816"/>
                    <a:pt x="3983" y="5620"/>
                  </a:cubicBezTo>
                  <a:cubicBezTo>
                    <a:pt x="4001" y="5450"/>
                    <a:pt x="4151" y="5326"/>
                    <a:pt x="4320" y="5325"/>
                  </a:cubicBezTo>
                  <a:close/>
                  <a:moveTo>
                    <a:pt x="6616" y="7176"/>
                  </a:moveTo>
                  <a:cubicBezTo>
                    <a:pt x="6613" y="7180"/>
                    <a:pt x="6609" y="7184"/>
                    <a:pt x="6606" y="7189"/>
                  </a:cubicBezTo>
                  <a:lnTo>
                    <a:pt x="6606" y="7189"/>
                  </a:lnTo>
                  <a:cubicBezTo>
                    <a:pt x="6609" y="7184"/>
                    <a:pt x="6613" y="7180"/>
                    <a:pt x="6616" y="7176"/>
                  </a:cubicBezTo>
                  <a:close/>
                  <a:moveTo>
                    <a:pt x="2983" y="5325"/>
                  </a:moveTo>
                  <a:cubicBezTo>
                    <a:pt x="3167" y="5325"/>
                    <a:pt x="3315" y="5473"/>
                    <a:pt x="3315" y="5657"/>
                  </a:cubicBezTo>
                  <a:lnTo>
                    <a:pt x="3315" y="6983"/>
                  </a:lnTo>
                  <a:cubicBezTo>
                    <a:pt x="3315" y="7166"/>
                    <a:pt x="3167" y="7314"/>
                    <a:pt x="2983" y="7314"/>
                  </a:cubicBezTo>
                  <a:lnTo>
                    <a:pt x="1657" y="7314"/>
                  </a:lnTo>
                  <a:cubicBezTo>
                    <a:pt x="1475" y="7314"/>
                    <a:pt x="1326" y="7166"/>
                    <a:pt x="1326" y="6983"/>
                  </a:cubicBezTo>
                  <a:lnTo>
                    <a:pt x="1326" y="5657"/>
                  </a:lnTo>
                  <a:cubicBezTo>
                    <a:pt x="1326" y="5473"/>
                    <a:pt x="1475" y="5325"/>
                    <a:pt x="1657" y="5325"/>
                  </a:cubicBezTo>
                  <a:close/>
                  <a:moveTo>
                    <a:pt x="5675" y="7977"/>
                  </a:moveTo>
                  <a:cubicBezTo>
                    <a:pt x="5844" y="7977"/>
                    <a:pt x="5994" y="8102"/>
                    <a:pt x="6013" y="8272"/>
                  </a:cubicBezTo>
                  <a:cubicBezTo>
                    <a:pt x="6035" y="8468"/>
                    <a:pt x="5882" y="8640"/>
                    <a:pt x="5684" y="8640"/>
                  </a:cubicBezTo>
                  <a:cubicBezTo>
                    <a:pt x="5684" y="8640"/>
                    <a:pt x="5683" y="8640"/>
                    <a:pt x="5683" y="8640"/>
                  </a:cubicBezTo>
                  <a:lnTo>
                    <a:pt x="4320" y="8640"/>
                  </a:lnTo>
                  <a:cubicBezTo>
                    <a:pt x="4150" y="8640"/>
                    <a:pt x="4001" y="8515"/>
                    <a:pt x="3983" y="8346"/>
                  </a:cubicBezTo>
                  <a:cubicBezTo>
                    <a:pt x="3961" y="8149"/>
                    <a:pt x="4115" y="7977"/>
                    <a:pt x="4313" y="7977"/>
                  </a:cubicBezTo>
                  <a:close/>
                  <a:moveTo>
                    <a:pt x="2983" y="7977"/>
                  </a:moveTo>
                  <a:cubicBezTo>
                    <a:pt x="3167" y="7977"/>
                    <a:pt x="3315" y="8125"/>
                    <a:pt x="3315" y="8309"/>
                  </a:cubicBezTo>
                  <a:lnTo>
                    <a:pt x="3315" y="9635"/>
                  </a:lnTo>
                  <a:cubicBezTo>
                    <a:pt x="3315" y="9818"/>
                    <a:pt x="3167" y="9966"/>
                    <a:pt x="2983" y="9966"/>
                  </a:cubicBezTo>
                  <a:lnTo>
                    <a:pt x="1657" y="9966"/>
                  </a:lnTo>
                  <a:cubicBezTo>
                    <a:pt x="1475" y="9966"/>
                    <a:pt x="1326" y="9818"/>
                    <a:pt x="1326" y="9635"/>
                  </a:cubicBezTo>
                  <a:lnTo>
                    <a:pt x="1326" y="8309"/>
                  </a:lnTo>
                  <a:cubicBezTo>
                    <a:pt x="1326" y="8125"/>
                    <a:pt x="1475" y="7977"/>
                    <a:pt x="1657" y="7977"/>
                  </a:cubicBezTo>
                  <a:close/>
                  <a:moveTo>
                    <a:pt x="332" y="0"/>
                  </a:moveTo>
                  <a:cubicBezTo>
                    <a:pt x="149" y="0"/>
                    <a:pt x="0" y="149"/>
                    <a:pt x="0" y="331"/>
                  </a:cubicBezTo>
                  <a:lnTo>
                    <a:pt x="0" y="10984"/>
                  </a:lnTo>
                  <a:cubicBezTo>
                    <a:pt x="0" y="11167"/>
                    <a:pt x="149" y="11315"/>
                    <a:pt x="332" y="11315"/>
                  </a:cubicBezTo>
                  <a:lnTo>
                    <a:pt x="7143" y="11315"/>
                  </a:lnTo>
                  <a:cubicBezTo>
                    <a:pt x="6712" y="10971"/>
                    <a:pt x="6382" y="10494"/>
                    <a:pt x="6194" y="9967"/>
                  </a:cubicBezTo>
                  <a:lnTo>
                    <a:pt x="4320" y="9967"/>
                  </a:lnTo>
                  <a:cubicBezTo>
                    <a:pt x="4151" y="9967"/>
                    <a:pt x="4001" y="9842"/>
                    <a:pt x="3983" y="9672"/>
                  </a:cubicBezTo>
                  <a:cubicBezTo>
                    <a:pt x="3961" y="9475"/>
                    <a:pt x="4115" y="9304"/>
                    <a:pt x="4313" y="9304"/>
                  </a:cubicBezTo>
                  <a:lnTo>
                    <a:pt x="6046" y="9304"/>
                  </a:lnTo>
                  <a:cubicBezTo>
                    <a:pt x="6034" y="9194"/>
                    <a:pt x="6013" y="9086"/>
                    <a:pt x="6013" y="8973"/>
                  </a:cubicBezTo>
                  <a:cubicBezTo>
                    <a:pt x="6013" y="8304"/>
                    <a:pt x="6234" y="7687"/>
                    <a:pt x="6606" y="7189"/>
                  </a:cubicBezTo>
                  <a:lnTo>
                    <a:pt x="6606" y="7189"/>
                  </a:lnTo>
                  <a:cubicBezTo>
                    <a:pt x="6546" y="7265"/>
                    <a:pt x="6452" y="7314"/>
                    <a:pt x="6347" y="7314"/>
                  </a:cubicBezTo>
                  <a:cubicBezTo>
                    <a:pt x="6346" y="7314"/>
                    <a:pt x="6346" y="7314"/>
                    <a:pt x="6345" y="7314"/>
                  </a:cubicBezTo>
                  <a:lnTo>
                    <a:pt x="4320" y="7314"/>
                  </a:lnTo>
                  <a:cubicBezTo>
                    <a:pt x="4151" y="7314"/>
                    <a:pt x="4001" y="7189"/>
                    <a:pt x="3983" y="7021"/>
                  </a:cubicBezTo>
                  <a:cubicBezTo>
                    <a:pt x="3961" y="6824"/>
                    <a:pt x="4115" y="6651"/>
                    <a:pt x="4313" y="6651"/>
                  </a:cubicBezTo>
                  <a:lnTo>
                    <a:pt x="6337" y="6651"/>
                  </a:lnTo>
                  <a:cubicBezTo>
                    <a:pt x="6508" y="6651"/>
                    <a:pt x="6657" y="6776"/>
                    <a:pt x="6675" y="6946"/>
                  </a:cubicBezTo>
                  <a:cubicBezTo>
                    <a:pt x="6685" y="7031"/>
                    <a:pt x="6662" y="7112"/>
                    <a:pt x="6616" y="7176"/>
                  </a:cubicBezTo>
                  <a:lnTo>
                    <a:pt x="6616" y="7176"/>
                  </a:lnTo>
                  <a:cubicBezTo>
                    <a:pt x="7161" y="6455"/>
                    <a:pt x="8025" y="5989"/>
                    <a:pt x="8996" y="5989"/>
                  </a:cubicBezTo>
                  <a:cubicBezTo>
                    <a:pt x="9109" y="5989"/>
                    <a:pt x="9217" y="6010"/>
                    <a:pt x="9327" y="6022"/>
                  </a:cubicBezTo>
                  <a:lnTo>
                    <a:pt x="9327" y="2674"/>
                  </a:lnTo>
                  <a:lnTo>
                    <a:pt x="7005" y="2674"/>
                  </a:lnTo>
                  <a:cubicBezTo>
                    <a:pt x="6823" y="2674"/>
                    <a:pt x="6674" y="2526"/>
                    <a:pt x="6674" y="2342"/>
                  </a:cubicBezTo>
                  <a:lnTo>
                    <a:pt x="667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1" name="Google Shape;1051;p50"/>
          <p:cNvGrpSpPr/>
          <p:nvPr/>
        </p:nvGrpSpPr>
        <p:grpSpPr>
          <a:xfrm>
            <a:off x="4909610" y="1909399"/>
            <a:ext cx="354615" cy="354615"/>
            <a:chOff x="1811372" y="2393624"/>
            <a:chExt cx="354615" cy="354615"/>
          </a:xfrm>
        </p:grpSpPr>
        <p:sp>
          <p:nvSpPr>
            <p:cNvPr id="1052" name="Google Shape;1052;p50"/>
            <p:cNvSpPr/>
            <p:nvPr/>
          </p:nvSpPr>
          <p:spPr>
            <a:xfrm>
              <a:off x="1999053" y="2393624"/>
              <a:ext cx="166935" cy="354615"/>
            </a:xfrm>
            <a:custGeom>
              <a:avLst/>
              <a:gdLst/>
              <a:ahLst/>
              <a:cxnLst/>
              <a:rect l="l" t="t" r="r" b="b"/>
              <a:pathLst>
                <a:path w="5327" h="11316" extrusionOk="0">
                  <a:moveTo>
                    <a:pt x="1326" y="1326"/>
                  </a:moveTo>
                  <a:cubicBezTo>
                    <a:pt x="1326" y="1326"/>
                    <a:pt x="1327" y="1326"/>
                    <a:pt x="1328" y="1326"/>
                  </a:cubicBezTo>
                  <a:lnTo>
                    <a:pt x="3993" y="1326"/>
                  </a:lnTo>
                  <a:cubicBezTo>
                    <a:pt x="4163" y="1326"/>
                    <a:pt x="4312" y="1451"/>
                    <a:pt x="4330" y="1620"/>
                  </a:cubicBezTo>
                  <a:cubicBezTo>
                    <a:pt x="4353" y="1817"/>
                    <a:pt x="4198" y="1990"/>
                    <a:pt x="4000" y="1990"/>
                  </a:cubicBezTo>
                  <a:lnTo>
                    <a:pt x="4000" y="1989"/>
                  </a:lnTo>
                  <a:lnTo>
                    <a:pt x="1335" y="1989"/>
                  </a:lnTo>
                  <a:cubicBezTo>
                    <a:pt x="1165" y="1989"/>
                    <a:pt x="1015" y="1864"/>
                    <a:pt x="997" y="1695"/>
                  </a:cubicBezTo>
                  <a:cubicBezTo>
                    <a:pt x="974" y="1498"/>
                    <a:pt x="1128" y="1326"/>
                    <a:pt x="1326" y="1326"/>
                  </a:cubicBezTo>
                  <a:close/>
                  <a:moveTo>
                    <a:pt x="1326" y="2652"/>
                  </a:moveTo>
                  <a:cubicBezTo>
                    <a:pt x="1326" y="2652"/>
                    <a:pt x="1327" y="2652"/>
                    <a:pt x="1328" y="2652"/>
                  </a:cubicBezTo>
                  <a:lnTo>
                    <a:pt x="3993" y="2652"/>
                  </a:lnTo>
                  <a:cubicBezTo>
                    <a:pt x="4163" y="2652"/>
                    <a:pt x="4312" y="2776"/>
                    <a:pt x="4330" y="2946"/>
                  </a:cubicBezTo>
                  <a:cubicBezTo>
                    <a:pt x="4353" y="3143"/>
                    <a:pt x="4198" y="3316"/>
                    <a:pt x="4000" y="3316"/>
                  </a:cubicBezTo>
                  <a:lnTo>
                    <a:pt x="4000" y="3315"/>
                  </a:lnTo>
                  <a:lnTo>
                    <a:pt x="1335" y="3315"/>
                  </a:lnTo>
                  <a:cubicBezTo>
                    <a:pt x="1165" y="3315"/>
                    <a:pt x="1015" y="3190"/>
                    <a:pt x="997" y="3021"/>
                  </a:cubicBezTo>
                  <a:cubicBezTo>
                    <a:pt x="974" y="2824"/>
                    <a:pt x="1128" y="2652"/>
                    <a:pt x="1326" y="2652"/>
                  </a:cubicBezTo>
                  <a:close/>
                  <a:moveTo>
                    <a:pt x="4000" y="4652"/>
                  </a:moveTo>
                  <a:cubicBezTo>
                    <a:pt x="4181" y="4652"/>
                    <a:pt x="4331" y="4798"/>
                    <a:pt x="4331" y="4984"/>
                  </a:cubicBezTo>
                  <a:lnTo>
                    <a:pt x="4331" y="5646"/>
                  </a:lnTo>
                  <a:cubicBezTo>
                    <a:pt x="4331" y="5832"/>
                    <a:pt x="4180" y="5978"/>
                    <a:pt x="4000" y="5978"/>
                  </a:cubicBezTo>
                  <a:cubicBezTo>
                    <a:pt x="3988" y="5978"/>
                    <a:pt x="3975" y="5978"/>
                    <a:pt x="3963" y="5976"/>
                  </a:cubicBezTo>
                  <a:cubicBezTo>
                    <a:pt x="3793" y="5958"/>
                    <a:pt x="3668" y="5808"/>
                    <a:pt x="3668" y="5637"/>
                  </a:cubicBezTo>
                  <a:lnTo>
                    <a:pt x="3668" y="4991"/>
                  </a:lnTo>
                  <a:cubicBezTo>
                    <a:pt x="3668" y="4822"/>
                    <a:pt x="3793" y="4672"/>
                    <a:pt x="3963" y="4654"/>
                  </a:cubicBezTo>
                  <a:cubicBezTo>
                    <a:pt x="3975" y="4652"/>
                    <a:pt x="3988" y="4652"/>
                    <a:pt x="4000" y="4652"/>
                  </a:cubicBezTo>
                  <a:close/>
                  <a:moveTo>
                    <a:pt x="3993" y="7336"/>
                  </a:moveTo>
                  <a:cubicBezTo>
                    <a:pt x="4163" y="7336"/>
                    <a:pt x="4312" y="7462"/>
                    <a:pt x="4330" y="7631"/>
                  </a:cubicBezTo>
                  <a:cubicBezTo>
                    <a:pt x="4353" y="7828"/>
                    <a:pt x="4199" y="8000"/>
                    <a:pt x="4002" y="8000"/>
                  </a:cubicBezTo>
                  <a:cubicBezTo>
                    <a:pt x="4002" y="8000"/>
                    <a:pt x="4001" y="8000"/>
                    <a:pt x="4000" y="8000"/>
                  </a:cubicBezTo>
                  <a:lnTo>
                    <a:pt x="1335" y="8000"/>
                  </a:lnTo>
                  <a:cubicBezTo>
                    <a:pt x="1165" y="8000"/>
                    <a:pt x="1015" y="7874"/>
                    <a:pt x="997" y="7706"/>
                  </a:cubicBezTo>
                  <a:cubicBezTo>
                    <a:pt x="974" y="7509"/>
                    <a:pt x="1129" y="7336"/>
                    <a:pt x="1328" y="7336"/>
                  </a:cubicBezTo>
                  <a:close/>
                  <a:moveTo>
                    <a:pt x="3993" y="8662"/>
                  </a:moveTo>
                  <a:cubicBezTo>
                    <a:pt x="4163" y="8662"/>
                    <a:pt x="4312" y="8788"/>
                    <a:pt x="4330" y="8957"/>
                  </a:cubicBezTo>
                  <a:cubicBezTo>
                    <a:pt x="4353" y="9153"/>
                    <a:pt x="4199" y="9326"/>
                    <a:pt x="4002" y="9326"/>
                  </a:cubicBezTo>
                  <a:cubicBezTo>
                    <a:pt x="4002" y="9326"/>
                    <a:pt x="4001" y="9326"/>
                    <a:pt x="4000" y="9326"/>
                  </a:cubicBezTo>
                  <a:lnTo>
                    <a:pt x="1335" y="9326"/>
                  </a:lnTo>
                  <a:cubicBezTo>
                    <a:pt x="1165" y="9326"/>
                    <a:pt x="1015" y="9201"/>
                    <a:pt x="997" y="9032"/>
                  </a:cubicBezTo>
                  <a:cubicBezTo>
                    <a:pt x="974" y="8835"/>
                    <a:pt x="1129" y="8662"/>
                    <a:pt x="1328" y="8662"/>
                  </a:cubicBezTo>
                  <a:close/>
                  <a:moveTo>
                    <a:pt x="994" y="0"/>
                  </a:moveTo>
                  <a:cubicBezTo>
                    <a:pt x="445" y="0"/>
                    <a:pt x="0" y="446"/>
                    <a:pt x="0" y="995"/>
                  </a:cubicBezTo>
                  <a:lnTo>
                    <a:pt x="0" y="9658"/>
                  </a:lnTo>
                  <a:cubicBezTo>
                    <a:pt x="0" y="10077"/>
                    <a:pt x="267" y="10451"/>
                    <a:pt x="663" y="10591"/>
                  </a:cubicBezTo>
                  <a:lnTo>
                    <a:pt x="663" y="10975"/>
                  </a:lnTo>
                  <a:cubicBezTo>
                    <a:pt x="663" y="11145"/>
                    <a:pt x="787" y="11294"/>
                    <a:pt x="957" y="11313"/>
                  </a:cubicBezTo>
                  <a:cubicBezTo>
                    <a:pt x="969" y="11314"/>
                    <a:pt x="982" y="11315"/>
                    <a:pt x="994" y="11315"/>
                  </a:cubicBezTo>
                  <a:cubicBezTo>
                    <a:pt x="1175" y="11315"/>
                    <a:pt x="1326" y="11168"/>
                    <a:pt x="1326" y="10984"/>
                  </a:cubicBezTo>
                  <a:lnTo>
                    <a:pt x="1326" y="10652"/>
                  </a:lnTo>
                  <a:lnTo>
                    <a:pt x="4000" y="10652"/>
                  </a:lnTo>
                  <a:lnTo>
                    <a:pt x="4000" y="10975"/>
                  </a:lnTo>
                  <a:cubicBezTo>
                    <a:pt x="4000" y="11145"/>
                    <a:pt x="4125" y="11294"/>
                    <a:pt x="4294" y="11313"/>
                  </a:cubicBezTo>
                  <a:cubicBezTo>
                    <a:pt x="4307" y="11314"/>
                    <a:pt x="4319" y="11315"/>
                    <a:pt x="4332" y="11315"/>
                  </a:cubicBezTo>
                  <a:cubicBezTo>
                    <a:pt x="4512" y="11315"/>
                    <a:pt x="4663" y="11168"/>
                    <a:pt x="4663" y="10984"/>
                  </a:cubicBezTo>
                  <a:lnTo>
                    <a:pt x="4663" y="10591"/>
                  </a:lnTo>
                  <a:cubicBezTo>
                    <a:pt x="5059" y="10451"/>
                    <a:pt x="5324" y="10077"/>
                    <a:pt x="5326" y="9658"/>
                  </a:cubicBezTo>
                  <a:lnTo>
                    <a:pt x="5326" y="995"/>
                  </a:lnTo>
                  <a:cubicBezTo>
                    <a:pt x="5326" y="446"/>
                    <a:pt x="4881" y="0"/>
                    <a:pt x="4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50"/>
            <p:cNvSpPr/>
            <p:nvPr/>
          </p:nvSpPr>
          <p:spPr>
            <a:xfrm>
              <a:off x="1811372" y="2393624"/>
              <a:ext cx="166904" cy="354615"/>
            </a:xfrm>
            <a:custGeom>
              <a:avLst/>
              <a:gdLst/>
              <a:ahLst/>
              <a:cxnLst/>
              <a:rect l="l" t="t" r="r" b="b"/>
              <a:pathLst>
                <a:path w="5326" h="11316" extrusionOk="0">
                  <a:moveTo>
                    <a:pt x="1325" y="1326"/>
                  </a:moveTo>
                  <a:cubicBezTo>
                    <a:pt x="1326" y="1326"/>
                    <a:pt x="1327" y="1326"/>
                    <a:pt x="1327" y="1326"/>
                  </a:cubicBezTo>
                  <a:lnTo>
                    <a:pt x="3992" y="1326"/>
                  </a:lnTo>
                  <a:cubicBezTo>
                    <a:pt x="4163" y="1326"/>
                    <a:pt x="4313" y="1451"/>
                    <a:pt x="4331" y="1620"/>
                  </a:cubicBezTo>
                  <a:cubicBezTo>
                    <a:pt x="4353" y="1817"/>
                    <a:pt x="4199" y="1990"/>
                    <a:pt x="4001" y="1990"/>
                  </a:cubicBezTo>
                  <a:lnTo>
                    <a:pt x="4000" y="1989"/>
                  </a:lnTo>
                  <a:lnTo>
                    <a:pt x="1335" y="1989"/>
                  </a:lnTo>
                  <a:cubicBezTo>
                    <a:pt x="1164" y="1989"/>
                    <a:pt x="1016" y="1864"/>
                    <a:pt x="997" y="1695"/>
                  </a:cubicBezTo>
                  <a:cubicBezTo>
                    <a:pt x="975" y="1498"/>
                    <a:pt x="1128" y="1326"/>
                    <a:pt x="1325" y="1326"/>
                  </a:cubicBezTo>
                  <a:close/>
                  <a:moveTo>
                    <a:pt x="1325" y="2652"/>
                  </a:moveTo>
                  <a:cubicBezTo>
                    <a:pt x="1326" y="2652"/>
                    <a:pt x="1327" y="2652"/>
                    <a:pt x="1327" y="2652"/>
                  </a:cubicBezTo>
                  <a:lnTo>
                    <a:pt x="3992" y="2652"/>
                  </a:lnTo>
                  <a:cubicBezTo>
                    <a:pt x="4163" y="2652"/>
                    <a:pt x="4313" y="2776"/>
                    <a:pt x="4331" y="2946"/>
                  </a:cubicBezTo>
                  <a:cubicBezTo>
                    <a:pt x="4353" y="3143"/>
                    <a:pt x="4199" y="3316"/>
                    <a:pt x="4001" y="3316"/>
                  </a:cubicBezTo>
                  <a:lnTo>
                    <a:pt x="4000" y="3315"/>
                  </a:lnTo>
                  <a:lnTo>
                    <a:pt x="1335" y="3315"/>
                  </a:lnTo>
                  <a:cubicBezTo>
                    <a:pt x="1164" y="3315"/>
                    <a:pt x="1016" y="3190"/>
                    <a:pt x="997" y="3021"/>
                  </a:cubicBezTo>
                  <a:cubicBezTo>
                    <a:pt x="975" y="2824"/>
                    <a:pt x="1128" y="2652"/>
                    <a:pt x="1325" y="2652"/>
                  </a:cubicBezTo>
                  <a:close/>
                  <a:moveTo>
                    <a:pt x="4000" y="4652"/>
                  </a:moveTo>
                  <a:cubicBezTo>
                    <a:pt x="4181" y="4652"/>
                    <a:pt x="4332" y="4798"/>
                    <a:pt x="4331" y="4984"/>
                  </a:cubicBezTo>
                  <a:lnTo>
                    <a:pt x="4331" y="5646"/>
                  </a:lnTo>
                  <a:cubicBezTo>
                    <a:pt x="4331" y="5832"/>
                    <a:pt x="4181" y="5978"/>
                    <a:pt x="4000" y="5978"/>
                  </a:cubicBezTo>
                  <a:cubicBezTo>
                    <a:pt x="3988" y="5978"/>
                    <a:pt x="3975" y="5978"/>
                    <a:pt x="3963" y="5976"/>
                  </a:cubicBezTo>
                  <a:cubicBezTo>
                    <a:pt x="3793" y="5958"/>
                    <a:pt x="3669" y="5808"/>
                    <a:pt x="3669" y="5637"/>
                  </a:cubicBezTo>
                  <a:lnTo>
                    <a:pt x="3669" y="4991"/>
                  </a:lnTo>
                  <a:cubicBezTo>
                    <a:pt x="3669" y="4822"/>
                    <a:pt x="3793" y="4672"/>
                    <a:pt x="3963" y="4654"/>
                  </a:cubicBezTo>
                  <a:cubicBezTo>
                    <a:pt x="3975" y="4652"/>
                    <a:pt x="3988" y="4652"/>
                    <a:pt x="4000" y="4652"/>
                  </a:cubicBezTo>
                  <a:close/>
                  <a:moveTo>
                    <a:pt x="3992" y="7336"/>
                  </a:moveTo>
                  <a:cubicBezTo>
                    <a:pt x="4163" y="7336"/>
                    <a:pt x="4313" y="7462"/>
                    <a:pt x="4331" y="7631"/>
                  </a:cubicBezTo>
                  <a:cubicBezTo>
                    <a:pt x="4353" y="7828"/>
                    <a:pt x="4200" y="8000"/>
                    <a:pt x="4003" y="8000"/>
                  </a:cubicBezTo>
                  <a:cubicBezTo>
                    <a:pt x="4002" y="8000"/>
                    <a:pt x="4002" y="8000"/>
                    <a:pt x="4001" y="8000"/>
                  </a:cubicBezTo>
                  <a:lnTo>
                    <a:pt x="1335" y="8000"/>
                  </a:lnTo>
                  <a:cubicBezTo>
                    <a:pt x="1164" y="8000"/>
                    <a:pt x="1016" y="7874"/>
                    <a:pt x="997" y="7706"/>
                  </a:cubicBezTo>
                  <a:cubicBezTo>
                    <a:pt x="975" y="7509"/>
                    <a:pt x="1129" y="7336"/>
                    <a:pt x="1327" y="7336"/>
                  </a:cubicBezTo>
                  <a:close/>
                  <a:moveTo>
                    <a:pt x="3992" y="8662"/>
                  </a:moveTo>
                  <a:cubicBezTo>
                    <a:pt x="4163" y="8662"/>
                    <a:pt x="4313" y="8788"/>
                    <a:pt x="4331" y="8957"/>
                  </a:cubicBezTo>
                  <a:cubicBezTo>
                    <a:pt x="4353" y="9153"/>
                    <a:pt x="4200" y="9326"/>
                    <a:pt x="4003" y="9326"/>
                  </a:cubicBezTo>
                  <a:cubicBezTo>
                    <a:pt x="4002" y="9326"/>
                    <a:pt x="4002" y="9326"/>
                    <a:pt x="4001" y="9326"/>
                  </a:cubicBezTo>
                  <a:lnTo>
                    <a:pt x="1335" y="9326"/>
                  </a:lnTo>
                  <a:cubicBezTo>
                    <a:pt x="1164" y="9326"/>
                    <a:pt x="1016" y="9201"/>
                    <a:pt x="997" y="9032"/>
                  </a:cubicBezTo>
                  <a:cubicBezTo>
                    <a:pt x="975" y="8835"/>
                    <a:pt x="1129" y="8662"/>
                    <a:pt x="1327" y="8662"/>
                  </a:cubicBezTo>
                  <a:close/>
                  <a:moveTo>
                    <a:pt x="995" y="0"/>
                  </a:moveTo>
                  <a:cubicBezTo>
                    <a:pt x="446" y="0"/>
                    <a:pt x="0" y="446"/>
                    <a:pt x="0" y="995"/>
                  </a:cubicBezTo>
                  <a:lnTo>
                    <a:pt x="0" y="9658"/>
                  </a:lnTo>
                  <a:cubicBezTo>
                    <a:pt x="1" y="10077"/>
                    <a:pt x="267" y="10451"/>
                    <a:pt x="664" y="10591"/>
                  </a:cubicBezTo>
                  <a:lnTo>
                    <a:pt x="664" y="10975"/>
                  </a:lnTo>
                  <a:cubicBezTo>
                    <a:pt x="664" y="11145"/>
                    <a:pt x="788" y="11294"/>
                    <a:pt x="958" y="11313"/>
                  </a:cubicBezTo>
                  <a:cubicBezTo>
                    <a:pt x="970" y="11314"/>
                    <a:pt x="983" y="11315"/>
                    <a:pt x="995" y="11315"/>
                  </a:cubicBezTo>
                  <a:cubicBezTo>
                    <a:pt x="1176" y="11315"/>
                    <a:pt x="1326" y="11168"/>
                    <a:pt x="1326" y="10983"/>
                  </a:cubicBezTo>
                  <a:lnTo>
                    <a:pt x="1326" y="10652"/>
                  </a:lnTo>
                  <a:lnTo>
                    <a:pt x="4000" y="10652"/>
                  </a:lnTo>
                  <a:lnTo>
                    <a:pt x="4000" y="10974"/>
                  </a:lnTo>
                  <a:cubicBezTo>
                    <a:pt x="4000" y="11145"/>
                    <a:pt x="4124" y="11294"/>
                    <a:pt x="4294" y="11313"/>
                  </a:cubicBezTo>
                  <a:cubicBezTo>
                    <a:pt x="4306" y="11314"/>
                    <a:pt x="4319" y="11315"/>
                    <a:pt x="4331" y="11315"/>
                  </a:cubicBezTo>
                  <a:cubicBezTo>
                    <a:pt x="4512" y="11315"/>
                    <a:pt x="4663" y="11168"/>
                    <a:pt x="4664" y="10984"/>
                  </a:cubicBezTo>
                  <a:lnTo>
                    <a:pt x="4664" y="10591"/>
                  </a:lnTo>
                  <a:cubicBezTo>
                    <a:pt x="5060" y="10451"/>
                    <a:pt x="5325" y="10077"/>
                    <a:pt x="5326" y="9658"/>
                  </a:cubicBezTo>
                  <a:lnTo>
                    <a:pt x="5326" y="995"/>
                  </a:lnTo>
                  <a:cubicBezTo>
                    <a:pt x="5326" y="446"/>
                    <a:pt x="4880" y="0"/>
                    <a:pt x="4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p51"/>
          <p:cNvSpPr txBox="1">
            <a:spLocks noGrp="1"/>
          </p:cNvSpPr>
          <p:nvPr>
            <p:ph type="title"/>
          </p:nvPr>
        </p:nvSpPr>
        <p:spPr>
          <a:xfrm>
            <a:off x="5534131" y="1421738"/>
            <a:ext cx="2572200" cy="119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Let's see examples</a:t>
            </a:r>
            <a:endParaRPr/>
          </a:p>
        </p:txBody>
      </p:sp>
      <p:sp>
        <p:nvSpPr>
          <p:cNvPr id="1059" name="Google Shape;1059;p51"/>
          <p:cNvSpPr txBox="1">
            <a:spLocks noGrp="1"/>
          </p:cNvSpPr>
          <p:nvPr>
            <p:ph type="subTitle" idx="1"/>
          </p:nvPr>
        </p:nvSpPr>
        <p:spPr>
          <a:xfrm>
            <a:off x="5534125" y="2617763"/>
            <a:ext cx="2572200" cy="110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You can replace the image on the screen with </a:t>
            </a:r>
            <a:r>
              <a:rPr lang="en" b="1"/>
              <a:t>your own work</a:t>
            </a:r>
            <a:r>
              <a:rPr lang="en"/>
              <a:t>. Just right-click on it and select “Replace image”</a:t>
            </a:r>
            <a:endParaRPr/>
          </a:p>
        </p:txBody>
      </p:sp>
      <p:pic>
        <p:nvPicPr>
          <p:cNvPr id="1060" name="Google Shape;1060;p51"/>
          <p:cNvPicPr preferRelativeResize="0"/>
          <p:nvPr/>
        </p:nvPicPr>
        <p:blipFill rotWithShape="1">
          <a:blip r:embed="rId3">
            <a:alphaModFix/>
          </a:blip>
          <a:srcRect l="1018" r="1028"/>
          <a:stretch/>
        </p:blipFill>
        <p:spPr>
          <a:xfrm>
            <a:off x="1178370" y="1116942"/>
            <a:ext cx="3576029" cy="20535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61" name="Google Shape;1061;p51"/>
          <p:cNvGrpSpPr/>
          <p:nvPr/>
        </p:nvGrpSpPr>
        <p:grpSpPr>
          <a:xfrm>
            <a:off x="1037669" y="975609"/>
            <a:ext cx="3858803" cy="3192289"/>
            <a:chOff x="1037669" y="1323784"/>
            <a:chExt cx="3858803" cy="3192289"/>
          </a:xfrm>
        </p:grpSpPr>
        <p:sp>
          <p:nvSpPr>
            <p:cNvPr id="1062" name="Google Shape;1062;p51"/>
            <p:cNvSpPr/>
            <p:nvPr/>
          </p:nvSpPr>
          <p:spPr>
            <a:xfrm>
              <a:off x="1857293" y="3981477"/>
              <a:ext cx="2218184" cy="534596"/>
            </a:xfrm>
            <a:custGeom>
              <a:avLst/>
              <a:gdLst/>
              <a:ahLst/>
              <a:cxnLst/>
              <a:rect l="l" t="t" r="r" b="b"/>
              <a:pathLst>
                <a:path w="19994" h="4819" extrusionOk="0">
                  <a:moveTo>
                    <a:pt x="9997" y="1"/>
                  </a:moveTo>
                  <a:cubicBezTo>
                    <a:pt x="7346" y="1"/>
                    <a:pt x="4804" y="254"/>
                    <a:pt x="2928" y="706"/>
                  </a:cubicBezTo>
                  <a:cubicBezTo>
                    <a:pt x="1054" y="1158"/>
                    <a:pt x="1" y="1771"/>
                    <a:pt x="1" y="2409"/>
                  </a:cubicBezTo>
                  <a:cubicBezTo>
                    <a:pt x="1" y="3048"/>
                    <a:pt x="1054" y="3660"/>
                    <a:pt x="2928" y="4113"/>
                  </a:cubicBezTo>
                  <a:cubicBezTo>
                    <a:pt x="4804" y="4565"/>
                    <a:pt x="7346" y="4819"/>
                    <a:pt x="9997" y="4819"/>
                  </a:cubicBezTo>
                  <a:cubicBezTo>
                    <a:pt x="12648" y="4819"/>
                    <a:pt x="15190" y="4565"/>
                    <a:pt x="17065" y="4113"/>
                  </a:cubicBezTo>
                  <a:cubicBezTo>
                    <a:pt x="18939" y="3660"/>
                    <a:pt x="19993" y="3048"/>
                    <a:pt x="19993" y="2409"/>
                  </a:cubicBezTo>
                  <a:cubicBezTo>
                    <a:pt x="19993" y="1771"/>
                    <a:pt x="18939" y="1158"/>
                    <a:pt x="17065" y="706"/>
                  </a:cubicBezTo>
                  <a:cubicBezTo>
                    <a:pt x="15190" y="254"/>
                    <a:pt x="12648" y="1"/>
                    <a:pt x="9997" y="1"/>
                  </a:cubicBezTo>
                  <a:close/>
                </a:path>
              </a:pathLst>
            </a:custGeom>
            <a:solidFill>
              <a:srgbClr val="2B2E5F">
                <a:alpha val="147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63" name="Google Shape;1063;p51"/>
            <p:cNvGrpSpPr/>
            <p:nvPr/>
          </p:nvGrpSpPr>
          <p:grpSpPr>
            <a:xfrm>
              <a:off x="1037669" y="1323784"/>
              <a:ext cx="3858803" cy="2960928"/>
              <a:chOff x="4601325" y="1109852"/>
              <a:chExt cx="3810411" cy="2923796"/>
            </a:xfrm>
          </p:grpSpPr>
          <p:sp>
            <p:nvSpPr>
              <p:cNvPr id="1064" name="Google Shape;1064;p51"/>
              <p:cNvSpPr/>
              <p:nvPr/>
            </p:nvSpPr>
            <p:spPr>
              <a:xfrm>
                <a:off x="4604075" y="1109852"/>
                <a:ext cx="3807661" cy="2923796"/>
              </a:xfrm>
              <a:custGeom>
                <a:avLst/>
                <a:gdLst/>
                <a:ahLst/>
                <a:cxnLst/>
                <a:rect l="l" t="t" r="r" b="b"/>
                <a:pathLst>
                  <a:path w="131696" h="100673" extrusionOk="0">
                    <a:moveTo>
                      <a:pt x="128192" y="0"/>
                    </a:moveTo>
                    <a:lnTo>
                      <a:pt x="3504" y="0"/>
                    </a:lnTo>
                    <a:lnTo>
                      <a:pt x="3504" y="0"/>
                    </a:lnTo>
                    <a:lnTo>
                      <a:pt x="2821" y="0"/>
                    </a:lnTo>
                    <a:lnTo>
                      <a:pt x="2137" y="257"/>
                    </a:lnTo>
                    <a:lnTo>
                      <a:pt x="1624" y="598"/>
                    </a:lnTo>
                    <a:lnTo>
                      <a:pt x="1026" y="1026"/>
                    </a:lnTo>
                    <a:lnTo>
                      <a:pt x="599" y="1538"/>
                    </a:lnTo>
                    <a:lnTo>
                      <a:pt x="342" y="2137"/>
                    </a:lnTo>
                    <a:lnTo>
                      <a:pt x="86" y="2735"/>
                    </a:lnTo>
                    <a:lnTo>
                      <a:pt x="0" y="3504"/>
                    </a:lnTo>
                    <a:lnTo>
                      <a:pt x="0" y="79991"/>
                    </a:lnTo>
                    <a:lnTo>
                      <a:pt x="0" y="79991"/>
                    </a:lnTo>
                    <a:lnTo>
                      <a:pt x="86" y="80675"/>
                    </a:lnTo>
                    <a:lnTo>
                      <a:pt x="342" y="81359"/>
                    </a:lnTo>
                    <a:lnTo>
                      <a:pt x="599" y="81957"/>
                    </a:lnTo>
                    <a:lnTo>
                      <a:pt x="1026" y="82470"/>
                    </a:lnTo>
                    <a:lnTo>
                      <a:pt x="1624" y="82897"/>
                    </a:lnTo>
                    <a:lnTo>
                      <a:pt x="2137" y="83239"/>
                    </a:lnTo>
                    <a:lnTo>
                      <a:pt x="2821" y="83410"/>
                    </a:lnTo>
                    <a:lnTo>
                      <a:pt x="3504" y="83495"/>
                    </a:lnTo>
                    <a:lnTo>
                      <a:pt x="52132" y="83495"/>
                    </a:lnTo>
                    <a:lnTo>
                      <a:pt x="51191" y="89990"/>
                    </a:lnTo>
                    <a:lnTo>
                      <a:pt x="51191" y="89990"/>
                    </a:lnTo>
                    <a:lnTo>
                      <a:pt x="50850" y="91272"/>
                    </a:lnTo>
                    <a:lnTo>
                      <a:pt x="50251" y="92640"/>
                    </a:lnTo>
                    <a:lnTo>
                      <a:pt x="49910" y="93238"/>
                    </a:lnTo>
                    <a:lnTo>
                      <a:pt x="49482" y="93836"/>
                    </a:lnTo>
                    <a:lnTo>
                      <a:pt x="49055" y="94349"/>
                    </a:lnTo>
                    <a:lnTo>
                      <a:pt x="48628" y="94862"/>
                    </a:lnTo>
                    <a:lnTo>
                      <a:pt x="43842" y="98024"/>
                    </a:lnTo>
                    <a:lnTo>
                      <a:pt x="43842" y="98024"/>
                    </a:lnTo>
                    <a:lnTo>
                      <a:pt x="43585" y="98280"/>
                    </a:lnTo>
                    <a:lnTo>
                      <a:pt x="43415" y="98536"/>
                    </a:lnTo>
                    <a:lnTo>
                      <a:pt x="43329" y="98878"/>
                    </a:lnTo>
                    <a:lnTo>
                      <a:pt x="43244" y="99220"/>
                    </a:lnTo>
                    <a:lnTo>
                      <a:pt x="43329" y="99562"/>
                    </a:lnTo>
                    <a:lnTo>
                      <a:pt x="43415" y="99818"/>
                    </a:lnTo>
                    <a:lnTo>
                      <a:pt x="43585" y="100160"/>
                    </a:lnTo>
                    <a:lnTo>
                      <a:pt x="43842" y="100417"/>
                    </a:lnTo>
                    <a:lnTo>
                      <a:pt x="43842" y="100417"/>
                    </a:lnTo>
                    <a:lnTo>
                      <a:pt x="44269" y="100588"/>
                    </a:lnTo>
                    <a:lnTo>
                      <a:pt x="44782" y="100673"/>
                    </a:lnTo>
                    <a:lnTo>
                      <a:pt x="65891" y="100673"/>
                    </a:lnTo>
                    <a:lnTo>
                      <a:pt x="86914" y="100673"/>
                    </a:lnTo>
                    <a:lnTo>
                      <a:pt x="86914" y="100673"/>
                    </a:lnTo>
                    <a:lnTo>
                      <a:pt x="87427" y="100588"/>
                    </a:lnTo>
                    <a:lnTo>
                      <a:pt x="87854" y="100417"/>
                    </a:lnTo>
                    <a:lnTo>
                      <a:pt x="87854" y="100417"/>
                    </a:lnTo>
                    <a:lnTo>
                      <a:pt x="88111" y="100160"/>
                    </a:lnTo>
                    <a:lnTo>
                      <a:pt x="88281" y="99818"/>
                    </a:lnTo>
                    <a:lnTo>
                      <a:pt x="88367" y="99562"/>
                    </a:lnTo>
                    <a:lnTo>
                      <a:pt x="88452" y="99220"/>
                    </a:lnTo>
                    <a:lnTo>
                      <a:pt x="88367" y="98878"/>
                    </a:lnTo>
                    <a:lnTo>
                      <a:pt x="88281" y="98536"/>
                    </a:lnTo>
                    <a:lnTo>
                      <a:pt x="88111" y="98280"/>
                    </a:lnTo>
                    <a:lnTo>
                      <a:pt x="87854" y="98024"/>
                    </a:lnTo>
                    <a:lnTo>
                      <a:pt x="83154" y="94862"/>
                    </a:lnTo>
                    <a:lnTo>
                      <a:pt x="83154" y="94862"/>
                    </a:lnTo>
                    <a:lnTo>
                      <a:pt x="83068" y="94862"/>
                    </a:lnTo>
                    <a:lnTo>
                      <a:pt x="83068" y="94862"/>
                    </a:lnTo>
                    <a:lnTo>
                      <a:pt x="82556" y="94349"/>
                    </a:lnTo>
                    <a:lnTo>
                      <a:pt x="82128" y="93836"/>
                    </a:lnTo>
                    <a:lnTo>
                      <a:pt x="81786" y="93238"/>
                    </a:lnTo>
                    <a:lnTo>
                      <a:pt x="81445" y="92640"/>
                    </a:lnTo>
                    <a:lnTo>
                      <a:pt x="80846" y="91272"/>
                    </a:lnTo>
                    <a:lnTo>
                      <a:pt x="80505" y="89990"/>
                    </a:lnTo>
                    <a:lnTo>
                      <a:pt x="79564" y="83495"/>
                    </a:lnTo>
                    <a:lnTo>
                      <a:pt x="128192" y="83495"/>
                    </a:lnTo>
                    <a:lnTo>
                      <a:pt x="128192" y="83495"/>
                    </a:lnTo>
                    <a:lnTo>
                      <a:pt x="128875" y="83410"/>
                    </a:lnTo>
                    <a:lnTo>
                      <a:pt x="129559" y="83239"/>
                    </a:lnTo>
                    <a:lnTo>
                      <a:pt x="130157" y="82897"/>
                    </a:lnTo>
                    <a:lnTo>
                      <a:pt x="130670" y="82470"/>
                    </a:lnTo>
                    <a:lnTo>
                      <a:pt x="131097" y="81957"/>
                    </a:lnTo>
                    <a:lnTo>
                      <a:pt x="131354" y="81359"/>
                    </a:lnTo>
                    <a:lnTo>
                      <a:pt x="131610" y="80675"/>
                    </a:lnTo>
                    <a:lnTo>
                      <a:pt x="131696" y="79991"/>
                    </a:lnTo>
                    <a:lnTo>
                      <a:pt x="131696" y="3504"/>
                    </a:lnTo>
                    <a:lnTo>
                      <a:pt x="131696" y="3504"/>
                    </a:lnTo>
                    <a:lnTo>
                      <a:pt x="131610" y="2735"/>
                    </a:lnTo>
                    <a:lnTo>
                      <a:pt x="131354" y="2137"/>
                    </a:lnTo>
                    <a:lnTo>
                      <a:pt x="131097" y="1538"/>
                    </a:lnTo>
                    <a:lnTo>
                      <a:pt x="130670" y="1026"/>
                    </a:lnTo>
                    <a:lnTo>
                      <a:pt x="130157" y="598"/>
                    </a:lnTo>
                    <a:lnTo>
                      <a:pt x="129559" y="257"/>
                    </a:lnTo>
                    <a:lnTo>
                      <a:pt x="128875" y="0"/>
                    </a:lnTo>
                    <a:lnTo>
                      <a:pt x="128192" y="0"/>
                    </a:lnTo>
                    <a:lnTo>
                      <a:pt x="128192" y="0"/>
                    </a:lnTo>
                    <a:close/>
                    <a:moveTo>
                      <a:pt x="65891" y="80932"/>
                    </a:moveTo>
                    <a:lnTo>
                      <a:pt x="65891" y="80932"/>
                    </a:lnTo>
                    <a:lnTo>
                      <a:pt x="65463" y="80846"/>
                    </a:lnTo>
                    <a:lnTo>
                      <a:pt x="65036" y="80761"/>
                    </a:lnTo>
                    <a:lnTo>
                      <a:pt x="64694" y="80504"/>
                    </a:lnTo>
                    <a:lnTo>
                      <a:pt x="64352" y="80248"/>
                    </a:lnTo>
                    <a:lnTo>
                      <a:pt x="64096" y="79991"/>
                    </a:lnTo>
                    <a:lnTo>
                      <a:pt x="63925" y="79650"/>
                    </a:lnTo>
                    <a:lnTo>
                      <a:pt x="63840" y="79222"/>
                    </a:lnTo>
                    <a:lnTo>
                      <a:pt x="63754" y="78795"/>
                    </a:lnTo>
                    <a:lnTo>
                      <a:pt x="63754" y="78795"/>
                    </a:lnTo>
                    <a:lnTo>
                      <a:pt x="63840" y="78368"/>
                    </a:lnTo>
                    <a:lnTo>
                      <a:pt x="63925" y="78026"/>
                    </a:lnTo>
                    <a:lnTo>
                      <a:pt x="64096" y="77599"/>
                    </a:lnTo>
                    <a:lnTo>
                      <a:pt x="64352" y="77342"/>
                    </a:lnTo>
                    <a:lnTo>
                      <a:pt x="64694" y="77086"/>
                    </a:lnTo>
                    <a:lnTo>
                      <a:pt x="65036" y="76915"/>
                    </a:lnTo>
                    <a:lnTo>
                      <a:pt x="65463" y="76744"/>
                    </a:lnTo>
                    <a:lnTo>
                      <a:pt x="65891" y="76744"/>
                    </a:lnTo>
                    <a:lnTo>
                      <a:pt x="65891" y="76744"/>
                    </a:lnTo>
                    <a:lnTo>
                      <a:pt x="66233" y="76744"/>
                    </a:lnTo>
                    <a:lnTo>
                      <a:pt x="66660" y="76915"/>
                    </a:lnTo>
                    <a:lnTo>
                      <a:pt x="67002" y="77086"/>
                    </a:lnTo>
                    <a:lnTo>
                      <a:pt x="67344" y="77342"/>
                    </a:lnTo>
                    <a:lnTo>
                      <a:pt x="67600" y="77599"/>
                    </a:lnTo>
                    <a:lnTo>
                      <a:pt x="67771" y="78026"/>
                    </a:lnTo>
                    <a:lnTo>
                      <a:pt x="67856" y="78368"/>
                    </a:lnTo>
                    <a:lnTo>
                      <a:pt x="67942" y="78795"/>
                    </a:lnTo>
                    <a:lnTo>
                      <a:pt x="67942" y="78795"/>
                    </a:lnTo>
                    <a:lnTo>
                      <a:pt x="67856" y="79222"/>
                    </a:lnTo>
                    <a:lnTo>
                      <a:pt x="67771" y="79650"/>
                    </a:lnTo>
                    <a:lnTo>
                      <a:pt x="67600" y="79991"/>
                    </a:lnTo>
                    <a:lnTo>
                      <a:pt x="67344" y="80248"/>
                    </a:lnTo>
                    <a:lnTo>
                      <a:pt x="67002" y="80504"/>
                    </a:lnTo>
                    <a:lnTo>
                      <a:pt x="66660" y="80761"/>
                    </a:lnTo>
                    <a:lnTo>
                      <a:pt x="66233" y="80846"/>
                    </a:lnTo>
                    <a:lnTo>
                      <a:pt x="65891" y="80932"/>
                    </a:lnTo>
                    <a:lnTo>
                      <a:pt x="65891" y="80932"/>
                    </a:lnTo>
                    <a:close/>
                    <a:moveTo>
                      <a:pt x="126568" y="74009"/>
                    </a:moveTo>
                    <a:lnTo>
                      <a:pt x="5128" y="74009"/>
                    </a:lnTo>
                    <a:lnTo>
                      <a:pt x="5128" y="4871"/>
                    </a:lnTo>
                    <a:lnTo>
                      <a:pt x="126568" y="4871"/>
                    </a:lnTo>
                    <a:lnTo>
                      <a:pt x="126568" y="74009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Google Shape;1065;p51"/>
              <p:cNvSpPr/>
              <p:nvPr/>
            </p:nvSpPr>
            <p:spPr>
              <a:xfrm>
                <a:off x="4601325" y="3248000"/>
                <a:ext cx="3807600" cy="282900"/>
              </a:xfrm>
              <a:prstGeom prst="round2SameRect">
                <a:avLst>
                  <a:gd name="adj1" fmla="val 0"/>
                  <a:gd name="adj2" fmla="val 26105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5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success</a:t>
            </a:r>
            <a:endParaRPr/>
          </a:p>
        </p:txBody>
      </p:sp>
      <p:sp>
        <p:nvSpPr>
          <p:cNvPr id="1071" name="Google Shape;1071;p52"/>
          <p:cNvSpPr txBox="1">
            <a:spLocks noGrp="1"/>
          </p:cNvSpPr>
          <p:nvPr>
            <p:ph type="subTitle" idx="1"/>
          </p:nvPr>
        </p:nvSpPr>
        <p:spPr>
          <a:xfrm>
            <a:off x="937626" y="3617875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is </a:t>
            </a:r>
            <a:r>
              <a:rPr lang="en" b="1"/>
              <a:t>the closest planet to the Sun</a:t>
            </a:r>
            <a:r>
              <a:rPr lang="en"/>
              <a:t> and the smallest of them all</a:t>
            </a:r>
            <a:endParaRPr/>
          </a:p>
        </p:txBody>
      </p:sp>
      <p:sp>
        <p:nvSpPr>
          <p:cNvPr id="1072" name="Google Shape;1072;p52"/>
          <p:cNvSpPr txBox="1">
            <a:spLocks noGrp="1"/>
          </p:cNvSpPr>
          <p:nvPr>
            <p:ph type="subTitle" idx="2"/>
          </p:nvPr>
        </p:nvSpPr>
        <p:spPr>
          <a:xfrm>
            <a:off x="3484350" y="3617875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has a beautiful name and is </a:t>
            </a:r>
            <a:r>
              <a:rPr lang="en" b="1"/>
              <a:t>the second planet from the Sun</a:t>
            </a:r>
            <a:endParaRPr b="1"/>
          </a:p>
        </p:txBody>
      </p:sp>
      <p:sp>
        <p:nvSpPr>
          <p:cNvPr id="1073" name="Google Shape;1073;p52"/>
          <p:cNvSpPr txBox="1">
            <a:spLocks noGrp="1"/>
          </p:cNvSpPr>
          <p:nvPr>
            <p:ph type="subTitle" idx="3"/>
          </p:nvPr>
        </p:nvSpPr>
        <p:spPr>
          <a:xfrm>
            <a:off x="6031074" y="3617875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Despite being red, </a:t>
            </a:r>
            <a:r>
              <a:rPr lang="en" b="1"/>
              <a:t>Mars is actually a cold place</a:t>
            </a:r>
            <a:r>
              <a:rPr lang="en"/>
              <a:t>. It’s full of iron oxide dust</a:t>
            </a:r>
            <a:endParaRPr/>
          </a:p>
        </p:txBody>
      </p:sp>
      <p:sp>
        <p:nvSpPr>
          <p:cNvPr id="1074" name="Google Shape;1074;p52"/>
          <p:cNvSpPr txBox="1">
            <a:spLocks noGrp="1"/>
          </p:cNvSpPr>
          <p:nvPr>
            <p:ph type="title" idx="4"/>
          </p:nvPr>
        </p:nvSpPr>
        <p:spPr>
          <a:xfrm>
            <a:off x="1232525" y="1580775"/>
            <a:ext cx="15855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25%</a:t>
            </a:r>
            <a:endParaRPr/>
          </a:p>
        </p:txBody>
      </p:sp>
      <p:sp>
        <p:nvSpPr>
          <p:cNvPr id="1075" name="Google Shape;1075;p52"/>
          <p:cNvSpPr txBox="1">
            <a:spLocks noGrp="1"/>
          </p:cNvSpPr>
          <p:nvPr>
            <p:ph type="title" idx="5"/>
          </p:nvPr>
        </p:nvSpPr>
        <p:spPr>
          <a:xfrm>
            <a:off x="3779250" y="1580775"/>
            <a:ext cx="15855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50%</a:t>
            </a:r>
            <a:endParaRPr/>
          </a:p>
        </p:txBody>
      </p:sp>
      <p:sp>
        <p:nvSpPr>
          <p:cNvPr id="1076" name="Google Shape;1076;p52"/>
          <p:cNvSpPr txBox="1">
            <a:spLocks noGrp="1"/>
          </p:cNvSpPr>
          <p:nvPr>
            <p:ph type="title" idx="6"/>
          </p:nvPr>
        </p:nvSpPr>
        <p:spPr>
          <a:xfrm>
            <a:off x="6326050" y="1580775"/>
            <a:ext cx="1585500" cy="5727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75%</a:t>
            </a:r>
            <a:endParaRPr/>
          </a:p>
        </p:txBody>
      </p:sp>
      <p:sp>
        <p:nvSpPr>
          <p:cNvPr id="1077" name="Google Shape;1077;p52"/>
          <p:cNvSpPr/>
          <p:nvPr/>
        </p:nvSpPr>
        <p:spPr>
          <a:xfrm rot="5400000">
            <a:off x="1814226" y="1888379"/>
            <a:ext cx="422100" cy="1585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8" name="Google Shape;1078;p52"/>
          <p:cNvSpPr/>
          <p:nvPr/>
        </p:nvSpPr>
        <p:spPr>
          <a:xfrm rot="5400000">
            <a:off x="1234225" y="2468579"/>
            <a:ext cx="422100" cy="425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9" name="Google Shape;1079;p52"/>
          <p:cNvSpPr/>
          <p:nvPr/>
        </p:nvSpPr>
        <p:spPr>
          <a:xfrm rot="5400000">
            <a:off x="4360947" y="1888379"/>
            <a:ext cx="422100" cy="1585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0" name="Google Shape;1080;p52"/>
          <p:cNvSpPr/>
          <p:nvPr/>
        </p:nvSpPr>
        <p:spPr>
          <a:xfrm rot="5400000">
            <a:off x="3971373" y="2278079"/>
            <a:ext cx="422100" cy="80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1" name="Google Shape;1081;p52"/>
          <p:cNvSpPr/>
          <p:nvPr/>
        </p:nvSpPr>
        <p:spPr>
          <a:xfrm rot="5400000">
            <a:off x="6907674" y="1888379"/>
            <a:ext cx="422100" cy="1585500"/>
          </a:xfrm>
          <a:prstGeom prst="rect">
            <a:avLst/>
          </a:prstGeom>
          <a:solidFill>
            <a:srgbClr val="5EA7FF">
              <a:alpha val="467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2" name="Google Shape;1082;p52"/>
          <p:cNvSpPr/>
          <p:nvPr/>
        </p:nvSpPr>
        <p:spPr>
          <a:xfrm rot="5400000">
            <a:off x="6722796" y="2073329"/>
            <a:ext cx="422100" cy="121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3" name="Google Shape;1083;p52"/>
          <p:cNvSpPr txBox="1">
            <a:spLocks noGrp="1"/>
          </p:cNvSpPr>
          <p:nvPr>
            <p:ph type="subTitle" idx="7"/>
          </p:nvPr>
        </p:nvSpPr>
        <p:spPr>
          <a:xfrm>
            <a:off x="937625" y="3233875"/>
            <a:ext cx="2175300" cy="46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</a:t>
            </a:r>
            <a:endParaRPr/>
          </a:p>
        </p:txBody>
      </p:sp>
      <p:sp>
        <p:nvSpPr>
          <p:cNvPr id="1084" name="Google Shape;1084;p52"/>
          <p:cNvSpPr txBox="1">
            <a:spLocks noGrp="1"/>
          </p:cNvSpPr>
          <p:nvPr>
            <p:ph type="subTitle" idx="8"/>
          </p:nvPr>
        </p:nvSpPr>
        <p:spPr>
          <a:xfrm>
            <a:off x="3484346" y="3233875"/>
            <a:ext cx="2175300" cy="46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</a:t>
            </a:r>
            <a:endParaRPr/>
          </a:p>
        </p:txBody>
      </p:sp>
      <p:sp>
        <p:nvSpPr>
          <p:cNvPr id="1085" name="Google Shape;1085;p52"/>
          <p:cNvSpPr txBox="1">
            <a:spLocks noGrp="1"/>
          </p:cNvSpPr>
          <p:nvPr>
            <p:ph type="subTitle" idx="9"/>
          </p:nvPr>
        </p:nvSpPr>
        <p:spPr>
          <a:xfrm>
            <a:off x="6031075" y="3233875"/>
            <a:ext cx="2175300" cy="46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0" name="Google Shape;1090;p53"/>
          <p:cNvGrpSpPr/>
          <p:nvPr/>
        </p:nvGrpSpPr>
        <p:grpSpPr>
          <a:xfrm>
            <a:off x="3263868" y="1619193"/>
            <a:ext cx="5042502" cy="2685945"/>
            <a:chOff x="233350" y="949250"/>
            <a:chExt cx="7137300" cy="3802300"/>
          </a:xfrm>
        </p:grpSpPr>
        <p:sp>
          <p:nvSpPr>
            <p:cNvPr id="1091" name="Google Shape;1091;p53"/>
            <p:cNvSpPr/>
            <p:nvPr/>
          </p:nvSpPr>
          <p:spPr>
            <a:xfrm>
              <a:off x="4428450" y="2808675"/>
              <a:ext cx="1478900" cy="330100"/>
            </a:xfrm>
            <a:custGeom>
              <a:avLst/>
              <a:gdLst/>
              <a:ahLst/>
              <a:cxnLst/>
              <a:rect l="l" t="t" r="r" b="b"/>
              <a:pathLst>
                <a:path w="59156" h="13204" extrusionOk="0">
                  <a:moveTo>
                    <a:pt x="1" y="0"/>
                  </a:moveTo>
                  <a:lnTo>
                    <a:pt x="1" y="0"/>
                  </a:lnTo>
                  <a:close/>
                  <a:moveTo>
                    <a:pt x="59155" y="13203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53"/>
            <p:cNvSpPr/>
            <p:nvPr/>
          </p:nvSpPr>
          <p:spPr>
            <a:xfrm>
              <a:off x="2909400" y="1076125"/>
              <a:ext cx="4118650" cy="3109225"/>
            </a:xfrm>
            <a:custGeom>
              <a:avLst/>
              <a:gdLst/>
              <a:ahLst/>
              <a:cxnLst/>
              <a:rect l="l" t="t" r="r" b="b"/>
              <a:pathLst>
                <a:path w="164746" h="124369" extrusionOk="0">
                  <a:moveTo>
                    <a:pt x="49520" y="11070"/>
                  </a:moveTo>
                  <a:cubicBezTo>
                    <a:pt x="49737" y="11070"/>
                    <a:pt x="49861" y="11136"/>
                    <a:pt x="49875" y="11358"/>
                  </a:cubicBezTo>
                  <a:cubicBezTo>
                    <a:pt x="49875" y="11575"/>
                    <a:pt x="49818" y="11698"/>
                    <a:pt x="49684" y="11698"/>
                  </a:cubicBezTo>
                  <a:cubicBezTo>
                    <a:pt x="49636" y="11698"/>
                    <a:pt x="49580" y="11683"/>
                    <a:pt x="49512" y="11651"/>
                  </a:cubicBezTo>
                  <a:cubicBezTo>
                    <a:pt x="49305" y="11565"/>
                    <a:pt x="49115" y="11444"/>
                    <a:pt x="48925" y="11323"/>
                  </a:cubicBezTo>
                  <a:lnTo>
                    <a:pt x="49339" y="11081"/>
                  </a:lnTo>
                  <a:cubicBezTo>
                    <a:pt x="49405" y="11074"/>
                    <a:pt x="49465" y="11070"/>
                    <a:pt x="49520" y="11070"/>
                  </a:cubicBezTo>
                  <a:close/>
                  <a:moveTo>
                    <a:pt x="46983" y="11081"/>
                  </a:moveTo>
                  <a:cubicBezTo>
                    <a:pt x="47014" y="11081"/>
                    <a:pt x="47051" y="11087"/>
                    <a:pt x="47093" y="11098"/>
                  </a:cubicBezTo>
                  <a:cubicBezTo>
                    <a:pt x="47369" y="11185"/>
                    <a:pt x="47870" y="11168"/>
                    <a:pt x="47767" y="11686"/>
                  </a:cubicBezTo>
                  <a:cubicBezTo>
                    <a:pt x="47732" y="11893"/>
                    <a:pt x="47888" y="12274"/>
                    <a:pt x="47490" y="12343"/>
                  </a:cubicBezTo>
                  <a:cubicBezTo>
                    <a:pt x="47110" y="12222"/>
                    <a:pt x="46834" y="11893"/>
                    <a:pt x="46799" y="11496"/>
                  </a:cubicBezTo>
                  <a:cubicBezTo>
                    <a:pt x="46784" y="11302"/>
                    <a:pt x="46782" y="11081"/>
                    <a:pt x="46983" y="11081"/>
                  </a:cubicBezTo>
                  <a:close/>
                  <a:moveTo>
                    <a:pt x="38158" y="11530"/>
                  </a:moveTo>
                  <a:cubicBezTo>
                    <a:pt x="38279" y="11530"/>
                    <a:pt x="38417" y="11703"/>
                    <a:pt x="38642" y="11876"/>
                  </a:cubicBezTo>
                  <a:cubicBezTo>
                    <a:pt x="38366" y="12118"/>
                    <a:pt x="38089" y="12360"/>
                    <a:pt x="37778" y="12585"/>
                  </a:cubicBezTo>
                  <a:cubicBezTo>
                    <a:pt x="35549" y="13967"/>
                    <a:pt x="35514" y="15903"/>
                    <a:pt x="37692" y="17268"/>
                  </a:cubicBezTo>
                  <a:cubicBezTo>
                    <a:pt x="38003" y="17458"/>
                    <a:pt x="38227" y="17631"/>
                    <a:pt x="38158" y="18080"/>
                  </a:cubicBezTo>
                  <a:cubicBezTo>
                    <a:pt x="38106" y="18529"/>
                    <a:pt x="37951" y="18599"/>
                    <a:pt x="37553" y="18737"/>
                  </a:cubicBezTo>
                  <a:cubicBezTo>
                    <a:pt x="36568" y="19117"/>
                    <a:pt x="36309" y="19981"/>
                    <a:pt x="36378" y="20949"/>
                  </a:cubicBezTo>
                  <a:cubicBezTo>
                    <a:pt x="36427" y="21679"/>
                    <a:pt x="36279" y="22143"/>
                    <a:pt x="35819" y="22143"/>
                  </a:cubicBezTo>
                  <a:cubicBezTo>
                    <a:pt x="35625" y="22143"/>
                    <a:pt x="35377" y="22061"/>
                    <a:pt x="35065" y="21882"/>
                  </a:cubicBezTo>
                  <a:cubicBezTo>
                    <a:pt x="34913" y="21798"/>
                    <a:pt x="34745" y="21754"/>
                    <a:pt x="34578" y="21754"/>
                  </a:cubicBezTo>
                  <a:cubicBezTo>
                    <a:pt x="34403" y="21754"/>
                    <a:pt x="34230" y="21802"/>
                    <a:pt x="34080" y="21899"/>
                  </a:cubicBezTo>
                  <a:cubicBezTo>
                    <a:pt x="33134" y="22372"/>
                    <a:pt x="32094" y="22613"/>
                    <a:pt x="31041" y="22613"/>
                  </a:cubicBezTo>
                  <a:cubicBezTo>
                    <a:pt x="30747" y="22613"/>
                    <a:pt x="30451" y="22594"/>
                    <a:pt x="30157" y="22556"/>
                  </a:cubicBezTo>
                  <a:cubicBezTo>
                    <a:pt x="29915" y="22521"/>
                    <a:pt x="29759" y="22608"/>
                    <a:pt x="29829" y="22262"/>
                  </a:cubicBezTo>
                  <a:lnTo>
                    <a:pt x="29829" y="22262"/>
                  </a:lnTo>
                  <a:lnTo>
                    <a:pt x="29829" y="22279"/>
                  </a:lnTo>
                  <a:cubicBezTo>
                    <a:pt x="29898" y="21986"/>
                    <a:pt x="29984" y="21882"/>
                    <a:pt x="30364" y="21830"/>
                  </a:cubicBezTo>
                  <a:cubicBezTo>
                    <a:pt x="31505" y="21675"/>
                    <a:pt x="32836" y="21467"/>
                    <a:pt x="33354" y="20361"/>
                  </a:cubicBezTo>
                  <a:cubicBezTo>
                    <a:pt x="33821" y="19342"/>
                    <a:pt x="33872" y="18184"/>
                    <a:pt x="34927" y="17458"/>
                  </a:cubicBezTo>
                  <a:cubicBezTo>
                    <a:pt x="35238" y="17216"/>
                    <a:pt x="34978" y="16836"/>
                    <a:pt x="34667" y="16594"/>
                  </a:cubicBezTo>
                  <a:cubicBezTo>
                    <a:pt x="33216" y="15436"/>
                    <a:pt x="33907" y="14572"/>
                    <a:pt x="35099" y="13846"/>
                  </a:cubicBezTo>
                  <a:cubicBezTo>
                    <a:pt x="35860" y="13380"/>
                    <a:pt x="36724" y="13086"/>
                    <a:pt x="37018" y="12066"/>
                  </a:cubicBezTo>
                  <a:cubicBezTo>
                    <a:pt x="37156" y="11582"/>
                    <a:pt x="37709" y="11548"/>
                    <a:pt x="38158" y="11530"/>
                  </a:cubicBezTo>
                  <a:close/>
                  <a:moveTo>
                    <a:pt x="46802" y="32066"/>
                  </a:moveTo>
                  <a:cubicBezTo>
                    <a:pt x="47245" y="32066"/>
                    <a:pt x="47720" y="32469"/>
                    <a:pt x="47888" y="33080"/>
                  </a:cubicBezTo>
                  <a:cubicBezTo>
                    <a:pt x="48059" y="33754"/>
                    <a:pt x="48393" y="34225"/>
                    <a:pt x="48918" y="34225"/>
                  </a:cubicBezTo>
                  <a:cubicBezTo>
                    <a:pt x="49080" y="34225"/>
                    <a:pt x="49261" y="34181"/>
                    <a:pt x="49460" y="34083"/>
                  </a:cubicBezTo>
                  <a:cubicBezTo>
                    <a:pt x="50103" y="33764"/>
                    <a:pt x="50701" y="33627"/>
                    <a:pt x="51269" y="33627"/>
                  </a:cubicBezTo>
                  <a:cubicBezTo>
                    <a:pt x="52489" y="33627"/>
                    <a:pt x="53566" y="34260"/>
                    <a:pt x="54628" y="35085"/>
                  </a:cubicBezTo>
                  <a:cubicBezTo>
                    <a:pt x="54818" y="35223"/>
                    <a:pt x="55008" y="35396"/>
                    <a:pt x="55163" y="35586"/>
                  </a:cubicBezTo>
                  <a:cubicBezTo>
                    <a:pt x="55543" y="36053"/>
                    <a:pt x="56684" y="36070"/>
                    <a:pt x="56321" y="36917"/>
                  </a:cubicBezTo>
                  <a:lnTo>
                    <a:pt x="56321" y="36934"/>
                  </a:lnTo>
                  <a:cubicBezTo>
                    <a:pt x="56149" y="37350"/>
                    <a:pt x="55751" y="37415"/>
                    <a:pt x="55318" y="37415"/>
                  </a:cubicBezTo>
                  <a:cubicBezTo>
                    <a:pt x="55122" y="37415"/>
                    <a:pt x="54919" y="37401"/>
                    <a:pt x="54727" y="37401"/>
                  </a:cubicBezTo>
                  <a:cubicBezTo>
                    <a:pt x="54620" y="37401"/>
                    <a:pt x="54517" y="37405"/>
                    <a:pt x="54420" y="37418"/>
                  </a:cubicBezTo>
                  <a:cubicBezTo>
                    <a:pt x="54278" y="37432"/>
                    <a:pt x="54136" y="37440"/>
                    <a:pt x="53995" y="37440"/>
                  </a:cubicBezTo>
                  <a:cubicBezTo>
                    <a:pt x="53292" y="37440"/>
                    <a:pt x="52602" y="37262"/>
                    <a:pt x="51983" y="36917"/>
                  </a:cubicBezTo>
                  <a:cubicBezTo>
                    <a:pt x="51332" y="36539"/>
                    <a:pt x="50680" y="36418"/>
                    <a:pt x="50028" y="36418"/>
                  </a:cubicBezTo>
                  <a:cubicBezTo>
                    <a:pt x="48867" y="36418"/>
                    <a:pt x="47706" y="36802"/>
                    <a:pt x="46545" y="36802"/>
                  </a:cubicBezTo>
                  <a:cubicBezTo>
                    <a:pt x="46302" y="36802"/>
                    <a:pt x="46058" y="36785"/>
                    <a:pt x="45814" y="36744"/>
                  </a:cubicBezTo>
                  <a:cubicBezTo>
                    <a:pt x="44881" y="36588"/>
                    <a:pt x="44552" y="36105"/>
                    <a:pt x="44673" y="35241"/>
                  </a:cubicBezTo>
                  <a:cubicBezTo>
                    <a:pt x="44846" y="34083"/>
                    <a:pt x="45537" y="33115"/>
                    <a:pt x="46263" y="32320"/>
                  </a:cubicBezTo>
                  <a:cubicBezTo>
                    <a:pt x="46417" y="32145"/>
                    <a:pt x="46607" y="32066"/>
                    <a:pt x="46802" y="32066"/>
                  </a:cubicBezTo>
                  <a:close/>
                  <a:moveTo>
                    <a:pt x="64554" y="31370"/>
                  </a:moveTo>
                  <a:cubicBezTo>
                    <a:pt x="64860" y="31370"/>
                    <a:pt x="65185" y="31437"/>
                    <a:pt x="65532" y="31594"/>
                  </a:cubicBezTo>
                  <a:cubicBezTo>
                    <a:pt x="65878" y="31767"/>
                    <a:pt x="65930" y="32251"/>
                    <a:pt x="65636" y="32493"/>
                  </a:cubicBezTo>
                  <a:cubicBezTo>
                    <a:pt x="64063" y="34065"/>
                    <a:pt x="64184" y="35085"/>
                    <a:pt x="65895" y="36588"/>
                  </a:cubicBezTo>
                  <a:cubicBezTo>
                    <a:pt x="67243" y="37815"/>
                    <a:pt x="67762" y="39544"/>
                    <a:pt x="68211" y="41237"/>
                  </a:cubicBezTo>
                  <a:cubicBezTo>
                    <a:pt x="68364" y="41802"/>
                    <a:pt x="68057" y="41990"/>
                    <a:pt x="67435" y="41990"/>
                  </a:cubicBezTo>
                  <a:cubicBezTo>
                    <a:pt x="67353" y="41990"/>
                    <a:pt x="67266" y="41986"/>
                    <a:pt x="67174" y="41980"/>
                  </a:cubicBezTo>
                  <a:cubicBezTo>
                    <a:pt x="66517" y="41064"/>
                    <a:pt x="64271" y="41825"/>
                    <a:pt x="64547" y="39146"/>
                  </a:cubicBezTo>
                  <a:lnTo>
                    <a:pt x="64547" y="39146"/>
                  </a:lnTo>
                  <a:lnTo>
                    <a:pt x="64547" y="39181"/>
                  </a:lnTo>
                  <a:cubicBezTo>
                    <a:pt x="64685" y="37885"/>
                    <a:pt x="63113" y="36295"/>
                    <a:pt x="62076" y="35050"/>
                  </a:cubicBezTo>
                  <a:cubicBezTo>
                    <a:pt x="61281" y="34100"/>
                    <a:pt x="61385" y="33288"/>
                    <a:pt x="62076" y="32683"/>
                  </a:cubicBezTo>
                  <a:cubicBezTo>
                    <a:pt x="62786" y="32052"/>
                    <a:pt x="63577" y="31370"/>
                    <a:pt x="64554" y="31370"/>
                  </a:cubicBezTo>
                  <a:close/>
                  <a:moveTo>
                    <a:pt x="30705" y="33465"/>
                  </a:moveTo>
                  <a:cubicBezTo>
                    <a:pt x="30874" y="33465"/>
                    <a:pt x="31043" y="33637"/>
                    <a:pt x="31090" y="33720"/>
                  </a:cubicBezTo>
                  <a:cubicBezTo>
                    <a:pt x="31920" y="35120"/>
                    <a:pt x="33579" y="35258"/>
                    <a:pt x="34719" y="36226"/>
                  </a:cubicBezTo>
                  <a:cubicBezTo>
                    <a:pt x="36205" y="37487"/>
                    <a:pt x="36275" y="39354"/>
                    <a:pt x="37191" y="40822"/>
                  </a:cubicBezTo>
                  <a:cubicBezTo>
                    <a:pt x="37484" y="41289"/>
                    <a:pt x="37571" y="41980"/>
                    <a:pt x="37968" y="42274"/>
                  </a:cubicBezTo>
                  <a:cubicBezTo>
                    <a:pt x="38403" y="42594"/>
                    <a:pt x="39075" y="43217"/>
                    <a:pt x="39556" y="43217"/>
                  </a:cubicBezTo>
                  <a:cubicBezTo>
                    <a:pt x="39725" y="43217"/>
                    <a:pt x="39870" y="43141"/>
                    <a:pt x="39973" y="42948"/>
                  </a:cubicBezTo>
                  <a:cubicBezTo>
                    <a:pt x="40336" y="42274"/>
                    <a:pt x="41234" y="41289"/>
                    <a:pt x="40543" y="40183"/>
                  </a:cubicBezTo>
                  <a:cubicBezTo>
                    <a:pt x="40301" y="39803"/>
                    <a:pt x="39610" y="39215"/>
                    <a:pt x="40284" y="38904"/>
                  </a:cubicBezTo>
                  <a:cubicBezTo>
                    <a:pt x="40592" y="38765"/>
                    <a:pt x="41024" y="38302"/>
                    <a:pt x="41439" y="38302"/>
                  </a:cubicBezTo>
                  <a:cubicBezTo>
                    <a:pt x="41746" y="38302"/>
                    <a:pt x="42043" y="38557"/>
                    <a:pt x="42271" y="39388"/>
                  </a:cubicBezTo>
                  <a:cubicBezTo>
                    <a:pt x="42782" y="41200"/>
                    <a:pt x="43748" y="43327"/>
                    <a:pt x="46038" y="43327"/>
                  </a:cubicBezTo>
                  <a:cubicBezTo>
                    <a:pt x="46150" y="43327"/>
                    <a:pt x="46266" y="43321"/>
                    <a:pt x="46384" y="43311"/>
                  </a:cubicBezTo>
                  <a:cubicBezTo>
                    <a:pt x="46463" y="43304"/>
                    <a:pt x="46542" y="43300"/>
                    <a:pt x="46620" y="43300"/>
                  </a:cubicBezTo>
                  <a:cubicBezTo>
                    <a:pt x="47585" y="43300"/>
                    <a:pt x="48526" y="43802"/>
                    <a:pt x="49487" y="43802"/>
                  </a:cubicBezTo>
                  <a:cubicBezTo>
                    <a:pt x="49955" y="43802"/>
                    <a:pt x="50429" y="43683"/>
                    <a:pt x="50912" y="43328"/>
                  </a:cubicBezTo>
                  <a:cubicBezTo>
                    <a:pt x="51106" y="43191"/>
                    <a:pt x="51242" y="43135"/>
                    <a:pt x="51336" y="43135"/>
                  </a:cubicBezTo>
                  <a:cubicBezTo>
                    <a:pt x="51643" y="43135"/>
                    <a:pt x="51508" y="43736"/>
                    <a:pt x="51534" y="44054"/>
                  </a:cubicBezTo>
                  <a:cubicBezTo>
                    <a:pt x="51845" y="45488"/>
                    <a:pt x="50843" y="46629"/>
                    <a:pt x="50618" y="47942"/>
                  </a:cubicBezTo>
                  <a:cubicBezTo>
                    <a:pt x="50585" y="48144"/>
                    <a:pt x="50240" y="48444"/>
                    <a:pt x="50046" y="48444"/>
                  </a:cubicBezTo>
                  <a:cubicBezTo>
                    <a:pt x="50041" y="48444"/>
                    <a:pt x="50036" y="48444"/>
                    <a:pt x="50031" y="48444"/>
                  </a:cubicBezTo>
                  <a:cubicBezTo>
                    <a:pt x="49523" y="48389"/>
                    <a:pt x="49010" y="48372"/>
                    <a:pt x="48494" y="48372"/>
                  </a:cubicBezTo>
                  <a:cubicBezTo>
                    <a:pt x="47534" y="48372"/>
                    <a:pt x="46564" y="48433"/>
                    <a:pt x="45600" y="48433"/>
                  </a:cubicBezTo>
                  <a:cubicBezTo>
                    <a:pt x="43779" y="48433"/>
                    <a:pt x="41984" y="48215"/>
                    <a:pt x="40336" y="46957"/>
                  </a:cubicBezTo>
                  <a:cubicBezTo>
                    <a:pt x="40033" y="46726"/>
                    <a:pt x="39675" y="46623"/>
                    <a:pt x="39308" y="46623"/>
                  </a:cubicBezTo>
                  <a:cubicBezTo>
                    <a:pt x="38250" y="46623"/>
                    <a:pt x="37116" y="47478"/>
                    <a:pt x="37000" y="48582"/>
                  </a:cubicBezTo>
                  <a:cubicBezTo>
                    <a:pt x="36972" y="48947"/>
                    <a:pt x="36796" y="49426"/>
                    <a:pt x="36527" y="49426"/>
                  </a:cubicBezTo>
                  <a:cubicBezTo>
                    <a:pt x="36465" y="49426"/>
                    <a:pt x="36398" y="49400"/>
                    <a:pt x="36326" y="49342"/>
                  </a:cubicBezTo>
                  <a:cubicBezTo>
                    <a:pt x="35376" y="48582"/>
                    <a:pt x="34045" y="48772"/>
                    <a:pt x="33147" y="47752"/>
                  </a:cubicBezTo>
                  <a:cubicBezTo>
                    <a:pt x="32334" y="46819"/>
                    <a:pt x="30900" y="46785"/>
                    <a:pt x="29673" y="46525"/>
                  </a:cubicBezTo>
                  <a:cubicBezTo>
                    <a:pt x="28913" y="46370"/>
                    <a:pt x="27807" y="46422"/>
                    <a:pt x="28567" y="44953"/>
                  </a:cubicBezTo>
                  <a:cubicBezTo>
                    <a:pt x="28982" y="44158"/>
                    <a:pt x="29034" y="43000"/>
                    <a:pt x="28515" y="42257"/>
                  </a:cubicBezTo>
                  <a:cubicBezTo>
                    <a:pt x="28230" y="41853"/>
                    <a:pt x="27848" y="41722"/>
                    <a:pt x="27412" y="41722"/>
                  </a:cubicBezTo>
                  <a:cubicBezTo>
                    <a:pt x="27028" y="41722"/>
                    <a:pt x="26602" y="41823"/>
                    <a:pt x="26165" y="41928"/>
                  </a:cubicBezTo>
                  <a:cubicBezTo>
                    <a:pt x="25497" y="42091"/>
                    <a:pt x="24818" y="42128"/>
                    <a:pt x="24133" y="42128"/>
                  </a:cubicBezTo>
                  <a:cubicBezTo>
                    <a:pt x="23569" y="42128"/>
                    <a:pt x="23001" y="42103"/>
                    <a:pt x="22432" y="42103"/>
                  </a:cubicBezTo>
                  <a:cubicBezTo>
                    <a:pt x="21707" y="42103"/>
                    <a:pt x="20980" y="42143"/>
                    <a:pt x="20255" y="42326"/>
                  </a:cubicBezTo>
                  <a:cubicBezTo>
                    <a:pt x="19287" y="42585"/>
                    <a:pt x="18319" y="42862"/>
                    <a:pt x="17559" y="43380"/>
                  </a:cubicBezTo>
                  <a:cubicBezTo>
                    <a:pt x="17082" y="43705"/>
                    <a:pt x="16613" y="43798"/>
                    <a:pt x="16149" y="43798"/>
                  </a:cubicBezTo>
                  <a:cubicBezTo>
                    <a:pt x="15538" y="43798"/>
                    <a:pt x="14935" y="43638"/>
                    <a:pt x="14326" y="43638"/>
                  </a:cubicBezTo>
                  <a:cubicBezTo>
                    <a:pt x="14292" y="43638"/>
                    <a:pt x="14258" y="43638"/>
                    <a:pt x="14223" y="43639"/>
                  </a:cubicBezTo>
                  <a:cubicBezTo>
                    <a:pt x="14120" y="43622"/>
                    <a:pt x="14016" y="43570"/>
                    <a:pt x="13930" y="43466"/>
                  </a:cubicBezTo>
                  <a:cubicBezTo>
                    <a:pt x="14043" y="43169"/>
                    <a:pt x="14308" y="43115"/>
                    <a:pt x="14562" y="43115"/>
                  </a:cubicBezTo>
                  <a:cubicBezTo>
                    <a:pt x="14617" y="43115"/>
                    <a:pt x="14672" y="43118"/>
                    <a:pt x="14725" y="43121"/>
                  </a:cubicBezTo>
                  <a:cubicBezTo>
                    <a:pt x="14838" y="43129"/>
                    <a:pt x="14949" y="43134"/>
                    <a:pt x="15058" y="43134"/>
                  </a:cubicBezTo>
                  <a:cubicBezTo>
                    <a:pt x="16723" y="43134"/>
                    <a:pt x="17967" y="42165"/>
                    <a:pt x="18388" y="40771"/>
                  </a:cubicBezTo>
                  <a:cubicBezTo>
                    <a:pt x="18976" y="38921"/>
                    <a:pt x="20808" y="38282"/>
                    <a:pt x="21482" y="37090"/>
                  </a:cubicBezTo>
                  <a:cubicBezTo>
                    <a:pt x="22174" y="35865"/>
                    <a:pt x="22770" y="35535"/>
                    <a:pt x="23579" y="35535"/>
                  </a:cubicBezTo>
                  <a:cubicBezTo>
                    <a:pt x="23899" y="35535"/>
                    <a:pt x="24254" y="35587"/>
                    <a:pt x="24661" y="35655"/>
                  </a:cubicBezTo>
                  <a:cubicBezTo>
                    <a:pt x="24682" y="35658"/>
                    <a:pt x="24703" y="35660"/>
                    <a:pt x="24725" y="35660"/>
                  </a:cubicBezTo>
                  <a:cubicBezTo>
                    <a:pt x="25065" y="35660"/>
                    <a:pt x="25513" y="35293"/>
                    <a:pt x="25854" y="35033"/>
                  </a:cubicBezTo>
                  <a:cubicBezTo>
                    <a:pt x="26267" y="34730"/>
                    <a:pt x="26584" y="34570"/>
                    <a:pt x="26849" y="34570"/>
                  </a:cubicBezTo>
                  <a:cubicBezTo>
                    <a:pt x="27249" y="34570"/>
                    <a:pt x="27529" y="34935"/>
                    <a:pt x="27841" y="35724"/>
                  </a:cubicBezTo>
                  <a:cubicBezTo>
                    <a:pt x="28325" y="36969"/>
                    <a:pt x="29742" y="37574"/>
                    <a:pt x="30952" y="38161"/>
                  </a:cubicBezTo>
                  <a:cubicBezTo>
                    <a:pt x="31712" y="38524"/>
                    <a:pt x="32732" y="38852"/>
                    <a:pt x="32680" y="39716"/>
                  </a:cubicBezTo>
                  <a:cubicBezTo>
                    <a:pt x="32594" y="40753"/>
                    <a:pt x="31488" y="40546"/>
                    <a:pt x="30710" y="40615"/>
                  </a:cubicBezTo>
                  <a:cubicBezTo>
                    <a:pt x="30312" y="40650"/>
                    <a:pt x="29794" y="40598"/>
                    <a:pt x="29673" y="41134"/>
                  </a:cubicBezTo>
                  <a:cubicBezTo>
                    <a:pt x="29552" y="41669"/>
                    <a:pt x="30036" y="41825"/>
                    <a:pt x="30382" y="42032"/>
                  </a:cubicBezTo>
                  <a:cubicBezTo>
                    <a:pt x="30898" y="42336"/>
                    <a:pt x="31474" y="42934"/>
                    <a:pt x="32011" y="42934"/>
                  </a:cubicBezTo>
                  <a:cubicBezTo>
                    <a:pt x="32175" y="42934"/>
                    <a:pt x="32336" y="42878"/>
                    <a:pt x="32490" y="42741"/>
                  </a:cubicBezTo>
                  <a:cubicBezTo>
                    <a:pt x="33354" y="41963"/>
                    <a:pt x="33890" y="40788"/>
                    <a:pt x="34512" y="39751"/>
                  </a:cubicBezTo>
                  <a:cubicBezTo>
                    <a:pt x="34586" y="39617"/>
                    <a:pt x="34289" y="39329"/>
                    <a:pt x="34602" y="39329"/>
                  </a:cubicBezTo>
                  <a:cubicBezTo>
                    <a:pt x="34653" y="39329"/>
                    <a:pt x="34719" y="39337"/>
                    <a:pt x="34806" y="39354"/>
                  </a:cubicBezTo>
                  <a:cubicBezTo>
                    <a:pt x="34890" y="39373"/>
                    <a:pt x="34965" y="39381"/>
                    <a:pt x="35031" y="39381"/>
                  </a:cubicBezTo>
                  <a:cubicBezTo>
                    <a:pt x="35567" y="39381"/>
                    <a:pt x="35557" y="38814"/>
                    <a:pt x="35341" y="38507"/>
                  </a:cubicBezTo>
                  <a:cubicBezTo>
                    <a:pt x="34806" y="37781"/>
                    <a:pt x="34546" y="36658"/>
                    <a:pt x="33561" y="36468"/>
                  </a:cubicBezTo>
                  <a:cubicBezTo>
                    <a:pt x="32248" y="36208"/>
                    <a:pt x="31591" y="35206"/>
                    <a:pt x="30727" y="34411"/>
                  </a:cubicBezTo>
                  <a:cubicBezTo>
                    <a:pt x="30468" y="34169"/>
                    <a:pt x="30278" y="33910"/>
                    <a:pt x="30485" y="33599"/>
                  </a:cubicBezTo>
                  <a:cubicBezTo>
                    <a:pt x="30551" y="33501"/>
                    <a:pt x="30628" y="33465"/>
                    <a:pt x="30705" y="33465"/>
                  </a:cubicBezTo>
                  <a:close/>
                  <a:moveTo>
                    <a:pt x="65829" y="50622"/>
                  </a:moveTo>
                  <a:cubicBezTo>
                    <a:pt x="66138" y="50622"/>
                    <a:pt x="66376" y="50877"/>
                    <a:pt x="66569" y="51209"/>
                  </a:cubicBezTo>
                  <a:cubicBezTo>
                    <a:pt x="67601" y="52923"/>
                    <a:pt x="68767" y="54401"/>
                    <a:pt x="70703" y="54401"/>
                  </a:cubicBezTo>
                  <a:cubicBezTo>
                    <a:pt x="71167" y="54401"/>
                    <a:pt x="71676" y="54316"/>
                    <a:pt x="72237" y="54129"/>
                  </a:cubicBezTo>
                  <a:cubicBezTo>
                    <a:pt x="72263" y="54119"/>
                    <a:pt x="72291" y="54114"/>
                    <a:pt x="72320" y="54114"/>
                  </a:cubicBezTo>
                  <a:cubicBezTo>
                    <a:pt x="72487" y="54114"/>
                    <a:pt x="72701" y="54260"/>
                    <a:pt x="72877" y="54319"/>
                  </a:cubicBezTo>
                  <a:cubicBezTo>
                    <a:pt x="72687" y="54406"/>
                    <a:pt x="72514" y="54527"/>
                    <a:pt x="72358" y="54665"/>
                  </a:cubicBezTo>
                  <a:lnTo>
                    <a:pt x="72358" y="54682"/>
                  </a:lnTo>
                  <a:cubicBezTo>
                    <a:pt x="71675" y="55659"/>
                    <a:pt x="71022" y="56681"/>
                    <a:pt x="69648" y="56681"/>
                  </a:cubicBezTo>
                  <a:cubicBezTo>
                    <a:pt x="69564" y="56681"/>
                    <a:pt x="69476" y="56678"/>
                    <a:pt x="69386" y="56669"/>
                  </a:cubicBezTo>
                  <a:cubicBezTo>
                    <a:pt x="69196" y="56600"/>
                    <a:pt x="68850" y="56549"/>
                    <a:pt x="68850" y="56445"/>
                  </a:cubicBezTo>
                  <a:cubicBezTo>
                    <a:pt x="68660" y="54216"/>
                    <a:pt x="66258" y="53559"/>
                    <a:pt x="65532" y="51727"/>
                  </a:cubicBezTo>
                  <a:cubicBezTo>
                    <a:pt x="65394" y="51381"/>
                    <a:pt x="64945" y="50932"/>
                    <a:pt x="65584" y="50673"/>
                  </a:cubicBezTo>
                  <a:cubicBezTo>
                    <a:pt x="65670" y="50638"/>
                    <a:pt x="65752" y="50622"/>
                    <a:pt x="65829" y="50622"/>
                  </a:cubicBezTo>
                  <a:close/>
                  <a:moveTo>
                    <a:pt x="50497" y="52695"/>
                  </a:moveTo>
                  <a:lnTo>
                    <a:pt x="50497" y="52695"/>
                  </a:lnTo>
                  <a:cubicBezTo>
                    <a:pt x="51016" y="52885"/>
                    <a:pt x="51863" y="52937"/>
                    <a:pt x="52001" y="53265"/>
                  </a:cubicBezTo>
                  <a:cubicBezTo>
                    <a:pt x="53055" y="55840"/>
                    <a:pt x="55734" y="57464"/>
                    <a:pt x="56114" y="60420"/>
                  </a:cubicBezTo>
                  <a:cubicBezTo>
                    <a:pt x="56252" y="61439"/>
                    <a:pt x="57323" y="61802"/>
                    <a:pt x="57859" y="62580"/>
                  </a:cubicBezTo>
                  <a:cubicBezTo>
                    <a:pt x="59294" y="64654"/>
                    <a:pt x="60106" y="66952"/>
                    <a:pt x="60763" y="69337"/>
                  </a:cubicBezTo>
                  <a:cubicBezTo>
                    <a:pt x="58533" y="67643"/>
                    <a:pt x="56615" y="65656"/>
                    <a:pt x="55336" y="63133"/>
                  </a:cubicBezTo>
                  <a:cubicBezTo>
                    <a:pt x="55198" y="62874"/>
                    <a:pt x="55008" y="62614"/>
                    <a:pt x="55008" y="62355"/>
                  </a:cubicBezTo>
                  <a:cubicBezTo>
                    <a:pt x="54990" y="58916"/>
                    <a:pt x="52139" y="56739"/>
                    <a:pt x="51189" y="53697"/>
                  </a:cubicBezTo>
                  <a:cubicBezTo>
                    <a:pt x="51085" y="53334"/>
                    <a:pt x="50739" y="53040"/>
                    <a:pt x="50497" y="52695"/>
                  </a:cubicBezTo>
                  <a:close/>
                  <a:moveTo>
                    <a:pt x="87976" y="1"/>
                  </a:moveTo>
                  <a:cubicBezTo>
                    <a:pt x="87018" y="1"/>
                    <a:pt x="85745" y="1010"/>
                    <a:pt x="84455" y="1127"/>
                  </a:cubicBezTo>
                  <a:cubicBezTo>
                    <a:pt x="83776" y="1176"/>
                    <a:pt x="83111" y="1512"/>
                    <a:pt x="82448" y="1512"/>
                  </a:cubicBezTo>
                  <a:cubicBezTo>
                    <a:pt x="82403" y="1512"/>
                    <a:pt x="82358" y="1511"/>
                    <a:pt x="82313" y="1507"/>
                  </a:cubicBezTo>
                  <a:cubicBezTo>
                    <a:pt x="82281" y="1506"/>
                    <a:pt x="82250" y="1506"/>
                    <a:pt x="82218" y="1506"/>
                  </a:cubicBezTo>
                  <a:cubicBezTo>
                    <a:pt x="80376" y="1506"/>
                    <a:pt x="79245" y="3375"/>
                    <a:pt x="77443" y="3375"/>
                  </a:cubicBezTo>
                  <a:cubicBezTo>
                    <a:pt x="77340" y="3375"/>
                    <a:pt x="77235" y="3369"/>
                    <a:pt x="77128" y="3356"/>
                  </a:cubicBezTo>
                  <a:cubicBezTo>
                    <a:pt x="77026" y="3344"/>
                    <a:pt x="76928" y="3335"/>
                    <a:pt x="76837" y="3335"/>
                  </a:cubicBezTo>
                  <a:cubicBezTo>
                    <a:pt x="76434" y="3335"/>
                    <a:pt x="76136" y="3491"/>
                    <a:pt x="75953" y="4082"/>
                  </a:cubicBezTo>
                  <a:cubicBezTo>
                    <a:pt x="75843" y="4459"/>
                    <a:pt x="75132" y="4980"/>
                    <a:pt x="74758" y="4980"/>
                  </a:cubicBezTo>
                  <a:cubicBezTo>
                    <a:pt x="74720" y="4980"/>
                    <a:pt x="74687" y="4974"/>
                    <a:pt x="74657" y="4964"/>
                  </a:cubicBezTo>
                  <a:cubicBezTo>
                    <a:pt x="73910" y="4715"/>
                    <a:pt x="73366" y="4590"/>
                    <a:pt x="73013" y="4590"/>
                  </a:cubicBezTo>
                  <a:cubicBezTo>
                    <a:pt x="72190" y="4590"/>
                    <a:pt x="72409" y="5268"/>
                    <a:pt x="73534" y="6623"/>
                  </a:cubicBezTo>
                  <a:cubicBezTo>
                    <a:pt x="73585" y="6692"/>
                    <a:pt x="73499" y="6882"/>
                    <a:pt x="73482" y="7003"/>
                  </a:cubicBezTo>
                  <a:cubicBezTo>
                    <a:pt x="73413" y="6968"/>
                    <a:pt x="73292" y="6951"/>
                    <a:pt x="73240" y="6882"/>
                  </a:cubicBezTo>
                  <a:cubicBezTo>
                    <a:pt x="72877" y="6381"/>
                    <a:pt x="72324" y="5914"/>
                    <a:pt x="72220" y="5344"/>
                  </a:cubicBezTo>
                  <a:cubicBezTo>
                    <a:pt x="72065" y="4531"/>
                    <a:pt x="71961" y="3840"/>
                    <a:pt x="71010" y="3650"/>
                  </a:cubicBezTo>
                  <a:cubicBezTo>
                    <a:pt x="70839" y="3615"/>
                    <a:pt x="70680" y="3599"/>
                    <a:pt x="70533" y="3599"/>
                  </a:cubicBezTo>
                  <a:cubicBezTo>
                    <a:pt x="69359" y="3599"/>
                    <a:pt x="68898" y="4626"/>
                    <a:pt x="68315" y="5517"/>
                  </a:cubicBezTo>
                  <a:cubicBezTo>
                    <a:pt x="67865" y="6208"/>
                    <a:pt x="68349" y="6536"/>
                    <a:pt x="68729" y="6934"/>
                  </a:cubicBezTo>
                  <a:cubicBezTo>
                    <a:pt x="68798" y="7003"/>
                    <a:pt x="68850" y="7089"/>
                    <a:pt x="68902" y="7176"/>
                  </a:cubicBezTo>
                  <a:cubicBezTo>
                    <a:pt x="68817" y="7188"/>
                    <a:pt x="68731" y="7200"/>
                    <a:pt x="68645" y="7200"/>
                  </a:cubicBezTo>
                  <a:cubicBezTo>
                    <a:pt x="68610" y="7200"/>
                    <a:pt x="68575" y="7198"/>
                    <a:pt x="68539" y="7193"/>
                  </a:cubicBezTo>
                  <a:cubicBezTo>
                    <a:pt x="67376" y="7024"/>
                    <a:pt x="66212" y="6691"/>
                    <a:pt x="65033" y="6691"/>
                  </a:cubicBezTo>
                  <a:cubicBezTo>
                    <a:pt x="65003" y="6691"/>
                    <a:pt x="64974" y="6691"/>
                    <a:pt x="64945" y="6692"/>
                  </a:cubicBezTo>
                  <a:cubicBezTo>
                    <a:pt x="64584" y="6692"/>
                    <a:pt x="63909" y="6196"/>
                    <a:pt x="63437" y="6196"/>
                  </a:cubicBezTo>
                  <a:cubicBezTo>
                    <a:pt x="63072" y="6196"/>
                    <a:pt x="62827" y="6492"/>
                    <a:pt x="62940" y="7538"/>
                  </a:cubicBezTo>
                  <a:cubicBezTo>
                    <a:pt x="62940" y="7608"/>
                    <a:pt x="62525" y="7711"/>
                    <a:pt x="62283" y="7798"/>
                  </a:cubicBezTo>
                  <a:cubicBezTo>
                    <a:pt x="61879" y="7955"/>
                    <a:pt x="61464" y="8005"/>
                    <a:pt x="61043" y="8005"/>
                  </a:cubicBezTo>
                  <a:cubicBezTo>
                    <a:pt x="60325" y="8005"/>
                    <a:pt x="59591" y="7860"/>
                    <a:pt x="58870" y="7860"/>
                  </a:cubicBezTo>
                  <a:cubicBezTo>
                    <a:pt x="58295" y="7860"/>
                    <a:pt x="57729" y="7952"/>
                    <a:pt x="57185" y="8282"/>
                  </a:cubicBezTo>
                  <a:cubicBezTo>
                    <a:pt x="56736" y="8610"/>
                    <a:pt x="56304" y="8938"/>
                    <a:pt x="55837" y="9267"/>
                  </a:cubicBezTo>
                  <a:cubicBezTo>
                    <a:pt x="55671" y="9381"/>
                    <a:pt x="55417" y="9527"/>
                    <a:pt x="55226" y="9527"/>
                  </a:cubicBezTo>
                  <a:cubicBezTo>
                    <a:pt x="55100" y="9527"/>
                    <a:pt x="55001" y="9463"/>
                    <a:pt x="54973" y="9284"/>
                  </a:cubicBezTo>
                  <a:cubicBezTo>
                    <a:pt x="54819" y="8258"/>
                    <a:pt x="54209" y="8003"/>
                    <a:pt x="53545" y="8003"/>
                  </a:cubicBezTo>
                  <a:cubicBezTo>
                    <a:pt x="53313" y="8003"/>
                    <a:pt x="53075" y="8034"/>
                    <a:pt x="52848" y="8074"/>
                  </a:cubicBezTo>
                  <a:cubicBezTo>
                    <a:pt x="51897" y="8264"/>
                    <a:pt x="52416" y="9232"/>
                    <a:pt x="52295" y="9854"/>
                  </a:cubicBezTo>
                  <a:cubicBezTo>
                    <a:pt x="52156" y="10615"/>
                    <a:pt x="51344" y="10096"/>
                    <a:pt x="50998" y="10545"/>
                  </a:cubicBezTo>
                  <a:cubicBezTo>
                    <a:pt x="50949" y="10609"/>
                    <a:pt x="50910" y="10635"/>
                    <a:pt x="50880" y="10635"/>
                  </a:cubicBezTo>
                  <a:cubicBezTo>
                    <a:pt x="50805" y="10635"/>
                    <a:pt x="50789" y="10469"/>
                    <a:pt x="50826" y="10321"/>
                  </a:cubicBezTo>
                  <a:cubicBezTo>
                    <a:pt x="51033" y="8990"/>
                    <a:pt x="50221" y="8541"/>
                    <a:pt x="49115" y="8161"/>
                  </a:cubicBezTo>
                  <a:cubicBezTo>
                    <a:pt x="46903" y="7400"/>
                    <a:pt x="44535" y="7176"/>
                    <a:pt x="42392" y="6070"/>
                  </a:cubicBezTo>
                  <a:cubicBezTo>
                    <a:pt x="41667" y="5697"/>
                    <a:pt x="40852" y="5536"/>
                    <a:pt x="40032" y="5536"/>
                  </a:cubicBezTo>
                  <a:cubicBezTo>
                    <a:pt x="39367" y="5536"/>
                    <a:pt x="38699" y="5642"/>
                    <a:pt x="38072" y="5828"/>
                  </a:cubicBezTo>
                  <a:cubicBezTo>
                    <a:pt x="36033" y="6432"/>
                    <a:pt x="33838" y="6502"/>
                    <a:pt x="31989" y="7642"/>
                  </a:cubicBezTo>
                  <a:cubicBezTo>
                    <a:pt x="31263" y="8074"/>
                    <a:pt x="29206" y="7296"/>
                    <a:pt x="30226" y="9457"/>
                  </a:cubicBezTo>
                  <a:cubicBezTo>
                    <a:pt x="30278" y="9578"/>
                    <a:pt x="29984" y="9854"/>
                    <a:pt x="29863" y="10079"/>
                  </a:cubicBezTo>
                  <a:cubicBezTo>
                    <a:pt x="28653" y="12412"/>
                    <a:pt x="26234" y="13224"/>
                    <a:pt x="24229" y="14555"/>
                  </a:cubicBezTo>
                  <a:cubicBezTo>
                    <a:pt x="22536" y="15661"/>
                    <a:pt x="23486" y="17112"/>
                    <a:pt x="24022" y="18236"/>
                  </a:cubicBezTo>
                  <a:cubicBezTo>
                    <a:pt x="24328" y="18880"/>
                    <a:pt x="24972" y="19241"/>
                    <a:pt x="25627" y="19241"/>
                  </a:cubicBezTo>
                  <a:cubicBezTo>
                    <a:pt x="26008" y="19241"/>
                    <a:pt x="26393" y="19119"/>
                    <a:pt x="26718" y="18858"/>
                  </a:cubicBezTo>
                  <a:cubicBezTo>
                    <a:pt x="27228" y="18470"/>
                    <a:pt x="27609" y="18306"/>
                    <a:pt x="27903" y="18306"/>
                  </a:cubicBezTo>
                  <a:cubicBezTo>
                    <a:pt x="28524" y="18306"/>
                    <a:pt x="28748" y="19042"/>
                    <a:pt x="28947" y="19946"/>
                  </a:cubicBezTo>
                  <a:cubicBezTo>
                    <a:pt x="28982" y="20223"/>
                    <a:pt x="28999" y="20499"/>
                    <a:pt x="28982" y="20776"/>
                  </a:cubicBezTo>
                  <a:cubicBezTo>
                    <a:pt x="28774" y="20551"/>
                    <a:pt x="28446" y="20396"/>
                    <a:pt x="28342" y="20119"/>
                  </a:cubicBezTo>
                  <a:cubicBezTo>
                    <a:pt x="28124" y="19474"/>
                    <a:pt x="27849" y="19234"/>
                    <a:pt x="27528" y="19234"/>
                  </a:cubicBezTo>
                  <a:cubicBezTo>
                    <a:pt x="27212" y="19234"/>
                    <a:pt x="26853" y="19465"/>
                    <a:pt x="26459" y="19774"/>
                  </a:cubicBezTo>
                  <a:cubicBezTo>
                    <a:pt x="25646" y="20379"/>
                    <a:pt x="25958" y="21260"/>
                    <a:pt x="26130" y="21899"/>
                  </a:cubicBezTo>
                  <a:cubicBezTo>
                    <a:pt x="26459" y="23092"/>
                    <a:pt x="25802" y="23420"/>
                    <a:pt x="24938" y="23627"/>
                  </a:cubicBezTo>
                  <a:cubicBezTo>
                    <a:pt x="23901" y="23852"/>
                    <a:pt x="23072" y="24267"/>
                    <a:pt x="22553" y="25269"/>
                  </a:cubicBezTo>
                  <a:cubicBezTo>
                    <a:pt x="22273" y="25790"/>
                    <a:pt x="21682" y="26043"/>
                    <a:pt x="21157" y="26043"/>
                  </a:cubicBezTo>
                  <a:cubicBezTo>
                    <a:pt x="21003" y="26043"/>
                    <a:pt x="20855" y="26021"/>
                    <a:pt x="20721" y="25978"/>
                  </a:cubicBezTo>
                  <a:cubicBezTo>
                    <a:pt x="20116" y="25788"/>
                    <a:pt x="20963" y="25390"/>
                    <a:pt x="20946" y="24993"/>
                  </a:cubicBezTo>
                  <a:cubicBezTo>
                    <a:pt x="20929" y="24543"/>
                    <a:pt x="20738" y="24129"/>
                    <a:pt x="20410" y="23835"/>
                  </a:cubicBezTo>
                  <a:cubicBezTo>
                    <a:pt x="19477" y="22798"/>
                    <a:pt x="18354" y="21709"/>
                    <a:pt x="18215" y="20327"/>
                  </a:cubicBezTo>
                  <a:cubicBezTo>
                    <a:pt x="18098" y="19205"/>
                    <a:pt x="17332" y="17921"/>
                    <a:pt x="16200" y="17921"/>
                  </a:cubicBezTo>
                  <a:cubicBezTo>
                    <a:pt x="16163" y="17921"/>
                    <a:pt x="16127" y="17922"/>
                    <a:pt x="16090" y="17925"/>
                  </a:cubicBezTo>
                  <a:cubicBezTo>
                    <a:pt x="15105" y="17976"/>
                    <a:pt x="14068" y="18391"/>
                    <a:pt x="13930" y="19221"/>
                  </a:cubicBezTo>
                  <a:cubicBezTo>
                    <a:pt x="13670" y="20430"/>
                    <a:pt x="14137" y="21709"/>
                    <a:pt x="15122" y="22470"/>
                  </a:cubicBezTo>
                  <a:cubicBezTo>
                    <a:pt x="15952" y="23109"/>
                    <a:pt x="15952" y="23161"/>
                    <a:pt x="15589" y="23489"/>
                  </a:cubicBezTo>
                  <a:cubicBezTo>
                    <a:pt x="14448" y="24526"/>
                    <a:pt x="14915" y="26116"/>
                    <a:pt x="14292" y="27377"/>
                  </a:cubicBezTo>
                  <a:cubicBezTo>
                    <a:pt x="14143" y="27687"/>
                    <a:pt x="14420" y="27822"/>
                    <a:pt x="14760" y="27822"/>
                  </a:cubicBezTo>
                  <a:cubicBezTo>
                    <a:pt x="14932" y="27822"/>
                    <a:pt x="15121" y="27787"/>
                    <a:pt x="15278" y="27723"/>
                  </a:cubicBezTo>
                  <a:cubicBezTo>
                    <a:pt x="16510" y="27249"/>
                    <a:pt x="17772" y="26919"/>
                    <a:pt x="19089" y="26919"/>
                  </a:cubicBezTo>
                  <a:cubicBezTo>
                    <a:pt x="19212" y="26919"/>
                    <a:pt x="19336" y="26922"/>
                    <a:pt x="19460" y="26928"/>
                  </a:cubicBezTo>
                  <a:lnTo>
                    <a:pt x="19874" y="26928"/>
                  </a:lnTo>
                  <a:cubicBezTo>
                    <a:pt x="19840" y="26997"/>
                    <a:pt x="19823" y="27136"/>
                    <a:pt x="19753" y="27153"/>
                  </a:cubicBezTo>
                  <a:cubicBezTo>
                    <a:pt x="18630" y="27585"/>
                    <a:pt x="17507" y="28138"/>
                    <a:pt x="16349" y="28414"/>
                  </a:cubicBezTo>
                  <a:cubicBezTo>
                    <a:pt x="15692" y="28570"/>
                    <a:pt x="14915" y="28432"/>
                    <a:pt x="14707" y="29209"/>
                  </a:cubicBezTo>
                  <a:cubicBezTo>
                    <a:pt x="14500" y="30004"/>
                    <a:pt x="15260" y="30194"/>
                    <a:pt x="15813" y="30505"/>
                  </a:cubicBezTo>
                  <a:cubicBezTo>
                    <a:pt x="17161" y="31318"/>
                    <a:pt x="17369" y="32493"/>
                    <a:pt x="16867" y="33910"/>
                  </a:cubicBezTo>
                  <a:cubicBezTo>
                    <a:pt x="16664" y="34503"/>
                    <a:pt x="16349" y="34660"/>
                    <a:pt x="15995" y="34660"/>
                  </a:cubicBezTo>
                  <a:cubicBezTo>
                    <a:pt x="15626" y="34660"/>
                    <a:pt x="15216" y="34489"/>
                    <a:pt x="14846" y="34463"/>
                  </a:cubicBezTo>
                  <a:cubicBezTo>
                    <a:pt x="13916" y="34396"/>
                    <a:pt x="12987" y="34203"/>
                    <a:pt x="12042" y="34203"/>
                  </a:cubicBezTo>
                  <a:cubicBezTo>
                    <a:pt x="12003" y="34203"/>
                    <a:pt x="11964" y="34203"/>
                    <a:pt x="11925" y="34204"/>
                  </a:cubicBezTo>
                  <a:cubicBezTo>
                    <a:pt x="10957" y="34221"/>
                    <a:pt x="9834" y="34446"/>
                    <a:pt x="9989" y="35759"/>
                  </a:cubicBezTo>
                  <a:cubicBezTo>
                    <a:pt x="10128" y="37072"/>
                    <a:pt x="9834" y="38196"/>
                    <a:pt x="9592" y="39440"/>
                  </a:cubicBezTo>
                  <a:cubicBezTo>
                    <a:pt x="9385" y="40425"/>
                    <a:pt x="8693" y="42136"/>
                    <a:pt x="10542" y="42464"/>
                  </a:cubicBezTo>
                  <a:cubicBezTo>
                    <a:pt x="12305" y="42758"/>
                    <a:pt x="12668" y="43173"/>
                    <a:pt x="11735" y="44693"/>
                  </a:cubicBezTo>
                  <a:cubicBezTo>
                    <a:pt x="11389" y="45298"/>
                    <a:pt x="10888" y="45817"/>
                    <a:pt x="10300" y="46180"/>
                  </a:cubicBezTo>
                  <a:cubicBezTo>
                    <a:pt x="9108" y="46871"/>
                    <a:pt x="8175" y="47752"/>
                    <a:pt x="8313" y="49342"/>
                  </a:cubicBezTo>
                  <a:cubicBezTo>
                    <a:pt x="8365" y="49964"/>
                    <a:pt x="8140" y="50707"/>
                    <a:pt x="7535" y="50967"/>
                  </a:cubicBezTo>
                  <a:cubicBezTo>
                    <a:pt x="5168" y="52021"/>
                    <a:pt x="3768" y="53991"/>
                    <a:pt x="2662" y="56168"/>
                  </a:cubicBezTo>
                  <a:cubicBezTo>
                    <a:pt x="1781" y="57931"/>
                    <a:pt x="122" y="59469"/>
                    <a:pt x="1279" y="61888"/>
                  </a:cubicBezTo>
                  <a:cubicBezTo>
                    <a:pt x="1936" y="63236"/>
                    <a:pt x="1573" y="64792"/>
                    <a:pt x="830" y="66209"/>
                  </a:cubicBezTo>
                  <a:cubicBezTo>
                    <a:pt x="1" y="67781"/>
                    <a:pt x="744" y="70477"/>
                    <a:pt x="2126" y="71687"/>
                  </a:cubicBezTo>
                  <a:cubicBezTo>
                    <a:pt x="2420" y="71946"/>
                    <a:pt x="2662" y="72240"/>
                    <a:pt x="2818" y="72586"/>
                  </a:cubicBezTo>
                  <a:cubicBezTo>
                    <a:pt x="4027" y="75040"/>
                    <a:pt x="5462" y="77303"/>
                    <a:pt x="7881" y="78755"/>
                  </a:cubicBezTo>
                  <a:cubicBezTo>
                    <a:pt x="8455" y="79100"/>
                    <a:pt x="9053" y="79742"/>
                    <a:pt x="9645" y="79742"/>
                  </a:cubicBezTo>
                  <a:cubicBezTo>
                    <a:pt x="9766" y="79742"/>
                    <a:pt x="9887" y="79715"/>
                    <a:pt x="10007" y="79654"/>
                  </a:cubicBezTo>
                  <a:cubicBezTo>
                    <a:pt x="12824" y="78254"/>
                    <a:pt x="16142" y="79844"/>
                    <a:pt x="18889" y="77874"/>
                  </a:cubicBezTo>
                  <a:cubicBezTo>
                    <a:pt x="19326" y="77562"/>
                    <a:pt x="19938" y="77352"/>
                    <a:pt x="20558" y="77352"/>
                  </a:cubicBezTo>
                  <a:cubicBezTo>
                    <a:pt x="21313" y="77352"/>
                    <a:pt x="22079" y="77663"/>
                    <a:pt x="22553" y="78479"/>
                  </a:cubicBezTo>
                  <a:cubicBezTo>
                    <a:pt x="23034" y="79313"/>
                    <a:pt x="23538" y="79650"/>
                    <a:pt x="24283" y="79650"/>
                  </a:cubicBezTo>
                  <a:cubicBezTo>
                    <a:pt x="24448" y="79650"/>
                    <a:pt x="24626" y="79633"/>
                    <a:pt x="24817" y="79602"/>
                  </a:cubicBezTo>
                  <a:cubicBezTo>
                    <a:pt x="24994" y="79574"/>
                    <a:pt x="25161" y="79561"/>
                    <a:pt x="25317" y="79561"/>
                  </a:cubicBezTo>
                  <a:cubicBezTo>
                    <a:pt x="26715" y="79561"/>
                    <a:pt x="27271" y="80640"/>
                    <a:pt x="26960" y="82194"/>
                  </a:cubicBezTo>
                  <a:cubicBezTo>
                    <a:pt x="26683" y="83611"/>
                    <a:pt x="25750" y="85218"/>
                    <a:pt x="26545" y="86480"/>
                  </a:cubicBezTo>
                  <a:cubicBezTo>
                    <a:pt x="27461" y="87966"/>
                    <a:pt x="28515" y="89400"/>
                    <a:pt x="29206" y="90973"/>
                  </a:cubicBezTo>
                  <a:cubicBezTo>
                    <a:pt x="30416" y="93721"/>
                    <a:pt x="31298" y="96641"/>
                    <a:pt x="29777" y="99631"/>
                  </a:cubicBezTo>
                  <a:cubicBezTo>
                    <a:pt x="28809" y="101515"/>
                    <a:pt x="28619" y="103502"/>
                    <a:pt x="29535" y="105369"/>
                  </a:cubicBezTo>
                  <a:cubicBezTo>
                    <a:pt x="30503" y="107321"/>
                    <a:pt x="31228" y="109274"/>
                    <a:pt x="31488" y="111469"/>
                  </a:cubicBezTo>
                  <a:cubicBezTo>
                    <a:pt x="31712" y="113456"/>
                    <a:pt x="31695" y="115599"/>
                    <a:pt x="33371" y="117172"/>
                  </a:cubicBezTo>
                  <a:cubicBezTo>
                    <a:pt x="34322" y="118088"/>
                    <a:pt x="34581" y="119436"/>
                    <a:pt x="35013" y="120645"/>
                  </a:cubicBezTo>
                  <a:cubicBezTo>
                    <a:pt x="35393" y="121717"/>
                    <a:pt x="34546" y="123065"/>
                    <a:pt x="35843" y="123998"/>
                  </a:cubicBezTo>
                  <a:cubicBezTo>
                    <a:pt x="36206" y="124270"/>
                    <a:pt x="36549" y="124368"/>
                    <a:pt x="36881" y="124368"/>
                  </a:cubicBezTo>
                  <a:cubicBezTo>
                    <a:pt x="37735" y="124368"/>
                    <a:pt x="38515" y="123721"/>
                    <a:pt x="39372" y="123721"/>
                  </a:cubicBezTo>
                  <a:cubicBezTo>
                    <a:pt x="39388" y="123721"/>
                    <a:pt x="39404" y="123721"/>
                    <a:pt x="39420" y="123721"/>
                  </a:cubicBezTo>
                  <a:cubicBezTo>
                    <a:pt x="39526" y="123724"/>
                    <a:pt x="39630" y="123725"/>
                    <a:pt x="39734" y="123725"/>
                  </a:cubicBezTo>
                  <a:cubicBezTo>
                    <a:pt x="44937" y="123725"/>
                    <a:pt x="47636" y="120353"/>
                    <a:pt x="49754" y="116100"/>
                  </a:cubicBezTo>
                  <a:cubicBezTo>
                    <a:pt x="50186" y="115236"/>
                    <a:pt x="49720" y="113957"/>
                    <a:pt x="50826" y="113508"/>
                  </a:cubicBezTo>
                  <a:cubicBezTo>
                    <a:pt x="52761" y="112713"/>
                    <a:pt x="53193" y="111175"/>
                    <a:pt x="52692" y="109499"/>
                  </a:cubicBezTo>
                  <a:cubicBezTo>
                    <a:pt x="51949" y="107028"/>
                    <a:pt x="53297" y="106112"/>
                    <a:pt x="55181" y="105282"/>
                  </a:cubicBezTo>
                  <a:cubicBezTo>
                    <a:pt x="57773" y="104107"/>
                    <a:pt x="59449" y="98370"/>
                    <a:pt x="57963" y="96071"/>
                  </a:cubicBezTo>
                  <a:cubicBezTo>
                    <a:pt x="56770" y="94239"/>
                    <a:pt x="57099" y="92217"/>
                    <a:pt x="57444" y="90316"/>
                  </a:cubicBezTo>
                  <a:cubicBezTo>
                    <a:pt x="57911" y="87621"/>
                    <a:pt x="59933" y="85823"/>
                    <a:pt x="61851" y="84164"/>
                  </a:cubicBezTo>
                  <a:cubicBezTo>
                    <a:pt x="65601" y="80915"/>
                    <a:pt x="68055" y="76992"/>
                    <a:pt x="69109" y="72171"/>
                  </a:cubicBezTo>
                  <a:cubicBezTo>
                    <a:pt x="69271" y="71459"/>
                    <a:pt x="69266" y="70656"/>
                    <a:pt x="68371" y="70656"/>
                  </a:cubicBezTo>
                  <a:cubicBezTo>
                    <a:pt x="68311" y="70656"/>
                    <a:pt x="68246" y="70660"/>
                    <a:pt x="68176" y="70667"/>
                  </a:cubicBezTo>
                  <a:cubicBezTo>
                    <a:pt x="67157" y="70788"/>
                    <a:pt x="66154" y="71151"/>
                    <a:pt x="65152" y="71462"/>
                  </a:cubicBezTo>
                  <a:cubicBezTo>
                    <a:pt x="63960" y="71826"/>
                    <a:pt x="63201" y="72060"/>
                    <a:pt x="62664" y="72060"/>
                  </a:cubicBezTo>
                  <a:cubicBezTo>
                    <a:pt x="61727" y="72060"/>
                    <a:pt x="61469" y="71346"/>
                    <a:pt x="60772" y="69363"/>
                  </a:cubicBezTo>
                  <a:lnTo>
                    <a:pt x="60772" y="69363"/>
                  </a:lnTo>
                  <a:cubicBezTo>
                    <a:pt x="61180" y="69747"/>
                    <a:pt x="61467" y="70422"/>
                    <a:pt x="62074" y="70422"/>
                  </a:cubicBezTo>
                  <a:cubicBezTo>
                    <a:pt x="62180" y="70422"/>
                    <a:pt x="62295" y="70402"/>
                    <a:pt x="62422" y="70356"/>
                  </a:cubicBezTo>
                  <a:cubicBezTo>
                    <a:pt x="63925" y="69769"/>
                    <a:pt x="65359" y="68957"/>
                    <a:pt x="66897" y="68455"/>
                  </a:cubicBezTo>
                  <a:cubicBezTo>
                    <a:pt x="68660" y="67868"/>
                    <a:pt x="69732" y="66209"/>
                    <a:pt x="71391" y="65639"/>
                  </a:cubicBezTo>
                  <a:cubicBezTo>
                    <a:pt x="73706" y="64844"/>
                    <a:pt x="76713" y="61716"/>
                    <a:pt x="76852" y="59383"/>
                  </a:cubicBezTo>
                  <a:cubicBezTo>
                    <a:pt x="76834" y="59072"/>
                    <a:pt x="76713" y="58778"/>
                    <a:pt x="76506" y="58553"/>
                  </a:cubicBezTo>
                  <a:cubicBezTo>
                    <a:pt x="75918" y="57810"/>
                    <a:pt x="75279" y="57153"/>
                    <a:pt x="74294" y="56894"/>
                  </a:cubicBezTo>
                  <a:cubicBezTo>
                    <a:pt x="73724" y="56739"/>
                    <a:pt x="73378" y="56151"/>
                    <a:pt x="73516" y="55581"/>
                  </a:cubicBezTo>
                  <a:cubicBezTo>
                    <a:pt x="73547" y="55481"/>
                    <a:pt x="73596" y="55443"/>
                    <a:pt x="73658" y="55443"/>
                  </a:cubicBezTo>
                  <a:cubicBezTo>
                    <a:pt x="73842" y="55443"/>
                    <a:pt x="74139" y="55775"/>
                    <a:pt x="74398" y="55788"/>
                  </a:cubicBezTo>
                  <a:cubicBezTo>
                    <a:pt x="75366" y="55855"/>
                    <a:pt x="76333" y="56083"/>
                    <a:pt x="77301" y="56083"/>
                  </a:cubicBezTo>
                  <a:cubicBezTo>
                    <a:pt x="77336" y="56083"/>
                    <a:pt x="77370" y="56083"/>
                    <a:pt x="77405" y="56082"/>
                  </a:cubicBezTo>
                  <a:cubicBezTo>
                    <a:pt x="77727" y="56077"/>
                    <a:pt x="78047" y="56073"/>
                    <a:pt x="78365" y="56073"/>
                  </a:cubicBezTo>
                  <a:cubicBezTo>
                    <a:pt x="81373" y="56073"/>
                    <a:pt x="84145" y="56432"/>
                    <a:pt x="85786" y="59746"/>
                  </a:cubicBezTo>
                  <a:cubicBezTo>
                    <a:pt x="86136" y="60461"/>
                    <a:pt x="86996" y="61297"/>
                    <a:pt x="88011" y="61297"/>
                  </a:cubicBezTo>
                  <a:cubicBezTo>
                    <a:pt x="88148" y="61297"/>
                    <a:pt x="88288" y="61282"/>
                    <a:pt x="88430" y="61249"/>
                  </a:cubicBezTo>
                  <a:cubicBezTo>
                    <a:pt x="88585" y="61214"/>
                    <a:pt x="88707" y="61197"/>
                    <a:pt x="88805" y="61197"/>
                  </a:cubicBezTo>
                  <a:cubicBezTo>
                    <a:pt x="89186" y="61197"/>
                    <a:pt x="89184" y="61451"/>
                    <a:pt x="89225" y="61837"/>
                  </a:cubicBezTo>
                  <a:cubicBezTo>
                    <a:pt x="89830" y="66554"/>
                    <a:pt x="91990" y="70685"/>
                    <a:pt x="94133" y="74832"/>
                  </a:cubicBezTo>
                  <a:cubicBezTo>
                    <a:pt x="94475" y="75487"/>
                    <a:pt x="94875" y="75911"/>
                    <a:pt x="95290" y="75911"/>
                  </a:cubicBezTo>
                  <a:cubicBezTo>
                    <a:pt x="95652" y="75911"/>
                    <a:pt x="96025" y="75588"/>
                    <a:pt x="96380" y="74815"/>
                  </a:cubicBezTo>
                  <a:cubicBezTo>
                    <a:pt x="96622" y="74297"/>
                    <a:pt x="97036" y="73847"/>
                    <a:pt x="97382" y="73381"/>
                  </a:cubicBezTo>
                  <a:lnTo>
                    <a:pt x="97538" y="73225"/>
                  </a:lnTo>
                  <a:cubicBezTo>
                    <a:pt x="98212" y="71618"/>
                    <a:pt x="98056" y="69993"/>
                    <a:pt x="97831" y="68317"/>
                  </a:cubicBezTo>
                  <a:cubicBezTo>
                    <a:pt x="97762" y="67833"/>
                    <a:pt x="97589" y="67211"/>
                    <a:pt x="98194" y="67073"/>
                  </a:cubicBezTo>
                  <a:cubicBezTo>
                    <a:pt x="99784" y="66693"/>
                    <a:pt x="100268" y="65258"/>
                    <a:pt x="101149" y="64187"/>
                  </a:cubicBezTo>
                  <a:cubicBezTo>
                    <a:pt x="102117" y="63029"/>
                    <a:pt x="103137" y="61629"/>
                    <a:pt x="104243" y="60903"/>
                  </a:cubicBezTo>
                  <a:cubicBezTo>
                    <a:pt x="104825" y="60515"/>
                    <a:pt x="105739" y="59942"/>
                    <a:pt x="106690" y="59942"/>
                  </a:cubicBezTo>
                  <a:cubicBezTo>
                    <a:pt x="107432" y="59942"/>
                    <a:pt x="108196" y="60292"/>
                    <a:pt x="108840" y="61353"/>
                  </a:cubicBezTo>
                  <a:cubicBezTo>
                    <a:pt x="109600" y="62632"/>
                    <a:pt x="110965" y="63565"/>
                    <a:pt x="111017" y="65258"/>
                  </a:cubicBezTo>
                  <a:cubicBezTo>
                    <a:pt x="111034" y="65777"/>
                    <a:pt x="110793" y="66433"/>
                    <a:pt x="111536" y="66693"/>
                  </a:cubicBezTo>
                  <a:cubicBezTo>
                    <a:pt x="111822" y="66788"/>
                    <a:pt x="112112" y="66862"/>
                    <a:pt x="112391" y="66862"/>
                  </a:cubicBezTo>
                  <a:cubicBezTo>
                    <a:pt x="112769" y="66862"/>
                    <a:pt x="113129" y="66727"/>
                    <a:pt x="113437" y="66330"/>
                  </a:cubicBezTo>
                  <a:cubicBezTo>
                    <a:pt x="113540" y="66205"/>
                    <a:pt x="113700" y="66031"/>
                    <a:pt x="113856" y="66031"/>
                  </a:cubicBezTo>
                  <a:cubicBezTo>
                    <a:pt x="113960" y="66031"/>
                    <a:pt x="114062" y="66109"/>
                    <a:pt x="114145" y="66330"/>
                  </a:cubicBezTo>
                  <a:cubicBezTo>
                    <a:pt x="114543" y="67470"/>
                    <a:pt x="114802" y="68663"/>
                    <a:pt x="115286" y="69769"/>
                  </a:cubicBezTo>
                  <a:cubicBezTo>
                    <a:pt x="116271" y="72033"/>
                    <a:pt x="114940" y="74677"/>
                    <a:pt x="116858" y="76871"/>
                  </a:cubicBezTo>
                  <a:cubicBezTo>
                    <a:pt x="118241" y="78461"/>
                    <a:pt x="118362" y="80915"/>
                    <a:pt x="119900" y="82540"/>
                  </a:cubicBezTo>
                  <a:cubicBezTo>
                    <a:pt x="120401" y="82799"/>
                    <a:pt x="120885" y="83058"/>
                    <a:pt x="121386" y="83300"/>
                  </a:cubicBezTo>
                  <a:cubicBezTo>
                    <a:pt x="121538" y="83368"/>
                    <a:pt x="121699" y="83403"/>
                    <a:pt x="121846" y="83403"/>
                  </a:cubicBezTo>
                  <a:cubicBezTo>
                    <a:pt x="122184" y="83403"/>
                    <a:pt x="122445" y="83219"/>
                    <a:pt x="122337" y="82834"/>
                  </a:cubicBezTo>
                  <a:cubicBezTo>
                    <a:pt x="121818" y="80915"/>
                    <a:pt x="121991" y="78790"/>
                    <a:pt x="119969" y="77355"/>
                  </a:cubicBezTo>
                  <a:cubicBezTo>
                    <a:pt x="118414" y="76249"/>
                    <a:pt x="117239" y="74521"/>
                    <a:pt x="117463" y="72378"/>
                  </a:cubicBezTo>
                  <a:cubicBezTo>
                    <a:pt x="117528" y="71821"/>
                    <a:pt x="116912" y="70437"/>
                    <a:pt x="117695" y="70437"/>
                  </a:cubicBezTo>
                  <a:cubicBezTo>
                    <a:pt x="117955" y="70437"/>
                    <a:pt x="118371" y="70590"/>
                    <a:pt x="119019" y="70979"/>
                  </a:cubicBezTo>
                  <a:cubicBezTo>
                    <a:pt x="120194" y="71704"/>
                    <a:pt x="121386" y="72655"/>
                    <a:pt x="121749" y="73605"/>
                  </a:cubicBezTo>
                  <a:cubicBezTo>
                    <a:pt x="122096" y="74553"/>
                    <a:pt x="122434" y="74868"/>
                    <a:pt x="122776" y="74868"/>
                  </a:cubicBezTo>
                  <a:cubicBezTo>
                    <a:pt x="123251" y="74868"/>
                    <a:pt x="123732" y="74261"/>
                    <a:pt x="124255" y="73899"/>
                  </a:cubicBezTo>
                  <a:cubicBezTo>
                    <a:pt x="124531" y="73709"/>
                    <a:pt x="124721" y="73363"/>
                    <a:pt x="125015" y="73208"/>
                  </a:cubicBezTo>
                  <a:cubicBezTo>
                    <a:pt x="126743" y="72292"/>
                    <a:pt x="127210" y="70961"/>
                    <a:pt x="126743" y="69043"/>
                  </a:cubicBezTo>
                  <a:cubicBezTo>
                    <a:pt x="126294" y="67159"/>
                    <a:pt x="125292" y="65725"/>
                    <a:pt x="123892" y="64533"/>
                  </a:cubicBezTo>
                  <a:cubicBezTo>
                    <a:pt x="122596" y="63409"/>
                    <a:pt x="122285" y="62459"/>
                    <a:pt x="123546" y="61059"/>
                  </a:cubicBezTo>
                  <a:cubicBezTo>
                    <a:pt x="123952" y="60621"/>
                    <a:pt x="124332" y="60388"/>
                    <a:pt x="124705" y="60388"/>
                  </a:cubicBezTo>
                  <a:cubicBezTo>
                    <a:pt x="124936" y="60388"/>
                    <a:pt x="125164" y="60477"/>
                    <a:pt x="125395" y="60661"/>
                  </a:cubicBezTo>
                  <a:cubicBezTo>
                    <a:pt x="126000" y="61145"/>
                    <a:pt x="125810" y="61750"/>
                    <a:pt x="125119" y="62234"/>
                  </a:cubicBezTo>
                  <a:cubicBezTo>
                    <a:pt x="124618" y="62580"/>
                    <a:pt x="124445" y="63219"/>
                    <a:pt x="125050" y="63651"/>
                  </a:cubicBezTo>
                  <a:cubicBezTo>
                    <a:pt x="125442" y="63952"/>
                    <a:pt x="125858" y="64171"/>
                    <a:pt x="126268" y="64171"/>
                  </a:cubicBezTo>
                  <a:cubicBezTo>
                    <a:pt x="126635" y="64171"/>
                    <a:pt x="126996" y="63996"/>
                    <a:pt x="127331" y="63547"/>
                  </a:cubicBezTo>
                  <a:cubicBezTo>
                    <a:pt x="127694" y="63046"/>
                    <a:pt x="128247" y="62407"/>
                    <a:pt x="127469" y="61940"/>
                  </a:cubicBezTo>
                  <a:cubicBezTo>
                    <a:pt x="126398" y="61318"/>
                    <a:pt x="127037" y="61042"/>
                    <a:pt x="127590" y="60696"/>
                  </a:cubicBezTo>
                  <a:cubicBezTo>
                    <a:pt x="130061" y="59210"/>
                    <a:pt x="133449" y="59106"/>
                    <a:pt x="134693" y="55788"/>
                  </a:cubicBezTo>
                  <a:cubicBezTo>
                    <a:pt x="135298" y="54146"/>
                    <a:pt x="136093" y="52591"/>
                    <a:pt x="135851" y="50725"/>
                  </a:cubicBezTo>
                  <a:cubicBezTo>
                    <a:pt x="135522" y="48288"/>
                    <a:pt x="133932" y="46629"/>
                    <a:pt x="132498" y="44918"/>
                  </a:cubicBezTo>
                  <a:cubicBezTo>
                    <a:pt x="131772" y="44054"/>
                    <a:pt x="131859" y="43622"/>
                    <a:pt x="132775" y="43173"/>
                  </a:cubicBezTo>
                  <a:cubicBezTo>
                    <a:pt x="133120" y="43017"/>
                    <a:pt x="133397" y="42793"/>
                    <a:pt x="133362" y="42378"/>
                  </a:cubicBezTo>
                  <a:cubicBezTo>
                    <a:pt x="133345" y="41980"/>
                    <a:pt x="133051" y="41635"/>
                    <a:pt x="132671" y="41548"/>
                  </a:cubicBezTo>
                  <a:cubicBezTo>
                    <a:pt x="132227" y="41462"/>
                    <a:pt x="131713" y="41297"/>
                    <a:pt x="131292" y="41297"/>
                  </a:cubicBezTo>
                  <a:cubicBezTo>
                    <a:pt x="131122" y="41297"/>
                    <a:pt x="130968" y="41323"/>
                    <a:pt x="130839" y="41393"/>
                  </a:cubicBezTo>
                  <a:cubicBezTo>
                    <a:pt x="130667" y="41486"/>
                    <a:pt x="130517" y="41524"/>
                    <a:pt x="130385" y="41524"/>
                  </a:cubicBezTo>
                  <a:cubicBezTo>
                    <a:pt x="129751" y="41524"/>
                    <a:pt x="129496" y="40648"/>
                    <a:pt x="128935" y="40648"/>
                  </a:cubicBezTo>
                  <a:cubicBezTo>
                    <a:pt x="128871" y="40648"/>
                    <a:pt x="128804" y="40659"/>
                    <a:pt x="128731" y="40684"/>
                  </a:cubicBezTo>
                  <a:cubicBezTo>
                    <a:pt x="129025" y="40425"/>
                    <a:pt x="129336" y="40166"/>
                    <a:pt x="129612" y="39889"/>
                  </a:cubicBezTo>
                  <a:cubicBezTo>
                    <a:pt x="129699" y="39786"/>
                    <a:pt x="129768" y="39647"/>
                    <a:pt x="129802" y="39509"/>
                  </a:cubicBezTo>
                  <a:cubicBezTo>
                    <a:pt x="129896" y="39229"/>
                    <a:pt x="130059" y="38963"/>
                    <a:pt x="130355" y="38963"/>
                  </a:cubicBezTo>
                  <a:cubicBezTo>
                    <a:pt x="130388" y="38963"/>
                    <a:pt x="130423" y="38966"/>
                    <a:pt x="130459" y="38973"/>
                  </a:cubicBezTo>
                  <a:cubicBezTo>
                    <a:pt x="130822" y="39025"/>
                    <a:pt x="130718" y="39405"/>
                    <a:pt x="130753" y="39665"/>
                  </a:cubicBezTo>
                  <a:cubicBezTo>
                    <a:pt x="130885" y="40368"/>
                    <a:pt x="131150" y="40680"/>
                    <a:pt x="131522" y="40680"/>
                  </a:cubicBezTo>
                  <a:cubicBezTo>
                    <a:pt x="131781" y="40680"/>
                    <a:pt x="132092" y="40529"/>
                    <a:pt x="132446" y="40252"/>
                  </a:cubicBezTo>
                  <a:cubicBezTo>
                    <a:pt x="132816" y="39963"/>
                    <a:pt x="133198" y="39825"/>
                    <a:pt x="133552" y="39825"/>
                  </a:cubicBezTo>
                  <a:cubicBezTo>
                    <a:pt x="134190" y="39825"/>
                    <a:pt x="134735" y="40276"/>
                    <a:pt x="134935" y="41099"/>
                  </a:cubicBezTo>
                  <a:cubicBezTo>
                    <a:pt x="135004" y="41410"/>
                    <a:pt x="135246" y="41911"/>
                    <a:pt x="135436" y="41928"/>
                  </a:cubicBezTo>
                  <a:cubicBezTo>
                    <a:pt x="136836" y="42067"/>
                    <a:pt x="137130" y="43259"/>
                    <a:pt x="137441" y="44192"/>
                  </a:cubicBezTo>
                  <a:cubicBezTo>
                    <a:pt x="137757" y="45176"/>
                    <a:pt x="138205" y="45491"/>
                    <a:pt x="138710" y="45491"/>
                  </a:cubicBezTo>
                  <a:cubicBezTo>
                    <a:pt x="139226" y="45491"/>
                    <a:pt x="139803" y="45163"/>
                    <a:pt x="140361" y="44884"/>
                  </a:cubicBezTo>
                  <a:cubicBezTo>
                    <a:pt x="141813" y="44175"/>
                    <a:pt x="140586" y="43363"/>
                    <a:pt x="140327" y="42654"/>
                  </a:cubicBezTo>
                  <a:cubicBezTo>
                    <a:pt x="140188" y="42188"/>
                    <a:pt x="139739" y="41773"/>
                    <a:pt x="139324" y="41479"/>
                  </a:cubicBezTo>
                  <a:cubicBezTo>
                    <a:pt x="137717" y="40356"/>
                    <a:pt x="137648" y="38921"/>
                    <a:pt x="138305" y="37245"/>
                  </a:cubicBezTo>
                  <a:cubicBezTo>
                    <a:pt x="138533" y="36644"/>
                    <a:pt x="138753" y="36160"/>
                    <a:pt x="139216" y="36160"/>
                  </a:cubicBezTo>
                  <a:cubicBezTo>
                    <a:pt x="139418" y="36160"/>
                    <a:pt x="139666" y="36252"/>
                    <a:pt x="139981" y="36468"/>
                  </a:cubicBezTo>
                  <a:cubicBezTo>
                    <a:pt x="140121" y="36569"/>
                    <a:pt x="140268" y="36617"/>
                    <a:pt x="140413" y="36617"/>
                  </a:cubicBezTo>
                  <a:cubicBezTo>
                    <a:pt x="140661" y="36617"/>
                    <a:pt x="140902" y="36477"/>
                    <a:pt x="141087" y="36226"/>
                  </a:cubicBezTo>
                  <a:cubicBezTo>
                    <a:pt x="142573" y="34255"/>
                    <a:pt x="142850" y="29797"/>
                    <a:pt x="141640" y="27706"/>
                  </a:cubicBezTo>
                  <a:cubicBezTo>
                    <a:pt x="141485" y="27447"/>
                    <a:pt x="141104" y="27187"/>
                    <a:pt x="141398" y="26807"/>
                  </a:cubicBezTo>
                  <a:lnTo>
                    <a:pt x="141398" y="26807"/>
                  </a:lnTo>
                  <a:cubicBezTo>
                    <a:pt x="141623" y="26997"/>
                    <a:pt x="141917" y="27153"/>
                    <a:pt x="142072" y="27395"/>
                  </a:cubicBezTo>
                  <a:cubicBezTo>
                    <a:pt x="142988" y="28812"/>
                    <a:pt x="143869" y="30229"/>
                    <a:pt x="144733" y="31663"/>
                  </a:cubicBezTo>
                  <a:cubicBezTo>
                    <a:pt x="144984" y="32062"/>
                    <a:pt x="145261" y="32460"/>
                    <a:pt x="145713" y="32460"/>
                  </a:cubicBezTo>
                  <a:cubicBezTo>
                    <a:pt x="145790" y="32460"/>
                    <a:pt x="145872" y="32449"/>
                    <a:pt x="145960" y="32424"/>
                  </a:cubicBezTo>
                  <a:cubicBezTo>
                    <a:pt x="146323" y="32320"/>
                    <a:pt x="146825" y="32043"/>
                    <a:pt x="146928" y="31750"/>
                  </a:cubicBezTo>
                  <a:cubicBezTo>
                    <a:pt x="147118" y="31197"/>
                    <a:pt x="146496" y="30972"/>
                    <a:pt x="146151" y="30644"/>
                  </a:cubicBezTo>
                  <a:cubicBezTo>
                    <a:pt x="145805" y="30298"/>
                    <a:pt x="144889" y="29935"/>
                    <a:pt x="145511" y="29348"/>
                  </a:cubicBezTo>
                  <a:cubicBezTo>
                    <a:pt x="146220" y="28674"/>
                    <a:pt x="145701" y="28363"/>
                    <a:pt x="145373" y="27982"/>
                  </a:cubicBezTo>
                  <a:cubicBezTo>
                    <a:pt x="144924" y="27464"/>
                    <a:pt x="144353" y="27049"/>
                    <a:pt x="143904" y="26513"/>
                  </a:cubicBezTo>
                  <a:cubicBezTo>
                    <a:pt x="142452" y="24803"/>
                    <a:pt x="140309" y="24008"/>
                    <a:pt x="138927" y="23455"/>
                  </a:cubicBezTo>
                  <a:cubicBezTo>
                    <a:pt x="137233" y="22781"/>
                    <a:pt x="135350" y="23368"/>
                    <a:pt x="133794" y="22349"/>
                  </a:cubicBezTo>
                  <a:cubicBezTo>
                    <a:pt x="133621" y="22228"/>
                    <a:pt x="133120" y="22141"/>
                    <a:pt x="133379" y="21934"/>
                  </a:cubicBezTo>
                  <a:cubicBezTo>
                    <a:pt x="134416" y="21156"/>
                    <a:pt x="134192" y="19843"/>
                    <a:pt x="134814" y="18910"/>
                  </a:cubicBezTo>
                  <a:cubicBezTo>
                    <a:pt x="135183" y="18357"/>
                    <a:pt x="137525" y="17996"/>
                    <a:pt x="139389" y="17996"/>
                  </a:cubicBezTo>
                  <a:cubicBezTo>
                    <a:pt x="140321" y="17996"/>
                    <a:pt x="141133" y="18086"/>
                    <a:pt x="141519" y="18287"/>
                  </a:cubicBezTo>
                  <a:cubicBezTo>
                    <a:pt x="141913" y="18491"/>
                    <a:pt x="142318" y="18567"/>
                    <a:pt x="142722" y="18567"/>
                  </a:cubicBezTo>
                  <a:cubicBezTo>
                    <a:pt x="143310" y="18567"/>
                    <a:pt x="143896" y="18407"/>
                    <a:pt x="144440" y="18253"/>
                  </a:cubicBezTo>
                  <a:cubicBezTo>
                    <a:pt x="145183" y="18028"/>
                    <a:pt x="144301" y="17320"/>
                    <a:pt x="144440" y="16905"/>
                  </a:cubicBezTo>
                  <a:cubicBezTo>
                    <a:pt x="144595" y="16473"/>
                    <a:pt x="144232" y="15764"/>
                    <a:pt x="144803" y="15626"/>
                  </a:cubicBezTo>
                  <a:cubicBezTo>
                    <a:pt x="144894" y="15602"/>
                    <a:pt x="144986" y="15590"/>
                    <a:pt x="145078" y="15590"/>
                  </a:cubicBezTo>
                  <a:cubicBezTo>
                    <a:pt x="145503" y="15590"/>
                    <a:pt x="145922" y="15838"/>
                    <a:pt x="146306" y="16179"/>
                  </a:cubicBezTo>
                  <a:cubicBezTo>
                    <a:pt x="146709" y="16532"/>
                    <a:pt x="147171" y="16997"/>
                    <a:pt x="147617" y="16997"/>
                  </a:cubicBezTo>
                  <a:cubicBezTo>
                    <a:pt x="147935" y="16997"/>
                    <a:pt x="148244" y="16760"/>
                    <a:pt x="148518" y="16075"/>
                  </a:cubicBezTo>
                  <a:cubicBezTo>
                    <a:pt x="148584" y="15900"/>
                    <a:pt x="148692" y="15801"/>
                    <a:pt x="148828" y="15801"/>
                  </a:cubicBezTo>
                  <a:cubicBezTo>
                    <a:pt x="148906" y="15801"/>
                    <a:pt x="148994" y="15833"/>
                    <a:pt x="149088" y="15903"/>
                  </a:cubicBezTo>
                  <a:cubicBezTo>
                    <a:pt x="149348" y="16110"/>
                    <a:pt x="149348" y="16335"/>
                    <a:pt x="149192" y="16646"/>
                  </a:cubicBezTo>
                  <a:cubicBezTo>
                    <a:pt x="148743" y="17596"/>
                    <a:pt x="147965" y="18547"/>
                    <a:pt x="147965" y="19497"/>
                  </a:cubicBezTo>
                  <a:cubicBezTo>
                    <a:pt x="147931" y="21122"/>
                    <a:pt x="148708" y="22677"/>
                    <a:pt x="150022" y="23627"/>
                  </a:cubicBezTo>
                  <a:cubicBezTo>
                    <a:pt x="151231" y="24561"/>
                    <a:pt x="152631" y="25269"/>
                    <a:pt x="153582" y="26513"/>
                  </a:cubicBezTo>
                  <a:cubicBezTo>
                    <a:pt x="153835" y="26852"/>
                    <a:pt x="154112" y="27339"/>
                    <a:pt x="154580" y="27339"/>
                  </a:cubicBezTo>
                  <a:cubicBezTo>
                    <a:pt x="154686" y="27339"/>
                    <a:pt x="154802" y="27314"/>
                    <a:pt x="154930" y="27257"/>
                  </a:cubicBezTo>
                  <a:cubicBezTo>
                    <a:pt x="155621" y="26928"/>
                    <a:pt x="155673" y="26271"/>
                    <a:pt x="155604" y="25615"/>
                  </a:cubicBezTo>
                  <a:cubicBezTo>
                    <a:pt x="155448" y="24025"/>
                    <a:pt x="155863" y="22435"/>
                    <a:pt x="154739" y="20845"/>
                  </a:cubicBezTo>
                  <a:cubicBezTo>
                    <a:pt x="154065" y="19877"/>
                    <a:pt x="153772" y="18823"/>
                    <a:pt x="152406" y="18737"/>
                  </a:cubicBezTo>
                  <a:cubicBezTo>
                    <a:pt x="152044" y="18720"/>
                    <a:pt x="151940" y="18478"/>
                    <a:pt x="151888" y="18201"/>
                  </a:cubicBezTo>
                  <a:cubicBezTo>
                    <a:pt x="151820" y="17931"/>
                    <a:pt x="151918" y="17578"/>
                    <a:pt x="152229" y="17578"/>
                  </a:cubicBezTo>
                  <a:cubicBezTo>
                    <a:pt x="152236" y="17578"/>
                    <a:pt x="152243" y="17579"/>
                    <a:pt x="152251" y="17579"/>
                  </a:cubicBezTo>
                  <a:cubicBezTo>
                    <a:pt x="152284" y="17581"/>
                    <a:pt x="152317" y="17582"/>
                    <a:pt x="152350" y="17582"/>
                  </a:cubicBezTo>
                  <a:cubicBezTo>
                    <a:pt x="153000" y="17582"/>
                    <a:pt x="153628" y="17254"/>
                    <a:pt x="154277" y="17254"/>
                  </a:cubicBezTo>
                  <a:cubicBezTo>
                    <a:pt x="154558" y="17254"/>
                    <a:pt x="154844" y="17316"/>
                    <a:pt x="155137" y="17493"/>
                  </a:cubicBezTo>
                  <a:cubicBezTo>
                    <a:pt x="155393" y="17649"/>
                    <a:pt x="155627" y="17726"/>
                    <a:pt x="155836" y="17726"/>
                  </a:cubicBezTo>
                  <a:cubicBezTo>
                    <a:pt x="156249" y="17726"/>
                    <a:pt x="156566" y="17427"/>
                    <a:pt x="156761" y="16853"/>
                  </a:cubicBezTo>
                  <a:cubicBezTo>
                    <a:pt x="157072" y="15920"/>
                    <a:pt x="157954" y="15505"/>
                    <a:pt x="158662" y="15039"/>
                  </a:cubicBezTo>
                  <a:cubicBezTo>
                    <a:pt x="158771" y="14969"/>
                    <a:pt x="158912" y="14953"/>
                    <a:pt x="159064" y="14953"/>
                  </a:cubicBezTo>
                  <a:cubicBezTo>
                    <a:pt x="159192" y="14953"/>
                    <a:pt x="159327" y="14964"/>
                    <a:pt x="159458" y="14964"/>
                  </a:cubicBezTo>
                  <a:cubicBezTo>
                    <a:pt x="159792" y="14964"/>
                    <a:pt x="160100" y="14892"/>
                    <a:pt x="160183" y="14382"/>
                  </a:cubicBezTo>
                  <a:cubicBezTo>
                    <a:pt x="160304" y="13501"/>
                    <a:pt x="159475" y="13310"/>
                    <a:pt x="158887" y="12965"/>
                  </a:cubicBezTo>
                  <a:cubicBezTo>
                    <a:pt x="158662" y="12827"/>
                    <a:pt x="158334" y="12550"/>
                    <a:pt x="158351" y="12395"/>
                  </a:cubicBezTo>
                  <a:cubicBezTo>
                    <a:pt x="158404" y="12154"/>
                    <a:pt x="158582" y="12097"/>
                    <a:pt x="158776" y="12097"/>
                  </a:cubicBezTo>
                  <a:cubicBezTo>
                    <a:pt x="158903" y="12097"/>
                    <a:pt x="159037" y="12122"/>
                    <a:pt x="159146" y="12135"/>
                  </a:cubicBezTo>
                  <a:cubicBezTo>
                    <a:pt x="160460" y="12308"/>
                    <a:pt x="161652" y="12999"/>
                    <a:pt x="163017" y="12999"/>
                  </a:cubicBezTo>
                  <a:cubicBezTo>
                    <a:pt x="163570" y="12999"/>
                    <a:pt x="163795" y="12913"/>
                    <a:pt x="164002" y="12274"/>
                  </a:cubicBezTo>
                  <a:cubicBezTo>
                    <a:pt x="164745" y="10182"/>
                    <a:pt x="163311" y="10010"/>
                    <a:pt x="161998" y="9923"/>
                  </a:cubicBezTo>
                  <a:cubicBezTo>
                    <a:pt x="160218" y="9820"/>
                    <a:pt x="158438" y="9543"/>
                    <a:pt x="156710" y="9076"/>
                  </a:cubicBezTo>
                  <a:cubicBezTo>
                    <a:pt x="153313" y="8169"/>
                    <a:pt x="149984" y="6872"/>
                    <a:pt x="146431" y="6872"/>
                  </a:cubicBezTo>
                  <a:cubicBezTo>
                    <a:pt x="145249" y="6872"/>
                    <a:pt x="144041" y="7016"/>
                    <a:pt x="142798" y="7366"/>
                  </a:cubicBezTo>
                  <a:cubicBezTo>
                    <a:pt x="142441" y="7468"/>
                    <a:pt x="142044" y="7507"/>
                    <a:pt x="141624" y="7507"/>
                  </a:cubicBezTo>
                  <a:cubicBezTo>
                    <a:pt x="140475" y="7507"/>
                    <a:pt x="139148" y="7211"/>
                    <a:pt x="137959" y="7072"/>
                  </a:cubicBezTo>
                  <a:cubicBezTo>
                    <a:pt x="135760" y="6810"/>
                    <a:pt x="133765" y="5577"/>
                    <a:pt x="131513" y="5577"/>
                  </a:cubicBezTo>
                  <a:cubicBezTo>
                    <a:pt x="131235" y="5577"/>
                    <a:pt x="130953" y="5596"/>
                    <a:pt x="130666" y="5637"/>
                  </a:cubicBezTo>
                  <a:cubicBezTo>
                    <a:pt x="130197" y="5701"/>
                    <a:pt x="129713" y="5752"/>
                    <a:pt x="129231" y="5752"/>
                  </a:cubicBezTo>
                  <a:cubicBezTo>
                    <a:pt x="128525" y="5752"/>
                    <a:pt x="127823" y="5641"/>
                    <a:pt x="127175" y="5292"/>
                  </a:cubicBezTo>
                  <a:cubicBezTo>
                    <a:pt x="124583" y="3857"/>
                    <a:pt x="121352" y="4808"/>
                    <a:pt x="118811" y="3097"/>
                  </a:cubicBezTo>
                  <a:cubicBezTo>
                    <a:pt x="118623" y="2965"/>
                    <a:pt x="118385" y="2894"/>
                    <a:pt x="118144" y="2894"/>
                  </a:cubicBezTo>
                  <a:cubicBezTo>
                    <a:pt x="117786" y="2894"/>
                    <a:pt x="117421" y="3050"/>
                    <a:pt x="117204" y="3391"/>
                  </a:cubicBezTo>
                  <a:cubicBezTo>
                    <a:pt x="116737" y="4117"/>
                    <a:pt x="117601" y="4134"/>
                    <a:pt x="117930" y="4462"/>
                  </a:cubicBezTo>
                  <a:cubicBezTo>
                    <a:pt x="118103" y="4670"/>
                    <a:pt x="118154" y="4946"/>
                    <a:pt x="118068" y="5188"/>
                  </a:cubicBezTo>
                  <a:cubicBezTo>
                    <a:pt x="117958" y="5398"/>
                    <a:pt x="116241" y="5510"/>
                    <a:pt x="114740" y="5510"/>
                  </a:cubicBezTo>
                  <a:cubicBezTo>
                    <a:pt x="113645" y="5510"/>
                    <a:pt x="112664" y="5450"/>
                    <a:pt x="112503" y="5326"/>
                  </a:cubicBezTo>
                  <a:cubicBezTo>
                    <a:pt x="111242" y="4410"/>
                    <a:pt x="109825" y="3719"/>
                    <a:pt x="108321" y="3287"/>
                  </a:cubicBezTo>
                  <a:cubicBezTo>
                    <a:pt x="108108" y="3224"/>
                    <a:pt x="107902" y="3198"/>
                    <a:pt x="107703" y="3198"/>
                  </a:cubicBezTo>
                  <a:cubicBezTo>
                    <a:pt x="106742" y="3198"/>
                    <a:pt x="105934" y="3807"/>
                    <a:pt x="105084" y="3807"/>
                  </a:cubicBezTo>
                  <a:cubicBezTo>
                    <a:pt x="105000" y="3807"/>
                    <a:pt x="104915" y="3801"/>
                    <a:pt x="104830" y="3788"/>
                  </a:cubicBezTo>
                  <a:cubicBezTo>
                    <a:pt x="102083" y="3391"/>
                    <a:pt x="99266" y="3909"/>
                    <a:pt x="96760" y="1559"/>
                  </a:cubicBezTo>
                  <a:cubicBezTo>
                    <a:pt x="95295" y="185"/>
                    <a:pt x="93272" y="50"/>
                    <a:pt x="91223" y="50"/>
                  </a:cubicBezTo>
                  <a:cubicBezTo>
                    <a:pt x="90718" y="50"/>
                    <a:pt x="90212" y="58"/>
                    <a:pt x="89713" y="58"/>
                  </a:cubicBezTo>
                  <a:cubicBezTo>
                    <a:pt x="89152" y="58"/>
                    <a:pt x="88600" y="48"/>
                    <a:pt x="88067" y="4"/>
                  </a:cubicBezTo>
                  <a:cubicBezTo>
                    <a:pt x="88037" y="2"/>
                    <a:pt x="88007" y="1"/>
                    <a:pt x="879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53"/>
            <p:cNvSpPr/>
            <p:nvPr/>
          </p:nvSpPr>
          <p:spPr>
            <a:xfrm>
              <a:off x="5913800" y="3523050"/>
              <a:ext cx="1109075" cy="813875"/>
            </a:xfrm>
            <a:custGeom>
              <a:avLst/>
              <a:gdLst/>
              <a:ahLst/>
              <a:cxnLst/>
              <a:rect l="l" t="t" r="r" b="b"/>
              <a:pathLst>
                <a:path w="44363" h="32555" extrusionOk="0">
                  <a:moveTo>
                    <a:pt x="28245" y="1"/>
                  </a:moveTo>
                  <a:cubicBezTo>
                    <a:pt x="27747" y="1"/>
                    <a:pt x="27602" y="373"/>
                    <a:pt x="27634" y="804"/>
                  </a:cubicBezTo>
                  <a:cubicBezTo>
                    <a:pt x="27737" y="2117"/>
                    <a:pt x="27979" y="3482"/>
                    <a:pt x="27996" y="4778"/>
                  </a:cubicBezTo>
                  <a:cubicBezTo>
                    <a:pt x="28014" y="5660"/>
                    <a:pt x="28567" y="7094"/>
                    <a:pt x="27634" y="7267"/>
                  </a:cubicBezTo>
                  <a:cubicBezTo>
                    <a:pt x="27521" y="7286"/>
                    <a:pt x="27406" y="7295"/>
                    <a:pt x="27290" y="7295"/>
                  </a:cubicBezTo>
                  <a:cubicBezTo>
                    <a:pt x="25431" y="7295"/>
                    <a:pt x="23230" y="4918"/>
                    <a:pt x="23555" y="3275"/>
                  </a:cubicBezTo>
                  <a:cubicBezTo>
                    <a:pt x="23754" y="2264"/>
                    <a:pt x="23333" y="1317"/>
                    <a:pt x="22034" y="1317"/>
                  </a:cubicBezTo>
                  <a:cubicBezTo>
                    <a:pt x="21978" y="1317"/>
                    <a:pt x="21920" y="1318"/>
                    <a:pt x="21862" y="1322"/>
                  </a:cubicBezTo>
                  <a:cubicBezTo>
                    <a:pt x="21814" y="1325"/>
                    <a:pt x="21765" y="1327"/>
                    <a:pt x="21716" y="1327"/>
                  </a:cubicBezTo>
                  <a:cubicBezTo>
                    <a:pt x="20777" y="1327"/>
                    <a:pt x="19668" y="752"/>
                    <a:pt x="18692" y="752"/>
                  </a:cubicBezTo>
                  <a:cubicBezTo>
                    <a:pt x="18107" y="752"/>
                    <a:pt x="17570" y="958"/>
                    <a:pt x="17144" y="1616"/>
                  </a:cubicBezTo>
                  <a:cubicBezTo>
                    <a:pt x="16642" y="2376"/>
                    <a:pt x="15295" y="2826"/>
                    <a:pt x="15191" y="4035"/>
                  </a:cubicBezTo>
                  <a:cubicBezTo>
                    <a:pt x="15162" y="4430"/>
                    <a:pt x="15144" y="4616"/>
                    <a:pt x="15002" y="4616"/>
                  </a:cubicBezTo>
                  <a:cubicBezTo>
                    <a:pt x="14889" y="4616"/>
                    <a:pt x="14698" y="4499"/>
                    <a:pt x="14361" y="4277"/>
                  </a:cubicBezTo>
                  <a:cubicBezTo>
                    <a:pt x="13724" y="3844"/>
                    <a:pt x="13113" y="3612"/>
                    <a:pt x="12606" y="3612"/>
                  </a:cubicBezTo>
                  <a:cubicBezTo>
                    <a:pt x="12042" y="3612"/>
                    <a:pt x="11607" y="3900"/>
                    <a:pt x="11406" y="4519"/>
                  </a:cubicBezTo>
                  <a:cubicBezTo>
                    <a:pt x="10784" y="6334"/>
                    <a:pt x="8710" y="7215"/>
                    <a:pt x="8624" y="9392"/>
                  </a:cubicBezTo>
                  <a:cubicBezTo>
                    <a:pt x="8607" y="10153"/>
                    <a:pt x="7933" y="10619"/>
                    <a:pt x="7086" y="10879"/>
                  </a:cubicBezTo>
                  <a:cubicBezTo>
                    <a:pt x="5669" y="11311"/>
                    <a:pt x="4355" y="11864"/>
                    <a:pt x="3007" y="12382"/>
                  </a:cubicBezTo>
                  <a:cubicBezTo>
                    <a:pt x="1003" y="13160"/>
                    <a:pt x="0" y="16910"/>
                    <a:pt x="1538" y="19018"/>
                  </a:cubicBezTo>
                  <a:cubicBezTo>
                    <a:pt x="2835" y="20798"/>
                    <a:pt x="3128" y="22595"/>
                    <a:pt x="3992" y="24375"/>
                  </a:cubicBezTo>
                  <a:cubicBezTo>
                    <a:pt x="4494" y="25360"/>
                    <a:pt x="4424" y="26276"/>
                    <a:pt x="3750" y="26950"/>
                  </a:cubicBezTo>
                  <a:cubicBezTo>
                    <a:pt x="3353" y="27348"/>
                    <a:pt x="3509" y="27797"/>
                    <a:pt x="4148" y="28298"/>
                  </a:cubicBezTo>
                  <a:cubicBezTo>
                    <a:pt x="5020" y="28962"/>
                    <a:pt x="5824" y="29302"/>
                    <a:pt x="6549" y="29302"/>
                  </a:cubicBezTo>
                  <a:cubicBezTo>
                    <a:pt x="7089" y="29302"/>
                    <a:pt x="7586" y="29114"/>
                    <a:pt x="8036" y="28730"/>
                  </a:cubicBezTo>
                  <a:cubicBezTo>
                    <a:pt x="8740" y="28095"/>
                    <a:pt x="9643" y="27747"/>
                    <a:pt x="10576" y="27747"/>
                  </a:cubicBezTo>
                  <a:cubicBezTo>
                    <a:pt x="10811" y="27747"/>
                    <a:pt x="11049" y="27769"/>
                    <a:pt x="11285" y="27814"/>
                  </a:cubicBezTo>
                  <a:cubicBezTo>
                    <a:pt x="11420" y="27836"/>
                    <a:pt x="11551" y="27846"/>
                    <a:pt x="11676" y="27846"/>
                  </a:cubicBezTo>
                  <a:cubicBezTo>
                    <a:pt x="12065" y="27846"/>
                    <a:pt x="12402" y="27743"/>
                    <a:pt x="12650" y="27521"/>
                  </a:cubicBezTo>
                  <a:cubicBezTo>
                    <a:pt x="14551" y="25793"/>
                    <a:pt x="17368" y="25343"/>
                    <a:pt x="20047" y="24790"/>
                  </a:cubicBezTo>
                  <a:cubicBezTo>
                    <a:pt x="20247" y="24746"/>
                    <a:pt x="20464" y="24721"/>
                    <a:pt x="20691" y="24721"/>
                  </a:cubicBezTo>
                  <a:cubicBezTo>
                    <a:pt x="21623" y="24721"/>
                    <a:pt x="22712" y="25150"/>
                    <a:pt x="23365" y="26484"/>
                  </a:cubicBezTo>
                  <a:cubicBezTo>
                    <a:pt x="23667" y="27105"/>
                    <a:pt x="23855" y="28198"/>
                    <a:pt x="25083" y="28198"/>
                  </a:cubicBezTo>
                  <a:cubicBezTo>
                    <a:pt x="25120" y="28198"/>
                    <a:pt x="25158" y="28197"/>
                    <a:pt x="25197" y="28195"/>
                  </a:cubicBezTo>
                  <a:cubicBezTo>
                    <a:pt x="25345" y="28183"/>
                    <a:pt x="25455" y="28022"/>
                    <a:pt x="25593" y="28022"/>
                  </a:cubicBezTo>
                  <a:cubicBezTo>
                    <a:pt x="25664" y="28022"/>
                    <a:pt x="25742" y="28065"/>
                    <a:pt x="25836" y="28195"/>
                  </a:cubicBezTo>
                  <a:cubicBezTo>
                    <a:pt x="25923" y="28298"/>
                    <a:pt x="25767" y="28592"/>
                    <a:pt x="25612" y="28713"/>
                  </a:cubicBezTo>
                  <a:cubicBezTo>
                    <a:pt x="25318" y="28938"/>
                    <a:pt x="24903" y="29128"/>
                    <a:pt x="25283" y="29646"/>
                  </a:cubicBezTo>
                  <a:cubicBezTo>
                    <a:pt x="25508" y="29871"/>
                    <a:pt x="25802" y="30026"/>
                    <a:pt x="26113" y="30078"/>
                  </a:cubicBezTo>
                  <a:cubicBezTo>
                    <a:pt x="26172" y="30086"/>
                    <a:pt x="26229" y="30090"/>
                    <a:pt x="26283" y="30090"/>
                  </a:cubicBezTo>
                  <a:cubicBezTo>
                    <a:pt x="26710" y="30090"/>
                    <a:pt x="27006" y="29856"/>
                    <a:pt x="27098" y="29473"/>
                  </a:cubicBezTo>
                  <a:cubicBezTo>
                    <a:pt x="27115" y="29335"/>
                    <a:pt x="27098" y="29197"/>
                    <a:pt x="27029" y="29076"/>
                  </a:cubicBezTo>
                  <a:cubicBezTo>
                    <a:pt x="26976" y="28903"/>
                    <a:pt x="26992" y="28848"/>
                    <a:pt x="27041" y="28848"/>
                  </a:cubicBezTo>
                  <a:cubicBezTo>
                    <a:pt x="27105" y="28848"/>
                    <a:pt x="27225" y="28941"/>
                    <a:pt x="27322" y="28990"/>
                  </a:cubicBezTo>
                  <a:cubicBezTo>
                    <a:pt x="27824" y="29266"/>
                    <a:pt x="28463" y="29473"/>
                    <a:pt x="28169" y="30113"/>
                  </a:cubicBezTo>
                  <a:cubicBezTo>
                    <a:pt x="27945" y="30597"/>
                    <a:pt x="28117" y="31029"/>
                    <a:pt x="28809" y="31461"/>
                  </a:cubicBezTo>
                  <a:cubicBezTo>
                    <a:pt x="30199" y="32318"/>
                    <a:pt x="31628" y="32554"/>
                    <a:pt x="32898" y="32554"/>
                  </a:cubicBezTo>
                  <a:cubicBezTo>
                    <a:pt x="33522" y="32554"/>
                    <a:pt x="34108" y="32497"/>
                    <a:pt x="34633" y="32429"/>
                  </a:cubicBezTo>
                  <a:cubicBezTo>
                    <a:pt x="36672" y="32135"/>
                    <a:pt x="39299" y="31824"/>
                    <a:pt x="39299" y="29145"/>
                  </a:cubicBezTo>
                  <a:cubicBezTo>
                    <a:pt x="39299" y="28938"/>
                    <a:pt x="39541" y="28799"/>
                    <a:pt x="39592" y="28575"/>
                  </a:cubicBezTo>
                  <a:cubicBezTo>
                    <a:pt x="40024" y="26968"/>
                    <a:pt x="41804" y="26363"/>
                    <a:pt x="42496" y="24998"/>
                  </a:cubicBezTo>
                  <a:cubicBezTo>
                    <a:pt x="44224" y="21559"/>
                    <a:pt x="44362" y="17722"/>
                    <a:pt x="40232" y="13661"/>
                  </a:cubicBezTo>
                  <a:cubicBezTo>
                    <a:pt x="38953" y="12399"/>
                    <a:pt x="38037" y="10671"/>
                    <a:pt x="36309" y="9859"/>
                  </a:cubicBezTo>
                  <a:cubicBezTo>
                    <a:pt x="34494" y="9012"/>
                    <a:pt x="34080" y="7716"/>
                    <a:pt x="33509" y="6472"/>
                  </a:cubicBezTo>
                  <a:cubicBezTo>
                    <a:pt x="33388" y="5608"/>
                    <a:pt x="33008" y="4761"/>
                    <a:pt x="32213" y="4346"/>
                  </a:cubicBezTo>
                  <a:cubicBezTo>
                    <a:pt x="30658" y="3465"/>
                    <a:pt x="30278" y="2100"/>
                    <a:pt x="29414" y="942"/>
                  </a:cubicBezTo>
                  <a:cubicBezTo>
                    <a:pt x="29120" y="544"/>
                    <a:pt x="28947" y="78"/>
                    <a:pt x="28377" y="9"/>
                  </a:cubicBezTo>
                  <a:cubicBezTo>
                    <a:pt x="28330" y="3"/>
                    <a:pt x="28287" y="1"/>
                    <a:pt x="282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53"/>
            <p:cNvSpPr/>
            <p:nvPr/>
          </p:nvSpPr>
          <p:spPr>
            <a:xfrm>
              <a:off x="6442175" y="3238700"/>
              <a:ext cx="571625" cy="311800"/>
            </a:xfrm>
            <a:custGeom>
              <a:avLst/>
              <a:gdLst/>
              <a:ahLst/>
              <a:cxnLst/>
              <a:rect l="l" t="t" r="r" b="b"/>
              <a:pathLst>
                <a:path w="22865" h="12472" extrusionOk="0">
                  <a:moveTo>
                    <a:pt x="3070" y="1"/>
                  </a:moveTo>
                  <a:cubicBezTo>
                    <a:pt x="2939" y="1"/>
                    <a:pt x="2792" y="15"/>
                    <a:pt x="2627" y="46"/>
                  </a:cubicBezTo>
                  <a:cubicBezTo>
                    <a:pt x="1833" y="202"/>
                    <a:pt x="830" y="29"/>
                    <a:pt x="415" y="927"/>
                  </a:cubicBezTo>
                  <a:cubicBezTo>
                    <a:pt x="1" y="1826"/>
                    <a:pt x="934" y="1861"/>
                    <a:pt x="1400" y="2189"/>
                  </a:cubicBezTo>
                  <a:cubicBezTo>
                    <a:pt x="1504" y="2258"/>
                    <a:pt x="1366" y="2569"/>
                    <a:pt x="1435" y="2742"/>
                  </a:cubicBezTo>
                  <a:cubicBezTo>
                    <a:pt x="1757" y="3623"/>
                    <a:pt x="1963" y="4886"/>
                    <a:pt x="3062" y="4886"/>
                  </a:cubicBezTo>
                  <a:cubicBezTo>
                    <a:pt x="3084" y="4886"/>
                    <a:pt x="3106" y="4886"/>
                    <a:pt x="3129" y="4885"/>
                  </a:cubicBezTo>
                  <a:cubicBezTo>
                    <a:pt x="3207" y="4880"/>
                    <a:pt x="3284" y="4878"/>
                    <a:pt x="3360" y="4878"/>
                  </a:cubicBezTo>
                  <a:cubicBezTo>
                    <a:pt x="4698" y="4878"/>
                    <a:pt x="5731" y="5570"/>
                    <a:pt x="6810" y="6077"/>
                  </a:cubicBezTo>
                  <a:cubicBezTo>
                    <a:pt x="7328" y="6319"/>
                    <a:pt x="8019" y="7322"/>
                    <a:pt x="7207" y="8203"/>
                  </a:cubicBezTo>
                  <a:cubicBezTo>
                    <a:pt x="6913" y="8531"/>
                    <a:pt x="6948" y="8911"/>
                    <a:pt x="7121" y="9292"/>
                  </a:cubicBezTo>
                  <a:cubicBezTo>
                    <a:pt x="7274" y="9613"/>
                    <a:pt x="7597" y="9810"/>
                    <a:pt x="7934" y="9810"/>
                  </a:cubicBezTo>
                  <a:cubicBezTo>
                    <a:pt x="8014" y="9810"/>
                    <a:pt x="8095" y="9799"/>
                    <a:pt x="8175" y="9775"/>
                  </a:cubicBezTo>
                  <a:cubicBezTo>
                    <a:pt x="8275" y="9755"/>
                    <a:pt x="8368" y="9745"/>
                    <a:pt x="8457" y="9745"/>
                  </a:cubicBezTo>
                  <a:cubicBezTo>
                    <a:pt x="8811" y="9745"/>
                    <a:pt x="9087" y="9900"/>
                    <a:pt x="9419" y="10121"/>
                  </a:cubicBezTo>
                  <a:cubicBezTo>
                    <a:pt x="10079" y="10569"/>
                    <a:pt x="10930" y="10787"/>
                    <a:pt x="11688" y="10787"/>
                  </a:cubicBezTo>
                  <a:cubicBezTo>
                    <a:pt x="12538" y="10787"/>
                    <a:pt x="13270" y="10513"/>
                    <a:pt x="13480" y="9983"/>
                  </a:cubicBezTo>
                  <a:cubicBezTo>
                    <a:pt x="13648" y="9563"/>
                    <a:pt x="13555" y="9014"/>
                    <a:pt x="14230" y="9014"/>
                  </a:cubicBezTo>
                  <a:cubicBezTo>
                    <a:pt x="14250" y="9014"/>
                    <a:pt x="14271" y="9014"/>
                    <a:pt x="14293" y="9015"/>
                  </a:cubicBezTo>
                  <a:cubicBezTo>
                    <a:pt x="15036" y="9050"/>
                    <a:pt x="15381" y="9516"/>
                    <a:pt x="15450" y="10138"/>
                  </a:cubicBezTo>
                  <a:cubicBezTo>
                    <a:pt x="15640" y="11486"/>
                    <a:pt x="16522" y="11953"/>
                    <a:pt x="17697" y="11988"/>
                  </a:cubicBezTo>
                  <a:cubicBezTo>
                    <a:pt x="18224" y="11988"/>
                    <a:pt x="18870" y="12472"/>
                    <a:pt x="19366" y="12472"/>
                  </a:cubicBezTo>
                  <a:cubicBezTo>
                    <a:pt x="19602" y="12472"/>
                    <a:pt x="19804" y="12362"/>
                    <a:pt x="19944" y="12039"/>
                  </a:cubicBezTo>
                  <a:cubicBezTo>
                    <a:pt x="20289" y="11210"/>
                    <a:pt x="19287" y="10398"/>
                    <a:pt x="18596" y="9758"/>
                  </a:cubicBezTo>
                  <a:cubicBezTo>
                    <a:pt x="18164" y="9361"/>
                    <a:pt x="17420" y="8825"/>
                    <a:pt x="17749" y="8272"/>
                  </a:cubicBezTo>
                  <a:cubicBezTo>
                    <a:pt x="17984" y="7884"/>
                    <a:pt x="18253" y="7197"/>
                    <a:pt x="18937" y="7197"/>
                  </a:cubicBezTo>
                  <a:cubicBezTo>
                    <a:pt x="19107" y="7197"/>
                    <a:pt x="19302" y="7239"/>
                    <a:pt x="19529" y="7339"/>
                  </a:cubicBezTo>
                  <a:cubicBezTo>
                    <a:pt x="19732" y="7429"/>
                    <a:pt x="19935" y="7468"/>
                    <a:pt x="20135" y="7468"/>
                  </a:cubicBezTo>
                  <a:cubicBezTo>
                    <a:pt x="20854" y="7468"/>
                    <a:pt x="21544" y="6970"/>
                    <a:pt x="22138" y="6578"/>
                  </a:cubicBezTo>
                  <a:cubicBezTo>
                    <a:pt x="22795" y="6146"/>
                    <a:pt x="22864" y="5248"/>
                    <a:pt x="22311" y="4643"/>
                  </a:cubicBezTo>
                  <a:cubicBezTo>
                    <a:pt x="22115" y="4425"/>
                    <a:pt x="21948" y="4340"/>
                    <a:pt x="21799" y="4340"/>
                  </a:cubicBezTo>
                  <a:cubicBezTo>
                    <a:pt x="21465" y="4340"/>
                    <a:pt x="21227" y="4774"/>
                    <a:pt x="20963" y="5110"/>
                  </a:cubicBezTo>
                  <a:cubicBezTo>
                    <a:pt x="20756" y="5334"/>
                    <a:pt x="20479" y="5472"/>
                    <a:pt x="20168" y="5507"/>
                  </a:cubicBezTo>
                  <a:cubicBezTo>
                    <a:pt x="20112" y="5512"/>
                    <a:pt x="20051" y="5514"/>
                    <a:pt x="19986" y="5514"/>
                  </a:cubicBezTo>
                  <a:cubicBezTo>
                    <a:pt x="18639" y="5514"/>
                    <a:pt x="15548" y="4518"/>
                    <a:pt x="14344" y="3727"/>
                  </a:cubicBezTo>
                  <a:cubicBezTo>
                    <a:pt x="13999" y="3485"/>
                    <a:pt x="13636" y="3295"/>
                    <a:pt x="13238" y="3139"/>
                  </a:cubicBezTo>
                  <a:cubicBezTo>
                    <a:pt x="11925" y="2690"/>
                    <a:pt x="10473" y="2465"/>
                    <a:pt x="9298" y="1774"/>
                  </a:cubicBezTo>
                  <a:cubicBezTo>
                    <a:pt x="8770" y="1458"/>
                    <a:pt x="8301" y="1322"/>
                    <a:pt x="7877" y="1322"/>
                  </a:cubicBezTo>
                  <a:cubicBezTo>
                    <a:pt x="7093" y="1322"/>
                    <a:pt x="6459" y="1787"/>
                    <a:pt x="5876" y="2448"/>
                  </a:cubicBezTo>
                  <a:cubicBezTo>
                    <a:pt x="5497" y="2886"/>
                    <a:pt x="5240" y="3062"/>
                    <a:pt x="5050" y="3062"/>
                  </a:cubicBezTo>
                  <a:cubicBezTo>
                    <a:pt x="4739" y="3062"/>
                    <a:pt x="4614" y="2586"/>
                    <a:pt x="4442" y="2016"/>
                  </a:cubicBezTo>
                  <a:cubicBezTo>
                    <a:pt x="4193" y="1191"/>
                    <a:pt x="4266" y="1"/>
                    <a:pt x="30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53"/>
            <p:cNvSpPr/>
            <p:nvPr/>
          </p:nvSpPr>
          <p:spPr>
            <a:xfrm>
              <a:off x="5898675" y="3029225"/>
              <a:ext cx="282150" cy="318450"/>
            </a:xfrm>
            <a:custGeom>
              <a:avLst/>
              <a:gdLst/>
              <a:ahLst/>
              <a:cxnLst/>
              <a:rect l="l" t="t" r="r" b="b"/>
              <a:pathLst>
                <a:path w="11286" h="12738" extrusionOk="0">
                  <a:moveTo>
                    <a:pt x="8163" y="0"/>
                  </a:moveTo>
                  <a:cubicBezTo>
                    <a:pt x="7646" y="0"/>
                    <a:pt x="7307" y="634"/>
                    <a:pt x="7121" y="1115"/>
                  </a:cubicBezTo>
                  <a:cubicBezTo>
                    <a:pt x="6498" y="2618"/>
                    <a:pt x="5081" y="3362"/>
                    <a:pt x="4027" y="4450"/>
                  </a:cubicBezTo>
                  <a:cubicBezTo>
                    <a:pt x="3562" y="4916"/>
                    <a:pt x="2753" y="5709"/>
                    <a:pt x="2170" y="5709"/>
                  </a:cubicBezTo>
                  <a:cubicBezTo>
                    <a:pt x="2125" y="5709"/>
                    <a:pt x="2082" y="5704"/>
                    <a:pt x="2040" y="5695"/>
                  </a:cubicBezTo>
                  <a:cubicBezTo>
                    <a:pt x="1767" y="5631"/>
                    <a:pt x="1536" y="5602"/>
                    <a:pt x="1339" y="5602"/>
                  </a:cubicBezTo>
                  <a:cubicBezTo>
                    <a:pt x="150" y="5602"/>
                    <a:pt x="215" y="6659"/>
                    <a:pt x="52" y="7475"/>
                  </a:cubicBezTo>
                  <a:cubicBezTo>
                    <a:pt x="1" y="9410"/>
                    <a:pt x="1625" y="11518"/>
                    <a:pt x="3267" y="12123"/>
                  </a:cubicBezTo>
                  <a:cubicBezTo>
                    <a:pt x="3638" y="12262"/>
                    <a:pt x="4019" y="12277"/>
                    <a:pt x="4389" y="12277"/>
                  </a:cubicBezTo>
                  <a:cubicBezTo>
                    <a:pt x="4488" y="12277"/>
                    <a:pt x="4586" y="12276"/>
                    <a:pt x="4683" y="12276"/>
                  </a:cubicBezTo>
                  <a:cubicBezTo>
                    <a:pt x="5034" y="12276"/>
                    <a:pt x="5369" y="12290"/>
                    <a:pt x="5669" y="12417"/>
                  </a:cubicBezTo>
                  <a:cubicBezTo>
                    <a:pt x="6156" y="12630"/>
                    <a:pt x="6559" y="12738"/>
                    <a:pt x="6895" y="12738"/>
                  </a:cubicBezTo>
                  <a:cubicBezTo>
                    <a:pt x="7678" y="12738"/>
                    <a:pt x="8093" y="12148"/>
                    <a:pt x="8348" y="10914"/>
                  </a:cubicBezTo>
                  <a:cubicBezTo>
                    <a:pt x="8572" y="9773"/>
                    <a:pt x="9073" y="8235"/>
                    <a:pt x="9937" y="7786"/>
                  </a:cubicBezTo>
                  <a:cubicBezTo>
                    <a:pt x="11268" y="7094"/>
                    <a:pt x="10577" y="6697"/>
                    <a:pt x="10231" y="6023"/>
                  </a:cubicBezTo>
                  <a:cubicBezTo>
                    <a:pt x="9782" y="5124"/>
                    <a:pt x="8797" y="4278"/>
                    <a:pt x="10058" y="3189"/>
                  </a:cubicBezTo>
                  <a:cubicBezTo>
                    <a:pt x="10404" y="2895"/>
                    <a:pt x="11285" y="2618"/>
                    <a:pt x="10853" y="1945"/>
                  </a:cubicBezTo>
                  <a:cubicBezTo>
                    <a:pt x="10266" y="1063"/>
                    <a:pt x="9402" y="286"/>
                    <a:pt x="8348" y="26"/>
                  </a:cubicBezTo>
                  <a:cubicBezTo>
                    <a:pt x="8284" y="9"/>
                    <a:pt x="8222" y="0"/>
                    <a:pt x="81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53"/>
            <p:cNvSpPr/>
            <p:nvPr/>
          </p:nvSpPr>
          <p:spPr>
            <a:xfrm>
              <a:off x="5544400" y="3065225"/>
              <a:ext cx="541800" cy="430700"/>
            </a:xfrm>
            <a:custGeom>
              <a:avLst/>
              <a:gdLst/>
              <a:ahLst/>
              <a:cxnLst/>
              <a:rect l="l" t="t" r="r" b="b"/>
              <a:pathLst>
                <a:path w="21672" h="17228" extrusionOk="0">
                  <a:moveTo>
                    <a:pt x="7484" y="4583"/>
                  </a:moveTo>
                  <a:lnTo>
                    <a:pt x="7484" y="4583"/>
                  </a:lnTo>
                  <a:cubicBezTo>
                    <a:pt x="7486" y="4586"/>
                    <a:pt x="7488" y="4589"/>
                    <a:pt x="7491" y="4592"/>
                  </a:cubicBezTo>
                  <a:lnTo>
                    <a:pt x="7491" y="4592"/>
                  </a:lnTo>
                  <a:cubicBezTo>
                    <a:pt x="7494" y="4595"/>
                    <a:pt x="7498" y="4597"/>
                    <a:pt x="7501" y="4600"/>
                  </a:cubicBezTo>
                  <a:lnTo>
                    <a:pt x="7484" y="4583"/>
                  </a:lnTo>
                  <a:close/>
                  <a:moveTo>
                    <a:pt x="1210" y="0"/>
                  </a:moveTo>
                  <a:cubicBezTo>
                    <a:pt x="910" y="0"/>
                    <a:pt x="646" y="84"/>
                    <a:pt x="415" y="314"/>
                  </a:cubicBezTo>
                  <a:cubicBezTo>
                    <a:pt x="1" y="712"/>
                    <a:pt x="260" y="1127"/>
                    <a:pt x="571" y="1403"/>
                  </a:cubicBezTo>
                  <a:cubicBezTo>
                    <a:pt x="1833" y="2561"/>
                    <a:pt x="2939" y="3874"/>
                    <a:pt x="3872" y="5309"/>
                  </a:cubicBezTo>
                  <a:cubicBezTo>
                    <a:pt x="5894" y="8264"/>
                    <a:pt x="6948" y="12014"/>
                    <a:pt x="10663" y="13552"/>
                  </a:cubicBezTo>
                  <a:cubicBezTo>
                    <a:pt x="10715" y="13587"/>
                    <a:pt x="10733" y="13656"/>
                    <a:pt x="10733" y="13725"/>
                  </a:cubicBezTo>
                  <a:cubicBezTo>
                    <a:pt x="10007" y="15522"/>
                    <a:pt x="11579" y="15401"/>
                    <a:pt x="12478" y="15660"/>
                  </a:cubicBezTo>
                  <a:cubicBezTo>
                    <a:pt x="14932" y="16334"/>
                    <a:pt x="17420" y="16801"/>
                    <a:pt x="19961" y="17043"/>
                  </a:cubicBezTo>
                  <a:cubicBezTo>
                    <a:pt x="20276" y="17079"/>
                    <a:pt x="20618" y="17227"/>
                    <a:pt x="20904" y="17227"/>
                  </a:cubicBezTo>
                  <a:cubicBezTo>
                    <a:pt x="21167" y="17227"/>
                    <a:pt x="21382" y="17101"/>
                    <a:pt x="21482" y="16645"/>
                  </a:cubicBezTo>
                  <a:cubicBezTo>
                    <a:pt x="21672" y="15816"/>
                    <a:pt x="20842" y="15626"/>
                    <a:pt x="20306" y="15280"/>
                  </a:cubicBezTo>
                  <a:cubicBezTo>
                    <a:pt x="18129" y="13932"/>
                    <a:pt x="15502" y="14347"/>
                    <a:pt x="13204" y="13448"/>
                  </a:cubicBezTo>
                  <a:cubicBezTo>
                    <a:pt x="13103" y="13410"/>
                    <a:pt x="12986" y="13400"/>
                    <a:pt x="12863" y="13400"/>
                  </a:cubicBezTo>
                  <a:cubicBezTo>
                    <a:pt x="12726" y="13400"/>
                    <a:pt x="12582" y="13412"/>
                    <a:pt x="12448" y="13412"/>
                  </a:cubicBezTo>
                  <a:cubicBezTo>
                    <a:pt x="12162" y="13412"/>
                    <a:pt x="11919" y="13355"/>
                    <a:pt x="11873" y="12999"/>
                  </a:cubicBezTo>
                  <a:cubicBezTo>
                    <a:pt x="11769" y="12221"/>
                    <a:pt x="11614" y="11288"/>
                    <a:pt x="12409" y="10666"/>
                  </a:cubicBezTo>
                  <a:cubicBezTo>
                    <a:pt x="12979" y="10199"/>
                    <a:pt x="12806" y="9836"/>
                    <a:pt x="12478" y="9249"/>
                  </a:cubicBezTo>
                  <a:cubicBezTo>
                    <a:pt x="11908" y="8195"/>
                    <a:pt x="10352" y="8558"/>
                    <a:pt x="10076" y="7849"/>
                  </a:cubicBezTo>
                  <a:cubicBezTo>
                    <a:pt x="9542" y="6419"/>
                    <a:pt x="8354" y="5659"/>
                    <a:pt x="7491" y="4592"/>
                  </a:cubicBezTo>
                  <a:lnTo>
                    <a:pt x="7491" y="4592"/>
                  </a:lnTo>
                  <a:cubicBezTo>
                    <a:pt x="6993" y="4179"/>
                    <a:pt x="6512" y="3733"/>
                    <a:pt x="5980" y="3339"/>
                  </a:cubicBezTo>
                  <a:cubicBezTo>
                    <a:pt x="4563" y="2285"/>
                    <a:pt x="3682" y="522"/>
                    <a:pt x="1763" y="72"/>
                  </a:cubicBezTo>
                  <a:cubicBezTo>
                    <a:pt x="1567" y="28"/>
                    <a:pt x="1383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53"/>
            <p:cNvSpPr/>
            <p:nvPr/>
          </p:nvSpPr>
          <p:spPr>
            <a:xfrm>
              <a:off x="4388700" y="3530600"/>
              <a:ext cx="227275" cy="395425"/>
            </a:xfrm>
            <a:custGeom>
              <a:avLst/>
              <a:gdLst/>
              <a:ahLst/>
              <a:cxnLst/>
              <a:rect l="l" t="t" r="r" b="b"/>
              <a:pathLst>
                <a:path w="9091" h="15817" extrusionOk="0">
                  <a:moveTo>
                    <a:pt x="7622" y="0"/>
                  </a:moveTo>
                  <a:cubicBezTo>
                    <a:pt x="7155" y="0"/>
                    <a:pt x="6965" y="363"/>
                    <a:pt x="6740" y="761"/>
                  </a:cubicBezTo>
                  <a:cubicBezTo>
                    <a:pt x="5963" y="2212"/>
                    <a:pt x="5323" y="3802"/>
                    <a:pt x="3405" y="4200"/>
                  </a:cubicBezTo>
                  <a:cubicBezTo>
                    <a:pt x="2645" y="4338"/>
                    <a:pt x="2247" y="4891"/>
                    <a:pt x="2109" y="5738"/>
                  </a:cubicBezTo>
                  <a:cubicBezTo>
                    <a:pt x="1781" y="7587"/>
                    <a:pt x="1971" y="9471"/>
                    <a:pt x="917" y="11285"/>
                  </a:cubicBezTo>
                  <a:cubicBezTo>
                    <a:pt x="1" y="12910"/>
                    <a:pt x="1660" y="15813"/>
                    <a:pt x="3077" y="15813"/>
                  </a:cubicBezTo>
                  <a:cubicBezTo>
                    <a:pt x="3125" y="15815"/>
                    <a:pt x="3172" y="15816"/>
                    <a:pt x="3219" y="15816"/>
                  </a:cubicBezTo>
                  <a:cubicBezTo>
                    <a:pt x="4640" y="15816"/>
                    <a:pt x="5279" y="14808"/>
                    <a:pt x="5496" y="13670"/>
                  </a:cubicBezTo>
                  <a:cubicBezTo>
                    <a:pt x="6049" y="11095"/>
                    <a:pt x="7034" y="8676"/>
                    <a:pt x="8002" y="6256"/>
                  </a:cubicBezTo>
                  <a:cubicBezTo>
                    <a:pt x="8745" y="4373"/>
                    <a:pt x="9091" y="2645"/>
                    <a:pt x="8192" y="778"/>
                  </a:cubicBezTo>
                  <a:cubicBezTo>
                    <a:pt x="8054" y="467"/>
                    <a:pt x="8106" y="18"/>
                    <a:pt x="76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53"/>
            <p:cNvSpPr/>
            <p:nvPr/>
          </p:nvSpPr>
          <p:spPr>
            <a:xfrm>
              <a:off x="6438300" y="1893850"/>
              <a:ext cx="267450" cy="418275"/>
            </a:xfrm>
            <a:custGeom>
              <a:avLst/>
              <a:gdLst/>
              <a:ahLst/>
              <a:cxnLst/>
              <a:rect l="l" t="t" r="r" b="b"/>
              <a:pathLst>
                <a:path w="10698" h="16731" extrusionOk="0">
                  <a:moveTo>
                    <a:pt x="4909" y="1"/>
                  </a:moveTo>
                  <a:cubicBezTo>
                    <a:pt x="4667" y="1"/>
                    <a:pt x="4504" y="61"/>
                    <a:pt x="4562" y="216"/>
                  </a:cubicBezTo>
                  <a:cubicBezTo>
                    <a:pt x="5064" y="1633"/>
                    <a:pt x="3992" y="3465"/>
                    <a:pt x="5444" y="4502"/>
                  </a:cubicBezTo>
                  <a:cubicBezTo>
                    <a:pt x="6654" y="5366"/>
                    <a:pt x="6515" y="6627"/>
                    <a:pt x="6913" y="7647"/>
                  </a:cubicBezTo>
                  <a:cubicBezTo>
                    <a:pt x="6804" y="8207"/>
                    <a:pt x="6835" y="9062"/>
                    <a:pt x="6426" y="9062"/>
                  </a:cubicBezTo>
                  <a:cubicBezTo>
                    <a:pt x="6380" y="9062"/>
                    <a:pt x="6330" y="9052"/>
                    <a:pt x="6273" y="9029"/>
                  </a:cubicBezTo>
                  <a:cubicBezTo>
                    <a:pt x="6019" y="8928"/>
                    <a:pt x="5817" y="8884"/>
                    <a:pt x="5657" y="8884"/>
                  </a:cubicBezTo>
                  <a:cubicBezTo>
                    <a:pt x="5131" y="8884"/>
                    <a:pt x="5047" y="9360"/>
                    <a:pt x="4995" y="9876"/>
                  </a:cubicBezTo>
                  <a:cubicBezTo>
                    <a:pt x="4925" y="10533"/>
                    <a:pt x="4614" y="10757"/>
                    <a:pt x="4044" y="10896"/>
                  </a:cubicBezTo>
                  <a:cubicBezTo>
                    <a:pt x="726" y="11673"/>
                    <a:pt x="0" y="13229"/>
                    <a:pt x="1659" y="16028"/>
                  </a:cubicBezTo>
                  <a:cubicBezTo>
                    <a:pt x="1834" y="16314"/>
                    <a:pt x="1935" y="16730"/>
                    <a:pt x="2351" y="16730"/>
                  </a:cubicBezTo>
                  <a:cubicBezTo>
                    <a:pt x="2389" y="16730"/>
                    <a:pt x="2429" y="16727"/>
                    <a:pt x="2471" y="16720"/>
                  </a:cubicBezTo>
                  <a:cubicBezTo>
                    <a:pt x="3007" y="16633"/>
                    <a:pt x="3197" y="16236"/>
                    <a:pt x="3301" y="15752"/>
                  </a:cubicBezTo>
                  <a:cubicBezTo>
                    <a:pt x="3405" y="15251"/>
                    <a:pt x="3301" y="14784"/>
                    <a:pt x="4009" y="14542"/>
                  </a:cubicBezTo>
                  <a:cubicBezTo>
                    <a:pt x="5651" y="13955"/>
                    <a:pt x="7241" y="13194"/>
                    <a:pt x="8866" y="12555"/>
                  </a:cubicBezTo>
                  <a:cubicBezTo>
                    <a:pt x="9298" y="12399"/>
                    <a:pt x="9643" y="12261"/>
                    <a:pt x="9799" y="11829"/>
                  </a:cubicBezTo>
                  <a:cubicBezTo>
                    <a:pt x="10300" y="10308"/>
                    <a:pt x="8866" y="5746"/>
                    <a:pt x="7604" y="4709"/>
                  </a:cubicBezTo>
                  <a:cubicBezTo>
                    <a:pt x="7397" y="4536"/>
                    <a:pt x="6809" y="4571"/>
                    <a:pt x="7016" y="4139"/>
                  </a:cubicBezTo>
                  <a:cubicBezTo>
                    <a:pt x="7082" y="4008"/>
                    <a:pt x="7166" y="3963"/>
                    <a:pt x="7262" y="3963"/>
                  </a:cubicBezTo>
                  <a:cubicBezTo>
                    <a:pt x="7468" y="3963"/>
                    <a:pt x="7725" y="4173"/>
                    <a:pt x="7950" y="4173"/>
                  </a:cubicBezTo>
                  <a:cubicBezTo>
                    <a:pt x="7979" y="4174"/>
                    <a:pt x="8009" y="4175"/>
                    <a:pt x="8039" y="4175"/>
                  </a:cubicBezTo>
                  <a:cubicBezTo>
                    <a:pt x="9008" y="4175"/>
                    <a:pt x="9913" y="3634"/>
                    <a:pt x="10265" y="2946"/>
                  </a:cubicBezTo>
                  <a:cubicBezTo>
                    <a:pt x="10697" y="2117"/>
                    <a:pt x="9695" y="1667"/>
                    <a:pt x="8987" y="1581"/>
                  </a:cubicBezTo>
                  <a:cubicBezTo>
                    <a:pt x="7811" y="1443"/>
                    <a:pt x="6930" y="786"/>
                    <a:pt x="5962" y="250"/>
                  </a:cubicBezTo>
                  <a:cubicBezTo>
                    <a:pt x="5704" y="111"/>
                    <a:pt x="5235" y="1"/>
                    <a:pt x="49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53"/>
            <p:cNvSpPr/>
            <p:nvPr/>
          </p:nvSpPr>
          <p:spPr>
            <a:xfrm>
              <a:off x="6901875" y="4220725"/>
              <a:ext cx="468775" cy="354550"/>
            </a:xfrm>
            <a:custGeom>
              <a:avLst/>
              <a:gdLst/>
              <a:ahLst/>
              <a:cxnLst/>
              <a:rect l="l" t="t" r="r" b="b"/>
              <a:pathLst>
                <a:path w="18751" h="14182" extrusionOk="0">
                  <a:moveTo>
                    <a:pt x="15666" y="0"/>
                  </a:moveTo>
                  <a:cubicBezTo>
                    <a:pt x="15588" y="0"/>
                    <a:pt x="15504" y="9"/>
                    <a:pt x="15415" y="28"/>
                  </a:cubicBezTo>
                  <a:cubicBezTo>
                    <a:pt x="14690" y="184"/>
                    <a:pt x="14759" y="772"/>
                    <a:pt x="14897" y="1290"/>
                  </a:cubicBezTo>
                  <a:cubicBezTo>
                    <a:pt x="15294" y="2845"/>
                    <a:pt x="14880" y="4038"/>
                    <a:pt x="13463" y="4850"/>
                  </a:cubicBezTo>
                  <a:cubicBezTo>
                    <a:pt x="13013" y="5109"/>
                    <a:pt x="12823" y="5472"/>
                    <a:pt x="13065" y="5991"/>
                  </a:cubicBezTo>
                  <a:cubicBezTo>
                    <a:pt x="13324" y="6578"/>
                    <a:pt x="12823" y="6803"/>
                    <a:pt x="12512" y="7097"/>
                  </a:cubicBezTo>
                  <a:cubicBezTo>
                    <a:pt x="12410" y="7191"/>
                    <a:pt x="12303" y="7233"/>
                    <a:pt x="12200" y="7233"/>
                  </a:cubicBezTo>
                  <a:cubicBezTo>
                    <a:pt x="12041" y="7233"/>
                    <a:pt x="11891" y="7133"/>
                    <a:pt x="11786" y="6976"/>
                  </a:cubicBezTo>
                  <a:cubicBezTo>
                    <a:pt x="11531" y="6610"/>
                    <a:pt x="11284" y="6477"/>
                    <a:pt x="11039" y="6477"/>
                  </a:cubicBezTo>
                  <a:cubicBezTo>
                    <a:pt x="10705" y="6477"/>
                    <a:pt x="10373" y="6726"/>
                    <a:pt x="10024" y="6976"/>
                  </a:cubicBezTo>
                  <a:cubicBezTo>
                    <a:pt x="8797" y="7891"/>
                    <a:pt x="7811" y="9188"/>
                    <a:pt x="6308" y="9637"/>
                  </a:cubicBezTo>
                  <a:cubicBezTo>
                    <a:pt x="4303" y="10242"/>
                    <a:pt x="2696" y="11572"/>
                    <a:pt x="812" y="12385"/>
                  </a:cubicBezTo>
                  <a:cubicBezTo>
                    <a:pt x="242" y="12627"/>
                    <a:pt x="0" y="13214"/>
                    <a:pt x="692" y="13577"/>
                  </a:cubicBezTo>
                  <a:cubicBezTo>
                    <a:pt x="1262" y="13888"/>
                    <a:pt x="1936" y="13992"/>
                    <a:pt x="2610" y="14182"/>
                  </a:cubicBezTo>
                  <a:cubicBezTo>
                    <a:pt x="3819" y="13854"/>
                    <a:pt x="4943" y="13249"/>
                    <a:pt x="5893" y="12436"/>
                  </a:cubicBezTo>
                  <a:cubicBezTo>
                    <a:pt x="7829" y="10743"/>
                    <a:pt x="10144" y="9447"/>
                    <a:pt x="12357" y="8496"/>
                  </a:cubicBezTo>
                  <a:cubicBezTo>
                    <a:pt x="14396" y="7615"/>
                    <a:pt x="15847" y="6042"/>
                    <a:pt x="17817" y="5213"/>
                  </a:cubicBezTo>
                  <a:cubicBezTo>
                    <a:pt x="18301" y="4988"/>
                    <a:pt x="18751" y="4452"/>
                    <a:pt x="18612" y="3848"/>
                  </a:cubicBezTo>
                  <a:cubicBezTo>
                    <a:pt x="18539" y="3538"/>
                    <a:pt x="18402" y="3442"/>
                    <a:pt x="18239" y="3442"/>
                  </a:cubicBezTo>
                  <a:cubicBezTo>
                    <a:pt x="18019" y="3442"/>
                    <a:pt x="17752" y="3615"/>
                    <a:pt x="17524" y="3675"/>
                  </a:cubicBezTo>
                  <a:cubicBezTo>
                    <a:pt x="17487" y="3682"/>
                    <a:pt x="17451" y="3686"/>
                    <a:pt x="17417" y="3686"/>
                  </a:cubicBezTo>
                  <a:cubicBezTo>
                    <a:pt x="17207" y="3686"/>
                    <a:pt x="17050" y="3554"/>
                    <a:pt x="17109" y="3346"/>
                  </a:cubicBezTo>
                  <a:cubicBezTo>
                    <a:pt x="17385" y="2431"/>
                    <a:pt x="16625" y="1791"/>
                    <a:pt x="16556" y="962"/>
                  </a:cubicBezTo>
                  <a:cubicBezTo>
                    <a:pt x="16526" y="461"/>
                    <a:pt x="16229" y="0"/>
                    <a:pt x="1566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53"/>
            <p:cNvSpPr/>
            <p:nvPr/>
          </p:nvSpPr>
          <p:spPr>
            <a:xfrm>
              <a:off x="6306100" y="2654825"/>
              <a:ext cx="232875" cy="385425"/>
            </a:xfrm>
            <a:custGeom>
              <a:avLst/>
              <a:gdLst/>
              <a:ahLst/>
              <a:cxnLst/>
              <a:rect l="l" t="t" r="r" b="b"/>
              <a:pathLst>
                <a:path w="9315" h="15417" extrusionOk="0">
                  <a:moveTo>
                    <a:pt x="6907" y="9941"/>
                  </a:moveTo>
                  <a:cubicBezTo>
                    <a:pt x="6738" y="10523"/>
                    <a:pt x="6645" y="11167"/>
                    <a:pt x="5910" y="11304"/>
                  </a:cubicBezTo>
                  <a:cubicBezTo>
                    <a:pt x="5905" y="11305"/>
                    <a:pt x="5899" y="11305"/>
                    <a:pt x="5892" y="11305"/>
                  </a:cubicBezTo>
                  <a:cubicBezTo>
                    <a:pt x="5767" y="11305"/>
                    <a:pt x="5547" y="11146"/>
                    <a:pt x="5547" y="11097"/>
                  </a:cubicBezTo>
                  <a:cubicBezTo>
                    <a:pt x="5616" y="10270"/>
                    <a:pt x="6304" y="10147"/>
                    <a:pt x="6907" y="9941"/>
                  </a:cubicBezTo>
                  <a:close/>
                  <a:moveTo>
                    <a:pt x="2345" y="1"/>
                  </a:moveTo>
                  <a:cubicBezTo>
                    <a:pt x="2049" y="1"/>
                    <a:pt x="1708" y="93"/>
                    <a:pt x="1419" y="93"/>
                  </a:cubicBezTo>
                  <a:cubicBezTo>
                    <a:pt x="1383" y="93"/>
                    <a:pt x="1348" y="92"/>
                    <a:pt x="1313" y="88"/>
                  </a:cubicBezTo>
                  <a:cubicBezTo>
                    <a:pt x="1306" y="88"/>
                    <a:pt x="1299" y="88"/>
                    <a:pt x="1292" y="88"/>
                  </a:cubicBezTo>
                  <a:cubicBezTo>
                    <a:pt x="885" y="88"/>
                    <a:pt x="504" y="561"/>
                    <a:pt x="639" y="883"/>
                  </a:cubicBezTo>
                  <a:cubicBezTo>
                    <a:pt x="1244" y="2283"/>
                    <a:pt x="0" y="3977"/>
                    <a:pt x="1348" y="5273"/>
                  </a:cubicBezTo>
                  <a:cubicBezTo>
                    <a:pt x="1538" y="5446"/>
                    <a:pt x="1383" y="5964"/>
                    <a:pt x="1538" y="6241"/>
                  </a:cubicBezTo>
                  <a:cubicBezTo>
                    <a:pt x="1851" y="6738"/>
                    <a:pt x="1941" y="7889"/>
                    <a:pt x="2501" y="7889"/>
                  </a:cubicBezTo>
                  <a:cubicBezTo>
                    <a:pt x="2623" y="7889"/>
                    <a:pt x="2766" y="7836"/>
                    <a:pt x="2938" y="7710"/>
                  </a:cubicBezTo>
                  <a:cubicBezTo>
                    <a:pt x="3345" y="7411"/>
                    <a:pt x="3664" y="7306"/>
                    <a:pt x="3951" y="7306"/>
                  </a:cubicBezTo>
                  <a:cubicBezTo>
                    <a:pt x="4345" y="7306"/>
                    <a:pt x="4678" y="7505"/>
                    <a:pt x="5098" y="7675"/>
                  </a:cubicBezTo>
                  <a:cubicBezTo>
                    <a:pt x="5375" y="7796"/>
                    <a:pt x="5651" y="7848"/>
                    <a:pt x="5668" y="8176"/>
                  </a:cubicBezTo>
                  <a:cubicBezTo>
                    <a:pt x="5668" y="8297"/>
                    <a:pt x="5547" y="8401"/>
                    <a:pt x="5478" y="8504"/>
                  </a:cubicBezTo>
                  <a:cubicBezTo>
                    <a:pt x="5288" y="8384"/>
                    <a:pt x="5098" y="8263"/>
                    <a:pt x="4908" y="8107"/>
                  </a:cubicBezTo>
                  <a:cubicBezTo>
                    <a:pt x="4670" y="7869"/>
                    <a:pt x="4349" y="7740"/>
                    <a:pt x="4020" y="7740"/>
                  </a:cubicBezTo>
                  <a:cubicBezTo>
                    <a:pt x="3895" y="7740"/>
                    <a:pt x="3770" y="7758"/>
                    <a:pt x="3646" y="7796"/>
                  </a:cubicBezTo>
                  <a:cubicBezTo>
                    <a:pt x="3059" y="7951"/>
                    <a:pt x="3284" y="8470"/>
                    <a:pt x="3249" y="8850"/>
                  </a:cubicBezTo>
                  <a:cubicBezTo>
                    <a:pt x="3180" y="10008"/>
                    <a:pt x="4701" y="11270"/>
                    <a:pt x="4580" y="11408"/>
                  </a:cubicBezTo>
                  <a:cubicBezTo>
                    <a:pt x="3042" y="13170"/>
                    <a:pt x="4251" y="13205"/>
                    <a:pt x="5599" y="13758"/>
                  </a:cubicBezTo>
                  <a:cubicBezTo>
                    <a:pt x="6014" y="13948"/>
                    <a:pt x="6429" y="15244"/>
                    <a:pt x="7379" y="15400"/>
                  </a:cubicBezTo>
                  <a:cubicBezTo>
                    <a:pt x="7454" y="15411"/>
                    <a:pt x="7523" y="15417"/>
                    <a:pt x="7586" y="15417"/>
                  </a:cubicBezTo>
                  <a:cubicBezTo>
                    <a:pt x="8462" y="15417"/>
                    <a:pt x="8316" y="14362"/>
                    <a:pt x="8606" y="13879"/>
                  </a:cubicBezTo>
                  <a:cubicBezTo>
                    <a:pt x="9315" y="12687"/>
                    <a:pt x="8554" y="11529"/>
                    <a:pt x="8105" y="10423"/>
                  </a:cubicBezTo>
                  <a:cubicBezTo>
                    <a:pt x="7967" y="10058"/>
                    <a:pt x="7709" y="9812"/>
                    <a:pt x="7353" y="9812"/>
                  </a:cubicBezTo>
                  <a:cubicBezTo>
                    <a:pt x="7222" y="9812"/>
                    <a:pt x="7078" y="9845"/>
                    <a:pt x="6922" y="9917"/>
                  </a:cubicBezTo>
                  <a:lnTo>
                    <a:pt x="6922" y="9917"/>
                  </a:lnTo>
                  <a:cubicBezTo>
                    <a:pt x="7290" y="9072"/>
                    <a:pt x="8114" y="7913"/>
                    <a:pt x="7103" y="7433"/>
                  </a:cubicBezTo>
                  <a:cubicBezTo>
                    <a:pt x="5789" y="6828"/>
                    <a:pt x="5530" y="5048"/>
                    <a:pt x="3854" y="4927"/>
                  </a:cubicBezTo>
                  <a:cubicBezTo>
                    <a:pt x="3335" y="4893"/>
                    <a:pt x="2886" y="4167"/>
                    <a:pt x="3318" y="3424"/>
                  </a:cubicBezTo>
                  <a:cubicBezTo>
                    <a:pt x="3975" y="2318"/>
                    <a:pt x="3353" y="1298"/>
                    <a:pt x="2955" y="348"/>
                  </a:cubicBezTo>
                  <a:cubicBezTo>
                    <a:pt x="2833" y="73"/>
                    <a:pt x="2607" y="1"/>
                    <a:pt x="23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53"/>
            <p:cNvSpPr/>
            <p:nvPr/>
          </p:nvSpPr>
          <p:spPr>
            <a:xfrm>
              <a:off x="6139750" y="3178550"/>
              <a:ext cx="185375" cy="227425"/>
            </a:xfrm>
            <a:custGeom>
              <a:avLst/>
              <a:gdLst/>
              <a:ahLst/>
              <a:cxnLst/>
              <a:rect l="l" t="t" r="r" b="b"/>
              <a:pathLst>
                <a:path w="7415" h="9097" extrusionOk="0">
                  <a:moveTo>
                    <a:pt x="6576" y="0"/>
                  </a:moveTo>
                  <a:cubicBezTo>
                    <a:pt x="6440" y="0"/>
                    <a:pt x="6314" y="46"/>
                    <a:pt x="6222" y="154"/>
                  </a:cubicBezTo>
                  <a:cubicBezTo>
                    <a:pt x="5928" y="483"/>
                    <a:pt x="5611" y="592"/>
                    <a:pt x="5290" y="592"/>
                  </a:cubicBezTo>
                  <a:cubicBezTo>
                    <a:pt x="4988" y="592"/>
                    <a:pt x="4683" y="496"/>
                    <a:pt x="4390" y="396"/>
                  </a:cubicBezTo>
                  <a:cubicBezTo>
                    <a:pt x="3964" y="242"/>
                    <a:pt x="3597" y="173"/>
                    <a:pt x="3279" y="173"/>
                  </a:cubicBezTo>
                  <a:cubicBezTo>
                    <a:pt x="1986" y="173"/>
                    <a:pt x="1492" y="1318"/>
                    <a:pt x="1020" y="2608"/>
                  </a:cubicBezTo>
                  <a:cubicBezTo>
                    <a:pt x="364" y="4353"/>
                    <a:pt x="1" y="6064"/>
                    <a:pt x="796" y="7360"/>
                  </a:cubicBezTo>
                  <a:cubicBezTo>
                    <a:pt x="847" y="8362"/>
                    <a:pt x="761" y="8984"/>
                    <a:pt x="1470" y="9088"/>
                  </a:cubicBezTo>
                  <a:cubicBezTo>
                    <a:pt x="1519" y="9094"/>
                    <a:pt x="1568" y="9097"/>
                    <a:pt x="1614" y="9097"/>
                  </a:cubicBezTo>
                  <a:cubicBezTo>
                    <a:pt x="2117" y="9097"/>
                    <a:pt x="2435" y="8762"/>
                    <a:pt x="2593" y="8224"/>
                  </a:cubicBezTo>
                  <a:cubicBezTo>
                    <a:pt x="2634" y="8075"/>
                    <a:pt x="2578" y="7743"/>
                    <a:pt x="2746" y="7743"/>
                  </a:cubicBezTo>
                  <a:cubicBezTo>
                    <a:pt x="2792" y="7743"/>
                    <a:pt x="2854" y="7768"/>
                    <a:pt x="2938" y="7827"/>
                  </a:cubicBezTo>
                  <a:cubicBezTo>
                    <a:pt x="3173" y="7995"/>
                    <a:pt x="3380" y="8062"/>
                    <a:pt x="3567" y="8062"/>
                  </a:cubicBezTo>
                  <a:cubicBezTo>
                    <a:pt x="4013" y="8062"/>
                    <a:pt x="4340" y="7677"/>
                    <a:pt x="4632" y="7360"/>
                  </a:cubicBezTo>
                  <a:cubicBezTo>
                    <a:pt x="5116" y="6842"/>
                    <a:pt x="4563" y="6358"/>
                    <a:pt x="4373" y="5839"/>
                  </a:cubicBezTo>
                  <a:cubicBezTo>
                    <a:pt x="4183" y="5321"/>
                    <a:pt x="3491" y="4750"/>
                    <a:pt x="4442" y="4249"/>
                  </a:cubicBezTo>
                  <a:cubicBezTo>
                    <a:pt x="4943" y="3990"/>
                    <a:pt x="5790" y="3852"/>
                    <a:pt x="5427" y="3057"/>
                  </a:cubicBezTo>
                  <a:cubicBezTo>
                    <a:pt x="5274" y="2713"/>
                    <a:pt x="5030" y="2616"/>
                    <a:pt x="4752" y="2616"/>
                  </a:cubicBezTo>
                  <a:cubicBezTo>
                    <a:pt x="4400" y="2616"/>
                    <a:pt x="3994" y="2771"/>
                    <a:pt x="3647" y="2780"/>
                  </a:cubicBezTo>
                  <a:cubicBezTo>
                    <a:pt x="3388" y="2815"/>
                    <a:pt x="3129" y="2850"/>
                    <a:pt x="2887" y="2919"/>
                  </a:cubicBezTo>
                  <a:cubicBezTo>
                    <a:pt x="2887" y="2746"/>
                    <a:pt x="2800" y="2487"/>
                    <a:pt x="2887" y="2435"/>
                  </a:cubicBezTo>
                  <a:cubicBezTo>
                    <a:pt x="3111" y="2262"/>
                    <a:pt x="3405" y="2037"/>
                    <a:pt x="3664" y="2037"/>
                  </a:cubicBezTo>
                  <a:cubicBezTo>
                    <a:pt x="4321" y="2055"/>
                    <a:pt x="4995" y="2262"/>
                    <a:pt x="5634" y="2262"/>
                  </a:cubicBezTo>
                  <a:cubicBezTo>
                    <a:pt x="6481" y="2262"/>
                    <a:pt x="6861" y="1553"/>
                    <a:pt x="7242" y="931"/>
                  </a:cubicBezTo>
                  <a:cubicBezTo>
                    <a:pt x="7414" y="689"/>
                    <a:pt x="7328" y="344"/>
                    <a:pt x="7086" y="188"/>
                  </a:cubicBezTo>
                  <a:cubicBezTo>
                    <a:pt x="6932" y="73"/>
                    <a:pt x="6746" y="0"/>
                    <a:pt x="65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53"/>
            <p:cNvSpPr/>
            <p:nvPr/>
          </p:nvSpPr>
          <p:spPr>
            <a:xfrm>
              <a:off x="4320000" y="1079225"/>
              <a:ext cx="260125" cy="163000"/>
            </a:xfrm>
            <a:custGeom>
              <a:avLst/>
              <a:gdLst/>
              <a:ahLst/>
              <a:cxnLst/>
              <a:rect l="l" t="t" r="r" b="b"/>
              <a:pathLst>
                <a:path w="10405" h="6520" extrusionOk="0">
                  <a:moveTo>
                    <a:pt x="8970" y="1"/>
                  </a:moveTo>
                  <a:cubicBezTo>
                    <a:pt x="6620" y="778"/>
                    <a:pt x="3786" y="294"/>
                    <a:pt x="1764" y="2576"/>
                  </a:cubicBezTo>
                  <a:cubicBezTo>
                    <a:pt x="502" y="3993"/>
                    <a:pt x="1" y="5410"/>
                    <a:pt x="1038" y="5876"/>
                  </a:cubicBezTo>
                  <a:cubicBezTo>
                    <a:pt x="2057" y="6274"/>
                    <a:pt x="3146" y="6499"/>
                    <a:pt x="4252" y="6516"/>
                  </a:cubicBezTo>
                  <a:cubicBezTo>
                    <a:pt x="4303" y="6518"/>
                    <a:pt x="4355" y="6520"/>
                    <a:pt x="4406" y="6520"/>
                  </a:cubicBezTo>
                  <a:cubicBezTo>
                    <a:pt x="4717" y="6520"/>
                    <a:pt x="5012" y="6455"/>
                    <a:pt x="5116" y="6084"/>
                  </a:cubicBezTo>
                  <a:cubicBezTo>
                    <a:pt x="5237" y="5652"/>
                    <a:pt x="4892" y="5479"/>
                    <a:pt x="4563" y="5323"/>
                  </a:cubicBezTo>
                  <a:cubicBezTo>
                    <a:pt x="3094" y="4598"/>
                    <a:pt x="3630" y="3924"/>
                    <a:pt x="4598" y="3198"/>
                  </a:cubicBezTo>
                  <a:cubicBezTo>
                    <a:pt x="5980" y="2144"/>
                    <a:pt x="7726" y="2126"/>
                    <a:pt x="9264" y="1487"/>
                  </a:cubicBezTo>
                  <a:cubicBezTo>
                    <a:pt x="9696" y="1331"/>
                    <a:pt x="10404" y="1556"/>
                    <a:pt x="10352" y="796"/>
                  </a:cubicBezTo>
                  <a:cubicBezTo>
                    <a:pt x="10301" y="35"/>
                    <a:pt x="9627" y="70"/>
                    <a:pt x="89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53"/>
            <p:cNvSpPr/>
            <p:nvPr/>
          </p:nvSpPr>
          <p:spPr>
            <a:xfrm>
              <a:off x="3605850" y="1017225"/>
              <a:ext cx="246275" cy="88775"/>
            </a:xfrm>
            <a:custGeom>
              <a:avLst/>
              <a:gdLst/>
              <a:ahLst/>
              <a:cxnLst/>
              <a:rect l="l" t="t" r="r" b="b"/>
              <a:pathLst>
                <a:path w="9851" h="3551" extrusionOk="0">
                  <a:moveTo>
                    <a:pt x="3896" y="1"/>
                  </a:moveTo>
                  <a:cubicBezTo>
                    <a:pt x="2951" y="1"/>
                    <a:pt x="1998" y="113"/>
                    <a:pt x="1055" y="130"/>
                  </a:cubicBezTo>
                  <a:cubicBezTo>
                    <a:pt x="674" y="130"/>
                    <a:pt x="260" y="217"/>
                    <a:pt x="121" y="649"/>
                  </a:cubicBezTo>
                  <a:cubicBezTo>
                    <a:pt x="0" y="1046"/>
                    <a:pt x="173" y="1461"/>
                    <a:pt x="536" y="1651"/>
                  </a:cubicBezTo>
                  <a:cubicBezTo>
                    <a:pt x="1487" y="2256"/>
                    <a:pt x="2489" y="2792"/>
                    <a:pt x="3474" y="3345"/>
                  </a:cubicBezTo>
                  <a:cubicBezTo>
                    <a:pt x="3715" y="3472"/>
                    <a:pt x="3939" y="3551"/>
                    <a:pt x="4149" y="3551"/>
                  </a:cubicBezTo>
                  <a:cubicBezTo>
                    <a:pt x="4450" y="3551"/>
                    <a:pt x="4723" y="3389"/>
                    <a:pt x="4978" y="2982"/>
                  </a:cubicBezTo>
                  <a:cubicBezTo>
                    <a:pt x="5203" y="2650"/>
                    <a:pt x="5511" y="2104"/>
                    <a:pt x="5931" y="2104"/>
                  </a:cubicBezTo>
                  <a:cubicBezTo>
                    <a:pt x="6058" y="2104"/>
                    <a:pt x="6195" y="2153"/>
                    <a:pt x="6343" y="2273"/>
                  </a:cubicBezTo>
                  <a:cubicBezTo>
                    <a:pt x="6982" y="2809"/>
                    <a:pt x="7673" y="2826"/>
                    <a:pt x="8365" y="2895"/>
                  </a:cubicBezTo>
                  <a:cubicBezTo>
                    <a:pt x="8588" y="2920"/>
                    <a:pt x="8869" y="3004"/>
                    <a:pt x="9118" y="3004"/>
                  </a:cubicBezTo>
                  <a:cubicBezTo>
                    <a:pt x="9390" y="3004"/>
                    <a:pt x="9623" y="2904"/>
                    <a:pt x="9695" y="2515"/>
                  </a:cubicBezTo>
                  <a:cubicBezTo>
                    <a:pt x="9851" y="1789"/>
                    <a:pt x="9142" y="1668"/>
                    <a:pt x="8641" y="1478"/>
                  </a:cubicBezTo>
                  <a:lnTo>
                    <a:pt x="6585" y="493"/>
                  </a:lnTo>
                  <a:cubicBezTo>
                    <a:pt x="5704" y="104"/>
                    <a:pt x="4803" y="1"/>
                    <a:pt x="38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53"/>
            <p:cNvSpPr/>
            <p:nvPr/>
          </p:nvSpPr>
          <p:spPr>
            <a:xfrm>
              <a:off x="3161275" y="1612775"/>
              <a:ext cx="115825" cy="115825"/>
            </a:xfrm>
            <a:custGeom>
              <a:avLst/>
              <a:gdLst/>
              <a:ahLst/>
              <a:cxnLst/>
              <a:rect l="l" t="t" r="r" b="b"/>
              <a:pathLst>
                <a:path w="4633" h="4633" extrusionOk="0">
                  <a:moveTo>
                    <a:pt x="2966" y="1"/>
                  </a:moveTo>
                  <a:cubicBezTo>
                    <a:pt x="2951" y="1"/>
                    <a:pt x="2936" y="1"/>
                    <a:pt x="2921" y="1"/>
                  </a:cubicBezTo>
                  <a:cubicBezTo>
                    <a:pt x="1729" y="36"/>
                    <a:pt x="1" y="2421"/>
                    <a:pt x="139" y="3803"/>
                  </a:cubicBezTo>
                  <a:cubicBezTo>
                    <a:pt x="139" y="4252"/>
                    <a:pt x="502" y="4615"/>
                    <a:pt x="951" y="4633"/>
                  </a:cubicBezTo>
                  <a:cubicBezTo>
                    <a:pt x="2956" y="4581"/>
                    <a:pt x="4632" y="3026"/>
                    <a:pt x="4529" y="1297"/>
                  </a:cubicBezTo>
                  <a:cubicBezTo>
                    <a:pt x="4478" y="482"/>
                    <a:pt x="3809" y="1"/>
                    <a:pt x="296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53"/>
            <p:cNvSpPr/>
            <p:nvPr/>
          </p:nvSpPr>
          <p:spPr>
            <a:xfrm>
              <a:off x="6082850" y="3458350"/>
              <a:ext cx="215350" cy="82375"/>
            </a:xfrm>
            <a:custGeom>
              <a:avLst/>
              <a:gdLst/>
              <a:ahLst/>
              <a:cxnLst/>
              <a:rect l="l" t="t" r="r" b="b"/>
              <a:pathLst>
                <a:path w="8614" h="3295" extrusionOk="0">
                  <a:moveTo>
                    <a:pt x="8412" y="834"/>
                  </a:moveTo>
                  <a:lnTo>
                    <a:pt x="8412" y="834"/>
                  </a:lnTo>
                  <a:cubicBezTo>
                    <a:pt x="8408" y="835"/>
                    <a:pt x="8404" y="836"/>
                    <a:pt x="8401" y="837"/>
                  </a:cubicBezTo>
                  <a:lnTo>
                    <a:pt x="8401" y="837"/>
                  </a:lnTo>
                  <a:cubicBezTo>
                    <a:pt x="8399" y="842"/>
                    <a:pt x="8396" y="846"/>
                    <a:pt x="8394" y="851"/>
                  </a:cubicBezTo>
                  <a:lnTo>
                    <a:pt x="8412" y="834"/>
                  </a:lnTo>
                  <a:close/>
                  <a:moveTo>
                    <a:pt x="6441" y="1"/>
                  </a:moveTo>
                  <a:cubicBezTo>
                    <a:pt x="5426" y="1"/>
                    <a:pt x="4424" y="103"/>
                    <a:pt x="3504" y="557"/>
                  </a:cubicBezTo>
                  <a:cubicBezTo>
                    <a:pt x="3268" y="683"/>
                    <a:pt x="3156" y="756"/>
                    <a:pt x="3064" y="756"/>
                  </a:cubicBezTo>
                  <a:cubicBezTo>
                    <a:pt x="2968" y="756"/>
                    <a:pt x="2895" y="675"/>
                    <a:pt x="2726" y="488"/>
                  </a:cubicBezTo>
                  <a:cubicBezTo>
                    <a:pt x="2440" y="160"/>
                    <a:pt x="2158" y="41"/>
                    <a:pt x="1882" y="41"/>
                  </a:cubicBezTo>
                  <a:cubicBezTo>
                    <a:pt x="1373" y="41"/>
                    <a:pt x="881" y="443"/>
                    <a:pt x="410" y="678"/>
                  </a:cubicBezTo>
                  <a:cubicBezTo>
                    <a:pt x="0" y="866"/>
                    <a:pt x="164" y="1612"/>
                    <a:pt x="452" y="1612"/>
                  </a:cubicBezTo>
                  <a:cubicBezTo>
                    <a:pt x="455" y="1612"/>
                    <a:pt x="459" y="1612"/>
                    <a:pt x="462" y="1612"/>
                  </a:cubicBezTo>
                  <a:cubicBezTo>
                    <a:pt x="518" y="1607"/>
                    <a:pt x="572" y="1605"/>
                    <a:pt x="625" y="1605"/>
                  </a:cubicBezTo>
                  <a:cubicBezTo>
                    <a:pt x="1895" y="1605"/>
                    <a:pt x="2508" y="2753"/>
                    <a:pt x="3504" y="3184"/>
                  </a:cubicBezTo>
                  <a:cubicBezTo>
                    <a:pt x="3665" y="3259"/>
                    <a:pt x="3818" y="3295"/>
                    <a:pt x="3955" y="3295"/>
                  </a:cubicBezTo>
                  <a:cubicBezTo>
                    <a:pt x="4389" y="3295"/>
                    <a:pt x="4667" y="2934"/>
                    <a:pt x="4575" y="2303"/>
                  </a:cubicBezTo>
                  <a:cubicBezTo>
                    <a:pt x="4523" y="1905"/>
                    <a:pt x="4541" y="1784"/>
                    <a:pt x="4973" y="1698"/>
                  </a:cubicBezTo>
                  <a:cubicBezTo>
                    <a:pt x="6127" y="1457"/>
                    <a:pt x="7264" y="1130"/>
                    <a:pt x="8401" y="837"/>
                  </a:cubicBezTo>
                  <a:lnTo>
                    <a:pt x="8401" y="837"/>
                  </a:lnTo>
                  <a:cubicBezTo>
                    <a:pt x="8535" y="525"/>
                    <a:pt x="8613" y="56"/>
                    <a:pt x="8256" y="56"/>
                  </a:cubicBezTo>
                  <a:cubicBezTo>
                    <a:pt x="7656" y="37"/>
                    <a:pt x="7046" y="1"/>
                    <a:pt x="64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53"/>
            <p:cNvSpPr/>
            <p:nvPr/>
          </p:nvSpPr>
          <p:spPr>
            <a:xfrm>
              <a:off x="5726825" y="1103850"/>
              <a:ext cx="262175" cy="54825"/>
            </a:xfrm>
            <a:custGeom>
              <a:avLst/>
              <a:gdLst/>
              <a:ahLst/>
              <a:cxnLst/>
              <a:rect l="l" t="t" r="r" b="b"/>
              <a:pathLst>
                <a:path w="10487" h="2193" extrusionOk="0">
                  <a:moveTo>
                    <a:pt x="2675" y="1"/>
                  </a:moveTo>
                  <a:cubicBezTo>
                    <a:pt x="2260" y="122"/>
                    <a:pt x="1984" y="208"/>
                    <a:pt x="1707" y="260"/>
                  </a:cubicBezTo>
                  <a:cubicBezTo>
                    <a:pt x="1625" y="276"/>
                    <a:pt x="1533" y="281"/>
                    <a:pt x="1436" y="281"/>
                  </a:cubicBezTo>
                  <a:cubicBezTo>
                    <a:pt x="1238" y="281"/>
                    <a:pt x="1018" y="259"/>
                    <a:pt x="814" y="259"/>
                  </a:cubicBezTo>
                  <a:cubicBezTo>
                    <a:pt x="370" y="259"/>
                    <a:pt x="1" y="367"/>
                    <a:pt x="83" y="1055"/>
                  </a:cubicBezTo>
                  <a:cubicBezTo>
                    <a:pt x="160" y="1671"/>
                    <a:pt x="629" y="1783"/>
                    <a:pt x="1147" y="1783"/>
                  </a:cubicBezTo>
                  <a:cubicBezTo>
                    <a:pt x="1443" y="1783"/>
                    <a:pt x="1754" y="1746"/>
                    <a:pt x="2018" y="1746"/>
                  </a:cubicBezTo>
                  <a:cubicBezTo>
                    <a:pt x="3176" y="1729"/>
                    <a:pt x="4334" y="1625"/>
                    <a:pt x="5488" y="1625"/>
                  </a:cubicBezTo>
                  <a:cubicBezTo>
                    <a:pt x="6641" y="1625"/>
                    <a:pt x="7790" y="1729"/>
                    <a:pt x="8931" y="2126"/>
                  </a:cubicBezTo>
                  <a:cubicBezTo>
                    <a:pt x="9064" y="2171"/>
                    <a:pt x="9201" y="2192"/>
                    <a:pt x="9336" y="2192"/>
                  </a:cubicBezTo>
                  <a:cubicBezTo>
                    <a:pt x="9780" y="2192"/>
                    <a:pt x="10194" y="1955"/>
                    <a:pt x="10314" y="1504"/>
                  </a:cubicBezTo>
                  <a:cubicBezTo>
                    <a:pt x="10486" y="813"/>
                    <a:pt x="9761" y="744"/>
                    <a:pt x="9294" y="606"/>
                  </a:cubicBezTo>
                  <a:cubicBezTo>
                    <a:pt x="8746" y="426"/>
                    <a:pt x="8189" y="370"/>
                    <a:pt x="7630" y="370"/>
                  </a:cubicBezTo>
                  <a:cubicBezTo>
                    <a:pt x="6715" y="370"/>
                    <a:pt x="5795" y="519"/>
                    <a:pt x="4900" y="519"/>
                  </a:cubicBezTo>
                  <a:cubicBezTo>
                    <a:pt x="4133" y="519"/>
                    <a:pt x="3384" y="409"/>
                    <a:pt x="26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53"/>
            <p:cNvSpPr/>
            <p:nvPr/>
          </p:nvSpPr>
          <p:spPr>
            <a:xfrm>
              <a:off x="6497925" y="4391525"/>
              <a:ext cx="125725" cy="97375"/>
            </a:xfrm>
            <a:custGeom>
              <a:avLst/>
              <a:gdLst/>
              <a:ahLst/>
              <a:cxnLst/>
              <a:rect l="l" t="t" r="r" b="b"/>
              <a:pathLst>
                <a:path w="5029" h="3895" extrusionOk="0">
                  <a:moveTo>
                    <a:pt x="4062" y="0"/>
                  </a:moveTo>
                  <a:cubicBezTo>
                    <a:pt x="3557" y="0"/>
                    <a:pt x="2937" y="491"/>
                    <a:pt x="2445" y="491"/>
                  </a:cubicBezTo>
                  <a:cubicBezTo>
                    <a:pt x="2234" y="491"/>
                    <a:pt x="2046" y="401"/>
                    <a:pt x="1901" y="144"/>
                  </a:cubicBezTo>
                  <a:cubicBezTo>
                    <a:pt x="0" y="403"/>
                    <a:pt x="570" y="1975"/>
                    <a:pt x="225" y="2960"/>
                  </a:cubicBezTo>
                  <a:cubicBezTo>
                    <a:pt x="38" y="3485"/>
                    <a:pt x="566" y="3894"/>
                    <a:pt x="1172" y="3894"/>
                  </a:cubicBezTo>
                  <a:cubicBezTo>
                    <a:pt x="1185" y="3894"/>
                    <a:pt x="1197" y="3894"/>
                    <a:pt x="1210" y="3894"/>
                  </a:cubicBezTo>
                  <a:cubicBezTo>
                    <a:pt x="2298" y="3876"/>
                    <a:pt x="5029" y="1630"/>
                    <a:pt x="4804" y="783"/>
                  </a:cubicBezTo>
                  <a:cubicBezTo>
                    <a:pt x="4638" y="185"/>
                    <a:pt x="4372" y="0"/>
                    <a:pt x="40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53"/>
            <p:cNvSpPr/>
            <p:nvPr/>
          </p:nvSpPr>
          <p:spPr>
            <a:xfrm>
              <a:off x="5334875" y="2906300"/>
              <a:ext cx="82100" cy="128050"/>
            </a:xfrm>
            <a:custGeom>
              <a:avLst/>
              <a:gdLst/>
              <a:ahLst/>
              <a:cxnLst/>
              <a:rect l="l" t="t" r="r" b="b"/>
              <a:pathLst>
                <a:path w="3284" h="5122" extrusionOk="0">
                  <a:moveTo>
                    <a:pt x="519" y="1"/>
                  </a:moveTo>
                  <a:lnTo>
                    <a:pt x="380" y="139"/>
                  </a:lnTo>
                  <a:cubicBezTo>
                    <a:pt x="104" y="1452"/>
                    <a:pt x="0" y="2766"/>
                    <a:pt x="380" y="4062"/>
                  </a:cubicBezTo>
                  <a:cubicBezTo>
                    <a:pt x="534" y="4660"/>
                    <a:pt x="796" y="5122"/>
                    <a:pt x="1420" y="5122"/>
                  </a:cubicBezTo>
                  <a:cubicBezTo>
                    <a:pt x="1500" y="5122"/>
                    <a:pt x="1585" y="5114"/>
                    <a:pt x="1676" y="5099"/>
                  </a:cubicBezTo>
                  <a:cubicBezTo>
                    <a:pt x="2471" y="4978"/>
                    <a:pt x="3284" y="4408"/>
                    <a:pt x="3111" y="3734"/>
                  </a:cubicBezTo>
                  <a:cubicBezTo>
                    <a:pt x="2748" y="2213"/>
                    <a:pt x="2108" y="744"/>
                    <a:pt x="5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53"/>
            <p:cNvSpPr/>
            <p:nvPr/>
          </p:nvSpPr>
          <p:spPr>
            <a:xfrm>
              <a:off x="4869125" y="997550"/>
              <a:ext cx="160750" cy="66150"/>
            </a:xfrm>
            <a:custGeom>
              <a:avLst/>
              <a:gdLst/>
              <a:ahLst/>
              <a:cxnLst/>
              <a:rect l="l" t="t" r="r" b="b"/>
              <a:pathLst>
                <a:path w="6430" h="2646" extrusionOk="0">
                  <a:moveTo>
                    <a:pt x="1040" y="1"/>
                  </a:moveTo>
                  <a:cubicBezTo>
                    <a:pt x="589" y="1"/>
                    <a:pt x="239" y="358"/>
                    <a:pt x="104" y="814"/>
                  </a:cubicBezTo>
                  <a:cubicBezTo>
                    <a:pt x="1" y="1108"/>
                    <a:pt x="191" y="1419"/>
                    <a:pt x="502" y="1470"/>
                  </a:cubicBezTo>
                  <a:cubicBezTo>
                    <a:pt x="1971" y="1885"/>
                    <a:pt x="3440" y="2283"/>
                    <a:pt x="4736" y="2646"/>
                  </a:cubicBezTo>
                  <a:cubicBezTo>
                    <a:pt x="5427" y="2611"/>
                    <a:pt x="5928" y="2611"/>
                    <a:pt x="6239" y="2127"/>
                  </a:cubicBezTo>
                  <a:cubicBezTo>
                    <a:pt x="6429" y="1851"/>
                    <a:pt x="6308" y="1470"/>
                    <a:pt x="6066" y="1419"/>
                  </a:cubicBezTo>
                  <a:cubicBezTo>
                    <a:pt x="4373" y="1021"/>
                    <a:pt x="2852" y="36"/>
                    <a:pt x="1072" y="2"/>
                  </a:cubicBezTo>
                  <a:cubicBezTo>
                    <a:pt x="1061" y="1"/>
                    <a:pt x="1051" y="1"/>
                    <a:pt x="10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53"/>
            <p:cNvSpPr/>
            <p:nvPr/>
          </p:nvSpPr>
          <p:spPr>
            <a:xfrm>
              <a:off x="3763550" y="998475"/>
              <a:ext cx="117975" cy="55725"/>
            </a:xfrm>
            <a:custGeom>
              <a:avLst/>
              <a:gdLst/>
              <a:ahLst/>
              <a:cxnLst/>
              <a:rect l="l" t="t" r="r" b="b"/>
              <a:pathLst>
                <a:path w="4719" h="2229" extrusionOk="0">
                  <a:moveTo>
                    <a:pt x="747" y="0"/>
                  </a:moveTo>
                  <a:cubicBezTo>
                    <a:pt x="407" y="0"/>
                    <a:pt x="65" y="161"/>
                    <a:pt x="18" y="690"/>
                  </a:cubicBezTo>
                  <a:cubicBezTo>
                    <a:pt x="0" y="863"/>
                    <a:pt x="190" y="1053"/>
                    <a:pt x="277" y="1243"/>
                  </a:cubicBezTo>
                  <a:lnTo>
                    <a:pt x="2333" y="2228"/>
                  </a:lnTo>
                  <a:cubicBezTo>
                    <a:pt x="2437" y="2220"/>
                    <a:pt x="2541" y="2220"/>
                    <a:pt x="2644" y="2220"/>
                  </a:cubicBezTo>
                  <a:cubicBezTo>
                    <a:pt x="2748" y="2220"/>
                    <a:pt x="2852" y="2220"/>
                    <a:pt x="2955" y="2211"/>
                  </a:cubicBezTo>
                  <a:cubicBezTo>
                    <a:pt x="3647" y="2142"/>
                    <a:pt x="4718" y="2090"/>
                    <a:pt x="4511" y="1261"/>
                  </a:cubicBezTo>
                  <a:cubicBezTo>
                    <a:pt x="4255" y="308"/>
                    <a:pt x="3582" y="187"/>
                    <a:pt x="2842" y="187"/>
                  </a:cubicBezTo>
                  <a:cubicBezTo>
                    <a:pt x="2589" y="187"/>
                    <a:pt x="2328" y="201"/>
                    <a:pt x="2074" y="201"/>
                  </a:cubicBezTo>
                  <a:cubicBezTo>
                    <a:pt x="1762" y="201"/>
                    <a:pt x="1460" y="180"/>
                    <a:pt x="1193" y="85"/>
                  </a:cubicBezTo>
                  <a:cubicBezTo>
                    <a:pt x="1066" y="36"/>
                    <a:pt x="907" y="0"/>
                    <a:pt x="7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53"/>
            <p:cNvSpPr/>
            <p:nvPr/>
          </p:nvSpPr>
          <p:spPr>
            <a:xfrm>
              <a:off x="6244750" y="3463175"/>
              <a:ext cx="127900" cy="76650"/>
            </a:xfrm>
            <a:custGeom>
              <a:avLst/>
              <a:gdLst/>
              <a:ahLst/>
              <a:cxnLst/>
              <a:rect l="l" t="t" r="r" b="b"/>
              <a:pathLst>
                <a:path w="5116" h="3066" extrusionOk="0">
                  <a:moveTo>
                    <a:pt x="4184" y="1"/>
                  </a:moveTo>
                  <a:cubicBezTo>
                    <a:pt x="4093" y="1"/>
                    <a:pt x="4000" y="13"/>
                    <a:pt x="3906" y="36"/>
                  </a:cubicBezTo>
                  <a:cubicBezTo>
                    <a:pt x="3232" y="209"/>
                    <a:pt x="2575" y="416"/>
                    <a:pt x="1918" y="641"/>
                  </a:cubicBezTo>
                  <a:lnTo>
                    <a:pt x="1936" y="641"/>
                  </a:lnTo>
                  <a:cubicBezTo>
                    <a:pt x="1659" y="848"/>
                    <a:pt x="1383" y="1038"/>
                    <a:pt x="1089" y="1194"/>
                  </a:cubicBezTo>
                  <a:cubicBezTo>
                    <a:pt x="432" y="1505"/>
                    <a:pt x="0" y="2093"/>
                    <a:pt x="311" y="2680"/>
                  </a:cubicBezTo>
                  <a:cubicBezTo>
                    <a:pt x="460" y="2964"/>
                    <a:pt x="650" y="3065"/>
                    <a:pt x="856" y="3065"/>
                  </a:cubicBezTo>
                  <a:cubicBezTo>
                    <a:pt x="1178" y="3065"/>
                    <a:pt x="1537" y="2818"/>
                    <a:pt x="1832" y="2628"/>
                  </a:cubicBezTo>
                  <a:cubicBezTo>
                    <a:pt x="2558" y="2093"/>
                    <a:pt x="3370" y="1695"/>
                    <a:pt x="4234" y="1436"/>
                  </a:cubicBezTo>
                  <a:cubicBezTo>
                    <a:pt x="4631" y="1332"/>
                    <a:pt x="5115" y="1108"/>
                    <a:pt x="4994" y="606"/>
                  </a:cubicBezTo>
                  <a:cubicBezTo>
                    <a:pt x="4883" y="203"/>
                    <a:pt x="4559" y="1"/>
                    <a:pt x="41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53"/>
            <p:cNvSpPr/>
            <p:nvPr/>
          </p:nvSpPr>
          <p:spPr>
            <a:xfrm>
              <a:off x="6286725" y="2464325"/>
              <a:ext cx="67775" cy="93850"/>
            </a:xfrm>
            <a:custGeom>
              <a:avLst/>
              <a:gdLst/>
              <a:ahLst/>
              <a:cxnLst/>
              <a:rect l="l" t="t" r="r" b="b"/>
              <a:pathLst>
                <a:path w="2711" h="3754" extrusionOk="0">
                  <a:moveTo>
                    <a:pt x="1532" y="0"/>
                  </a:moveTo>
                  <a:cubicBezTo>
                    <a:pt x="1516" y="0"/>
                    <a:pt x="1500" y="0"/>
                    <a:pt x="1484" y="1"/>
                  </a:cubicBezTo>
                  <a:cubicBezTo>
                    <a:pt x="187" y="53"/>
                    <a:pt x="239" y="1332"/>
                    <a:pt x="101" y="2265"/>
                  </a:cubicBezTo>
                  <a:cubicBezTo>
                    <a:pt x="1" y="3066"/>
                    <a:pt x="465" y="3754"/>
                    <a:pt x="1243" y="3754"/>
                  </a:cubicBezTo>
                  <a:cubicBezTo>
                    <a:pt x="1271" y="3754"/>
                    <a:pt x="1299" y="3753"/>
                    <a:pt x="1328" y="3751"/>
                  </a:cubicBezTo>
                  <a:cubicBezTo>
                    <a:pt x="2711" y="3682"/>
                    <a:pt x="1967" y="2403"/>
                    <a:pt x="2313" y="1815"/>
                  </a:cubicBezTo>
                  <a:cubicBezTo>
                    <a:pt x="2228" y="1050"/>
                    <a:pt x="2528" y="0"/>
                    <a:pt x="15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53"/>
            <p:cNvSpPr/>
            <p:nvPr/>
          </p:nvSpPr>
          <p:spPr>
            <a:xfrm>
              <a:off x="6279300" y="2861375"/>
              <a:ext cx="75625" cy="97275"/>
            </a:xfrm>
            <a:custGeom>
              <a:avLst/>
              <a:gdLst/>
              <a:ahLst/>
              <a:cxnLst/>
              <a:rect l="l" t="t" r="r" b="b"/>
              <a:pathLst>
                <a:path w="3025" h="3891" extrusionOk="0">
                  <a:moveTo>
                    <a:pt x="2403" y="1"/>
                  </a:moveTo>
                  <a:cubicBezTo>
                    <a:pt x="2178" y="1"/>
                    <a:pt x="1971" y="104"/>
                    <a:pt x="1850" y="277"/>
                  </a:cubicBezTo>
                  <a:cubicBezTo>
                    <a:pt x="1504" y="1193"/>
                    <a:pt x="882" y="1884"/>
                    <a:pt x="277" y="2610"/>
                  </a:cubicBezTo>
                  <a:cubicBezTo>
                    <a:pt x="35" y="2869"/>
                    <a:pt x="1" y="3284"/>
                    <a:pt x="208" y="3578"/>
                  </a:cubicBezTo>
                  <a:cubicBezTo>
                    <a:pt x="326" y="3766"/>
                    <a:pt x="507" y="3890"/>
                    <a:pt x="682" y="3890"/>
                  </a:cubicBezTo>
                  <a:cubicBezTo>
                    <a:pt x="764" y="3890"/>
                    <a:pt x="845" y="3863"/>
                    <a:pt x="916" y="3802"/>
                  </a:cubicBezTo>
                  <a:cubicBezTo>
                    <a:pt x="1815" y="3128"/>
                    <a:pt x="2731" y="2420"/>
                    <a:pt x="3025" y="1452"/>
                  </a:cubicBezTo>
                  <a:cubicBezTo>
                    <a:pt x="2973" y="744"/>
                    <a:pt x="2921" y="225"/>
                    <a:pt x="24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53"/>
            <p:cNvSpPr/>
            <p:nvPr/>
          </p:nvSpPr>
          <p:spPr>
            <a:xfrm>
              <a:off x="4145025" y="994975"/>
              <a:ext cx="111500" cy="47325"/>
            </a:xfrm>
            <a:custGeom>
              <a:avLst/>
              <a:gdLst/>
              <a:ahLst/>
              <a:cxnLst/>
              <a:rect l="l" t="t" r="r" b="b"/>
              <a:pathLst>
                <a:path w="4460" h="1893" extrusionOk="0">
                  <a:moveTo>
                    <a:pt x="1539" y="105"/>
                  </a:moveTo>
                  <a:cubicBezTo>
                    <a:pt x="969" y="243"/>
                    <a:pt x="139" y="1"/>
                    <a:pt x="70" y="744"/>
                  </a:cubicBezTo>
                  <a:cubicBezTo>
                    <a:pt x="1" y="1418"/>
                    <a:pt x="813" y="1418"/>
                    <a:pt x="1332" y="1556"/>
                  </a:cubicBezTo>
                  <a:cubicBezTo>
                    <a:pt x="1764" y="1677"/>
                    <a:pt x="2213" y="1764"/>
                    <a:pt x="2645" y="1815"/>
                  </a:cubicBezTo>
                  <a:cubicBezTo>
                    <a:pt x="2898" y="1847"/>
                    <a:pt x="3179" y="1893"/>
                    <a:pt x="3440" y="1893"/>
                  </a:cubicBezTo>
                  <a:cubicBezTo>
                    <a:pt x="3890" y="1893"/>
                    <a:pt x="4279" y="1756"/>
                    <a:pt x="4356" y="1176"/>
                  </a:cubicBezTo>
                  <a:cubicBezTo>
                    <a:pt x="4459" y="346"/>
                    <a:pt x="3561" y="416"/>
                    <a:pt x="2956" y="329"/>
                  </a:cubicBezTo>
                  <a:lnTo>
                    <a:pt x="1539" y="10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53"/>
            <p:cNvSpPr/>
            <p:nvPr/>
          </p:nvSpPr>
          <p:spPr>
            <a:xfrm>
              <a:off x="7213625" y="3803350"/>
              <a:ext cx="74075" cy="80050"/>
            </a:xfrm>
            <a:custGeom>
              <a:avLst/>
              <a:gdLst/>
              <a:ahLst/>
              <a:cxnLst/>
              <a:rect l="l" t="t" r="r" b="b"/>
              <a:pathLst>
                <a:path w="2963" h="3202" extrusionOk="0">
                  <a:moveTo>
                    <a:pt x="573" y="1"/>
                  </a:moveTo>
                  <a:cubicBezTo>
                    <a:pt x="233" y="1"/>
                    <a:pt x="0" y="333"/>
                    <a:pt x="59" y="704"/>
                  </a:cubicBezTo>
                  <a:cubicBezTo>
                    <a:pt x="284" y="1965"/>
                    <a:pt x="1096" y="2777"/>
                    <a:pt x="2289" y="3175"/>
                  </a:cubicBezTo>
                  <a:cubicBezTo>
                    <a:pt x="2343" y="3193"/>
                    <a:pt x="2395" y="3202"/>
                    <a:pt x="2445" y="3202"/>
                  </a:cubicBezTo>
                  <a:cubicBezTo>
                    <a:pt x="2729" y="3202"/>
                    <a:pt x="2933" y="2914"/>
                    <a:pt x="2963" y="2414"/>
                  </a:cubicBezTo>
                  <a:cubicBezTo>
                    <a:pt x="2341" y="1619"/>
                    <a:pt x="1960" y="427"/>
                    <a:pt x="751" y="30"/>
                  </a:cubicBezTo>
                  <a:cubicBezTo>
                    <a:pt x="689" y="10"/>
                    <a:pt x="630" y="1"/>
                    <a:pt x="5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53"/>
            <p:cNvSpPr/>
            <p:nvPr/>
          </p:nvSpPr>
          <p:spPr>
            <a:xfrm>
              <a:off x="6542025" y="3118350"/>
              <a:ext cx="66075" cy="79800"/>
            </a:xfrm>
            <a:custGeom>
              <a:avLst/>
              <a:gdLst/>
              <a:ahLst/>
              <a:cxnLst/>
              <a:rect l="l" t="t" r="r" b="b"/>
              <a:pathLst>
                <a:path w="2643" h="3192" extrusionOk="0">
                  <a:moveTo>
                    <a:pt x="1295" y="1"/>
                  </a:moveTo>
                  <a:cubicBezTo>
                    <a:pt x="1273" y="1"/>
                    <a:pt x="1250" y="2"/>
                    <a:pt x="1226" y="4"/>
                  </a:cubicBezTo>
                  <a:cubicBezTo>
                    <a:pt x="275" y="108"/>
                    <a:pt x="51" y="954"/>
                    <a:pt x="33" y="1732"/>
                  </a:cubicBezTo>
                  <a:cubicBezTo>
                    <a:pt x="1" y="2354"/>
                    <a:pt x="200" y="3192"/>
                    <a:pt x="910" y="3192"/>
                  </a:cubicBezTo>
                  <a:cubicBezTo>
                    <a:pt x="950" y="3192"/>
                    <a:pt x="992" y="3189"/>
                    <a:pt x="1036" y="3184"/>
                  </a:cubicBezTo>
                  <a:cubicBezTo>
                    <a:pt x="2643" y="2959"/>
                    <a:pt x="1640" y="1767"/>
                    <a:pt x="1640" y="1110"/>
                  </a:cubicBezTo>
                  <a:cubicBezTo>
                    <a:pt x="1740" y="547"/>
                    <a:pt x="1792" y="1"/>
                    <a:pt x="12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53"/>
            <p:cNvSpPr/>
            <p:nvPr/>
          </p:nvSpPr>
          <p:spPr>
            <a:xfrm>
              <a:off x="4278100" y="987200"/>
              <a:ext cx="87225" cy="50150"/>
            </a:xfrm>
            <a:custGeom>
              <a:avLst/>
              <a:gdLst/>
              <a:ahLst/>
              <a:cxnLst/>
              <a:rect l="l" t="t" r="r" b="b"/>
              <a:pathLst>
                <a:path w="3489" h="2006" extrusionOk="0">
                  <a:moveTo>
                    <a:pt x="2519" y="46"/>
                  </a:moveTo>
                  <a:cubicBezTo>
                    <a:pt x="2407" y="46"/>
                    <a:pt x="2296" y="60"/>
                    <a:pt x="2195" y="87"/>
                  </a:cubicBezTo>
                  <a:cubicBezTo>
                    <a:pt x="1435" y="312"/>
                    <a:pt x="191" y="1"/>
                    <a:pt x="87" y="1107"/>
                  </a:cubicBezTo>
                  <a:cubicBezTo>
                    <a:pt x="1" y="1798"/>
                    <a:pt x="986" y="1746"/>
                    <a:pt x="1642" y="1781"/>
                  </a:cubicBezTo>
                  <a:cubicBezTo>
                    <a:pt x="2299" y="1556"/>
                    <a:pt x="3422" y="2005"/>
                    <a:pt x="3474" y="813"/>
                  </a:cubicBezTo>
                  <a:cubicBezTo>
                    <a:pt x="3488" y="284"/>
                    <a:pt x="2986" y="46"/>
                    <a:pt x="2519" y="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53"/>
            <p:cNvSpPr/>
            <p:nvPr/>
          </p:nvSpPr>
          <p:spPr>
            <a:xfrm>
              <a:off x="6595650" y="1204100"/>
              <a:ext cx="81075" cy="41800"/>
            </a:xfrm>
            <a:custGeom>
              <a:avLst/>
              <a:gdLst/>
              <a:ahLst/>
              <a:cxnLst/>
              <a:rect l="l" t="t" r="r" b="b"/>
              <a:pathLst>
                <a:path w="3243" h="1672" extrusionOk="0">
                  <a:moveTo>
                    <a:pt x="1466" y="121"/>
                  </a:moveTo>
                  <a:cubicBezTo>
                    <a:pt x="1366" y="163"/>
                    <a:pt x="1241" y="173"/>
                    <a:pt x="1106" y="173"/>
                  </a:cubicBezTo>
                  <a:cubicBezTo>
                    <a:pt x="987" y="173"/>
                    <a:pt x="861" y="165"/>
                    <a:pt x="738" y="165"/>
                  </a:cubicBezTo>
                  <a:cubicBezTo>
                    <a:pt x="371" y="165"/>
                    <a:pt x="34" y="234"/>
                    <a:pt x="14" y="778"/>
                  </a:cubicBezTo>
                  <a:cubicBezTo>
                    <a:pt x="0" y="1593"/>
                    <a:pt x="628" y="1660"/>
                    <a:pt x="1232" y="1660"/>
                  </a:cubicBezTo>
                  <a:cubicBezTo>
                    <a:pt x="1352" y="1660"/>
                    <a:pt x="1472" y="1658"/>
                    <a:pt x="1585" y="1658"/>
                  </a:cubicBezTo>
                  <a:cubicBezTo>
                    <a:pt x="1627" y="1658"/>
                    <a:pt x="1668" y="1658"/>
                    <a:pt x="1708" y="1659"/>
                  </a:cubicBezTo>
                  <a:cubicBezTo>
                    <a:pt x="1826" y="1666"/>
                    <a:pt x="1954" y="1672"/>
                    <a:pt x="2085" y="1672"/>
                  </a:cubicBezTo>
                  <a:cubicBezTo>
                    <a:pt x="2644" y="1672"/>
                    <a:pt x="3242" y="1563"/>
                    <a:pt x="3228" y="933"/>
                  </a:cubicBezTo>
                  <a:cubicBezTo>
                    <a:pt x="3194" y="0"/>
                    <a:pt x="2209" y="207"/>
                    <a:pt x="1466" y="12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53"/>
            <p:cNvSpPr/>
            <p:nvPr/>
          </p:nvSpPr>
          <p:spPr>
            <a:xfrm>
              <a:off x="5040350" y="1034625"/>
              <a:ext cx="81550" cy="46975"/>
            </a:xfrm>
            <a:custGeom>
              <a:avLst/>
              <a:gdLst/>
              <a:ahLst/>
              <a:cxnLst/>
              <a:rect l="l" t="t" r="r" b="b"/>
              <a:pathLst>
                <a:path w="3262" h="1879" extrusionOk="0">
                  <a:moveTo>
                    <a:pt x="1625" y="1"/>
                  </a:moveTo>
                  <a:cubicBezTo>
                    <a:pt x="803" y="1"/>
                    <a:pt x="279" y="461"/>
                    <a:pt x="99" y="1249"/>
                  </a:cubicBezTo>
                  <a:cubicBezTo>
                    <a:pt x="0" y="1616"/>
                    <a:pt x="339" y="1879"/>
                    <a:pt x="645" y="1879"/>
                  </a:cubicBezTo>
                  <a:cubicBezTo>
                    <a:pt x="714" y="1879"/>
                    <a:pt x="781" y="1865"/>
                    <a:pt x="842" y="1837"/>
                  </a:cubicBezTo>
                  <a:cubicBezTo>
                    <a:pt x="1620" y="1474"/>
                    <a:pt x="2829" y="1750"/>
                    <a:pt x="3106" y="800"/>
                  </a:cubicBezTo>
                  <a:cubicBezTo>
                    <a:pt x="3261" y="229"/>
                    <a:pt x="2363" y="22"/>
                    <a:pt x="1758" y="5"/>
                  </a:cubicBezTo>
                  <a:cubicBezTo>
                    <a:pt x="1713" y="2"/>
                    <a:pt x="1668" y="1"/>
                    <a:pt x="16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53"/>
            <p:cNvSpPr/>
            <p:nvPr/>
          </p:nvSpPr>
          <p:spPr>
            <a:xfrm>
              <a:off x="6380950" y="3302475"/>
              <a:ext cx="77800" cy="40225"/>
            </a:xfrm>
            <a:custGeom>
              <a:avLst/>
              <a:gdLst/>
              <a:ahLst/>
              <a:cxnLst/>
              <a:rect l="l" t="t" r="r" b="b"/>
              <a:pathLst>
                <a:path w="3112" h="1609" extrusionOk="0">
                  <a:moveTo>
                    <a:pt x="843" y="80"/>
                  </a:moveTo>
                  <a:cubicBezTo>
                    <a:pt x="352" y="80"/>
                    <a:pt x="1" y="466"/>
                    <a:pt x="65" y="882"/>
                  </a:cubicBezTo>
                  <a:cubicBezTo>
                    <a:pt x="161" y="1545"/>
                    <a:pt x="602" y="1578"/>
                    <a:pt x="1054" y="1578"/>
                  </a:cubicBezTo>
                  <a:cubicBezTo>
                    <a:pt x="1103" y="1578"/>
                    <a:pt x="1152" y="1577"/>
                    <a:pt x="1201" y="1577"/>
                  </a:cubicBezTo>
                  <a:cubicBezTo>
                    <a:pt x="1347" y="1577"/>
                    <a:pt x="1491" y="1581"/>
                    <a:pt x="1620" y="1608"/>
                  </a:cubicBezTo>
                  <a:cubicBezTo>
                    <a:pt x="1746" y="1549"/>
                    <a:pt x="1903" y="1535"/>
                    <a:pt x="2065" y="1535"/>
                  </a:cubicBezTo>
                  <a:cubicBezTo>
                    <a:pt x="2212" y="1535"/>
                    <a:pt x="2363" y="1547"/>
                    <a:pt x="2502" y="1547"/>
                  </a:cubicBezTo>
                  <a:cubicBezTo>
                    <a:pt x="2845" y="1547"/>
                    <a:pt x="3112" y="1478"/>
                    <a:pt x="3037" y="1003"/>
                  </a:cubicBezTo>
                  <a:cubicBezTo>
                    <a:pt x="2882" y="1"/>
                    <a:pt x="1741" y="191"/>
                    <a:pt x="963" y="87"/>
                  </a:cubicBezTo>
                  <a:cubicBezTo>
                    <a:pt x="923" y="82"/>
                    <a:pt x="882" y="80"/>
                    <a:pt x="843" y="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53"/>
            <p:cNvSpPr/>
            <p:nvPr/>
          </p:nvSpPr>
          <p:spPr>
            <a:xfrm>
              <a:off x="4384825" y="996700"/>
              <a:ext cx="62025" cy="39775"/>
            </a:xfrm>
            <a:custGeom>
              <a:avLst/>
              <a:gdLst/>
              <a:ahLst/>
              <a:cxnLst/>
              <a:rect l="l" t="t" r="r" b="b"/>
              <a:pathLst>
                <a:path w="2481" h="1591" extrusionOk="0">
                  <a:moveTo>
                    <a:pt x="1811" y="155"/>
                  </a:moveTo>
                  <a:cubicBezTo>
                    <a:pt x="1713" y="155"/>
                    <a:pt x="1613" y="168"/>
                    <a:pt x="1521" y="191"/>
                  </a:cubicBezTo>
                  <a:cubicBezTo>
                    <a:pt x="985" y="312"/>
                    <a:pt x="121" y="1"/>
                    <a:pt x="52" y="917"/>
                  </a:cubicBezTo>
                  <a:cubicBezTo>
                    <a:pt x="0" y="1487"/>
                    <a:pt x="536" y="1574"/>
                    <a:pt x="1054" y="1591"/>
                  </a:cubicBezTo>
                  <a:cubicBezTo>
                    <a:pt x="1573" y="1418"/>
                    <a:pt x="2385" y="1556"/>
                    <a:pt x="2454" y="727"/>
                  </a:cubicBezTo>
                  <a:cubicBezTo>
                    <a:pt x="2481" y="311"/>
                    <a:pt x="2153" y="155"/>
                    <a:pt x="1811" y="15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53"/>
            <p:cNvSpPr/>
            <p:nvPr/>
          </p:nvSpPr>
          <p:spPr>
            <a:xfrm>
              <a:off x="2100625" y="1004500"/>
              <a:ext cx="520200" cy="95050"/>
            </a:xfrm>
            <a:custGeom>
              <a:avLst/>
              <a:gdLst/>
              <a:ahLst/>
              <a:cxnLst/>
              <a:rect l="l" t="t" r="r" b="b"/>
              <a:pathLst>
                <a:path w="20808" h="3802" extrusionOk="0">
                  <a:moveTo>
                    <a:pt x="20756" y="0"/>
                  </a:moveTo>
                  <a:lnTo>
                    <a:pt x="20738" y="17"/>
                  </a:lnTo>
                  <a:lnTo>
                    <a:pt x="20773" y="17"/>
                  </a:lnTo>
                  <a:lnTo>
                    <a:pt x="20808" y="0"/>
                  </a:lnTo>
                  <a:close/>
                  <a:moveTo>
                    <a:pt x="1" y="3785"/>
                  </a:moveTo>
                  <a:lnTo>
                    <a:pt x="1" y="3802"/>
                  </a:lnTo>
                  <a:lnTo>
                    <a:pt x="18" y="3802"/>
                  </a:lnTo>
                  <a:lnTo>
                    <a:pt x="18" y="378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53"/>
            <p:cNvSpPr/>
            <p:nvPr/>
          </p:nvSpPr>
          <p:spPr>
            <a:xfrm>
              <a:off x="233350" y="949250"/>
              <a:ext cx="3232550" cy="3802300"/>
            </a:xfrm>
            <a:custGeom>
              <a:avLst/>
              <a:gdLst/>
              <a:ahLst/>
              <a:cxnLst/>
              <a:rect l="l" t="t" r="r" b="b"/>
              <a:pathLst>
                <a:path w="129302" h="152092" extrusionOk="0">
                  <a:moveTo>
                    <a:pt x="97270" y="1644"/>
                  </a:moveTo>
                  <a:cubicBezTo>
                    <a:pt x="97347" y="1644"/>
                    <a:pt x="97424" y="1648"/>
                    <a:pt x="97503" y="1657"/>
                  </a:cubicBezTo>
                  <a:cubicBezTo>
                    <a:pt x="97555" y="1674"/>
                    <a:pt x="97607" y="1692"/>
                    <a:pt x="97642" y="1709"/>
                  </a:cubicBezTo>
                  <a:lnTo>
                    <a:pt x="95601" y="2170"/>
                  </a:lnTo>
                  <a:lnTo>
                    <a:pt x="95601" y="2170"/>
                  </a:lnTo>
                  <a:cubicBezTo>
                    <a:pt x="96129" y="1917"/>
                    <a:pt x="96661" y="1644"/>
                    <a:pt x="97270" y="1644"/>
                  </a:cubicBezTo>
                  <a:close/>
                  <a:moveTo>
                    <a:pt x="95473" y="2210"/>
                  </a:moveTo>
                  <a:lnTo>
                    <a:pt x="95447" y="2227"/>
                  </a:lnTo>
                  <a:lnTo>
                    <a:pt x="95429" y="2227"/>
                  </a:lnTo>
                  <a:lnTo>
                    <a:pt x="95464" y="2210"/>
                  </a:lnTo>
                  <a:close/>
                  <a:moveTo>
                    <a:pt x="68358" y="8951"/>
                  </a:moveTo>
                  <a:cubicBezTo>
                    <a:pt x="68553" y="8951"/>
                    <a:pt x="68761" y="9049"/>
                    <a:pt x="68989" y="9313"/>
                  </a:cubicBezTo>
                  <a:cubicBezTo>
                    <a:pt x="69208" y="9280"/>
                    <a:pt x="69420" y="9268"/>
                    <a:pt x="69634" y="9268"/>
                  </a:cubicBezTo>
                  <a:cubicBezTo>
                    <a:pt x="69758" y="9268"/>
                    <a:pt x="69882" y="9272"/>
                    <a:pt x="70008" y="9278"/>
                  </a:cubicBezTo>
                  <a:cubicBezTo>
                    <a:pt x="70061" y="9286"/>
                    <a:pt x="70117" y="9289"/>
                    <a:pt x="70177" y="9289"/>
                  </a:cubicBezTo>
                  <a:cubicBezTo>
                    <a:pt x="70522" y="9289"/>
                    <a:pt x="70965" y="9176"/>
                    <a:pt x="71318" y="9176"/>
                  </a:cubicBezTo>
                  <a:cubicBezTo>
                    <a:pt x="71841" y="9176"/>
                    <a:pt x="72167" y="9425"/>
                    <a:pt x="71685" y="10661"/>
                  </a:cubicBezTo>
                  <a:cubicBezTo>
                    <a:pt x="71581" y="10937"/>
                    <a:pt x="71823" y="11265"/>
                    <a:pt x="72151" y="11386"/>
                  </a:cubicBezTo>
                  <a:cubicBezTo>
                    <a:pt x="72428" y="11438"/>
                    <a:pt x="72722" y="11490"/>
                    <a:pt x="72998" y="11507"/>
                  </a:cubicBezTo>
                  <a:cubicBezTo>
                    <a:pt x="72652" y="11922"/>
                    <a:pt x="72359" y="12406"/>
                    <a:pt x="71927" y="12717"/>
                  </a:cubicBezTo>
                  <a:cubicBezTo>
                    <a:pt x="71831" y="12786"/>
                    <a:pt x="71741" y="12813"/>
                    <a:pt x="71654" y="12813"/>
                  </a:cubicBezTo>
                  <a:cubicBezTo>
                    <a:pt x="71349" y="12813"/>
                    <a:pt x="71090" y="12473"/>
                    <a:pt x="70821" y="12406"/>
                  </a:cubicBezTo>
                  <a:cubicBezTo>
                    <a:pt x="69127" y="11939"/>
                    <a:pt x="69334" y="10488"/>
                    <a:pt x="68989" y="9313"/>
                  </a:cubicBezTo>
                  <a:lnTo>
                    <a:pt x="67330" y="9520"/>
                  </a:lnTo>
                  <a:cubicBezTo>
                    <a:pt x="67668" y="9295"/>
                    <a:pt x="67992" y="8951"/>
                    <a:pt x="68358" y="8951"/>
                  </a:cubicBezTo>
                  <a:close/>
                  <a:moveTo>
                    <a:pt x="51546" y="12467"/>
                  </a:moveTo>
                  <a:cubicBezTo>
                    <a:pt x="51593" y="12467"/>
                    <a:pt x="51647" y="12470"/>
                    <a:pt x="51707" y="12475"/>
                  </a:cubicBezTo>
                  <a:cubicBezTo>
                    <a:pt x="51897" y="12648"/>
                    <a:pt x="52157" y="12890"/>
                    <a:pt x="52433" y="13115"/>
                  </a:cubicBezTo>
                  <a:cubicBezTo>
                    <a:pt x="52260" y="13270"/>
                    <a:pt x="52053" y="13374"/>
                    <a:pt x="51845" y="13460"/>
                  </a:cubicBezTo>
                  <a:cubicBezTo>
                    <a:pt x="51802" y="13467"/>
                    <a:pt x="51764" y="13470"/>
                    <a:pt x="51729" y="13470"/>
                  </a:cubicBezTo>
                  <a:cubicBezTo>
                    <a:pt x="51300" y="13470"/>
                    <a:pt x="51439" y="13007"/>
                    <a:pt x="51327" y="12752"/>
                  </a:cubicBezTo>
                  <a:cubicBezTo>
                    <a:pt x="51225" y="12548"/>
                    <a:pt x="51295" y="12467"/>
                    <a:pt x="51546" y="12467"/>
                  </a:cubicBezTo>
                  <a:close/>
                  <a:moveTo>
                    <a:pt x="55481" y="12549"/>
                  </a:moveTo>
                  <a:cubicBezTo>
                    <a:pt x="55526" y="12549"/>
                    <a:pt x="55570" y="12553"/>
                    <a:pt x="55613" y="12562"/>
                  </a:cubicBezTo>
                  <a:lnTo>
                    <a:pt x="54576" y="13789"/>
                  </a:lnTo>
                  <a:lnTo>
                    <a:pt x="53954" y="13184"/>
                  </a:lnTo>
                  <a:cubicBezTo>
                    <a:pt x="54420" y="12976"/>
                    <a:pt x="54870" y="12752"/>
                    <a:pt x="55336" y="12562"/>
                  </a:cubicBezTo>
                  <a:cubicBezTo>
                    <a:pt x="55388" y="12553"/>
                    <a:pt x="55436" y="12549"/>
                    <a:pt x="55481" y="12549"/>
                  </a:cubicBezTo>
                  <a:close/>
                  <a:moveTo>
                    <a:pt x="116966" y="0"/>
                  </a:moveTo>
                  <a:cubicBezTo>
                    <a:pt x="112339" y="0"/>
                    <a:pt x="107712" y="747"/>
                    <a:pt x="103085" y="1035"/>
                  </a:cubicBezTo>
                  <a:cubicBezTo>
                    <a:pt x="101910" y="1104"/>
                    <a:pt x="100735" y="983"/>
                    <a:pt x="99542" y="1260"/>
                  </a:cubicBezTo>
                  <a:cubicBezTo>
                    <a:pt x="99533" y="1262"/>
                    <a:pt x="99523" y="1263"/>
                    <a:pt x="99512" y="1263"/>
                  </a:cubicBezTo>
                  <a:cubicBezTo>
                    <a:pt x="99194" y="1263"/>
                    <a:pt x="98389" y="307"/>
                    <a:pt x="97503" y="240"/>
                  </a:cubicBezTo>
                  <a:cubicBezTo>
                    <a:pt x="96554" y="172"/>
                    <a:pt x="95607" y="143"/>
                    <a:pt x="94661" y="143"/>
                  </a:cubicBezTo>
                  <a:cubicBezTo>
                    <a:pt x="91541" y="143"/>
                    <a:pt x="88432" y="459"/>
                    <a:pt x="85303" y="724"/>
                  </a:cubicBezTo>
                  <a:cubicBezTo>
                    <a:pt x="83379" y="875"/>
                    <a:pt x="81549" y="1637"/>
                    <a:pt x="79578" y="1637"/>
                  </a:cubicBezTo>
                  <a:cubicBezTo>
                    <a:pt x="79300" y="1637"/>
                    <a:pt x="79020" y="1622"/>
                    <a:pt x="78736" y="1588"/>
                  </a:cubicBezTo>
                  <a:cubicBezTo>
                    <a:pt x="78573" y="1568"/>
                    <a:pt x="78403" y="1557"/>
                    <a:pt x="78229" y="1557"/>
                  </a:cubicBezTo>
                  <a:cubicBezTo>
                    <a:pt x="77349" y="1557"/>
                    <a:pt x="76386" y="1840"/>
                    <a:pt x="75953" y="2677"/>
                  </a:cubicBezTo>
                  <a:cubicBezTo>
                    <a:pt x="75538" y="3489"/>
                    <a:pt x="76333" y="4163"/>
                    <a:pt x="76956" y="4750"/>
                  </a:cubicBezTo>
                  <a:cubicBezTo>
                    <a:pt x="77215" y="4992"/>
                    <a:pt x="77232" y="5511"/>
                    <a:pt x="77370" y="5891"/>
                  </a:cubicBezTo>
                  <a:cubicBezTo>
                    <a:pt x="77348" y="5890"/>
                    <a:pt x="77325" y="5889"/>
                    <a:pt x="77301" y="5889"/>
                  </a:cubicBezTo>
                  <a:cubicBezTo>
                    <a:pt x="77154" y="5889"/>
                    <a:pt x="76988" y="5912"/>
                    <a:pt x="76844" y="5912"/>
                  </a:cubicBezTo>
                  <a:cubicBezTo>
                    <a:pt x="76726" y="5912"/>
                    <a:pt x="76623" y="5896"/>
                    <a:pt x="76558" y="5839"/>
                  </a:cubicBezTo>
                  <a:cubicBezTo>
                    <a:pt x="76285" y="5586"/>
                    <a:pt x="76034" y="5489"/>
                    <a:pt x="75796" y="5489"/>
                  </a:cubicBezTo>
                  <a:cubicBezTo>
                    <a:pt x="75417" y="5489"/>
                    <a:pt x="75070" y="5733"/>
                    <a:pt x="74709" y="5977"/>
                  </a:cubicBezTo>
                  <a:lnTo>
                    <a:pt x="74709" y="5995"/>
                  </a:lnTo>
                  <a:lnTo>
                    <a:pt x="74692" y="5995"/>
                  </a:lnTo>
                  <a:cubicBezTo>
                    <a:pt x="74415" y="6358"/>
                    <a:pt x="73707" y="6479"/>
                    <a:pt x="73897" y="7066"/>
                  </a:cubicBezTo>
                  <a:cubicBezTo>
                    <a:pt x="74104" y="7654"/>
                    <a:pt x="74761" y="7671"/>
                    <a:pt x="75331" y="7723"/>
                  </a:cubicBezTo>
                  <a:lnTo>
                    <a:pt x="75625" y="7723"/>
                  </a:lnTo>
                  <a:lnTo>
                    <a:pt x="77146" y="7982"/>
                  </a:lnTo>
                  <a:cubicBezTo>
                    <a:pt x="76904" y="8068"/>
                    <a:pt x="76662" y="8120"/>
                    <a:pt x="76403" y="8120"/>
                  </a:cubicBezTo>
                  <a:cubicBezTo>
                    <a:pt x="76178" y="8103"/>
                    <a:pt x="75970" y="7930"/>
                    <a:pt x="75729" y="7861"/>
                  </a:cubicBezTo>
                  <a:cubicBezTo>
                    <a:pt x="75594" y="7823"/>
                    <a:pt x="75464" y="7807"/>
                    <a:pt x="75337" y="7807"/>
                  </a:cubicBezTo>
                  <a:cubicBezTo>
                    <a:pt x="74777" y="7807"/>
                    <a:pt x="74273" y="8116"/>
                    <a:pt x="73724" y="8172"/>
                  </a:cubicBezTo>
                  <a:cubicBezTo>
                    <a:pt x="73717" y="8173"/>
                    <a:pt x="73710" y="8174"/>
                    <a:pt x="73702" y="8174"/>
                  </a:cubicBezTo>
                  <a:cubicBezTo>
                    <a:pt x="73450" y="8174"/>
                    <a:pt x="72913" y="7613"/>
                    <a:pt x="72946" y="7394"/>
                  </a:cubicBezTo>
                  <a:cubicBezTo>
                    <a:pt x="73102" y="6479"/>
                    <a:pt x="73810" y="6098"/>
                    <a:pt x="74674" y="5995"/>
                  </a:cubicBezTo>
                  <a:lnTo>
                    <a:pt x="74674" y="5977"/>
                  </a:lnTo>
                  <a:cubicBezTo>
                    <a:pt x="74726" y="5545"/>
                    <a:pt x="74830" y="5113"/>
                    <a:pt x="74951" y="4681"/>
                  </a:cubicBezTo>
                  <a:cubicBezTo>
                    <a:pt x="75072" y="4370"/>
                    <a:pt x="75435" y="4076"/>
                    <a:pt x="75124" y="3748"/>
                  </a:cubicBezTo>
                  <a:cubicBezTo>
                    <a:pt x="74832" y="3467"/>
                    <a:pt x="74483" y="3396"/>
                    <a:pt x="74119" y="3396"/>
                  </a:cubicBezTo>
                  <a:cubicBezTo>
                    <a:pt x="73856" y="3396"/>
                    <a:pt x="73587" y="3433"/>
                    <a:pt x="73326" y="3454"/>
                  </a:cubicBezTo>
                  <a:cubicBezTo>
                    <a:pt x="72946" y="3506"/>
                    <a:pt x="72756" y="3748"/>
                    <a:pt x="72704" y="4180"/>
                  </a:cubicBezTo>
                  <a:cubicBezTo>
                    <a:pt x="72601" y="5252"/>
                    <a:pt x="72134" y="6098"/>
                    <a:pt x="70959" y="6340"/>
                  </a:cubicBezTo>
                  <a:cubicBezTo>
                    <a:pt x="70855" y="6427"/>
                    <a:pt x="70769" y="6513"/>
                    <a:pt x="70665" y="6617"/>
                  </a:cubicBezTo>
                  <a:cubicBezTo>
                    <a:pt x="70786" y="6859"/>
                    <a:pt x="70924" y="7083"/>
                    <a:pt x="71097" y="7291"/>
                  </a:cubicBezTo>
                  <a:cubicBezTo>
                    <a:pt x="71304" y="7412"/>
                    <a:pt x="71546" y="7515"/>
                    <a:pt x="71788" y="7567"/>
                  </a:cubicBezTo>
                  <a:cubicBezTo>
                    <a:pt x="71650" y="7550"/>
                    <a:pt x="71512" y="7541"/>
                    <a:pt x="71374" y="7541"/>
                  </a:cubicBezTo>
                  <a:cubicBezTo>
                    <a:pt x="71235" y="7541"/>
                    <a:pt x="71097" y="7550"/>
                    <a:pt x="70959" y="7567"/>
                  </a:cubicBezTo>
                  <a:cubicBezTo>
                    <a:pt x="70569" y="7671"/>
                    <a:pt x="70173" y="7708"/>
                    <a:pt x="69775" y="7708"/>
                  </a:cubicBezTo>
                  <a:cubicBezTo>
                    <a:pt x="68812" y="7708"/>
                    <a:pt x="67832" y="7494"/>
                    <a:pt x="66868" y="7494"/>
                  </a:cubicBezTo>
                  <a:cubicBezTo>
                    <a:pt x="66108" y="7494"/>
                    <a:pt x="65357" y="7627"/>
                    <a:pt x="64634" y="8103"/>
                  </a:cubicBezTo>
                  <a:cubicBezTo>
                    <a:pt x="64271" y="8345"/>
                    <a:pt x="63580" y="8379"/>
                    <a:pt x="63666" y="8863"/>
                  </a:cubicBezTo>
                  <a:cubicBezTo>
                    <a:pt x="63752" y="9382"/>
                    <a:pt x="64167" y="9900"/>
                    <a:pt x="64547" y="10315"/>
                  </a:cubicBezTo>
                  <a:cubicBezTo>
                    <a:pt x="64666" y="10447"/>
                    <a:pt x="64798" y="10498"/>
                    <a:pt x="64939" y="10498"/>
                  </a:cubicBezTo>
                  <a:cubicBezTo>
                    <a:pt x="65148" y="10498"/>
                    <a:pt x="65375" y="10387"/>
                    <a:pt x="65602" y="10263"/>
                  </a:cubicBezTo>
                  <a:cubicBezTo>
                    <a:pt x="66124" y="9977"/>
                    <a:pt x="66711" y="9789"/>
                    <a:pt x="67269" y="9556"/>
                  </a:cubicBezTo>
                  <a:lnTo>
                    <a:pt x="67269" y="9556"/>
                  </a:lnTo>
                  <a:cubicBezTo>
                    <a:pt x="66173" y="11022"/>
                    <a:pt x="64072" y="10911"/>
                    <a:pt x="62975" y="11974"/>
                  </a:cubicBezTo>
                  <a:cubicBezTo>
                    <a:pt x="62086" y="12850"/>
                    <a:pt x="61268" y="13162"/>
                    <a:pt x="60357" y="13162"/>
                  </a:cubicBezTo>
                  <a:cubicBezTo>
                    <a:pt x="59993" y="13162"/>
                    <a:pt x="59613" y="13112"/>
                    <a:pt x="59207" y="13028"/>
                  </a:cubicBezTo>
                  <a:cubicBezTo>
                    <a:pt x="58430" y="12873"/>
                    <a:pt x="57687" y="12510"/>
                    <a:pt x="56926" y="12233"/>
                  </a:cubicBezTo>
                  <a:cubicBezTo>
                    <a:pt x="57173" y="12050"/>
                    <a:pt x="57402" y="11981"/>
                    <a:pt x="57619" y="11981"/>
                  </a:cubicBezTo>
                  <a:cubicBezTo>
                    <a:pt x="58162" y="11981"/>
                    <a:pt x="58632" y="12416"/>
                    <a:pt x="59138" y="12613"/>
                  </a:cubicBezTo>
                  <a:cubicBezTo>
                    <a:pt x="59332" y="12687"/>
                    <a:pt x="59512" y="12718"/>
                    <a:pt x="59680" y="12718"/>
                  </a:cubicBezTo>
                  <a:cubicBezTo>
                    <a:pt x="60502" y="12718"/>
                    <a:pt x="61062" y="11967"/>
                    <a:pt x="61765" y="11680"/>
                  </a:cubicBezTo>
                  <a:cubicBezTo>
                    <a:pt x="62404" y="11421"/>
                    <a:pt x="61903" y="10851"/>
                    <a:pt x="61661" y="10384"/>
                  </a:cubicBezTo>
                  <a:cubicBezTo>
                    <a:pt x="61454" y="9987"/>
                    <a:pt x="61921" y="9745"/>
                    <a:pt x="62249" y="9537"/>
                  </a:cubicBezTo>
                  <a:cubicBezTo>
                    <a:pt x="62664" y="9295"/>
                    <a:pt x="63441" y="9226"/>
                    <a:pt x="63182" y="8518"/>
                  </a:cubicBezTo>
                  <a:cubicBezTo>
                    <a:pt x="63018" y="8098"/>
                    <a:pt x="62703" y="8030"/>
                    <a:pt x="62354" y="8030"/>
                  </a:cubicBezTo>
                  <a:cubicBezTo>
                    <a:pt x="62187" y="8030"/>
                    <a:pt x="62013" y="8045"/>
                    <a:pt x="61845" y="8045"/>
                  </a:cubicBezTo>
                  <a:cubicBezTo>
                    <a:pt x="61771" y="8045"/>
                    <a:pt x="61698" y="8042"/>
                    <a:pt x="61627" y="8034"/>
                  </a:cubicBezTo>
                  <a:cubicBezTo>
                    <a:pt x="61564" y="8027"/>
                    <a:pt x="61502" y="8024"/>
                    <a:pt x="61440" y="8024"/>
                  </a:cubicBezTo>
                  <a:cubicBezTo>
                    <a:pt x="60620" y="8024"/>
                    <a:pt x="59973" y="8583"/>
                    <a:pt x="59080" y="8583"/>
                  </a:cubicBezTo>
                  <a:cubicBezTo>
                    <a:pt x="59004" y="8583"/>
                    <a:pt x="58925" y="8579"/>
                    <a:pt x="58844" y="8570"/>
                  </a:cubicBezTo>
                  <a:cubicBezTo>
                    <a:pt x="57410" y="8414"/>
                    <a:pt x="56391" y="7671"/>
                    <a:pt x="55181" y="7187"/>
                  </a:cubicBezTo>
                  <a:cubicBezTo>
                    <a:pt x="54440" y="6892"/>
                    <a:pt x="53723" y="6767"/>
                    <a:pt x="53025" y="6767"/>
                  </a:cubicBezTo>
                  <a:cubicBezTo>
                    <a:pt x="51022" y="6767"/>
                    <a:pt x="49177" y="7799"/>
                    <a:pt x="47370" y="8812"/>
                  </a:cubicBezTo>
                  <a:cubicBezTo>
                    <a:pt x="46903" y="9071"/>
                    <a:pt x="46765" y="9434"/>
                    <a:pt x="46972" y="9969"/>
                  </a:cubicBezTo>
                  <a:cubicBezTo>
                    <a:pt x="47155" y="10426"/>
                    <a:pt x="47351" y="10748"/>
                    <a:pt x="47819" y="10748"/>
                  </a:cubicBezTo>
                  <a:cubicBezTo>
                    <a:pt x="47883" y="10748"/>
                    <a:pt x="47952" y="10742"/>
                    <a:pt x="48026" y="10730"/>
                  </a:cubicBezTo>
                  <a:lnTo>
                    <a:pt x="50498" y="10280"/>
                  </a:lnTo>
                  <a:cubicBezTo>
                    <a:pt x="50618" y="10263"/>
                    <a:pt x="50739" y="10229"/>
                    <a:pt x="50878" y="10194"/>
                  </a:cubicBezTo>
                  <a:lnTo>
                    <a:pt x="50878" y="10194"/>
                  </a:lnTo>
                  <a:cubicBezTo>
                    <a:pt x="50878" y="10298"/>
                    <a:pt x="50860" y="10401"/>
                    <a:pt x="50860" y="10505"/>
                  </a:cubicBezTo>
                  <a:cubicBezTo>
                    <a:pt x="50614" y="11663"/>
                    <a:pt x="50148" y="12321"/>
                    <a:pt x="49280" y="12321"/>
                  </a:cubicBezTo>
                  <a:cubicBezTo>
                    <a:pt x="48931" y="12321"/>
                    <a:pt x="48517" y="12214"/>
                    <a:pt x="48026" y="11991"/>
                  </a:cubicBezTo>
                  <a:cubicBezTo>
                    <a:pt x="46374" y="11254"/>
                    <a:pt x="44693" y="10979"/>
                    <a:pt x="42955" y="10979"/>
                  </a:cubicBezTo>
                  <a:cubicBezTo>
                    <a:pt x="42002" y="10979"/>
                    <a:pt x="41033" y="11062"/>
                    <a:pt x="40042" y="11196"/>
                  </a:cubicBezTo>
                  <a:cubicBezTo>
                    <a:pt x="38536" y="11404"/>
                    <a:pt x="37062" y="12285"/>
                    <a:pt x="35569" y="12285"/>
                  </a:cubicBezTo>
                  <a:cubicBezTo>
                    <a:pt x="35195" y="12285"/>
                    <a:pt x="34820" y="12230"/>
                    <a:pt x="34443" y="12095"/>
                  </a:cubicBezTo>
                  <a:cubicBezTo>
                    <a:pt x="32698" y="11490"/>
                    <a:pt x="30900" y="11110"/>
                    <a:pt x="29068" y="10920"/>
                  </a:cubicBezTo>
                  <a:cubicBezTo>
                    <a:pt x="27080" y="10698"/>
                    <a:pt x="25171" y="10202"/>
                    <a:pt x="23146" y="10202"/>
                  </a:cubicBezTo>
                  <a:cubicBezTo>
                    <a:pt x="22337" y="10202"/>
                    <a:pt x="21510" y="10281"/>
                    <a:pt x="20652" y="10488"/>
                  </a:cubicBezTo>
                  <a:cubicBezTo>
                    <a:pt x="18383" y="11055"/>
                    <a:pt x="16215" y="12269"/>
                    <a:pt x="13793" y="12269"/>
                  </a:cubicBezTo>
                  <a:cubicBezTo>
                    <a:pt x="13559" y="12269"/>
                    <a:pt x="13322" y="12258"/>
                    <a:pt x="13083" y="12233"/>
                  </a:cubicBezTo>
                  <a:cubicBezTo>
                    <a:pt x="13049" y="12230"/>
                    <a:pt x="13015" y="12229"/>
                    <a:pt x="12982" y="12229"/>
                  </a:cubicBezTo>
                  <a:cubicBezTo>
                    <a:pt x="12473" y="12229"/>
                    <a:pt x="12176" y="12605"/>
                    <a:pt x="12323" y="13287"/>
                  </a:cubicBezTo>
                  <a:cubicBezTo>
                    <a:pt x="12498" y="14071"/>
                    <a:pt x="12325" y="14707"/>
                    <a:pt x="11687" y="14707"/>
                  </a:cubicBezTo>
                  <a:cubicBezTo>
                    <a:pt x="11510" y="14707"/>
                    <a:pt x="11296" y="14658"/>
                    <a:pt x="11044" y="14549"/>
                  </a:cubicBezTo>
                  <a:cubicBezTo>
                    <a:pt x="10655" y="14378"/>
                    <a:pt x="10292" y="14308"/>
                    <a:pt x="9947" y="14308"/>
                  </a:cubicBezTo>
                  <a:cubicBezTo>
                    <a:pt x="9034" y="14308"/>
                    <a:pt x="8242" y="14801"/>
                    <a:pt x="7415" y="15240"/>
                  </a:cubicBezTo>
                  <a:cubicBezTo>
                    <a:pt x="6965" y="15482"/>
                    <a:pt x="6672" y="15914"/>
                    <a:pt x="6879" y="16467"/>
                  </a:cubicBezTo>
                  <a:cubicBezTo>
                    <a:pt x="7027" y="16886"/>
                    <a:pt x="7334" y="16988"/>
                    <a:pt x="7700" y="16988"/>
                  </a:cubicBezTo>
                  <a:cubicBezTo>
                    <a:pt x="7802" y="16988"/>
                    <a:pt x="7910" y="16980"/>
                    <a:pt x="8020" y="16968"/>
                  </a:cubicBezTo>
                  <a:cubicBezTo>
                    <a:pt x="8305" y="16929"/>
                    <a:pt x="8590" y="16910"/>
                    <a:pt x="8875" y="16910"/>
                  </a:cubicBezTo>
                  <a:cubicBezTo>
                    <a:pt x="8970" y="16910"/>
                    <a:pt x="9065" y="16912"/>
                    <a:pt x="9160" y="16917"/>
                  </a:cubicBezTo>
                  <a:cubicBezTo>
                    <a:pt x="9186" y="16919"/>
                    <a:pt x="9214" y="16920"/>
                    <a:pt x="9242" y="16920"/>
                  </a:cubicBezTo>
                  <a:cubicBezTo>
                    <a:pt x="9458" y="16920"/>
                    <a:pt x="9735" y="16862"/>
                    <a:pt x="9947" y="16862"/>
                  </a:cubicBezTo>
                  <a:cubicBezTo>
                    <a:pt x="10131" y="16862"/>
                    <a:pt x="10266" y="16906"/>
                    <a:pt x="10266" y="17072"/>
                  </a:cubicBezTo>
                  <a:cubicBezTo>
                    <a:pt x="10266" y="17498"/>
                    <a:pt x="9728" y="17637"/>
                    <a:pt x="9291" y="17637"/>
                  </a:cubicBezTo>
                  <a:cubicBezTo>
                    <a:pt x="9214" y="17637"/>
                    <a:pt x="9141" y="17633"/>
                    <a:pt x="9074" y="17625"/>
                  </a:cubicBezTo>
                  <a:cubicBezTo>
                    <a:pt x="8873" y="17604"/>
                    <a:pt x="8677" y="17594"/>
                    <a:pt x="8484" y="17594"/>
                  </a:cubicBezTo>
                  <a:cubicBezTo>
                    <a:pt x="6314" y="17594"/>
                    <a:pt x="4587" y="18859"/>
                    <a:pt x="2714" y="19716"/>
                  </a:cubicBezTo>
                  <a:cubicBezTo>
                    <a:pt x="1193" y="20407"/>
                    <a:pt x="2351" y="21548"/>
                    <a:pt x="2282" y="22429"/>
                  </a:cubicBezTo>
                  <a:cubicBezTo>
                    <a:pt x="2264" y="22814"/>
                    <a:pt x="2455" y="22907"/>
                    <a:pt x="2706" y="22907"/>
                  </a:cubicBezTo>
                  <a:cubicBezTo>
                    <a:pt x="2939" y="22907"/>
                    <a:pt x="3223" y="22827"/>
                    <a:pt x="3440" y="22827"/>
                  </a:cubicBezTo>
                  <a:cubicBezTo>
                    <a:pt x="3665" y="22827"/>
                    <a:pt x="3872" y="22982"/>
                    <a:pt x="4079" y="23069"/>
                  </a:cubicBezTo>
                  <a:cubicBezTo>
                    <a:pt x="3924" y="23242"/>
                    <a:pt x="3751" y="23380"/>
                    <a:pt x="3544" y="23501"/>
                  </a:cubicBezTo>
                  <a:cubicBezTo>
                    <a:pt x="2610" y="23881"/>
                    <a:pt x="1643" y="24192"/>
                    <a:pt x="709" y="24589"/>
                  </a:cubicBezTo>
                  <a:cubicBezTo>
                    <a:pt x="329" y="24745"/>
                    <a:pt x="1" y="25142"/>
                    <a:pt x="226" y="25609"/>
                  </a:cubicBezTo>
                  <a:cubicBezTo>
                    <a:pt x="325" y="25816"/>
                    <a:pt x="462" y="25880"/>
                    <a:pt x="615" y="25880"/>
                  </a:cubicBezTo>
                  <a:cubicBezTo>
                    <a:pt x="807" y="25880"/>
                    <a:pt x="1026" y="25778"/>
                    <a:pt x="1228" y="25730"/>
                  </a:cubicBezTo>
                  <a:cubicBezTo>
                    <a:pt x="2248" y="25454"/>
                    <a:pt x="3354" y="25350"/>
                    <a:pt x="4252" y="24866"/>
                  </a:cubicBezTo>
                  <a:cubicBezTo>
                    <a:pt x="4601" y="24679"/>
                    <a:pt x="4965" y="24620"/>
                    <a:pt x="5336" y="24620"/>
                  </a:cubicBezTo>
                  <a:cubicBezTo>
                    <a:pt x="5952" y="24620"/>
                    <a:pt x="6585" y="24782"/>
                    <a:pt x="7191" y="24782"/>
                  </a:cubicBezTo>
                  <a:cubicBezTo>
                    <a:pt x="7702" y="24782"/>
                    <a:pt x="8195" y="24667"/>
                    <a:pt x="8642" y="24244"/>
                  </a:cubicBezTo>
                  <a:cubicBezTo>
                    <a:pt x="9143" y="23760"/>
                    <a:pt x="9627" y="23276"/>
                    <a:pt x="10128" y="22809"/>
                  </a:cubicBezTo>
                  <a:cubicBezTo>
                    <a:pt x="10518" y="22438"/>
                    <a:pt x="10935" y="22335"/>
                    <a:pt x="11366" y="22335"/>
                  </a:cubicBezTo>
                  <a:cubicBezTo>
                    <a:pt x="11904" y="22335"/>
                    <a:pt x="12465" y="22495"/>
                    <a:pt x="13026" y="22495"/>
                  </a:cubicBezTo>
                  <a:cubicBezTo>
                    <a:pt x="13270" y="22495"/>
                    <a:pt x="13515" y="22465"/>
                    <a:pt x="13757" y="22377"/>
                  </a:cubicBezTo>
                  <a:cubicBezTo>
                    <a:pt x="14876" y="21972"/>
                    <a:pt x="15968" y="21278"/>
                    <a:pt x="17215" y="21278"/>
                  </a:cubicBezTo>
                  <a:cubicBezTo>
                    <a:pt x="17721" y="21278"/>
                    <a:pt x="18252" y="21392"/>
                    <a:pt x="18820" y="21686"/>
                  </a:cubicBezTo>
                  <a:cubicBezTo>
                    <a:pt x="20272" y="22429"/>
                    <a:pt x="22242" y="22343"/>
                    <a:pt x="21966" y="24780"/>
                  </a:cubicBezTo>
                  <a:cubicBezTo>
                    <a:pt x="21914" y="25212"/>
                    <a:pt x="22104" y="25868"/>
                    <a:pt x="22415" y="26127"/>
                  </a:cubicBezTo>
                  <a:cubicBezTo>
                    <a:pt x="23746" y="27251"/>
                    <a:pt x="23659" y="29411"/>
                    <a:pt x="23210" y="29981"/>
                  </a:cubicBezTo>
                  <a:cubicBezTo>
                    <a:pt x="22052" y="31485"/>
                    <a:pt x="22484" y="32573"/>
                    <a:pt x="22985" y="33973"/>
                  </a:cubicBezTo>
                  <a:cubicBezTo>
                    <a:pt x="23124" y="34405"/>
                    <a:pt x="22795" y="35045"/>
                    <a:pt x="22553" y="35529"/>
                  </a:cubicBezTo>
                  <a:cubicBezTo>
                    <a:pt x="21447" y="37844"/>
                    <a:pt x="19356" y="39469"/>
                    <a:pt x="18233" y="41802"/>
                  </a:cubicBezTo>
                  <a:cubicBezTo>
                    <a:pt x="17455" y="43409"/>
                    <a:pt x="17058" y="48783"/>
                    <a:pt x="18354" y="49734"/>
                  </a:cubicBezTo>
                  <a:cubicBezTo>
                    <a:pt x="20220" y="51116"/>
                    <a:pt x="19927" y="52862"/>
                    <a:pt x="20238" y="54659"/>
                  </a:cubicBezTo>
                  <a:cubicBezTo>
                    <a:pt x="20428" y="55748"/>
                    <a:pt x="20410" y="57528"/>
                    <a:pt x="20687" y="57752"/>
                  </a:cubicBezTo>
                  <a:cubicBezTo>
                    <a:pt x="22380" y="59083"/>
                    <a:pt x="22242" y="61364"/>
                    <a:pt x="23625" y="62764"/>
                  </a:cubicBezTo>
                  <a:cubicBezTo>
                    <a:pt x="23915" y="63066"/>
                    <a:pt x="24197" y="63258"/>
                    <a:pt x="24508" y="63258"/>
                  </a:cubicBezTo>
                  <a:cubicBezTo>
                    <a:pt x="24660" y="63258"/>
                    <a:pt x="24820" y="63212"/>
                    <a:pt x="24990" y="63110"/>
                  </a:cubicBezTo>
                  <a:cubicBezTo>
                    <a:pt x="25508" y="62816"/>
                    <a:pt x="25526" y="62246"/>
                    <a:pt x="25197" y="61831"/>
                  </a:cubicBezTo>
                  <a:cubicBezTo>
                    <a:pt x="23607" y="59671"/>
                    <a:pt x="23746" y="56888"/>
                    <a:pt x="22536" y="54590"/>
                  </a:cubicBezTo>
                  <a:cubicBezTo>
                    <a:pt x="22415" y="54348"/>
                    <a:pt x="22605" y="53933"/>
                    <a:pt x="22692" y="53605"/>
                  </a:cubicBezTo>
                  <a:cubicBezTo>
                    <a:pt x="22704" y="53568"/>
                    <a:pt x="22878" y="53539"/>
                    <a:pt x="22981" y="53539"/>
                  </a:cubicBezTo>
                  <a:cubicBezTo>
                    <a:pt x="23021" y="53539"/>
                    <a:pt x="23050" y="53543"/>
                    <a:pt x="23054" y="53553"/>
                  </a:cubicBezTo>
                  <a:cubicBezTo>
                    <a:pt x="23175" y="53812"/>
                    <a:pt x="23366" y="54106"/>
                    <a:pt x="23366" y="54400"/>
                  </a:cubicBezTo>
                  <a:cubicBezTo>
                    <a:pt x="23383" y="56819"/>
                    <a:pt x="24973" y="58617"/>
                    <a:pt x="26027" y="60569"/>
                  </a:cubicBezTo>
                  <a:cubicBezTo>
                    <a:pt x="26977" y="62297"/>
                    <a:pt x="28654" y="63663"/>
                    <a:pt x="27720" y="65978"/>
                  </a:cubicBezTo>
                  <a:cubicBezTo>
                    <a:pt x="27530" y="66445"/>
                    <a:pt x="27928" y="66791"/>
                    <a:pt x="28273" y="67136"/>
                  </a:cubicBezTo>
                  <a:cubicBezTo>
                    <a:pt x="29138" y="68000"/>
                    <a:pt x="30226" y="68536"/>
                    <a:pt x="31246" y="69193"/>
                  </a:cubicBezTo>
                  <a:cubicBezTo>
                    <a:pt x="32910" y="70222"/>
                    <a:pt x="34447" y="71516"/>
                    <a:pt x="36422" y="71516"/>
                  </a:cubicBezTo>
                  <a:cubicBezTo>
                    <a:pt x="36867" y="71516"/>
                    <a:pt x="37334" y="71451"/>
                    <a:pt x="37830" y="71301"/>
                  </a:cubicBezTo>
                  <a:cubicBezTo>
                    <a:pt x="37930" y="71272"/>
                    <a:pt x="38022" y="71258"/>
                    <a:pt x="38107" y="71258"/>
                  </a:cubicBezTo>
                  <a:cubicBezTo>
                    <a:pt x="38527" y="71258"/>
                    <a:pt x="38793" y="71582"/>
                    <a:pt x="39023" y="71941"/>
                  </a:cubicBezTo>
                  <a:cubicBezTo>
                    <a:pt x="39748" y="73098"/>
                    <a:pt x="40768" y="73721"/>
                    <a:pt x="42116" y="74032"/>
                  </a:cubicBezTo>
                  <a:cubicBezTo>
                    <a:pt x="43585" y="74360"/>
                    <a:pt x="45296" y="74775"/>
                    <a:pt x="45745" y="76399"/>
                  </a:cubicBezTo>
                  <a:cubicBezTo>
                    <a:pt x="46194" y="78110"/>
                    <a:pt x="47439" y="79112"/>
                    <a:pt x="48648" y="79907"/>
                  </a:cubicBezTo>
                  <a:cubicBezTo>
                    <a:pt x="49237" y="80296"/>
                    <a:pt x="50039" y="81326"/>
                    <a:pt x="50895" y="81326"/>
                  </a:cubicBezTo>
                  <a:cubicBezTo>
                    <a:pt x="51372" y="81326"/>
                    <a:pt x="51865" y="81007"/>
                    <a:pt x="52347" y="80080"/>
                  </a:cubicBezTo>
                  <a:cubicBezTo>
                    <a:pt x="52462" y="79850"/>
                    <a:pt x="52631" y="79714"/>
                    <a:pt x="52813" y="79714"/>
                  </a:cubicBezTo>
                  <a:cubicBezTo>
                    <a:pt x="53013" y="79714"/>
                    <a:pt x="53228" y="79880"/>
                    <a:pt x="53401" y="80270"/>
                  </a:cubicBezTo>
                  <a:cubicBezTo>
                    <a:pt x="54593" y="83156"/>
                    <a:pt x="53919" y="85697"/>
                    <a:pt x="51621" y="87943"/>
                  </a:cubicBezTo>
                  <a:cubicBezTo>
                    <a:pt x="50498" y="89049"/>
                    <a:pt x="49806" y="90604"/>
                    <a:pt x="50774" y="92194"/>
                  </a:cubicBezTo>
                  <a:cubicBezTo>
                    <a:pt x="51085" y="92730"/>
                    <a:pt x="51068" y="92886"/>
                    <a:pt x="50688" y="93283"/>
                  </a:cubicBezTo>
                  <a:cubicBezTo>
                    <a:pt x="49685" y="94337"/>
                    <a:pt x="49703" y="95875"/>
                    <a:pt x="50567" y="96636"/>
                  </a:cubicBezTo>
                  <a:cubicBezTo>
                    <a:pt x="52208" y="98087"/>
                    <a:pt x="52986" y="99971"/>
                    <a:pt x="53971" y="101803"/>
                  </a:cubicBezTo>
                  <a:cubicBezTo>
                    <a:pt x="55440" y="104516"/>
                    <a:pt x="56771" y="107281"/>
                    <a:pt x="59933" y="108629"/>
                  </a:cubicBezTo>
                  <a:cubicBezTo>
                    <a:pt x="61661" y="109372"/>
                    <a:pt x="62629" y="111014"/>
                    <a:pt x="62664" y="113122"/>
                  </a:cubicBezTo>
                  <a:cubicBezTo>
                    <a:pt x="62716" y="116319"/>
                    <a:pt x="62871" y="119516"/>
                    <a:pt x="63096" y="122713"/>
                  </a:cubicBezTo>
                  <a:cubicBezTo>
                    <a:pt x="63251" y="125115"/>
                    <a:pt x="64426" y="127431"/>
                    <a:pt x="63631" y="129920"/>
                  </a:cubicBezTo>
                  <a:cubicBezTo>
                    <a:pt x="63303" y="130922"/>
                    <a:pt x="63459" y="131907"/>
                    <a:pt x="63839" y="132875"/>
                  </a:cubicBezTo>
                  <a:cubicBezTo>
                    <a:pt x="64323" y="134067"/>
                    <a:pt x="64461" y="135363"/>
                    <a:pt x="64288" y="136642"/>
                  </a:cubicBezTo>
                  <a:cubicBezTo>
                    <a:pt x="64184" y="137593"/>
                    <a:pt x="64582" y="138664"/>
                    <a:pt x="65653" y="139148"/>
                  </a:cubicBezTo>
                  <a:cubicBezTo>
                    <a:pt x="65680" y="139159"/>
                    <a:pt x="65711" y="139163"/>
                    <a:pt x="65743" y="139163"/>
                  </a:cubicBezTo>
                  <a:cubicBezTo>
                    <a:pt x="65886" y="139163"/>
                    <a:pt x="66069" y="139076"/>
                    <a:pt x="66205" y="139076"/>
                  </a:cubicBezTo>
                  <a:cubicBezTo>
                    <a:pt x="66332" y="139076"/>
                    <a:pt x="66419" y="139151"/>
                    <a:pt x="66397" y="139442"/>
                  </a:cubicBezTo>
                  <a:cubicBezTo>
                    <a:pt x="66362" y="139995"/>
                    <a:pt x="67071" y="140565"/>
                    <a:pt x="66293" y="141135"/>
                  </a:cubicBezTo>
                  <a:cubicBezTo>
                    <a:pt x="65895" y="141412"/>
                    <a:pt x="65360" y="142259"/>
                    <a:pt x="65774" y="142414"/>
                  </a:cubicBezTo>
                  <a:cubicBezTo>
                    <a:pt x="66898" y="142846"/>
                    <a:pt x="66500" y="143797"/>
                    <a:pt x="66777" y="144488"/>
                  </a:cubicBezTo>
                  <a:cubicBezTo>
                    <a:pt x="67468" y="146164"/>
                    <a:pt x="68505" y="147668"/>
                    <a:pt x="69801" y="148929"/>
                  </a:cubicBezTo>
                  <a:cubicBezTo>
                    <a:pt x="71823" y="150906"/>
                    <a:pt x="74091" y="152091"/>
                    <a:pt x="76808" y="152091"/>
                  </a:cubicBezTo>
                  <a:cubicBezTo>
                    <a:pt x="77226" y="152091"/>
                    <a:pt x="77656" y="152063"/>
                    <a:pt x="78096" y="152005"/>
                  </a:cubicBezTo>
                  <a:cubicBezTo>
                    <a:pt x="78355" y="151953"/>
                    <a:pt x="78580" y="151781"/>
                    <a:pt x="78718" y="151556"/>
                  </a:cubicBezTo>
                  <a:cubicBezTo>
                    <a:pt x="78874" y="151262"/>
                    <a:pt x="78615" y="151038"/>
                    <a:pt x="78355" y="150882"/>
                  </a:cubicBezTo>
                  <a:cubicBezTo>
                    <a:pt x="77595" y="150415"/>
                    <a:pt x="76835" y="149914"/>
                    <a:pt x="76040" y="149482"/>
                  </a:cubicBezTo>
                  <a:cubicBezTo>
                    <a:pt x="73914" y="148342"/>
                    <a:pt x="73551" y="146648"/>
                    <a:pt x="74899" y="144695"/>
                  </a:cubicBezTo>
                  <a:cubicBezTo>
                    <a:pt x="75608" y="143658"/>
                    <a:pt x="75694" y="142570"/>
                    <a:pt x="74173" y="142017"/>
                  </a:cubicBezTo>
                  <a:cubicBezTo>
                    <a:pt x="73707" y="141861"/>
                    <a:pt x="72929" y="141550"/>
                    <a:pt x="73551" y="140997"/>
                  </a:cubicBezTo>
                  <a:cubicBezTo>
                    <a:pt x="74260" y="140340"/>
                    <a:pt x="74260" y="139597"/>
                    <a:pt x="74415" y="138837"/>
                  </a:cubicBezTo>
                  <a:cubicBezTo>
                    <a:pt x="74605" y="137783"/>
                    <a:pt x="73534" y="136193"/>
                    <a:pt x="75677" y="135985"/>
                  </a:cubicBezTo>
                  <a:cubicBezTo>
                    <a:pt x="75746" y="135985"/>
                    <a:pt x="75850" y="135588"/>
                    <a:pt x="75798" y="135432"/>
                  </a:cubicBezTo>
                  <a:cubicBezTo>
                    <a:pt x="75444" y="134260"/>
                    <a:pt x="75867" y="133923"/>
                    <a:pt x="76900" y="133923"/>
                  </a:cubicBezTo>
                  <a:cubicBezTo>
                    <a:pt x="76978" y="133923"/>
                    <a:pt x="77060" y="133925"/>
                    <a:pt x="77146" y="133929"/>
                  </a:cubicBezTo>
                  <a:cubicBezTo>
                    <a:pt x="77188" y="133931"/>
                    <a:pt x="77231" y="133932"/>
                    <a:pt x="77272" y="133932"/>
                  </a:cubicBezTo>
                  <a:cubicBezTo>
                    <a:pt x="78202" y="133932"/>
                    <a:pt x="78980" y="133388"/>
                    <a:pt x="79427" y="132512"/>
                  </a:cubicBezTo>
                  <a:cubicBezTo>
                    <a:pt x="79859" y="131648"/>
                    <a:pt x="79738" y="130836"/>
                    <a:pt x="79047" y="130110"/>
                  </a:cubicBezTo>
                  <a:cubicBezTo>
                    <a:pt x="78857" y="129902"/>
                    <a:pt x="78822" y="129557"/>
                    <a:pt x="78701" y="129280"/>
                  </a:cubicBezTo>
                  <a:lnTo>
                    <a:pt x="78701" y="129280"/>
                  </a:lnTo>
                  <a:cubicBezTo>
                    <a:pt x="78977" y="129298"/>
                    <a:pt x="79237" y="129332"/>
                    <a:pt x="79513" y="129384"/>
                  </a:cubicBezTo>
                  <a:cubicBezTo>
                    <a:pt x="79669" y="129427"/>
                    <a:pt x="79830" y="129448"/>
                    <a:pt x="79991" y="129448"/>
                  </a:cubicBezTo>
                  <a:cubicBezTo>
                    <a:pt x="80347" y="129448"/>
                    <a:pt x="80702" y="129344"/>
                    <a:pt x="80999" y="129142"/>
                  </a:cubicBezTo>
                  <a:cubicBezTo>
                    <a:pt x="82900" y="128001"/>
                    <a:pt x="83350" y="125841"/>
                    <a:pt x="84473" y="124148"/>
                  </a:cubicBezTo>
                  <a:cubicBezTo>
                    <a:pt x="85216" y="123024"/>
                    <a:pt x="86149" y="121815"/>
                    <a:pt x="85544" y="120225"/>
                  </a:cubicBezTo>
                  <a:cubicBezTo>
                    <a:pt x="85026" y="118808"/>
                    <a:pt x="85959" y="118186"/>
                    <a:pt x="86927" y="117356"/>
                  </a:cubicBezTo>
                  <a:cubicBezTo>
                    <a:pt x="88258" y="116233"/>
                    <a:pt x="90314" y="116371"/>
                    <a:pt x="91230" y="115213"/>
                  </a:cubicBezTo>
                  <a:cubicBezTo>
                    <a:pt x="93096" y="112846"/>
                    <a:pt x="93788" y="109908"/>
                    <a:pt x="93874" y="106866"/>
                  </a:cubicBezTo>
                  <a:cubicBezTo>
                    <a:pt x="93909" y="105743"/>
                    <a:pt x="93563" y="104637"/>
                    <a:pt x="94635" y="103635"/>
                  </a:cubicBezTo>
                  <a:cubicBezTo>
                    <a:pt x="95637" y="102650"/>
                    <a:pt x="96432" y="101492"/>
                    <a:pt x="97002" y="100213"/>
                  </a:cubicBezTo>
                  <a:cubicBezTo>
                    <a:pt x="98350" y="97189"/>
                    <a:pt x="97555" y="95668"/>
                    <a:pt x="93770" y="93404"/>
                  </a:cubicBezTo>
                  <a:cubicBezTo>
                    <a:pt x="92864" y="92866"/>
                    <a:pt x="92012" y="92178"/>
                    <a:pt x="90923" y="92178"/>
                  </a:cubicBezTo>
                  <a:cubicBezTo>
                    <a:pt x="90787" y="92178"/>
                    <a:pt x="90648" y="92189"/>
                    <a:pt x="90504" y="92212"/>
                  </a:cubicBezTo>
                  <a:cubicBezTo>
                    <a:pt x="90375" y="92232"/>
                    <a:pt x="90250" y="92241"/>
                    <a:pt x="90128" y="92241"/>
                  </a:cubicBezTo>
                  <a:cubicBezTo>
                    <a:pt x="89316" y="92241"/>
                    <a:pt x="88640" y="91827"/>
                    <a:pt x="87964" y="91451"/>
                  </a:cubicBezTo>
                  <a:cubicBezTo>
                    <a:pt x="86720" y="90760"/>
                    <a:pt x="85423" y="90190"/>
                    <a:pt x="84076" y="89740"/>
                  </a:cubicBezTo>
                  <a:cubicBezTo>
                    <a:pt x="83419" y="89533"/>
                    <a:pt x="82365" y="89412"/>
                    <a:pt x="82226" y="88306"/>
                  </a:cubicBezTo>
                  <a:cubicBezTo>
                    <a:pt x="81898" y="85511"/>
                    <a:pt x="80349" y="82231"/>
                    <a:pt x="77208" y="82231"/>
                  </a:cubicBezTo>
                  <a:cubicBezTo>
                    <a:pt x="77047" y="82231"/>
                    <a:pt x="76883" y="82240"/>
                    <a:pt x="76714" y="82258"/>
                  </a:cubicBezTo>
                  <a:cubicBezTo>
                    <a:pt x="76610" y="82274"/>
                    <a:pt x="76507" y="82282"/>
                    <a:pt x="76405" y="82282"/>
                  </a:cubicBezTo>
                  <a:cubicBezTo>
                    <a:pt x="75873" y="82282"/>
                    <a:pt x="75365" y="82061"/>
                    <a:pt x="75003" y="81670"/>
                  </a:cubicBezTo>
                  <a:cubicBezTo>
                    <a:pt x="73810" y="80478"/>
                    <a:pt x="72722" y="79147"/>
                    <a:pt x="71356" y="78179"/>
                  </a:cubicBezTo>
                  <a:cubicBezTo>
                    <a:pt x="70652" y="77672"/>
                    <a:pt x="69937" y="76844"/>
                    <a:pt x="68958" y="76844"/>
                  </a:cubicBezTo>
                  <a:cubicBezTo>
                    <a:pt x="68735" y="76844"/>
                    <a:pt x="68499" y="76887"/>
                    <a:pt x="68246" y="76987"/>
                  </a:cubicBezTo>
                  <a:cubicBezTo>
                    <a:pt x="68013" y="77081"/>
                    <a:pt x="67785" y="77113"/>
                    <a:pt x="67562" y="77113"/>
                  </a:cubicBezTo>
                  <a:cubicBezTo>
                    <a:pt x="67089" y="77113"/>
                    <a:pt x="66635" y="76969"/>
                    <a:pt x="66189" y="76969"/>
                  </a:cubicBezTo>
                  <a:cubicBezTo>
                    <a:pt x="64783" y="76969"/>
                    <a:pt x="63941" y="75706"/>
                    <a:pt x="62605" y="75706"/>
                  </a:cubicBezTo>
                  <a:cubicBezTo>
                    <a:pt x="62579" y="75706"/>
                    <a:pt x="62552" y="75707"/>
                    <a:pt x="62525" y="75708"/>
                  </a:cubicBezTo>
                  <a:cubicBezTo>
                    <a:pt x="62280" y="75708"/>
                    <a:pt x="61828" y="76012"/>
                    <a:pt x="61511" y="76012"/>
                  </a:cubicBezTo>
                  <a:cubicBezTo>
                    <a:pt x="61248" y="76012"/>
                    <a:pt x="61077" y="75802"/>
                    <a:pt x="61195" y="75034"/>
                  </a:cubicBezTo>
                  <a:cubicBezTo>
                    <a:pt x="61232" y="74788"/>
                    <a:pt x="60883" y="74612"/>
                    <a:pt x="60617" y="74612"/>
                  </a:cubicBezTo>
                  <a:cubicBezTo>
                    <a:pt x="60509" y="74612"/>
                    <a:pt x="60415" y="74641"/>
                    <a:pt x="60365" y="74706"/>
                  </a:cubicBezTo>
                  <a:cubicBezTo>
                    <a:pt x="59225" y="76088"/>
                    <a:pt x="57099" y="76071"/>
                    <a:pt x="56166" y="77747"/>
                  </a:cubicBezTo>
                  <a:cubicBezTo>
                    <a:pt x="55842" y="78325"/>
                    <a:pt x="55457" y="78771"/>
                    <a:pt x="54917" y="78771"/>
                  </a:cubicBezTo>
                  <a:cubicBezTo>
                    <a:pt x="54649" y="78771"/>
                    <a:pt x="54343" y="78661"/>
                    <a:pt x="53988" y="78404"/>
                  </a:cubicBezTo>
                  <a:cubicBezTo>
                    <a:pt x="53637" y="78125"/>
                    <a:pt x="53206" y="77982"/>
                    <a:pt x="52772" y="77982"/>
                  </a:cubicBezTo>
                  <a:cubicBezTo>
                    <a:pt x="52480" y="77982"/>
                    <a:pt x="52186" y="78047"/>
                    <a:pt x="51915" y="78179"/>
                  </a:cubicBezTo>
                  <a:cubicBezTo>
                    <a:pt x="51373" y="78410"/>
                    <a:pt x="50918" y="78527"/>
                    <a:pt x="50541" y="78527"/>
                  </a:cubicBezTo>
                  <a:cubicBezTo>
                    <a:pt x="49618" y="78527"/>
                    <a:pt x="49166" y="77825"/>
                    <a:pt x="49080" y="76365"/>
                  </a:cubicBezTo>
                  <a:cubicBezTo>
                    <a:pt x="49046" y="75397"/>
                    <a:pt x="49184" y="74446"/>
                    <a:pt x="49478" y="73530"/>
                  </a:cubicBezTo>
                  <a:cubicBezTo>
                    <a:pt x="50012" y="71861"/>
                    <a:pt x="49095" y="70692"/>
                    <a:pt x="47366" y="70692"/>
                  </a:cubicBezTo>
                  <a:cubicBezTo>
                    <a:pt x="47305" y="70692"/>
                    <a:pt x="47243" y="70693"/>
                    <a:pt x="47179" y="70696"/>
                  </a:cubicBezTo>
                  <a:cubicBezTo>
                    <a:pt x="46730" y="70714"/>
                    <a:pt x="46281" y="70765"/>
                    <a:pt x="45814" y="70783"/>
                  </a:cubicBezTo>
                  <a:cubicBezTo>
                    <a:pt x="45755" y="70784"/>
                    <a:pt x="45699" y="70786"/>
                    <a:pt x="45645" y="70786"/>
                  </a:cubicBezTo>
                  <a:cubicBezTo>
                    <a:pt x="45148" y="70786"/>
                    <a:pt x="44886" y="70683"/>
                    <a:pt x="45088" y="69919"/>
                  </a:cubicBezTo>
                  <a:cubicBezTo>
                    <a:pt x="45469" y="68484"/>
                    <a:pt x="46143" y="67240"/>
                    <a:pt x="46886" y="65996"/>
                  </a:cubicBezTo>
                  <a:cubicBezTo>
                    <a:pt x="47214" y="65443"/>
                    <a:pt x="47231" y="64993"/>
                    <a:pt x="46747" y="64613"/>
                  </a:cubicBezTo>
                  <a:cubicBezTo>
                    <a:pt x="46406" y="64334"/>
                    <a:pt x="45929" y="64209"/>
                    <a:pt x="45417" y="64209"/>
                  </a:cubicBezTo>
                  <a:cubicBezTo>
                    <a:pt x="44221" y="64209"/>
                    <a:pt x="42833" y="64889"/>
                    <a:pt x="42531" y="65857"/>
                  </a:cubicBezTo>
                  <a:cubicBezTo>
                    <a:pt x="42161" y="67044"/>
                    <a:pt x="40793" y="67929"/>
                    <a:pt x="39553" y="67929"/>
                  </a:cubicBezTo>
                  <a:cubicBezTo>
                    <a:pt x="39113" y="67929"/>
                    <a:pt x="38689" y="67817"/>
                    <a:pt x="38331" y="67568"/>
                  </a:cubicBezTo>
                  <a:cubicBezTo>
                    <a:pt x="36966" y="66601"/>
                    <a:pt x="35998" y="64872"/>
                    <a:pt x="36517" y="63455"/>
                  </a:cubicBezTo>
                  <a:cubicBezTo>
                    <a:pt x="37571" y="60569"/>
                    <a:pt x="37986" y="56802"/>
                    <a:pt x="41822" y="56093"/>
                  </a:cubicBezTo>
                  <a:cubicBezTo>
                    <a:pt x="44259" y="55627"/>
                    <a:pt x="46696" y="55299"/>
                    <a:pt x="49167" y="55126"/>
                  </a:cubicBezTo>
                  <a:cubicBezTo>
                    <a:pt x="49252" y="55120"/>
                    <a:pt x="49338" y="55117"/>
                    <a:pt x="49425" y="55117"/>
                  </a:cubicBezTo>
                  <a:cubicBezTo>
                    <a:pt x="50819" y="55117"/>
                    <a:pt x="52364" y="55920"/>
                    <a:pt x="51811" y="58133"/>
                  </a:cubicBezTo>
                  <a:cubicBezTo>
                    <a:pt x="51707" y="58582"/>
                    <a:pt x="52087" y="59204"/>
                    <a:pt x="52329" y="59688"/>
                  </a:cubicBezTo>
                  <a:cubicBezTo>
                    <a:pt x="52602" y="60250"/>
                    <a:pt x="52992" y="60846"/>
                    <a:pt x="53666" y="60846"/>
                  </a:cubicBezTo>
                  <a:cubicBezTo>
                    <a:pt x="53675" y="60846"/>
                    <a:pt x="53685" y="60846"/>
                    <a:pt x="53695" y="60846"/>
                  </a:cubicBezTo>
                  <a:cubicBezTo>
                    <a:pt x="54455" y="60811"/>
                    <a:pt x="54628" y="60085"/>
                    <a:pt x="54852" y="59498"/>
                  </a:cubicBezTo>
                  <a:cubicBezTo>
                    <a:pt x="55146" y="58703"/>
                    <a:pt x="55146" y="57822"/>
                    <a:pt x="54887" y="57027"/>
                  </a:cubicBezTo>
                  <a:cubicBezTo>
                    <a:pt x="54127" y="54642"/>
                    <a:pt x="54922" y="53017"/>
                    <a:pt x="57116" y="51894"/>
                  </a:cubicBezTo>
                  <a:cubicBezTo>
                    <a:pt x="58291" y="51307"/>
                    <a:pt x="59328" y="50442"/>
                    <a:pt x="60469" y="49786"/>
                  </a:cubicBezTo>
                  <a:cubicBezTo>
                    <a:pt x="62128" y="48818"/>
                    <a:pt x="61575" y="46641"/>
                    <a:pt x="63096" y="45448"/>
                  </a:cubicBezTo>
                  <a:cubicBezTo>
                    <a:pt x="64720" y="44169"/>
                    <a:pt x="65757" y="42113"/>
                    <a:pt x="68194" y="42061"/>
                  </a:cubicBezTo>
                  <a:cubicBezTo>
                    <a:pt x="68574" y="42044"/>
                    <a:pt x="69006" y="41888"/>
                    <a:pt x="69075" y="41456"/>
                  </a:cubicBezTo>
                  <a:cubicBezTo>
                    <a:pt x="69369" y="39711"/>
                    <a:pt x="70924" y="39417"/>
                    <a:pt x="72151" y="38760"/>
                  </a:cubicBezTo>
                  <a:cubicBezTo>
                    <a:pt x="72321" y="38667"/>
                    <a:pt x="72565" y="38512"/>
                    <a:pt x="72753" y="38512"/>
                  </a:cubicBezTo>
                  <a:cubicBezTo>
                    <a:pt x="72950" y="38512"/>
                    <a:pt x="73086" y="38680"/>
                    <a:pt x="73015" y="39261"/>
                  </a:cubicBezTo>
                  <a:cubicBezTo>
                    <a:pt x="72956" y="39796"/>
                    <a:pt x="73330" y="40078"/>
                    <a:pt x="73743" y="40078"/>
                  </a:cubicBezTo>
                  <a:cubicBezTo>
                    <a:pt x="73931" y="40078"/>
                    <a:pt x="74127" y="40020"/>
                    <a:pt x="74294" y="39901"/>
                  </a:cubicBezTo>
                  <a:cubicBezTo>
                    <a:pt x="75746" y="38898"/>
                    <a:pt x="77457" y="38501"/>
                    <a:pt x="78995" y="37723"/>
                  </a:cubicBezTo>
                  <a:cubicBezTo>
                    <a:pt x="79738" y="37326"/>
                    <a:pt x="80291" y="36773"/>
                    <a:pt x="79790" y="35995"/>
                  </a:cubicBezTo>
                  <a:cubicBezTo>
                    <a:pt x="79597" y="35708"/>
                    <a:pt x="79414" y="35603"/>
                    <a:pt x="79239" y="35603"/>
                  </a:cubicBezTo>
                  <a:cubicBezTo>
                    <a:pt x="78865" y="35603"/>
                    <a:pt x="78524" y="36083"/>
                    <a:pt x="78183" y="36306"/>
                  </a:cubicBezTo>
                  <a:cubicBezTo>
                    <a:pt x="77820" y="36545"/>
                    <a:pt x="77447" y="36741"/>
                    <a:pt x="77083" y="36741"/>
                  </a:cubicBezTo>
                  <a:cubicBezTo>
                    <a:pt x="76789" y="36741"/>
                    <a:pt x="76501" y="36612"/>
                    <a:pt x="76230" y="36272"/>
                  </a:cubicBezTo>
                  <a:cubicBezTo>
                    <a:pt x="75677" y="35563"/>
                    <a:pt x="76126" y="35148"/>
                    <a:pt x="76731" y="34751"/>
                  </a:cubicBezTo>
                  <a:cubicBezTo>
                    <a:pt x="77318" y="34371"/>
                    <a:pt x="77284" y="33818"/>
                    <a:pt x="77025" y="33196"/>
                  </a:cubicBezTo>
                  <a:cubicBezTo>
                    <a:pt x="76921" y="32919"/>
                    <a:pt x="76161" y="33023"/>
                    <a:pt x="76593" y="32643"/>
                  </a:cubicBezTo>
                  <a:cubicBezTo>
                    <a:pt x="76708" y="32536"/>
                    <a:pt x="76805" y="32492"/>
                    <a:pt x="76888" y="32492"/>
                  </a:cubicBezTo>
                  <a:cubicBezTo>
                    <a:pt x="77143" y="32492"/>
                    <a:pt x="77279" y="32892"/>
                    <a:pt x="77474" y="33126"/>
                  </a:cubicBezTo>
                  <a:cubicBezTo>
                    <a:pt x="77830" y="33563"/>
                    <a:pt x="78559" y="33892"/>
                    <a:pt x="79019" y="33892"/>
                  </a:cubicBezTo>
                  <a:cubicBezTo>
                    <a:pt x="79251" y="33892"/>
                    <a:pt x="79415" y="33808"/>
                    <a:pt x="79427" y="33610"/>
                  </a:cubicBezTo>
                  <a:cubicBezTo>
                    <a:pt x="79485" y="32639"/>
                    <a:pt x="79866" y="32465"/>
                    <a:pt x="80317" y="32465"/>
                  </a:cubicBezTo>
                  <a:cubicBezTo>
                    <a:pt x="80569" y="32465"/>
                    <a:pt x="80843" y="32519"/>
                    <a:pt x="81095" y="32519"/>
                  </a:cubicBezTo>
                  <a:cubicBezTo>
                    <a:pt x="81194" y="32519"/>
                    <a:pt x="81290" y="32511"/>
                    <a:pt x="81380" y="32487"/>
                  </a:cubicBezTo>
                  <a:cubicBezTo>
                    <a:pt x="81894" y="32340"/>
                    <a:pt x="82271" y="31830"/>
                    <a:pt x="82830" y="31830"/>
                  </a:cubicBezTo>
                  <a:cubicBezTo>
                    <a:pt x="82928" y="31830"/>
                    <a:pt x="83031" y="31846"/>
                    <a:pt x="83142" y="31882"/>
                  </a:cubicBezTo>
                  <a:cubicBezTo>
                    <a:pt x="82658" y="32470"/>
                    <a:pt x="82192" y="33075"/>
                    <a:pt x="81708" y="33679"/>
                  </a:cubicBezTo>
                  <a:cubicBezTo>
                    <a:pt x="81604" y="33766"/>
                    <a:pt x="81483" y="33835"/>
                    <a:pt x="81362" y="33904"/>
                  </a:cubicBezTo>
                  <a:cubicBezTo>
                    <a:pt x="81034" y="34129"/>
                    <a:pt x="80775" y="34423"/>
                    <a:pt x="80878" y="34872"/>
                  </a:cubicBezTo>
                  <a:cubicBezTo>
                    <a:pt x="80999" y="35304"/>
                    <a:pt x="81380" y="35252"/>
                    <a:pt x="81673" y="35425"/>
                  </a:cubicBezTo>
                  <a:cubicBezTo>
                    <a:pt x="81973" y="35596"/>
                    <a:pt x="82292" y="35648"/>
                    <a:pt x="82615" y="35648"/>
                  </a:cubicBezTo>
                  <a:cubicBezTo>
                    <a:pt x="83130" y="35648"/>
                    <a:pt x="83658" y="35514"/>
                    <a:pt x="84141" y="35514"/>
                  </a:cubicBezTo>
                  <a:cubicBezTo>
                    <a:pt x="84489" y="35514"/>
                    <a:pt x="84814" y="35584"/>
                    <a:pt x="85095" y="35822"/>
                  </a:cubicBezTo>
                  <a:cubicBezTo>
                    <a:pt x="85535" y="36187"/>
                    <a:pt x="85875" y="36332"/>
                    <a:pt x="86134" y="36332"/>
                  </a:cubicBezTo>
                  <a:cubicBezTo>
                    <a:pt x="86710" y="36332"/>
                    <a:pt x="86887" y="35618"/>
                    <a:pt x="86875" y="35010"/>
                  </a:cubicBezTo>
                  <a:cubicBezTo>
                    <a:pt x="86858" y="34215"/>
                    <a:pt x="87601" y="32729"/>
                    <a:pt x="85665" y="32625"/>
                  </a:cubicBezTo>
                  <a:cubicBezTo>
                    <a:pt x="84991" y="32591"/>
                    <a:pt x="85130" y="31986"/>
                    <a:pt x="85596" y="31485"/>
                  </a:cubicBezTo>
                  <a:cubicBezTo>
                    <a:pt x="87186" y="29791"/>
                    <a:pt x="86650" y="27527"/>
                    <a:pt x="84508" y="26767"/>
                  </a:cubicBezTo>
                  <a:cubicBezTo>
                    <a:pt x="84006" y="26594"/>
                    <a:pt x="83557" y="26214"/>
                    <a:pt x="83661" y="25834"/>
                  </a:cubicBezTo>
                  <a:cubicBezTo>
                    <a:pt x="83972" y="24503"/>
                    <a:pt x="83039" y="23432"/>
                    <a:pt x="83090" y="22170"/>
                  </a:cubicBezTo>
                  <a:cubicBezTo>
                    <a:pt x="83108" y="21773"/>
                    <a:pt x="83073" y="21375"/>
                    <a:pt x="82624" y="21220"/>
                  </a:cubicBezTo>
                  <a:cubicBezTo>
                    <a:pt x="82529" y="21188"/>
                    <a:pt x="82437" y="21174"/>
                    <a:pt x="82348" y="21174"/>
                  </a:cubicBezTo>
                  <a:cubicBezTo>
                    <a:pt x="82049" y="21174"/>
                    <a:pt x="81787" y="21339"/>
                    <a:pt x="81587" y="21565"/>
                  </a:cubicBezTo>
                  <a:cubicBezTo>
                    <a:pt x="81086" y="22135"/>
                    <a:pt x="80464" y="22602"/>
                    <a:pt x="79755" y="22913"/>
                  </a:cubicBezTo>
                  <a:cubicBezTo>
                    <a:pt x="79583" y="22995"/>
                    <a:pt x="79411" y="23071"/>
                    <a:pt x="79247" y="23071"/>
                  </a:cubicBezTo>
                  <a:cubicBezTo>
                    <a:pt x="79097" y="23071"/>
                    <a:pt x="78954" y="23008"/>
                    <a:pt x="78822" y="22827"/>
                  </a:cubicBezTo>
                  <a:cubicBezTo>
                    <a:pt x="78563" y="22498"/>
                    <a:pt x="78753" y="22274"/>
                    <a:pt x="78960" y="22015"/>
                  </a:cubicBezTo>
                  <a:cubicBezTo>
                    <a:pt x="79496" y="21254"/>
                    <a:pt x="79254" y="20736"/>
                    <a:pt x="78459" y="20338"/>
                  </a:cubicBezTo>
                  <a:cubicBezTo>
                    <a:pt x="78131" y="20165"/>
                    <a:pt x="77837" y="19941"/>
                    <a:pt x="77578" y="19664"/>
                  </a:cubicBezTo>
                  <a:cubicBezTo>
                    <a:pt x="77168" y="19146"/>
                    <a:pt x="76356" y="18913"/>
                    <a:pt x="75491" y="18913"/>
                  </a:cubicBezTo>
                  <a:cubicBezTo>
                    <a:pt x="74278" y="18913"/>
                    <a:pt x="72961" y="19371"/>
                    <a:pt x="72497" y="20148"/>
                  </a:cubicBezTo>
                  <a:cubicBezTo>
                    <a:pt x="72065" y="20874"/>
                    <a:pt x="71788" y="21824"/>
                    <a:pt x="70803" y="22170"/>
                  </a:cubicBezTo>
                  <a:cubicBezTo>
                    <a:pt x="70354" y="22326"/>
                    <a:pt x="70043" y="22792"/>
                    <a:pt x="70337" y="23276"/>
                  </a:cubicBezTo>
                  <a:cubicBezTo>
                    <a:pt x="71356" y="25004"/>
                    <a:pt x="70043" y="25488"/>
                    <a:pt x="68902" y="26024"/>
                  </a:cubicBezTo>
                  <a:cubicBezTo>
                    <a:pt x="67693" y="26577"/>
                    <a:pt x="66241" y="26801"/>
                    <a:pt x="66345" y="28685"/>
                  </a:cubicBezTo>
                  <a:cubicBezTo>
                    <a:pt x="66379" y="29117"/>
                    <a:pt x="65895" y="29601"/>
                    <a:pt x="65584" y="30016"/>
                  </a:cubicBezTo>
                  <a:cubicBezTo>
                    <a:pt x="65442" y="30197"/>
                    <a:pt x="65232" y="30465"/>
                    <a:pt x="64983" y="30465"/>
                  </a:cubicBezTo>
                  <a:cubicBezTo>
                    <a:pt x="64899" y="30465"/>
                    <a:pt x="64811" y="30435"/>
                    <a:pt x="64720" y="30361"/>
                  </a:cubicBezTo>
                  <a:cubicBezTo>
                    <a:pt x="64409" y="30120"/>
                    <a:pt x="64288" y="29705"/>
                    <a:pt x="64409" y="29342"/>
                  </a:cubicBezTo>
                  <a:cubicBezTo>
                    <a:pt x="64893" y="27596"/>
                    <a:pt x="65083" y="25989"/>
                    <a:pt x="62508" y="25903"/>
                  </a:cubicBezTo>
                  <a:cubicBezTo>
                    <a:pt x="62249" y="25903"/>
                    <a:pt x="61938" y="25644"/>
                    <a:pt x="61748" y="25436"/>
                  </a:cubicBezTo>
                  <a:cubicBezTo>
                    <a:pt x="61084" y="24759"/>
                    <a:pt x="60400" y="24243"/>
                    <a:pt x="59552" y="24243"/>
                  </a:cubicBezTo>
                  <a:cubicBezTo>
                    <a:pt x="59252" y="24243"/>
                    <a:pt x="58932" y="24307"/>
                    <a:pt x="58585" y="24451"/>
                  </a:cubicBezTo>
                  <a:cubicBezTo>
                    <a:pt x="58566" y="24457"/>
                    <a:pt x="58545" y="24459"/>
                    <a:pt x="58523" y="24459"/>
                  </a:cubicBezTo>
                  <a:cubicBezTo>
                    <a:pt x="58409" y="24459"/>
                    <a:pt x="58269" y="24394"/>
                    <a:pt x="58153" y="24365"/>
                  </a:cubicBezTo>
                  <a:cubicBezTo>
                    <a:pt x="58758" y="23501"/>
                    <a:pt x="57687" y="22429"/>
                    <a:pt x="58827" y="21462"/>
                  </a:cubicBezTo>
                  <a:cubicBezTo>
                    <a:pt x="61800" y="18990"/>
                    <a:pt x="65757" y="18558"/>
                    <a:pt x="68781" y="16294"/>
                  </a:cubicBezTo>
                  <a:lnTo>
                    <a:pt x="69455" y="15828"/>
                  </a:lnTo>
                  <a:cubicBezTo>
                    <a:pt x="70337" y="15586"/>
                    <a:pt x="71218" y="15206"/>
                    <a:pt x="72117" y="15119"/>
                  </a:cubicBezTo>
                  <a:cubicBezTo>
                    <a:pt x="74346" y="14912"/>
                    <a:pt x="75331" y="13910"/>
                    <a:pt x="75262" y="11767"/>
                  </a:cubicBezTo>
                  <a:cubicBezTo>
                    <a:pt x="75262" y="11596"/>
                    <a:pt x="75299" y="11543"/>
                    <a:pt x="75353" y="11543"/>
                  </a:cubicBezTo>
                  <a:cubicBezTo>
                    <a:pt x="75441" y="11543"/>
                    <a:pt x="75574" y="11687"/>
                    <a:pt x="75659" y="11698"/>
                  </a:cubicBezTo>
                  <a:cubicBezTo>
                    <a:pt x="76835" y="11749"/>
                    <a:pt x="77733" y="12683"/>
                    <a:pt x="78943" y="12752"/>
                  </a:cubicBezTo>
                  <a:cubicBezTo>
                    <a:pt x="79461" y="12769"/>
                    <a:pt x="79945" y="13391"/>
                    <a:pt x="80412" y="13789"/>
                  </a:cubicBezTo>
                  <a:cubicBezTo>
                    <a:pt x="80395" y="13944"/>
                    <a:pt x="80325" y="14082"/>
                    <a:pt x="80204" y="14203"/>
                  </a:cubicBezTo>
                  <a:cubicBezTo>
                    <a:pt x="79099" y="14649"/>
                    <a:pt x="78211" y="15599"/>
                    <a:pt x="76924" y="15599"/>
                  </a:cubicBezTo>
                  <a:cubicBezTo>
                    <a:pt x="76763" y="15599"/>
                    <a:pt x="76595" y="15584"/>
                    <a:pt x="76420" y="15551"/>
                  </a:cubicBezTo>
                  <a:cubicBezTo>
                    <a:pt x="76325" y="15534"/>
                    <a:pt x="76229" y="15525"/>
                    <a:pt x="76135" y="15525"/>
                  </a:cubicBezTo>
                  <a:cubicBezTo>
                    <a:pt x="75478" y="15525"/>
                    <a:pt x="74895" y="15947"/>
                    <a:pt x="74985" y="16778"/>
                  </a:cubicBezTo>
                  <a:cubicBezTo>
                    <a:pt x="75041" y="17437"/>
                    <a:pt x="75422" y="17620"/>
                    <a:pt x="75866" y="17620"/>
                  </a:cubicBezTo>
                  <a:cubicBezTo>
                    <a:pt x="76109" y="17620"/>
                    <a:pt x="76372" y="17565"/>
                    <a:pt x="76610" y="17504"/>
                  </a:cubicBezTo>
                  <a:cubicBezTo>
                    <a:pt x="76822" y="17451"/>
                    <a:pt x="77015" y="17425"/>
                    <a:pt x="77193" y="17425"/>
                  </a:cubicBezTo>
                  <a:cubicBezTo>
                    <a:pt x="77828" y="17425"/>
                    <a:pt x="78286" y="17750"/>
                    <a:pt x="78839" y="18316"/>
                  </a:cubicBezTo>
                  <a:cubicBezTo>
                    <a:pt x="79617" y="19094"/>
                    <a:pt x="80723" y="19612"/>
                    <a:pt x="81794" y="19993"/>
                  </a:cubicBezTo>
                  <a:cubicBezTo>
                    <a:pt x="81906" y="20034"/>
                    <a:pt x="82005" y="20053"/>
                    <a:pt x="82094" y="20053"/>
                  </a:cubicBezTo>
                  <a:cubicBezTo>
                    <a:pt x="82595" y="20053"/>
                    <a:pt x="82747" y="19445"/>
                    <a:pt x="82762" y="18887"/>
                  </a:cubicBezTo>
                  <a:cubicBezTo>
                    <a:pt x="82805" y="18878"/>
                    <a:pt x="82849" y="18874"/>
                    <a:pt x="82892" y="18874"/>
                  </a:cubicBezTo>
                  <a:cubicBezTo>
                    <a:pt x="82935" y="18874"/>
                    <a:pt x="82978" y="18878"/>
                    <a:pt x="83021" y="18887"/>
                  </a:cubicBezTo>
                  <a:cubicBezTo>
                    <a:pt x="83375" y="18985"/>
                    <a:pt x="83662" y="19030"/>
                    <a:pt x="83892" y="19030"/>
                  </a:cubicBezTo>
                  <a:cubicBezTo>
                    <a:pt x="85038" y="19030"/>
                    <a:pt x="84816" y="17932"/>
                    <a:pt x="84629" y="16882"/>
                  </a:cubicBezTo>
                  <a:cubicBezTo>
                    <a:pt x="84577" y="16588"/>
                    <a:pt x="84404" y="16122"/>
                    <a:pt x="84525" y="16018"/>
                  </a:cubicBezTo>
                  <a:cubicBezTo>
                    <a:pt x="84606" y="15948"/>
                    <a:pt x="84680" y="15920"/>
                    <a:pt x="84749" y="15920"/>
                  </a:cubicBezTo>
                  <a:cubicBezTo>
                    <a:pt x="84985" y="15920"/>
                    <a:pt x="85161" y="16252"/>
                    <a:pt x="85389" y="16346"/>
                  </a:cubicBezTo>
                  <a:cubicBezTo>
                    <a:pt x="85637" y="16436"/>
                    <a:pt x="85876" y="16474"/>
                    <a:pt x="86110" y="16474"/>
                  </a:cubicBezTo>
                  <a:cubicBezTo>
                    <a:pt x="86771" y="16474"/>
                    <a:pt x="87381" y="16174"/>
                    <a:pt x="87981" y="15931"/>
                  </a:cubicBezTo>
                  <a:cubicBezTo>
                    <a:pt x="88344" y="15793"/>
                    <a:pt x="88500" y="15275"/>
                    <a:pt x="88258" y="15033"/>
                  </a:cubicBezTo>
                  <a:cubicBezTo>
                    <a:pt x="87065" y="13754"/>
                    <a:pt x="85976" y="12406"/>
                    <a:pt x="84819" y="11110"/>
                  </a:cubicBezTo>
                  <a:cubicBezTo>
                    <a:pt x="84162" y="10350"/>
                    <a:pt x="83160" y="9779"/>
                    <a:pt x="82537" y="8915"/>
                  </a:cubicBezTo>
                  <a:cubicBezTo>
                    <a:pt x="82209" y="8379"/>
                    <a:pt x="81639" y="8034"/>
                    <a:pt x="81017" y="7999"/>
                  </a:cubicBezTo>
                  <a:cubicBezTo>
                    <a:pt x="80983" y="7995"/>
                    <a:pt x="80950" y="7994"/>
                    <a:pt x="80916" y="7994"/>
                  </a:cubicBezTo>
                  <a:cubicBezTo>
                    <a:pt x="80688" y="7994"/>
                    <a:pt x="80453" y="8074"/>
                    <a:pt x="80228" y="8074"/>
                  </a:cubicBezTo>
                  <a:cubicBezTo>
                    <a:pt x="80056" y="8074"/>
                    <a:pt x="79890" y="8027"/>
                    <a:pt x="79738" y="7861"/>
                  </a:cubicBezTo>
                  <a:cubicBezTo>
                    <a:pt x="80170" y="7757"/>
                    <a:pt x="80602" y="7654"/>
                    <a:pt x="81017" y="7585"/>
                  </a:cubicBezTo>
                  <a:cubicBezTo>
                    <a:pt x="81518" y="7481"/>
                    <a:pt x="82192" y="7567"/>
                    <a:pt x="82226" y="6859"/>
                  </a:cubicBezTo>
                  <a:cubicBezTo>
                    <a:pt x="82278" y="6202"/>
                    <a:pt x="81673" y="6167"/>
                    <a:pt x="81207" y="6046"/>
                  </a:cubicBezTo>
                  <a:cubicBezTo>
                    <a:pt x="81086" y="6012"/>
                    <a:pt x="80948" y="5960"/>
                    <a:pt x="80844" y="5891"/>
                  </a:cubicBezTo>
                  <a:cubicBezTo>
                    <a:pt x="80958" y="5878"/>
                    <a:pt x="81101" y="5837"/>
                    <a:pt x="81223" y="5837"/>
                  </a:cubicBezTo>
                  <a:cubicBezTo>
                    <a:pt x="81267" y="5837"/>
                    <a:pt x="81309" y="5843"/>
                    <a:pt x="81345" y="5856"/>
                  </a:cubicBezTo>
                  <a:cubicBezTo>
                    <a:pt x="81816" y="6065"/>
                    <a:pt x="82272" y="6151"/>
                    <a:pt x="82714" y="6151"/>
                  </a:cubicBezTo>
                  <a:cubicBezTo>
                    <a:pt x="83993" y="6151"/>
                    <a:pt x="85157" y="5437"/>
                    <a:pt x="86236" y="4923"/>
                  </a:cubicBezTo>
                  <a:cubicBezTo>
                    <a:pt x="89182" y="3528"/>
                    <a:pt x="92334" y="3094"/>
                    <a:pt x="95401" y="2235"/>
                  </a:cubicBezTo>
                  <a:lnTo>
                    <a:pt x="95401" y="2235"/>
                  </a:lnTo>
                  <a:cubicBezTo>
                    <a:pt x="93986" y="3267"/>
                    <a:pt x="92263" y="3834"/>
                    <a:pt x="90504" y="3834"/>
                  </a:cubicBezTo>
                  <a:cubicBezTo>
                    <a:pt x="90401" y="3834"/>
                    <a:pt x="90295" y="3831"/>
                    <a:pt x="90191" y="3831"/>
                  </a:cubicBezTo>
                  <a:cubicBezTo>
                    <a:pt x="89827" y="3831"/>
                    <a:pt x="89479" y="3873"/>
                    <a:pt x="89277" y="4249"/>
                  </a:cubicBezTo>
                  <a:cubicBezTo>
                    <a:pt x="89018" y="4802"/>
                    <a:pt x="89467" y="5113"/>
                    <a:pt x="89744" y="5528"/>
                  </a:cubicBezTo>
                  <a:cubicBezTo>
                    <a:pt x="90251" y="6307"/>
                    <a:pt x="90887" y="6586"/>
                    <a:pt x="91608" y="6586"/>
                  </a:cubicBezTo>
                  <a:cubicBezTo>
                    <a:pt x="91943" y="6586"/>
                    <a:pt x="92297" y="6525"/>
                    <a:pt x="92664" y="6427"/>
                  </a:cubicBezTo>
                  <a:cubicBezTo>
                    <a:pt x="93037" y="6322"/>
                    <a:pt x="93404" y="6272"/>
                    <a:pt x="93755" y="6272"/>
                  </a:cubicBezTo>
                  <a:cubicBezTo>
                    <a:pt x="95314" y="6272"/>
                    <a:pt x="96561" y="7243"/>
                    <a:pt x="96518" y="8639"/>
                  </a:cubicBezTo>
                  <a:cubicBezTo>
                    <a:pt x="96501" y="9123"/>
                    <a:pt x="96000" y="9710"/>
                    <a:pt x="96155" y="10073"/>
                  </a:cubicBezTo>
                  <a:cubicBezTo>
                    <a:pt x="96656" y="11300"/>
                    <a:pt x="95758" y="12302"/>
                    <a:pt x="95378" y="13045"/>
                  </a:cubicBezTo>
                  <a:cubicBezTo>
                    <a:pt x="94393" y="15016"/>
                    <a:pt x="93649" y="16709"/>
                    <a:pt x="95412" y="18541"/>
                  </a:cubicBezTo>
                  <a:cubicBezTo>
                    <a:pt x="95602" y="18714"/>
                    <a:pt x="95723" y="18938"/>
                    <a:pt x="95758" y="19180"/>
                  </a:cubicBezTo>
                  <a:cubicBezTo>
                    <a:pt x="95810" y="21358"/>
                    <a:pt x="97901" y="20788"/>
                    <a:pt x="99007" y="21479"/>
                  </a:cubicBezTo>
                  <a:cubicBezTo>
                    <a:pt x="99192" y="21597"/>
                    <a:pt x="99367" y="21648"/>
                    <a:pt x="99531" y="21648"/>
                  </a:cubicBezTo>
                  <a:cubicBezTo>
                    <a:pt x="100207" y="21648"/>
                    <a:pt x="100708" y="20784"/>
                    <a:pt x="101098" y="20200"/>
                  </a:cubicBezTo>
                  <a:cubicBezTo>
                    <a:pt x="102256" y="18472"/>
                    <a:pt x="104088" y="17055"/>
                    <a:pt x="105729" y="16536"/>
                  </a:cubicBezTo>
                  <a:cubicBezTo>
                    <a:pt x="109220" y="15396"/>
                    <a:pt x="112486" y="13547"/>
                    <a:pt x="116254" y="13115"/>
                  </a:cubicBezTo>
                  <a:cubicBezTo>
                    <a:pt x="117965" y="12907"/>
                    <a:pt x="119935" y="12320"/>
                    <a:pt x="120021" y="9883"/>
                  </a:cubicBezTo>
                  <a:cubicBezTo>
                    <a:pt x="120021" y="9693"/>
                    <a:pt x="120349" y="9485"/>
                    <a:pt x="120557" y="9330"/>
                  </a:cubicBezTo>
                  <a:cubicBezTo>
                    <a:pt x="121663" y="8552"/>
                    <a:pt x="123132" y="8034"/>
                    <a:pt x="122631" y="6202"/>
                  </a:cubicBezTo>
                  <a:cubicBezTo>
                    <a:pt x="122594" y="6055"/>
                    <a:pt x="122626" y="6020"/>
                    <a:pt x="122682" y="6020"/>
                  </a:cubicBezTo>
                  <a:cubicBezTo>
                    <a:pt x="122731" y="6020"/>
                    <a:pt x="122799" y="6046"/>
                    <a:pt x="122855" y="6046"/>
                  </a:cubicBezTo>
                  <a:cubicBezTo>
                    <a:pt x="122928" y="6051"/>
                    <a:pt x="122998" y="6053"/>
                    <a:pt x="123064" y="6053"/>
                  </a:cubicBezTo>
                  <a:cubicBezTo>
                    <a:pt x="124269" y="6053"/>
                    <a:pt x="124381" y="5321"/>
                    <a:pt x="123840" y="4387"/>
                  </a:cubicBezTo>
                  <a:cubicBezTo>
                    <a:pt x="123581" y="3921"/>
                    <a:pt x="123875" y="3955"/>
                    <a:pt x="124048" y="3817"/>
                  </a:cubicBezTo>
                  <a:cubicBezTo>
                    <a:pt x="125240" y="2867"/>
                    <a:pt x="126640" y="2728"/>
                    <a:pt x="128092" y="2659"/>
                  </a:cubicBezTo>
                  <a:cubicBezTo>
                    <a:pt x="128575" y="2625"/>
                    <a:pt x="129180" y="2521"/>
                    <a:pt x="129249" y="1934"/>
                  </a:cubicBezTo>
                  <a:cubicBezTo>
                    <a:pt x="129301" y="1363"/>
                    <a:pt x="128714" y="1242"/>
                    <a:pt x="128299" y="1190"/>
                  </a:cubicBezTo>
                  <a:cubicBezTo>
                    <a:pt x="125707" y="948"/>
                    <a:pt x="123132" y="430"/>
                    <a:pt x="120557" y="171"/>
                  </a:cubicBezTo>
                  <a:cubicBezTo>
                    <a:pt x="119360" y="50"/>
                    <a:pt x="118163" y="0"/>
                    <a:pt x="11696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53"/>
            <p:cNvSpPr/>
            <p:nvPr/>
          </p:nvSpPr>
          <p:spPr>
            <a:xfrm>
              <a:off x="1581325" y="1051125"/>
              <a:ext cx="283000" cy="91675"/>
            </a:xfrm>
            <a:custGeom>
              <a:avLst/>
              <a:gdLst/>
              <a:ahLst/>
              <a:cxnLst/>
              <a:rect l="l" t="t" r="r" b="b"/>
              <a:pathLst>
                <a:path w="11320" h="3667" extrusionOk="0">
                  <a:moveTo>
                    <a:pt x="6214" y="0"/>
                  </a:moveTo>
                  <a:cubicBezTo>
                    <a:pt x="5926" y="0"/>
                    <a:pt x="5584" y="48"/>
                    <a:pt x="5219" y="71"/>
                  </a:cubicBezTo>
                  <a:cubicBezTo>
                    <a:pt x="5082" y="56"/>
                    <a:pt x="4943" y="49"/>
                    <a:pt x="4804" y="49"/>
                  </a:cubicBezTo>
                  <a:cubicBezTo>
                    <a:pt x="3493" y="49"/>
                    <a:pt x="2115" y="667"/>
                    <a:pt x="709" y="1073"/>
                  </a:cubicBezTo>
                  <a:cubicBezTo>
                    <a:pt x="432" y="1177"/>
                    <a:pt x="208" y="1401"/>
                    <a:pt x="69" y="1678"/>
                  </a:cubicBezTo>
                  <a:cubicBezTo>
                    <a:pt x="0" y="1781"/>
                    <a:pt x="242" y="2213"/>
                    <a:pt x="363" y="2231"/>
                  </a:cubicBezTo>
                  <a:cubicBezTo>
                    <a:pt x="2163" y="2438"/>
                    <a:pt x="3786" y="3667"/>
                    <a:pt x="5640" y="3667"/>
                  </a:cubicBezTo>
                  <a:cubicBezTo>
                    <a:pt x="6100" y="3667"/>
                    <a:pt x="6574" y="3591"/>
                    <a:pt x="7068" y="3406"/>
                  </a:cubicBezTo>
                  <a:cubicBezTo>
                    <a:pt x="7396" y="3281"/>
                    <a:pt x="7767" y="3236"/>
                    <a:pt x="8142" y="3236"/>
                  </a:cubicBezTo>
                  <a:cubicBezTo>
                    <a:pt x="8439" y="3236"/>
                    <a:pt x="8738" y="3264"/>
                    <a:pt x="9021" y="3302"/>
                  </a:cubicBezTo>
                  <a:cubicBezTo>
                    <a:pt x="9277" y="3340"/>
                    <a:pt x="9523" y="3370"/>
                    <a:pt x="9759" y="3370"/>
                  </a:cubicBezTo>
                  <a:cubicBezTo>
                    <a:pt x="10271" y="3370"/>
                    <a:pt x="10728" y="3229"/>
                    <a:pt x="11095" y="2732"/>
                  </a:cubicBezTo>
                  <a:cubicBezTo>
                    <a:pt x="11320" y="2473"/>
                    <a:pt x="11268" y="2075"/>
                    <a:pt x="10991" y="1885"/>
                  </a:cubicBezTo>
                  <a:cubicBezTo>
                    <a:pt x="10479" y="1524"/>
                    <a:pt x="10006" y="1077"/>
                    <a:pt x="9430" y="1077"/>
                  </a:cubicBezTo>
                  <a:cubicBezTo>
                    <a:pt x="9151" y="1077"/>
                    <a:pt x="8847" y="1182"/>
                    <a:pt x="8503" y="1453"/>
                  </a:cubicBezTo>
                  <a:cubicBezTo>
                    <a:pt x="8280" y="1626"/>
                    <a:pt x="7919" y="1737"/>
                    <a:pt x="7612" y="1737"/>
                  </a:cubicBezTo>
                  <a:cubicBezTo>
                    <a:pt x="7277" y="1737"/>
                    <a:pt x="7006" y="1605"/>
                    <a:pt x="7051" y="1280"/>
                  </a:cubicBezTo>
                  <a:cubicBezTo>
                    <a:pt x="7179" y="207"/>
                    <a:pt x="6812" y="0"/>
                    <a:pt x="62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53"/>
            <p:cNvSpPr/>
            <p:nvPr/>
          </p:nvSpPr>
          <p:spPr>
            <a:xfrm>
              <a:off x="3144425" y="1319375"/>
              <a:ext cx="213450" cy="95575"/>
            </a:xfrm>
            <a:custGeom>
              <a:avLst/>
              <a:gdLst/>
              <a:ahLst/>
              <a:cxnLst/>
              <a:rect l="l" t="t" r="r" b="b"/>
              <a:pathLst>
                <a:path w="8538" h="3823" extrusionOk="0">
                  <a:moveTo>
                    <a:pt x="6155" y="1"/>
                  </a:moveTo>
                  <a:cubicBezTo>
                    <a:pt x="6054" y="1"/>
                    <a:pt x="5950" y="7"/>
                    <a:pt x="5842" y="20"/>
                  </a:cubicBezTo>
                  <a:cubicBezTo>
                    <a:pt x="4846" y="139"/>
                    <a:pt x="3874" y="469"/>
                    <a:pt x="2859" y="469"/>
                  </a:cubicBezTo>
                  <a:cubicBezTo>
                    <a:pt x="2396" y="469"/>
                    <a:pt x="1923" y="400"/>
                    <a:pt x="1435" y="211"/>
                  </a:cubicBezTo>
                  <a:cubicBezTo>
                    <a:pt x="1292" y="150"/>
                    <a:pt x="1133" y="113"/>
                    <a:pt x="974" y="113"/>
                  </a:cubicBezTo>
                  <a:cubicBezTo>
                    <a:pt x="501" y="113"/>
                    <a:pt x="35" y="441"/>
                    <a:pt x="35" y="1438"/>
                  </a:cubicBezTo>
                  <a:cubicBezTo>
                    <a:pt x="1" y="3771"/>
                    <a:pt x="1573" y="3580"/>
                    <a:pt x="3025" y="3822"/>
                  </a:cubicBezTo>
                  <a:cubicBezTo>
                    <a:pt x="4338" y="3753"/>
                    <a:pt x="5617" y="3408"/>
                    <a:pt x="6792" y="2837"/>
                  </a:cubicBezTo>
                  <a:cubicBezTo>
                    <a:pt x="7415" y="2526"/>
                    <a:pt x="8538" y="2474"/>
                    <a:pt x="8192" y="1541"/>
                  </a:cubicBezTo>
                  <a:cubicBezTo>
                    <a:pt x="7892" y="720"/>
                    <a:pt x="7218" y="1"/>
                    <a:pt x="61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53"/>
            <p:cNvSpPr/>
            <p:nvPr/>
          </p:nvSpPr>
          <p:spPr>
            <a:xfrm>
              <a:off x="1453000" y="2509000"/>
              <a:ext cx="263575" cy="113100"/>
            </a:xfrm>
            <a:custGeom>
              <a:avLst/>
              <a:gdLst/>
              <a:ahLst/>
              <a:cxnLst/>
              <a:rect l="l" t="t" r="r" b="b"/>
              <a:pathLst>
                <a:path w="10543" h="4524" extrusionOk="0">
                  <a:moveTo>
                    <a:pt x="3451" y="1"/>
                  </a:moveTo>
                  <a:cubicBezTo>
                    <a:pt x="2445" y="1"/>
                    <a:pt x="1486" y="228"/>
                    <a:pt x="761" y="702"/>
                  </a:cubicBezTo>
                  <a:cubicBezTo>
                    <a:pt x="398" y="927"/>
                    <a:pt x="1" y="1186"/>
                    <a:pt x="243" y="1687"/>
                  </a:cubicBezTo>
                  <a:cubicBezTo>
                    <a:pt x="390" y="1972"/>
                    <a:pt x="609" y="2083"/>
                    <a:pt x="855" y="2083"/>
                  </a:cubicBezTo>
                  <a:cubicBezTo>
                    <a:pt x="1012" y="2083"/>
                    <a:pt x="1180" y="2038"/>
                    <a:pt x="1349" y="1964"/>
                  </a:cubicBezTo>
                  <a:cubicBezTo>
                    <a:pt x="1677" y="1828"/>
                    <a:pt x="1990" y="1776"/>
                    <a:pt x="2298" y="1776"/>
                  </a:cubicBezTo>
                  <a:cubicBezTo>
                    <a:pt x="2932" y="1776"/>
                    <a:pt x="3543" y="1997"/>
                    <a:pt x="4217" y="2171"/>
                  </a:cubicBezTo>
                  <a:cubicBezTo>
                    <a:pt x="5708" y="2540"/>
                    <a:pt x="6405" y="4523"/>
                    <a:pt x="7868" y="4523"/>
                  </a:cubicBezTo>
                  <a:cubicBezTo>
                    <a:pt x="8118" y="4523"/>
                    <a:pt x="8391" y="4465"/>
                    <a:pt x="8693" y="4332"/>
                  </a:cubicBezTo>
                  <a:cubicBezTo>
                    <a:pt x="8824" y="4337"/>
                    <a:pt x="8947" y="4340"/>
                    <a:pt x="9062" y="4340"/>
                  </a:cubicBezTo>
                  <a:cubicBezTo>
                    <a:pt x="10032" y="4340"/>
                    <a:pt x="10475" y="4144"/>
                    <a:pt x="10491" y="3727"/>
                  </a:cubicBezTo>
                  <a:cubicBezTo>
                    <a:pt x="10542" y="2897"/>
                    <a:pt x="9817" y="2724"/>
                    <a:pt x="9264" y="2517"/>
                  </a:cubicBezTo>
                  <a:cubicBezTo>
                    <a:pt x="8711" y="2292"/>
                    <a:pt x="8209" y="1964"/>
                    <a:pt x="7777" y="1567"/>
                  </a:cubicBezTo>
                  <a:cubicBezTo>
                    <a:pt x="6685" y="547"/>
                    <a:pt x="5011" y="1"/>
                    <a:pt x="34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53"/>
            <p:cNvSpPr/>
            <p:nvPr/>
          </p:nvSpPr>
          <p:spPr>
            <a:xfrm>
              <a:off x="1880725" y="1020350"/>
              <a:ext cx="162025" cy="112025"/>
            </a:xfrm>
            <a:custGeom>
              <a:avLst/>
              <a:gdLst/>
              <a:ahLst/>
              <a:cxnLst/>
              <a:rect l="l" t="t" r="r" b="b"/>
              <a:pathLst>
                <a:path w="6481" h="4481" extrusionOk="0">
                  <a:moveTo>
                    <a:pt x="4294" y="0"/>
                  </a:moveTo>
                  <a:cubicBezTo>
                    <a:pt x="4062" y="0"/>
                    <a:pt x="3818" y="44"/>
                    <a:pt x="3560" y="144"/>
                  </a:cubicBezTo>
                  <a:cubicBezTo>
                    <a:pt x="3094" y="317"/>
                    <a:pt x="2593" y="541"/>
                    <a:pt x="2886" y="1198"/>
                  </a:cubicBezTo>
                  <a:cubicBezTo>
                    <a:pt x="3042" y="1509"/>
                    <a:pt x="3232" y="1820"/>
                    <a:pt x="3457" y="2114"/>
                  </a:cubicBezTo>
                  <a:cubicBezTo>
                    <a:pt x="3147" y="2260"/>
                    <a:pt x="2851" y="2348"/>
                    <a:pt x="2545" y="2348"/>
                  </a:cubicBezTo>
                  <a:cubicBezTo>
                    <a:pt x="2270" y="2348"/>
                    <a:pt x="1987" y="2277"/>
                    <a:pt x="1677" y="2114"/>
                  </a:cubicBezTo>
                  <a:cubicBezTo>
                    <a:pt x="1531" y="2037"/>
                    <a:pt x="1393" y="2002"/>
                    <a:pt x="1262" y="2002"/>
                  </a:cubicBezTo>
                  <a:cubicBezTo>
                    <a:pt x="867" y="2002"/>
                    <a:pt x="545" y="2320"/>
                    <a:pt x="311" y="2736"/>
                  </a:cubicBezTo>
                  <a:cubicBezTo>
                    <a:pt x="0" y="3289"/>
                    <a:pt x="467" y="3479"/>
                    <a:pt x="813" y="3807"/>
                  </a:cubicBezTo>
                  <a:cubicBezTo>
                    <a:pt x="1327" y="4309"/>
                    <a:pt x="1837" y="4480"/>
                    <a:pt x="2344" y="4480"/>
                  </a:cubicBezTo>
                  <a:cubicBezTo>
                    <a:pt x="3164" y="4480"/>
                    <a:pt x="3976" y="4032"/>
                    <a:pt x="4787" y="3807"/>
                  </a:cubicBezTo>
                  <a:lnTo>
                    <a:pt x="5081" y="3514"/>
                  </a:lnTo>
                  <a:cubicBezTo>
                    <a:pt x="5237" y="2788"/>
                    <a:pt x="5098" y="1924"/>
                    <a:pt x="6204" y="1734"/>
                  </a:cubicBezTo>
                  <a:cubicBezTo>
                    <a:pt x="6464" y="1699"/>
                    <a:pt x="6481" y="1129"/>
                    <a:pt x="6222" y="921"/>
                  </a:cubicBezTo>
                  <a:cubicBezTo>
                    <a:pt x="5644" y="436"/>
                    <a:pt x="5027" y="0"/>
                    <a:pt x="42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53"/>
            <p:cNvSpPr/>
            <p:nvPr/>
          </p:nvSpPr>
          <p:spPr>
            <a:xfrm>
              <a:off x="1688900" y="2603450"/>
              <a:ext cx="165050" cy="73950"/>
            </a:xfrm>
            <a:custGeom>
              <a:avLst/>
              <a:gdLst/>
              <a:ahLst/>
              <a:cxnLst/>
              <a:rect l="l" t="t" r="r" b="b"/>
              <a:pathLst>
                <a:path w="6602" h="2958" extrusionOk="0">
                  <a:moveTo>
                    <a:pt x="2842" y="0"/>
                  </a:moveTo>
                  <a:cubicBezTo>
                    <a:pt x="2588" y="0"/>
                    <a:pt x="2332" y="28"/>
                    <a:pt x="2074" y="87"/>
                  </a:cubicBezTo>
                  <a:cubicBezTo>
                    <a:pt x="1452" y="225"/>
                    <a:pt x="1055" y="1331"/>
                    <a:pt x="225" y="1694"/>
                  </a:cubicBezTo>
                  <a:cubicBezTo>
                    <a:pt x="0" y="1798"/>
                    <a:pt x="277" y="2247"/>
                    <a:pt x="536" y="2454"/>
                  </a:cubicBezTo>
                  <a:cubicBezTo>
                    <a:pt x="957" y="2789"/>
                    <a:pt x="2162" y="2958"/>
                    <a:pt x="3373" y="2958"/>
                  </a:cubicBezTo>
                  <a:cubicBezTo>
                    <a:pt x="4599" y="2958"/>
                    <a:pt x="5830" y="2785"/>
                    <a:pt x="6256" y="2437"/>
                  </a:cubicBezTo>
                  <a:cubicBezTo>
                    <a:pt x="6395" y="2282"/>
                    <a:pt x="6515" y="2109"/>
                    <a:pt x="6602" y="1919"/>
                  </a:cubicBezTo>
                  <a:cubicBezTo>
                    <a:pt x="6481" y="1711"/>
                    <a:pt x="6429" y="1469"/>
                    <a:pt x="6291" y="1366"/>
                  </a:cubicBezTo>
                  <a:cubicBezTo>
                    <a:pt x="5231" y="636"/>
                    <a:pt x="4065" y="0"/>
                    <a:pt x="28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53"/>
            <p:cNvSpPr/>
            <p:nvPr/>
          </p:nvSpPr>
          <p:spPr>
            <a:xfrm>
              <a:off x="1922200" y="1344925"/>
              <a:ext cx="129625" cy="64525"/>
            </a:xfrm>
            <a:custGeom>
              <a:avLst/>
              <a:gdLst/>
              <a:ahLst/>
              <a:cxnLst/>
              <a:rect l="l" t="t" r="r" b="b"/>
              <a:pathLst>
                <a:path w="5185" h="2581" extrusionOk="0">
                  <a:moveTo>
                    <a:pt x="1901" y="1"/>
                  </a:moveTo>
                  <a:lnTo>
                    <a:pt x="1227" y="467"/>
                  </a:lnTo>
                  <a:cubicBezTo>
                    <a:pt x="934" y="1020"/>
                    <a:pt x="0" y="1383"/>
                    <a:pt x="415" y="2144"/>
                  </a:cubicBezTo>
                  <a:cubicBezTo>
                    <a:pt x="602" y="2475"/>
                    <a:pt x="838" y="2581"/>
                    <a:pt x="1096" y="2581"/>
                  </a:cubicBezTo>
                  <a:cubicBezTo>
                    <a:pt x="1482" y="2581"/>
                    <a:pt x="1915" y="2344"/>
                    <a:pt x="2299" y="2282"/>
                  </a:cubicBezTo>
                  <a:cubicBezTo>
                    <a:pt x="2552" y="2236"/>
                    <a:pt x="2806" y="2213"/>
                    <a:pt x="3064" y="2213"/>
                  </a:cubicBezTo>
                  <a:cubicBezTo>
                    <a:pt x="3194" y="2213"/>
                    <a:pt x="3324" y="2219"/>
                    <a:pt x="3457" y="2230"/>
                  </a:cubicBezTo>
                  <a:cubicBezTo>
                    <a:pt x="3730" y="2245"/>
                    <a:pt x="4039" y="2324"/>
                    <a:pt x="4314" y="2324"/>
                  </a:cubicBezTo>
                  <a:cubicBezTo>
                    <a:pt x="4665" y="2324"/>
                    <a:pt x="4959" y="2195"/>
                    <a:pt x="5047" y="1643"/>
                  </a:cubicBezTo>
                  <a:cubicBezTo>
                    <a:pt x="5185" y="744"/>
                    <a:pt x="4563" y="277"/>
                    <a:pt x="3768" y="122"/>
                  </a:cubicBezTo>
                  <a:cubicBezTo>
                    <a:pt x="3146" y="35"/>
                    <a:pt x="2523" y="1"/>
                    <a:pt x="19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53"/>
            <p:cNvSpPr/>
            <p:nvPr/>
          </p:nvSpPr>
          <p:spPr>
            <a:xfrm>
              <a:off x="1787825" y="1030550"/>
              <a:ext cx="94250" cy="44825"/>
            </a:xfrm>
            <a:custGeom>
              <a:avLst/>
              <a:gdLst/>
              <a:ahLst/>
              <a:cxnLst/>
              <a:rect l="l" t="t" r="r" b="b"/>
              <a:pathLst>
                <a:path w="3770" h="1793" extrusionOk="0">
                  <a:moveTo>
                    <a:pt x="2929" y="0"/>
                  </a:moveTo>
                  <a:cubicBezTo>
                    <a:pt x="2800" y="0"/>
                    <a:pt x="2676" y="17"/>
                    <a:pt x="2576" y="47"/>
                  </a:cubicBezTo>
                  <a:cubicBezTo>
                    <a:pt x="2412" y="93"/>
                    <a:pt x="2229" y="105"/>
                    <a:pt x="2039" y="105"/>
                  </a:cubicBezTo>
                  <a:cubicBezTo>
                    <a:pt x="1817" y="105"/>
                    <a:pt x="1584" y="88"/>
                    <a:pt x="1360" y="88"/>
                  </a:cubicBezTo>
                  <a:cubicBezTo>
                    <a:pt x="763" y="88"/>
                    <a:pt x="227" y="208"/>
                    <a:pt x="105" y="1084"/>
                  </a:cubicBezTo>
                  <a:cubicBezTo>
                    <a:pt x="1" y="1792"/>
                    <a:pt x="865" y="1688"/>
                    <a:pt x="1504" y="1740"/>
                  </a:cubicBezTo>
                  <a:cubicBezTo>
                    <a:pt x="2265" y="1568"/>
                    <a:pt x="3405" y="1792"/>
                    <a:pt x="3665" y="652"/>
                  </a:cubicBezTo>
                  <a:cubicBezTo>
                    <a:pt x="3769" y="167"/>
                    <a:pt x="3329" y="0"/>
                    <a:pt x="29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53"/>
            <p:cNvSpPr/>
            <p:nvPr/>
          </p:nvSpPr>
          <p:spPr>
            <a:xfrm>
              <a:off x="1870350" y="2639275"/>
              <a:ext cx="59225" cy="44325"/>
            </a:xfrm>
            <a:custGeom>
              <a:avLst/>
              <a:gdLst/>
              <a:ahLst/>
              <a:cxnLst/>
              <a:rect l="l" t="t" r="r" b="b"/>
              <a:pathLst>
                <a:path w="2369" h="1773" extrusionOk="0">
                  <a:moveTo>
                    <a:pt x="922" y="1"/>
                  </a:moveTo>
                  <a:cubicBezTo>
                    <a:pt x="435" y="1"/>
                    <a:pt x="1" y="156"/>
                    <a:pt x="1" y="762"/>
                  </a:cubicBezTo>
                  <a:cubicBezTo>
                    <a:pt x="1" y="1414"/>
                    <a:pt x="337" y="1773"/>
                    <a:pt x="982" y="1773"/>
                  </a:cubicBezTo>
                  <a:cubicBezTo>
                    <a:pt x="1038" y="1773"/>
                    <a:pt x="1097" y="1770"/>
                    <a:pt x="1158" y="1765"/>
                  </a:cubicBezTo>
                  <a:cubicBezTo>
                    <a:pt x="1711" y="1730"/>
                    <a:pt x="2368" y="1678"/>
                    <a:pt x="2299" y="901"/>
                  </a:cubicBezTo>
                  <a:cubicBezTo>
                    <a:pt x="2264" y="175"/>
                    <a:pt x="1642" y="2"/>
                    <a:pt x="1003" y="2"/>
                  </a:cubicBezTo>
                  <a:cubicBezTo>
                    <a:pt x="976" y="1"/>
                    <a:pt x="949" y="1"/>
                    <a:pt x="9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53"/>
            <p:cNvSpPr/>
            <p:nvPr/>
          </p:nvSpPr>
          <p:spPr>
            <a:xfrm>
              <a:off x="2264800" y="4630125"/>
              <a:ext cx="62675" cy="39225"/>
            </a:xfrm>
            <a:custGeom>
              <a:avLst/>
              <a:gdLst/>
              <a:ahLst/>
              <a:cxnLst/>
              <a:rect l="l" t="t" r="r" b="b"/>
              <a:pathLst>
                <a:path w="2507" h="1569" extrusionOk="0">
                  <a:moveTo>
                    <a:pt x="1176" y="52"/>
                  </a:moveTo>
                  <a:cubicBezTo>
                    <a:pt x="675" y="87"/>
                    <a:pt x="1" y="1"/>
                    <a:pt x="1" y="813"/>
                  </a:cubicBezTo>
                  <a:cubicBezTo>
                    <a:pt x="1" y="1241"/>
                    <a:pt x="341" y="1568"/>
                    <a:pt x="742" y="1568"/>
                  </a:cubicBezTo>
                  <a:cubicBezTo>
                    <a:pt x="811" y="1568"/>
                    <a:pt x="881" y="1559"/>
                    <a:pt x="951" y="1539"/>
                  </a:cubicBezTo>
                  <a:cubicBezTo>
                    <a:pt x="1077" y="1515"/>
                    <a:pt x="1221" y="1513"/>
                    <a:pt x="1369" y="1513"/>
                  </a:cubicBezTo>
                  <a:cubicBezTo>
                    <a:pt x="1403" y="1513"/>
                    <a:pt x="1437" y="1513"/>
                    <a:pt x="1471" y="1513"/>
                  </a:cubicBezTo>
                  <a:cubicBezTo>
                    <a:pt x="1947" y="1513"/>
                    <a:pt x="2434" y="1491"/>
                    <a:pt x="2472" y="830"/>
                  </a:cubicBezTo>
                  <a:cubicBezTo>
                    <a:pt x="2506" y="52"/>
                    <a:pt x="1781" y="87"/>
                    <a:pt x="1176" y="5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53"/>
            <p:cNvSpPr/>
            <p:nvPr/>
          </p:nvSpPr>
          <p:spPr>
            <a:xfrm>
              <a:off x="1604225" y="2645350"/>
              <a:ext cx="56175" cy="38275"/>
            </a:xfrm>
            <a:custGeom>
              <a:avLst/>
              <a:gdLst/>
              <a:ahLst/>
              <a:cxnLst/>
              <a:rect l="l" t="t" r="r" b="b"/>
              <a:pathLst>
                <a:path w="2247" h="1531" extrusionOk="0">
                  <a:moveTo>
                    <a:pt x="1003" y="1"/>
                  </a:moveTo>
                  <a:cubicBezTo>
                    <a:pt x="536" y="35"/>
                    <a:pt x="0" y="1"/>
                    <a:pt x="17" y="554"/>
                  </a:cubicBezTo>
                  <a:cubicBezTo>
                    <a:pt x="17" y="1297"/>
                    <a:pt x="640" y="1452"/>
                    <a:pt x="1262" y="1522"/>
                  </a:cubicBezTo>
                  <a:cubicBezTo>
                    <a:pt x="1319" y="1528"/>
                    <a:pt x="1377" y="1531"/>
                    <a:pt x="1434" y="1531"/>
                  </a:cubicBezTo>
                  <a:cubicBezTo>
                    <a:pt x="1857" y="1531"/>
                    <a:pt x="2247" y="1352"/>
                    <a:pt x="2247" y="865"/>
                  </a:cubicBezTo>
                  <a:cubicBezTo>
                    <a:pt x="2247" y="18"/>
                    <a:pt x="1504" y="139"/>
                    <a:pt x="10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53"/>
            <p:cNvSpPr/>
            <p:nvPr/>
          </p:nvSpPr>
          <p:spPr>
            <a:xfrm>
              <a:off x="7045475" y="3384250"/>
              <a:ext cx="47375" cy="53550"/>
            </a:xfrm>
            <a:custGeom>
              <a:avLst/>
              <a:gdLst/>
              <a:ahLst/>
              <a:cxnLst/>
              <a:rect l="l" t="t" r="r" b="b"/>
              <a:pathLst>
                <a:path w="1895" h="2142" extrusionOk="0">
                  <a:moveTo>
                    <a:pt x="416" y="1"/>
                  </a:moveTo>
                  <a:cubicBezTo>
                    <a:pt x="93" y="1"/>
                    <a:pt x="0" y="338"/>
                    <a:pt x="63" y="618"/>
                  </a:cubicBezTo>
                  <a:cubicBezTo>
                    <a:pt x="201" y="1292"/>
                    <a:pt x="339" y="2035"/>
                    <a:pt x="1203" y="2139"/>
                  </a:cubicBezTo>
                  <a:cubicBezTo>
                    <a:pt x="1224" y="2141"/>
                    <a:pt x="1245" y="2142"/>
                    <a:pt x="1265" y="2142"/>
                  </a:cubicBezTo>
                  <a:cubicBezTo>
                    <a:pt x="1645" y="2142"/>
                    <a:pt x="1895" y="1835"/>
                    <a:pt x="1895" y="1327"/>
                  </a:cubicBezTo>
                  <a:cubicBezTo>
                    <a:pt x="1670" y="705"/>
                    <a:pt x="1273" y="169"/>
                    <a:pt x="529" y="13"/>
                  </a:cubicBezTo>
                  <a:cubicBezTo>
                    <a:pt x="489" y="5"/>
                    <a:pt x="451" y="1"/>
                    <a:pt x="4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53"/>
            <p:cNvSpPr/>
            <p:nvPr/>
          </p:nvSpPr>
          <p:spPr>
            <a:xfrm>
              <a:off x="4291500" y="1250400"/>
              <a:ext cx="54900" cy="37900"/>
            </a:xfrm>
            <a:custGeom>
              <a:avLst/>
              <a:gdLst/>
              <a:ahLst/>
              <a:cxnLst/>
              <a:rect l="l" t="t" r="r" b="b"/>
              <a:pathLst>
                <a:path w="2196" h="1516" extrusionOk="0">
                  <a:moveTo>
                    <a:pt x="1013" y="0"/>
                  </a:moveTo>
                  <a:cubicBezTo>
                    <a:pt x="676" y="0"/>
                    <a:pt x="369" y="181"/>
                    <a:pt x="190" y="464"/>
                  </a:cubicBezTo>
                  <a:cubicBezTo>
                    <a:pt x="0" y="706"/>
                    <a:pt x="35" y="1034"/>
                    <a:pt x="259" y="1224"/>
                  </a:cubicBezTo>
                  <a:cubicBezTo>
                    <a:pt x="466" y="1444"/>
                    <a:pt x="678" y="1515"/>
                    <a:pt x="892" y="1515"/>
                  </a:cubicBezTo>
                  <a:cubicBezTo>
                    <a:pt x="1233" y="1515"/>
                    <a:pt x="1579" y="1336"/>
                    <a:pt x="1919" y="1293"/>
                  </a:cubicBezTo>
                  <a:cubicBezTo>
                    <a:pt x="2195" y="567"/>
                    <a:pt x="1901" y="153"/>
                    <a:pt x="1175" y="14"/>
                  </a:cubicBezTo>
                  <a:cubicBezTo>
                    <a:pt x="1121" y="5"/>
                    <a:pt x="1066" y="0"/>
                    <a:pt x="10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53"/>
            <p:cNvSpPr/>
            <p:nvPr/>
          </p:nvSpPr>
          <p:spPr>
            <a:xfrm>
              <a:off x="6323375" y="3314875"/>
              <a:ext cx="50125" cy="37325"/>
            </a:xfrm>
            <a:custGeom>
              <a:avLst/>
              <a:gdLst/>
              <a:ahLst/>
              <a:cxnLst/>
              <a:rect l="l" t="t" r="r" b="b"/>
              <a:pathLst>
                <a:path w="2005" h="1493" extrusionOk="0">
                  <a:moveTo>
                    <a:pt x="754" y="1"/>
                  </a:moveTo>
                  <a:cubicBezTo>
                    <a:pt x="409" y="1"/>
                    <a:pt x="93" y="129"/>
                    <a:pt x="52" y="542"/>
                  </a:cubicBezTo>
                  <a:cubicBezTo>
                    <a:pt x="0" y="1198"/>
                    <a:pt x="536" y="1371"/>
                    <a:pt x="1106" y="1492"/>
                  </a:cubicBezTo>
                  <a:cubicBezTo>
                    <a:pt x="1504" y="1475"/>
                    <a:pt x="1988" y="1440"/>
                    <a:pt x="1988" y="905"/>
                  </a:cubicBezTo>
                  <a:cubicBezTo>
                    <a:pt x="2005" y="317"/>
                    <a:pt x="1504" y="110"/>
                    <a:pt x="1020" y="23"/>
                  </a:cubicBezTo>
                  <a:cubicBezTo>
                    <a:pt x="932" y="9"/>
                    <a:pt x="842" y="1"/>
                    <a:pt x="7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53"/>
            <p:cNvSpPr/>
            <p:nvPr/>
          </p:nvSpPr>
          <p:spPr>
            <a:xfrm>
              <a:off x="6680225" y="1890750"/>
              <a:ext cx="46075" cy="42200"/>
            </a:xfrm>
            <a:custGeom>
              <a:avLst/>
              <a:gdLst/>
              <a:ahLst/>
              <a:cxnLst/>
              <a:rect l="l" t="t" r="r" b="b"/>
              <a:pathLst>
                <a:path w="1843" h="1688" extrusionOk="0">
                  <a:moveTo>
                    <a:pt x="1376" y="1"/>
                  </a:moveTo>
                  <a:cubicBezTo>
                    <a:pt x="1345" y="1"/>
                    <a:pt x="1312" y="4"/>
                    <a:pt x="1280" y="11"/>
                  </a:cubicBezTo>
                  <a:cubicBezTo>
                    <a:pt x="675" y="29"/>
                    <a:pt x="156" y="478"/>
                    <a:pt x="70" y="1083"/>
                  </a:cubicBezTo>
                  <a:cubicBezTo>
                    <a:pt x="1" y="1446"/>
                    <a:pt x="208" y="1670"/>
                    <a:pt x="675" y="1688"/>
                  </a:cubicBezTo>
                  <a:cubicBezTo>
                    <a:pt x="1193" y="1480"/>
                    <a:pt x="1643" y="1135"/>
                    <a:pt x="1781" y="513"/>
                  </a:cubicBezTo>
                  <a:cubicBezTo>
                    <a:pt x="1843" y="250"/>
                    <a:pt x="1642" y="1"/>
                    <a:pt x="13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53"/>
            <p:cNvSpPr/>
            <p:nvPr/>
          </p:nvSpPr>
          <p:spPr>
            <a:xfrm>
              <a:off x="3550975" y="1955400"/>
              <a:ext cx="53600" cy="126175"/>
            </a:xfrm>
            <a:custGeom>
              <a:avLst/>
              <a:gdLst/>
              <a:ahLst/>
              <a:cxnLst/>
              <a:rect l="l" t="t" r="r" b="b"/>
              <a:pathLst>
                <a:path w="2144" h="5047" extrusionOk="0">
                  <a:moveTo>
                    <a:pt x="1297" y="0"/>
                  </a:moveTo>
                  <a:cubicBezTo>
                    <a:pt x="778" y="0"/>
                    <a:pt x="260" y="363"/>
                    <a:pt x="364" y="795"/>
                  </a:cubicBezTo>
                  <a:cubicBezTo>
                    <a:pt x="640" y="1850"/>
                    <a:pt x="122" y="2731"/>
                    <a:pt x="1" y="3491"/>
                  </a:cubicBezTo>
                  <a:cubicBezTo>
                    <a:pt x="70" y="4338"/>
                    <a:pt x="1" y="5047"/>
                    <a:pt x="951" y="5047"/>
                  </a:cubicBezTo>
                  <a:cubicBezTo>
                    <a:pt x="1781" y="5047"/>
                    <a:pt x="1971" y="4476"/>
                    <a:pt x="2040" y="3785"/>
                  </a:cubicBezTo>
                  <a:cubicBezTo>
                    <a:pt x="2144" y="2748"/>
                    <a:pt x="1642" y="1746"/>
                    <a:pt x="1936" y="692"/>
                  </a:cubicBezTo>
                  <a:cubicBezTo>
                    <a:pt x="2023" y="381"/>
                    <a:pt x="1712" y="0"/>
                    <a:pt x="12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53"/>
            <p:cNvSpPr/>
            <p:nvPr/>
          </p:nvSpPr>
          <p:spPr>
            <a:xfrm>
              <a:off x="3910000" y="2161475"/>
              <a:ext cx="93775" cy="45400"/>
            </a:xfrm>
            <a:custGeom>
              <a:avLst/>
              <a:gdLst/>
              <a:ahLst/>
              <a:cxnLst/>
              <a:rect l="l" t="t" r="r" b="b"/>
              <a:pathLst>
                <a:path w="3751" h="1816" extrusionOk="0">
                  <a:moveTo>
                    <a:pt x="1383" y="1"/>
                  </a:moveTo>
                  <a:cubicBezTo>
                    <a:pt x="778" y="87"/>
                    <a:pt x="1" y="18"/>
                    <a:pt x="122" y="640"/>
                  </a:cubicBezTo>
                  <a:cubicBezTo>
                    <a:pt x="329" y="1625"/>
                    <a:pt x="1297" y="1815"/>
                    <a:pt x="2195" y="1815"/>
                  </a:cubicBezTo>
                  <a:cubicBezTo>
                    <a:pt x="2835" y="1815"/>
                    <a:pt x="3751" y="1712"/>
                    <a:pt x="3613" y="951"/>
                  </a:cubicBezTo>
                  <a:cubicBezTo>
                    <a:pt x="3466" y="240"/>
                    <a:pt x="2970" y="188"/>
                    <a:pt x="2455" y="188"/>
                  </a:cubicBezTo>
                  <a:cubicBezTo>
                    <a:pt x="2366" y="188"/>
                    <a:pt x="2276" y="189"/>
                    <a:pt x="2187" y="189"/>
                  </a:cubicBezTo>
                  <a:cubicBezTo>
                    <a:pt x="1880" y="189"/>
                    <a:pt x="1588" y="170"/>
                    <a:pt x="138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53"/>
            <p:cNvSpPr/>
            <p:nvPr/>
          </p:nvSpPr>
          <p:spPr>
            <a:xfrm>
              <a:off x="4125600" y="2173875"/>
              <a:ext cx="50575" cy="37600"/>
            </a:xfrm>
            <a:custGeom>
              <a:avLst/>
              <a:gdLst/>
              <a:ahLst/>
              <a:cxnLst/>
              <a:rect l="l" t="t" r="r" b="b"/>
              <a:pathLst>
                <a:path w="2023" h="1504" extrusionOk="0">
                  <a:moveTo>
                    <a:pt x="1294" y="1"/>
                  </a:moveTo>
                  <a:cubicBezTo>
                    <a:pt x="1249" y="1"/>
                    <a:pt x="1204" y="3"/>
                    <a:pt x="1158" y="6"/>
                  </a:cubicBezTo>
                  <a:cubicBezTo>
                    <a:pt x="691" y="144"/>
                    <a:pt x="0" y="109"/>
                    <a:pt x="17" y="904"/>
                  </a:cubicBezTo>
                  <a:cubicBezTo>
                    <a:pt x="17" y="1352"/>
                    <a:pt x="364" y="1503"/>
                    <a:pt x="748" y="1503"/>
                  </a:cubicBezTo>
                  <a:cubicBezTo>
                    <a:pt x="809" y="1503"/>
                    <a:pt x="872" y="1499"/>
                    <a:pt x="933" y="1492"/>
                  </a:cubicBezTo>
                  <a:cubicBezTo>
                    <a:pt x="1486" y="1440"/>
                    <a:pt x="2022" y="1233"/>
                    <a:pt x="2022" y="593"/>
                  </a:cubicBezTo>
                  <a:cubicBezTo>
                    <a:pt x="2022" y="156"/>
                    <a:pt x="1711" y="1"/>
                    <a:pt x="12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53"/>
            <p:cNvSpPr/>
            <p:nvPr/>
          </p:nvSpPr>
          <p:spPr>
            <a:xfrm>
              <a:off x="3415775" y="2038325"/>
              <a:ext cx="44925" cy="38175"/>
            </a:xfrm>
            <a:custGeom>
              <a:avLst/>
              <a:gdLst/>
              <a:ahLst/>
              <a:cxnLst/>
              <a:rect l="l" t="t" r="r" b="b"/>
              <a:pathLst>
                <a:path w="1797" h="1527" extrusionOk="0">
                  <a:moveTo>
                    <a:pt x="812" y="0"/>
                  </a:moveTo>
                  <a:cubicBezTo>
                    <a:pt x="383" y="0"/>
                    <a:pt x="1" y="211"/>
                    <a:pt x="34" y="710"/>
                  </a:cubicBezTo>
                  <a:cubicBezTo>
                    <a:pt x="34" y="1164"/>
                    <a:pt x="400" y="1527"/>
                    <a:pt x="845" y="1527"/>
                  </a:cubicBezTo>
                  <a:cubicBezTo>
                    <a:pt x="874" y="1527"/>
                    <a:pt x="903" y="1525"/>
                    <a:pt x="933" y="1522"/>
                  </a:cubicBezTo>
                  <a:cubicBezTo>
                    <a:pt x="1382" y="1522"/>
                    <a:pt x="1745" y="1315"/>
                    <a:pt x="1797" y="796"/>
                  </a:cubicBezTo>
                  <a:cubicBezTo>
                    <a:pt x="1745" y="226"/>
                    <a:pt x="1330" y="19"/>
                    <a:pt x="864" y="1"/>
                  </a:cubicBezTo>
                  <a:cubicBezTo>
                    <a:pt x="847" y="1"/>
                    <a:pt x="829" y="0"/>
                    <a:pt x="8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42" name="Google Shape;1142;p5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Creative writing around the world</a:t>
            </a:r>
            <a:endParaRPr/>
          </a:p>
        </p:txBody>
      </p:sp>
      <p:sp>
        <p:nvSpPr>
          <p:cNvPr id="1143" name="Google Shape;1143;p53"/>
          <p:cNvSpPr txBox="1"/>
          <p:nvPr/>
        </p:nvSpPr>
        <p:spPr>
          <a:xfrm flipH="1">
            <a:off x="837150" y="3148128"/>
            <a:ext cx="20013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rPr>
              <a:t>Venus</a:t>
            </a:r>
            <a:endParaRPr sz="2400">
              <a:solidFill>
                <a:schemeClr val="dk1"/>
              </a:solidFill>
              <a:latin typeface="Secular One"/>
              <a:ea typeface="Secular One"/>
              <a:cs typeface="Secular One"/>
              <a:sym typeface="Secular One"/>
            </a:endParaRPr>
          </a:p>
        </p:txBody>
      </p:sp>
      <p:sp>
        <p:nvSpPr>
          <p:cNvPr id="1144" name="Google Shape;1144;p53"/>
          <p:cNvSpPr txBox="1"/>
          <p:nvPr/>
        </p:nvSpPr>
        <p:spPr>
          <a:xfrm flipH="1">
            <a:off x="837150" y="3529112"/>
            <a:ext cx="2001300" cy="8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Venus </a:t>
            </a:r>
            <a:r>
              <a:rPr lang="en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has a beautiful name</a:t>
            </a: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and is the second planet from the Sun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45" name="Google Shape;1145;p53"/>
          <p:cNvSpPr txBox="1"/>
          <p:nvPr/>
        </p:nvSpPr>
        <p:spPr>
          <a:xfrm flipH="1">
            <a:off x="837150" y="1473029"/>
            <a:ext cx="20013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rPr>
              <a:t>Mercury</a:t>
            </a:r>
            <a:endParaRPr sz="2400">
              <a:solidFill>
                <a:schemeClr val="dk1"/>
              </a:solidFill>
              <a:latin typeface="Secular One"/>
              <a:ea typeface="Secular One"/>
              <a:cs typeface="Secular One"/>
              <a:sym typeface="Secular One"/>
            </a:endParaRPr>
          </a:p>
        </p:txBody>
      </p:sp>
      <p:sp>
        <p:nvSpPr>
          <p:cNvPr id="1146" name="Google Shape;1146;p53"/>
          <p:cNvSpPr txBox="1"/>
          <p:nvPr/>
        </p:nvSpPr>
        <p:spPr>
          <a:xfrm flipH="1">
            <a:off x="837150" y="1853912"/>
            <a:ext cx="2001300" cy="8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Mercury is </a:t>
            </a:r>
            <a:r>
              <a:rPr lang="en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the closest planet to the Sun</a:t>
            </a: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and the smallest one 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1147" name="Google Shape;1147;p53"/>
          <p:cNvCxnSpPr>
            <a:stCxn id="1145" idx="1"/>
            <a:endCxn id="1148" idx="2"/>
          </p:cNvCxnSpPr>
          <p:nvPr/>
        </p:nvCxnSpPr>
        <p:spPr>
          <a:xfrm>
            <a:off x="2838450" y="1723829"/>
            <a:ext cx="3107400" cy="396000"/>
          </a:xfrm>
          <a:prstGeom prst="bentConnector3">
            <a:avLst>
              <a:gd name="adj1" fmla="val 49998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148" name="Google Shape;1148;p53"/>
          <p:cNvSpPr/>
          <p:nvPr/>
        </p:nvSpPr>
        <p:spPr>
          <a:xfrm>
            <a:off x="5945735" y="2040850"/>
            <a:ext cx="157800" cy="1578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9" name="Google Shape;1149;p53"/>
          <p:cNvSpPr/>
          <p:nvPr/>
        </p:nvSpPr>
        <p:spPr>
          <a:xfrm>
            <a:off x="6619123" y="2370550"/>
            <a:ext cx="157800" cy="1578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0" name="Google Shape;1150;p53"/>
          <p:cNvSpPr/>
          <p:nvPr/>
        </p:nvSpPr>
        <p:spPr>
          <a:xfrm>
            <a:off x="4336910" y="3226350"/>
            <a:ext cx="157800" cy="1578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51" name="Google Shape;1151;p53"/>
          <p:cNvCxnSpPr>
            <a:stCxn id="1143" idx="1"/>
            <a:endCxn id="1149" idx="2"/>
          </p:cNvCxnSpPr>
          <p:nvPr/>
        </p:nvCxnSpPr>
        <p:spPr>
          <a:xfrm rot="10800000" flipH="1">
            <a:off x="2838450" y="2449428"/>
            <a:ext cx="3780600" cy="949500"/>
          </a:xfrm>
          <a:prstGeom prst="bentConnector3">
            <a:avLst>
              <a:gd name="adj1" fmla="val 5000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p55"/>
          <p:cNvSpPr txBox="1">
            <a:spLocks noGrp="1"/>
          </p:cNvSpPr>
          <p:nvPr>
            <p:ph type="subTitle" idx="1"/>
          </p:nvPr>
        </p:nvSpPr>
        <p:spPr>
          <a:xfrm>
            <a:off x="4076640" y="1496325"/>
            <a:ext cx="3591600" cy="31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Jupiter's rotation period</a:t>
            </a:r>
            <a:endParaRPr/>
          </a:p>
        </p:txBody>
      </p:sp>
      <p:sp>
        <p:nvSpPr>
          <p:cNvPr id="1170" name="Google Shape;1170;p55"/>
          <p:cNvSpPr txBox="1">
            <a:spLocks noGrp="1"/>
          </p:cNvSpPr>
          <p:nvPr>
            <p:ph type="subTitle" idx="2"/>
          </p:nvPr>
        </p:nvSpPr>
        <p:spPr>
          <a:xfrm>
            <a:off x="4076640" y="2801063"/>
            <a:ext cx="3591600" cy="31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Sun’s mass compared to Earth’s</a:t>
            </a:r>
            <a:endParaRPr/>
          </a:p>
        </p:txBody>
      </p:sp>
      <p:sp>
        <p:nvSpPr>
          <p:cNvPr id="1171" name="Google Shape;1171;p55"/>
          <p:cNvSpPr txBox="1">
            <a:spLocks noGrp="1"/>
          </p:cNvSpPr>
          <p:nvPr>
            <p:ph type="subTitle" idx="3"/>
          </p:nvPr>
        </p:nvSpPr>
        <p:spPr>
          <a:xfrm>
            <a:off x="4076640" y="4105800"/>
            <a:ext cx="3591600" cy="31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Distance between Earth and the Moon</a:t>
            </a:r>
            <a:endParaRPr/>
          </a:p>
        </p:txBody>
      </p:sp>
      <p:sp>
        <p:nvSpPr>
          <p:cNvPr id="1172" name="Google Shape;1172;p55"/>
          <p:cNvSpPr txBox="1">
            <a:spLocks noGrp="1"/>
          </p:cNvSpPr>
          <p:nvPr>
            <p:ph type="title"/>
          </p:nvPr>
        </p:nvSpPr>
        <p:spPr>
          <a:xfrm>
            <a:off x="4076640" y="733425"/>
            <a:ext cx="3591600" cy="76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9h 55m 23s</a:t>
            </a:r>
            <a:endParaRPr/>
          </a:p>
        </p:txBody>
      </p:sp>
      <p:sp>
        <p:nvSpPr>
          <p:cNvPr id="1173" name="Google Shape;1173;p55"/>
          <p:cNvSpPr txBox="1">
            <a:spLocks noGrp="1"/>
          </p:cNvSpPr>
          <p:nvPr>
            <p:ph type="title" idx="4"/>
          </p:nvPr>
        </p:nvSpPr>
        <p:spPr>
          <a:xfrm>
            <a:off x="4076640" y="2038275"/>
            <a:ext cx="3591600" cy="76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333,000</a:t>
            </a:r>
            <a:endParaRPr/>
          </a:p>
        </p:txBody>
      </p:sp>
      <p:sp>
        <p:nvSpPr>
          <p:cNvPr id="1174" name="Google Shape;1174;p55"/>
          <p:cNvSpPr txBox="1">
            <a:spLocks noGrp="1"/>
          </p:cNvSpPr>
          <p:nvPr>
            <p:ph type="title" idx="5"/>
          </p:nvPr>
        </p:nvSpPr>
        <p:spPr>
          <a:xfrm>
            <a:off x="4076640" y="3343125"/>
            <a:ext cx="3591600" cy="76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386,000 km</a:t>
            </a:r>
            <a:endParaRPr/>
          </a:p>
        </p:txBody>
      </p:sp>
      <p:grpSp>
        <p:nvGrpSpPr>
          <p:cNvPr id="1175" name="Google Shape;1175;p55"/>
          <p:cNvGrpSpPr/>
          <p:nvPr/>
        </p:nvGrpSpPr>
        <p:grpSpPr>
          <a:xfrm>
            <a:off x="1481935" y="857966"/>
            <a:ext cx="1672533" cy="3427548"/>
            <a:chOff x="6660700" y="818344"/>
            <a:chExt cx="1770064" cy="3627419"/>
          </a:xfrm>
        </p:grpSpPr>
        <p:sp>
          <p:nvSpPr>
            <p:cNvPr id="1176" name="Google Shape;1176;p55"/>
            <p:cNvSpPr/>
            <p:nvPr/>
          </p:nvSpPr>
          <p:spPr>
            <a:xfrm>
              <a:off x="6905619" y="4137203"/>
              <a:ext cx="1280216" cy="308561"/>
            </a:xfrm>
            <a:custGeom>
              <a:avLst/>
              <a:gdLst/>
              <a:ahLst/>
              <a:cxnLst/>
              <a:rect l="l" t="t" r="r" b="b"/>
              <a:pathLst>
                <a:path w="19994" h="4819" extrusionOk="0">
                  <a:moveTo>
                    <a:pt x="9997" y="1"/>
                  </a:moveTo>
                  <a:cubicBezTo>
                    <a:pt x="7346" y="1"/>
                    <a:pt x="4804" y="254"/>
                    <a:pt x="2928" y="706"/>
                  </a:cubicBezTo>
                  <a:cubicBezTo>
                    <a:pt x="1054" y="1158"/>
                    <a:pt x="1" y="1771"/>
                    <a:pt x="1" y="2409"/>
                  </a:cubicBezTo>
                  <a:cubicBezTo>
                    <a:pt x="1" y="3048"/>
                    <a:pt x="1054" y="3660"/>
                    <a:pt x="2928" y="4113"/>
                  </a:cubicBezTo>
                  <a:cubicBezTo>
                    <a:pt x="4804" y="4565"/>
                    <a:pt x="7346" y="4819"/>
                    <a:pt x="9997" y="4819"/>
                  </a:cubicBezTo>
                  <a:cubicBezTo>
                    <a:pt x="12648" y="4819"/>
                    <a:pt x="15190" y="4565"/>
                    <a:pt x="17065" y="4113"/>
                  </a:cubicBezTo>
                  <a:cubicBezTo>
                    <a:pt x="18939" y="3660"/>
                    <a:pt x="19993" y="3048"/>
                    <a:pt x="19993" y="2409"/>
                  </a:cubicBezTo>
                  <a:cubicBezTo>
                    <a:pt x="19993" y="1771"/>
                    <a:pt x="18939" y="1158"/>
                    <a:pt x="17065" y="706"/>
                  </a:cubicBezTo>
                  <a:cubicBezTo>
                    <a:pt x="15190" y="254"/>
                    <a:pt x="12648" y="1"/>
                    <a:pt x="9997" y="1"/>
                  </a:cubicBezTo>
                  <a:close/>
                </a:path>
              </a:pathLst>
            </a:custGeom>
            <a:solidFill>
              <a:srgbClr val="2B2E5F">
                <a:alpha val="147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55"/>
            <p:cNvSpPr/>
            <p:nvPr/>
          </p:nvSpPr>
          <p:spPr>
            <a:xfrm>
              <a:off x="7028366" y="1563858"/>
              <a:ext cx="484579" cy="1509059"/>
            </a:xfrm>
            <a:custGeom>
              <a:avLst/>
              <a:gdLst/>
              <a:ahLst/>
              <a:cxnLst/>
              <a:rect l="l" t="t" r="r" b="b"/>
              <a:pathLst>
                <a:path w="7568" h="23568" extrusionOk="0">
                  <a:moveTo>
                    <a:pt x="1312" y="0"/>
                  </a:moveTo>
                  <a:cubicBezTo>
                    <a:pt x="783" y="1628"/>
                    <a:pt x="364" y="3364"/>
                    <a:pt x="146" y="5167"/>
                  </a:cubicBezTo>
                  <a:cubicBezTo>
                    <a:pt x="1" y="6360"/>
                    <a:pt x="408" y="7552"/>
                    <a:pt x="1267" y="8392"/>
                  </a:cubicBezTo>
                  <a:lnTo>
                    <a:pt x="5448" y="12480"/>
                  </a:lnTo>
                  <a:lnTo>
                    <a:pt x="5448" y="12480"/>
                  </a:lnTo>
                  <a:lnTo>
                    <a:pt x="36" y="9402"/>
                  </a:lnTo>
                  <a:lnTo>
                    <a:pt x="36" y="9424"/>
                  </a:lnTo>
                  <a:cubicBezTo>
                    <a:pt x="53" y="9805"/>
                    <a:pt x="93" y="10184"/>
                    <a:pt x="155" y="10559"/>
                  </a:cubicBezTo>
                  <a:cubicBezTo>
                    <a:pt x="157" y="10568"/>
                    <a:pt x="158" y="10577"/>
                    <a:pt x="159" y="10586"/>
                  </a:cubicBezTo>
                  <a:cubicBezTo>
                    <a:pt x="441" y="12306"/>
                    <a:pt x="1387" y="15663"/>
                    <a:pt x="4528" y="18913"/>
                  </a:cubicBezTo>
                  <a:cubicBezTo>
                    <a:pt x="4528" y="18913"/>
                    <a:pt x="6150" y="20459"/>
                    <a:pt x="6582" y="22762"/>
                  </a:cubicBezTo>
                  <a:cubicBezTo>
                    <a:pt x="6632" y="23027"/>
                    <a:pt x="6665" y="23297"/>
                    <a:pt x="6680" y="23567"/>
                  </a:cubicBezTo>
                  <a:lnTo>
                    <a:pt x="7448" y="23567"/>
                  </a:lnTo>
                  <a:lnTo>
                    <a:pt x="7567" y="8041"/>
                  </a:lnTo>
                  <a:lnTo>
                    <a:pt x="131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55"/>
            <p:cNvSpPr/>
            <p:nvPr/>
          </p:nvSpPr>
          <p:spPr>
            <a:xfrm>
              <a:off x="7569173" y="818473"/>
              <a:ext cx="466010" cy="1314536"/>
            </a:xfrm>
            <a:custGeom>
              <a:avLst/>
              <a:gdLst/>
              <a:ahLst/>
              <a:cxnLst/>
              <a:rect l="l" t="t" r="r" b="b"/>
              <a:pathLst>
                <a:path w="7278" h="20530" extrusionOk="0">
                  <a:moveTo>
                    <a:pt x="0" y="1"/>
                  </a:moveTo>
                  <a:lnTo>
                    <a:pt x="157" y="20529"/>
                  </a:lnTo>
                  <a:lnTo>
                    <a:pt x="7278" y="15009"/>
                  </a:lnTo>
                  <a:cubicBezTo>
                    <a:pt x="7053" y="13854"/>
                    <a:pt x="6752" y="12714"/>
                    <a:pt x="6380" y="11598"/>
                  </a:cubicBezTo>
                  <a:lnTo>
                    <a:pt x="2266" y="15009"/>
                  </a:lnTo>
                  <a:lnTo>
                    <a:pt x="5639" y="9559"/>
                  </a:lnTo>
                  <a:cubicBezTo>
                    <a:pt x="5342" y="8830"/>
                    <a:pt x="5023" y="8127"/>
                    <a:pt x="4699" y="7456"/>
                  </a:cubicBezTo>
                  <a:lnTo>
                    <a:pt x="2330" y="11094"/>
                  </a:lnTo>
                  <a:lnTo>
                    <a:pt x="3638" y="8153"/>
                  </a:lnTo>
                  <a:cubicBezTo>
                    <a:pt x="4071" y="7181"/>
                    <a:pt x="4009" y="6061"/>
                    <a:pt x="3484" y="5135"/>
                  </a:cubicBezTo>
                  <a:cubicBezTo>
                    <a:pt x="1688" y="1973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55"/>
            <p:cNvSpPr/>
            <p:nvPr/>
          </p:nvSpPr>
          <p:spPr>
            <a:xfrm>
              <a:off x="7130560" y="818344"/>
              <a:ext cx="391607" cy="1180201"/>
            </a:xfrm>
            <a:custGeom>
              <a:avLst/>
              <a:gdLst/>
              <a:ahLst/>
              <a:cxnLst/>
              <a:rect l="l" t="t" r="r" b="b"/>
              <a:pathLst>
                <a:path w="6116" h="18432" extrusionOk="0">
                  <a:moveTo>
                    <a:pt x="6115" y="1"/>
                  </a:moveTo>
                  <a:cubicBezTo>
                    <a:pt x="6115" y="1"/>
                    <a:pt x="4432" y="1974"/>
                    <a:pt x="2633" y="5141"/>
                  </a:cubicBezTo>
                  <a:cubicBezTo>
                    <a:pt x="2107" y="6066"/>
                    <a:pt x="2046" y="7186"/>
                    <a:pt x="2478" y="8158"/>
                  </a:cubicBezTo>
                  <a:lnTo>
                    <a:pt x="3786" y="11096"/>
                  </a:lnTo>
                  <a:lnTo>
                    <a:pt x="1415" y="7458"/>
                  </a:lnTo>
                  <a:cubicBezTo>
                    <a:pt x="1092" y="8130"/>
                    <a:pt x="390" y="9623"/>
                    <a:pt x="1" y="10711"/>
                  </a:cubicBezTo>
                  <a:lnTo>
                    <a:pt x="5979" y="18431"/>
                  </a:lnTo>
                  <a:lnTo>
                    <a:pt x="611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55"/>
            <p:cNvSpPr/>
            <p:nvPr/>
          </p:nvSpPr>
          <p:spPr>
            <a:xfrm>
              <a:off x="7579930" y="1837335"/>
              <a:ext cx="483426" cy="1235203"/>
            </a:xfrm>
            <a:custGeom>
              <a:avLst/>
              <a:gdLst/>
              <a:ahLst/>
              <a:cxnLst/>
              <a:rect l="l" t="t" r="r" b="b"/>
              <a:pathLst>
                <a:path w="7550" h="19291" extrusionOk="0">
                  <a:moveTo>
                    <a:pt x="7272" y="0"/>
                  </a:moveTo>
                  <a:lnTo>
                    <a:pt x="0" y="5634"/>
                  </a:lnTo>
                  <a:lnTo>
                    <a:pt x="97" y="19291"/>
                  </a:lnTo>
                  <a:lnTo>
                    <a:pt x="865" y="19291"/>
                  </a:lnTo>
                  <a:cubicBezTo>
                    <a:pt x="876" y="19021"/>
                    <a:pt x="913" y="18755"/>
                    <a:pt x="962" y="18491"/>
                  </a:cubicBezTo>
                  <a:lnTo>
                    <a:pt x="962" y="18485"/>
                  </a:lnTo>
                  <a:cubicBezTo>
                    <a:pt x="1394" y="16187"/>
                    <a:pt x="3017" y="14641"/>
                    <a:pt x="3017" y="14641"/>
                  </a:cubicBezTo>
                  <a:cubicBezTo>
                    <a:pt x="5374" y="12203"/>
                    <a:pt x="6494" y="9711"/>
                    <a:pt x="7023" y="7883"/>
                  </a:cubicBezTo>
                  <a:cubicBezTo>
                    <a:pt x="7172" y="7368"/>
                    <a:pt x="7291" y="6844"/>
                    <a:pt x="7379" y="6315"/>
                  </a:cubicBezTo>
                  <a:cubicBezTo>
                    <a:pt x="7385" y="6299"/>
                    <a:pt x="7391" y="6299"/>
                    <a:pt x="7391" y="6288"/>
                  </a:cubicBezTo>
                  <a:cubicBezTo>
                    <a:pt x="7493" y="5651"/>
                    <a:pt x="7504" y="5244"/>
                    <a:pt x="7510" y="5153"/>
                  </a:cubicBezTo>
                  <a:lnTo>
                    <a:pt x="7510" y="5137"/>
                  </a:lnTo>
                  <a:lnTo>
                    <a:pt x="2098" y="8208"/>
                  </a:lnTo>
                  <a:lnTo>
                    <a:pt x="6901" y="3513"/>
                  </a:lnTo>
                  <a:cubicBezTo>
                    <a:pt x="7322" y="3103"/>
                    <a:pt x="7550" y="2526"/>
                    <a:pt x="7500" y="1940"/>
                  </a:cubicBezTo>
                  <a:lnTo>
                    <a:pt x="7499" y="1931"/>
                  </a:lnTo>
                  <a:cubicBezTo>
                    <a:pt x="7483" y="1681"/>
                    <a:pt x="7456" y="1427"/>
                    <a:pt x="7428" y="1179"/>
                  </a:cubicBezTo>
                  <a:cubicBezTo>
                    <a:pt x="7412" y="1006"/>
                    <a:pt x="7391" y="833"/>
                    <a:pt x="7364" y="660"/>
                  </a:cubicBezTo>
                  <a:cubicBezTo>
                    <a:pt x="7342" y="481"/>
                    <a:pt x="7321" y="303"/>
                    <a:pt x="7288" y="125"/>
                  </a:cubicBezTo>
                  <a:cubicBezTo>
                    <a:pt x="7283" y="82"/>
                    <a:pt x="7277" y="38"/>
                    <a:pt x="72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55"/>
            <p:cNvSpPr/>
            <p:nvPr/>
          </p:nvSpPr>
          <p:spPr>
            <a:xfrm>
              <a:off x="7133185" y="3072494"/>
              <a:ext cx="825091" cy="1219003"/>
            </a:xfrm>
            <a:custGeom>
              <a:avLst/>
              <a:gdLst/>
              <a:ahLst/>
              <a:cxnLst/>
              <a:rect l="l" t="t" r="r" b="b"/>
              <a:pathLst>
                <a:path w="12886" h="19038" extrusionOk="0">
                  <a:moveTo>
                    <a:pt x="2483" y="1"/>
                  </a:moveTo>
                  <a:cubicBezTo>
                    <a:pt x="2147" y="1"/>
                    <a:pt x="1875" y="273"/>
                    <a:pt x="1875" y="609"/>
                  </a:cubicBezTo>
                  <a:lnTo>
                    <a:pt x="1875" y="2688"/>
                  </a:lnTo>
                  <a:cubicBezTo>
                    <a:pt x="1875" y="3024"/>
                    <a:pt x="2147" y="3296"/>
                    <a:pt x="2483" y="3296"/>
                  </a:cubicBezTo>
                  <a:lnTo>
                    <a:pt x="3147" y="3296"/>
                  </a:lnTo>
                  <a:lnTo>
                    <a:pt x="3147" y="5395"/>
                  </a:lnTo>
                  <a:lnTo>
                    <a:pt x="230" y="10047"/>
                  </a:lnTo>
                  <a:cubicBezTo>
                    <a:pt x="1" y="10411"/>
                    <a:pt x="14" y="10877"/>
                    <a:pt x="264" y="11227"/>
                  </a:cubicBezTo>
                  <a:lnTo>
                    <a:pt x="5577" y="18703"/>
                  </a:lnTo>
                  <a:cubicBezTo>
                    <a:pt x="5677" y="18844"/>
                    <a:pt x="5811" y="18959"/>
                    <a:pt x="5966" y="19037"/>
                  </a:cubicBezTo>
                  <a:lnTo>
                    <a:pt x="5966" y="10806"/>
                  </a:lnTo>
                  <a:cubicBezTo>
                    <a:pt x="5588" y="10590"/>
                    <a:pt x="5402" y="10146"/>
                    <a:pt x="5514" y="9725"/>
                  </a:cubicBezTo>
                  <a:cubicBezTo>
                    <a:pt x="5625" y="9303"/>
                    <a:pt x="6007" y="9009"/>
                    <a:pt x="6443" y="9009"/>
                  </a:cubicBezTo>
                  <a:cubicBezTo>
                    <a:pt x="6880" y="9009"/>
                    <a:pt x="7261" y="9303"/>
                    <a:pt x="7372" y="9725"/>
                  </a:cubicBezTo>
                  <a:cubicBezTo>
                    <a:pt x="7484" y="10146"/>
                    <a:pt x="7298" y="10590"/>
                    <a:pt x="6919" y="10806"/>
                  </a:cubicBezTo>
                  <a:lnTo>
                    <a:pt x="6919" y="19037"/>
                  </a:lnTo>
                  <a:cubicBezTo>
                    <a:pt x="7075" y="18959"/>
                    <a:pt x="7209" y="18844"/>
                    <a:pt x="7308" y="18703"/>
                  </a:cubicBezTo>
                  <a:lnTo>
                    <a:pt x="12623" y="11227"/>
                  </a:lnTo>
                  <a:cubicBezTo>
                    <a:pt x="12872" y="10877"/>
                    <a:pt x="12885" y="10411"/>
                    <a:pt x="12657" y="10047"/>
                  </a:cubicBezTo>
                  <a:lnTo>
                    <a:pt x="9738" y="5395"/>
                  </a:lnTo>
                  <a:lnTo>
                    <a:pt x="9738" y="3296"/>
                  </a:lnTo>
                  <a:lnTo>
                    <a:pt x="10403" y="3296"/>
                  </a:lnTo>
                  <a:cubicBezTo>
                    <a:pt x="10739" y="3296"/>
                    <a:pt x="11011" y="3024"/>
                    <a:pt x="11011" y="2688"/>
                  </a:cubicBezTo>
                  <a:lnTo>
                    <a:pt x="11011" y="609"/>
                  </a:lnTo>
                  <a:cubicBezTo>
                    <a:pt x="11011" y="273"/>
                    <a:pt x="10739" y="1"/>
                    <a:pt x="104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55"/>
            <p:cNvSpPr/>
            <p:nvPr/>
          </p:nvSpPr>
          <p:spPr>
            <a:xfrm>
              <a:off x="6660700" y="1700244"/>
              <a:ext cx="671355" cy="1202675"/>
            </a:xfrm>
            <a:custGeom>
              <a:avLst/>
              <a:gdLst/>
              <a:ahLst/>
              <a:cxnLst/>
              <a:rect l="l" t="t" r="r" b="b"/>
              <a:pathLst>
                <a:path w="10485" h="18783" extrusionOk="0">
                  <a:moveTo>
                    <a:pt x="3916" y="0"/>
                  </a:moveTo>
                  <a:cubicBezTo>
                    <a:pt x="3916" y="1"/>
                    <a:pt x="1964" y="1179"/>
                    <a:pt x="976" y="3508"/>
                  </a:cubicBezTo>
                  <a:cubicBezTo>
                    <a:pt x="335" y="5019"/>
                    <a:pt x="471" y="6767"/>
                    <a:pt x="1426" y="8102"/>
                  </a:cubicBezTo>
                  <a:cubicBezTo>
                    <a:pt x="1765" y="8579"/>
                    <a:pt x="2166" y="9008"/>
                    <a:pt x="2617" y="9379"/>
                  </a:cubicBezTo>
                  <a:cubicBezTo>
                    <a:pt x="2617" y="9379"/>
                    <a:pt x="1262" y="8700"/>
                    <a:pt x="74" y="7201"/>
                  </a:cubicBezTo>
                  <a:cubicBezTo>
                    <a:pt x="60" y="7351"/>
                    <a:pt x="43" y="7497"/>
                    <a:pt x="35" y="7653"/>
                  </a:cubicBezTo>
                  <a:cubicBezTo>
                    <a:pt x="0" y="8391"/>
                    <a:pt x="42" y="9129"/>
                    <a:pt x="160" y="9857"/>
                  </a:cubicBezTo>
                  <a:cubicBezTo>
                    <a:pt x="440" y="11579"/>
                    <a:pt x="1773" y="12961"/>
                    <a:pt x="3498" y="13219"/>
                  </a:cubicBezTo>
                  <a:cubicBezTo>
                    <a:pt x="3761" y="13257"/>
                    <a:pt x="4025" y="13283"/>
                    <a:pt x="4291" y="13296"/>
                  </a:cubicBezTo>
                  <a:cubicBezTo>
                    <a:pt x="4291" y="13296"/>
                    <a:pt x="3624" y="13540"/>
                    <a:pt x="2637" y="13540"/>
                  </a:cubicBezTo>
                  <a:cubicBezTo>
                    <a:pt x="2276" y="13540"/>
                    <a:pt x="1872" y="13508"/>
                    <a:pt x="1442" y="13418"/>
                  </a:cubicBezTo>
                  <a:lnTo>
                    <a:pt x="1442" y="13418"/>
                  </a:lnTo>
                  <a:cubicBezTo>
                    <a:pt x="1812" y="14048"/>
                    <a:pt x="2253" y="14633"/>
                    <a:pt x="2755" y="15163"/>
                  </a:cubicBezTo>
                  <a:cubicBezTo>
                    <a:pt x="4337" y="16827"/>
                    <a:pt x="7306" y="17018"/>
                    <a:pt x="10484" y="18783"/>
                  </a:cubicBezTo>
                  <a:cubicBezTo>
                    <a:pt x="10484" y="18783"/>
                    <a:pt x="1288" y="12088"/>
                    <a:pt x="391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55"/>
            <p:cNvSpPr/>
            <p:nvPr/>
          </p:nvSpPr>
          <p:spPr>
            <a:xfrm>
              <a:off x="7759409" y="1700308"/>
              <a:ext cx="671355" cy="1202611"/>
            </a:xfrm>
            <a:custGeom>
              <a:avLst/>
              <a:gdLst/>
              <a:ahLst/>
              <a:cxnLst/>
              <a:rect l="l" t="t" r="r" b="b"/>
              <a:pathLst>
                <a:path w="10485" h="18782" extrusionOk="0">
                  <a:moveTo>
                    <a:pt x="6570" y="1"/>
                  </a:moveTo>
                  <a:lnTo>
                    <a:pt x="6570" y="1"/>
                  </a:lnTo>
                  <a:cubicBezTo>
                    <a:pt x="9198" y="12087"/>
                    <a:pt x="0" y="18782"/>
                    <a:pt x="0" y="18782"/>
                  </a:cubicBezTo>
                  <a:cubicBezTo>
                    <a:pt x="3179" y="17018"/>
                    <a:pt x="6148" y="16826"/>
                    <a:pt x="7730" y="15162"/>
                  </a:cubicBezTo>
                  <a:cubicBezTo>
                    <a:pt x="8232" y="14632"/>
                    <a:pt x="8673" y="14047"/>
                    <a:pt x="9043" y="13417"/>
                  </a:cubicBezTo>
                  <a:lnTo>
                    <a:pt x="9043" y="13417"/>
                  </a:lnTo>
                  <a:cubicBezTo>
                    <a:pt x="8613" y="13507"/>
                    <a:pt x="8209" y="13539"/>
                    <a:pt x="7848" y="13539"/>
                  </a:cubicBezTo>
                  <a:cubicBezTo>
                    <a:pt x="6861" y="13539"/>
                    <a:pt x="6194" y="13295"/>
                    <a:pt x="6194" y="13295"/>
                  </a:cubicBezTo>
                  <a:cubicBezTo>
                    <a:pt x="6460" y="13282"/>
                    <a:pt x="6724" y="13256"/>
                    <a:pt x="6987" y="13218"/>
                  </a:cubicBezTo>
                  <a:cubicBezTo>
                    <a:pt x="8711" y="12960"/>
                    <a:pt x="10044" y="11578"/>
                    <a:pt x="10323" y="9856"/>
                  </a:cubicBezTo>
                  <a:cubicBezTo>
                    <a:pt x="10442" y="9128"/>
                    <a:pt x="10484" y="8390"/>
                    <a:pt x="10449" y="7652"/>
                  </a:cubicBezTo>
                  <a:cubicBezTo>
                    <a:pt x="10441" y="7496"/>
                    <a:pt x="10423" y="7350"/>
                    <a:pt x="10411" y="7200"/>
                  </a:cubicBezTo>
                  <a:cubicBezTo>
                    <a:pt x="9223" y="8699"/>
                    <a:pt x="7866" y="9378"/>
                    <a:pt x="7866" y="9378"/>
                  </a:cubicBezTo>
                  <a:cubicBezTo>
                    <a:pt x="8319" y="9007"/>
                    <a:pt x="8719" y="8578"/>
                    <a:pt x="9057" y="8101"/>
                  </a:cubicBezTo>
                  <a:cubicBezTo>
                    <a:pt x="10013" y="6766"/>
                    <a:pt x="10150" y="5018"/>
                    <a:pt x="9509" y="3507"/>
                  </a:cubicBezTo>
                  <a:cubicBezTo>
                    <a:pt x="8521" y="1179"/>
                    <a:pt x="6570" y="1"/>
                    <a:pt x="657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p5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Statistics</a:t>
            </a:r>
            <a:endParaRPr/>
          </a:p>
        </p:txBody>
      </p:sp>
      <p:sp>
        <p:nvSpPr>
          <p:cNvPr id="1189" name="Google Shape;1189;p56"/>
          <p:cNvSpPr txBox="1"/>
          <p:nvPr/>
        </p:nvSpPr>
        <p:spPr>
          <a:xfrm>
            <a:off x="4574452" y="4160600"/>
            <a:ext cx="3711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Follow the link in the graph to modify its data and then paste the new one here.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For more info, click here</a:t>
            </a:r>
            <a:endParaRPr sz="1100"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90" name="Google Shape;1190;p56"/>
          <p:cNvSpPr txBox="1">
            <a:spLocks noGrp="1"/>
          </p:cNvSpPr>
          <p:nvPr>
            <p:ph type="title" idx="4294967295"/>
          </p:nvPr>
        </p:nvSpPr>
        <p:spPr>
          <a:xfrm>
            <a:off x="1599275" y="1414650"/>
            <a:ext cx="1890300" cy="44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Venus</a:t>
            </a:r>
            <a:endParaRPr sz="2400"/>
          </a:p>
        </p:txBody>
      </p:sp>
      <p:sp>
        <p:nvSpPr>
          <p:cNvPr id="1191" name="Google Shape;1191;p56"/>
          <p:cNvSpPr txBox="1">
            <a:spLocks noGrp="1"/>
          </p:cNvSpPr>
          <p:nvPr>
            <p:ph type="subTitle" idx="4294967295"/>
          </p:nvPr>
        </p:nvSpPr>
        <p:spPr>
          <a:xfrm>
            <a:off x="1599275" y="1781550"/>
            <a:ext cx="1890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Venus is the second </a:t>
            </a:r>
            <a:r>
              <a:rPr lang="en"/>
              <a:t>planet from the Sun</a:t>
            </a:r>
            <a:endParaRPr/>
          </a:p>
        </p:txBody>
      </p:sp>
      <p:sp>
        <p:nvSpPr>
          <p:cNvPr id="1192" name="Google Shape;1192;p56"/>
          <p:cNvSpPr txBox="1">
            <a:spLocks noGrp="1"/>
          </p:cNvSpPr>
          <p:nvPr>
            <p:ph type="title" idx="4294967295"/>
          </p:nvPr>
        </p:nvSpPr>
        <p:spPr>
          <a:xfrm>
            <a:off x="1599275" y="2494573"/>
            <a:ext cx="1890300" cy="44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Mercury</a:t>
            </a:r>
            <a:endParaRPr sz="2400"/>
          </a:p>
        </p:txBody>
      </p:sp>
      <p:sp>
        <p:nvSpPr>
          <p:cNvPr id="1193" name="Google Shape;1193;p56"/>
          <p:cNvSpPr txBox="1">
            <a:spLocks noGrp="1"/>
          </p:cNvSpPr>
          <p:nvPr>
            <p:ph type="subTitle" idx="4294967295"/>
          </p:nvPr>
        </p:nvSpPr>
        <p:spPr>
          <a:xfrm>
            <a:off x="1599275" y="2861725"/>
            <a:ext cx="1890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It’s the </a:t>
            </a:r>
            <a:r>
              <a:rPr lang="en" b="1"/>
              <a:t>closest planet</a:t>
            </a:r>
            <a:r>
              <a:rPr lang="en"/>
              <a:t> to the Sun</a:t>
            </a:r>
            <a:endParaRPr/>
          </a:p>
        </p:txBody>
      </p:sp>
      <p:sp>
        <p:nvSpPr>
          <p:cNvPr id="1194" name="Google Shape;1194;p56"/>
          <p:cNvSpPr txBox="1"/>
          <p:nvPr/>
        </p:nvSpPr>
        <p:spPr>
          <a:xfrm>
            <a:off x="1599275" y="3574500"/>
            <a:ext cx="1890300" cy="4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rPr>
              <a:t>Saturn</a:t>
            </a:r>
            <a:endParaRPr sz="2400">
              <a:solidFill>
                <a:schemeClr val="dk1"/>
              </a:solidFill>
              <a:latin typeface="Secular One"/>
              <a:ea typeface="Secular One"/>
              <a:cs typeface="Secular One"/>
              <a:sym typeface="Secular One"/>
            </a:endParaRPr>
          </a:p>
        </p:txBody>
      </p:sp>
      <p:sp>
        <p:nvSpPr>
          <p:cNvPr id="1195" name="Google Shape;1195;p56"/>
          <p:cNvSpPr txBox="1"/>
          <p:nvPr/>
        </p:nvSpPr>
        <p:spPr>
          <a:xfrm>
            <a:off x="1599275" y="3941900"/>
            <a:ext cx="1890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It’s composed of </a:t>
            </a:r>
            <a:r>
              <a:rPr lang="en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hydrogen and helium</a:t>
            </a:r>
            <a:endParaRPr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1196" name="Google Shape;1196;p56" title="Chart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30031" y="1414650"/>
            <a:ext cx="4000743" cy="247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7" name="Google Shape;1197;p56"/>
          <p:cNvSpPr txBox="1">
            <a:spLocks noGrp="1"/>
          </p:cNvSpPr>
          <p:nvPr>
            <p:ph type="title" idx="4294967295"/>
          </p:nvPr>
        </p:nvSpPr>
        <p:spPr>
          <a:xfrm>
            <a:off x="720000" y="1452748"/>
            <a:ext cx="816000" cy="4431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80%</a:t>
            </a:r>
            <a:endParaRPr sz="2400"/>
          </a:p>
        </p:txBody>
      </p:sp>
      <p:sp>
        <p:nvSpPr>
          <p:cNvPr id="1198" name="Google Shape;1198;p56"/>
          <p:cNvSpPr txBox="1">
            <a:spLocks noGrp="1"/>
          </p:cNvSpPr>
          <p:nvPr>
            <p:ph type="title" idx="4294967295"/>
          </p:nvPr>
        </p:nvSpPr>
        <p:spPr>
          <a:xfrm>
            <a:off x="720000" y="2534248"/>
            <a:ext cx="816000" cy="4431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40%</a:t>
            </a:r>
            <a:endParaRPr sz="2400"/>
          </a:p>
        </p:txBody>
      </p:sp>
      <p:sp>
        <p:nvSpPr>
          <p:cNvPr id="1199" name="Google Shape;1199;p56"/>
          <p:cNvSpPr txBox="1">
            <a:spLocks noGrp="1"/>
          </p:cNvSpPr>
          <p:nvPr>
            <p:ph type="title" idx="4294967295"/>
          </p:nvPr>
        </p:nvSpPr>
        <p:spPr>
          <a:xfrm>
            <a:off x="720000" y="3618266"/>
            <a:ext cx="816000" cy="4431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20%</a:t>
            </a:r>
            <a:endParaRPr sz="2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p5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teachers</a:t>
            </a:r>
            <a:endParaRPr/>
          </a:p>
        </p:txBody>
      </p:sp>
      <p:sp>
        <p:nvSpPr>
          <p:cNvPr id="1205" name="Google Shape;1205;p57"/>
          <p:cNvSpPr txBox="1">
            <a:spLocks noGrp="1"/>
          </p:cNvSpPr>
          <p:nvPr>
            <p:ph type="subTitle" idx="1"/>
          </p:nvPr>
        </p:nvSpPr>
        <p:spPr>
          <a:xfrm>
            <a:off x="5521800" y="3608750"/>
            <a:ext cx="2292600" cy="7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speak a bit about this person here</a:t>
            </a:r>
            <a:endParaRPr/>
          </a:p>
        </p:txBody>
      </p:sp>
      <p:sp>
        <p:nvSpPr>
          <p:cNvPr id="1206" name="Google Shape;1206;p57"/>
          <p:cNvSpPr txBox="1">
            <a:spLocks noGrp="1"/>
          </p:cNvSpPr>
          <p:nvPr>
            <p:ph type="subTitle" idx="2"/>
          </p:nvPr>
        </p:nvSpPr>
        <p:spPr>
          <a:xfrm>
            <a:off x="1322825" y="3608750"/>
            <a:ext cx="2292600" cy="7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speak a bit about this person here</a:t>
            </a:r>
            <a:endParaRPr/>
          </a:p>
        </p:txBody>
      </p:sp>
      <p:sp>
        <p:nvSpPr>
          <p:cNvPr id="1207" name="Google Shape;1207;p57"/>
          <p:cNvSpPr txBox="1">
            <a:spLocks noGrp="1"/>
          </p:cNvSpPr>
          <p:nvPr>
            <p:ph type="subTitle" idx="3"/>
          </p:nvPr>
        </p:nvSpPr>
        <p:spPr>
          <a:xfrm>
            <a:off x="5521800" y="3137550"/>
            <a:ext cx="2292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Jim</a:t>
            </a:r>
            <a:r>
              <a:rPr lang="en">
                <a:solidFill>
                  <a:schemeClr val="dk1"/>
                </a:solidFill>
              </a:rPr>
              <a:t> Harris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08" name="Google Shape;1208;p57"/>
          <p:cNvSpPr txBox="1">
            <a:spLocks noGrp="1"/>
          </p:cNvSpPr>
          <p:nvPr>
            <p:ph type="subTitle" idx="4"/>
          </p:nvPr>
        </p:nvSpPr>
        <p:spPr>
          <a:xfrm>
            <a:off x="1322825" y="3137550"/>
            <a:ext cx="2292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Sofia Hill</a:t>
            </a:r>
            <a:endParaRPr/>
          </a:p>
        </p:txBody>
      </p:sp>
      <p:grpSp>
        <p:nvGrpSpPr>
          <p:cNvPr id="1211" name="Google Shape;1211;p57"/>
          <p:cNvGrpSpPr/>
          <p:nvPr/>
        </p:nvGrpSpPr>
        <p:grpSpPr>
          <a:xfrm>
            <a:off x="4032820" y="2961157"/>
            <a:ext cx="1078326" cy="1701168"/>
            <a:chOff x="4032820" y="3037357"/>
            <a:chExt cx="1078326" cy="1701168"/>
          </a:xfrm>
        </p:grpSpPr>
        <p:sp>
          <p:nvSpPr>
            <p:cNvPr id="1212" name="Google Shape;1212;p57"/>
            <p:cNvSpPr/>
            <p:nvPr/>
          </p:nvSpPr>
          <p:spPr>
            <a:xfrm>
              <a:off x="4032820" y="4478624"/>
              <a:ext cx="1078326" cy="259901"/>
            </a:xfrm>
            <a:custGeom>
              <a:avLst/>
              <a:gdLst/>
              <a:ahLst/>
              <a:cxnLst/>
              <a:rect l="l" t="t" r="r" b="b"/>
              <a:pathLst>
                <a:path w="19994" h="4819" extrusionOk="0">
                  <a:moveTo>
                    <a:pt x="9997" y="1"/>
                  </a:moveTo>
                  <a:cubicBezTo>
                    <a:pt x="7346" y="1"/>
                    <a:pt x="4804" y="254"/>
                    <a:pt x="2928" y="706"/>
                  </a:cubicBezTo>
                  <a:cubicBezTo>
                    <a:pt x="1054" y="1158"/>
                    <a:pt x="1" y="1771"/>
                    <a:pt x="1" y="2409"/>
                  </a:cubicBezTo>
                  <a:cubicBezTo>
                    <a:pt x="1" y="3048"/>
                    <a:pt x="1054" y="3660"/>
                    <a:pt x="2928" y="4113"/>
                  </a:cubicBezTo>
                  <a:cubicBezTo>
                    <a:pt x="4804" y="4565"/>
                    <a:pt x="7346" y="4819"/>
                    <a:pt x="9997" y="4819"/>
                  </a:cubicBezTo>
                  <a:cubicBezTo>
                    <a:pt x="12648" y="4819"/>
                    <a:pt x="15190" y="4565"/>
                    <a:pt x="17065" y="4113"/>
                  </a:cubicBezTo>
                  <a:cubicBezTo>
                    <a:pt x="18939" y="3660"/>
                    <a:pt x="19993" y="3048"/>
                    <a:pt x="19993" y="2409"/>
                  </a:cubicBezTo>
                  <a:cubicBezTo>
                    <a:pt x="19993" y="1771"/>
                    <a:pt x="18939" y="1158"/>
                    <a:pt x="17065" y="706"/>
                  </a:cubicBezTo>
                  <a:cubicBezTo>
                    <a:pt x="15190" y="254"/>
                    <a:pt x="12648" y="1"/>
                    <a:pt x="9997" y="1"/>
                  </a:cubicBezTo>
                  <a:close/>
                </a:path>
              </a:pathLst>
            </a:custGeom>
            <a:solidFill>
              <a:srgbClr val="2B2E5F">
                <a:alpha val="147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13" name="Google Shape;1213;p57"/>
            <p:cNvGrpSpPr/>
            <p:nvPr/>
          </p:nvGrpSpPr>
          <p:grpSpPr>
            <a:xfrm>
              <a:off x="4163621" y="3037357"/>
              <a:ext cx="816758" cy="1558570"/>
              <a:chOff x="1013025" y="1935209"/>
              <a:chExt cx="1400957" cy="2673362"/>
            </a:xfrm>
          </p:grpSpPr>
          <p:sp>
            <p:nvSpPr>
              <p:cNvPr id="1214" name="Google Shape;1214;p57"/>
              <p:cNvSpPr/>
              <p:nvPr/>
            </p:nvSpPr>
            <p:spPr>
              <a:xfrm>
                <a:off x="1317504" y="3683126"/>
                <a:ext cx="792341" cy="190117"/>
              </a:xfrm>
              <a:custGeom>
                <a:avLst/>
                <a:gdLst/>
                <a:ahLst/>
                <a:cxnLst/>
                <a:rect l="l" t="t" r="r" b="b"/>
                <a:pathLst>
                  <a:path w="9173" h="2201" extrusionOk="0">
                    <a:moveTo>
                      <a:pt x="0" y="0"/>
                    </a:moveTo>
                    <a:lnTo>
                      <a:pt x="0" y="2201"/>
                    </a:lnTo>
                    <a:lnTo>
                      <a:pt x="9172" y="2201"/>
                    </a:lnTo>
                    <a:lnTo>
                      <a:pt x="917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Google Shape;1215;p57"/>
              <p:cNvSpPr/>
              <p:nvPr/>
            </p:nvSpPr>
            <p:spPr>
              <a:xfrm>
                <a:off x="1133694" y="4046944"/>
                <a:ext cx="1160050" cy="561627"/>
              </a:xfrm>
              <a:custGeom>
                <a:avLst/>
                <a:gdLst/>
                <a:ahLst/>
                <a:cxnLst/>
                <a:rect l="l" t="t" r="r" b="b"/>
                <a:pathLst>
                  <a:path w="13430" h="6502" extrusionOk="0">
                    <a:moveTo>
                      <a:pt x="984" y="0"/>
                    </a:moveTo>
                    <a:cubicBezTo>
                      <a:pt x="440" y="0"/>
                      <a:pt x="0" y="440"/>
                      <a:pt x="0" y="984"/>
                    </a:cubicBezTo>
                    <a:lnTo>
                      <a:pt x="0" y="5746"/>
                    </a:lnTo>
                    <a:cubicBezTo>
                      <a:pt x="0" y="6162"/>
                      <a:pt x="338" y="6502"/>
                      <a:pt x="756" y="6502"/>
                    </a:cubicBezTo>
                    <a:lnTo>
                      <a:pt x="12674" y="6502"/>
                    </a:lnTo>
                    <a:cubicBezTo>
                      <a:pt x="13090" y="6502"/>
                      <a:pt x="13428" y="6162"/>
                      <a:pt x="13428" y="5746"/>
                    </a:cubicBezTo>
                    <a:lnTo>
                      <a:pt x="13428" y="984"/>
                    </a:lnTo>
                    <a:cubicBezTo>
                      <a:pt x="13429" y="442"/>
                      <a:pt x="12989" y="1"/>
                      <a:pt x="1244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Google Shape;1216;p57"/>
              <p:cNvSpPr/>
              <p:nvPr/>
            </p:nvSpPr>
            <p:spPr>
              <a:xfrm>
                <a:off x="1013025" y="2649802"/>
                <a:ext cx="1400957" cy="1049746"/>
              </a:xfrm>
              <a:custGeom>
                <a:avLst/>
                <a:gdLst/>
                <a:ahLst/>
                <a:cxnLst/>
                <a:rect l="l" t="t" r="r" b="b"/>
                <a:pathLst>
                  <a:path w="16219" h="12153" extrusionOk="0">
                    <a:moveTo>
                      <a:pt x="1900" y="1"/>
                    </a:moveTo>
                    <a:lnTo>
                      <a:pt x="295" y="2193"/>
                    </a:lnTo>
                    <a:cubicBezTo>
                      <a:pt x="157" y="2382"/>
                      <a:pt x="1" y="1741"/>
                      <a:pt x="3453" y="11938"/>
                    </a:cubicBezTo>
                    <a:cubicBezTo>
                      <a:pt x="3496" y="12066"/>
                      <a:pt x="3616" y="12153"/>
                      <a:pt x="3751" y="12153"/>
                    </a:cubicBezTo>
                    <a:lnTo>
                      <a:pt x="12471" y="12153"/>
                    </a:lnTo>
                    <a:cubicBezTo>
                      <a:pt x="12606" y="12152"/>
                      <a:pt x="12725" y="12066"/>
                      <a:pt x="12770" y="11938"/>
                    </a:cubicBezTo>
                    <a:cubicBezTo>
                      <a:pt x="16218" y="1743"/>
                      <a:pt x="16064" y="2380"/>
                      <a:pt x="15926" y="2191"/>
                    </a:cubicBezTo>
                    <a:lnTo>
                      <a:pt x="1432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Google Shape;1217;p57"/>
              <p:cNvSpPr/>
              <p:nvPr/>
            </p:nvSpPr>
            <p:spPr>
              <a:xfrm>
                <a:off x="1169799" y="1935209"/>
                <a:ext cx="1087665" cy="1399920"/>
              </a:xfrm>
              <a:custGeom>
                <a:avLst/>
                <a:gdLst/>
                <a:ahLst/>
                <a:cxnLst/>
                <a:rect l="l" t="t" r="r" b="b"/>
                <a:pathLst>
                  <a:path w="12592" h="16207" extrusionOk="0">
                    <a:moveTo>
                      <a:pt x="6239" y="1"/>
                    </a:moveTo>
                    <a:cubicBezTo>
                      <a:pt x="6086" y="1"/>
                      <a:pt x="5834" y="419"/>
                      <a:pt x="1" y="8388"/>
                    </a:cubicBezTo>
                    <a:lnTo>
                      <a:pt x="2647" y="16207"/>
                    </a:lnTo>
                    <a:lnTo>
                      <a:pt x="9945" y="16207"/>
                    </a:lnTo>
                    <a:lnTo>
                      <a:pt x="12592" y="8388"/>
                    </a:lnTo>
                    <a:cubicBezTo>
                      <a:pt x="6753" y="412"/>
                      <a:pt x="6507" y="1"/>
                      <a:pt x="6354" y="1"/>
                    </a:cubicBezTo>
                    <a:cubicBezTo>
                      <a:pt x="6337" y="1"/>
                      <a:pt x="6320" y="6"/>
                      <a:pt x="6297" y="6"/>
                    </a:cubicBezTo>
                    <a:cubicBezTo>
                      <a:pt x="6273" y="6"/>
                      <a:pt x="6256" y="1"/>
                      <a:pt x="62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Google Shape;1218;p57"/>
              <p:cNvSpPr/>
              <p:nvPr/>
            </p:nvSpPr>
            <p:spPr>
              <a:xfrm>
                <a:off x="1672773" y="1935727"/>
                <a:ext cx="81713" cy="988850"/>
              </a:xfrm>
              <a:custGeom>
                <a:avLst/>
                <a:gdLst/>
                <a:ahLst/>
                <a:cxnLst/>
                <a:rect l="l" t="t" r="r" b="b"/>
                <a:pathLst>
                  <a:path w="946" h="11448" extrusionOk="0">
                    <a:moveTo>
                      <a:pt x="474" y="0"/>
                    </a:moveTo>
                    <a:cubicBezTo>
                      <a:pt x="278" y="0"/>
                      <a:pt x="222" y="126"/>
                      <a:pt x="1" y="427"/>
                    </a:cubicBezTo>
                    <a:lnTo>
                      <a:pt x="1" y="10976"/>
                    </a:lnTo>
                    <a:cubicBezTo>
                      <a:pt x="1" y="11237"/>
                      <a:pt x="213" y="11448"/>
                      <a:pt x="474" y="11448"/>
                    </a:cubicBezTo>
                    <a:cubicBezTo>
                      <a:pt x="735" y="11448"/>
                      <a:pt x="946" y="11237"/>
                      <a:pt x="946" y="10976"/>
                    </a:cubicBezTo>
                    <a:lnTo>
                      <a:pt x="946" y="427"/>
                    </a:lnTo>
                    <a:cubicBezTo>
                      <a:pt x="726" y="126"/>
                      <a:pt x="670" y="0"/>
                      <a:pt x="47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Google Shape;1219;p57"/>
              <p:cNvSpPr/>
              <p:nvPr/>
            </p:nvSpPr>
            <p:spPr>
              <a:xfrm>
                <a:off x="1168936" y="3873155"/>
                <a:ext cx="1089393" cy="179320"/>
              </a:xfrm>
              <a:custGeom>
                <a:avLst/>
                <a:gdLst/>
                <a:ahLst/>
                <a:cxnLst/>
                <a:rect l="l" t="t" r="r" b="b"/>
                <a:pathLst>
                  <a:path w="12612" h="2076" extrusionOk="0">
                    <a:moveTo>
                      <a:pt x="983" y="1"/>
                    </a:moveTo>
                    <a:cubicBezTo>
                      <a:pt x="441" y="1"/>
                      <a:pt x="1" y="441"/>
                      <a:pt x="1" y="983"/>
                    </a:cubicBezTo>
                    <a:lnTo>
                      <a:pt x="1" y="1093"/>
                    </a:lnTo>
                    <a:cubicBezTo>
                      <a:pt x="1" y="1636"/>
                      <a:pt x="441" y="2076"/>
                      <a:pt x="983" y="2076"/>
                    </a:cubicBezTo>
                    <a:lnTo>
                      <a:pt x="11629" y="2076"/>
                    </a:lnTo>
                    <a:cubicBezTo>
                      <a:pt x="12172" y="2076"/>
                      <a:pt x="12612" y="1636"/>
                      <a:pt x="12612" y="1093"/>
                    </a:cubicBezTo>
                    <a:lnTo>
                      <a:pt x="12612" y="983"/>
                    </a:lnTo>
                    <a:cubicBezTo>
                      <a:pt x="12612" y="441"/>
                      <a:pt x="12172" y="1"/>
                      <a:pt x="1162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Google Shape;1220;p57"/>
              <p:cNvSpPr/>
              <p:nvPr/>
            </p:nvSpPr>
            <p:spPr>
              <a:xfrm>
                <a:off x="1579140" y="2792583"/>
                <a:ext cx="279518" cy="268893"/>
              </a:xfrm>
              <a:custGeom>
                <a:avLst/>
                <a:gdLst/>
                <a:ahLst/>
                <a:cxnLst/>
                <a:rect l="l" t="t" r="r" b="b"/>
                <a:pathLst>
                  <a:path w="3236" h="3113" extrusionOk="0">
                    <a:moveTo>
                      <a:pt x="1558" y="1"/>
                    </a:moveTo>
                    <a:cubicBezTo>
                      <a:pt x="698" y="1"/>
                      <a:pt x="0" y="697"/>
                      <a:pt x="1" y="1557"/>
                    </a:cubicBezTo>
                    <a:cubicBezTo>
                      <a:pt x="1" y="2187"/>
                      <a:pt x="380" y="2754"/>
                      <a:pt x="961" y="2994"/>
                    </a:cubicBezTo>
                    <a:cubicBezTo>
                      <a:pt x="1154" y="3074"/>
                      <a:pt x="1356" y="3113"/>
                      <a:pt x="1557" y="3113"/>
                    </a:cubicBezTo>
                    <a:cubicBezTo>
                      <a:pt x="1962" y="3113"/>
                      <a:pt x="2360" y="2955"/>
                      <a:pt x="2657" y="2658"/>
                    </a:cubicBezTo>
                    <a:cubicBezTo>
                      <a:pt x="3102" y="2213"/>
                      <a:pt x="3236" y="1544"/>
                      <a:pt x="2995" y="962"/>
                    </a:cubicBezTo>
                    <a:cubicBezTo>
                      <a:pt x="2753" y="380"/>
                      <a:pt x="2186" y="1"/>
                      <a:pt x="155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p5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goals</a:t>
            </a:r>
            <a:endParaRPr/>
          </a:p>
        </p:txBody>
      </p:sp>
      <p:sp>
        <p:nvSpPr>
          <p:cNvPr id="1226" name="Google Shape;1226;p58"/>
          <p:cNvSpPr txBox="1">
            <a:spLocks noGrp="1"/>
          </p:cNvSpPr>
          <p:nvPr>
            <p:ph type="subTitle" idx="1"/>
          </p:nvPr>
        </p:nvSpPr>
        <p:spPr>
          <a:xfrm>
            <a:off x="937625" y="2341525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is the closest planet to the Sun and </a:t>
            </a:r>
            <a:r>
              <a:rPr lang="en" b="1"/>
              <a:t>the smallest</a:t>
            </a:r>
            <a:r>
              <a:rPr lang="en"/>
              <a:t> of them all</a:t>
            </a:r>
            <a:endParaRPr/>
          </a:p>
        </p:txBody>
      </p:sp>
      <p:sp>
        <p:nvSpPr>
          <p:cNvPr id="1227" name="Google Shape;1227;p58"/>
          <p:cNvSpPr txBox="1">
            <a:spLocks noGrp="1"/>
          </p:cNvSpPr>
          <p:nvPr>
            <p:ph type="subTitle" idx="2"/>
          </p:nvPr>
        </p:nvSpPr>
        <p:spPr>
          <a:xfrm>
            <a:off x="3484349" y="3024754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has a </a:t>
            </a:r>
            <a:r>
              <a:rPr lang="en" b="1"/>
              <a:t>beautiful name</a:t>
            </a:r>
            <a:r>
              <a:rPr lang="en"/>
              <a:t> and is the second planet from the Sun</a:t>
            </a:r>
            <a:endParaRPr/>
          </a:p>
        </p:txBody>
      </p:sp>
      <p:sp>
        <p:nvSpPr>
          <p:cNvPr id="1228" name="Google Shape;1228;p58"/>
          <p:cNvSpPr txBox="1">
            <a:spLocks noGrp="1"/>
          </p:cNvSpPr>
          <p:nvPr>
            <p:ph type="subTitle" idx="3"/>
          </p:nvPr>
        </p:nvSpPr>
        <p:spPr>
          <a:xfrm>
            <a:off x="6031072" y="3707982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Despite being red, Mars is actually a </a:t>
            </a:r>
            <a:r>
              <a:rPr lang="en" b="1"/>
              <a:t>cold place</a:t>
            </a:r>
            <a:r>
              <a:rPr lang="en"/>
              <a:t>. It’s full of iron oxide dust</a:t>
            </a:r>
            <a:endParaRPr/>
          </a:p>
        </p:txBody>
      </p:sp>
      <p:sp>
        <p:nvSpPr>
          <p:cNvPr id="1229" name="Google Shape;1229;p58"/>
          <p:cNvSpPr txBox="1">
            <a:spLocks noGrp="1"/>
          </p:cNvSpPr>
          <p:nvPr>
            <p:ph type="subTitle" idx="4"/>
          </p:nvPr>
        </p:nvSpPr>
        <p:spPr>
          <a:xfrm>
            <a:off x="937625" y="2036725"/>
            <a:ext cx="2175300" cy="44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</a:t>
            </a:r>
            <a:endParaRPr/>
          </a:p>
        </p:txBody>
      </p:sp>
      <p:sp>
        <p:nvSpPr>
          <p:cNvPr id="1230" name="Google Shape;1230;p58"/>
          <p:cNvSpPr txBox="1">
            <a:spLocks noGrp="1"/>
          </p:cNvSpPr>
          <p:nvPr>
            <p:ph type="subTitle" idx="5"/>
          </p:nvPr>
        </p:nvSpPr>
        <p:spPr>
          <a:xfrm>
            <a:off x="3484350" y="2722525"/>
            <a:ext cx="2175300" cy="44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</a:t>
            </a:r>
            <a:endParaRPr/>
          </a:p>
        </p:txBody>
      </p:sp>
      <p:sp>
        <p:nvSpPr>
          <p:cNvPr id="1231" name="Google Shape;1231;p58"/>
          <p:cNvSpPr txBox="1">
            <a:spLocks noGrp="1"/>
          </p:cNvSpPr>
          <p:nvPr>
            <p:ph type="subTitle" idx="6"/>
          </p:nvPr>
        </p:nvSpPr>
        <p:spPr>
          <a:xfrm>
            <a:off x="6031075" y="3408325"/>
            <a:ext cx="2175300" cy="44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Mars</a:t>
            </a:r>
            <a:endParaRPr/>
          </a:p>
        </p:txBody>
      </p:sp>
      <p:sp>
        <p:nvSpPr>
          <p:cNvPr id="1232" name="Google Shape;1232;p58"/>
          <p:cNvSpPr/>
          <p:nvPr/>
        </p:nvSpPr>
        <p:spPr>
          <a:xfrm>
            <a:off x="937622" y="1288499"/>
            <a:ext cx="573600" cy="5727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3" name="Google Shape;1233;p58"/>
          <p:cNvSpPr/>
          <p:nvPr/>
        </p:nvSpPr>
        <p:spPr>
          <a:xfrm>
            <a:off x="3484347" y="1972549"/>
            <a:ext cx="573600" cy="572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4" name="Google Shape;1234;p58"/>
          <p:cNvSpPr/>
          <p:nvPr/>
        </p:nvSpPr>
        <p:spPr>
          <a:xfrm>
            <a:off x="6031072" y="2656599"/>
            <a:ext cx="573600" cy="572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5" name="Google Shape;1235;p58"/>
          <p:cNvSpPr/>
          <p:nvPr/>
        </p:nvSpPr>
        <p:spPr>
          <a:xfrm>
            <a:off x="4882213" y="1885711"/>
            <a:ext cx="1133660" cy="240986"/>
          </a:xfrm>
          <a:custGeom>
            <a:avLst/>
            <a:gdLst/>
            <a:ahLst/>
            <a:cxnLst/>
            <a:rect l="l" t="t" r="r" b="b"/>
            <a:pathLst>
              <a:path w="19994" h="4819" extrusionOk="0">
                <a:moveTo>
                  <a:pt x="9997" y="1"/>
                </a:moveTo>
                <a:cubicBezTo>
                  <a:pt x="7346" y="1"/>
                  <a:pt x="4804" y="254"/>
                  <a:pt x="2928" y="706"/>
                </a:cubicBezTo>
                <a:cubicBezTo>
                  <a:pt x="1054" y="1158"/>
                  <a:pt x="1" y="1771"/>
                  <a:pt x="1" y="2409"/>
                </a:cubicBezTo>
                <a:cubicBezTo>
                  <a:pt x="1" y="3048"/>
                  <a:pt x="1054" y="3660"/>
                  <a:pt x="2928" y="4113"/>
                </a:cubicBezTo>
                <a:cubicBezTo>
                  <a:pt x="4804" y="4565"/>
                  <a:pt x="7346" y="4819"/>
                  <a:pt x="9997" y="4819"/>
                </a:cubicBezTo>
                <a:cubicBezTo>
                  <a:pt x="12648" y="4819"/>
                  <a:pt x="15190" y="4565"/>
                  <a:pt x="17065" y="4113"/>
                </a:cubicBezTo>
                <a:cubicBezTo>
                  <a:pt x="18939" y="3660"/>
                  <a:pt x="19993" y="3048"/>
                  <a:pt x="19993" y="2409"/>
                </a:cubicBezTo>
                <a:cubicBezTo>
                  <a:pt x="19993" y="1771"/>
                  <a:pt x="18939" y="1158"/>
                  <a:pt x="17065" y="706"/>
                </a:cubicBezTo>
                <a:cubicBezTo>
                  <a:pt x="15190" y="254"/>
                  <a:pt x="12648" y="1"/>
                  <a:pt x="9997" y="1"/>
                </a:cubicBezTo>
                <a:close/>
              </a:path>
            </a:pathLst>
          </a:custGeom>
          <a:solidFill>
            <a:srgbClr val="2B2E5F">
              <a:alpha val="147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36" name="Google Shape;1236;p58"/>
          <p:cNvGrpSpPr/>
          <p:nvPr/>
        </p:nvGrpSpPr>
        <p:grpSpPr>
          <a:xfrm>
            <a:off x="4975573" y="739454"/>
            <a:ext cx="932693" cy="1248001"/>
            <a:chOff x="5902625" y="1390963"/>
            <a:chExt cx="1593530" cy="2132242"/>
          </a:xfrm>
        </p:grpSpPr>
        <p:sp>
          <p:nvSpPr>
            <p:cNvPr id="1237" name="Google Shape;1237;p58"/>
            <p:cNvSpPr/>
            <p:nvPr/>
          </p:nvSpPr>
          <p:spPr>
            <a:xfrm>
              <a:off x="5902625" y="1390963"/>
              <a:ext cx="1518156" cy="394025"/>
            </a:xfrm>
            <a:custGeom>
              <a:avLst/>
              <a:gdLst/>
              <a:ahLst/>
              <a:cxnLst/>
              <a:rect l="l" t="t" r="r" b="b"/>
              <a:pathLst>
                <a:path w="22035" h="5719" extrusionOk="0">
                  <a:moveTo>
                    <a:pt x="2860" y="0"/>
                  </a:moveTo>
                  <a:cubicBezTo>
                    <a:pt x="1281" y="0"/>
                    <a:pt x="0" y="1280"/>
                    <a:pt x="0" y="2859"/>
                  </a:cubicBezTo>
                  <a:cubicBezTo>
                    <a:pt x="0" y="4438"/>
                    <a:pt x="1281" y="5719"/>
                    <a:pt x="2860" y="5719"/>
                  </a:cubicBezTo>
                  <a:lnTo>
                    <a:pt x="22035" y="5719"/>
                  </a:lnTo>
                  <a:lnTo>
                    <a:pt x="22035" y="746"/>
                  </a:lnTo>
                  <a:cubicBezTo>
                    <a:pt x="22035" y="334"/>
                    <a:pt x="21700" y="0"/>
                    <a:pt x="212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58"/>
            <p:cNvSpPr/>
            <p:nvPr/>
          </p:nvSpPr>
          <p:spPr>
            <a:xfrm>
              <a:off x="5902625" y="1587874"/>
              <a:ext cx="1593530" cy="1935331"/>
            </a:xfrm>
            <a:custGeom>
              <a:avLst/>
              <a:gdLst/>
              <a:ahLst/>
              <a:cxnLst/>
              <a:rect l="l" t="t" r="r" b="b"/>
              <a:pathLst>
                <a:path w="23129" h="28090" extrusionOk="0">
                  <a:moveTo>
                    <a:pt x="0" y="1"/>
                  </a:moveTo>
                  <a:lnTo>
                    <a:pt x="0" y="25231"/>
                  </a:lnTo>
                  <a:cubicBezTo>
                    <a:pt x="0" y="26810"/>
                    <a:pt x="1281" y="28090"/>
                    <a:pt x="2860" y="28090"/>
                  </a:cubicBezTo>
                  <a:lnTo>
                    <a:pt x="22381" y="28090"/>
                  </a:lnTo>
                  <a:cubicBezTo>
                    <a:pt x="22794" y="28090"/>
                    <a:pt x="23128" y="27755"/>
                    <a:pt x="23128" y="27343"/>
                  </a:cubicBezTo>
                  <a:lnTo>
                    <a:pt x="23128" y="3608"/>
                  </a:lnTo>
                  <a:cubicBezTo>
                    <a:pt x="23128" y="3195"/>
                    <a:pt x="22794" y="2861"/>
                    <a:pt x="22381" y="2861"/>
                  </a:cubicBezTo>
                  <a:lnTo>
                    <a:pt x="2860" y="2861"/>
                  </a:lnTo>
                  <a:cubicBezTo>
                    <a:pt x="1281" y="2861"/>
                    <a:pt x="0" y="1580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58"/>
            <p:cNvSpPr/>
            <p:nvPr/>
          </p:nvSpPr>
          <p:spPr>
            <a:xfrm>
              <a:off x="5902625" y="1587874"/>
              <a:ext cx="425511" cy="1935331"/>
            </a:xfrm>
            <a:custGeom>
              <a:avLst/>
              <a:gdLst/>
              <a:ahLst/>
              <a:cxnLst/>
              <a:rect l="l" t="t" r="r" b="b"/>
              <a:pathLst>
                <a:path w="6176" h="28090" extrusionOk="0">
                  <a:moveTo>
                    <a:pt x="0" y="1"/>
                  </a:moveTo>
                  <a:lnTo>
                    <a:pt x="0" y="25231"/>
                  </a:lnTo>
                  <a:cubicBezTo>
                    <a:pt x="0" y="26810"/>
                    <a:pt x="1281" y="28090"/>
                    <a:pt x="2860" y="28090"/>
                  </a:cubicBezTo>
                  <a:lnTo>
                    <a:pt x="6176" y="28090"/>
                  </a:lnTo>
                  <a:cubicBezTo>
                    <a:pt x="4597" y="28090"/>
                    <a:pt x="3316" y="26810"/>
                    <a:pt x="3316" y="25231"/>
                  </a:cubicBezTo>
                  <a:lnTo>
                    <a:pt x="3316" y="2861"/>
                  </a:lnTo>
                  <a:lnTo>
                    <a:pt x="2860" y="2861"/>
                  </a:lnTo>
                  <a:cubicBezTo>
                    <a:pt x="1281" y="2861"/>
                    <a:pt x="0" y="1580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58"/>
            <p:cNvSpPr/>
            <p:nvPr/>
          </p:nvSpPr>
          <p:spPr>
            <a:xfrm>
              <a:off x="5902625" y="2671505"/>
              <a:ext cx="1593530" cy="602578"/>
            </a:xfrm>
            <a:custGeom>
              <a:avLst/>
              <a:gdLst/>
              <a:ahLst/>
              <a:cxnLst/>
              <a:rect l="l" t="t" r="r" b="b"/>
              <a:pathLst>
                <a:path w="23129" h="8746" extrusionOk="0">
                  <a:moveTo>
                    <a:pt x="0" y="0"/>
                  </a:moveTo>
                  <a:lnTo>
                    <a:pt x="0" y="5887"/>
                  </a:lnTo>
                  <a:cubicBezTo>
                    <a:pt x="0" y="7466"/>
                    <a:pt x="1281" y="8745"/>
                    <a:pt x="2860" y="8745"/>
                  </a:cubicBezTo>
                  <a:lnTo>
                    <a:pt x="23128" y="8745"/>
                  </a:lnTo>
                  <a:lnTo>
                    <a:pt x="23128" y="2859"/>
                  </a:lnTo>
                  <a:lnTo>
                    <a:pt x="2860" y="2859"/>
                  </a:lnTo>
                  <a:cubicBezTo>
                    <a:pt x="1281" y="2859"/>
                    <a:pt x="0" y="1579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58"/>
            <p:cNvSpPr/>
            <p:nvPr/>
          </p:nvSpPr>
          <p:spPr>
            <a:xfrm>
              <a:off x="5902625" y="2671505"/>
              <a:ext cx="228464" cy="602646"/>
            </a:xfrm>
            <a:custGeom>
              <a:avLst/>
              <a:gdLst/>
              <a:ahLst/>
              <a:cxnLst/>
              <a:rect l="l" t="t" r="r" b="b"/>
              <a:pathLst>
                <a:path w="3316" h="8747" extrusionOk="0">
                  <a:moveTo>
                    <a:pt x="0" y="0"/>
                  </a:moveTo>
                  <a:lnTo>
                    <a:pt x="0" y="5887"/>
                  </a:lnTo>
                  <a:cubicBezTo>
                    <a:pt x="0" y="7466"/>
                    <a:pt x="1281" y="8746"/>
                    <a:pt x="2860" y="8746"/>
                  </a:cubicBezTo>
                  <a:lnTo>
                    <a:pt x="3316" y="8746"/>
                  </a:lnTo>
                  <a:lnTo>
                    <a:pt x="3316" y="2859"/>
                  </a:lnTo>
                  <a:lnTo>
                    <a:pt x="2860" y="2859"/>
                  </a:lnTo>
                  <a:cubicBezTo>
                    <a:pt x="1281" y="2859"/>
                    <a:pt x="0" y="1579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58"/>
            <p:cNvSpPr/>
            <p:nvPr/>
          </p:nvSpPr>
          <p:spPr>
            <a:xfrm>
              <a:off x="6488674" y="2051903"/>
              <a:ext cx="543808" cy="543808"/>
            </a:xfrm>
            <a:custGeom>
              <a:avLst/>
              <a:gdLst/>
              <a:ahLst/>
              <a:cxnLst/>
              <a:rect l="l" t="t" r="r" b="b"/>
              <a:pathLst>
                <a:path w="7893" h="7893" extrusionOk="0">
                  <a:moveTo>
                    <a:pt x="3948" y="1"/>
                  </a:moveTo>
                  <a:cubicBezTo>
                    <a:pt x="1768" y="1"/>
                    <a:pt x="1" y="1767"/>
                    <a:pt x="1" y="3946"/>
                  </a:cubicBezTo>
                  <a:cubicBezTo>
                    <a:pt x="1" y="6125"/>
                    <a:pt x="1768" y="7893"/>
                    <a:pt x="3948" y="7893"/>
                  </a:cubicBezTo>
                  <a:cubicBezTo>
                    <a:pt x="6127" y="7893"/>
                    <a:pt x="7893" y="6125"/>
                    <a:pt x="7893" y="3946"/>
                  </a:cubicBezTo>
                  <a:cubicBezTo>
                    <a:pt x="7893" y="1767"/>
                    <a:pt x="6127" y="1"/>
                    <a:pt x="39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58"/>
            <p:cNvSpPr/>
            <p:nvPr/>
          </p:nvSpPr>
          <p:spPr>
            <a:xfrm>
              <a:off x="6131023" y="1491968"/>
              <a:ext cx="1289761" cy="64419"/>
            </a:xfrm>
            <a:custGeom>
              <a:avLst/>
              <a:gdLst/>
              <a:ahLst/>
              <a:cxnLst/>
              <a:rect l="l" t="t" r="r" b="b"/>
              <a:pathLst>
                <a:path w="18720" h="935" extrusionOk="0">
                  <a:moveTo>
                    <a:pt x="468" y="1"/>
                  </a:moveTo>
                  <a:cubicBezTo>
                    <a:pt x="210" y="1"/>
                    <a:pt x="1" y="210"/>
                    <a:pt x="1" y="468"/>
                  </a:cubicBezTo>
                  <a:cubicBezTo>
                    <a:pt x="1" y="726"/>
                    <a:pt x="210" y="934"/>
                    <a:pt x="468" y="934"/>
                  </a:cubicBezTo>
                  <a:lnTo>
                    <a:pt x="18720" y="934"/>
                  </a:lnTo>
                  <a:lnTo>
                    <a:pt x="1872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58"/>
            <p:cNvSpPr/>
            <p:nvPr/>
          </p:nvSpPr>
          <p:spPr>
            <a:xfrm>
              <a:off x="6131023" y="1621427"/>
              <a:ext cx="1289761" cy="64419"/>
            </a:xfrm>
            <a:custGeom>
              <a:avLst/>
              <a:gdLst/>
              <a:ahLst/>
              <a:cxnLst/>
              <a:rect l="l" t="t" r="r" b="b"/>
              <a:pathLst>
                <a:path w="18720" h="935" extrusionOk="0">
                  <a:moveTo>
                    <a:pt x="468" y="0"/>
                  </a:moveTo>
                  <a:cubicBezTo>
                    <a:pt x="210" y="0"/>
                    <a:pt x="1" y="209"/>
                    <a:pt x="1" y="467"/>
                  </a:cubicBezTo>
                  <a:cubicBezTo>
                    <a:pt x="1" y="725"/>
                    <a:pt x="210" y="934"/>
                    <a:pt x="468" y="934"/>
                  </a:cubicBezTo>
                  <a:lnTo>
                    <a:pt x="18720" y="934"/>
                  </a:lnTo>
                  <a:lnTo>
                    <a:pt x="1872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58"/>
            <p:cNvSpPr/>
            <p:nvPr/>
          </p:nvSpPr>
          <p:spPr>
            <a:xfrm>
              <a:off x="6456430" y="2973417"/>
              <a:ext cx="613877" cy="64350"/>
            </a:xfrm>
            <a:custGeom>
              <a:avLst/>
              <a:gdLst/>
              <a:ahLst/>
              <a:cxnLst/>
              <a:rect l="l" t="t" r="r" b="b"/>
              <a:pathLst>
                <a:path w="8910" h="934" extrusionOk="0">
                  <a:moveTo>
                    <a:pt x="468" y="0"/>
                  </a:moveTo>
                  <a:cubicBezTo>
                    <a:pt x="209" y="0"/>
                    <a:pt x="0" y="209"/>
                    <a:pt x="0" y="467"/>
                  </a:cubicBezTo>
                  <a:cubicBezTo>
                    <a:pt x="0" y="725"/>
                    <a:pt x="209" y="934"/>
                    <a:pt x="468" y="934"/>
                  </a:cubicBezTo>
                  <a:lnTo>
                    <a:pt x="8444" y="934"/>
                  </a:lnTo>
                  <a:cubicBezTo>
                    <a:pt x="8701" y="934"/>
                    <a:pt x="8910" y="725"/>
                    <a:pt x="8910" y="467"/>
                  </a:cubicBezTo>
                  <a:cubicBezTo>
                    <a:pt x="8910" y="209"/>
                    <a:pt x="8701" y="0"/>
                    <a:pt x="84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58"/>
            <p:cNvSpPr/>
            <p:nvPr/>
          </p:nvSpPr>
          <p:spPr>
            <a:xfrm>
              <a:off x="6456430" y="3102808"/>
              <a:ext cx="613877" cy="64419"/>
            </a:xfrm>
            <a:custGeom>
              <a:avLst/>
              <a:gdLst/>
              <a:ahLst/>
              <a:cxnLst/>
              <a:rect l="l" t="t" r="r" b="b"/>
              <a:pathLst>
                <a:path w="8910" h="935" extrusionOk="0">
                  <a:moveTo>
                    <a:pt x="468" y="1"/>
                  </a:moveTo>
                  <a:cubicBezTo>
                    <a:pt x="209" y="1"/>
                    <a:pt x="0" y="210"/>
                    <a:pt x="0" y="467"/>
                  </a:cubicBezTo>
                  <a:cubicBezTo>
                    <a:pt x="0" y="726"/>
                    <a:pt x="209" y="935"/>
                    <a:pt x="468" y="935"/>
                  </a:cubicBezTo>
                  <a:lnTo>
                    <a:pt x="8444" y="935"/>
                  </a:lnTo>
                  <a:cubicBezTo>
                    <a:pt x="8701" y="935"/>
                    <a:pt x="8910" y="726"/>
                    <a:pt x="8910" y="467"/>
                  </a:cubicBezTo>
                  <a:cubicBezTo>
                    <a:pt x="8910" y="210"/>
                    <a:pt x="8701" y="1"/>
                    <a:pt x="84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47" name="Google Shape;1247;p58"/>
          <p:cNvGrpSpPr/>
          <p:nvPr/>
        </p:nvGrpSpPr>
        <p:grpSpPr>
          <a:xfrm>
            <a:off x="6161188" y="2756048"/>
            <a:ext cx="332428" cy="354772"/>
            <a:chOff x="6538383" y="3442208"/>
            <a:chExt cx="332428" cy="354772"/>
          </a:xfrm>
        </p:grpSpPr>
        <p:sp>
          <p:nvSpPr>
            <p:cNvPr id="1248" name="Google Shape;1248;p58"/>
            <p:cNvSpPr/>
            <p:nvPr/>
          </p:nvSpPr>
          <p:spPr>
            <a:xfrm>
              <a:off x="6677679" y="3551733"/>
              <a:ext cx="53744" cy="53775"/>
            </a:xfrm>
            <a:custGeom>
              <a:avLst/>
              <a:gdLst/>
              <a:ahLst/>
              <a:cxnLst/>
              <a:rect l="l" t="t" r="r" b="b"/>
              <a:pathLst>
                <a:path w="1715" h="1716" extrusionOk="0">
                  <a:moveTo>
                    <a:pt x="858" y="1"/>
                  </a:moveTo>
                  <a:lnTo>
                    <a:pt x="1" y="858"/>
                  </a:lnTo>
                  <a:lnTo>
                    <a:pt x="858" y="1715"/>
                  </a:lnTo>
                  <a:lnTo>
                    <a:pt x="1715" y="858"/>
                  </a:lnTo>
                  <a:lnTo>
                    <a:pt x="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58"/>
            <p:cNvSpPr/>
            <p:nvPr/>
          </p:nvSpPr>
          <p:spPr>
            <a:xfrm>
              <a:off x="6642267" y="3672257"/>
              <a:ext cx="124692" cy="62393"/>
            </a:xfrm>
            <a:custGeom>
              <a:avLst/>
              <a:gdLst/>
              <a:ahLst/>
              <a:cxnLst/>
              <a:rect l="l" t="t" r="r" b="b"/>
              <a:pathLst>
                <a:path w="3979" h="1991" extrusionOk="0">
                  <a:moveTo>
                    <a:pt x="889" y="1"/>
                  </a:moveTo>
                  <a:cubicBezTo>
                    <a:pt x="398" y="1"/>
                    <a:pt x="1" y="399"/>
                    <a:pt x="1" y="890"/>
                  </a:cubicBezTo>
                  <a:lnTo>
                    <a:pt x="1" y="1990"/>
                  </a:lnTo>
                  <a:lnTo>
                    <a:pt x="3978" y="1990"/>
                  </a:lnTo>
                  <a:lnTo>
                    <a:pt x="3978" y="890"/>
                  </a:lnTo>
                  <a:cubicBezTo>
                    <a:pt x="3977" y="399"/>
                    <a:pt x="3580" y="1"/>
                    <a:pt x="30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58"/>
            <p:cNvSpPr/>
            <p:nvPr/>
          </p:nvSpPr>
          <p:spPr>
            <a:xfrm>
              <a:off x="6538383" y="3442208"/>
              <a:ext cx="332428" cy="354772"/>
            </a:xfrm>
            <a:custGeom>
              <a:avLst/>
              <a:gdLst/>
              <a:ahLst/>
              <a:cxnLst/>
              <a:rect l="l" t="t" r="r" b="b"/>
              <a:pathLst>
                <a:path w="10608" h="11321" extrusionOk="0">
                  <a:moveTo>
                    <a:pt x="5303" y="662"/>
                  </a:moveTo>
                  <a:lnTo>
                    <a:pt x="5303" y="664"/>
                  </a:lnTo>
                  <a:cubicBezTo>
                    <a:pt x="5773" y="664"/>
                    <a:pt x="6178" y="993"/>
                    <a:pt x="6276" y="1451"/>
                  </a:cubicBezTo>
                  <a:cubicBezTo>
                    <a:pt x="5957" y="1368"/>
                    <a:pt x="5630" y="1326"/>
                    <a:pt x="5303" y="1326"/>
                  </a:cubicBezTo>
                  <a:cubicBezTo>
                    <a:pt x="4977" y="1326"/>
                    <a:pt x="4650" y="1368"/>
                    <a:pt x="4331" y="1451"/>
                  </a:cubicBezTo>
                  <a:cubicBezTo>
                    <a:pt x="4429" y="993"/>
                    <a:pt x="4834" y="664"/>
                    <a:pt x="5303" y="662"/>
                  </a:cubicBezTo>
                  <a:close/>
                  <a:moveTo>
                    <a:pt x="5303" y="2696"/>
                  </a:moveTo>
                  <a:cubicBezTo>
                    <a:pt x="5388" y="2696"/>
                    <a:pt x="5473" y="2729"/>
                    <a:pt x="5537" y="2794"/>
                  </a:cubicBezTo>
                  <a:lnTo>
                    <a:pt x="6863" y="4120"/>
                  </a:lnTo>
                  <a:cubicBezTo>
                    <a:pt x="6993" y="4249"/>
                    <a:pt x="6993" y="4459"/>
                    <a:pt x="6863" y="4589"/>
                  </a:cubicBezTo>
                  <a:lnTo>
                    <a:pt x="5537" y="5914"/>
                  </a:lnTo>
                  <a:cubicBezTo>
                    <a:pt x="5473" y="5979"/>
                    <a:pt x="5388" y="6011"/>
                    <a:pt x="5303" y="6011"/>
                  </a:cubicBezTo>
                  <a:cubicBezTo>
                    <a:pt x="5218" y="6011"/>
                    <a:pt x="5133" y="5979"/>
                    <a:pt x="5068" y="5914"/>
                  </a:cubicBezTo>
                  <a:lnTo>
                    <a:pt x="3743" y="4589"/>
                  </a:lnTo>
                  <a:cubicBezTo>
                    <a:pt x="3614" y="4459"/>
                    <a:pt x="3614" y="4249"/>
                    <a:pt x="3743" y="4119"/>
                  </a:cubicBezTo>
                  <a:lnTo>
                    <a:pt x="3743" y="4120"/>
                  </a:lnTo>
                  <a:lnTo>
                    <a:pt x="5068" y="2794"/>
                  </a:lnTo>
                  <a:cubicBezTo>
                    <a:pt x="5133" y="2729"/>
                    <a:pt x="5218" y="2696"/>
                    <a:pt x="5303" y="2696"/>
                  </a:cubicBezTo>
                  <a:close/>
                  <a:moveTo>
                    <a:pt x="6404" y="6679"/>
                  </a:moveTo>
                  <a:cubicBezTo>
                    <a:pt x="7260" y="6679"/>
                    <a:pt x="7956" y="7374"/>
                    <a:pt x="7956" y="8231"/>
                  </a:cubicBezTo>
                  <a:lnTo>
                    <a:pt x="7956" y="9331"/>
                  </a:lnTo>
                  <a:lnTo>
                    <a:pt x="8618" y="9331"/>
                  </a:lnTo>
                  <a:lnTo>
                    <a:pt x="8619" y="9995"/>
                  </a:lnTo>
                  <a:lnTo>
                    <a:pt x="1990" y="9995"/>
                  </a:lnTo>
                  <a:lnTo>
                    <a:pt x="1990" y="9331"/>
                  </a:lnTo>
                  <a:lnTo>
                    <a:pt x="2652" y="9331"/>
                  </a:lnTo>
                  <a:lnTo>
                    <a:pt x="2652" y="8231"/>
                  </a:lnTo>
                  <a:cubicBezTo>
                    <a:pt x="2652" y="7374"/>
                    <a:pt x="3346" y="6679"/>
                    <a:pt x="4204" y="6679"/>
                  </a:cubicBezTo>
                  <a:close/>
                  <a:moveTo>
                    <a:pt x="5304" y="0"/>
                  </a:moveTo>
                  <a:cubicBezTo>
                    <a:pt x="4393" y="0"/>
                    <a:pt x="3648" y="739"/>
                    <a:pt x="3647" y="1657"/>
                  </a:cubicBezTo>
                  <a:lnTo>
                    <a:pt x="3647" y="1692"/>
                  </a:lnTo>
                  <a:cubicBezTo>
                    <a:pt x="2279" y="2322"/>
                    <a:pt x="1326" y="3746"/>
                    <a:pt x="1326" y="5348"/>
                  </a:cubicBezTo>
                  <a:lnTo>
                    <a:pt x="1326" y="6016"/>
                  </a:lnTo>
                  <a:lnTo>
                    <a:pt x="995" y="6016"/>
                  </a:lnTo>
                  <a:cubicBezTo>
                    <a:pt x="446" y="6016"/>
                    <a:pt x="0" y="6461"/>
                    <a:pt x="0" y="7010"/>
                  </a:cubicBezTo>
                  <a:lnTo>
                    <a:pt x="0" y="8005"/>
                  </a:lnTo>
                  <a:lnTo>
                    <a:pt x="1326" y="8005"/>
                  </a:lnTo>
                  <a:lnTo>
                    <a:pt x="1326" y="8669"/>
                  </a:lnTo>
                  <a:lnTo>
                    <a:pt x="0" y="8669"/>
                  </a:lnTo>
                  <a:lnTo>
                    <a:pt x="0" y="9767"/>
                  </a:lnTo>
                  <a:cubicBezTo>
                    <a:pt x="0" y="10259"/>
                    <a:pt x="399" y="10657"/>
                    <a:pt x="890" y="10657"/>
                  </a:cubicBezTo>
                  <a:lnTo>
                    <a:pt x="1387" y="10657"/>
                  </a:lnTo>
                  <a:cubicBezTo>
                    <a:pt x="1526" y="11053"/>
                    <a:pt x="1901" y="11318"/>
                    <a:pt x="2321" y="11321"/>
                  </a:cubicBezTo>
                  <a:lnTo>
                    <a:pt x="8287" y="11321"/>
                  </a:lnTo>
                  <a:cubicBezTo>
                    <a:pt x="8707" y="11318"/>
                    <a:pt x="9081" y="11053"/>
                    <a:pt x="9220" y="10657"/>
                  </a:cubicBezTo>
                  <a:lnTo>
                    <a:pt x="9717" y="10657"/>
                  </a:lnTo>
                  <a:cubicBezTo>
                    <a:pt x="10209" y="10657"/>
                    <a:pt x="10608" y="10259"/>
                    <a:pt x="10608" y="9767"/>
                  </a:cubicBezTo>
                  <a:lnTo>
                    <a:pt x="10608" y="8669"/>
                  </a:lnTo>
                  <a:lnTo>
                    <a:pt x="9282" y="8669"/>
                  </a:lnTo>
                  <a:lnTo>
                    <a:pt x="9282" y="8005"/>
                  </a:lnTo>
                  <a:lnTo>
                    <a:pt x="10608" y="8005"/>
                  </a:lnTo>
                  <a:lnTo>
                    <a:pt x="10608" y="7010"/>
                  </a:lnTo>
                  <a:cubicBezTo>
                    <a:pt x="10608" y="6461"/>
                    <a:pt x="10162" y="6017"/>
                    <a:pt x="9613" y="6017"/>
                  </a:cubicBezTo>
                  <a:lnTo>
                    <a:pt x="9282" y="6017"/>
                  </a:lnTo>
                  <a:lnTo>
                    <a:pt x="9282" y="5353"/>
                  </a:lnTo>
                  <a:cubicBezTo>
                    <a:pt x="9282" y="3752"/>
                    <a:pt x="8329" y="2327"/>
                    <a:pt x="6961" y="1698"/>
                  </a:cubicBezTo>
                  <a:lnTo>
                    <a:pt x="6961" y="1678"/>
                  </a:lnTo>
                  <a:cubicBezTo>
                    <a:pt x="6961" y="783"/>
                    <a:pt x="6260" y="34"/>
                    <a:pt x="5366" y="1"/>
                  </a:cubicBezTo>
                  <a:cubicBezTo>
                    <a:pt x="5345" y="0"/>
                    <a:pt x="5325" y="0"/>
                    <a:pt x="53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51" name="Google Shape;1251;p58"/>
          <p:cNvGrpSpPr/>
          <p:nvPr/>
        </p:nvGrpSpPr>
        <p:grpSpPr>
          <a:xfrm>
            <a:off x="1078527" y="1397555"/>
            <a:ext cx="291783" cy="354584"/>
            <a:chOff x="2335053" y="3437132"/>
            <a:chExt cx="291783" cy="354584"/>
          </a:xfrm>
        </p:grpSpPr>
        <p:sp>
          <p:nvSpPr>
            <p:cNvPr id="1252" name="Google Shape;1252;p58"/>
            <p:cNvSpPr/>
            <p:nvPr/>
          </p:nvSpPr>
          <p:spPr>
            <a:xfrm>
              <a:off x="2450219" y="3520740"/>
              <a:ext cx="124692" cy="124692"/>
            </a:xfrm>
            <a:custGeom>
              <a:avLst/>
              <a:gdLst/>
              <a:ahLst/>
              <a:cxnLst/>
              <a:rect l="l" t="t" r="r" b="b"/>
              <a:pathLst>
                <a:path w="3979" h="3979" extrusionOk="0">
                  <a:moveTo>
                    <a:pt x="2312" y="669"/>
                  </a:moveTo>
                  <a:cubicBezTo>
                    <a:pt x="2483" y="669"/>
                    <a:pt x="2633" y="794"/>
                    <a:pt x="2650" y="962"/>
                  </a:cubicBezTo>
                  <a:cubicBezTo>
                    <a:pt x="2672" y="1159"/>
                    <a:pt x="2518" y="1332"/>
                    <a:pt x="2320" y="1332"/>
                  </a:cubicBezTo>
                  <a:lnTo>
                    <a:pt x="2320" y="2658"/>
                  </a:lnTo>
                  <a:cubicBezTo>
                    <a:pt x="2321" y="2658"/>
                    <a:pt x="2321" y="2658"/>
                    <a:pt x="2322" y="2658"/>
                  </a:cubicBezTo>
                  <a:cubicBezTo>
                    <a:pt x="2519" y="2658"/>
                    <a:pt x="2672" y="2830"/>
                    <a:pt x="2650" y="3027"/>
                  </a:cubicBezTo>
                  <a:cubicBezTo>
                    <a:pt x="2633" y="3196"/>
                    <a:pt x="2483" y="3320"/>
                    <a:pt x="2312" y="3320"/>
                  </a:cubicBezTo>
                  <a:lnTo>
                    <a:pt x="1666" y="3320"/>
                  </a:lnTo>
                  <a:cubicBezTo>
                    <a:pt x="1496" y="3320"/>
                    <a:pt x="1346" y="3196"/>
                    <a:pt x="1329" y="3027"/>
                  </a:cubicBezTo>
                  <a:cubicBezTo>
                    <a:pt x="1306" y="2830"/>
                    <a:pt x="1459" y="2658"/>
                    <a:pt x="1657" y="2658"/>
                  </a:cubicBezTo>
                  <a:cubicBezTo>
                    <a:pt x="1657" y="2658"/>
                    <a:pt x="1658" y="2658"/>
                    <a:pt x="1659" y="2658"/>
                  </a:cubicBezTo>
                  <a:lnTo>
                    <a:pt x="1659" y="1332"/>
                  </a:lnTo>
                  <a:cubicBezTo>
                    <a:pt x="1460" y="1332"/>
                    <a:pt x="1306" y="1159"/>
                    <a:pt x="1329" y="962"/>
                  </a:cubicBezTo>
                  <a:cubicBezTo>
                    <a:pt x="1346" y="794"/>
                    <a:pt x="1496" y="669"/>
                    <a:pt x="1666" y="669"/>
                  </a:cubicBezTo>
                  <a:close/>
                  <a:moveTo>
                    <a:pt x="1990" y="1"/>
                  </a:moveTo>
                  <a:cubicBezTo>
                    <a:pt x="893" y="1"/>
                    <a:pt x="1" y="893"/>
                    <a:pt x="1" y="1990"/>
                  </a:cubicBezTo>
                  <a:cubicBezTo>
                    <a:pt x="1" y="3086"/>
                    <a:pt x="893" y="3978"/>
                    <a:pt x="1990" y="3978"/>
                  </a:cubicBezTo>
                  <a:cubicBezTo>
                    <a:pt x="3086" y="3978"/>
                    <a:pt x="3978" y="3086"/>
                    <a:pt x="3978" y="1990"/>
                  </a:cubicBezTo>
                  <a:cubicBezTo>
                    <a:pt x="3978" y="893"/>
                    <a:pt x="3086" y="1"/>
                    <a:pt x="19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58"/>
            <p:cNvSpPr/>
            <p:nvPr/>
          </p:nvSpPr>
          <p:spPr>
            <a:xfrm>
              <a:off x="2335931" y="3438166"/>
              <a:ext cx="41585" cy="281097"/>
            </a:xfrm>
            <a:custGeom>
              <a:avLst/>
              <a:gdLst/>
              <a:ahLst/>
              <a:cxnLst/>
              <a:rect l="l" t="t" r="r" b="b"/>
              <a:pathLst>
                <a:path w="1327" h="8970" extrusionOk="0">
                  <a:moveTo>
                    <a:pt x="1327" y="0"/>
                  </a:moveTo>
                  <a:cubicBezTo>
                    <a:pt x="557" y="159"/>
                    <a:pt x="2" y="838"/>
                    <a:pt x="1" y="1624"/>
                  </a:cubicBezTo>
                  <a:lnTo>
                    <a:pt x="1" y="8969"/>
                  </a:lnTo>
                  <a:cubicBezTo>
                    <a:pt x="279" y="8759"/>
                    <a:pt x="622" y="8629"/>
                    <a:pt x="996" y="8629"/>
                  </a:cubicBezTo>
                  <a:lnTo>
                    <a:pt x="1327" y="8629"/>
                  </a:lnTo>
                  <a:lnTo>
                    <a:pt x="132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58"/>
            <p:cNvSpPr/>
            <p:nvPr/>
          </p:nvSpPr>
          <p:spPr>
            <a:xfrm>
              <a:off x="2398292" y="3437132"/>
              <a:ext cx="228544" cy="271477"/>
            </a:xfrm>
            <a:custGeom>
              <a:avLst/>
              <a:gdLst/>
              <a:ahLst/>
              <a:cxnLst/>
              <a:rect l="l" t="t" r="r" b="b"/>
              <a:pathLst>
                <a:path w="7293" h="8663" extrusionOk="0">
                  <a:moveTo>
                    <a:pt x="3647" y="2006"/>
                  </a:moveTo>
                  <a:cubicBezTo>
                    <a:pt x="5109" y="2006"/>
                    <a:pt x="6299" y="3196"/>
                    <a:pt x="6299" y="4658"/>
                  </a:cubicBezTo>
                  <a:cubicBezTo>
                    <a:pt x="6299" y="6119"/>
                    <a:pt x="5109" y="7310"/>
                    <a:pt x="3647" y="7310"/>
                  </a:cubicBezTo>
                  <a:cubicBezTo>
                    <a:pt x="2185" y="7310"/>
                    <a:pt x="995" y="6119"/>
                    <a:pt x="995" y="4658"/>
                  </a:cubicBezTo>
                  <a:cubicBezTo>
                    <a:pt x="995" y="3196"/>
                    <a:pt x="2185" y="2006"/>
                    <a:pt x="3647" y="2006"/>
                  </a:cubicBezTo>
                  <a:close/>
                  <a:moveTo>
                    <a:pt x="0" y="0"/>
                  </a:moveTo>
                  <a:lnTo>
                    <a:pt x="0" y="8662"/>
                  </a:lnTo>
                  <a:lnTo>
                    <a:pt x="7292" y="8662"/>
                  </a:lnTo>
                  <a:lnTo>
                    <a:pt x="7292" y="995"/>
                  </a:lnTo>
                  <a:cubicBezTo>
                    <a:pt x="7292" y="445"/>
                    <a:pt x="6848" y="0"/>
                    <a:pt x="62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58"/>
            <p:cNvSpPr/>
            <p:nvPr/>
          </p:nvSpPr>
          <p:spPr>
            <a:xfrm>
              <a:off x="2335053" y="3729354"/>
              <a:ext cx="291783" cy="62362"/>
            </a:xfrm>
            <a:custGeom>
              <a:avLst/>
              <a:gdLst/>
              <a:ahLst/>
              <a:cxnLst/>
              <a:rect l="l" t="t" r="r" b="b"/>
              <a:pathLst>
                <a:path w="9311" h="1990" extrusionOk="0">
                  <a:moveTo>
                    <a:pt x="1024" y="1"/>
                  </a:moveTo>
                  <a:cubicBezTo>
                    <a:pt x="454" y="1"/>
                    <a:pt x="0" y="478"/>
                    <a:pt x="31" y="1048"/>
                  </a:cubicBezTo>
                  <a:cubicBezTo>
                    <a:pt x="59" y="1579"/>
                    <a:pt x="509" y="1989"/>
                    <a:pt x="1039" y="1989"/>
                  </a:cubicBezTo>
                  <a:lnTo>
                    <a:pt x="9310" y="1989"/>
                  </a:lnTo>
                  <a:lnTo>
                    <a:pt x="9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56" name="Google Shape;1256;p58"/>
          <p:cNvGrpSpPr/>
          <p:nvPr/>
        </p:nvGrpSpPr>
        <p:grpSpPr>
          <a:xfrm>
            <a:off x="3587006" y="2076786"/>
            <a:ext cx="368278" cy="354615"/>
            <a:chOff x="2816272" y="2889509"/>
            <a:chExt cx="368278" cy="354615"/>
          </a:xfrm>
        </p:grpSpPr>
        <p:sp>
          <p:nvSpPr>
            <p:cNvPr id="1257" name="Google Shape;1257;p58"/>
            <p:cNvSpPr/>
            <p:nvPr/>
          </p:nvSpPr>
          <p:spPr>
            <a:xfrm>
              <a:off x="2941465" y="3013981"/>
              <a:ext cx="118769" cy="111875"/>
            </a:xfrm>
            <a:custGeom>
              <a:avLst/>
              <a:gdLst/>
              <a:ahLst/>
              <a:cxnLst/>
              <a:rect l="l" t="t" r="r" b="b"/>
              <a:pathLst>
                <a:path w="3790" h="3570" extrusionOk="0">
                  <a:moveTo>
                    <a:pt x="1407" y="1"/>
                  </a:moveTo>
                  <a:cubicBezTo>
                    <a:pt x="1027" y="1"/>
                    <a:pt x="665" y="123"/>
                    <a:pt x="385" y="376"/>
                  </a:cubicBezTo>
                  <a:cubicBezTo>
                    <a:pt x="383" y="378"/>
                    <a:pt x="380" y="379"/>
                    <a:pt x="378" y="380"/>
                  </a:cubicBezTo>
                  <a:lnTo>
                    <a:pt x="0" y="758"/>
                  </a:lnTo>
                  <a:cubicBezTo>
                    <a:pt x="693" y="759"/>
                    <a:pt x="1419" y="1045"/>
                    <a:pt x="1972" y="1600"/>
                  </a:cubicBezTo>
                  <a:cubicBezTo>
                    <a:pt x="2529" y="2155"/>
                    <a:pt x="2813" y="2878"/>
                    <a:pt x="2815" y="3569"/>
                  </a:cubicBezTo>
                  <a:lnTo>
                    <a:pt x="3191" y="3193"/>
                  </a:lnTo>
                  <a:cubicBezTo>
                    <a:pt x="3193" y="3191"/>
                    <a:pt x="3193" y="3189"/>
                    <a:pt x="3196" y="3186"/>
                  </a:cubicBezTo>
                  <a:cubicBezTo>
                    <a:pt x="3790" y="2525"/>
                    <a:pt x="3664" y="1416"/>
                    <a:pt x="2909" y="661"/>
                  </a:cubicBezTo>
                  <a:cubicBezTo>
                    <a:pt x="2475" y="226"/>
                    <a:pt x="1923" y="1"/>
                    <a:pt x="14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58"/>
            <p:cNvSpPr/>
            <p:nvPr/>
          </p:nvSpPr>
          <p:spPr>
            <a:xfrm>
              <a:off x="2870548" y="3058167"/>
              <a:ext cx="145218" cy="139013"/>
            </a:xfrm>
            <a:custGeom>
              <a:avLst/>
              <a:gdLst/>
              <a:ahLst/>
              <a:cxnLst/>
              <a:rect l="l" t="t" r="r" b="b"/>
              <a:pathLst>
                <a:path w="4634" h="4436" extrusionOk="0">
                  <a:moveTo>
                    <a:pt x="2260" y="1"/>
                  </a:moveTo>
                  <a:cubicBezTo>
                    <a:pt x="1933" y="1"/>
                    <a:pt x="1621" y="90"/>
                    <a:pt x="1362" y="275"/>
                  </a:cubicBezTo>
                  <a:cubicBezTo>
                    <a:pt x="1347" y="284"/>
                    <a:pt x="1331" y="291"/>
                    <a:pt x="1315" y="297"/>
                  </a:cubicBezTo>
                  <a:lnTo>
                    <a:pt x="1" y="1611"/>
                  </a:lnTo>
                  <a:cubicBezTo>
                    <a:pt x="708" y="1615"/>
                    <a:pt x="1424" y="1923"/>
                    <a:pt x="1962" y="2462"/>
                  </a:cubicBezTo>
                  <a:cubicBezTo>
                    <a:pt x="2525" y="3025"/>
                    <a:pt x="2802" y="3747"/>
                    <a:pt x="2801" y="4436"/>
                  </a:cubicBezTo>
                  <a:lnTo>
                    <a:pt x="4115" y="3122"/>
                  </a:lnTo>
                  <a:cubicBezTo>
                    <a:pt x="4121" y="3108"/>
                    <a:pt x="4127" y="3095"/>
                    <a:pt x="4135" y="3081"/>
                  </a:cubicBezTo>
                  <a:cubicBezTo>
                    <a:pt x="4633" y="2408"/>
                    <a:pt x="4475" y="1366"/>
                    <a:pt x="3766" y="658"/>
                  </a:cubicBezTo>
                  <a:cubicBezTo>
                    <a:pt x="3337" y="228"/>
                    <a:pt x="2781" y="1"/>
                    <a:pt x="22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58"/>
            <p:cNvSpPr/>
            <p:nvPr/>
          </p:nvSpPr>
          <p:spPr>
            <a:xfrm>
              <a:off x="2985557" y="2889509"/>
              <a:ext cx="198993" cy="192318"/>
            </a:xfrm>
            <a:custGeom>
              <a:avLst/>
              <a:gdLst/>
              <a:ahLst/>
              <a:cxnLst/>
              <a:rect l="l" t="t" r="r" b="b"/>
              <a:pathLst>
                <a:path w="6350" h="6137" extrusionOk="0">
                  <a:moveTo>
                    <a:pt x="3966" y="1"/>
                  </a:moveTo>
                  <a:cubicBezTo>
                    <a:pt x="3560" y="1"/>
                    <a:pt x="3176" y="140"/>
                    <a:pt x="2891" y="424"/>
                  </a:cubicBezTo>
                  <a:lnTo>
                    <a:pt x="0" y="3324"/>
                  </a:lnTo>
                  <a:cubicBezTo>
                    <a:pt x="689" y="3324"/>
                    <a:pt x="1409" y="3602"/>
                    <a:pt x="1971" y="4165"/>
                  </a:cubicBezTo>
                  <a:cubicBezTo>
                    <a:pt x="2534" y="4728"/>
                    <a:pt x="2813" y="5448"/>
                    <a:pt x="2813" y="6136"/>
                  </a:cubicBezTo>
                  <a:lnTo>
                    <a:pt x="5704" y="3237"/>
                  </a:lnTo>
                  <a:cubicBezTo>
                    <a:pt x="6350" y="2591"/>
                    <a:pt x="6245" y="1434"/>
                    <a:pt x="5469" y="659"/>
                  </a:cubicBezTo>
                  <a:cubicBezTo>
                    <a:pt x="5036" y="225"/>
                    <a:pt x="4483" y="1"/>
                    <a:pt x="39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58"/>
            <p:cNvSpPr/>
            <p:nvPr/>
          </p:nvSpPr>
          <p:spPr>
            <a:xfrm>
              <a:off x="3032407" y="3078725"/>
              <a:ext cx="102223" cy="127857"/>
            </a:xfrm>
            <a:custGeom>
              <a:avLst/>
              <a:gdLst/>
              <a:ahLst/>
              <a:cxnLst/>
              <a:rect l="l" t="t" r="r" b="b"/>
              <a:pathLst>
                <a:path w="3262" h="4080" extrusionOk="0">
                  <a:moveTo>
                    <a:pt x="2338" y="0"/>
                  </a:moveTo>
                  <a:lnTo>
                    <a:pt x="1409" y="929"/>
                  </a:lnTo>
                  <a:lnTo>
                    <a:pt x="1" y="2337"/>
                  </a:lnTo>
                  <a:lnTo>
                    <a:pt x="1644" y="3981"/>
                  </a:lnTo>
                  <a:cubicBezTo>
                    <a:pt x="1711" y="4049"/>
                    <a:pt x="1795" y="4079"/>
                    <a:pt x="1876" y="4079"/>
                  </a:cubicBezTo>
                  <a:cubicBezTo>
                    <a:pt x="2047" y="4079"/>
                    <a:pt x="2210" y="3947"/>
                    <a:pt x="2210" y="3747"/>
                  </a:cubicBezTo>
                  <a:lnTo>
                    <a:pt x="2210" y="3141"/>
                  </a:lnTo>
                  <a:lnTo>
                    <a:pt x="2818" y="3141"/>
                  </a:lnTo>
                  <a:cubicBezTo>
                    <a:pt x="3114" y="3141"/>
                    <a:pt x="3261" y="2781"/>
                    <a:pt x="3052" y="2573"/>
                  </a:cubicBezTo>
                  <a:lnTo>
                    <a:pt x="2210" y="1731"/>
                  </a:lnTo>
                  <a:lnTo>
                    <a:pt x="2210" y="1261"/>
                  </a:lnTo>
                  <a:lnTo>
                    <a:pt x="2810" y="1261"/>
                  </a:lnTo>
                  <a:cubicBezTo>
                    <a:pt x="2811" y="1261"/>
                    <a:pt x="2812" y="1261"/>
                    <a:pt x="2814" y="1261"/>
                  </a:cubicBezTo>
                  <a:cubicBezTo>
                    <a:pt x="2919" y="1261"/>
                    <a:pt x="3019" y="1212"/>
                    <a:pt x="3083" y="1128"/>
                  </a:cubicBezTo>
                  <a:cubicBezTo>
                    <a:pt x="3184" y="995"/>
                    <a:pt x="3169" y="808"/>
                    <a:pt x="3049" y="691"/>
                  </a:cubicBezTo>
                  <a:lnTo>
                    <a:pt x="233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58"/>
            <p:cNvSpPr/>
            <p:nvPr/>
          </p:nvSpPr>
          <p:spPr>
            <a:xfrm>
              <a:off x="2902638" y="3166940"/>
              <a:ext cx="38075" cy="55655"/>
            </a:xfrm>
            <a:custGeom>
              <a:avLst/>
              <a:gdLst/>
              <a:ahLst/>
              <a:cxnLst/>
              <a:rect l="l" t="t" r="r" b="b"/>
              <a:pathLst>
                <a:path w="1215" h="1776" extrusionOk="0">
                  <a:moveTo>
                    <a:pt x="866" y="1"/>
                  </a:moveTo>
                  <a:lnTo>
                    <a:pt x="0" y="866"/>
                  </a:lnTo>
                  <a:lnTo>
                    <a:pt x="910" y="1776"/>
                  </a:lnTo>
                  <a:cubicBezTo>
                    <a:pt x="1215" y="1272"/>
                    <a:pt x="1189" y="595"/>
                    <a:pt x="8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58"/>
            <p:cNvSpPr/>
            <p:nvPr/>
          </p:nvSpPr>
          <p:spPr>
            <a:xfrm>
              <a:off x="2816272" y="3129366"/>
              <a:ext cx="101095" cy="114758"/>
            </a:xfrm>
            <a:custGeom>
              <a:avLst/>
              <a:gdLst/>
              <a:ahLst/>
              <a:cxnLst/>
              <a:rect l="l" t="t" r="r" b="b"/>
              <a:pathLst>
                <a:path w="3226" h="3662" extrusionOk="0">
                  <a:moveTo>
                    <a:pt x="1723" y="1"/>
                  </a:moveTo>
                  <a:cubicBezTo>
                    <a:pt x="1316" y="1"/>
                    <a:pt x="932" y="140"/>
                    <a:pt x="647" y="425"/>
                  </a:cubicBezTo>
                  <a:cubicBezTo>
                    <a:pt x="1" y="1071"/>
                    <a:pt x="106" y="2228"/>
                    <a:pt x="881" y="3003"/>
                  </a:cubicBezTo>
                  <a:cubicBezTo>
                    <a:pt x="1288" y="3411"/>
                    <a:pt x="1844" y="3662"/>
                    <a:pt x="2383" y="3662"/>
                  </a:cubicBezTo>
                  <a:cubicBezTo>
                    <a:pt x="2666" y="3662"/>
                    <a:pt x="2944" y="3593"/>
                    <a:pt x="3194" y="3441"/>
                  </a:cubicBezTo>
                  <a:lnTo>
                    <a:pt x="2053" y="2300"/>
                  </a:lnTo>
                  <a:cubicBezTo>
                    <a:pt x="1923" y="2170"/>
                    <a:pt x="1923" y="1960"/>
                    <a:pt x="2054" y="1830"/>
                  </a:cubicBezTo>
                  <a:lnTo>
                    <a:pt x="3226" y="659"/>
                  </a:lnTo>
                  <a:cubicBezTo>
                    <a:pt x="2792" y="225"/>
                    <a:pt x="2239" y="1"/>
                    <a:pt x="17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63" name="Google Shape;1263;p58"/>
          <p:cNvGrpSpPr/>
          <p:nvPr/>
        </p:nvGrpSpPr>
        <p:grpSpPr>
          <a:xfrm flipH="1">
            <a:off x="1915564" y="3210924"/>
            <a:ext cx="1273554" cy="1805590"/>
            <a:chOff x="3644639" y="2933509"/>
            <a:chExt cx="1649254" cy="2338241"/>
          </a:xfrm>
        </p:grpSpPr>
        <p:sp>
          <p:nvSpPr>
            <p:cNvPr id="1264" name="Google Shape;1264;p58"/>
            <p:cNvSpPr/>
            <p:nvPr/>
          </p:nvSpPr>
          <p:spPr>
            <a:xfrm>
              <a:off x="3644639" y="5011849"/>
              <a:ext cx="1078326" cy="259901"/>
            </a:xfrm>
            <a:custGeom>
              <a:avLst/>
              <a:gdLst/>
              <a:ahLst/>
              <a:cxnLst/>
              <a:rect l="l" t="t" r="r" b="b"/>
              <a:pathLst>
                <a:path w="19994" h="4819" extrusionOk="0">
                  <a:moveTo>
                    <a:pt x="9997" y="1"/>
                  </a:moveTo>
                  <a:cubicBezTo>
                    <a:pt x="7346" y="1"/>
                    <a:pt x="4804" y="254"/>
                    <a:pt x="2928" y="706"/>
                  </a:cubicBezTo>
                  <a:cubicBezTo>
                    <a:pt x="1054" y="1158"/>
                    <a:pt x="1" y="1771"/>
                    <a:pt x="1" y="2409"/>
                  </a:cubicBezTo>
                  <a:cubicBezTo>
                    <a:pt x="1" y="3048"/>
                    <a:pt x="1054" y="3660"/>
                    <a:pt x="2928" y="4113"/>
                  </a:cubicBezTo>
                  <a:cubicBezTo>
                    <a:pt x="4804" y="4565"/>
                    <a:pt x="7346" y="4819"/>
                    <a:pt x="9997" y="4819"/>
                  </a:cubicBezTo>
                  <a:cubicBezTo>
                    <a:pt x="12648" y="4819"/>
                    <a:pt x="15190" y="4565"/>
                    <a:pt x="17065" y="4113"/>
                  </a:cubicBezTo>
                  <a:cubicBezTo>
                    <a:pt x="18939" y="3660"/>
                    <a:pt x="19993" y="3048"/>
                    <a:pt x="19993" y="2409"/>
                  </a:cubicBezTo>
                  <a:cubicBezTo>
                    <a:pt x="19993" y="1771"/>
                    <a:pt x="18939" y="1158"/>
                    <a:pt x="17065" y="706"/>
                  </a:cubicBezTo>
                  <a:cubicBezTo>
                    <a:pt x="15190" y="254"/>
                    <a:pt x="12648" y="1"/>
                    <a:pt x="9997" y="1"/>
                  </a:cubicBezTo>
                  <a:close/>
                </a:path>
              </a:pathLst>
            </a:custGeom>
            <a:solidFill>
              <a:srgbClr val="2B2E5F">
                <a:alpha val="147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65" name="Google Shape;1265;p58"/>
            <p:cNvGrpSpPr/>
            <p:nvPr/>
          </p:nvGrpSpPr>
          <p:grpSpPr>
            <a:xfrm>
              <a:off x="3850107" y="2933509"/>
              <a:ext cx="1443786" cy="2210003"/>
              <a:chOff x="6885908" y="1627713"/>
              <a:chExt cx="1779377" cy="2723691"/>
            </a:xfrm>
          </p:grpSpPr>
          <p:sp>
            <p:nvSpPr>
              <p:cNvPr id="1266" name="Google Shape;1266;p58"/>
              <p:cNvSpPr/>
              <p:nvPr/>
            </p:nvSpPr>
            <p:spPr>
              <a:xfrm>
                <a:off x="7449108" y="1822413"/>
                <a:ext cx="1216177" cy="1788408"/>
              </a:xfrm>
              <a:custGeom>
                <a:avLst/>
                <a:gdLst/>
                <a:ahLst/>
                <a:cxnLst/>
                <a:rect l="l" t="t" r="r" b="b"/>
                <a:pathLst>
                  <a:path w="21300" h="31322" extrusionOk="0">
                    <a:moveTo>
                      <a:pt x="20295" y="1"/>
                    </a:moveTo>
                    <a:lnTo>
                      <a:pt x="1" y="31322"/>
                    </a:lnTo>
                    <a:cubicBezTo>
                      <a:pt x="3324" y="28081"/>
                      <a:pt x="6842" y="28338"/>
                      <a:pt x="9290" y="27197"/>
                    </a:cubicBezTo>
                    <a:cubicBezTo>
                      <a:pt x="10891" y="26451"/>
                      <a:pt x="12221" y="25510"/>
                      <a:pt x="13598" y="23374"/>
                    </a:cubicBezTo>
                    <a:lnTo>
                      <a:pt x="13598" y="23374"/>
                    </a:lnTo>
                    <a:cubicBezTo>
                      <a:pt x="13509" y="23376"/>
                      <a:pt x="13421" y="23377"/>
                      <a:pt x="13334" y="23377"/>
                    </a:cubicBezTo>
                    <a:cubicBezTo>
                      <a:pt x="10728" y="23377"/>
                      <a:pt x="8888" y="22549"/>
                      <a:pt x="8888" y="22549"/>
                    </a:cubicBezTo>
                    <a:lnTo>
                      <a:pt x="8888" y="22549"/>
                    </a:lnTo>
                    <a:cubicBezTo>
                      <a:pt x="9405" y="22619"/>
                      <a:pt x="9926" y="22654"/>
                      <a:pt x="10448" y="22655"/>
                    </a:cubicBezTo>
                    <a:cubicBezTo>
                      <a:pt x="10449" y="22655"/>
                      <a:pt x="10450" y="22655"/>
                      <a:pt x="10451" y="22655"/>
                    </a:cubicBezTo>
                    <a:cubicBezTo>
                      <a:pt x="13336" y="22655"/>
                      <a:pt x="16018" y="21144"/>
                      <a:pt x="17635" y="18759"/>
                    </a:cubicBezTo>
                    <a:cubicBezTo>
                      <a:pt x="18399" y="17641"/>
                      <a:pt x="19055" y="16454"/>
                      <a:pt x="19599" y="15214"/>
                    </a:cubicBezTo>
                    <a:lnTo>
                      <a:pt x="19599" y="15214"/>
                    </a:lnTo>
                    <a:cubicBezTo>
                      <a:pt x="17072" y="16590"/>
                      <a:pt x="14526" y="16761"/>
                      <a:pt x="13412" y="16761"/>
                    </a:cubicBezTo>
                    <a:cubicBezTo>
                      <a:pt x="13042" y="16761"/>
                      <a:pt x="12830" y="16742"/>
                      <a:pt x="12830" y="16742"/>
                    </a:cubicBezTo>
                    <a:cubicBezTo>
                      <a:pt x="14862" y="16234"/>
                      <a:pt x="16594" y="15293"/>
                      <a:pt x="17940" y="14349"/>
                    </a:cubicBezTo>
                    <a:cubicBezTo>
                      <a:pt x="18422" y="14010"/>
                      <a:pt x="18865" y="13618"/>
                      <a:pt x="19260" y="13181"/>
                    </a:cubicBezTo>
                    <a:cubicBezTo>
                      <a:pt x="20843" y="11431"/>
                      <a:pt x="21299" y="8966"/>
                      <a:pt x="20730" y="6674"/>
                    </a:cubicBezTo>
                    <a:cubicBezTo>
                      <a:pt x="19886" y="3282"/>
                      <a:pt x="20295" y="1"/>
                      <a:pt x="202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Google Shape;1267;p58"/>
              <p:cNvSpPr/>
              <p:nvPr/>
            </p:nvSpPr>
            <p:spPr>
              <a:xfrm>
                <a:off x="7243332" y="1627713"/>
                <a:ext cx="1414533" cy="2180382"/>
              </a:xfrm>
              <a:custGeom>
                <a:avLst/>
                <a:gdLst/>
                <a:ahLst/>
                <a:cxnLst/>
                <a:rect l="l" t="t" r="r" b="b"/>
                <a:pathLst>
                  <a:path w="24774" h="38187" extrusionOk="0">
                    <a:moveTo>
                      <a:pt x="24774" y="1"/>
                    </a:moveTo>
                    <a:lnTo>
                      <a:pt x="23751" y="696"/>
                    </a:lnTo>
                    <a:cubicBezTo>
                      <a:pt x="21849" y="1987"/>
                      <a:pt x="19743" y="2943"/>
                      <a:pt x="17521" y="3525"/>
                    </a:cubicBezTo>
                    <a:cubicBezTo>
                      <a:pt x="16624" y="3759"/>
                      <a:pt x="15563" y="4107"/>
                      <a:pt x="14190" y="4710"/>
                    </a:cubicBezTo>
                    <a:cubicBezTo>
                      <a:pt x="11673" y="5816"/>
                      <a:pt x="10072" y="8378"/>
                      <a:pt x="9554" y="11079"/>
                    </a:cubicBezTo>
                    <a:cubicBezTo>
                      <a:pt x="9192" y="12958"/>
                      <a:pt x="9020" y="15240"/>
                      <a:pt x="9449" y="17639"/>
                    </a:cubicBezTo>
                    <a:cubicBezTo>
                      <a:pt x="9449" y="17639"/>
                      <a:pt x="7503" y="14175"/>
                      <a:pt x="7844" y="9732"/>
                    </a:cubicBezTo>
                    <a:lnTo>
                      <a:pt x="7844" y="9732"/>
                    </a:lnTo>
                    <a:cubicBezTo>
                      <a:pt x="6790" y="10898"/>
                      <a:pt x="5845" y="12159"/>
                      <a:pt x="5022" y="13499"/>
                    </a:cubicBezTo>
                    <a:cubicBezTo>
                      <a:pt x="3259" y="16353"/>
                      <a:pt x="2938" y="19919"/>
                      <a:pt x="4314" y="22978"/>
                    </a:cubicBezTo>
                    <a:cubicBezTo>
                      <a:pt x="4562" y="23532"/>
                      <a:pt x="4846" y="24068"/>
                      <a:pt x="5165" y="24584"/>
                    </a:cubicBezTo>
                    <a:cubicBezTo>
                      <a:pt x="5165" y="24584"/>
                      <a:pt x="3296" y="22923"/>
                      <a:pt x="2052" y="19980"/>
                    </a:cubicBezTo>
                    <a:cubicBezTo>
                      <a:pt x="441" y="22460"/>
                      <a:pt x="77" y="24316"/>
                      <a:pt x="47" y="26370"/>
                    </a:cubicBezTo>
                    <a:cubicBezTo>
                      <a:pt x="1" y="29509"/>
                      <a:pt x="1949" y="33119"/>
                      <a:pt x="94" y="38186"/>
                    </a:cubicBezTo>
                    <a:lnTo>
                      <a:pt x="21035" y="5786"/>
                    </a:lnTo>
                    <a:lnTo>
                      <a:pt x="2477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Google Shape;1268;p58"/>
              <p:cNvSpPr/>
              <p:nvPr/>
            </p:nvSpPr>
            <p:spPr>
              <a:xfrm>
                <a:off x="6998331" y="3641398"/>
                <a:ext cx="586448" cy="136863"/>
              </a:xfrm>
              <a:custGeom>
                <a:avLst/>
                <a:gdLst/>
                <a:ahLst/>
                <a:cxnLst/>
                <a:rect l="l" t="t" r="r" b="b"/>
                <a:pathLst>
                  <a:path w="10271" h="2397" extrusionOk="0">
                    <a:moveTo>
                      <a:pt x="687" y="0"/>
                    </a:moveTo>
                    <a:cubicBezTo>
                      <a:pt x="307" y="0"/>
                      <a:pt x="0" y="307"/>
                      <a:pt x="0" y="687"/>
                    </a:cubicBezTo>
                    <a:lnTo>
                      <a:pt x="0" y="1710"/>
                    </a:lnTo>
                    <a:cubicBezTo>
                      <a:pt x="0" y="2090"/>
                      <a:pt x="307" y="2396"/>
                      <a:pt x="687" y="2396"/>
                    </a:cubicBezTo>
                    <a:lnTo>
                      <a:pt x="9583" y="2396"/>
                    </a:lnTo>
                    <a:cubicBezTo>
                      <a:pt x="9964" y="2396"/>
                      <a:pt x="10270" y="2090"/>
                      <a:pt x="10270" y="1710"/>
                    </a:cubicBezTo>
                    <a:lnTo>
                      <a:pt x="10270" y="687"/>
                    </a:lnTo>
                    <a:cubicBezTo>
                      <a:pt x="10270" y="307"/>
                      <a:pt x="9964" y="0"/>
                      <a:pt x="958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Google Shape;1269;p58"/>
              <p:cNvSpPr/>
              <p:nvPr/>
            </p:nvSpPr>
            <p:spPr>
              <a:xfrm>
                <a:off x="6885908" y="3778202"/>
                <a:ext cx="811298" cy="573202"/>
              </a:xfrm>
              <a:custGeom>
                <a:avLst/>
                <a:gdLst/>
                <a:ahLst/>
                <a:cxnLst/>
                <a:rect l="l" t="t" r="r" b="b"/>
                <a:pathLst>
                  <a:path w="14209" h="10039" extrusionOk="0">
                    <a:moveTo>
                      <a:pt x="3136" y="0"/>
                    </a:moveTo>
                    <a:lnTo>
                      <a:pt x="2816" y="1882"/>
                    </a:lnTo>
                    <a:lnTo>
                      <a:pt x="2332" y="1882"/>
                    </a:lnTo>
                    <a:cubicBezTo>
                      <a:pt x="1502" y="1882"/>
                      <a:pt x="804" y="2506"/>
                      <a:pt x="710" y="3331"/>
                    </a:cubicBezTo>
                    <a:lnTo>
                      <a:pt x="60" y="9052"/>
                    </a:lnTo>
                    <a:cubicBezTo>
                      <a:pt x="0" y="9578"/>
                      <a:pt x="412" y="10039"/>
                      <a:pt x="940" y="10039"/>
                    </a:cubicBezTo>
                    <a:lnTo>
                      <a:pt x="13268" y="10039"/>
                    </a:lnTo>
                    <a:cubicBezTo>
                      <a:pt x="13798" y="10037"/>
                      <a:pt x="14208" y="9578"/>
                      <a:pt x="14148" y="9052"/>
                    </a:cubicBezTo>
                    <a:lnTo>
                      <a:pt x="13498" y="3331"/>
                    </a:lnTo>
                    <a:cubicBezTo>
                      <a:pt x="13404" y="2506"/>
                      <a:pt x="12707" y="1882"/>
                      <a:pt x="11876" y="1882"/>
                    </a:cubicBezTo>
                    <a:lnTo>
                      <a:pt x="11393" y="1882"/>
                    </a:lnTo>
                    <a:lnTo>
                      <a:pt x="1107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p59"/>
          <p:cNvSpPr txBox="1">
            <a:spLocks noGrp="1"/>
          </p:cNvSpPr>
          <p:nvPr>
            <p:ph type="title"/>
          </p:nvPr>
        </p:nvSpPr>
        <p:spPr>
          <a:xfrm>
            <a:off x="722376" y="445025"/>
            <a:ext cx="7708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Monthly competitions</a:t>
            </a:r>
            <a:endParaRPr/>
          </a:p>
        </p:txBody>
      </p:sp>
      <p:graphicFrame>
        <p:nvGraphicFramePr>
          <p:cNvPr id="1275" name="Google Shape;1275;p59"/>
          <p:cNvGraphicFramePr/>
          <p:nvPr/>
        </p:nvGraphicFramePr>
        <p:xfrm>
          <a:off x="1151747" y="13428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{F4F67F9A-AF26-4EF0-9563-D6FCD2DCD294}</a:tableStyleId>
              </a:tblPr>
              <a:tblGrid>
                <a:gridCol w="547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6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7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7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70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70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29550">
                <a:tc gridSpan="7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Secular One"/>
                          <a:ea typeface="Secular One"/>
                          <a:cs typeface="Secular One"/>
                          <a:sym typeface="Secular One"/>
                        </a:rPr>
                        <a:t>Month</a:t>
                      </a:r>
                      <a:endParaRPr sz="2400">
                        <a:solidFill>
                          <a:schemeClr val="dk1"/>
                        </a:solidFill>
                        <a:latin typeface="Secular One"/>
                        <a:ea typeface="Secular One"/>
                        <a:cs typeface="Secular One"/>
                        <a:sym typeface="Secular On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9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Secular One"/>
                          <a:ea typeface="Secular One"/>
                          <a:cs typeface="Secular One"/>
                          <a:sym typeface="Secular One"/>
                        </a:rPr>
                        <a:t>Mo</a:t>
                      </a:r>
                      <a:endParaRPr sz="1800">
                        <a:solidFill>
                          <a:schemeClr val="dk1"/>
                        </a:solidFill>
                        <a:latin typeface="Secular One"/>
                        <a:ea typeface="Secular One"/>
                        <a:cs typeface="Secular One"/>
                        <a:sym typeface="Secular On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Secular One"/>
                          <a:ea typeface="Secular One"/>
                          <a:cs typeface="Secular One"/>
                          <a:sym typeface="Secular One"/>
                        </a:rPr>
                        <a:t>Tu</a:t>
                      </a:r>
                      <a:endParaRPr sz="1800">
                        <a:solidFill>
                          <a:schemeClr val="dk1"/>
                        </a:solidFill>
                        <a:latin typeface="Secular One"/>
                        <a:ea typeface="Secular One"/>
                        <a:cs typeface="Secular One"/>
                        <a:sym typeface="Secular On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Secular One"/>
                          <a:ea typeface="Secular One"/>
                          <a:cs typeface="Secular One"/>
                          <a:sym typeface="Secular One"/>
                        </a:rPr>
                        <a:t>We</a:t>
                      </a:r>
                      <a:endParaRPr sz="1800">
                        <a:solidFill>
                          <a:schemeClr val="dk1"/>
                        </a:solidFill>
                        <a:latin typeface="Secular One"/>
                        <a:ea typeface="Secular One"/>
                        <a:cs typeface="Secular One"/>
                        <a:sym typeface="Secular On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Secular One"/>
                          <a:ea typeface="Secular One"/>
                          <a:cs typeface="Secular One"/>
                          <a:sym typeface="Secular One"/>
                        </a:rPr>
                        <a:t>Th</a:t>
                      </a:r>
                      <a:endParaRPr sz="1800">
                        <a:solidFill>
                          <a:schemeClr val="dk1"/>
                        </a:solidFill>
                        <a:latin typeface="Secular One"/>
                        <a:ea typeface="Secular One"/>
                        <a:cs typeface="Secular One"/>
                        <a:sym typeface="Secular On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Secular One"/>
                          <a:ea typeface="Secular One"/>
                          <a:cs typeface="Secular One"/>
                          <a:sym typeface="Secular One"/>
                        </a:rPr>
                        <a:t>Fr</a:t>
                      </a:r>
                      <a:endParaRPr sz="1800">
                        <a:solidFill>
                          <a:schemeClr val="dk1"/>
                        </a:solidFill>
                        <a:latin typeface="Secular One"/>
                        <a:ea typeface="Secular One"/>
                        <a:cs typeface="Secular One"/>
                        <a:sym typeface="Secular On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Secular One"/>
                          <a:ea typeface="Secular One"/>
                          <a:cs typeface="Secular One"/>
                          <a:sym typeface="Secular One"/>
                        </a:rPr>
                        <a:t>Sa</a:t>
                      </a:r>
                      <a:endParaRPr sz="1800">
                        <a:solidFill>
                          <a:schemeClr val="dk1"/>
                        </a:solidFill>
                        <a:latin typeface="Secular One"/>
                        <a:ea typeface="Secular One"/>
                        <a:cs typeface="Secular One"/>
                        <a:sym typeface="Secular On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Secular One"/>
                          <a:ea typeface="Secular One"/>
                          <a:cs typeface="Secular One"/>
                          <a:sym typeface="Secular One"/>
                        </a:rPr>
                        <a:t>Su</a:t>
                      </a:r>
                      <a:endParaRPr sz="1800">
                        <a:solidFill>
                          <a:schemeClr val="dk1"/>
                        </a:solidFill>
                        <a:latin typeface="Secular One"/>
                        <a:ea typeface="Secular One"/>
                        <a:cs typeface="Secular One"/>
                        <a:sym typeface="Secular On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9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5</a:t>
                      </a:r>
                      <a:endParaRPr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6</a:t>
                      </a:r>
                      <a:endParaRPr b="1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2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7</a:t>
                      </a:r>
                      <a:endParaRPr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8</a:t>
                      </a:r>
                      <a:endParaRPr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9</a:t>
                      </a:r>
                      <a:endParaRPr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10</a:t>
                      </a:r>
                      <a:endParaRPr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11</a:t>
                      </a:r>
                      <a:endParaRPr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12</a:t>
                      </a:r>
                      <a:endParaRPr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13</a:t>
                      </a:r>
                      <a:endParaRPr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9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14</a:t>
                      </a:r>
                      <a:endParaRPr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15</a:t>
                      </a:r>
                      <a:endParaRPr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16</a:t>
                      </a:r>
                      <a:endParaRPr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17</a:t>
                      </a:r>
                      <a:endParaRPr b="1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18</a:t>
                      </a:r>
                      <a:endParaRPr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19</a:t>
                      </a:r>
                      <a:endParaRPr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20</a:t>
                      </a:r>
                      <a:endParaRPr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9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21</a:t>
                      </a:r>
                      <a:endParaRPr b="1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22</a:t>
                      </a:r>
                      <a:endParaRPr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23</a:t>
                      </a:r>
                      <a:endParaRPr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24</a:t>
                      </a:r>
                      <a:endParaRPr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25</a:t>
                      </a:r>
                      <a:endParaRPr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26</a:t>
                      </a:r>
                      <a:endParaRPr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27</a:t>
                      </a:r>
                      <a:endParaRPr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89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28</a:t>
                      </a:r>
                      <a:endParaRPr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29</a:t>
                      </a:r>
                      <a:endParaRPr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30</a:t>
                      </a:r>
                      <a:endParaRPr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31</a:t>
                      </a:r>
                      <a:endParaRPr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76" name="Google Shape;1276;p59"/>
          <p:cNvSpPr txBox="1">
            <a:spLocks noGrp="1"/>
          </p:cNvSpPr>
          <p:nvPr>
            <p:ph type="title" idx="4294967295"/>
          </p:nvPr>
        </p:nvSpPr>
        <p:spPr>
          <a:xfrm>
            <a:off x="6101953" y="1370113"/>
            <a:ext cx="1890300" cy="44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Venus</a:t>
            </a:r>
            <a:endParaRPr sz="2400"/>
          </a:p>
        </p:txBody>
      </p:sp>
      <p:sp>
        <p:nvSpPr>
          <p:cNvPr id="1277" name="Google Shape;1277;p59"/>
          <p:cNvSpPr txBox="1">
            <a:spLocks noGrp="1"/>
          </p:cNvSpPr>
          <p:nvPr>
            <p:ph type="subTitle" idx="4294967295"/>
          </p:nvPr>
        </p:nvSpPr>
        <p:spPr>
          <a:xfrm>
            <a:off x="6101953" y="1660813"/>
            <a:ext cx="1890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is</a:t>
            </a:r>
            <a:r>
              <a:rPr lang="en" b="1"/>
              <a:t> the second planet</a:t>
            </a:r>
            <a:r>
              <a:rPr lang="en"/>
              <a:t> from the Sun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78" name="Google Shape;1278;p59"/>
          <p:cNvSpPr txBox="1">
            <a:spLocks noGrp="1"/>
          </p:cNvSpPr>
          <p:nvPr>
            <p:ph type="title" idx="4294967295"/>
          </p:nvPr>
        </p:nvSpPr>
        <p:spPr>
          <a:xfrm>
            <a:off x="6101953" y="2450036"/>
            <a:ext cx="1890300" cy="44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Mercury</a:t>
            </a:r>
            <a:endParaRPr sz="2400"/>
          </a:p>
        </p:txBody>
      </p:sp>
      <p:sp>
        <p:nvSpPr>
          <p:cNvPr id="1279" name="Google Shape;1279;p59"/>
          <p:cNvSpPr txBox="1">
            <a:spLocks noGrp="1"/>
          </p:cNvSpPr>
          <p:nvPr>
            <p:ph type="subTitle" idx="4294967295"/>
          </p:nvPr>
        </p:nvSpPr>
        <p:spPr>
          <a:xfrm>
            <a:off x="6101953" y="2740988"/>
            <a:ext cx="1890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It’s the closest planet </a:t>
            </a:r>
            <a:r>
              <a:rPr lang="en" b="1"/>
              <a:t>to the Sun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280" name="Google Shape;1280;p59"/>
          <p:cNvSpPr txBox="1"/>
          <p:nvPr/>
        </p:nvSpPr>
        <p:spPr>
          <a:xfrm>
            <a:off x="6101953" y="3529963"/>
            <a:ext cx="1890300" cy="4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rPr>
              <a:t>Saturn</a:t>
            </a:r>
            <a:endParaRPr sz="2400">
              <a:solidFill>
                <a:schemeClr val="dk1"/>
              </a:solidFill>
              <a:latin typeface="Secular One"/>
              <a:ea typeface="Secular One"/>
              <a:cs typeface="Secular One"/>
              <a:sym typeface="Secular One"/>
            </a:endParaRPr>
          </a:p>
        </p:txBody>
      </p:sp>
      <p:sp>
        <p:nvSpPr>
          <p:cNvPr id="1281" name="Google Shape;1281;p59"/>
          <p:cNvSpPr txBox="1"/>
          <p:nvPr/>
        </p:nvSpPr>
        <p:spPr>
          <a:xfrm>
            <a:off x="6101953" y="3821163"/>
            <a:ext cx="1890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It’s composed of </a:t>
            </a:r>
            <a:r>
              <a:rPr lang="en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hydrogen </a:t>
            </a: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and helium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282" name="Google Shape;1282;p59"/>
          <p:cNvSpPr/>
          <p:nvPr/>
        </p:nvSpPr>
        <p:spPr>
          <a:xfrm>
            <a:off x="5775278" y="1454521"/>
            <a:ext cx="219000" cy="221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3" name="Google Shape;1283;p59"/>
          <p:cNvSpPr/>
          <p:nvPr/>
        </p:nvSpPr>
        <p:spPr>
          <a:xfrm>
            <a:off x="5775278" y="2533511"/>
            <a:ext cx="219000" cy="219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4" name="Google Shape;1284;p59"/>
          <p:cNvSpPr/>
          <p:nvPr/>
        </p:nvSpPr>
        <p:spPr>
          <a:xfrm>
            <a:off x="5775278" y="3609384"/>
            <a:ext cx="219000" cy="2190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6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Student progress</a:t>
            </a:r>
            <a:endParaRPr/>
          </a:p>
        </p:txBody>
      </p:sp>
      <p:sp>
        <p:nvSpPr>
          <p:cNvPr id="1290" name="Google Shape;1290;p60"/>
          <p:cNvSpPr txBox="1"/>
          <p:nvPr/>
        </p:nvSpPr>
        <p:spPr>
          <a:xfrm>
            <a:off x="1211714" y="2951950"/>
            <a:ext cx="1398300" cy="4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rPr>
              <a:t>Saturn</a:t>
            </a:r>
            <a:endParaRPr sz="2400">
              <a:solidFill>
                <a:schemeClr val="dk1"/>
              </a:solidFill>
              <a:latin typeface="Secular One"/>
              <a:ea typeface="Secular One"/>
              <a:cs typeface="Secular One"/>
              <a:sym typeface="Secular One"/>
            </a:endParaRPr>
          </a:p>
        </p:txBody>
      </p:sp>
      <p:sp>
        <p:nvSpPr>
          <p:cNvPr id="1291" name="Google Shape;1291;p60"/>
          <p:cNvSpPr txBox="1"/>
          <p:nvPr/>
        </p:nvSpPr>
        <p:spPr>
          <a:xfrm>
            <a:off x="1211700" y="3275275"/>
            <a:ext cx="1398300" cy="8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Saturn is </a:t>
            </a:r>
            <a:r>
              <a:rPr lang="en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 gas giant </a:t>
            </a: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and has several rings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292" name="Google Shape;1292;p60"/>
          <p:cNvSpPr/>
          <p:nvPr/>
        </p:nvSpPr>
        <p:spPr>
          <a:xfrm>
            <a:off x="1210127" y="2722450"/>
            <a:ext cx="1687150" cy="113075"/>
          </a:xfrm>
          <a:custGeom>
            <a:avLst/>
            <a:gdLst/>
            <a:ahLst/>
            <a:cxnLst/>
            <a:rect l="l" t="t" r="r" b="b"/>
            <a:pathLst>
              <a:path w="8876" h="747" extrusionOk="0">
                <a:moveTo>
                  <a:pt x="0" y="0"/>
                </a:moveTo>
                <a:lnTo>
                  <a:pt x="0" y="747"/>
                </a:lnTo>
                <a:lnTo>
                  <a:pt x="8876" y="747"/>
                </a:lnTo>
                <a:lnTo>
                  <a:pt x="887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3" name="Google Shape;1293;p60"/>
          <p:cNvSpPr txBox="1"/>
          <p:nvPr/>
        </p:nvSpPr>
        <p:spPr>
          <a:xfrm>
            <a:off x="1211700" y="1762125"/>
            <a:ext cx="1398300" cy="8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highlight>
                  <a:schemeClr val="accent2"/>
                </a:highlight>
                <a:latin typeface="Secular One"/>
                <a:ea typeface="Secular One"/>
                <a:cs typeface="Secular One"/>
                <a:sym typeface="Secular One"/>
              </a:rPr>
              <a:t>1ST term</a:t>
            </a:r>
            <a:endParaRPr sz="2400">
              <a:solidFill>
                <a:schemeClr val="dk1"/>
              </a:solidFill>
              <a:highlight>
                <a:schemeClr val="accent2"/>
              </a:highlight>
              <a:latin typeface="Secular One"/>
              <a:ea typeface="Secular One"/>
              <a:cs typeface="Secular One"/>
              <a:sym typeface="Secular One"/>
            </a:endParaRPr>
          </a:p>
        </p:txBody>
      </p:sp>
      <p:cxnSp>
        <p:nvCxnSpPr>
          <p:cNvPr id="1294" name="Google Shape;1294;p60"/>
          <p:cNvCxnSpPr>
            <a:stCxn id="1291" idx="1"/>
            <a:endCxn id="1293" idx="1"/>
          </p:cNvCxnSpPr>
          <p:nvPr/>
        </p:nvCxnSpPr>
        <p:spPr>
          <a:xfrm rot="10800000">
            <a:off x="1211700" y="2196025"/>
            <a:ext cx="0" cy="151320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295" name="Google Shape;1295;p60"/>
          <p:cNvSpPr/>
          <p:nvPr/>
        </p:nvSpPr>
        <p:spPr>
          <a:xfrm>
            <a:off x="2887495" y="2722475"/>
            <a:ext cx="1691646" cy="113049"/>
          </a:xfrm>
          <a:custGeom>
            <a:avLst/>
            <a:gdLst/>
            <a:ahLst/>
            <a:cxnLst/>
            <a:rect l="l" t="t" r="r" b="b"/>
            <a:pathLst>
              <a:path w="8872" h="747" extrusionOk="0">
                <a:moveTo>
                  <a:pt x="1" y="0"/>
                </a:moveTo>
                <a:lnTo>
                  <a:pt x="1" y="747"/>
                </a:lnTo>
                <a:lnTo>
                  <a:pt x="8871" y="747"/>
                </a:lnTo>
                <a:lnTo>
                  <a:pt x="887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6" name="Google Shape;1296;p60"/>
          <p:cNvSpPr txBox="1"/>
          <p:nvPr/>
        </p:nvSpPr>
        <p:spPr>
          <a:xfrm>
            <a:off x="2888092" y="1762125"/>
            <a:ext cx="1398300" cy="8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highlight>
                  <a:schemeClr val="accent2"/>
                </a:highlight>
                <a:latin typeface="Secular One"/>
                <a:ea typeface="Secular One"/>
                <a:cs typeface="Secular One"/>
                <a:sym typeface="Secular One"/>
              </a:rPr>
              <a:t>2ND term</a:t>
            </a:r>
            <a:endParaRPr sz="2400">
              <a:solidFill>
                <a:schemeClr val="dk1"/>
              </a:solidFill>
              <a:highlight>
                <a:schemeClr val="accent2"/>
              </a:highlight>
              <a:latin typeface="Secular One"/>
              <a:ea typeface="Secular One"/>
              <a:cs typeface="Secular One"/>
              <a:sym typeface="Secular One"/>
            </a:endParaRPr>
          </a:p>
        </p:txBody>
      </p:sp>
      <p:cxnSp>
        <p:nvCxnSpPr>
          <p:cNvPr id="1297" name="Google Shape;1297;p60"/>
          <p:cNvCxnSpPr>
            <a:stCxn id="1298" idx="1"/>
            <a:endCxn id="1296" idx="1"/>
          </p:cNvCxnSpPr>
          <p:nvPr/>
        </p:nvCxnSpPr>
        <p:spPr>
          <a:xfrm rot="10800000">
            <a:off x="2888092" y="2196025"/>
            <a:ext cx="0" cy="1513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299" name="Google Shape;1299;p60"/>
          <p:cNvSpPr txBox="1"/>
          <p:nvPr/>
        </p:nvSpPr>
        <p:spPr>
          <a:xfrm>
            <a:off x="2888102" y="2951950"/>
            <a:ext cx="1398300" cy="4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rPr>
              <a:t>Mercury</a:t>
            </a:r>
            <a:endParaRPr sz="2400">
              <a:solidFill>
                <a:schemeClr val="dk1"/>
              </a:solidFill>
              <a:latin typeface="Secular One"/>
              <a:ea typeface="Secular One"/>
              <a:cs typeface="Secular One"/>
              <a:sym typeface="Secular One"/>
            </a:endParaRPr>
          </a:p>
        </p:txBody>
      </p:sp>
      <p:sp>
        <p:nvSpPr>
          <p:cNvPr id="1298" name="Google Shape;1298;p60"/>
          <p:cNvSpPr txBox="1"/>
          <p:nvPr/>
        </p:nvSpPr>
        <p:spPr>
          <a:xfrm>
            <a:off x="2888092" y="3275275"/>
            <a:ext cx="1398300" cy="8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Mercury is</a:t>
            </a:r>
            <a:r>
              <a:rPr lang="en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the closest planet </a:t>
            </a: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to the Sun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300" name="Google Shape;1300;p60"/>
          <p:cNvSpPr/>
          <p:nvPr/>
        </p:nvSpPr>
        <p:spPr>
          <a:xfrm>
            <a:off x="4569361" y="2722450"/>
            <a:ext cx="1687150" cy="113075"/>
          </a:xfrm>
          <a:custGeom>
            <a:avLst/>
            <a:gdLst/>
            <a:ahLst/>
            <a:cxnLst/>
            <a:rect l="l" t="t" r="r" b="b"/>
            <a:pathLst>
              <a:path w="8876" h="747" extrusionOk="0">
                <a:moveTo>
                  <a:pt x="0" y="0"/>
                </a:moveTo>
                <a:lnTo>
                  <a:pt x="0" y="747"/>
                </a:lnTo>
                <a:lnTo>
                  <a:pt x="8876" y="747"/>
                </a:lnTo>
                <a:lnTo>
                  <a:pt x="88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1" name="Google Shape;1301;p60"/>
          <p:cNvSpPr txBox="1"/>
          <p:nvPr/>
        </p:nvSpPr>
        <p:spPr>
          <a:xfrm>
            <a:off x="4564483" y="1762125"/>
            <a:ext cx="1398300" cy="8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highlight>
                  <a:schemeClr val="accent2"/>
                </a:highlight>
                <a:latin typeface="Secular One"/>
                <a:ea typeface="Secular One"/>
                <a:cs typeface="Secular One"/>
                <a:sym typeface="Secular One"/>
              </a:rPr>
              <a:t>3RD term</a:t>
            </a:r>
            <a:endParaRPr sz="2400">
              <a:solidFill>
                <a:schemeClr val="dk1"/>
              </a:solidFill>
              <a:highlight>
                <a:schemeClr val="accent2"/>
              </a:highlight>
              <a:latin typeface="Secular One"/>
              <a:ea typeface="Secular One"/>
              <a:cs typeface="Secular One"/>
              <a:sym typeface="Secular One"/>
            </a:endParaRPr>
          </a:p>
        </p:txBody>
      </p:sp>
      <p:cxnSp>
        <p:nvCxnSpPr>
          <p:cNvPr id="1302" name="Google Shape;1302;p60"/>
          <p:cNvCxnSpPr>
            <a:stCxn id="1303" idx="1"/>
            <a:endCxn id="1301" idx="1"/>
          </p:cNvCxnSpPr>
          <p:nvPr/>
        </p:nvCxnSpPr>
        <p:spPr>
          <a:xfrm rot="10800000">
            <a:off x="4564483" y="2196025"/>
            <a:ext cx="0" cy="15132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304" name="Google Shape;1304;p60"/>
          <p:cNvSpPr txBox="1"/>
          <p:nvPr/>
        </p:nvSpPr>
        <p:spPr>
          <a:xfrm>
            <a:off x="4564489" y="2951950"/>
            <a:ext cx="1398300" cy="4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5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rPr>
              <a:t>Mars</a:t>
            </a:r>
            <a:endParaRPr sz="2500">
              <a:solidFill>
                <a:schemeClr val="dk1"/>
              </a:solidFill>
              <a:latin typeface="Secular One"/>
              <a:ea typeface="Secular One"/>
              <a:cs typeface="Secular One"/>
              <a:sym typeface="Secular One"/>
            </a:endParaRPr>
          </a:p>
        </p:txBody>
      </p:sp>
      <p:sp>
        <p:nvSpPr>
          <p:cNvPr id="1303" name="Google Shape;1303;p60"/>
          <p:cNvSpPr txBox="1"/>
          <p:nvPr/>
        </p:nvSpPr>
        <p:spPr>
          <a:xfrm>
            <a:off x="4564483" y="3275275"/>
            <a:ext cx="1398300" cy="8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Despite being red, it’s </a:t>
            </a:r>
            <a:r>
              <a:rPr lang="en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actually a cold place</a:t>
            </a:r>
            <a:endParaRPr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305" name="Google Shape;1305;p60"/>
          <p:cNvSpPr/>
          <p:nvPr/>
        </p:nvSpPr>
        <p:spPr>
          <a:xfrm>
            <a:off x="6246730" y="2722475"/>
            <a:ext cx="1687144" cy="113049"/>
          </a:xfrm>
          <a:custGeom>
            <a:avLst/>
            <a:gdLst/>
            <a:ahLst/>
            <a:cxnLst/>
            <a:rect l="l" t="t" r="r" b="b"/>
            <a:pathLst>
              <a:path w="8872" h="747" extrusionOk="0">
                <a:moveTo>
                  <a:pt x="1" y="0"/>
                </a:moveTo>
                <a:lnTo>
                  <a:pt x="1" y="747"/>
                </a:lnTo>
                <a:lnTo>
                  <a:pt x="8871" y="747"/>
                </a:lnTo>
                <a:lnTo>
                  <a:pt x="8871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6" name="Google Shape;1306;p60"/>
          <p:cNvSpPr txBox="1"/>
          <p:nvPr/>
        </p:nvSpPr>
        <p:spPr>
          <a:xfrm>
            <a:off x="6240875" y="1762125"/>
            <a:ext cx="1398300" cy="8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highlight>
                  <a:schemeClr val="accent2"/>
                </a:highlight>
                <a:latin typeface="Secular One"/>
                <a:ea typeface="Secular One"/>
                <a:cs typeface="Secular One"/>
                <a:sym typeface="Secular One"/>
              </a:rPr>
              <a:t>4TH term</a:t>
            </a:r>
            <a:endParaRPr sz="2400">
              <a:solidFill>
                <a:schemeClr val="dk1"/>
              </a:solidFill>
              <a:highlight>
                <a:schemeClr val="accent2"/>
              </a:highlight>
              <a:latin typeface="Secular One"/>
              <a:ea typeface="Secular One"/>
              <a:cs typeface="Secular One"/>
              <a:sym typeface="Secular One"/>
            </a:endParaRPr>
          </a:p>
        </p:txBody>
      </p:sp>
      <p:cxnSp>
        <p:nvCxnSpPr>
          <p:cNvPr id="1307" name="Google Shape;1307;p60"/>
          <p:cNvCxnSpPr>
            <a:stCxn id="1308" idx="1"/>
            <a:endCxn id="1306" idx="1"/>
          </p:cNvCxnSpPr>
          <p:nvPr/>
        </p:nvCxnSpPr>
        <p:spPr>
          <a:xfrm rot="10800000">
            <a:off x="6240875" y="2196025"/>
            <a:ext cx="0" cy="15132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309" name="Google Shape;1309;p60"/>
          <p:cNvSpPr txBox="1"/>
          <p:nvPr/>
        </p:nvSpPr>
        <p:spPr>
          <a:xfrm>
            <a:off x="6240877" y="2951950"/>
            <a:ext cx="1398300" cy="4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rPr>
              <a:t>Venus</a:t>
            </a:r>
            <a:endParaRPr sz="2400">
              <a:solidFill>
                <a:schemeClr val="dk1"/>
              </a:solidFill>
              <a:latin typeface="Secular One"/>
              <a:ea typeface="Secular One"/>
              <a:cs typeface="Secular One"/>
              <a:sym typeface="Secular One"/>
            </a:endParaRPr>
          </a:p>
        </p:txBody>
      </p:sp>
      <p:sp>
        <p:nvSpPr>
          <p:cNvPr id="1308" name="Google Shape;1308;p60"/>
          <p:cNvSpPr txBox="1"/>
          <p:nvPr/>
        </p:nvSpPr>
        <p:spPr>
          <a:xfrm>
            <a:off x="6240875" y="3275275"/>
            <a:ext cx="1398300" cy="8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Venus is </a:t>
            </a:r>
            <a:r>
              <a:rPr lang="en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the second planet</a:t>
            </a: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from the Sun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14" name="Google Shape;1314;p61"/>
          <p:cNvCxnSpPr>
            <a:stCxn id="1315" idx="0"/>
            <a:endCxn id="1316" idx="2"/>
          </p:cNvCxnSpPr>
          <p:nvPr/>
        </p:nvCxnSpPr>
        <p:spPr>
          <a:xfrm>
            <a:off x="4572000" y="1347275"/>
            <a:ext cx="0" cy="3079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17" name="Google Shape;1317;p61"/>
          <p:cNvSpPr txBox="1">
            <a:spLocks noGrp="1"/>
          </p:cNvSpPr>
          <p:nvPr>
            <p:ph type="title"/>
          </p:nvPr>
        </p:nvSpPr>
        <p:spPr>
          <a:xfrm>
            <a:off x="722376" y="445025"/>
            <a:ext cx="7708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Enrollment process</a:t>
            </a:r>
            <a:endParaRPr/>
          </a:p>
        </p:txBody>
      </p:sp>
      <p:sp>
        <p:nvSpPr>
          <p:cNvPr id="1318" name="Google Shape;1318;p61"/>
          <p:cNvSpPr txBox="1"/>
          <p:nvPr/>
        </p:nvSpPr>
        <p:spPr>
          <a:xfrm>
            <a:off x="5319750" y="1977301"/>
            <a:ext cx="2338800" cy="5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Venus is</a:t>
            </a:r>
            <a:r>
              <a:rPr lang="en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the second planet </a:t>
            </a: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from the Sun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315" name="Google Shape;1315;p61"/>
          <p:cNvSpPr txBox="1"/>
          <p:nvPr/>
        </p:nvSpPr>
        <p:spPr>
          <a:xfrm>
            <a:off x="4052850" y="1347275"/>
            <a:ext cx="1038300" cy="559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rPr>
              <a:t>01</a:t>
            </a:r>
            <a:endParaRPr sz="3500">
              <a:solidFill>
                <a:schemeClr val="dk1"/>
              </a:solidFill>
              <a:latin typeface="Secular One"/>
              <a:ea typeface="Secular One"/>
              <a:cs typeface="Secular One"/>
              <a:sym typeface="Secular One"/>
            </a:endParaRPr>
          </a:p>
        </p:txBody>
      </p:sp>
      <p:sp>
        <p:nvSpPr>
          <p:cNvPr id="1319" name="Google Shape;1319;p61"/>
          <p:cNvSpPr txBox="1"/>
          <p:nvPr/>
        </p:nvSpPr>
        <p:spPr>
          <a:xfrm>
            <a:off x="1485450" y="1347275"/>
            <a:ext cx="2338800" cy="5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Despite being red, Mars is actually </a:t>
            </a:r>
            <a:r>
              <a:rPr lang="en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 cold place</a:t>
            </a:r>
            <a:endParaRPr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320" name="Google Shape;1320;p61"/>
          <p:cNvSpPr txBox="1"/>
          <p:nvPr/>
        </p:nvSpPr>
        <p:spPr>
          <a:xfrm>
            <a:off x="4052850" y="1977301"/>
            <a:ext cx="1038300" cy="559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rPr>
              <a:t>02</a:t>
            </a:r>
            <a:endParaRPr sz="3500">
              <a:solidFill>
                <a:schemeClr val="dk1"/>
              </a:solidFill>
              <a:latin typeface="Secular One"/>
              <a:ea typeface="Secular One"/>
              <a:cs typeface="Secular One"/>
              <a:sym typeface="Secular One"/>
            </a:endParaRPr>
          </a:p>
        </p:txBody>
      </p:sp>
      <p:sp>
        <p:nvSpPr>
          <p:cNvPr id="1321" name="Google Shape;1321;p61"/>
          <p:cNvSpPr txBox="1"/>
          <p:nvPr/>
        </p:nvSpPr>
        <p:spPr>
          <a:xfrm>
            <a:off x="1485450" y="2607327"/>
            <a:ext cx="2338800" cy="5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Jupiter is the biggest planet </a:t>
            </a:r>
            <a:r>
              <a:rPr lang="en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in the Solar System</a:t>
            </a:r>
            <a:endParaRPr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322" name="Google Shape;1322;p61"/>
          <p:cNvSpPr txBox="1"/>
          <p:nvPr/>
        </p:nvSpPr>
        <p:spPr>
          <a:xfrm>
            <a:off x="4052850" y="2607327"/>
            <a:ext cx="1038300" cy="55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rPr>
              <a:t>03</a:t>
            </a:r>
            <a:endParaRPr sz="3500">
              <a:solidFill>
                <a:schemeClr val="dk1"/>
              </a:solidFill>
              <a:latin typeface="Secular One"/>
              <a:ea typeface="Secular One"/>
              <a:cs typeface="Secular One"/>
              <a:sym typeface="Secular One"/>
            </a:endParaRPr>
          </a:p>
        </p:txBody>
      </p:sp>
      <p:sp>
        <p:nvSpPr>
          <p:cNvPr id="1323" name="Google Shape;1323;p61"/>
          <p:cNvSpPr txBox="1"/>
          <p:nvPr/>
        </p:nvSpPr>
        <p:spPr>
          <a:xfrm>
            <a:off x="5319750" y="3237353"/>
            <a:ext cx="2338800" cy="5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Saturn is </a:t>
            </a:r>
            <a:r>
              <a:rPr lang="en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composed of hydrogen</a:t>
            </a: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and helium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324" name="Google Shape;1324;p61"/>
          <p:cNvSpPr txBox="1"/>
          <p:nvPr/>
        </p:nvSpPr>
        <p:spPr>
          <a:xfrm>
            <a:off x="4052850" y="3237353"/>
            <a:ext cx="1038300" cy="559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rPr>
              <a:t>04</a:t>
            </a:r>
            <a:endParaRPr sz="3500">
              <a:solidFill>
                <a:schemeClr val="dk1"/>
              </a:solidFill>
              <a:latin typeface="Secular One"/>
              <a:ea typeface="Secular One"/>
              <a:cs typeface="Secular One"/>
              <a:sym typeface="Secular One"/>
            </a:endParaRPr>
          </a:p>
        </p:txBody>
      </p:sp>
      <p:sp>
        <p:nvSpPr>
          <p:cNvPr id="1325" name="Google Shape;1325;p61"/>
          <p:cNvSpPr txBox="1"/>
          <p:nvPr/>
        </p:nvSpPr>
        <p:spPr>
          <a:xfrm>
            <a:off x="1485450" y="3867378"/>
            <a:ext cx="2338800" cy="5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Neptune is </a:t>
            </a:r>
            <a:r>
              <a:rPr lang="en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the farthest planet</a:t>
            </a: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from the Sun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316" name="Google Shape;1316;p61"/>
          <p:cNvSpPr txBox="1"/>
          <p:nvPr/>
        </p:nvSpPr>
        <p:spPr>
          <a:xfrm>
            <a:off x="4052850" y="3867378"/>
            <a:ext cx="1038300" cy="559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rPr>
              <a:t>05</a:t>
            </a:r>
            <a:endParaRPr sz="3500">
              <a:solidFill>
                <a:schemeClr val="dk1"/>
              </a:solidFill>
              <a:latin typeface="Secular One"/>
              <a:ea typeface="Secular One"/>
              <a:cs typeface="Secular One"/>
              <a:sym typeface="Secular One"/>
            </a:endParaRPr>
          </a:p>
        </p:txBody>
      </p:sp>
      <p:cxnSp>
        <p:nvCxnSpPr>
          <p:cNvPr id="1326" name="Google Shape;1326;p61"/>
          <p:cNvCxnSpPr>
            <a:stCxn id="1315" idx="1"/>
            <a:endCxn id="1319" idx="3"/>
          </p:cNvCxnSpPr>
          <p:nvPr/>
        </p:nvCxnSpPr>
        <p:spPr>
          <a:xfrm rot="10800000">
            <a:off x="3824250" y="1626875"/>
            <a:ext cx="228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327" name="Google Shape;1327;p61"/>
          <p:cNvCxnSpPr>
            <a:stCxn id="1322" idx="1"/>
            <a:endCxn id="1321" idx="3"/>
          </p:cNvCxnSpPr>
          <p:nvPr/>
        </p:nvCxnSpPr>
        <p:spPr>
          <a:xfrm rot="10800000">
            <a:off x="3824250" y="2886927"/>
            <a:ext cx="228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328" name="Google Shape;1328;p61"/>
          <p:cNvCxnSpPr>
            <a:stCxn id="1316" idx="1"/>
            <a:endCxn id="1325" idx="3"/>
          </p:cNvCxnSpPr>
          <p:nvPr/>
        </p:nvCxnSpPr>
        <p:spPr>
          <a:xfrm rot="10800000">
            <a:off x="3824250" y="4146978"/>
            <a:ext cx="228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329" name="Google Shape;1329;p61"/>
          <p:cNvCxnSpPr>
            <a:stCxn id="1320" idx="3"/>
            <a:endCxn id="1318" idx="1"/>
          </p:cNvCxnSpPr>
          <p:nvPr/>
        </p:nvCxnSpPr>
        <p:spPr>
          <a:xfrm>
            <a:off x="5091150" y="2256901"/>
            <a:ext cx="228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330" name="Google Shape;1330;p61"/>
          <p:cNvCxnSpPr>
            <a:stCxn id="1324" idx="3"/>
            <a:endCxn id="1323" idx="1"/>
          </p:cNvCxnSpPr>
          <p:nvPr/>
        </p:nvCxnSpPr>
        <p:spPr>
          <a:xfrm>
            <a:off x="5091150" y="3516953"/>
            <a:ext cx="228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Google Shape;1335;p62"/>
          <p:cNvSpPr txBox="1">
            <a:spLocks noGrp="1"/>
          </p:cNvSpPr>
          <p:nvPr>
            <p:ph type="title"/>
          </p:nvPr>
        </p:nvSpPr>
        <p:spPr>
          <a:xfrm>
            <a:off x="720000" y="1171972"/>
            <a:ext cx="41091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Special reminders</a:t>
            </a:r>
            <a:endParaRPr/>
          </a:p>
        </p:txBody>
      </p:sp>
      <p:sp>
        <p:nvSpPr>
          <p:cNvPr id="1336" name="Google Shape;1336;p62"/>
          <p:cNvSpPr txBox="1">
            <a:spLocks noGrp="1"/>
          </p:cNvSpPr>
          <p:nvPr>
            <p:ph type="subTitle" idx="1"/>
          </p:nvPr>
        </p:nvSpPr>
        <p:spPr>
          <a:xfrm>
            <a:off x="720000" y="1824128"/>
            <a:ext cx="4109100" cy="214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you know what helps you make your point clear?</a:t>
            </a:r>
            <a:br>
              <a:rPr lang="en"/>
            </a:br>
            <a:r>
              <a:rPr lang="en" b="1"/>
              <a:t>Lists like this one</a:t>
            </a:r>
            <a:r>
              <a:rPr lang="en"/>
              <a:t>:</a:t>
            </a:r>
            <a:endParaRPr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</a:pPr>
            <a:r>
              <a:rPr lang="en"/>
              <a:t>They’re simple 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</a:pPr>
            <a:r>
              <a:rPr lang="en"/>
              <a:t>You can organize your ideas clearly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</a:pPr>
            <a:r>
              <a:rPr lang="en"/>
              <a:t>You’ll never forget to buy milk!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And </a:t>
            </a:r>
            <a:r>
              <a:rPr lang="en" b="1"/>
              <a:t>the most important thing</a:t>
            </a:r>
            <a:r>
              <a:rPr lang="en"/>
              <a:t>: the audience won’t miss the point of your presentation</a:t>
            </a:r>
            <a:endParaRPr/>
          </a:p>
        </p:txBody>
      </p:sp>
      <p:sp>
        <p:nvSpPr>
          <p:cNvPr id="1337" name="Google Shape;1337;p62"/>
          <p:cNvSpPr/>
          <p:nvPr/>
        </p:nvSpPr>
        <p:spPr>
          <a:xfrm>
            <a:off x="5314950" y="3358564"/>
            <a:ext cx="1424073" cy="302718"/>
          </a:xfrm>
          <a:custGeom>
            <a:avLst/>
            <a:gdLst/>
            <a:ahLst/>
            <a:cxnLst/>
            <a:rect l="l" t="t" r="r" b="b"/>
            <a:pathLst>
              <a:path w="19994" h="4819" extrusionOk="0">
                <a:moveTo>
                  <a:pt x="9997" y="1"/>
                </a:moveTo>
                <a:cubicBezTo>
                  <a:pt x="7346" y="1"/>
                  <a:pt x="4804" y="254"/>
                  <a:pt x="2928" y="706"/>
                </a:cubicBezTo>
                <a:cubicBezTo>
                  <a:pt x="1054" y="1158"/>
                  <a:pt x="1" y="1771"/>
                  <a:pt x="1" y="2409"/>
                </a:cubicBezTo>
                <a:cubicBezTo>
                  <a:pt x="1" y="3048"/>
                  <a:pt x="1054" y="3660"/>
                  <a:pt x="2928" y="4113"/>
                </a:cubicBezTo>
                <a:cubicBezTo>
                  <a:pt x="4804" y="4565"/>
                  <a:pt x="7346" y="4819"/>
                  <a:pt x="9997" y="4819"/>
                </a:cubicBezTo>
                <a:cubicBezTo>
                  <a:pt x="12648" y="4819"/>
                  <a:pt x="15190" y="4565"/>
                  <a:pt x="17065" y="4113"/>
                </a:cubicBezTo>
                <a:cubicBezTo>
                  <a:pt x="18939" y="3660"/>
                  <a:pt x="19993" y="3048"/>
                  <a:pt x="19993" y="2409"/>
                </a:cubicBezTo>
                <a:cubicBezTo>
                  <a:pt x="19993" y="1771"/>
                  <a:pt x="18939" y="1158"/>
                  <a:pt x="17065" y="706"/>
                </a:cubicBezTo>
                <a:cubicBezTo>
                  <a:pt x="15190" y="254"/>
                  <a:pt x="12648" y="1"/>
                  <a:pt x="9997" y="1"/>
                </a:cubicBezTo>
                <a:close/>
              </a:path>
            </a:pathLst>
          </a:custGeom>
          <a:solidFill>
            <a:srgbClr val="2B2E5F">
              <a:alpha val="147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38" name="Google Shape;1338;p62"/>
          <p:cNvGrpSpPr/>
          <p:nvPr/>
        </p:nvGrpSpPr>
        <p:grpSpPr>
          <a:xfrm>
            <a:off x="5432609" y="1918728"/>
            <a:ext cx="1171723" cy="1567837"/>
            <a:chOff x="5902625" y="1390963"/>
            <a:chExt cx="1593530" cy="2132242"/>
          </a:xfrm>
        </p:grpSpPr>
        <p:sp>
          <p:nvSpPr>
            <p:cNvPr id="1339" name="Google Shape;1339;p62"/>
            <p:cNvSpPr/>
            <p:nvPr/>
          </p:nvSpPr>
          <p:spPr>
            <a:xfrm>
              <a:off x="5902625" y="1390963"/>
              <a:ext cx="1518156" cy="394025"/>
            </a:xfrm>
            <a:custGeom>
              <a:avLst/>
              <a:gdLst/>
              <a:ahLst/>
              <a:cxnLst/>
              <a:rect l="l" t="t" r="r" b="b"/>
              <a:pathLst>
                <a:path w="22035" h="5719" extrusionOk="0">
                  <a:moveTo>
                    <a:pt x="2860" y="0"/>
                  </a:moveTo>
                  <a:cubicBezTo>
                    <a:pt x="1281" y="0"/>
                    <a:pt x="0" y="1280"/>
                    <a:pt x="0" y="2859"/>
                  </a:cubicBezTo>
                  <a:cubicBezTo>
                    <a:pt x="0" y="4438"/>
                    <a:pt x="1281" y="5719"/>
                    <a:pt x="2860" y="5719"/>
                  </a:cubicBezTo>
                  <a:lnTo>
                    <a:pt x="22035" y="5719"/>
                  </a:lnTo>
                  <a:lnTo>
                    <a:pt x="22035" y="746"/>
                  </a:lnTo>
                  <a:cubicBezTo>
                    <a:pt x="22035" y="334"/>
                    <a:pt x="21700" y="0"/>
                    <a:pt x="212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62"/>
            <p:cNvSpPr/>
            <p:nvPr/>
          </p:nvSpPr>
          <p:spPr>
            <a:xfrm>
              <a:off x="5902625" y="1587874"/>
              <a:ext cx="1593530" cy="1935331"/>
            </a:xfrm>
            <a:custGeom>
              <a:avLst/>
              <a:gdLst/>
              <a:ahLst/>
              <a:cxnLst/>
              <a:rect l="l" t="t" r="r" b="b"/>
              <a:pathLst>
                <a:path w="23129" h="28090" extrusionOk="0">
                  <a:moveTo>
                    <a:pt x="0" y="1"/>
                  </a:moveTo>
                  <a:lnTo>
                    <a:pt x="0" y="25231"/>
                  </a:lnTo>
                  <a:cubicBezTo>
                    <a:pt x="0" y="26810"/>
                    <a:pt x="1281" y="28090"/>
                    <a:pt x="2860" y="28090"/>
                  </a:cubicBezTo>
                  <a:lnTo>
                    <a:pt x="22381" y="28090"/>
                  </a:lnTo>
                  <a:cubicBezTo>
                    <a:pt x="22794" y="28090"/>
                    <a:pt x="23128" y="27755"/>
                    <a:pt x="23128" y="27343"/>
                  </a:cubicBezTo>
                  <a:lnTo>
                    <a:pt x="23128" y="3608"/>
                  </a:lnTo>
                  <a:cubicBezTo>
                    <a:pt x="23128" y="3195"/>
                    <a:pt x="22794" y="2861"/>
                    <a:pt x="22381" y="2861"/>
                  </a:cubicBezTo>
                  <a:lnTo>
                    <a:pt x="2860" y="2861"/>
                  </a:lnTo>
                  <a:cubicBezTo>
                    <a:pt x="1281" y="2861"/>
                    <a:pt x="0" y="1580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62"/>
            <p:cNvSpPr/>
            <p:nvPr/>
          </p:nvSpPr>
          <p:spPr>
            <a:xfrm>
              <a:off x="5902625" y="1587874"/>
              <a:ext cx="425511" cy="1935331"/>
            </a:xfrm>
            <a:custGeom>
              <a:avLst/>
              <a:gdLst/>
              <a:ahLst/>
              <a:cxnLst/>
              <a:rect l="l" t="t" r="r" b="b"/>
              <a:pathLst>
                <a:path w="6176" h="28090" extrusionOk="0">
                  <a:moveTo>
                    <a:pt x="0" y="1"/>
                  </a:moveTo>
                  <a:lnTo>
                    <a:pt x="0" y="25231"/>
                  </a:lnTo>
                  <a:cubicBezTo>
                    <a:pt x="0" y="26810"/>
                    <a:pt x="1281" y="28090"/>
                    <a:pt x="2860" y="28090"/>
                  </a:cubicBezTo>
                  <a:lnTo>
                    <a:pt x="6176" y="28090"/>
                  </a:lnTo>
                  <a:cubicBezTo>
                    <a:pt x="4597" y="28090"/>
                    <a:pt x="3316" y="26810"/>
                    <a:pt x="3316" y="25231"/>
                  </a:cubicBezTo>
                  <a:lnTo>
                    <a:pt x="3316" y="2861"/>
                  </a:lnTo>
                  <a:lnTo>
                    <a:pt x="2860" y="2861"/>
                  </a:lnTo>
                  <a:cubicBezTo>
                    <a:pt x="1281" y="2861"/>
                    <a:pt x="0" y="1580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62"/>
            <p:cNvSpPr/>
            <p:nvPr/>
          </p:nvSpPr>
          <p:spPr>
            <a:xfrm>
              <a:off x="5902625" y="2671505"/>
              <a:ext cx="1593530" cy="602578"/>
            </a:xfrm>
            <a:custGeom>
              <a:avLst/>
              <a:gdLst/>
              <a:ahLst/>
              <a:cxnLst/>
              <a:rect l="l" t="t" r="r" b="b"/>
              <a:pathLst>
                <a:path w="23129" h="8746" extrusionOk="0">
                  <a:moveTo>
                    <a:pt x="0" y="0"/>
                  </a:moveTo>
                  <a:lnTo>
                    <a:pt x="0" y="5887"/>
                  </a:lnTo>
                  <a:cubicBezTo>
                    <a:pt x="0" y="7466"/>
                    <a:pt x="1281" y="8745"/>
                    <a:pt x="2860" y="8745"/>
                  </a:cubicBezTo>
                  <a:lnTo>
                    <a:pt x="23128" y="8745"/>
                  </a:lnTo>
                  <a:lnTo>
                    <a:pt x="23128" y="2859"/>
                  </a:lnTo>
                  <a:lnTo>
                    <a:pt x="2860" y="2859"/>
                  </a:lnTo>
                  <a:cubicBezTo>
                    <a:pt x="1281" y="2859"/>
                    <a:pt x="0" y="1579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62"/>
            <p:cNvSpPr/>
            <p:nvPr/>
          </p:nvSpPr>
          <p:spPr>
            <a:xfrm>
              <a:off x="5902625" y="2671505"/>
              <a:ext cx="228464" cy="602646"/>
            </a:xfrm>
            <a:custGeom>
              <a:avLst/>
              <a:gdLst/>
              <a:ahLst/>
              <a:cxnLst/>
              <a:rect l="l" t="t" r="r" b="b"/>
              <a:pathLst>
                <a:path w="3316" h="8747" extrusionOk="0">
                  <a:moveTo>
                    <a:pt x="0" y="0"/>
                  </a:moveTo>
                  <a:lnTo>
                    <a:pt x="0" y="5887"/>
                  </a:lnTo>
                  <a:cubicBezTo>
                    <a:pt x="0" y="7466"/>
                    <a:pt x="1281" y="8746"/>
                    <a:pt x="2860" y="8746"/>
                  </a:cubicBezTo>
                  <a:lnTo>
                    <a:pt x="3316" y="8746"/>
                  </a:lnTo>
                  <a:lnTo>
                    <a:pt x="3316" y="2859"/>
                  </a:lnTo>
                  <a:lnTo>
                    <a:pt x="2860" y="2859"/>
                  </a:lnTo>
                  <a:cubicBezTo>
                    <a:pt x="1281" y="2859"/>
                    <a:pt x="0" y="1579"/>
                    <a:pt x="0" y="0"/>
                  </a:cubicBezTo>
                  <a:close/>
                </a:path>
              </a:pathLst>
            </a:custGeom>
            <a:solidFill>
              <a:srgbClr val="2B2E5F">
                <a:alpha val="147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62"/>
            <p:cNvSpPr/>
            <p:nvPr/>
          </p:nvSpPr>
          <p:spPr>
            <a:xfrm>
              <a:off x="6488674" y="2051903"/>
              <a:ext cx="543808" cy="543808"/>
            </a:xfrm>
            <a:custGeom>
              <a:avLst/>
              <a:gdLst/>
              <a:ahLst/>
              <a:cxnLst/>
              <a:rect l="l" t="t" r="r" b="b"/>
              <a:pathLst>
                <a:path w="7893" h="7893" extrusionOk="0">
                  <a:moveTo>
                    <a:pt x="3948" y="1"/>
                  </a:moveTo>
                  <a:cubicBezTo>
                    <a:pt x="1768" y="1"/>
                    <a:pt x="1" y="1767"/>
                    <a:pt x="1" y="3946"/>
                  </a:cubicBezTo>
                  <a:cubicBezTo>
                    <a:pt x="1" y="6125"/>
                    <a:pt x="1768" y="7893"/>
                    <a:pt x="3948" y="7893"/>
                  </a:cubicBezTo>
                  <a:cubicBezTo>
                    <a:pt x="6127" y="7893"/>
                    <a:pt x="7893" y="6125"/>
                    <a:pt x="7893" y="3946"/>
                  </a:cubicBezTo>
                  <a:cubicBezTo>
                    <a:pt x="7893" y="1767"/>
                    <a:pt x="6127" y="1"/>
                    <a:pt x="39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62"/>
            <p:cNvSpPr/>
            <p:nvPr/>
          </p:nvSpPr>
          <p:spPr>
            <a:xfrm>
              <a:off x="6131023" y="1491968"/>
              <a:ext cx="1289761" cy="64419"/>
            </a:xfrm>
            <a:custGeom>
              <a:avLst/>
              <a:gdLst/>
              <a:ahLst/>
              <a:cxnLst/>
              <a:rect l="l" t="t" r="r" b="b"/>
              <a:pathLst>
                <a:path w="18720" h="935" extrusionOk="0">
                  <a:moveTo>
                    <a:pt x="468" y="1"/>
                  </a:moveTo>
                  <a:cubicBezTo>
                    <a:pt x="210" y="1"/>
                    <a:pt x="1" y="210"/>
                    <a:pt x="1" y="468"/>
                  </a:cubicBezTo>
                  <a:cubicBezTo>
                    <a:pt x="1" y="726"/>
                    <a:pt x="210" y="934"/>
                    <a:pt x="468" y="934"/>
                  </a:cubicBezTo>
                  <a:lnTo>
                    <a:pt x="18720" y="934"/>
                  </a:lnTo>
                  <a:lnTo>
                    <a:pt x="1872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62"/>
            <p:cNvSpPr/>
            <p:nvPr/>
          </p:nvSpPr>
          <p:spPr>
            <a:xfrm>
              <a:off x="6131023" y="1621427"/>
              <a:ext cx="1289761" cy="64419"/>
            </a:xfrm>
            <a:custGeom>
              <a:avLst/>
              <a:gdLst/>
              <a:ahLst/>
              <a:cxnLst/>
              <a:rect l="l" t="t" r="r" b="b"/>
              <a:pathLst>
                <a:path w="18720" h="935" extrusionOk="0">
                  <a:moveTo>
                    <a:pt x="468" y="0"/>
                  </a:moveTo>
                  <a:cubicBezTo>
                    <a:pt x="210" y="0"/>
                    <a:pt x="1" y="209"/>
                    <a:pt x="1" y="467"/>
                  </a:cubicBezTo>
                  <a:cubicBezTo>
                    <a:pt x="1" y="725"/>
                    <a:pt x="210" y="934"/>
                    <a:pt x="468" y="934"/>
                  </a:cubicBezTo>
                  <a:lnTo>
                    <a:pt x="18720" y="934"/>
                  </a:lnTo>
                  <a:lnTo>
                    <a:pt x="1872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62"/>
            <p:cNvSpPr/>
            <p:nvPr/>
          </p:nvSpPr>
          <p:spPr>
            <a:xfrm>
              <a:off x="6456430" y="2973417"/>
              <a:ext cx="613877" cy="64350"/>
            </a:xfrm>
            <a:custGeom>
              <a:avLst/>
              <a:gdLst/>
              <a:ahLst/>
              <a:cxnLst/>
              <a:rect l="l" t="t" r="r" b="b"/>
              <a:pathLst>
                <a:path w="8910" h="934" extrusionOk="0">
                  <a:moveTo>
                    <a:pt x="468" y="0"/>
                  </a:moveTo>
                  <a:cubicBezTo>
                    <a:pt x="209" y="0"/>
                    <a:pt x="0" y="209"/>
                    <a:pt x="0" y="467"/>
                  </a:cubicBezTo>
                  <a:cubicBezTo>
                    <a:pt x="0" y="725"/>
                    <a:pt x="209" y="934"/>
                    <a:pt x="468" y="934"/>
                  </a:cubicBezTo>
                  <a:lnTo>
                    <a:pt x="8444" y="934"/>
                  </a:lnTo>
                  <a:cubicBezTo>
                    <a:pt x="8701" y="934"/>
                    <a:pt x="8910" y="725"/>
                    <a:pt x="8910" y="467"/>
                  </a:cubicBezTo>
                  <a:cubicBezTo>
                    <a:pt x="8910" y="209"/>
                    <a:pt x="8701" y="0"/>
                    <a:pt x="84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62"/>
            <p:cNvSpPr/>
            <p:nvPr/>
          </p:nvSpPr>
          <p:spPr>
            <a:xfrm>
              <a:off x="6456430" y="3102808"/>
              <a:ext cx="613877" cy="64419"/>
            </a:xfrm>
            <a:custGeom>
              <a:avLst/>
              <a:gdLst/>
              <a:ahLst/>
              <a:cxnLst/>
              <a:rect l="l" t="t" r="r" b="b"/>
              <a:pathLst>
                <a:path w="8910" h="935" extrusionOk="0">
                  <a:moveTo>
                    <a:pt x="468" y="1"/>
                  </a:moveTo>
                  <a:cubicBezTo>
                    <a:pt x="209" y="1"/>
                    <a:pt x="0" y="210"/>
                    <a:pt x="0" y="467"/>
                  </a:cubicBezTo>
                  <a:cubicBezTo>
                    <a:pt x="0" y="726"/>
                    <a:pt x="209" y="935"/>
                    <a:pt x="468" y="935"/>
                  </a:cubicBezTo>
                  <a:lnTo>
                    <a:pt x="8444" y="935"/>
                  </a:lnTo>
                  <a:cubicBezTo>
                    <a:pt x="8701" y="935"/>
                    <a:pt x="8910" y="726"/>
                    <a:pt x="8910" y="467"/>
                  </a:cubicBezTo>
                  <a:cubicBezTo>
                    <a:pt x="8910" y="210"/>
                    <a:pt x="8701" y="1"/>
                    <a:pt x="84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9" name="Google Shape;1349;p62"/>
          <p:cNvGrpSpPr/>
          <p:nvPr/>
        </p:nvGrpSpPr>
        <p:grpSpPr>
          <a:xfrm>
            <a:off x="7352459" y="1044062"/>
            <a:ext cx="1078326" cy="3055375"/>
            <a:chOff x="6905619" y="818344"/>
            <a:chExt cx="1280216" cy="3627419"/>
          </a:xfrm>
        </p:grpSpPr>
        <p:sp>
          <p:nvSpPr>
            <p:cNvPr id="1350" name="Google Shape;1350;p62"/>
            <p:cNvSpPr/>
            <p:nvPr/>
          </p:nvSpPr>
          <p:spPr>
            <a:xfrm>
              <a:off x="6905619" y="4137203"/>
              <a:ext cx="1280216" cy="308561"/>
            </a:xfrm>
            <a:custGeom>
              <a:avLst/>
              <a:gdLst/>
              <a:ahLst/>
              <a:cxnLst/>
              <a:rect l="l" t="t" r="r" b="b"/>
              <a:pathLst>
                <a:path w="19994" h="4819" extrusionOk="0">
                  <a:moveTo>
                    <a:pt x="9997" y="1"/>
                  </a:moveTo>
                  <a:cubicBezTo>
                    <a:pt x="7346" y="1"/>
                    <a:pt x="4804" y="254"/>
                    <a:pt x="2928" y="706"/>
                  </a:cubicBezTo>
                  <a:cubicBezTo>
                    <a:pt x="1054" y="1158"/>
                    <a:pt x="1" y="1771"/>
                    <a:pt x="1" y="2409"/>
                  </a:cubicBezTo>
                  <a:cubicBezTo>
                    <a:pt x="1" y="3048"/>
                    <a:pt x="1054" y="3660"/>
                    <a:pt x="2928" y="4113"/>
                  </a:cubicBezTo>
                  <a:cubicBezTo>
                    <a:pt x="4804" y="4565"/>
                    <a:pt x="7346" y="4819"/>
                    <a:pt x="9997" y="4819"/>
                  </a:cubicBezTo>
                  <a:cubicBezTo>
                    <a:pt x="12648" y="4819"/>
                    <a:pt x="15190" y="4565"/>
                    <a:pt x="17065" y="4113"/>
                  </a:cubicBezTo>
                  <a:cubicBezTo>
                    <a:pt x="18939" y="3660"/>
                    <a:pt x="19993" y="3048"/>
                    <a:pt x="19993" y="2409"/>
                  </a:cubicBezTo>
                  <a:cubicBezTo>
                    <a:pt x="19993" y="1771"/>
                    <a:pt x="18939" y="1158"/>
                    <a:pt x="17065" y="706"/>
                  </a:cubicBezTo>
                  <a:cubicBezTo>
                    <a:pt x="15190" y="254"/>
                    <a:pt x="12648" y="1"/>
                    <a:pt x="9997" y="1"/>
                  </a:cubicBezTo>
                  <a:close/>
                </a:path>
              </a:pathLst>
            </a:custGeom>
            <a:solidFill>
              <a:srgbClr val="2B2E5F">
                <a:alpha val="147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62"/>
            <p:cNvSpPr/>
            <p:nvPr/>
          </p:nvSpPr>
          <p:spPr>
            <a:xfrm>
              <a:off x="7028366" y="1563858"/>
              <a:ext cx="484579" cy="1509059"/>
            </a:xfrm>
            <a:custGeom>
              <a:avLst/>
              <a:gdLst/>
              <a:ahLst/>
              <a:cxnLst/>
              <a:rect l="l" t="t" r="r" b="b"/>
              <a:pathLst>
                <a:path w="7568" h="23568" extrusionOk="0">
                  <a:moveTo>
                    <a:pt x="1312" y="0"/>
                  </a:moveTo>
                  <a:cubicBezTo>
                    <a:pt x="783" y="1628"/>
                    <a:pt x="364" y="3364"/>
                    <a:pt x="146" y="5167"/>
                  </a:cubicBezTo>
                  <a:cubicBezTo>
                    <a:pt x="1" y="6360"/>
                    <a:pt x="408" y="7552"/>
                    <a:pt x="1267" y="8392"/>
                  </a:cubicBezTo>
                  <a:lnTo>
                    <a:pt x="5448" y="12480"/>
                  </a:lnTo>
                  <a:lnTo>
                    <a:pt x="5448" y="12480"/>
                  </a:lnTo>
                  <a:lnTo>
                    <a:pt x="36" y="9402"/>
                  </a:lnTo>
                  <a:lnTo>
                    <a:pt x="36" y="9424"/>
                  </a:lnTo>
                  <a:cubicBezTo>
                    <a:pt x="53" y="9805"/>
                    <a:pt x="93" y="10184"/>
                    <a:pt x="155" y="10559"/>
                  </a:cubicBezTo>
                  <a:cubicBezTo>
                    <a:pt x="157" y="10568"/>
                    <a:pt x="158" y="10577"/>
                    <a:pt x="159" y="10586"/>
                  </a:cubicBezTo>
                  <a:cubicBezTo>
                    <a:pt x="441" y="12306"/>
                    <a:pt x="1387" y="15663"/>
                    <a:pt x="4528" y="18913"/>
                  </a:cubicBezTo>
                  <a:cubicBezTo>
                    <a:pt x="4528" y="18913"/>
                    <a:pt x="6150" y="20459"/>
                    <a:pt x="6582" y="22762"/>
                  </a:cubicBezTo>
                  <a:cubicBezTo>
                    <a:pt x="6632" y="23027"/>
                    <a:pt x="6665" y="23297"/>
                    <a:pt x="6680" y="23567"/>
                  </a:cubicBezTo>
                  <a:lnTo>
                    <a:pt x="7448" y="23567"/>
                  </a:lnTo>
                  <a:lnTo>
                    <a:pt x="7567" y="8041"/>
                  </a:lnTo>
                  <a:lnTo>
                    <a:pt x="131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62"/>
            <p:cNvSpPr/>
            <p:nvPr/>
          </p:nvSpPr>
          <p:spPr>
            <a:xfrm>
              <a:off x="7569173" y="818473"/>
              <a:ext cx="466010" cy="1314536"/>
            </a:xfrm>
            <a:custGeom>
              <a:avLst/>
              <a:gdLst/>
              <a:ahLst/>
              <a:cxnLst/>
              <a:rect l="l" t="t" r="r" b="b"/>
              <a:pathLst>
                <a:path w="7278" h="20530" extrusionOk="0">
                  <a:moveTo>
                    <a:pt x="0" y="1"/>
                  </a:moveTo>
                  <a:lnTo>
                    <a:pt x="157" y="20529"/>
                  </a:lnTo>
                  <a:lnTo>
                    <a:pt x="7278" y="15009"/>
                  </a:lnTo>
                  <a:cubicBezTo>
                    <a:pt x="7053" y="13854"/>
                    <a:pt x="6752" y="12714"/>
                    <a:pt x="6380" y="11598"/>
                  </a:cubicBezTo>
                  <a:lnTo>
                    <a:pt x="2266" y="15009"/>
                  </a:lnTo>
                  <a:lnTo>
                    <a:pt x="5639" y="9559"/>
                  </a:lnTo>
                  <a:cubicBezTo>
                    <a:pt x="5342" y="8830"/>
                    <a:pt x="5023" y="8127"/>
                    <a:pt x="4699" y="7456"/>
                  </a:cubicBezTo>
                  <a:lnTo>
                    <a:pt x="2330" y="11094"/>
                  </a:lnTo>
                  <a:lnTo>
                    <a:pt x="3638" y="8153"/>
                  </a:lnTo>
                  <a:cubicBezTo>
                    <a:pt x="4071" y="7181"/>
                    <a:pt x="4009" y="6061"/>
                    <a:pt x="3484" y="5135"/>
                  </a:cubicBezTo>
                  <a:cubicBezTo>
                    <a:pt x="1688" y="1973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62"/>
            <p:cNvSpPr/>
            <p:nvPr/>
          </p:nvSpPr>
          <p:spPr>
            <a:xfrm>
              <a:off x="7130560" y="818344"/>
              <a:ext cx="391607" cy="1180201"/>
            </a:xfrm>
            <a:custGeom>
              <a:avLst/>
              <a:gdLst/>
              <a:ahLst/>
              <a:cxnLst/>
              <a:rect l="l" t="t" r="r" b="b"/>
              <a:pathLst>
                <a:path w="6116" h="18432" extrusionOk="0">
                  <a:moveTo>
                    <a:pt x="6115" y="1"/>
                  </a:moveTo>
                  <a:cubicBezTo>
                    <a:pt x="6115" y="1"/>
                    <a:pt x="4432" y="1974"/>
                    <a:pt x="2633" y="5141"/>
                  </a:cubicBezTo>
                  <a:cubicBezTo>
                    <a:pt x="2107" y="6066"/>
                    <a:pt x="2046" y="7186"/>
                    <a:pt x="2478" y="8158"/>
                  </a:cubicBezTo>
                  <a:lnTo>
                    <a:pt x="3786" y="11096"/>
                  </a:lnTo>
                  <a:lnTo>
                    <a:pt x="1415" y="7458"/>
                  </a:lnTo>
                  <a:cubicBezTo>
                    <a:pt x="1092" y="8130"/>
                    <a:pt x="390" y="9623"/>
                    <a:pt x="1" y="10711"/>
                  </a:cubicBezTo>
                  <a:lnTo>
                    <a:pt x="5979" y="18431"/>
                  </a:lnTo>
                  <a:lnTo>
                    <a:pt x="611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62"/>
            <p:cNvSpPr/>
            <p:nvPr/>
          </p:nvSpPr>
          <p:spPr>
            <a:xfrm>
              <a:off x="7579930" y="1837335"/>
              <a:ext cx="483426" cy="1235203"/>
            </a:xfrm>
            <a:custGeom>
              <a:avLst/>
              <a:gdLst/>
              <a:ahLst/>
              <a:cxnLst/>
              <a:rect l="l" t="t" r="r" b="b"/>
              <a:pathLst>
                <a:path w="7550" h="19291" extrusionOk="0">
                  <a:moveTo>
                    <a:pt x="7272" y="0"/>
                  </a:moveTo>
                  <a:lnTo>
                    <a:pt x="0" y="5634"/>
                  </a:lnTo>
                  <a:lnTo>
                    <a:pt x="97" y="19291"/>
                  </a:lnTo>
                  <a:lnTo>
                    <a:pt x="865" y="19291"/>
                  </a:lnTo>
                  <a:cubicBezTo>
                    <a:pt x="876" y="19021"/>
                    <a:pt x="913" y="18755"/>
                    <a:pt x="962" y="18491"/>
                  </a:cubicBezTo>
                  <a:lnTo>
                    <a:pt x="962" y="18485"/>
                  </a:lnTo>
                  <a:cubicBezTo>
                    <a:pt x="1394" y="16187"/>
                    <a:pt x="3017" y="14641"/>
                    <a:pt x="3017" y="14641"/>
                  </a:cubicBezTo>
                  <a:cubicBezTo>
                    <a:pt x="5374" y="12203"/>
                    <a:pt x="6494" y="9711"/>
                    <a:pt x="7023" y="7883"/>
                  </a:cubicBezTo>
                  <a:cubicBezTo>
                    <a:pt x="7172" y="7368"/>
                    <a:pt x="7291" y="6844"/>
                    <a:pt x="7379" y="6315"/>
                  </a:cubicBezTo>
                  <a:cubicBezTo>
                    <a:pt x="7385" y="6299"/>
                    <a:pt x="7391" y="6299"/>
                    <a:pt x="7391" y="6288"/>
                  </a:cubicBezTo>
                  <a:cubicBezTo>
                    <a:pt x="7493" y="5651"/>
                    <a:pt x="7504" y="5244"/>
                    <a:pt x="7510" y="5153"/>
                  </a:cubicBezTo>
                  <a:lnTo>
                    <a:pt x="7510" y="5137"/>
                  </a:lnTo>
                  <a:lnTo>
                    <a:pt x="2098" y="8208"/>
                  </a:lnTo>
                  <a:lnTo>
                    <a:pt x="6901" y="3513"/>
                  </a:lnTo>
                  <a:cubicBezTo>
                    <a:pt x="7322" y="3103"/>
                    <a:pt x="7550" y="2526"/>
                    <a:pt x="7500" y="1940"/>
                  </a:cubicBezTo>
                  <a:lnTo>
                    <a:pt x="7499" y="1931"/>
                  </a:lnTo>
                  <a:cubicBezTo>
                    <a:pt x="7483" y="1681"/>
                    <a:pt x="7456" y="1427"/>
                    <a:pt x="7428" y="1179"/>
                  </a:cubicBezTo>
                  <a:cubicBezTo>
                    <a:pt x="7412" y="1006"/>
                    <a:pt x="7391" y="833"/>
                    <a:pt x="7364" y="660"/>
                  </a:cubicBezTo>
                  <a:cubicBezTo>
                    <a:pt x="7342" y="481"/>
                    <a:pt x="7321" y="303"/>
                    <a:pt x="7288" y="125"/>
                  </a:cubicBezTo>
                  <a:cubicBezTo>
                    <a:pt x="7283" y="82"/>
                    <a:pt x="7277" y="38"/>
                    <a:pt x="72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62"/>
            <p:cNvSpPr/>
            <p:nvPr/>
          </p:nvSpPr>
          <p:spPr>
            <a:xfrm>
              <a:off x="7133185" y="3072494"/>
              <a:ext cx="825091" cy="1219003"/>
            </a:xfrm>
            <a:custGeom>
              <a:avLst/>
              <a:gdLst/>
              <a:ahLst/>
              <a:cxnLst/>
              <a:rect l="l" t="t" r="r" b="b"/>
              <a:pathLst>
                <a:path w="12886" h="19038" extrusionOk="0">
                  <a:moveTo>
                    <a:pt x="2483" y="1"/>
                  </a:moveTo>
                  <a:cubicBezTo>
                    <a:pt x="2147" y="1"/>
                    <a:pt x="1875" y="273"/>
                    <a:pt x="1875" y="609"/>
                  </a:cubicBezTo>
                  <a:lnTo>
                    <a:pt x="1875" y="2688"/>
                  </a:lnTo>
                  <a:cubicBezTo>
                    <a:pt x="1875" y="3024"/>
                    <a:pt x="2147" y="3296"/>
                    <a:pt x="2483" y="3296"/>
                  </a:cubicBezTo>
                  <a:lnTo>
                    <a:pt x="3147" y="3296"/>
                  </a:lnTo>
                  <a:lnTo>
                    <a:pt x="3147" y="5395"/>
                  </a:lnTo>
                  <a:lnTo>
                    <a:pt x="230" y="10047"/>
                  </a:lnTo>
                  <a:cubicBezTo>
                    <a:pt x="1" y="10411"/>
                    <a:pt x="14" y="10877"/>
                    <a:pt x="264" y="11227"/>
                  </a:cubicBezTo>
                  <a:lnTo>
                    <a:pt x="5577" y="18703"/>
                  </a:lnTo>
                  <a:cubicBezTo>
                    <a:pt x="5677" y="18844"/>
                    <a:pt x="5811" y="18959"/>
                    <a:pt x="5966" y="19037"/>
                  </a:cubicBezTo>
                  <a:lnTo>
                    <a:pt x="5966" y="10806"/>
                  </a:lnTo>
                  <a:cubicBezTo>
                    <a:pt x="5588" y="10590"/>
                    <a:pt x="5402" y="10146"/>
                    <a:pt x="5514" y="9725"/>
                  </a:cubicBezTo>
                  <a:cubicBezTo>
                    <a:pt x="5625" y="9303"/>
                    <a:pt x="6007" y="9009"/>
                    <a:pt x="6443" y="9009"/>
                  </a:cubicBezTo>
                  <a:cubicBezTo>
                    <a:pt x="6880" y="9009"/>
                    <a:pt x="7261" y="9303"/>
                    <a:pt x="7372" y="9725"/>
                  </a:cubicBezTo>
                  <a:cubicBezTo>
                    <a:pt x="7484" y="10146"/>
                    <a:pt x="7298" y="10590"/>
                    <a:pt x="6919" y="10806"/>
                  </a:cubicBezTo>
                  <a:lnTo>
                    <a:pt x="6919" y="19037"/>
                  </a:lnTo>
                  <a:cubicBezTo>
                    <a:pt x="7075" y="18959"/>
                    <a:pt x="7209" y="18844"/>
                    <a:pt x="7308" y="18703"/>
                  </a:cubicBezTo>
                  <a:lnTo>
                    <a:pt x="12623" y="11227"/>
                  </a:lnTo>
                  <a:cubicBezTo>
                    <a:pt x="12872" y="10877"/>
                    <a:pt x="12885" y="10411"/>
                    <a:pt x="12657" y="10047"/>
                  </a:cubicBezTo>
                  <a:lnTo>
                    <a:pt x="9738" y="5395"/>
                  </a:lnTo>
                  <a:lnTo>
                    <a:pt x="9738" y="3296"/>
                  </a:lnTo>
                  <a:lnTo>
                    <a:pt x="10403" y="3296"/>
                  </a:lnTo>
                  <a:cubicBezTo>
                    <a:pt x="10739" y="3296"/>
                    <a:pt x="11011" y="3024"/>
                    <a:pt x="11011" y="2688"/>
                  </a:cubicBezTo>
                  <a:lnTo>
                    <a:pt x="11011" y="609"/>
                  </a:lnTo>
                  <a:cubicBezTo>
                    <a:pt x="11011" y="273"/>
                    <a:pt x="10739" y="1"/>
                    <a:pt x="104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0" name="Google Shape;1360;p63"/>
          <p:cNvSpPr txBox="1">
            <a:spLocks noGrp="1"/>
          </p:cNvSpPr>
          <p:nvPr>
            <p:ph type="title"/>
          </p:nvPr>
        </p:nvSpPr>
        <p:spPr>
          <a:xfrm>
            <a:off x="1018025" y="704850"/>
            <a:ext cx="4289100" cy="127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1361" name="Google Shape;1361;p63"/>
          <p:cNvSpPr txBox="1">
            <a:spLocks noGrp="1"/>
          </p:cNvSpPr>
          <p:nvPr>
            <p:ph type="subTitle" idx="1"/>
          </p:nvPr>
        </p:nvSpPr>
        <p:spPr>
          <a:xfrm>
            <a:off x="1018025" y="1701600"/>
            <a:ext cx="4151700" cy="127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highlight>
                  <a:schemeClr val="accent2"/>
                </a:highlight>
              </a:rPr>
              <a:t>Do you have any questions?</a:t>
            </a:r>
            <a:endParaRPr sz="2400" b="1">
              <a:solidFill>
                <a:schemeClr val="dk1"/>
              </a:solidFill>
              <a:highlight>
                <a:schemeClr val="accent2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youremail@freepik.com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+34 654 321 432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yourwebsite.com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62" name="Google Shape;1362;p63"/>
          <p:cNvSpPr txBox="1"/>
          <p:nvPr/>
        </p:nvSpPr>
        <p:spPr>
          <a:xfrm>
            <a:off x="1018025" y="4125850"/>
            <a:ext cx="4151700" cy="2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Please keep this slide for attribution</a:t>
            </a:r>
            <a:endParaRPr sz="11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1363" name="Google Shape;1363;p63"/>
          <p:cNvGrpSpPr/>
          <p:nvPr/>
        </p:nvGrpSpPr>
        <p:grpSpPr>
          <a:xfrm>
            <a:off x="5863092" y="1752581"/>
            <a:ext cx="2573574" cy="2855998"/>
            <a:chOff x="6091692" y="1752581"/>
            <a:chExt cx="2573574" cy="2855998"/>
          </a:xfrm>
        </p:grpSpPr>
        <p:sp>
          <p:nvSpPr>
            <p:cNvPr id="1364" name="Google Shape;1364;p63"/>
            <p:cNvSpPr/>
            <p:nvPr/>
          </p:nvSpPr>
          <p:spPr>
            <a:xfrm>
              <a:off x="6690928" y="4277080"/>
              <a:ext cx="1375387" cy="331499"/>
            </a:xfrm>
            <a:custGeom>
              <a:avLst/>
              <a:gdLst/>
              <a:ahLst/>
              <a:cxnLst/>
              <a:rect l="l" t="t" r="r" b="b"/>
              <a:pathLst>
                <a:path w="19994" h="4819" extrusionOk="0">
                  <a:moveTo>
                    <a:pt x="9997" y="1"/>
                  </a:moveTo>
                  <a:cubicBezTo>
                    <a:pt x="7346" y="1"/>
                    <a:pt x="4804" y="254"/>
                    <a:pt x="2928" y="706"/>
                  </a:cubicBezTo>
                  <a:cubicBezTo>
                    <a:pt x="1054" y="1158"/>
                    <a:pt x="1" y="1771"/>
                    <a:pt x="1" y="2409"/>
                  </a:cubicBezTo>
                  <a:cubicBezTo>
                    <a:pt x="1" y="3048"/>
                    <a:pt x="1054" y="3660"/>
                    <a:pt x="2928" y="4113"/>
                  </a:cubicBezTo>
                  <a:cubicBezTo>
                    <a:pt x="4804" y="4565"/>
                    <a:pt x="7346" y="4819"/>
                    <a:pt x="9997" y="4819"/>
                  </a:cubicBezTo>
                  <a:cubicBezTo>
                    <a:pt x="12648" y="4819"/>
                    <a:pt x="15190" y="4565"/>
                    <a:pt x="17065" y="4113"/>
                  </a:cubicBezTo>
                  <a:cubicBezTo>
                    <a:pt x="18939" y="3660"/>
                    <a:pt x="19993" y="3048"/>
                    <a:pt x="19993" y="2409"/>
                  </a:cubicBezTo>
                  <a:cubicBezTo>
                    <a:pt x="19993" y="1771"/>
                    <a:pt x="18939" y="1158"/>
                    <a:pt x="17065" y="706"/>
                  </a:cubicBezTo>
                  <a:cubicBezTo>
                    <a:pt x="15190" y="254"/>
                    <a:pt x="12648" y="1"/>
                    <a:pt x="9997" y="1"/>
                  </a:cubicBezTo>
                  <a:close/>
                </a:path>
              </a:pathLst>
            </a:custGeom>
            <a:solidFill>
              <a:srgbClr val="2B2E5F">
                <a:alpha val="147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65" name="Google Shape;1365;p63"/>
            <p:cNvGrpSpPr/>
            <p:nvPr/>
          </p:nvGrpSpPr>
          <p:grpSpPr>
            <a:xfrm>
              <a:off x="6091692" y="1752581"/>
              <a:ext cx="2573574" cy="2603472"/>
              <a:chOff x="5898595" y="1552574"/>
              <a:chExt cx="2766689" cy="2798830"/>
            </a:xfrm>
          </p:grpSpPr>
          <p:sp>
            <p:nvSpPr>
              <p:cNvPr id="1366" name="Google Shape;1366;p63"/>
              <p:cNvSpPr/>
              <p:nvPr/>
            </p:nvSpPr>
            <p:spPr>
              <a:xfrm>
                <a:off x="5898595" y="1552574"/>
                <a:ext cx="1367999" cy="2025305"/>
              </a:xfrm>
              <a:custGeom>
                <a:avLst/>
                <a:gdLst/>
                <a:ahLst/>
                <a:cxnLst/>
                <a:rect l="l" t="t" r="r" b="b"/>
                <a:pathLst>
                  <a:path w="23959" h="35471" extrusionOk="0">
                    <a:moveTo>
                      <a:pt x="1410" y="1"/>
                    </a:moveTo>
                    <a:cubicBezTo>
                      <a:pt x="1410" y="1"/>
                      <a:pt x="1495" y="3654"/>
                      <a:pt x="657" y="7747"/>
                    </a:cubicBezTo>
                    <a:cubicBezTo>
                      <a:pt x="0" y="10956"/>
                      <a:pt x="1043" y="14341"/>
                      <a:pt x="3596" y="16392"/>
                    </a:cubicBezTo>
                    <a:cubicBezTo>
                      <a:pt x="3730" y="16499"/>
                      <a:pt x="3866" y="16602"/>
                      <a:pt x="4007" y="16703"/>
                    </a:cubicBezTo>
                    <a:cubicBezTo>
                      <a:pt x="5563" y="17817"/>
                      <a:pt x="7566" y="18922"/>
                      <a:pt x="9924" y="19533"/>
                    </a:cubicBezTo>
                    <a:cubicBezTo>
                      <a:pt x="9924" y="19533"/>
                      <a:pt x="9715" y="19550"/>
                      <a:pt x="9346" y="19550"/>
                    </a:cubicBezTo>
                    <a:cubicBezTo>
                      <a:pt x="8107" y="19550"/>
                      <a:pt x="5068" y="19358"/>
                      <a:pt x="2066" y="17689"/>
                    </a:cubicBezTo>
                    <a:lnTo>
                      <a:pt x="2066" y="17689"/>
                    </a:lnTo>
                    <a:cubicBezTo>
                      <a:pt x="2688" y="19135"/>
                      <a:pt x="3440" y="20521"/>
                      <a:pt x="4313" y="21830"/>
                    </a:cubicBezTo>
                    <a:cubicBezTo>
                      <a:pt x="6173" y="24623"/>
                      <a:pt x="9276" y="26401"/>
                      <a:pt x="12630" y="26431"/>
                    </a:cubicBezTo>
                    <a:cubicBezTo>
                      <a:pt x="12672" y="26432"/>
                      <a:pt x="12714" y="26432"/>
                      <a:pt x="12756" y="26432"/>
                    </a:cubicBezTo>
                    <a:cubicBezTo>
                      <a:pt x="13321" y="26432"/>
                      <a:pt x="13884" y="26397"/>
                      <a:pt x="14446" y="26328"/>
                    </a:cubicBezTo>
                    <a:lnTo>
                      <a:pt x="14446" y="26328"/>
                    </a:lnTo>
                    <a:cubicBezTo>
                      <a:pt x="14446" y="26328"/>
                      <a:pt x="12358" y="27242"/>
                      <a:pt x="9395" y="27242"/>
                    </a:cubicBezTo>
                    <a:cubicBezTo>
                      <a:pt x="9253" y="27242"/>
                      <a:pt x="9108" y="27240"/>
                      <a:pt x="8962" y="27236"/>
                    </a:cubicBezTo>
                    <a:lnTo>
                      <a:pt x="8962" y="27236"/>
                    </a:lnTo>
                    <a:cubicBezTo>
                      <a:pt x="10544" y="29735"/>
                      <a:pt x="12074" y="30840"/>
                      <a:pt x="13931" y="31723"/>
                    </a:cubicBezTo>
                    <a:cubicBezTo>
                      <a:pt x="14448" y="31973"/>
                      <a:pt x="15005" y="32166"/>
                      <a:pt x="15597" y="32338"/>
                    </a:cubicBezTo>
                    <a:cubicBezTo>
                      <a:pt x="16288" y="32540"/>
                      <a:pt x="16985" y="32694"/>
                      <a:pt x="17690" y="32832"/>
                    </a:cubicBezTo>
                    <a:cubicBezTo>
                      <a:pt x="19024" y="33095"/>
                      <a:pt x="21959" y="33829"/>
                      <a:pt x="23959" y="35470"/>
                    </a:cubicBezTo>
                    <a:lnTo>
                      <a:pt x="141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Google Shape;1367;p63"/>
              <p:cNvSpPr/>
              <p:nvPr/>
            </p:nvSpPr>
            <p:spPr>
              <a:xfrm>
                <a:off x="6071541" y="1578952"/>
                <a:ext cx="1149258" cy="1799656"/>
              </a:xfrm>
              <a:custGeom>
                <a:avLst/>
                <a:gdLst/>
                <a:ahLst/>
                <a:cxnLst/>
                <a:rect l="l" t="t" r="r" b="b"/>
                <a:pathLst>
                  <a:path w="20128" h="31519" extrusionOk="0">
                    <a:moveTo>
                      <a:pt x="0" y="1"/>
                    </a:moveTo>
                    <a:lnTo>
                      <a:pt x="19983" y="31519"/>
                    </a:lnTo>
                    <a:cubicBezTo>
                      <a:pt x="18425" y="27147"/>
                      <a:pt x="20128" y="24058"/>
                      <a:pt x="20114" y="21356"/>
                    </a:cubicBezTo>
                    <a:cubicBezTo>
                      <a:pt x="20101" y="19589"/>
                      <a:pt x="19805" y="17989"/>
                      <a:pt x="18434" y="15846"/>
                    </a:cubicBezTo>
                    <a:cubicBezTo>
                      <a:pt x="17377" y="18287"/>
                      <a:pt x="15826" y="19692"/>
                      <a:pt x="15729" y="19776"/>
                    </a:cubicBezTo>
                    <a:cubicBezTo>
                      <a:pt x="15971" y="19388"/>
                      <a:pt x="16192" y="18987"/>
                      <a:pt x="16390" y="18575"/>
                    </a:cubicBezTo>
                    <a:cubicBezTo>
                      <a:pt x="17681" y="15886"/>
                      <a:pt x="17438" y="12721"/>
                      <a:pt x="15884" y="10173"/>
                    </a:cubicBezTo>
                    <a:cubicBezTo>
                      <a:pt x="15196" y="9043"/>
                      <a:pt x="14408" y="7975"/>
                      <a:pt x="13530" y="6984"/>
                    </a:cubicBezTo>
                    <a:lnTo>
                      <a:pt x="13530" y="6984"/>
                    </a:lnTo>
                    <a:cubicBezTo>
                      <a:pt x="13788" y="10809"/>
                      <a:pt x="12088" y="13777"/>
                      <a:pt x="12088" y="13777"/>
                    </a:cubicBezTo>
                    <a:cubicBezTo>
                      <a:pt x="12478" y="11716"/>
                      <a:pt x="12347" y="9751"/>
                      <a:pt x="12052" y="8133"/>
                    </a:cubicBezTo>
                    <a:cubicBezTo>
                      <a:pt x="12025" y="7988"/>
                      <a:pt x="11994" y="7843"/>
                      <a:pt x="11960" y="7700"/>
                    </a:cubicBezTo>
                    <a:cubicBezTo>
                      <a:pt x="11297" y="4956"/>
                      <a:pt x="9001" y="2906"/>
                      <a:pt x="6232" y="2350"/>
                    </a:cubicBezTo>
                    <a:cubicBezTo>
                      <a:pt x="2708" y="1643"/>
                      <a:pt x="1" y="1"/>
                      <a:pt x="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Google Shape;1368;p63"/>
              <p:cNvSpPr/>
              <p:nvPr/>
            </p:nvSpPr>
            <p:spPr>
              <a:xfrm>
                <a:off x="7449108" y="1822413"/>
                <a:ext cx="1216177" cy="1788408"/>
              </a:xfrm>
              <a:custGeom>
                <a:avLst/>
                <a:gdLst/>
                <a:ahLst/>
                <a:cxnLst/>
                <a:rect l="l" t="t" r="r" b="b"/>
                <a:pathLst>
                  <a:path w="21300" h="31322" extrusionOk="0">
                    <a:moveTo>
                      <a:pt x="20295" y="1"/>
                    </a:moveTo>
                    <a:lnTo>
                      <a:pt x="1" y="31322"/>
                    </a:lnTo>
                    <a:cubicBezTo>
                      <a:pt x="3324" y="28081"/>
                      <a:pt x="6842" y="28338"/>
                      <a:pt x="9290" y="27197"/>
                    </a:cubicBezTo>
                    <a:cubicBezTo>
                      <a:pt x="10891" y="26451"/>
                      <a:pt x="12221" y="25510"/>
                      <a:pt x="13598" y="23374"/>
                    </a:cubicBezTo>
                    <a:lnTo>
                      <a:pt x="13598" y="23374"/>
                    </a:lnTo>
                    <a:cubicBezTo>
                      <a:pt x="13509" y="23376"/>
                      <a:pt x="13421" y="23377"/>
                      <a:pt x="13334" y="23377"/>
                    </a:cubicBezTo>
                    <a:cubicBezTo>
                      <a:pt x="10728" y="23377"/>
                      <a:pt x="8888" y="22549"/>
                      <a:pt x="8888" y="22549"/>
                    </a:cubicBezTo>
                    <a:lnTo>
                      <a:pt x="8888" y="22549"/>
                    </a:lnTo>
                    <a:cubicBezTo>
                      <a:pt x="9405" y="22619"/>
                      <a:pt x="9926" y="22654"/>
                      <a:pt x="10448" y="22655"/>
                    </a:cubicBezTo>
                    <a:cubicBezTo>
                      <a:pt x="10449" y="22655"/>
                      <a:pt x="10450" y="22655"/>
                      <a:pt x="10451" y="22655"/>
                    </a:cubicBezTo>
                    <a:cubicBezTo>
                      <a:pt x="13336" y="22655"/>
                      <a:pt x="16018" y="21144"/>
                      <a:pt x="17635" y="18759"/>
                    </a:cubicBezTo>
                    <a:cubicBezTo>
                      <a:pt x="18399" y="17641"/>
                      <a:pt x="19055" y="16454"/>
                      <a:pt x="19599" y="15214"/>
                    </a:cubicBezTo>
                    <a:lnTo>
                      <a:pt x="19599" y="15214"/>
                    </a:lnTo>
                    <a:cubicBezTo>
                      <a:pt x="17072" y="16590"/>
                      <a:pt x="14526" y="16761"/>
                      <a:pt x="13412" y="16761"/>
                    </a:cubicBezTo>
                    <a:cubicBezTo>
                      <a:pt x="13042" y="16761"/>
                      <a:pt x="12830" y="16742"/>
                      <a:pt x="12830" y="16742"/>
                    </a:cubicBezTo>
                    <a:cubicBezTo>
                      <a:pt x="14862" y="16234"/>
                      <a:pt x="16594" y="15293"/>
                      <a:pt x="17940" y="14349"/>
                    </a:cubicBezTo>
                    <a:cubicBezTo>
                      <a:pt x="18422" y="14010"/>
                      <a:pt x="18865" y="13618"/>
                      <a:pt x="19260" y="13181"/>
                    </a:cubicBezTo>
                    <a:cubicBezTo>
                      <a:pt x="20843" y="11431"/>
                      <a:pt x="21299" y="8966"/>
                      <a:pt x="20730" y="6674"/>
                    </a:cubicBezTo>
                    <a:cubicBezTo>
                      <a:pt x="19886" y="3282"/>
                      <a:pt x="20295" y="1"/>
                      <a:pt x="2029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Google Shape;1369;p63"/>
              <p:cNvSpPr/>
              <p:nvPr/>
            </p:nvSpPr>
            <p:spPr>
              <a:xfrm>
                <a:off x="7243332" y="1627713"/>
                <a:ext cx="1414533" cy="2180382"/>
              </a:xfrm>
              <a:custGeom>
                <a:avLst/>
                <a:gdLst/>
                <a:ahLst/>
                <a:cxnLst/>
                <a:rect l="l" t="t" r="r" b="b"/>
                <a:pathLst>
                  <a:path w="24774" h="38187" extrusionOk="0">
                    <a:moveTo>
                      <a:pt x="24774" y="1"/>
                    </a:moveTo>
                    <a:lnTo>
                      <a:pt x="23751" y="696"/>
                    </a:lnTo>
                    <a:cubicBezTo>
                      <a:pt x="21849" y="1987"/>
                      <a:pt x="19743" y="2943"/>
                      <a:pt x="17521" y="3525"/>
                    </a:cubicBezTo>
                    <a:cubicBezTo>
                      <a:pt x="16624" y="3759"/>
                      <a:pt x="15563" y="4107"/>
                      <a:pt x="14190" y="4710"/>
                    </a:cubicBezTo>
                    <a:cubicBezTo>
                      <a:pt x="11673" y="5816"/>
                      <a:pt x="10072" y="8378"/>
                      <a:pt x="9554" y="11079"/>
                    </a:cubicBezTo>
                    <a:cubicBezTo>
                      <a:pt x="9192" y="12958"/>
                      <a:pt x="9020" y="15240"/>
                      <a:pt x="9449" y="17639"/>
                    </a:cubicBezTo>
                    <a:cubicBezTo>
                      <a:pt x="9449" y="17639"/>
                      <a:pt x="7503" y="14175"/>
                      <a:pt x="7844" y="9732"/>
                    </a:cubicBezTo>
                    <a:lnTo>
                      <a:pt x="7844" y="9732"/>
                    </a:lnTo>
                    <a:cubicBezTo>
                      <a:pt x="6790" y="10898"/>
                      <a:pt x="5845" y="12159"/>
                      <a:pt x="5022" y="13499"/>
                    </a:cubicBezTo>
                    <a:cubicBezTo>
                      <a:pt x="3259" y="16353"/>
                      <a:pt x="2938" y="19919"/>
                      <a:pt x="4314" y="22978"/>
                    </a:cubicBezTo>
                    <a:cubicBezTo>
                      <a:pt x="4562" y="23532"/>
                      <a:pt x="4846" y="24068"/>
                      <a:pt x="5165" y="24584"/>
                    </a:cubicBezTo>
                    <a:cubicBezTo>
                      <a:pt x="5165" y="24584"/>
                      <a:pt x="3296" y="22923"/>
                      <a:pt x="2052" y="19980"/>
                    </a:cubicBezTo>
                    <a:cubicBezTo>
                      <a:pt x="441" y="22460"/>
                      <a:pt x="77" y="24316"/>
                      <a:pt x="47" y="26370"/>
                    </a:cubicBezTo>
                    <a:cubicBezTo>
                      <a:pt x="1" y="29509"/>
                      <a:pt x="1949" y="33119"/>
                      <a:pt x="94" y="38186"/>
                    </a:cubicBezTo>
                    <a:lnTo>
                      <a:pt x="21035" y="5786"/>
                    </a:lnTo>
                    <a:lnTo>
                      <a:pt x="2477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Google Shape;1370;p63"/>
              <p:cNvSpPr/>
              <p:nvPr/>
            </p:nvSpPr>
            <p:spPr>
              <a:xfrm>
                <a:off x="6998331" y="3641398"/>
                <a:ext cx="586448" cy="136863"/>
              </a:xfrm>
              <a:custGeom>
                <a:avLst/>
                <a:gdLst/>
                <a:ahLst/>
                <a:cxnLst/>
                <a:rect l="l" t="t" r="r" b="b"/>
                <a:pathLst>
                  <a:path w="10271" h="2397" extrusionOk="0">
                    <a:moveTo>
                      <a:pt x="687" y="0"/>
                    </a:moveTo>
                    <a:cubicBezTo>
                      <a:pt x="307" y="0"/>
                      <a:pt x="0" y="307"/>
                      <a:pt x="0" y="687"/>
                    </a:cubicBezTo>
                    <a:lnTo>
                      <a:pt x="0" y="1710"/>
                    </a:lnTo>
                    <a:cubicBezTo>
                      <a:pt x="0" y="2090"/>
                      <a:pt x="307" y="2396"/>
                      <a:pt x="687" y="2396"/>
                    </a:cubicBezTo>
                    <a:lnTo>
                      <a:pt x="9583" y="2396"/>
                    </a:lnTo>
                    <a:cubicBezTo>
                      <a:pt x="9964" y="2396"/>
                      <a:pt x="10270" y="2090"/>
                      <a:pt x="10270" y="1710"/>
                    </a:cubicBezTo>
                    <a:lnTo>
                      <a:pt x="10270" y="687"/>
                    </a:lnTo>
                    <a:cubicBezTo>
                      <a:pt x="10270" y="307"/>
                      <a:pt x="9964" y="0"/>
                      <a:pt x="95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Google Shape;1371;p63"/>
              <p:cNvSpPr/>
              <p:nvPr/>
            </p:nvSpPr>
            <p:spPr>
              <a:xfrm>
                <a:off x="6885908" y="3778202"/>
                <a:ext cx="811298" cy="573202"/>
              </a:xfrm>
              <a:custGeom>
                <a:avLst/>
                <a:gdLst/>
                <a:ahLst/>
                <a:cxnLst/>
                <a:rect l="l" t="t" r="r" b="b"/>
                <a:pathLst>
                  <a:path w="14209" h="10039" extrusionOk="0">
                    <a:moveTo>
                      <a:pt x="3136" y="0"/>
                    </a:moveTo>
                    <a:lnTo>
                      <a:pt x="2816" y="1882"/>
                    </a:lnTo>
                    <a:lnTo>
                      <a:pt x="2332" y="1882"/>
                    </a:lnTo>
                    <a:cubicBezTo>
                      <a:pt x="1502" y="1882"/>
                      <a:pt x="804" y="2506"/>
                      <a:pt x="710" y="3331"/>
                    </a:cubicBezTo>
                    <a:lnTo>
                      <a:pt x="60" y="9052"/>
                    </a:lnTo>
                    <a:cubicBezTo>
                      <a:pt x="0" y="9578"/>
                      <a:pt x="412" y="10039"/>
                      <a:pt x="940" y="10039"/>
                    </a:cubicBezTo>
                    <a:lnTo>
                      <a:pt x="13268" y="10039"/>
                    </a:lnTo>
                    <a:cubicBezTo>
                      <a:pt x="13798" y="10037"/>
                      <a:pt x="14208" y="9578"/>
                      <a:pt x="14148" y="9052"/>
                    </a:cubicBezTo>
                    <a:lnTo>
                      <a:pt x="13498" y="3331"/>
                    </a:lnTo>
                    <a:cubicBezTo>
                      <a:pt x="13404" y="2506"/>
                      <a:pt x="12707" y="1882"/>
                      <a:pt x="11876" y="1882"/>
                    </a:cubicBezTo>
                    <a:lnTo>
                      <a:pt x="11393" y="1882"/>
                    </a:lnTo>
                    <a:lnTo>
                      <a:pt x="1107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72" name="Google Shape;1372;p63"/>
          <p:cNvGrpSpPr/>
          <p:nvPr/>
        </p:nvGrpSpPr>
        <p:grpSpPr>
          <a:xfrm>
            <a:off x="1780007" y="3111712"/>
            <a:ext cx="387661" cy="387661"/>
            <a:chOff x="1379798" y="1723250"/>
            <a:chExt cx="397887" cy="397887"/>
          </a:xfrm>
        </p:grpSpPr>
        <p:sp>
          <p:nvSpPr>
            <p:cNvPr id="1373" name="Google Shape;1373;p63"/>
            <p:cNvSpPr/>
            <p:nvPr/>
          </p:nvSpPr>
          <p:spPr>
            <a:xfrm>
              <a:off x="1462169" y="1793977"/>
              <a:ext cx="23354" cy="23312"/>
            </a:xfrm>
            <a:custGeom>
              <a:avLst/>
              <a:gdLst/>
              <a:ahLst/>
              <a:cxnLst/>
              <a:rect l="l" t="t" r="r" b="b"/>
              <a:pathLst>
                <a:path w="1119" h="1117" extrusionOk="0">
                  <a:moveTo>
                    <a:pt x="559" y="1"/>
                  </a:moveTo>
                  <a:cubicBezTo>
                    <a:pt x="251" y="1"/>
                    <a:pt x="0" y="250"/>
                    <a:pt x="0" y="558"/>
                  </a:cubicBezTo>
                  <a:cubicBezTo>
                    <a:pt x="0" y="866"/>
                    <a:pt x="251" y="1117"/>
                    <a:pt x="559" y="1117"/>
                  </a:cubicBezTo>
                  <a:cubicBezTo>
                    <a:pt x="867" y="1117"/>
                    <a:pt x="1118" y="866"/>
                    <a:pt x="1118" y="558"/>
                  </a:cubicBezTo>
                  <a:cubicBezTo>
                    <a:pt x="1118" y="250"/>
                    <a:pt x="867" y="1"/>
                    <a:pt x="5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63"/>
            <p:cNvSpPr/>
            <p:nvPr/>
          </p:nvSpPr>
          <p:spPr>
            <a:xfrm>
              <a:off x="1379798" y="1723250"/>
              <a:ext cx="397887" cy="397887"/>
            </a:xfrm>
            <a:custGeom>
              <a:avLst/>
              <a:gdLst/>
              <a:ahLst/>
              <a:cxnLst/>
              <a:rect l="l" t="t" r="r" b="b"/>
              <a:pathLst>
                <a:path w="19065" h="19065" extrusionOk="0">
                  <a:moveTo>
                    <a:pt x="4506" y="2271"/>
                  </a:moveTo>
                  <a:cubicBezTo>
                    <a:pt x="5429" y="2271"/>
                    <a:pt x="6181" y="3023"/>
                    <a:pt x="6181" y="3947"/>
                  </a:cubicBezTo>
                  <a:cubicBezTo>
                    <a:pt x="6181" y="4872"/>
                    <a:pt x="5429" y="5622"/>
                    <a:pt x="4506" y="5622"/>
                  </a:cubicBezTo>
                  <a:cubicBezTo>
                    <a:pt x="3583" y="5622"/>
                    <a:pt x="2831" y="4872"/>
                    <a:pt x="2831" y="3947"/>
                  </a:cubicBezTo>
                  <a:cubicBezTo>
                    <a:pt x="2831" y="3023"/>
                    <a:pt x="3583" y="2271"/>
                    <a:pt x="4506" y="2271"/>
                  </a:cubicBezTo>
                  <a:close/>
                  <a:moveTo>
                    <a:pt x="5622" y="6740"/>
                  </a:moveTo>
                  <a:cubicBezTo>
                    <a:pt x="5932" y="6740"/>
                    <a:pt x="6181" y="6989"/>
                    <a:pt x="6181" y="7299"/>
                  </a:cubicBezTo>
                  <a:lnTo>
                    <a:pt x="6181" y="16234"/>
                  </a:lnTo>
                  <a:cubicBezTo>
                    <a:pt x="6181" y="16544"/>
                    <a:pt x="5932" y="16793"/>
                    <a:pt x="5622" y="16793"/>
                  </a:cubicBezTo>
                  <a:lnTo>
                    <a:pt x="3388" y="16793"/>
                  </a:lnTo>
                  <a:cubicBezTo>
                    <a:pt x="3080" y="16793"/>
                    <a:pt x="2831" y="16544"/>
                    <a:pt x="2831" y="16234"/>
                  </a:cubicBezTo>
                  <a:lnTo>
                    <a:pt x="2831" y="7299"/>
                  </a:lnTo>
                  <a:cubicBezTo>
                    <a:pt x="2831" y="6989"/>
                    <a:pt x="3080" y="6740"/>
                    <a:pt x="3388" y="6740"/>
                  </a:cubicBezTo>
                  <a:close/>
                  <a:moveTo>
                    <a:pt x="12596" y="6721"/>
                  </a:moveTo>
                  <a:cubicBezTo>
                    <a:pt x="12811" y="6721"/>
                    <a:pt x="13027" y="6739"/>
                    <a:pt x="13241" y="6774"/>
                  </a:cubicBezTo>
                  <a:cubicBezTo>
                    <a:pt x="15058" y="7069"/>
                    <a:pt x="16235" y="8557"/>
                    <a:pt x="16235" y="10223"/>
                  </a:cubicBezTo>
                  <a:lnTo>
                    <a:pt x="16235" y="16234"/>
                  </a:lnTo>
                  <a:cubicBezTo>
                    <a:pt x="16235" y="16544"/>
                    <a:pt x="15985" y="16793"/>
                    <a:pt x="15676" y="16793"/>
                  </a:cubicBezTo>
                  <a:lnTo>
                    <a:pt x="13441" y="16793"/>
                  </a:lnTo>
                  <a:cubicBezTo>
                    <a:pt x="13133" y="16793"/>
                    <a:pt x="12884" y="16544"/>
                    <a:pt x="12884" y="16234"/>
                  </a:cubicBezTo>
                  <a:lnTo>
                    <a:pt x="12884" y="11209"/>
                  </a:lnTo>
                  <a:cubicBezTo>
                    <a:pt x="12884" y="10593"/>
                    <a:pt x="12382" y="10091"/>
                    <a:pt x="11766" y="10091"/>
                  </a:cubicBezTo>
                  <a:cubicBezTo>
                    <a:pt x="11150" y="10091"/>
                    <a:pt x="10650" y="10593"/>
                    <a:pt x="10650" y="11209"/>
                  </a:cubicBezTo>
                  <a:lnTo>
                    <a:pt x="10650" y="16234"/>
                  </a:lnTo>
                  <a:cubicBezTo>
                    <a:pt x="10650" y="16544"/>
                    <a:pt x="10399" y="16793"/>
                    <a:pt x="10091" y="16793"/>
                  </a:cubicBezTo>
                  <a:lnTo>
                    <a:pt x="7857" y="16793"/>
                  </a:lnTo>
                  <a:cubicBezTo>
                    <a:pt x="7547" y="16793"/>
                    <a:pt x="7298" y="16544"/>
                    <a:pt x="7298" y="16234"/>
                  </a:cubicBezTo>
                  <a:lnTo>
                    <a:pt x="7298" y="7299"/>
                  </a:lnTo>
                  <a:cubicBezTo>
                    <a:pt x="7298" y="6989"/>
                    <a:pt x="7547" y="6740"/>
                    <a:pt x="7857" y="6740"/>
                  </a:cubicBezTo>
                  <a:lnTo>
                    <a:pt x="10091" y="6740"/>
                  </a:lnTo>
                  <a:cubicBezTo>
                    <a:pt x="10377" y="6740"/>
                    <a:pt x="10613" y="6956"/>
                    <a:pt x="10644" y="7234"/>
                  </a:cubicBezTo>
                  <a:cubicBezTo>
                    <a:pt x="11219" y="6901"/>
                    <a:pt x="11901" y="6721"/>
                    <a:pt x="12596" y="6721"/>
                  </a:cubicBezTo>
                  <a:close/>
                  <a:moveTo>
                    <a:pt x="2831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31" y="19065"/>
                  </a:cubicBezTo>
                  <a:lnTo>
                    <a:pt x="16235" y="19065"/>
                  </a:lnTo>
                  <a:cubicBezTo>
                    <a:pt x="17774" y="19065"/>
                    <a:pt x="19065" y="17775"/>
                    <a:pt x="19065" y="16234"/>
                  </a:cubicBezTo>
                  <a:lnTo>
                    <a:pt x="19065" y="2831"/>
                  </a:lnTo>
                  <a:cubicBezTo>
                    <a:pt x="19065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63"/>
            <p:cNvSpPr/>
            <p:nvPr/>
          </p:nvSpPr>
          <p:spPr>
            <a:xfrm>
              <a:off x="1555413" y="1886846"/>
              <a:ext cx="139912" cy="163558"/>
            </a:xfrm>
            <a:custGeom>
              <a:avLst/>
              <a:gdLst/>
              <a:ahLst/>
              <a:cxnLst/>
              <a:rect l="l" t="t" r="r" b="b"/>
              <a:pathLst>
                <a:path w="6704" h="7837" extrusionOk="0">
                  <a:moveTo>
                    <a:pt x="4182" y="0"/>
                  </a:moveTo>
                  <a:cubicBezTo>
                    <a:pt x="3474" y="0"/>
                    <a:pt x="2782" y="261"/>
                    <a:pt x="2332" y="711"/>
                  </a:cubicBezTo>
                  <a:cubicBezTo>
                    <a:pt x="2108" y="935"/>
                    <a:pt x="1938" y="1142"/>
                    <a:pt x="1686" y="1142"/>
                  </a:cubicBezTo>
                  <a:cubicBezTo>
                    <a:pt x="1618" y="1142"/>
                    <a:pt x="1544" y="1127"/>
                    <a:pt x="1462" y="1093"/>
                  </a:cubicBezTo>
                  <a:cubicBezTo>
                    <a:pt x="1253" y="1006"/>
                    <a:pt x="1117" y="803"/>
                    <a:pt x="1117" y="576"/>
                  </a:cubicBezTo>
                  <a:lnTo>
                    <a:pt x="1117" y="17"/>
                  </a:lnTo>
                  <a:lnTo>
                    <a:pt x="1" y="17"/>
                  </a:lnTo>
                  <a:lnTo>
                    <a:pt x="1" y="7836"/>
                  </a:lnTo>
                  <a:lnTo>
                    <a:pt x="1117" y="7836"/>
                  </a:lnTo>
                  <a:lnTo>
                    <a:pt x="1117" y="3370"/>
                  </a:lnTo>
                  <a:cubicBezTo>
                    <a:pt x="1117" y="2137"/>
                    <a:pt x="2120" y="1135"/>
                    <a:pt x="3351" y="1135"/>
                  </a:cubicBezTo>
                  <a:cubicBezTo>
                    <a:pt x="4584" y="1135"/>
                    <a:pt x="5585" y="2137"/>
                    <a:pt x="5585" y="3370"/>
                  </a:cubicBezTo>
                  <a:lnTo>
                    <a:pt x="5585" y="7836"/>
                  </a:lnTo>
                  <a:lnTo>
                    <a:pt x="6703" y="7836"/>
                  </a:lnTo>
                  <a:lnTo>
                    <a:pt x="6703" y="2384"/>
                  </a:lnTo>
                  <a:cubicBezTo>
                    <a:pt x="6703" y="1266"/>
                    <a:pt x="5932" y="245"/>
                    <a:pt x="4648" y="38"/>
                  </a:cubicBezTo>
                  <a:cubicBezTo>
                    <a:pt x="4493" y="13"/>
                    <a:pt x="4337" y="0"/>
                    <a:pt x="41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63"/>
            <p:cNvSpPr/>
            <p:nvPr/>
          </p:nvSpPr>
          <p:spPr>
            <a:xfrm>
              <a:off x="1462169" y="1887200"/>
              <a:ext cx="23354" cy="163203"/>
            </a:xfrm>
            <a:custGeom>
              <a:avLst/>
              <a:gdLst/>
              <a:ahLst/>
              <a:cxnLst/>
              <a:rect l="l" t="t" r="r" b="b"/>
              <a:pathLst>
                <a:path w="1119" h="7820" extrusionOk="0">
                  <a:moveTo>
                    <a:pt x="0" y="0"/>
                  </a:moveTo>
                  <a:lnTo>
                    <a:pt x="0" y="7819"/>
                  </a:lnTo>
                  <a:lnTo>
                    <a:pt x="1118" y="7819"/>
                  </a:lnTo>
                  <a:lnTo>
                    <a:pt x="1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7" name="Google Shape;1377;p63"/>
          <p:cNvGrpSpPr/>
          <p:nvPr/>
        </p:nvGrpSpPr>
        <p:grpSpPr>
          <a:xfrm>
            <a:off x="1096567" y="3111712"/>
            <a:ext cx="387641" cy="387661"/>
            <a:chOff x="864491" y="1723250"/>
            <a:chExt cx="397866" cy="397887"/>
          </a:xfrm>
        </p:grpSpPr>
        <p:sp>
          <p:nvSpPr>
            <p:cNvPr id="1378" name="Google Shape;1378;p63"/>
            <p:cNvSpPr/>
            <p:nvPr/>
          </p:nvSpPr>
          <p:spPr>
            <a:xfrm>
              <a:off x="935197" y="179397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63"/>
            <p:cNvSpPr/>
            <p:nvPr/>
          </p:nvSpPr>
          <p:spPr>
            <a:xfrm>
              <a:off x="1005109" y="186391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63"/>
            <p:cNvSpPr/>
            <p:nvPr/>
          </p:nvSpPr>
          <p:spPr>
            <a:xfrm>
              <a:off x="864491" y="172325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81" name="Google Shape;1381;p63"/>
          <p:cNvSpPr/>
          <p:nvPr/>
        </p:nvSpPr>
        <p:spPr>
          <a:xfrm>
            <a:off x="2463467" y="3146940"/>
            <a:ext cx="388846" cy="317145"/>
          </a:xfrm>
          <a:custGeom>
            <a:avLst/>
            <a:gdLst/>
            <a:ahLst/>
            <a:cxnLst/>
            <a:rect l="l" t="t" r="r" b="b"/>
            <a:pathLst>
              <a:path w="19122" h="15596" extrusionOk="0">
                <a:moveTo>
                  <a:pt x="12981" y="0"/>
                </a:moveTo>
                <a:cubicBezTo>
                  <a:pt x="12091" y="0"/>
                  <a:pt x="10821" y="352"/>
                  <a:pt x="9915" y="1352"/>
                </a:cubicBezTo>
                <a:cubicBezTo>
                  <a:pt x="9203" y="2141"/>
                  <a:pt x="8847" y="3174"/>
                  <a:pt x="8856" y="4430"/>
                </a:cubicBezTo>
                <a:cubicBezTo>
                  <a:pt x="6243" y="4110"/>
                  <a:pt x="4101" y="2933"/>
                  <a:pt x="2323" y="846"/>
                </a:cubicBezTo>
                <a:cubicBezTo>
                  <a:pt x="2216" y="723"/>
                  <a:pt x="2064" y="650"/>
                  <a:pt x="1902" y="650"/>
                </a:cubicBezTo>
                <a:cubicBezTo>
                  <a:pt x="1875" y="650"/>
                  <a:pt x="1848" y="652"/>
                  <a:pt x="1820" y="656"/>
                </a:cubicBezTo>
                <a:cubicBezTo>
                  <a:pt x="1631" y="683"/>
                  <a:pt x="1468" y="805"/>
                  <a:pt x="1391" y="977"/>
                </a:cubicBezTo>
                <a:cubicBezTo>
                  <a:pt x="695" y="2512"/>
                  <a:pt x="701" y="3895"/>
                  <a:pt x="1403" y="5113"/>
                </a:cubicBezTo>
                <a:cubicBezTo>
                  <a:pt x="1389" y="5111"/>
                  <a:pt x="1374" y="5111"/>
                  <a:pt x="1360" y="5111"/>
                </a:cubicBezTo>
                <a:cubicBezTo>
                  <a:pt x="1076" y="5111"/>
                  <a:pt x="803" y="5375"/>
                  <a:pt x="824" y="5707"/>
                </a:cubicBezTo>
                <a:cubicBezTo>
                  <a:pt x="916" y="7101"/>
                  <a:pt x="1428" y="8182"/>
                  <a:pt x="2351" y="8934"/>
                </a:cubicBezTo>
                <a:cubicBezTo>
                  <a:pt x="2176" y="9073"/>
                  <a:pt x="2102" y="9307"/>
                  <a:pt x="2164" y="9524"/>
                </a:cubicBezTo>
                <a:cubicBezTo>
                  <a:pt x="2456" y="10535"/>
                  <a:pt x="3310" y="11633"/>
                  <a:pt x="4615" y="12155"/>
                </a:cubicBezTo>
                <a:cubicBezTo>
                  <a:pt x="3657" y="12655"/>
                  <a:pt x="2516" y="12903"/>
                  <a:pt x="1345" y="12903"/>
                </a:cubicBezTo>
                <a:cubicBezTo>
                  <a:pt x="1111" y="12903"/>
                  <a:pt x="876" y="12893"/>
                  <a:pt x="641" y="12873"/>
                </a:cubicBezTo>
                <a:cubicBezTo>
                  <a:pt x="628" y="12872"/>
                  <a:pt x="615" y="12872"/>
                  <a:pt x="603" y="12872"/>
                </a:cubicBezTo>
                <a:cubicBezTo>
                  <a:pt x="362" y="12872"/>
                  <a:pt x="155" y="13031"/>
                  <a:pt x="78" y="13266"/>
                </a:cubicBezTo>
                <a:cubicBezTo>
                  <a:pt x="0" y="13512"/>
                  <a:pt x="113" y="13788"/>
                  <a:pt x="334" y="13922"/>
                </a:cubicBezTo>
                <a:cubicBezTo>
                  <a:pt x="1162" y="14423"/>
                  <a:pt x="3243" y="15596"/>
                  <a:pt x="6294" y="15596"/>
                </a:cubicBezTo>
                <a:cubicBezTo>
                  <a:pt x="14568" y="15596"/>
                  <a:pt x="17244" y="8279"/>
                  <a:pt x="17244" y="4736"/>
                </a:cubicBezTo>
                <a:cubicBezTo>
                  <a:pt x="17241" y="4515"/>
                  <a:pt x="17243" y="4541"/>
                  <a:pt x="17230" y="4426"/>
                </a:cubicBezTo>
                <a:cubicBezTo>
                  <a:pt x="17250" y="4403"/>
                  <a:pt x="17326" y="4347"/>
                  <a:pt x="17386" y="4301"/>
                </a:cubicBezTo>
                <a:cubicBezTo>
                  <a:pt x="17696" y="4067"/>
                  <a:pt x="18237" y="3680"/>
                  <a:pt x="18983" y="2590"/>
                </a:cubicBezTo>
                <a:cubicBezTo>
                  <a:pt x="19121" y="2386"/>
                  <a:pt x="19111" y="2118"/>
                  <a:pt x="18957" y="1925"/>
                </a:cubicBezTo>
                <a:cubicBezTo>
                  <a:pt x="18840" y="1779"/>
                  <a:pt x="18708" y="1722"/>
                  <a:pt x="18558" y="1722"/>
                </a:cubicBezTo>
                <a:cubicBezTo>
                  <a:pt x="18451" y="1722"/>
                  <a:pt x="18336" y="1751"/>
                  <a:pt x="18212" y="1799"/>
                </a:cubicBezTo>
                <a:cubicBezTo>
                  <a:pt x="18352" y="1553"/>
                  <a:pt x="18467" y="1291"/>
                  <a:pt x="18559" y="1014"/>
                </a:cubicBezTo>
                <a:cubicBezTo>
                  <a:pt x="18631" y="800"/>
                  <a:pt x="18553" y="614"/>
                  <a:pt x="18382" y="465"/>
                </a:cubicBezTo>
                <a:cubicBezTo>
                  <a:pt x="18282" y="379"/>
                  <a:pt x="18151" y="335"/>
                  <a:pt x="18020" y="335"/>
                </a:cubicBezTo>
                <a:cubicBezTo>
                  <a:pt x="17928" y="335"/>
                  <a:pt x="17837" y="356"/>
                  <a:pt x="17754" y="398"/>
                </a:cubicBezTo>
                <a:cubicBezTo>
                  <a:pt x="16848" y="856"/>
                  <a:pt x="16172" y="1054"/>
                  <a:pt x="15873" y="1113"/>
                </a:cubicBezTo>
                <a:cubicBezTo>
                  <a:pt x="15090" y="395"/>
                  <a:pt x="14251" y="0"/>
                  <a:pt x="1298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eative Writing School by Slidesgo">
  <a:themeElements>
    <a:clrScheme name="Simple Light">
      <a:dk1>
        <a:srgbClr val="2B2E5F"/>
      </a:dk1>
      <a:lt1>
        <a:srgbClr val="F3F3F3"/>
      </a:lt1>
      <a:dk2>
        <a:srgbClr val="0080CF"/>
      </a:dk2>
      <a:lt2>
        <a:srgbClr val="5EA7FF"/>
      </a:lt2>
      <a:accent1>
        <a:srgbClr val="FF896F"/>
      </a:accent1>
      <a:accent2>
        <a:srgbClr val="FFD1CA"/>
      </a:accent2>
      <a:accent3>
        <a:srgbClr val="FFC451"/>
      </a:accent3>
      <a:accent4>
        <a:srgbClr val="FFE4B1"/>
      </a:accent4>
      <a:accent5>
        <a:srgbClr val="FFFFFF"/>
      </a:accent5>
      <a:accent6>
        <a:srgbClr val="FFFFFF"/>
      </a:accent6>
      <a:hlink>
        <a:srgbClr val="2B2E5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1048</Words>
  <Application>Microsoft Office PowerPoint</Application>
  <PresentationFormat>Экран (16:9)</PresentationFormat>
  <Paragraphs>237</Paragraphs>
  <Slides>27</Slides>
  <Notes>27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34" baseType="lpstr">
      <vt:lpstr>Nunito Light</vt:lpstr>
      <vt:lpstr>Secular One</vt:lpstr>
      <vt:lpstr>Montserrat</vt:lpstr>
      <vt:lpstr>Barlow</vt:lpstr>
      <vt:lpstr>Bebas Neue</vt:lpstr>
      <vt:lpstr>Arial</vt:lpstr>
      <vt:lpstr>Creative Writing School by Slidesgo</vt:lpstr>
      <vt:lpstr>Creative Writing School</vt:lpstr>
      <vt:lpstr>Contents of this template</vt:lpstr>
      <vt:lpstr>Table of contents</vt:lpstr>
      <vt:lpstr>Our teaching method</vt:lpstr>
      <vt:lpstr>Introduction</vt:lpstr>
      <vt:lpstr>—Someone Famous</vt:lpstr>
      <vt:lpstr>Our teaching method</vt:lpstr>
      <vt:lpstr>What sets us apart?</vt:lpstr>
      <vt:lpstr>The curriculum</vt:lpstr>
      <vt:lpstr>Our academic areas</vt:lpstr>
      <vt:lpstr>Our mission and vision</vt:lpstr>
      <vt:lpstr>Awesome words</vt:lpstr>
      <vt:lpstr>A picture is worth a thousand words</vt:lpstr>
      <vt:lpstr>A picture always reinforces the concept</vt:lpstr>
      <vt:lpstr>Our values</vt:lpstr>
      <vt:lpstr>Let's see examples</vt:lpstr>
      <vt:lpstr>Our success</vt:lpstr>
      <vt:lpstr>Creative writing around the world</vt:lpstr>
      <vt:lpstr>9h 55m 23s</vt:lpstr>
      <vt:lpstr>Statistics</vt:lpstr>
      <vt:lpstr>Our teachers</vt:lpstr>
      <vt:lpstr>Our goals</vt:lpstr>
      <vt:lpstr>Monthly competitions</vt:lpstr>
      <vt:lpstr>Student progress</vt:lpstr>
      <vt:lpstr>Enrollment process</vt:lpstr>
      <vt:lpstr>Special reminders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Creative Writing School</dc:title>
  <cp:lastModifiedBy>я</cp:lastModifiedBy>
  <cp:revision>1</cp:revision>
  <dcterms:modified xsi:type="dcterms:W3CDTF">2026-02-19T10:19:31Z</dcterms:modified>
</cp:coreProperties>
</file>
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8" r:id="rId12"/>
    <p:sldId id="269" r:id="rId13"/>
    <p:sldId id="271" r:id="rId14"/>
    <p:sldId id="272" r:id="rId15"/>
    <p:sldId id="273" r:id="rId16"/>
    <p:sldId id="274" r:id="rId17"/>
    <p:sldId id="275" r:id="rId18"/>
  </p:sldIdLst>
  <p:sldSz cx="9144000" cy="5143500" type="screen16x9"/>
  <p:notesSz cx="6858000" cy="9144000"/>
  <p:embeddedFontLst>
    <p:embeddedFont>
      <p:font typeface="Raleway" panose="020B0604020202020204" charset="-52"/>
      <p:regular r:id="rId20"/>
      <p:bold r:id="rId21"/>
      <p:italic r:id="rId22"/>
      <p:boldItalic r:id="rId23"/>
    </p:embeddedFont>
    <p:embeddedFont>
      <p:font typeface="Albert Sans Black" panose="020B0604020202020204" charset="0"/>
      <p:bold r:id="rId24"/>
      <p:boldItalic r:id="rId25"/>
    </p:embeddedFont>
    <p:embeddedFont>
      <p:font typeface="Albert Sans ExtraBold" panose="020B0604020202020204" charset="0"/>
      <p:bold r:id="rId26"/>
      <p:boldItalic r:id="rId27"/>
    </p:embeddedFont>
    <p:embeddedFont>
      <p:font typeface="Albert Sans" panose="020B0604020202020204" charset="0"/>
      <p:regular r:id="rId28"/>
      <p:bold r:id="rId29"/>
      <p:italic r:id="rId30"/>
      <p:boldItalic r:id="rId31"/>
    </p:embeddedFont>
    <p:embeddedFont>
      <p:font typeface="Albert Sans Medium" panose="020B0604020202020204" charset="0"/>
      <p:regular r:id="rId32"/>
      <p:bold r:id="rId33"/>
      <p:italic r:id="rId34"/>
      <p:boldItalic r:id="rId35"/>
    </p:embeddedFont>
    <p:embeddedFont>
      <p:font typeface="Open Sans" panose="020B0604020202020204" charset="0"/>
      <p:regular r:id="rId36"/>
      <p:bold r:id="rId37"/>
      <p:italic r:id="rId38"/>
      <p:boldItalic r:id="rId39"/>
    </p:embeddedFont>
    <p:embeddedFont>
      <p:font typeface="Bebas Neue" panose="020B0604020202020204" charset="0"/>
      <p:regular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3DDB6C1-8B1A-4266-A48C-7A55310C1C85}">
  <a:tblStyle styleId="{63DDB6C1-8B1A-4266-A48C-7A55310C1C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F59831B-0B70-43C8-8F5D-E7B08A6C41D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font" Target="fonts/font20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font" Target="fonts/font2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21f8c0b303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221f8c0b303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910c9cffe2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1910c9cffe2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1910c9cffe2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1910c9cffe2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1910c9cffe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1910c9cffe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184d99d1a72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184d99d1a72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54dda1946d_4_2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54dda1946d_4_2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204f468eb89_1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204f468eb89_1_3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286000" y="961350"/>
            <a:ext cx="4572000" cy="27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286000" y="3707600"/>
            <a:ext cx="4572000" cy="3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5465723" y="2374722"/>
            <a:ext cx="5195272" cy="3863270"/>
            <a:chOff x="5465723" y="2374722"/>
            <a:chExt cx="5195272" cy="3863270"/>
          </a:xfrm>
        </p:grpSpPr>
        <p:sp>
          <p:nvSpPr>
            <p:cNvPr id="12" name="Google Shape;12;p2"/>
            <p:cNvSpPr/>
            <p:nvPr/>
          </p:nvSpPr>
          <p:spPr>
            <a:xfrm rot="-816931">
              <a:off x="8792253" y="2447592"/>
              <a:ext cx="757387" cy="1158334"/>
            </a:xfrm>
            <a:custGeom>
              <a:avLst/>
              <a:gdLst/>
              <a:ahLst/>
              <a:cxnLst/>
              <a:rect l="l" t="t" r="r" b="b"/>
              <a:pathLst>
                <a:path w="11912" h="18218" extrusionOk="0">
                  <a:moveTo>
                    <a:pt x="4357" y="1"/>
                  </a:moveTo>
                  <a:cubicBezTo>
                    <a:pt x="4022" y="1"/>
                    <a:pt x="3666" y="136"/>
                    <a:pt x="3332" y="456"/>
                  </a:cubicBezTo>
                  <a:cubicBezTo>
                    <a:pt x="1845" y="1943"/>
                    <a:pt x="716" y="3845"/>
                    <a:pt x="358" y="5875"/>
                  </a:cubicBezTo>
                  <a:cubicBezTo>
                    <a:pt x="1" y="7420"/>
                    <a:pt x="229" y="9093"/>
                    <a:pt x="1431" y="10580"/>
                  </a:cubicBezTo>
                  <a:cubicBezTo>
                    <a:pt x="1659" y="10823"/>
                    <a:pt x="1902" y="11052"/>
                    <a:pt x="2203" y="11237"/>
                  </a:cubicBezTo>
                  <a:cubicBezTo>
                    <a:pt x="3362" y="12334"/>
                    <a:pt x="4699" y="12564"/>
                    <a:pt x="6224" y="12564"/>
                  </a:cubicBezTo>
                  <a:cubicBezTo>
                    <a:pt x="6429" y="12564"/>
                    <a:pt x="6638" y="12560"/>
                    <a:pt x="6850" y="12553"/>
                  </a:cubicBezTo>
                  <a:cubicBezTo>
                    <a:pt x="7264" y="12610"/>
                    <a:pt x="7679" y="12782"/>
                    <a:pt x="7922" y="13139"/>
                  </a:cubicBezTo>
                  <a:cubicBezTo>
                    <a:pt x="7979" y="13325"/>
                    <a:pt x="8037" y="13497"/>
                    <a:pt x="8037" y="13740"/>
                  </a:cubicBezTo>
                  <a:cubicBezTo>
                    <a:pt x="8094" y="14455"/>
                    <a:pt x="7808" y="14984"/>
                    <a:pt x="7322" y="15413"/>
                  </a:cubicBezTo>
                  <a:cubicBezTo>
                    <a:pt x="6132" y="16400"/>
                    <a:pt x="7208" y="18218"/>
                    <a:pt x="8501" y="18218"/>
                  </a:cubicBezTo>
                  <a:cubicBezTo>
                    <a:pt x="8762" y="18218"/>
                    <a:pt x="9033" y="18143"/>
                    <a:pt x="9295" y="17972"/>
                  </a:cubicBezTo>
                  <a:cubicBezTo>
                    <a:pt x="10954" y="16843"/>
                    <a:pt x="11912" y="14812"/>
                    <a:pt x="11254" y="12839"/>
                  </a:cubicBezTo>
                  <a:cubicBezTo>
                    <a:pt x="11082" y="12253"/>
                    <a:pt x="10839" y="11767"/>
                    <a:pt x="10482" y="11352"/>
                  </a:cubicBezTo>
                  <a:cubicBezTo>
                    <a:pt x="10010" y="10337"/>
                    <a:pt x="8937" y="9750"/>
                    <a:pt x="7736" y="9622"/>
                  </a:cubicBezTo>
                  <a:cubicBezTo>
                    <a:pt x="7450" y="9564"/>
                    <a:pt x="7150" y="9450"/>
                    <a:pt x="6850" y="9450"/>
                  </a:cubicBezTo>
                  <a:cubicBezTo>
                    <a:pt x="5720" y="9264"/>
                    <a:pt x="4519" y="9264"/>
                    <a:pt x="3804" y="8549"/>
                  </a:cubicBezTo>
                  <a:cubicBezTo>
                    <a:pt x="3633" y="8263"/>
                    <a:pt x="3447" y="7963"/>
                    <a:pt x="3389" y="7606"/>
                  </a:cubicBezTo>
                  <a:cubicBezTo>
                    <a:pt x="3275" y="7305"/>
                    <a:pt x="3275" y="7005"/>
                    <a:pt x="3275" y="6705"/>
                  </a:cubicBezTo>
                  <a:cubicBezTo>
                    <a:pt x="3389" y="5160"/>
                    <a:pt x="4519" y="3788"/>
                    <a:pt x="5477" y="2601"/>
                  </a:cubicBezTo>
                  <a:cubicBezTo>
                    <a:pt x="6343" y="1461"/>
                    <a:pt x="5461" y="1"/>
                    <a:pt x="43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7014848">
              <a:off x="6039245" y="4297872"/>
              <a:ext cx="685660" cy="1707285"/>
            </a:xfrm>
            <a:custGeom>
              <a:avLst/>
              <a:gdLst/>
              <a:ahLst/>
              <a:cxnLst/>
              <a:rect l="l" t="t" r="r" b="b"/>
              <a:pathLst>
                <a:path w="18776" h="46762" extrusionOk="0">
                  <a:moveTo>
                    <a:pt x="6789" y="1"/>
                  </a:moveTo>
                  <a:cubicBezTo>
                    <a:pt x="3426" y="1"/>
                    <a:pt x="2347" y="5490"/>
                    <a:pt x="6078" y="6724"/>
                  </a:cubicBezTo>
                  <a:cubicBezTo>
                    <a:pt x="7565" y="7211"/>
                    <a:pt x="7150" y="8640"/>
                    <a:pt x="6135" y="9355"/>
                  </a:cubicBezTo>
                  <a:cubicBezTo>
                    <a:pt x="4176" y="10657"/>
                    <a:pt x="2260" y="11500"/>
                    <a:pt x="1259" y="13702"/>
                  </a:cubicBezTo>
                  <a:cubicBezTo>
                    <a:pt x="1" y="16319"/>
                    <a:pt x="716" y="19422"/>
                    <a:pt x="2389" y="21681"/>
                  </a:cubicBezTo>
                  <a:cubicBezTo>
                    <a:pt x="4047" y="23826"/>
                    <a:pt x="6435" y="24841"/>
                    <a:pt x="8408" y="26629"/>
                  </a:cubicBezTo>
                  <a:cubicBezTo>
                    <a:pt x="9896" y="28058"/>
                    <a:pt x="9409" y="28959"/>
                    <a:pt x="8337" y="30561"/>
                  </a:cubicBezTo>
                  <a:cubicBezTo>
                    <a:pt x="7036" y="32648"/>
                    <a:pt x="5720" y="34793"/>
                    <a:pt x="5720" y="37353"/>
                  </a:cubicBezTo>
                  <a:cubicBezTo>
                    <a:pt x="5771" y="41864"/>
                    <a:pt x="10603" y="46761"/>
                    <a:pt x="15328" y="46761"/>
                  </a:cubicBezTo>
                  <a:cubicBezTo>
                    <a:pt x="15905" y="46761"/>
                    <a:pt x="16480" y="46688"/>
                    <a:pt x="17045" y="46533"/>
                  </a:cubicBezTo>
                  <a:cubicBezTo>
                    <a:pt x="18232" y="46175"/>
                    <a:pt x="18775" y="44802"/>
                    <a:pt x="18175" y="43673"/>
                  </a:cubicBezTo>
                  <a:cubicBezTo>
                    <a:pt x="16916" y="41399"/>
                    <a:pt x="13885" y="40813"/>
                    <a:pt x="12698" y="38425"/>
                  </a:cubicBezTo>
                  <a:cubicBezTo>
                    <a:pt x="11854" y="36695"/>
                    <a:pt x="13227" y="35322"/>
                    <a:pt x="14185" y="33964"/>
                  </a:cubicBezTo>
                  <a:cubicBezTo>
                    <a:pt x="15615" y="31748"/>
                    <a:pt x="16559" y="29317"/>
                    <a:pt x="16030" y="26686"/>
                  </a:cubicBezTo>
                  <a:cubicBezTo>
                    <a:pt x="15429" y="24012"/>
                    <a:pt x="13470" y="21981"/>
                    <a:pt x="11325" y="20437"/>
                  </a:cubicBezTo>
                  <a:cubicBezTo>
                    <a:pt x="10425" y="19779"/>
                    <a:pt x="6850" y="17749"/>
                    <a:pt x="7265" y="16619"/>
                  </a:cubicBezTo>
                  <a:cubicBezTo>
                    <a:pt x="7450" y="16090"/>
                    <a:pt x="8580" y="15733"/>
                    <a:pt x="9052" y="15432"/>
                  </a:cubicBezTo>
                  <a:cubicBezTo>
                    <a:pt x="10196" y="14775"/>
                    <a:pt x="11197" y="14060"/>
                    <a:pt x="12040" y="13045"/>
                  </a:cubicBezTo>
                  <a:cubicBezTo>
                    <a:pt x="15729" y="8397"/>
                    <a:pt x="13284" y="1963"/>
                    <a:pt x="7865" y="176"/>
                  </a:cubicBezTo>
                  <a:cubicBezTo>
                    <a:pt x="7485" y="56"/>
                    <a:pt x="7126" y="1"/>
                    <a:pt x="67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1133567">
              <a:off x="8521392" y="3602065"/>
              <a:ext cx="1967813" cy="1388496"/>
            </a:xfrm>
            <a:custGeom>
              <a:avLst/>
              <a:gdLst/>
              <a:ahLst/>
              <a:cxnLst/>
              <a:rect l="l" t="t" r="r" b="b"/>
              <a:pathLst>
                <a:path w="78615" h="55471" extrusionOk="0">
                  <a:moveTo>
                    <a:pt x="28010" y="0"/>
                  </a:moveTo>
                  <a:cubicBezTo>
                    <a:pt x="27289" y="0"/>
                    <a:pt x="26561" y="182"/>
                    <a:pt x="25892" y="575"/>
                  </a:cubicBezTo>
                  <a:cubicBezTo>
                    <a:pt x="21359" y="3320"/>
                    <a:pt x="17069" y="6423"/>
                    <a:pt x="12665" y="9397"/>
                  </a:cubicBezTo>
                  <a:cubicBezTo>
                    <a:pt x="8547" y="12143"/>
                    <a:pt x="4200" y="14702"/>
                    <a:pt x="1040" y="18577"/>
                  </a:cubicBezTo>
                  <a:cubicBezTo>
                    <a:pt x="0" y="19894"/>
                    <a:pt x="827" y="21708"/>
                    <a:pt x="2405" y="21708"/>
                  </a:cubicBezTo>
                  <a:cubicBezTo>
                    <a:pt x="2540" y="21708"/>
                    <a:pt x="2682" y="21694"/>
                    <a:pt x="2828" y="21666"/>
                  </a:cubicBezTo>
                  <a:cubicBezTo>
                    <a:pt x="7718" y="20722"/>
                    <a:pt x="12008" y="18034"/>
                    <a:pt x="16354" y="15718"/>
                  </a:cubicBezTo>
                  <a:cubicBezTo>
                    <a:pt x="19364" y="14097"/>
                    <a:pt x="22445" y="12549"/>
                    <a:pt x="25458" y="10917"/>
                  </a:cubicBezTo>
                  <a:lnTo>
                    <a:pt x="25458" y="10917"/>
                  </a:lnTo>
                  <a:cubicBezTo>
                    <a:pt x="27706" y="18771"/>
                    <a:pt x="29975" y="26624"/>
                    <a:pt x="32198" y="34478"/>
                  </a:cubicBezTo>
                  <a:cubicBezTo>
                    <a:pt x="32709" y="36440"/>
                    <a:pt x="34469" y="37635"/>
                    <a:pt x="36324" y="37635"/>
                  </a:cubicBezTo>
                  <a:cubicBezTo>
                    <a:pt x="37065" y="37635"/>
                    <a:pt x="37820" y="37445"/>
                    <a:pt x="38518" y="37037"/>
                  </a:cubicBezTo>
                  <a:cubicBezTo>
                    <a:pt x="42207" y="34964"/>
                    <a:pt x="45968" y="32819"/>
                    <a:pt x="49714" y="30731"/>
                  </a:cubicBezTo>
                  <a:cubicBezTo>
                    <a:pt x="51330" y="29773"/>
                    <a:pt x="53532" y="27986"/>
                    <a:pt x="55319" y="27571"/>
                  </a:cubicBezTo>
                  <a:cubicBezTo>
                    <a:pt x="55870" y="27444"/>
                    <a:pt x="56186" y="27369"/>
                    <a:pt x="56408" y="27369"/>
                  </a:cubicBezTo>
                  <a:cubicBezTo>
                    <a:pt x="56809" y="27369"/>
                    <a:pt x="56905" y="27613"/>
                    <a:pt x="57521" y="28229"/>
                  </a:cubicBezTo>
                  <a:cubicBezTo>
                    <a:pt x="58293" y="29001"/>
                    <a:pt x="58708" y="30431"/>
                    <a:pt x="59194" y="31389"/>
                  </a:cubicBezTo>
                  <a:cubicBezTo>
                    <a:pt x="61096" y="35193"/>
                    <a:pt x="63069" y="39068"/>
                    <a:pt x="65028" y="42885"/>
                  </a:cubicBezTo>
                  <a:cubicBezTo>
                    <a:pt x="66930" y="46689"/>
                    <a:pt x="68488" y="51165"/>
                    <a:pt x="71520" y="54267"/>
                  </a:cubicBezTo>
                  <a:cubicBezTo>
                    <a:pt x="72352" y="55111"/>
                    <a:pt x="73284" y="55471"/>
                    <a:pt x="74183" y="55471"/>
                  </a:cubicBezTo>
                  <a:cubicBezTo>
                    <a:pt x="76513" y="55471"/>
                    <a:pt x="78615" y="53055"/>
                    <a:pt x="78140" y="50392"/>
                  </a:cubicBezTo>
                  <a:cubicBezTo>
                    <a:pt x="77239" y="45088"/>
                    <a:pt x="73250" y="39668"/>
                    <a:pt x="70805" y="34835"/>
                  </a:cubicBezTo>
                  <a:cubicBezTo>
                    <a:pt x="68431" y="30245"/>
                    <a:pt x="66458" y="24297"/>
                    <a:pt x="62712" y="20594"/>
                  </a:cubicBezTo>
                  <a:cubicBezTo>
                    <a:pt x="60979" y="18920"/>
                    <a:pt x="59070" y="18258"/>
                    <a:pt x="57108" y="18258"/>
                  </a:cubicBezTo>
                  <a:cubicBezTo>
                    <a:pt x="54812" y="18258"/>
                    <a:pt x="52444" y="19165"/>
                    <a:pt x="50200" y="20422"/>
                  </a:cubicBezTo>
                  <a:cubicBezTo>
                    <a:pt x="46442" y="22547"/>
                    <a:pt x="42712" y="24706"/>
                    <a:pt x="38970" y="26877"/>
                  </a:cubicBezTo>
                  <a:lnTo>
                    <a:pt x="38970" y="26877"/>
                  </a:lnTo>
                  <a:cubicBezTo>
                    <a:pt x="36753" y="18990"/>
                    <a:pt x="34554" y="11079"/>
                    <a:pt x="32326" y="3206"/>
                  </a:cubicBezTo>
                  <a:cubicBezTo>
                    <a:pt x="31756" y="1258"/>
                    <a:pt x="29909" y="0"/>
                    <a:pt x="280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-2522084">
              <a:off x="8017066" y="4576501"/>
              <a:ext cx="1503985" cy="1328910"/>
            </a:xfrm>
            <a:custGeom>
              <a:avLst/>
              <a:gdLst/>
              <a:ahLst/>
              <a:cxnLst/>
              <a:rect l="l" t="t" r="r" b="b"/>
              <a:pathLst>
                <a:path w="44456" h="39281" extrusionOk="0">
                  <a:moveTo>
                    <a:pt x="21582" y="0"/>
                  </a:moveTo>
                  <a:cubicBezTo>
                    <a:pt x="19219" y="0"/>
                    <a:pt x="16858" y="349"/>
                    <a:pt x="14600" y="1063"/>
                  </a:cubicBezTo>
                  <a:cubicBezTo>
                    <a:pt x="8580" y="2964"/>
                    <a:pt x="4062" y="7140"/>
                    <a:pt x="1917" y="13102"/>
                  </a:cubicBezTo>
                  <a:cubicBezTo>
                    <a:pt x="658" y="16734"/>
                    <a:pt x="186" y="20781"/>
                    <a:pt x="129" y="24656"/>
                  </a:cubicBezTo>
                  <a:cubicBezTo>
                    <a:pt x="1" y="28531"/>
                    <a:pt x="58" y="32821"/>
                    <a:pt x="1016" y="36638"/>
                  </a:cubicBezTo>
                  <a:cubicBezTo>
                    <a:pt x="1351" y="37981"/>
                    <a:pt x="2363" y="38572"/>
                    <a:pt x="3419" y="38572"/>
                  </a:cubicBezTo>
                  <a:cubicBezTo>
                    <a:pt x="4792" y="38572"/>
                    <a:pt x="6241" y="37572"/>
                    <a:pt x="6378" y="35923"/>
                  </a:cubicBezTo>
                  <a:cubicBezTo>
                    <a:pt x="6621" y="32992"/>
                    <a:pt x="6206" y="30018"/>
                    <a:pt x="6135" y="27158"/>
                  </a:cubicBezTo>
                  <a:cubicBezTo>
                    <a:pt x="6078" y="24184"/>
                    <a:pt x="6206" y="21196"/>
                    <a:pt x="6735" y="18336"/>
                  </a:cubicBezTo>
                  <a:cubicBezTo>
                    <a:pt x="7751" y="13403"/>
                    <a:pt x="10010" y="9399"/>
                    <a:pt x="14714" y="7383"/>
                  </a:cubicBezTo>
                  <a:cubicBezTo>
                    <a:pt x="16909" y="6461"/>
                    <a:pt x="19269" y="6014"/>
                    <a:pt x="21637" y="6014"/>
                  </a:cubicBezTo>
                  <a:cubicBezTo>
                    <a:pt x="23712" y="6014"/>
                    <a:pt x="25792" y="6357"/>
                    <a:pt x="27769" y="7025"/>
                  </a:cubicBezTo>
                  <a:cubicBezTo>
                    <a:pt x="32116" y="8512"/>
                    <a:pt x="35219" y="11844"/>
                    <a:pt x="36520" y="16320"/>
                  </a:cubicBezTo>
                  <a:cubicBezTo>
                    <a:pt x="38379" y="22697"/>
                    <a:pt x="38436" y="29775"/>
                    <a:pt x="38079" y="36395"/>
                  </a:cubicBezTo>
                  <a:cubicBezTo>
                    <a:pt x="37958" y="38326"/>
                    <a:pt x="39391" y="39280"/>
                    <a:pt x="40890" y="39280"/>
                  </a:cubicBezTo>
                  <a:cubicBezTo>
                    <a:pt x="42400" y="39280"/>
                    <a:pt x="43977" y="38311"/>
                    <a:pt x="44099" y="36395"/>
                  </a:cubicBezTo>
                  <a:cubicBezTo>
                    <a:pt x="44456" y="29417"/>
                    <a:pt x="44270" y="21982"/>
                    <a:pt x="42483" y="15247"/>
                  </a:cubicBezTo>
                  <a:cubicBezTo>
                    <a:pt x="40881" y="9342"/>
                    <a:pt x="37063" y="4523"/>
                    <a:pt x="31401" y="2078"/>
                  </a:cubicBezTo>
                  <a:cubicBezTo>
                    <a:pt x="28318" y="708"/>
                    <a:pt x="24948" y="0"/>
                    <a:pt x="215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" name="Google Shape;16;p2"/>
          <p:cNvGrpSpPr/>
          <p:nvPr/>
        </p:nvGrpSpPr>
        <p:grpSpPr>
          <a:xfrm>
            <a:off x="-748998" y="-599764"/>
            <a:ext cx="3504148" cy="5030008"/>
            <a:chOff x="-748998" y="-599764"/>
            <a:chExt cx="3504148" cy="5030008"/>
          </a:xfrm>
        </p:grpSpPr>
        <p:sp>
          <p:nvSpPr>
            <p:cNvPr id="17" name="Google Shape;17;p2"/>
            <p:cNvSpPr/>
            <p:nvPr/>
          </p:nvSpPr>
          <p:spPr>
            <a:xfrm rot="7199327">
              <a:off x="-407707" y="2313400"/>
              <a:ext cx="1677505" cy="1356723"/>
            </a:xfrm>
            <a:custGeom>
              <a:avLst/>
              <a:gdLst/>
              <a:ahLst/>
              <a:cxnLst/>
              <a:rect l="l" t="t" r="r" b="b"/>
              <a:pathLst>
                <a:path w="48278" h="39046" extrusionOk="0">
                  <a:moveTo>
                    <a:pt x="23318" y="1"/>
                  </a:moveTo>
                  <a:cubicBezTo>
                    <a:pt x="21882" y="1"/>
                    <a:pt x="20421" y="953"/>
                    <a:pt x="20076" y="2438"/>
                  </a:cubicBezTo>
                  <a:cubicBezTo>
                    <a:pt x="19004" y="7329"/>
                    <a:pt x="18346" y="12333"/>
                    <a:pt x="17574" y="17209"/>
                  </a:cubicBezTo>
                  <a:cubicBezTo>
                    <a:pt x="17216" y="19540"/>
                    <a:pt x="16859" y="21799"/>
                    <a:pt x="16559" y="24073"/>
                  </a:cubicBezTo>
                  <a:cubicBezTo>
                    <a:pt x="16201" y="22814"/>
                    <a:pt x="15787" y="21570"/>
                    <a:pt x="15429" y="20312"/>
                  </a:cubicBezTo>
                  <a:cubicBezTo>
                    <a:pt x="14228" y="16208"/>
                    <a:pt x="13456" y="11976"/>
                    <a:pt x="12212" y="7915"/>
                  </a:cubicBezTo>
                  <a:cubicBezTo>
                    <a:pt x="11720" y="6518"/>
                    <a:pt x="10456" y="5507"/>
                    <a:pt x="9034" y="5507"/>
                  </a:cubicBezTo>
                  <a:cubicBezTo>
                    <a:pt x="8884" y="5507"/>
                    <a:pt x="8732" y="5518"/>
                    <a:pt x="8580" y="5541"/>
                  </a:cubicBezTo>
                  <a:cubicBezTo>
                    <a:pt x="7078" y="5770"/>
                    <a:pt x="5477" y="7143"/>
                    <a:pt x="5720" y="8816"/>
                  </a:cubicBezTo>
                  <a:cubicBezTo>
                    <a:pt x="6249" y="13277"/>
                    <a:pt x="7679" y="17752"/>
                    <a:pt x="9166" y="21985"/>
                  </a:cubicBezTo>
                  <a:cubicBezTo>
                    <a:pt x="9938" y="24001"/>
                    <a:pt x="10653" y="26032"/>
                    <a:pt x="11554" y="28062"/>
                  </a:cubicBezTo>
                  <a:cubicBezTo>
                    <a:pt x="11668" y="28291"/>
                    <a:pt x="11726" y="28534"/>
                    <a:pt x="11854" y="28777"/>
                  </a:cubicBezTo>
                  <a:cubicBezTo>
                    <a:pt x="11082" y="28119"/>
                    <a:pt x="10367" y="27404"/>
                    <a:pt x="9709" y="26575"/>
                  </a:cubicBezTo>
                  <a:cubicBezTo>
                    <a:pt x="7322" y="23472"/>
                    <a:pt x="6078" y="19711"/>
                    <a:pt x="3447" y="16794"/>
                  </a:cubicBezTo>
                  <a:cubicBezTo>
                    <a:pt x="3114" y="16408"/>
                    <a:pt x="2717" y="16245"/>
                    <a:pt x="2326" y="16245"/>
                  </a:cubicBezTo>
                  <a:cubicBezTo>
                    <a:pt x="1456" y="16245"/>
                    <a:pt x="608" y="17049"/>
                    <a:pt x="530" y="17996"/>
                  </a:cubicBezTo>
                  <a:cubicBezTo>
                    <a:pt x="0" y="22700"/>
                    <a:pt x="2260" y="27519"/>
                    <a:pt x="5119" y="31222"/>
                  </a:cubicBezTo>
                  <a:cubicBezTo>
                    <a:pt x="8337" y="35326"/>
                    <a:pt x="12984" y="37714"/>
                    <a:pt x="18103" y="38600"/>
                  </a:cubicBezTo>
                  <a:cubicBezTo>
                    <a:pt x="19905" y="38896"/>
                    <a:pt x="21783" y="39046"/>
                    <a:pt x="23693" y="39046"/>
                  </a:cubicBezTo>
                  <a:cubicBezTo>
                    <a:pt x="31829" y="39046"/>
                    <a:pt x="40520" y="36330"/>
                    <a:pt x="46172" y="30679"/>
                  </a:cubicBezTo>
                  <a:cubicBezTo>
                    <a:pt x="48278" y="28525"/>
                    <a:pt x="46308" y="24872"/>
                    <a:pt x="43783" y="24872"/>
                  </a:cubicBezTo>
                  <a:cubicBezTo>
                    <a:pt x="43240" y="24872"/>
                    <a:pt x="42671" y="25041"/>
                    <a:pt x="42111" y="25431"/>
                  </a:cubicBezTo>
                  <a:cubicBezTo>
                    <a:pt x="38722" y="27819"/>
                    <a:pt x="35619" y="29964"/>
                    <a:pt x="31573" y="31151"/>
                  </a:cubicBezTo>
                  <a:cubicBezTo>
                    <a:pt x="30314" y="31579"/>
                    <a:pt x="29013" y="31865"/>
                    <a:pt x="27698" y="32051"/>
                  </a:cubicBezTo>
                  <a:cubicBezTo>
                    <a:pt x="28884" y="30679"/>
                    <a:pt x="30085" y="29363"/>
                    <a:pt x="31272" y="27933"/>
                  </a:cubicBezTo>
                  <a:cubicBezTo>
                    <a:pt x="34318" y="24430"/>
                    <a:pt x="37235" y="20784"/>
                    <a:pt x="40095" y="17095"/>
                  </a:cubicBezTo>
                  <a:cubicBezTo>
                    <a:pt x="41167" y="15608"/>
                    <a:pt x="40266" y="13277"/>
                    <a:pt x="38836" y="12448"/>
                  </a:cubicBezTo>
                  <a:cubicBezTo>
                    <a:pt x="38295" y="12130"/>
                    <a:pt x="37748" y="11987"/>
                    <a:pt x="37219" y="11987"/>
                  </a:cubicBezTo>
                  <a:cubicBezTo>
                    <a:pt x="36057" y="11987"/>
                    <a:pt x="34983" y="12674"/>
                    <a:pt x="34246" y="13706"/>
                  </a:cubicBezTo>
                  <a:cubicBezTo>
                    <a:pt x="31630" y="17152"/>
                    <a:pt x="29013" y="20612"/>
                    <a:pt x="26268" y="23944"/>
                  </a:cubicBezTo>
                  <a:cubicBezTo>
                    <a:pt x="24952" y="25617"/>
                    <a:pt x="23594" y="27290"/>
                    <a:pt x="22278" y="28948"/>
                  </a:cubicBezTo>
                  <a:lnTo>
                    <a:pt x="22164" y="29077"/>
                  </a:lnTo>
                  <a:cubicBezTo>
                    <a:pt x="22335" y="28005"/>
                    <a:pt x="22521" y="26861"/>
                    <a:pt x="22693" y="25788"/>
                  </a:cubicBezTo>
                  <a:cubicBezTo>
                    <a:pt x="23108" y="23415"/>
                    <a:pt x="23522" y="21027"/>
                    <a:pt x="23951" y="18639"/>
                  </a:cubicBezTo>
                  <a:cubicBezTo>
                    <a:pt x="24781" y="13820"/>
                    <a:pt x="25796" y="9059"/>
                    <a:pt x="26511" y="4226"/>
                  </a:cubicBezTo>
                  <a:cubicBezTo>
                    <a:pt x="26811" y="2438"/>
                    <a:pt x="26096" y="651"/>
                    <a:pt x="24180" y="122"/>
                  </a:cubicBezTo>
                  <a:cubicBezTo>
                    <a:pt x="23900" y="40"/>
                    <a:pt x="23609" y="1"/>
                    <a:pt x="233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748998" y="-350134"/>
              <a:ext cx="1814496" cy="1460824"/>
            </a:xfrm>
            <a:custGeom>
              <a:avLst/>
              <a:gdLst/>
              <a:ahLst/>
              <a:cxnLst/>
              <a:rect l="l" t="t" r="r" b="b"/>
              <a:pathLst>
                <a:path w="62612" h="50408" extrusionOk="0">
                  <a:moveTo>
                    <a:pt x="31782" y="6106"/>
                  </a:moveTo>
                  <a:cubicBezTo>
                    <a:pt x="34043" y="6106"/>
                    <a:pt x="35239" y="9407"/>
                    <a:pt x="35329" y="11838"/>
                  </a:cubicBezTo>
                  <a:cubicBezTo>
                    <a:pt x="35572" y="17858"/>
                    <a:pt x="33542" y="23821"/>
                    <a:pt x="30324" y="28940"/>
                  </a:cubicBezTo>
                  <a:cubicBezTo>
                    <a:pt x="27293" y="25608"/>
                    <a:pt x="25792" y="20418"/>
                    <a:pt x="25792" y="16185"/>
                  </a:cubicBezTo>
                  <a:cubicBezTo>
                    <a:pt x="25863" y="12853"/>
                    <a:pt x="26864" y="9036"/>
                    <a:pt x="29667" y="6948"/>
                  </a:cubicBezTo>
                  <a:cubicBezTo>
                    <a:pt x="30452" y="6357"/>
                    <a:pt x="31158" y="6106"/>
                    <a:pt x="31782" y="6106"/>
                  </a:cubicBezTo>
                  <a:close/>
                  <a:moveTo>
                    <a:pt x="31814" y="1"/>
                  </a:moveTo>
                  <a:cubicBezTo>
                    <a:pt x="31045" y="1"/>
                    <a:pt x="30251" y="109"/>
                    <a:pt x="29438" y="342"/>
                  </a:cubicBezTo>
                  <a:cubicBezTo>
                    <a:pt x="24605" y="1657"/>
                    <a:pt x="21387" y="6533"/>
                    <a:pt x="20258" y="11123"/>
                  </a:cubicBezTo>
                  <a:cubicBezTo>
                    <a:pt x="19185" y="15470"/>
                    <a:pt x="19486" y="20603"/>
                    <a:pt x="21030" y="25251"/>
                  </a:cubicBezTo>
                  <a:cubicBezTo>
                    <a:pt x="21387" y="26194"/>
                    <a:pt x="21688" y="27210"/>
                    <a:pt x="22102" y="28168"/>
                  </a:cubicBezTo>
                  <a:cubicBezTo>
                    <a:pt x="23060" y="30613"/>
                    <a:pt x="24190" y="32929"/>
                    <a:pt x="25734" y="34831"/>
                  </a:cubicBezTo>
                  <a:cubicBezTo>
                    <a:pt x="25563" y="35017"/>
                    <a:pt x="25377" y="35260"/>
                    <a:pt x="25148" y="35431"/>
                  </a:cubicBezTo>
                  <a:cubicBezTo>
                    <a:pt x="19243" y="40550"/>
                    <a:pt x="11679" y="43596"/>
                    <a:pt x="3928" y="44254"/>
                  </a:cubicBezTo>
                  <a:cubicBezTo>
                    <a:pt x="122" y="44545"/>
                    <a:pt x="0" y="50408"/>
                    <a:pt x="3562" y="50408"/>
                  </a:cubicBezTo>
                  <a:cubicBezTo>
                    <a:pt x="3680" y="50408"/>
                    <a:pt x="3802" y="50401"/>
                    <a:pt x="3928" y="50388"/>
                  </a:cubicBezTo>
                  <a:cubicBezTo>
                    <a:pt x="5187" y="50274"/>
                    <a:pt x="6488" y="50088"/>
                    <a:pt x="7746" y="49845"/>
                  </a:cubicBezTo>
                  <a:cubicBezTo>
                    <a:pt x="8516" y="49964"/>
                    <a:pt x="9287" y="50020"/>
                    <a:pt x="10058" y="50020"/>
                  </a:cubicBezTo>
                  <a:cubicBezTo>
                    <a:pt x="17823" y="50020"/>
                    <a:pt x="25520" y="44281"/>
                    <a:pt x="30567" y="38649"/>
                  </a:cubicBezTo>
                  <a:cubicBezTo>
                    <a:pt x="30982" y="38892"/>
                    <a:pt x="31454" y="39063"/>
                    <a:pt x="31940" y="39249"/>
                  </a:cubicBezTo>
                  <a:cubicBezTo>
                    <a:pt x="33550" y="39795"/>
                    <a:pt x="35215" y="40037"/>
                    <a:pt x="36889" y="40037"/>
                  </a:cubicBezTo>
                  <a:cubicBezTo>
                    <a:pt x="41223" y="40037"/>
                    <a:pt x="45619" y="38417"/>
                    <a:pt x="49270" y="36261"/>
                  </a:cubicBezTo>
                  <a:cubicBezTo>
                    <a:pt x="54389" y="33229"/>
                    <a:pt x="58679" y="28883"/>
                    <a:pt x="61725" y="23749"/>
                  </a:cubicBezTo>
                  <a:cubicBezTo>
                    <a:pt x="62611" y="22262"/>
                    <a:pt x="62082" y="20175"/>
                    <a:pt x="60538" y="19288"/>
                  </a:cubicBezTo>
                  <a:cubicBezTo>
                    <a:pt x="60012" y="18987"/>
                    <a:pt x="59479" y="18851"/>
                    <a:pt x="58964" y="18851"/>
                  </a:cubicBezTo>
                  <a:cubicBezTo>
                    <a:pt x="57841" y="18851"/>
                    <a:pt x="56797" y="19495"/>
                    <a:pt x="56062" y="20475"/>
                  </a:cubicBezTo>
                  <a:cubicBezTo>
                    <a:pt x="51751" y="26076"/>
                    <a:pt x="45811" y="32409"/>
                    <a:pt x="38243" y="32409"/>
                  </a:cubicBezTo>
                  <a:cubicBezTo>
                    <a:pt x="37755" y="32409"/>
                    <a:pt x="37260" y="32383"/>
                    <a:pt x="36759" y="32329"/>
                  </a:cubicBezTo>
                  <a:cubicBezTo>
                    <a:pt x="36344" y="32271"/>
                    <a:pt x="35930" y="32214"/>
                    <a:pt x="35515" y="32100"/>
                  </a:cubicBezTo>
                  <a:cubicBezTo>
                    <a:pt x="39919" y="25065"/>
                    <a:pt x="42664" y="16485"/>
                    <a:pt x="40934" y="8378"/>
                  </a:cubicBezTo>
                  <a:cubicBezTo>
                    <a:pt x="40016" y="3849"/>
                    <a:pt x="36384" y="1"/>
                    <a:pt x="318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rot="-125168">
              <a:off x="1527432" y="-578078"/>
              <a:ext cx="1209820" cy="1005358"/>
            </a:xfrm>
            <a:custGeom>
              <a:avLst/>
              <a:gdLst/>
              <a:ahLst/>
              <a:cxnLst/>
              <a:rect l="l" t="t" r="r" b="b"/>
              <a:pathLst>
                <a:path w="27698" h="23017" extrusionOk="0">
                  <a:moveTo>
                    <a:pt x="3664" y="0"/>
                  </a:moveTo>
                  <a:cubicBezTo>
                    <a:pt x="3392" y="0"/>
                    <a:pt x="3117" y="68"/>
                    <a:pt x="2861" y="215"/>
                  </a:cubicBezTo>
                  <a:cubicBezTo>
                    <a:pt x="2260" y="572"/>
                    <a:pt x="1717" y="930"/>
                    <a:pt x="1130" y="1287"/>
                  </a:cubicBezTo>
                  <a:cubicBezTo>
                    <a:pt x="716" y="1516"/>
                    <a:pt x="473" y="1874"/>
                    <a:pt x="358" y="2231"/>
                  </a:cubicBezTo>
                  <a:cubicBezTo>
                    <a:pt x="287" y="2417"/>
                    <a:pt x="287" y="2589"/>
                    <a:pt x="230" y="2774"/>
                  </a:cubicBezTo>
                  <a:cubicBezTo>
                    <a:pt x="1" y="6349"/>
                    <a:pt x="3089" y="8666"/>
                    <a:pt x="6364" y="8794"/>
                  </a:cubicBezTo>
                  <a:cubicBezTo>
                    <a:pt x="6513" y="8802"/>
                    <a:pt x="6661" y="8806"/>
                    <a:pt x="6809" y="8806"/>
                  </a:cubicBezTo>
                  <a:cubicBezTo>
                    <a:pt x="9880" y="8806"/>
                    <a:pt x="12706" y="7231"/>
                    <a:pt x="15786" y="7231"/>
                  </a:cubicBezTo>
                  <a:cubicBezTo>
                    <a:pt x="15886" y="7231"/>
                    <a:pt x="15986" y="7232"/>
                    <a:pt x="16087" y="7236"/>
                  </a:cubicBezTo>
                  <a:cubicBezTo>
                    <a:pt x="16616" y="7293"/>
                    <a:pt x="17217" y="7364"/>
                    <a:pt x="17803" y="7536"/>
                  </a:cubicBezTo>
                  <a:cubicBezTo>
                    <a:pt x="19362" y="8137"/>
                    <a:pt x="20734" y="9152"/>
                    <a:pt x="21621" y="10453"/>
                  </a:cubicBezTo>
                  <a:cubicBezTo>
                    <a:pt x="21807" y="10753"/>
                    <a:pt x="21921" y="11053"/>
                    <a:pt x="21978" y="11411"/>
                  </a:cubicBezTo>
                  <a:cubicBezTo>
                    <a:pt x="22808" y="14514"/>
                    <a:pt x="21449" y="17788"/>
                    <a:pt x="20134" y="20591"/>
                  </a:cubicBezTo>
                  <a:cubicBezTo>
                    <a:pt x="19561" y="21863"/>
                    <a:pt x="20458" y="23016"/>
                    <a:pt x="21542" y="23016"/>
                  </a:cubicBezTo>
                  <a:cubicBezTo>
                    <a:pt x="21921" y="23016"/>
                    <a:pt x="22323" y="22876"/>
                    <a:pt x="22693" y="22550"/>
                  </a:cubicBezTo>
                  <a:cubicBezTo>
                    <a:pt x="26683" y="19218"/>
                    <a:pt x="27698" y="13499"/>
                    <a:pt x="25439" y="9080"/>
                  </a:cubicBezTo>
                  <a:cubicBezTo>
                    <a:pt x="24595" y="7178"/>
                    <a:pt x="23165" y="5577"/>
                    <a:pt x="21206" y="4505"/>
                  </a:cubicBezTo>
                  <a:cubicBezTo>
                    <a:pt x="19432" y="3563"/>
                    <a:pt x="17521" y="3170"/>
                    <a:pt x="15588" y="3170"/>
                  </a:cubicBezTo>
                  <a:cubicBezTo>
                    <a:pt x="14203" y="3170"/>
                    <a:pt x="12807" y="3372"/>
                    <a:pt x="11440" y="3718"/>
                  </a:cubicBezTo>
                  <a:cubicBezTo>
                    <a:pt x="11056" y="3738"/>
                    <a:pt x="10665" y="3752"/>
                    <a:pt x="10276" y="3752"/>
                  </a:cubicBezTo>
                  <a:cubicBezTo>
                    <a:pt x="8126" y="3752"/>
                    <a:pt x="6017" y="3334"/>
                    <a:pt x="5363" y="1216"/>
                  </a:cubicBezTo>
                  <a:cubicBezTo>
                    <a:pt x="5102" y="486"/>
                    <a:pt x="4394" y="0"/>
                    <a:pt x="36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 rot="2565492">
              <a:off x="-167996" y="616448"/>
              <a:ext cx="912276" cy="1670604"/>
            </a:xfrm>
            <a:custGeom>
              <a:avLst/>
              <a:gdLst/>
              <a:ahLst/>
              <a:cxnLst/>
              <a:rect l="l" t="t" r="r" b="b"/>
              <a:pathLst>
                <a:path w="29256" h="53575" extrusionOk="0">
                  <a:moveTo>
                    <a:pt x="20725" y="0"/>
                  </a:moveTo>
                  <a:cubicBezTo>
                    <a:pt x="20500" y="0"/>
                    <a:pt x="20264" y="32"/>
                    <a:pt x="20019" y="101"/>
                  </a:cubicBezTo>
                  <a:cubicBezTo>
                    <a:pt x="16687" y="1045"/>
                    <a:pt x="13584" y="2546"/>
                    <a:pt x="10782" y="4691"/>
                  </a:cubicBezTo>
                  <a:cubicBezTo>
                    <a:pt x="8165" y="6650"/>
                    <a:pt x="6263" y="10225"/>
                    <a:pt x="8880" y="13084"/>
                  </a:cubicBezTo>
                  <a:cubicBezTo>
                    <a:pt x="11139" y="15587"/>
                    <a:pt x="15314" y="15887"/>
                    <a:pt x="18346" y="16659"/>
                  </a:cubicBezTo>
                  <a:cubicBezTo>
                    <a:pt x="18532" y="16716"/>
                    <a:pt x="20848" y="17431"/>
                    <a:pt x="21863" y="17732"/>
                  </a:cubicBezTo>
                  <a:lnTo>
                    <a:pt x="21863" y="17846"/>
                  </a:lnTo>
                  <a:cubicBezTo>
                    <a:pt x="21391" y="18203"/>
                    <a:pt x="21034" y="18747"/>
                    <a:pt x="20619" y="19162"/>
                  </a:cubicBezTo>
                  <a:cubicBezTo>
                    <a:pt x="16272" y="23394"/>
                    <a:pt x="10310" y="25482"/>
                    <a:pt x="5720" y="29471"/>
                  </a:cubicBezTo>
                  <a:cubicBezTo>
                    <a:pt x="4476" y="30543"/>
                    <a:pt x="3275" y="31730"/>
                    <a:pt x="2917" y="33403"/>
                  </a:cubicBezTo>
                  <a:cubicBezTo>
                    <a:pt x="2445" y="35491"/>
                    <a:pt x="3518" y="37450"/>
                    <a:pt x="5248" y="38579"/>
                  </a:cubicBezTo>
                  <a:cubicBezTo>
                    <a:pt x="6792" y="39537"/>
                    <a:pt x="8580" y="39838"/>
                    <a:pt x="10310" y="40252"/>
                  </a:cubicBezTo>
                  <a:cubicBezTo>
                    <a:pt x="10667" y="40367"/>
                    <a:pt x="11625" y="40553"/>
                    <a:pt x="12212" y="40853"/>
                  </a:cubicBezTo>
                  <a:cubicBezTo>
                    <a:pt x="11139" y="42040"/>
                    <a:pt x="9538" y="43055"/>
                    <a:pt x="8465" y="43827"/>
                  </a:cubicBezTo>
                  <a:cubicBezTo>
                    <a:pt x="6492" y="45200"/>
                    <a:pt x="4290" y="46387"/>
                    <a:pt x="2088" y="47345"/>
                  </a:cubicBezTo>
                  <a:cubicBezTo>
                    <a:pt x="358" y="48060"/>
                    <a:pt x="0" y="50562"/>
                    <a:pt x="830" y="51992"/>
                  </a:cubicBezTo>
                  <a:cubicBezTo>
                    <a:pt x="1484" y="53107"/>
                    <a:pt x="2537" y="53575"/>
                    <a:pt x="3646" y="53575"/>
                  </a:cubicBezTo>
                  <a:cubicBezTo>
                    <a:pt x="4258" y="53575"/>
                    <a:pt x="4887" y="53433"/>
                    <a:pt x="5477" y="53179"/>
                  </a:cubicBezTo>
                  <a:cubicBezTo>
                    <a:pt x="8222" y="51992"/>
                    <a:pt x="10782" y="50505"/>
                    <a:pt x="13170" y="48717"/>
                  </a:cubicBezTo>
                  <a:cubicBezTo>
                    <a:pt x="15200" y="47159"/>
                    <a:pt x="17760" y="45314"/>
                    <a:pt x="18946" y="42941"/>
                  </a:cubicBezTo>
                  <a:cubicBezTo>
                    <a:pt x="20376" y="40009"/>
                    <a:pt x="18474" y="36864"/>
                    <a:pt x="15915" y="35248"/>
                  </a:cubicBezTo>
                  <a:cubicBezTo>
                    <a:pt x="14485" y="34361"/>
                    <a:pt x="12755" y="34118"/>
                    <a:pt x="11139" y="33704"/>
                  </a:cubicBezTo>
                  <a:cubicBezTo>
                    <a:pt x="11196" y="33646"/>
                    <a:pt x="11325" y="33518"/>
                    <a:pt x="11382" y="33460"/>
                  </a:cubicBezTo>
                  <a:cubicBezTo>
                    <a:pt x="12340" y="32745"/>
                    <a:pt x="13341" y="32145"/>
                    <a:pt x="14299" y="31501"/>
                  </a:cubicBezTo>
                  <a:cubicBezTo>
                    <a:pt x="16201" y="30300"/>
                    <a:pt x="18174" y="29228"/>
                    <a:pt x="20076" y="27984"/>
                  </a:cubicBezTo>
                  <a:cubicBezTo>
                    <a:pt x="23837" y="25596"/>
                    <a:pt x="29256" y="21850"/>
                    <a:pt x="28841" y="16774"/>
                  </a:cubicBezTo>
                  <a:cubicBezTo>
                    <a:pt x="28298" y="11297"/>
                    <a:pt x="21635" y="10582"/>
                    <a:pt x="17459" y="9510"/>
                  </a:cubicBezTo>
                  <a:cubicBezTo>
                    <a:pt x="16802" y="9395"/>
                    <a:pt x="16201" y="9209"/>
                    <a:pt x="15557" y="9038"/>
                  </a:cubicBezTo>
                  <a:cubicBezTo>
                    <a:pt x="15615" y="8981"/>
                    <a:pt x="15672" y="8909"/>
                    <a:pt x="15729" y="8909"/>
                  </a:cubicBezTo>
                  <a:cubicBezTo>
                    <a:pt x="17702" y="7365"/>
                    <a:pt x="19776" y="5935"/>
                    <a:pt x="21921" y="4620"/>
                  </a:cubicBezTo>
                  <a:cubicBezTo>
                    <a:pt x="24095" y="3318"/>
                    <a:pt x="23009" y="0"/>
                    <a:pt x="20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 rot="-2002332">
              <a:off x="-244765" y="3579115"/>
              <a:ext cx="606068" cy="745934"/>
            </a:xfrm>
            <a:custGeom>
              <a:avLst/>
              <a:gdLst/>
              <a:ahLst/>
              <a:cxnLst/>
              <a:rect l="l" t="t" r="r" b="b"/>
              <a:pathLst>
                <a:path w="12003" h="14773" extrusionOk="0">
                  <a:moveTo>
                    <a:pt x="2808" y="1"/>
                  </a:moveTo>
                  <a:cubicBezTo>
                    <a:pt x="2045" y="1"/>
                    <a:pt x="1284" y="485"/>
                    <a:pt x="1016" y="1297"/>
                  </a:cubicBezTo>
                  <a:cubicBezTo>
                    <a:pt x="1" y="4271"/>
                    <a:pt x="358" y="7617"/>
                    <a:pt x="2146" y="10234"/>
                  </a:cubicBezTo>
                  <a:cubicBezTo>
                    <a:pt x="3089" y="11907"/>
                    <a:pt x="4519" y="13265"/>
                    <a:pt x="6435" y="14051"/>
                  </a:cubicBezTo>
                  <a:cubicBezTo>
                    <a:pt x="7451" y="14466"/>
                    <a:pt x="8523" y="14695"/>
                    <a:pt x="9524" y="14766"/>
                  </a:cubicBezTo>
                  <a:cubicBezTo>
                    <a:pt x="9575" y="14770"/>
                    <a:pt x="9625" y="14772"/>
                    <a:pt x="9674" y="14772"/>
                  </a:cubicBezTo>
                  <a:cubicBezTo>
                    <a:pt x="11091" y="14772"/>
                    <a:pt x="12002" y="13221"/>
                    <a:pt x="11311" y="11964"/>
                  </a:cubicBezTo>
                  <a:lnTo>
                    <a:pt x="11254" y="11964"/>
                  </a:lnTo>
                  <a:cubicBezTo>
                    <a:pt x="10954" y="11420"/>
                    <a:pt x="10425" y="11063"/>
                    <a:pt x="9824" y="11006"/>
                  </a:cubicBezTo>
                  <a:cubicBezTo>
                    <a:pt x="9653" y="11006"/>
                    <a:pt x="9524" y="11006"/>
                    <a:pt x="9410" y="10949"/>
                  </a:cubicBezTo>
                  <a:lnTo>
                    <a:pt x="9167" y="10949"/>
                  </a:lnTo>
                  <a:cubicBezTo>
                    <a:pt x="7737" y="10534"/>
                    <a:pt x="6493" y="9819"/>
                    <a:pt x="5592" y="8747"/>
                  </a:cubicBezTo>
                  <a:cubicBezTo>
                    <a:pt x="5477" y="8689"/>
                    <a:pt x="5420" y="8561"/>
                    <a:pt x="5363" y="8446"/>
                  </a:cubicBezTo>
                  <a:cubicBezTo>
                    <a:pt x="5234" y="8260"/>
                    <a:pt x="5120" y="8032"/>
                    <a:pt x="5063" y="7789"/>
                  </a:cubicBezTo>
                  <a:cubicBezTo>
                    <a:pt x="4405" y="6058"/>
                    <a:pt x="4462" y="4271"/>
                    <a:pt x="4877" y="2484"/>
                  </a:cubicBezTo>
                  <a:cubicBezTo>
                    <a:pt x="5006" y="1769"/>
                    <a:pt x="4762" y="1111"/>
                    <a:pt x="4233" y="639"/>
                  </a:cubicBezTo>
                  <a:cubicBezTo>
                    <a:pt x="4162" y="582"/>
                    <a:pt x="4105" y="525"/>
                    <a:pt x="3990" y="467"/>
                  </a:cubicBezTo>
                  <a:cubicBezTo>
                    <a:pt x="3650" y="148"/>
                    <a:pt x="3229" y="1"/>
                    <a:pt x="28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Google Shape;22;p2"/>
          <p:cNvSpPr/>
          <p:nvPr/>
        </p:nvSpPr>
        <p:spPr>
          <a:xfrm rot="1454775">
            <a:off x="8710090" y="994947"/>
            <a:ext cx="1920566" cy="1044168"/>
          </a:xfrm>
          <a:custGeom>
            <a:avLst/>
            <a:gdLst/>
            <a:ahLst/>
            <a:cxnLst/>
            <a:rect l="l" t="t" r="r" b="b"/>
            <a:pathLst>
              <a:path w="86338" h="46940" extrusionOk="0">
                <a:moveTo>
                  <a:pt x="21438" y="8862"/>
                </a:moveTo>
                <a:cubicBezTo>
                  <a:pt x="28773" y="8862"/>
                  <a:pt x="34921" y="16171"/>
                  <a:pt x="40509" y="20013"/>
                </a:cubicBezTo>
                <a:cubicBezTo>
                  <a:pt x="46002" y="23760"/>
                  <a:pt x="51630" y="25400"/>
                  <a:pt x="58007" y="25400"/>
                </a:cubicBezTo>
                <a:cubicBezTo>
                  <a:pt x="58834" y="25400"/>
                  <a:pt x="59674" y="25372"/>
                  <a:pt x="60528" y="25318"/>
                </a:cubicBezTo>
                <a:cubicBezTo>
                  <a:pt x="62537" y="25211"/>
                  <a:pt x="64815" y="24996"/>
                  <a:pt x="67096" y="24996"/>
                </a:cubicBezTo>
                <a:cubicBezTo>
                  <a:pt x="71180" y="24996"/>
                  <a:pt x="75276" y="25682"/>
                  <a:pt x="77872" y="28893"/>
                </a:cubicBezTo>
                <a:cubicBezTo>
                  <a:pt x="79717" y="31095"/>
                  <a:pt x="79474" y="33898"/>
                  <a:pt x="77815" y="36214"/>
                </a:cubicBezTo>
                <a:cubicBezTo>
                  <a:pt x="75613" y="39131"/>
                  <a:pt x="71967" y="40203"/>
                  <a:pt x="68463" y="40203"/>
                </a:cubicBezTo>
                <a:cubicBezTo>
                  <a:pt x="60242" y="40146"/>
                  <a:pt x="52792" y="35556"/>
                  <a:pt x="44684" y="34541"/>
                </a:cubicBezTo>
                <a:cubicBezTo>
                  <a:pt x="43279" y="34374"/>
                  <a:pt x="41862" y="34313"/>
                  <a:pt x="40439" y="34313"/>
                </a:cubicBezTo>
                <a:cubicBezTo>
                  <a:pt x="40321" y="34313"/>
                  <a:pt x="40203" y="34313"/>
                  <a:pt x="40086" y="34314"/>
                </a:cubicBezTo>
                <a:lnTo>
                  <a:pt x="40086" y="34314"/>
                </a:lnTo>
                <a:cubicBezTo>
                  <a:pt x="39892" y="34294"/>
                  <a:pt x="39699" y="34274"/>
                  <a:pt x="39508" y="34255"/>
                </a:cubicBezTo>
                <a:cubicBezTo>
                  <a:pt x="33488" y="33597"/>
                  <a:pt x="27111" y="33469"/>
                  <a:pt x="21277" y="31681"/>
                </a:cubicBezTo>
                <a:cubicBezTo>
                  <a:pt x="15843" y="30023"/>
                  <a:pt x="11625" y="25790"/>
                  <a:pt x="11196" y="19885"/>
                </a:cubicBezTo>
                <a:cubicBezTo>
                  <a:pt x="10910" y="14408"/>
                  <a:pt x="15371" y="9103"/>
                  <a:pt x="20919" y="8874"/>
                </a:cubicBezTo>
                <a:cubicBezTo>
                  <a:pt x="21093" y="8866"/>
                  <a:pt x="21266" y="8862"/>
                  <a:pt x="21438" y="8862"/>
                </a:cubicBezTo>
                <a:close/>
                <a:moveTo>
                  <a:pt x="20535" y="0"/>
                </a:moveTo>
                <a:cubicBezTo>
                  <a:pt x="13755" y="0"/>
                  <a:pt x="7403" y="3704"/>
                  <a:pt x="3990" y="9761"/>
                </a:cubicBezTo>
                <a:cubicBezTo>
                  <a:pt x="0" y="16853"/>
                  <a:pt x="887" y="25490"/>
                  <a:pt x="5548" y="31981"/>
                </a:cubicBezTo>
                <a:cubicBezTo>
                  <a:pt x="10421" y="38865"/>
                  <a:pt x="18716" y="41868"/>
                  <a:pt x="26854" y="41868"/>
                </a:cubicBezTo>
                <a:cubicBezTo>
                  <a:pt x="27456" y="41868"/>
                  <a:pt x="28057" y="41852"/>
                  <a:pt x="28655" y="41819"/>
                </a:cubicBezTo>
                <a:cubicBezTo>
                  <a:pt x="31778" y="41649"/>
                  <a:pt x="34839" y="41250"/>
                  <a:pt x="37920" y="40922"/>
                </a:cubicBezTo>
                <a:lnTo>
                  <a:pt x="37920" y="40922"/>
                </a:lnTo>
                <a:cubicBezTo>
                  <a:pt x="40207" y="40952"/>
                  <a:pt x="42501" y="41059"/>
                  <a:pt x="44799" y="41404"/>
                </a:cubicBezTo>
                <a:cubicBezTo>
                  <a:pt x="52936" y="42545"/>
                  <a:pt x="60378" y="46939"/>
                  <a:pt x="68718" y="46939"/>
                </a:cubicBezTo>
                <a:cubicBezTo>
                  <a:pt x="69479" y="46939"/>
                  <a:pt x="70246" y="46903"/>
                  <a:pt x="71023" y="46824"/>
                </a:cubicBezTo>
                <a:cubicBezTo>
                  <a:pt x="78401" y="46109"/>
                  <a:pt x="85737" y="40690"/>
                  <a:pt x="86037" y="32754"/>
                </a:cubicBezTo>
                <a:cubicBezTo>
                  <a:pt x="86337" y="25375"/>
                  <a:pt x="79960" y="20542"/>
                  <a:pt x="73468" y="18641"/>
                </a:cubicBezTo>
                <a:cubicBezTo>
                  <a:pt x="65361" y="16195"/>
                  <a:pt x="56181" y="19055"/>
                  <a:pt x="48502" y="15009"/>
                </a:cubicBezTo>
                <a:cubicBezTo>
                  <a:pt x="39980" y="10590"/>
                  <a:pt x="34260" y="2497"/>
                  <a:pt x="24423" y="409"/>
                </a:cubicBezTo>
                <a:cubicBezTo>
                  <a:pt x="23123" y="134"/>
                  <a:pt x="21821" y="0"/>
                  <a:pt x="2053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 rot="-2522084">
            <a:off x="8509459" y="4961546"/>
            <a:ext cx="665554" cy="854229"/>
          </a:xfrm>
          <a:custGeom>
            <a:avLst/>
            <a:gdLst/>
            <a:ahLst/>
            <a:cxnLst/>
            <a:rect l="l" t="t" r="r" b="b"/>
            <a:pathLst>
              <a:path w="19673" h="25250" extrusionOk="0">
                <a:moveTo>
                  <a:pt x="10265" y="0"/>
                </a:moveTo>
                <a:cubicBezTo>
                  <a:pt x="9882" y="0"/>
                  <a:pt x="9482" y="25"/>
                  <a:pt x="9066" y="76"/>
                </a:cubicBezTo>
                <a:cubicBezTo>
                  <a:pt x="4590" y="619"/>
                  <a:pt x="1559" y="4423"/>
                  <a:pt x="844" y="8712"/>
                </a:cubicBezTo>
                <a:cubicBezTo>
                  <a:pt x="0" y="13302"/>
                  <a:pt x="301" y="19208"/>
                  <a:pt x="1973" y="23612"/>
                </a:cubicBezTo>
                <a:cubicBezTo>
                  <a:pt x="2373" y="24662"/>
                  <a:pt x="3376" y="25249"/>
                  <a:pt x="4343" y="25249"/>
                </a:cubicBezTo>
                <a:cubicBezTo>
                  <a:pt x="5246" y="25249"/>
                  <a:pt x="6117" y="24737"/>
                  <a:pt x="6435" y="23612"/>
                </a:cubicBezTo>
                <a:cubicBezTo>
                  <a:pt x="7393" y="20280"/>
                  <a:pt x="7207" y="16877"/>
                  <a:pt x="7150" y="13488"/>
                </a:cubicBezTo>
                <a:cubicBezTo>
                  <a:pt x="7150" y="11644"/>
                  <a:pt x="7093" y="7411"/>
                  <a:pt x="9538" y="6811"/>
                </a:cubicBezTo>
                <a:cubicBezTo>
                  <a:pt x="9630" y="6789"/>
                  <a:pt x="9719" y="6779"/>
                  <a:pt x="9805" y="6779"/>
                </a:cubicBezTo>
                <a:cubicBezTo>
                  <a:pt x="12821" y="6779"/>
                  <a:pt x="11979" y="19616"/>
                  <a:pt x="11854" y="21410"/>
                </a:cubicBezTo>
                <a:cubicBezTo>
                  <a:pt x="11682" y="23197"/>
                  <a:pt x="13527" y="24742"/>
                  <a:pt x="15200" y="24742"/>
                </a:cubicBezTo>
                <a:cubicBezTo>
                  <a:pt x="17159" y="24742"/>
                  <a:pt x="18474" y="23197"/>
                  <a:pt x="18589" y="21410"/>
                </a:cubicBezTo>
                <a:cubicBezTo>
                  <a:pt x="19111" y="14884"/>
                  <a:pt x="19673" y="0"/>
                  <a:pt x="102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2380200" y="2571975"/>
            <a:ext cx="4383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9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3991800" y="1422250"/>
            <a:ext cx="11604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7" name="Google Shape;27;p3"/>
          <p:cNvGrpSpPr/>
          <p:nvPr/>
        </p:nvGrpSpPr>
        <p:grpSpPr>
          <a:xfrm>
            <a:off x="5289761" y="-1192727"/>
            <a:ext cx="4464427" cy="5658664"/>
            <a:chOff x="5289761" y="-1192727"/>
            <a:chExt cx="4464427" cy="5658664"/>
          </a:xfrm>
        </p:grpSpPr>
        <p:sp>
          <p:nvSpPr>
            <p:cNvPr id="28" name="Google Shape;28;p3"/>
            <p:cNvSpPr/>
            <p:nvPr/>
          </p:nvSpPr>
          <p:spPr>
            <a:xfrm rot="4619952">
              <a:off x="5212821" y="-814262"/>
              <a:ext cx="1772930" cy="1252309"/>
            </a:xfrm>
            <a:custGeom>
              <a:avLst/>
              <a:gdLst/>
              <a:ahLst/>
              <a:cxnLst/>
              <a:rect l="l" t="t" r="r" b="b"/>
              <a:pathLst>
                <a:path w="72982" h="51556" extrusionOk="0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7279019">
              <a:off x="7733350" y="-561844"/>
              <a:ext cx="1151259" cy="1298147"/>
            </a:xfrm>
            <a:custGeom>
              <a:avLst/>
              <a:gdLst/>
              <a:ahLst/>
              <a:cxnLst/>
              <a:rect l="l" t="t" r="r" b="b"/>
              <a:pathLst>
                <a:path w="35677" h="40229" extrusionOk="0">
                  <a:moveTo>
                    <a:pt x="18565" y="1"/>
                  </a:moveTo>
                  <a:cubicBezTo>
                    <a:pt x="8730" y="1"/>
                    <a:pt x="2450" y="8328"/>
                    <a:pt x="887" y="17604"/>
                  </a:cubicBezTo>
                  <a:cubicBezTo>
                    <a:pt x="1" y="23023"/>
                    <a:pt x="773" y="29343"/>
                    <a:pt x="3690" y="34047"/>
                  </a:cubicBezTo>
                  <a:cubicBezTo>
                    <a:pt x="5714" y="37351"/>
                    <a:pt x="9658" y="40228"/>
                    <a:pt x="13537" y="40228"/>
                  </a:cubicBezTo>
                  <a:cubicBezTo>
                    <a:pt x="15248" y="40228"/>
                    <a:pt x="16946" y="39668"/>
                    <a:pt x="18461" y="38337"/>
                  </a:cubicBezTo>
                  <a:cubicBezTo>
                    <a:pt x="20524" y="36494"/>
                    <a:pt x="18790" y="33619"/>
                    <a:pt x="16377" y="33619"/>
                  </a:cubicBezTo>
                  <a:cubicBezTo>
                    <a:pt x="16281" y="33619"/>
                    <a:pt x="16185" y="33624"/>
                    <a:pt x="16087" y="33633"/>
                  </a:cubicBezTo>
                  <a:cubicBezTo>
                    <a:pt x="15742" y="33669"/>
                    <a:pt x="15405" y="33687"/>
                    <a:pt x="15076" y="33687"/>
                  </a:cubicBezTo>
                  <a:cubicBezTo>
                    <a:pt x="12786" y="33687"/>
                    <a:pt x="10894" y="32799"/>
                    <a:pt x="9581" y="30773"/>
                  </a:cubicBezTo>
                  <a:cubicBezTo>
                    <a:pt x="7923" y="28199"/>
                    <a:pt x="7322" y="24925"/>
                    <a:pt x="7322" y="21951"/>
                  </a:cubicBezTo>
                  <a:cubicBezTo>
                    <a:pt x="7322" y="16531"/>
                    <a:pt x="9352" y="9611"/>
                    <a:pt x="14829" y="7409"/>
                  </a:cubicBezTo>
                  <a:cubicBezTo>
                    <a:pt x="16018" y="6935"/>
                    <a:pt x="17288" y="6704"/>
                    <a:pt x="18552" y="6704"/>
                  </a:cubicBezTo>
                  <a:cubicBezTo>
                    <a:pt x="21906" y="6704"/>
                    <a:pt x="25217" y="8334"/>
                    <a:pt x="26869" y="11398"/>
                  </a:cubicBezTo>
                  <a:cubicBezTo>
                    <a:pt x="29128" y="15516"/>
                    <a:pt x="28599" y="21479"/>
                    <a:pt x="24238" y="23981"/>
                  </a:cubicBezTo>
                  <a:cubicBezTo>
                    <a:pt x="23512" y="24388"/>
                    <a:pt x="22653" y="24609"/>
                    <a:pt x="21809" y="24609"/>
                  </a:cubicBezTo>
                  <a:cubicBezTo>
                    <a:pt x="20308" y="24609"/>
                    <a:pt x="18857" y="23909"/>
                    <a:pt x="18289" y="22308"/>
                  </a:cubicBezTo>
                  <a:cubicBezTo>
                    <a:pt x="18047" y="21535"/>
                    <a:pt x="18158" y="18712"/>
                    <a:pt x="18992" y="18712"/>
                  </a:cubicBezTo>
                  <a:cubicBezTo>
                    <a:pt x="19192" y="18712"/>
                    <a:pt x="19432" y="18873"/>
                    <a:pt x="19719" y="19262"/>
                  </a:cubicBezTo>
                  <a:cubicBezTo>
                    <a:pt x="20309" y="20046"/>
                    <a:pt x="21241" y="20401"/>
                    <a:pt x="22174" y="20401"/>
                  </a:cubicBezTo>
                  <a:cubicBezTo>
                    <a:pt x="23029" y="20401"/>
                    <a:pt x="23886" y="20103"/>
                    <a:pt x="24481" y="19563"/>
                  </a:cubicBezTo>
                  <a:cubicBezTo>
                    <a:pt x="25968" y="18261"/>
                    <a:pt x="25911" y="16288"/>
                    <a:pt x="24781" y="14801"/>
                  </a:cubicBezTo>
                  <a:cubicBezTo>
                    <a:pt x="23368" y="12874"/>
                    <a:pt x="21277" y="11973"/>
                    <a:pt x="19170" y="11973"/>
                  </a:cubicBezTo>
                  <a:cubicBezTo>
                    <a:pt x="16650" y="11973"/>
                    <a:pt x="14109" y="13263"/>
                    <a:pt x="12684" y="15630"/>
                  </a:cubicBezTo>
                  <a:cubicBezTo>
                    <a:pt x="10239" y="19691"/>
                    <a:pt x="11140" y="25411"/>
                    <a:pt x="14529" y="28557"/>
                  </a:cubicBezTo>
                  <a:cubicBezTo>
                    <a:pt x="16574" y="30436"/>
                    <a:pt x="19212" y="31352"/>
                    <a:pt x="21858" y="31352"/>
                  </a:cubicBezTo>
                  <a:cubicBezTo>
                    <a:pt x="24004" y="31352"/>
                    <a:pt x="26154" y="30750"/>
                    <a:pt x="27998" y="29572"/>
                  </a:cubicBezTo>
                  <a:cubicBezTo>
                    <a:pt x="32045" y="26955"/>
                    <a:pt x="34490" y="22608"/>
                    <a:pt x="34905" y="17832"/>
                  </a:cubicBezTo>
                  <a:cubicBezTo>
                    <a:pt x="35677" y="8667"/>
                    <a:pt x="28828" y="502"/>
                    <a:pt x="19590" y="30"/>
                  </a:cubicBezTo>
                  <a:cubicBezTo>
                    <a:pt x="19244" y="10"/>
                    <a:pt x="18902" y="1"/>
                    <a:pt x="185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-1979135">
              <a:off x="8519544" y="2536334"/>
              <a:ext cx="648021" cy="1906911"/>
            </a:xfrm>
            <a:custGeom>
              <a:avLst/>
              <a:gdLst/>
              <a:ahLst/>
              <a:cxnLst/>
              <a:rect l="l" t="t" r="r" b="b"/>
              <a:pathLst>
                <a:path w="18776" h="46762" extrusionOk="0">
                  <a:moveTo>
                    <a:pt x="6789" y="1"/>
                  </a:moveTo>
                  <a:cubicBezTo>
                    <a:pt x="3426" y="1"/>
                    <a:pt x="2347" y="5490"/>
                    <a:pt x="6078" y="6724"/>
                  </a:cubicBezTo>
                  <a:cubicBezTo>
                    <a:pt x="7565" y="7211"/>
                    <a:pt x="7150" y="8640"/>
                    <a:pt x="6135" y="9355"/>
                  </a:cubicBezTo>
                  <a:cubicBezTo>
                    <a:pt x="4176" y="10657"/>
                    <a:pt x="2260" y="11500"/>
                    <a:pt x="1259" y="13702"/>
                  </a:cubicBezTo>
                  <a:cubicBezTo>
                    <a:pt x="1" y="16319"/>
                    <a:pt x="716" y="19422"/>
                    <a:pt x="2389" y="21681"/>
                  </a:cubicBezTo>
                  <a:cubicBezTo>
                    <a:pt x="4047" y="23826"/>
                    <a:pt x="6435" y="24841"/>
                    <a:pt x="8408" y="26629"/>
                  </a:cubicBezTo>
                  <a:cubicBezTo>
                    <a:pt x="9896" y="28058"/>
                    <a:pt x="9409" y="28959"/>
                    <a:pt x="8337" y="30561"/>
                  </a:cubicBezTo>
                  <a:cubicBezTo>
                    <a:pt x="7036" y="32648"/>
                    <a:pt x="5720" y="34793"/>
                    <a:pt x="5720" y="37353"/>
                  </a:cubicBezTo>
                  <a:cubicBezTo>
                    <a:pt x="5771" y="41864"/>
                    <a:pt x="10603" y="46761"/>
                    <a:pt x="15328" y="46761"/>
                  </a:cubicBezTo>
                  <a:cubicBezTo>
                    <a:pt x="15905" y="46761"/>
                    <a:pt x="16480" y="46688"/>
                    <a:pt x="17045" y="46533"/>
                  </a:cubicBezTo>
                  <a:cubicBezTo>
                    <a:pt x="18232" y="46175"/>
                    <a:pt x="18775" y="44802"/>
                    <a:pt x="18175" y="43673"/>
                  </a:cubicBezTo>
                  <a:cubicBezTo>
                    <a:pt x="16916" y="41399"/>
                    <a:pt x="13885" y="40813"/>
                    <a:pt x="12698" y="38425"/>
                  </a:cubicBezTo>
                  <a:cubicBezTo>
                    <a:pt x="11854" y="36695"/>
                    <a:pt x="13227" y="35322"/>
                    <a:pt x="14185" y="33964"/>
                  </a:cubicBezTo>
                  <a:cubicBezTo>
                    <a:pt x="15615" y="31748"/>
                    <a:pt x="16559" y="29317"/>
                    <a:pt x="16030" y="26686"/>
                  </a:cubicBezTo>
                  <a:cubicBezTo>
                    <a:pt x="15429" y="24012"/>
                    <a:pt x="13470" y="21981"/>
                    <a:pt x="11325" y="20437"/>
                  </a:cubicBezTo>
                  <a:cubicBezTo>
                    <a:pt x="10425" y="19779"/>
                    <a:pt x="6850" y="17749"/>
                    <a:pt x="7265" y="16619"/>
                  </a:cubicBezTo>
                  <a:cubicBezTo>
                    <a:pt x="7450" y="16090"/>
                    <a:pt x="8580" y="15733"/>
                    <a:pt x="9052" y="15432"/>
                  </a:cubicBezTo>
                  <a:cubicBezTo>
                    <a:pt x="10196" y="14775"/>
                    <a:pt x="11197" y="14060"/>
                    <a:pt x="12040" y="13045"/>
                  </a:cubicBezTo>
                  <a:cubicBezTo>
                    <a:pt x="15729" y="8397"/>
                    <a:pt x="13284" y="1963"/>
                    <a:pt x="7865" y="176"/>
                  </a:cubicBezTo>
                  <a:cubicBezTo>
                    <a:pt x="7485" y="56"/>
                    <a:pt x="7126" y="1"/>
                    <a:pt x="67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rot="3419195">
              <a:off x="8311376" y="1800726"/>
              <a:ext cx="1290696" cy="1044186"/>
            </a:xfrm>
            <a:custGeom>
              <a:avLst/>
              <a:gdLst/>
              <a:ahLst/>
              <a:cxnLst/>
              <a:rect l="l" t="t" r="r" b="b"/>
              <a:pathLst>
                <a:path w="46772" h="37839" extrusionOk="0">
                  <a:moveTo>
                    <a:pt x="3884" y="1"/>
                  </a:moveTo>
                  <a:cubicBezTo>
                    <a:pt x="3391" y="1"/>
                    <a:pt x="2900" y="187"/>
                    <a:pt x="2560" y="576"/>
                  </a:cubicBezTo>
                  <a:cubicBezTo>
                    <a:pt x="358" y="2950"/>
                    <a:pt x="187" y="6768"/>
                    <a:pt x="130" y="9928"/>
                  </a:cubicBezTo>
                  <a:cubicBezTo>
                    <a:pt x="1" y="13259"/>
                    <a:pt x="416" y="16662"/>
                    <a:pt x="1374" y="19880"/>
                  </a:cubicBezTo>
                  <a:cubicBezTo>
                    <a:pt x="2918" y="25356"/>
                    <a:pt x="6078" y="30304"/>
                    <a:pt x="10725" y="33635"/>
                  </a:cubicBezTo>
                  <a:cubicBezTo>
                    <a:pt x="14733" y="36559"/>
                    <a:pt x="19409" y="37838"/>
                    <a:pt x="24159" y="37838"/>
                  </a:cubicBezTo>
                  <a:cubicBezTo>
                    <a:pt x="31694" y="37838"/>
                    <a:pt x="39411" y="34619"/>
                    <a:pt x="44928" y="29646"/>
                  </a:cubicBezTo>
                  <a:cubicBezTo>
                    <a:pt x="46771" y="27994"/>
                    <a:pt x="45108" y="25391"/>
                    <a:pt x="43084" y="25391"/>
                  </a:cubicBezTo>
                  <a:cubicBezTo>
                    <a:pt x="42689" y="25391"/>
                    <a:pt x="42281" y="25490"/>
                    <a:pt x="41882" y="25714"/>
                  </a:cubicBezTo>
                  <a:cubicBezTo>
                    <a:pt x="37421" y="28216"/>
                    <a:pt x="33017" y="30718"/>
                    <a:pt x="27827" y="31190"/>
                  </a:cubicBezTo>
                  <a:cubicBezTo>
                    <a:pt x="27049" y="31258"/>
                    <a:pt x="26262" y="31294"/>
                    <a:pt x="25472" y="31294"/>
                  </a:cubicBezTo>
                  <a:cubicBezTo>
                    <a:pt x="21424" y="31294"/>
                    <a:pt x="17311" y="30347"/>
                    <a:pt x="14128" y="27858"/>
                  </a:cubicBezTo>
                  <a:cubicBezTo>
                    <a:pt x="10668" y="25170"/>
                    <a:pt x="8523" y="21124"/>
                    <a:pt x="7451" y="17020"/>
                  </a:cubicBezTo>
                  <a:cubicBezTo>
                    <a:pt x="6793" y="14446"/>
                    <a:pt x="6564" y="11829"/>
                    <a:pt x="6435" y="9213"/>
                  </a:cubicBezTo>
                  <a:cubicBezTo>
                    <a:pt x="6321" y="6410"/>
                    <a:pt x="6736" y="3493"/>
                    <a:pt x="5492" y="934"/>
                  </a:cubicBezTo>
                  <a:cubicBezTo>
                    <a:pt x="5183" y="324"/>
                    <a:pt x="4532" y="1"/>
                    <a:pt x="38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7583438">
              <a:off x="8802363" y="2186535"/>
              <a:ext cx="931114" cy="521878"/>
            </a:xfrm>
            <a:custGeom>
              <a:avLst/>
              <a:gdLst/>
              <a:ahLst/>
              <a:cxnLst/>
              <a:rect l="l" t="t" r="r" b="b"/>
              <a:pathLst>
                <a:path w="24725" h="13698" extrusionOk="0">
                  <a:moveTo>
                    <a:pt x="19194" y="0"/>
                  </a:moveTo>
                  <a:cubicBezTo>
                    <a:pt x="18979" y="0"/>
                    <a:pt x="18763" y="20"/>
                    <a:pt x="18547" y="61"/>
                  </a:cubicBezTo>
                  <a:cubicBezTo>
                    <a:pt x="15516" y="604"/>
                    <a:pt x="13071" y="2263"/>
                    <a:pt x="10382" y="3750"/>
                  </a:cubicBezTo>
                  <a:cubicBezTo>
                    <a:pt x="7651" y="5309"/>
                    <a:pt x="4734" y="6739"/>
                    <a:pt x="2160" y="8583"/>
                  </a:cubicBezTo>
                  <a:cubicBezTo>
                    <a:pt x="1" y="10158"/>
                    <a:pt x="883" y="13697"/>
                    <a:pt x="3484" y="13697"/>
                  </a:cubicBezTo>
                  <a:cubicBezTo>
                    <a:pt x="3741" y="13697"/>
                    <a:pt x="4016" y="13663"/>
                    <a:pt x="4305" y="13588"/>
                  </a:cubicBezTo>
                  <a:cubicBezTo>
                    <a:pt x="7594" y="12758"/>
                    <a:pt x="10683" y="11329"/>
                    <a:pt x="13843" y="10127"/>
                  </a:cubicBezTo>
                  <a:cubicBezTo>
                    <a:pt x="16817" y="8941"/>
                    <a:pt x="19505" y="7983"/>
                    <a:pt x="22007" y="5895"/>
                  </a:cubicBezTo>
                  <a:cubicBezTo>
                    <a:pt x="24725" y="3630"/>
                    <a:pt x="22118" y="0"/>
                    <a:pt x="191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rot="-314341">
              <a:off x="8858766" y="691631"/>
              <a:ext cx="279267" cy="27926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" name="Google Shape;34;p3"/>
          <p:cNvGrpSpPr/>
          <p:nvPr/>
        </p:nvGrpSpPr>
        <p:grpSpPr>
          <a:xfrm>
            <a:off x="-858522" y="730195"/>
            <a:ext cx="4096332" cy="5028602"/>
            <a:chOff x="-858522" y="730195"/>
            <a:chExt cx="4096332" cy="5028602"/>
          </a:xfrm>
        </p:grpSpPr>
        <p:sp>
          <p:nvSpPr>
            <p:cNvPr id="35" name="Google Shape;35;p3"/>
            <p:cNvSpPr/>
            <p:nvPr/>
          </p:nvSpPr>
          <p:spPr>
            <a:xfrm rot="4152855">
              <a:off x="-259325" y="997133"/>
              <a:ext cx="931174" cy="521887"/>
            </a:xfrm>
            <a:custGeom>
              <a:avLst/>
              <a:gdLst/>
              <a:ahLst/>
              <a:cxnLst/>
              <a:rect l="l" t="t" r="r" b="b"/>
              <a:pathLst>
                <a:path w="24725" h="13698" extrusionOk="0">
                  <a:moveTo>
                    <a:pt x="19194" y="0"/>
                  </a:moveTo>
                  <a:cubicBezTo>
                    <a:pt x="18979" y="0"/>
                    <a:pt x="18763" y="20"/>
                    <a:pt x="18547" y="61"/>
                  </a:cubicBezTo>
                  <a:cubicBezTo>
                    <a:pt x="15516" y="604"/>
                    <a:pt x="13071" y="2263"/>
                    <a:pt x="10382" y="3750"/>
                  </a:cubicBezTo>
                  <a:cubicBezTo>
                    <a:pt x="7651" y="5309"/>
                    <a:pt x="4734" y="6739"/>
                    <a:pt x="2160" y="8583"/>
                  </a:cubicBezTo>
                  <a:cubicBezTo>
                    <a:pt x="1" y="10158"/>
                    <a:pt x="883" y="13697"/>
                    <a:pt x="3484" y="13697"/>
                  </a:cubicBezTo>
                  <a:cubicBezTo>
                    <a:pt x="3741" y="13697"/>
                    <a:pt x="4016" y="13663"/>
                    <a:pt x="4305" y="13588"/>
                  </a:cubicBezTo>
                  <a:cubicBezTo>
                    <a:pt x="7594" y="12758"/>
                    <a:pt x="10683" y="11329"/>
                    <a:pt x="13843" y="10127"/>
                  </a:cubicBezTo>
                  <a:cubicBezTo>
                    <a:pt x="16817" y="8941"/>
                    <a:pt x="19505" y="7983"/>
                    <a:pt x="22007" y="5895"/>
                  </a:cubicBezTo>
                  <a:cubicBezTo>
                    <a:pt x="24725" y="3630"/>
                    <a:pt x="22118" y="0"/>
                    <a:pt x="191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4078707">
              <a:off x="-712573" y="1803047"/>
              <a:ext cx="1503977" cy="1328903"/>
            </a:xfrm>
            <a:custGeom>
              <a:avLst/>
              <a:gdLst/>
              <a:ahLst/>
              <a:cxnLst/>
              <a:rect l="l" t="t" r="r" b="b"/>
              <a:pathLst>
                <a:path w="44456" h="39281" extrusionOk="0">
                  <a:moveTo>
                    <a:pt x="21582" y="0"/>
                  </a:moveTo>
                  <a:cubicBezTo>
                    <a:pt x="19219" y="0"/>
                    <a:pt x="16858" y="349"/>
                    <a:pt x="14600" y="1063"/>
                  </a:cubicBezTo>
                  <a:cubicBezTo>
                    <a:pt x="8580" y="2964"/>
                    <a:pt x="4062" y="7140"/>
                    <a:pt x="1917" y="13102"/>
                  </a:cubicBezTo>
                  <a:cubicBezTo>
                    <a:pt x="658" y="16734"/>
                    <a:pt x="186" y="20781"/>
                    <a:pt x="129" y="24656"/>
                  </a:cubicBezTo>
                  <a:cubicBezTo>
                    <a:pt x="1" y="28531"/>
                    <a:pt x="58" y="32821"/>
                    <a:pt x="1016" y="36638"/>
                  </a:cubicBezTo>
                  <a:cubicBezTo>
                    <a:pt x="1351" y="37981"/>
                    <a:pt x="2363" y="38572"/>
                    <a:pt x="3419" y="38572"/>
                  </a:cubicBezTo>
                  <a:cubicBezTo>
                    <a:pt x="4792" y="38572"/>
                    <a:pt x="6241" y="37572"/>
                    <a:pt x="6378" y="35923"/>
                  </a:cubicBezTo>
                  <a:cubicBezTo>
                    <a:pt x="6621" y="32992"/>
                    <a:pt x="6206" y="30018"/>
                    <a:pt x="6135" y="27158"/>
                  </a:cubicBezTo>
                  <a:cubicBezTo>
                    <a:pt x="6078" y="24184"/>
                    <a:pt x="6206" y="21196"/>
                    <a:pt x="6735" y="18336"/>
                  </a:cubicBezTo>
                  <a:cubicBezTo>
                    <a:pt x="7751" y="13403"/>
                    <a:pt x="10010" y="9399"/>
                    <a:pt x="14714" y="7383"/>
                  </a:cubicBezTo>
                  <a:cubicBezTo>
                    <a:pt x="16909" y="6461"/>
                    <a:pt x="19269" y="6014"/>
                    <a:pt x="21637" y="6014"/>
                  </a:cubicBezTo>
                  <a:cubicBezTo>
                    <a:pt x="23712" y="6014"/>
                    <a:pt x="25792" y="6357"/>
                    <a:pt x="27769" y="7025"/>
                  </a:cubicBezTo>
                  <a:cubicBezTo>
                    <a:pt x="32116" y="8512"/>
                    <a:pt x="35219" y="11844"/>
                    <a:pt x="36520" y="16320"/>
                  </a:cubicBezTo>
                  <a:cubicBezTo>
                    <a:pt x="38379" y="22697"/>
                    <a:pt x="38436" y="29775"/>
                    <a:pt x="38079" y="36395"/>
                  </a:cubicBezTo>
                  <a:cubicBezTo>
                    <a:pt x="37958" y="38326"/>
                    <a:pt x="39391" y="39280"/>
                    <a:pt x="40890" y="39280"/>
                  </a:cubicBezTo>
                  <a:cubicBezTo>
                    <a:pt x="42400" y="39280"/>
                    <a:pt x="43977" y="38311"/>
                    <a:pt x="44099" y="36395"/>
                  </a:cubicBezTo>
                  <a:cubicBezTo>
                    <a:pt x="44456" y="29417"/>
                    <a:pt x="44270" y="21982"/>
                    <a:pt x="42483" y="15247"/>
                  </a:cubicBezTo>
                  <a:cubicBezTo>
                    <a:pt x="40881" y="9342"/>
                    <a:pt x="37063" y="4523"/>
                    <a:pt x="31401" y="2078"/>
                  </a:cubicBezTo>
                  <a:cubicBezTo>
                    <a:pt x="28318" y="708"/>
                    <a:pt x="24948" y="0"/>
                    <a:pt x="215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rot="-4133572">
              <a:off x="-97670" y="2040405"/>
              <a:ext cx="665531" cy="854199"/>
            </a:xfrm>
            <a:custGeom>
              <a:avLst/>
              <a:gdLst/>
              <a:ahLst/>
              <a:cxnLst/>
              <a:rect l="l" t="t" r="r" b="b"/>
              <a:pathLst>
                <a:path w="19673" h="25250" extrusionOk="0">
                  <a:moveTo>
                    <a:pt x="10265" y="0"/>
                  </a:moveTo>
                  <a:cubicBezTo>
                    <a:pt x="9882" y="0"/>
                    <a:pt x="9482" y="25"/>
                    <a:pt x="9066" y="76"/>
                  </a:cubicBezTo>
                  <a:cubicBezTo>
                    <a:pt x="4590" y="619"/>
                    <a:pt x="1559" y="4423"/>
                    <a:pt x="844" y="8712"/>
                  </a:cubicBezTo>
                  <a:cubicBezTo>
                    <a:pt x="0" y="13302"/>
                    <a:pt x="301" y="19208"/>
                    <a:pt x="1973" y="23612"/>
                  </a:cubicBezTo>
                  <a:cubicBezTo>
                    <a:pt x="2373" y="24662"/>
                    <a:pt x="3376" y="25249"/>
                    <a:pt x="4343" y="25249"/>
                  </a:cubicBezTo>
                  <a:cubicBezTo>
                    <a:pt x="5246" y="25249"/>
                    <a:pt x="6117" y="24737"/>
                    <a:pt x="6435" y="23612"/>
                  </a:cubicBezTo>
                  <a:cubicBezTo>
                    <a:pt x="7393" y="20280"/>
                    <a:pt x="7207" y="16877"/>
                    <a:pt x="7150" y="13488"/>
                  </a:cubicBezTo>
                  <a:cubicBezTo>
                    <a:pt x="7150" y="11644"/>
                    <a:pt x="7093" y="7411"/>
                    <a:pt x="9538" y="6811"/>
                  </a:cubicBezTo>
                  <a:cubicBezTo>
                    <a:pt x="9630" y="6789"/>
                    <a:pt x="9719" y="6779"/>
                    <a:pt x="9805" y="6779"/>
                  </a:cubicBezTo>
                  <a:cubicBezTo>
                    <a:pt x="12821" y="6779"/>
                    <a:pt x="11979" y="19616"/>
                    <a:pt x="11854" y="21410"/>
                  </a:cubicBezTo>
                  <a:cubicBezTo>
                    <a:pt x="11682" y="23197"/>
                    <a:pt x="13527" y="24742"/>
                    <a:pt x="15200" y="24742"/>
                  </a:cubicBezTo>
                  <a:cubicBezTo>
                    <a:pt x="17159" y="24742"/>
                    <a:pt x="18474" y="23197"/>
                    <a:pt x="18589" y="21410"/>
                  </a:cubicBezTo>
                  <a:cubicBezTo>
                    <a:pt x="19111" y="14884"/>
                    <a:pt x="19673" y="0"/>
                    <a:pt x="102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9544000">
              <a:off x="-364042" y="4032871"/>
              <a:ext cx="1677589" cy="1356790"/>
            </a:xfrm>
            <a:custGeom>
              <a:avLst/>
              <a:gdLst/>
              <a:ahLst/>
              <a:cxnLst/>
              <a:rect l="l" t="t" r="r" b="b"/>
              <a:pathLst>
                <a:path w="48278" h="39046" extrusionOk="0">
                  <a:moveTo>
                    <a:pt x="23318" y="1"/>
                  </a:moveTo>
                  <a:cubicBezTo>
                    <a:pt x="21882" y="1"/>
                    <a:pt x="20421" y="953"/>
                    <a:pt x="20076" y="2438"/>
                  </a:cubicBezTo>
                  <a:cubicBezTo>
                    <a:pt x="19004" y="7329"/>
                    <a:pt x="18346" y="12333"/>
                    <a:pt x="17574" y="17209"/>
                  </a:cubicBezTo>
                  <a:cubicBezTo>
                    <a:pt x="17216" y="19540"/>
                    <a:pt x="16859" y="21799"/>
                    <a:pt x="16559" y="24073"/>
                  </a:cubicBezTo>
                  <a:cubicBezTo>
                    <a:pt x="16201" y="22814"/>
                    <a:pt x="15787" y="21570"/>
                    <a:pt x="15429" y="20312"/>
                  </a:cubicBezTo>
                  <a:cubicBezTo>
                    <a:pt x="14228" y="16208"/>
                    <a:pt x="13456" y="11976"/>
                    <a:pt x="12212" y="7915"/>
                  </a:cubicBezTo>
                  <a:cubicBezTo>
                    <a:pt x="11720" y="6518"/>
                    <a:pt x="10456" y="5507"/>
                    <a:pt x="9034" y="5507"/>
                  </a:cubicBezTo>
                  <a:cubicBezTo>
                    <a:pt x="8884" y="5507"/>
                    <a:pt x="8732" y="5518"/>
                    <a:pt x="8580" y="5541"/>
                  </a:cubicBezTo>
                  <a:cubicBezTo>
                    <a:pt x="7078" y="5770"/>
                    <a:pt x="5477" y="7143"/>
                    <a:pt x="5720" y="8816"/>
                  </a:cubicBezTo>
                  <a:cubicBezTo>
                    <a:pt x="6249" y="13277"/>
                    <a:pt x="7679" y="17752"/>
                    <a:pt x="9166" y="21985"/>
                  </a:cubicBezTo>
                  <a:cubicBezTo>
                    <a:pt x="9938" y="24001"/>
                    <a:pt x="10653" y="26032"/>
                    <a:pt x="11554" y="28062"/>
                  </a:cubicBezTo>
                  <a:cubicBezTo>
                    <a:pt x="11668" y="28291"/>
                    <a:pt x="11726" y="28534"/>
                    <a:pt x="11854" y="28777"/>
                  </a:cubicBezTo>
                  <a:cubicBezTo>
                    <a:pt x="11082" y="28119"/>
                    <a:pt x="10367" y="27404"/>
                    <a:pt x="9709" y="26575"/>
                  </a:cubicBezTo>
                  <a:cubicBezTo>
                    <a:pt x="7322" y="23472"/>
                    <a:pt x="6078" y="19711"/>
                    <a:pt x="3447" y="16794"/>
                  </a:cubicBezTo>
                  <a:cubicBezTo>
                    <a:pt x="3114" y="16408"/>
                    <a:pt x="2717" y="16245"/>
                    <a:pt x="2326" y="16245"/>
                  </a:cubicBezTo>
                  <a:cubicBezTo>
                    <a:pt x="1456" y="16245"/>
                    <a:pt x="608" y="17049"/>
                    <a:pt x="530" y="17996"/>
                  </a:cubicBezTo>
                  <a:cubicBezTo>
                    <a:pt x="0" y="22700"/>
                    <a:pt x="2260" y="27519"/>
                    <a:pt x="5119" y="31222"/>
                  </a:cubicBezTo>
                  <a:cubicBezTo>
                    <a:pt x="8337" y="35326"/>
                    <a:pt x="12984" y="37714"/>
                    <a:pt x="18103" y="38600"/>
                  </a:cubicBezTo>
                  <a:cubicBezTo>
                    <a:pt x="19905" y="38896"/>
                    <a:pt x="21783" y="39046"/>
                    <a:pt x="23693" y="39046"/>
                  </a:cubicBezTo>
                  <a:cubicBezTo>
                    <a:pt x="31829" y="39046"/>
                    <a:pt x="40520" y="36330"/>
                    <a:pt x="46172" y="30679"/>
                  </a:cubicBezTo>
                  <a:cubicBezTo>
                    <a:pt x="48278" y="28525"/>
                    <a:pt x="46308" y="24872"/>
                    <a:pt x="43783" y="24872"/>
                  </a:cubicBezTo>
                  <a:cubicBezTo>
                    <a:pt x="43240" y="24872"/>
                    <a:pt x="42671" y="25041"/>
                    <a:pt x="42111" y="25431"/>
                  </a:cubicBezTo>
                  <a:cubicBezTo>
                    <a:pt x="38722" y="27819"/>
                    <a:pt x="35619" y="29964"/>
                    <a:pt x="31573" y="31151"/>
                  </a:cubicBezTo>
                  <a:cubicBezTo>
                    <a:pt x="30314" y="31579"/>
                    <a:pt x="29013" y="31865"/>
                    <a:pt x="27698" y="32051"/>
                  </a:cubicBezTo>
                  <a:cubicBezTo>
                    <a:pt x="28884" y="30679"/>
                    <a:pt x="30085" y="29363"/>
                    <a:pt x="31272" y="27933"/>
                  </a:cubicBezTo>
                  <a:cubicBezTo>
                    <a:pt x="34318" y="24430"/>
                    <a:pt x="37235" y="20784"/>
                    <a:pt x="40095" y="17095"/>
                  </a:cubicBezTo>
                  <a:cubicBezTo>
                    <a:pt x="41167" y="15608"/>
                    <a:pt x="40266" y="13277"/>
                    <a:pt x="38836" y="12448"/>
                  </a:cubicBezTo>
                  <a:cubicBezTo>
                    <a:pt x="38295" y="12130"/>
                    <a:pt x="37748" y="11987"/>
                    <a:pt x="37219" y="11987"/>
                  </a:cubicBezTo>
                  <a:cubicBezTo>
                    <a:pt x="36057" y="11987"/>
                    <a:pt x="34983" y="12674"/>
                    <a:pt x="34246" y="13706"/>
                  </a:cubicBezTo>
                  <a:cubicBezTo>
                    <a:pt x="31630" y="17152"/>
                    <a:pt x="29013" y="20612"/>
                    <a:pt x="26268" y="23944"/>
                  </a:cubicBezTo>
                  <a:cubicBezTo>
                    <a:pt x="24952" y="25617"/>
                    <a:pt x="23594" y="27290"/>
                    <a:pt x="22278" y="28948"/>
                  </a:cubicBezTo>
                  <a:lnTo>
                    <a:pt x="22164" y="29077"/>
                  </a:lnTo>
                  <a:cubicBezTo>
                    <a:pt x="22335" y="28005"/>
                    <a:pt x="22521" y="26861"/>
                    <a:pt x="22693" y="25788"/>
                  </a:cubicBezTo>
                  <a:cubicBezTo>
                    <a:pt x="23108" y="23415"/>
                    <a:pt x="23522" y="21027"/>
                    <a:pt x="23951" y="18639"/>
                  </a:cubicBezTo>
                  <a:cubicBezTo>
                    <a:pt x="24781" y="13820"/>
                    <a:pt x="25796" y="9059"/>
                    <a:pt x="26511" y="4226"/>
                  </a:cubicBezTo>
                  <a:cubicBezTo>
                    <a:pt x="26811" y="2438"/>
                    <a:pt x="26096" y="651"/>
                    <a:pt x="24180" y="122"/>
                  </a:cubicBezTo>
                  <a:cubicBezTo>
                    <a:pt x="23900" y="40"/>
                    <a:pt x="23609" y="1"/>
                    <a:pt x="233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 rot="355837">
              <a:off x="1405000" y="4418266"/>
              <a:ext cx="1772917" cy="1252284"/>
            </a:xfrm>
            <a:custGeom>
              <a:avLst/>
              <a:gdLst/>
              <a:ahLst/>
              <a:cxnLst/>
              <a:rect l="l" t="t" r="r" b="b"/>
              <a:pathLst>
                <a:path w="72982" h="51556" extrusionOk="0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 txBox="1">
            <a:spLocks noGrp="1"/>
          </p:cNvSpPr>
          <p:nvPr>
            <p:ph type="title"/>
          </p:nvPr>
        </p:nvSpPr>
        <p:spPr>
          <a:xfrm>
            <a:off x="948600" y="365760"/>
            <a:ext cx="748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body" idx="1"/>
          </p:nvPr>
        </p:nvSpPr>
        <p:spPr>
          <a:xfrm>
            <a:off x="948600" y="1012501"/>
            <a:ext cx="7482300" cy="3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43" name="Google Shape;43;p4"/>
          <p:cNvGrpSpPr/>
          <p:nvPr/>
        </p:nvGrpSpPr>
        <p:grpSpPr>
          <a:xfrm>
            <a:off x="-632933" y="2975295"/>
            <a:ext cx="2990000" cy="2886440"/>
            <a:chOff x="-632933" y="2975295"/>
            <a:chExt cx="2990000" cy="2886440"/>
          </a:xfrm>
        </p:grpSpPr>
        <p:sp>
          <p:nvSpPr>
            <p:cNvPr id="44" name="Google Shape;44;p4"/>
            <p:cNvSpPr/>
            <p:nvPr/>
          </p:nvSpPr>
          <p:spPr>
            <a:xfrm>
              <a:off x="-580273" y="3913941"/>
              <a:ext cx="1814496" cy="1460824"/>
            </a:xfrm>
            <a:custGeom>
              <a:avLst/>
              <a:gdLst/>
              <a:ahLst/>
              <a:cxnLst/>
              <a:rect l="l" t="t" r="r" b="b"/>
              <a:pathLst>
                <a:path w="62612" h="50408" extrusionOk="0">
                  <a:moveTo>
                    <a:pt x="31782" y="6106"/>
                  </a:moveTo>
                  <a:cubicBezTo>
                    <a:pt x="34043" y="6106"/>
                    <a:pt x="35239" y="9407"/>
                    <a:pt x="35329" y="11838"/>
                  </a:cubicBezTo>
                  <a:cubicBezTo>
                    <a:pt x="35572" y="17858"/>
                    <a:pt x="33542" y="23821"/>
                    <a:pt x="30324" y="28940"/>
                  </a:cubicBezTo>
                  <a:cubicBezTo>
                    <a:pt x="27293" y="25608"/>
                    <a:pt x="25792" y="20418"/>
                    <a:pt x="25792" y="16185"/>
                  </a:cubicBezTo>
                  <a:cubicBezTo>
                    <a:pt x="25863" y="12853"/>
                    <a:pt x="26864" y="9036"/>
                    <a:pt x="29667" y="6948"/>
                  </a:cubicBezTo>
                  <a:cubicBezTo>
                    <a:pt x="30452" y="6357"/>
                    <a:pt x="31158" y="6106"/>
                    <a:pt x="31782" y="6106"/>
                  </a:cubicBezTo>
                  <a:close/>
                  <a:moveTo>
                    <a:pt x="31814" y="1"/>
                  </a:moveTo>
                  <a:cubicBezTo>
                    <a:pt x="31045" y="1"/>
                    <a:pt x="30251" y="109"/>
                    <a:pt x="29438" y="342"/>
                  </a:cubicBezTo>
                  <a:cubicBezTo>
                    <a:pt x="24605" y="1657"/>
                    <a:pt x="21387" y="6533"/>
                    <a:pt x="20258" y="11123"/>
                  </a:cubicBezTo>
                  <a:cubicBezTo>
                    <a:pt x="19185" y="15470"/>
                    <a:pt x="19486" y="20603"/>
                    <a:pt x="21030" y="25251"/>
                  </a:cubicBezTo>
                  <a:cubicBezTo>
                    <a:pt x="21387" y="26194"/>
                    <a:pt x="21688" y="27210"/>
                    <a:pt x="22102" y="28168"/>
                  </a:cubicBezTo>
                  <a:cubicBezTo>
                    <a:pt x="23060" y="30613"/>
                    <a:pt x="24190" y="32929"/>
                    <a:pt x="25734" y="34831"/>
                  </a:cubicBezTo>
                  <a:cubicBezTo>
                    <a:pt x="25563" y="35017"/>
                    <a:pt x="25377" y="35260"/>
                    <a:pt x="25148" y="35431"/>
                  </a:cubicBezTo>
                  <a:cubicBezTo>
                    <a:pt x="19243" y="40550"/>
                    <a:pt x="11679" y="43596"/>
                    <a:pt x="3928" y="44254"/>
                  </a:cubicBezTo>
                  <a:cubicBezTo>
                    <a:pt x="122" y="44545"/>
                    <a:pt x="0" y="50408"/>
                    <a:pt x="3562" y="50408"/>
                  </a:cubicBezTo>
                  <a:cubicBezTo>
                    <a:pt x="3680" y="50408"/>
                    <a:pt x="3802" y="50401"/>
                    <a:pt x="3928" y="50388"/>
                  </a:cubicBezTo>
                  <a:cubicBezTo>
                    <a:pt x="5187" y="50274"/>
                    <a:pt x="6488" y="50088"/>
                    <a:pt x="7746" y="49845"/>
                  </a:cubicBezTo>
                  <a:cubicBezTo>
                    <a:pt x="8516" y="49964"/>
                    <a:pt x="9287" y="50020"/>
                    <a:pt x="10058" y="50020"/>
                  </a:cubicBezTo>
                  <a:cubicBezTo>
                    <a:pt x="17823" y="50020"/>
                    <a:pt x="25520" y="44281"/>
                    <a:pt x="30567" y="38649"/>
                  </a:cubicBezTo>
                  <a:cubicBezTo>
                    <a:pt x="30982" y="38892"/>
                    <a:pt x="31454" y="39063"/>
                    <a:pt x="31940" y="39249"/>
                  </a:cubicBezTo>
                  <a:cubicBezTo>
                    <a:pt x="33550" y="39795"/>
                    <a:pt x="35215" y="40037"/>
                    <a:pt x="36889" y="40037"/>
                  </a:cubicBezTo>
                  <a:cubicBezTo>
                    <a:pt x="41223" y="40037"/>
                    <a:pt x="45619" y="38417"/>
                    <a:pt x="49270" y="36261"/>
                  </a:cubicBezTo>
                  <a:cubicBezTo>
                    <a:pt x="54389" y="33229"/>
                    <a:pt x="58679" y="28883"/>
                    <a:pt x="61725" y="23749"/>
                  </a:cubicBezTo>
                  <a:cubicBezTo>
                    <a:pt x="62611" y="22262"/>
                    <a:pt x="62082" y="20175"/>
                    <a:pt x="60538" y="19288"/>
                  </a:cubicBezTo>
                  <a:cubicBezTo>
                    <a:pt x="60012" y="18987"/>
                    <a:pt x="59479" y="18851"/>
                    <a:pt x="58964" y="18851"/>
                  </a:cubicBezTo>
                  <a:cubicBezTo>
                    <a:pt x="57841" y="18851"/>
                    <a:pt x="56797" y="19495"/>
                    <a:pt x="56062" y="20475"/>
                  </a:cubicBezTo>
                  <a:cubicBezTo>
                    <a:pt x="51751" y="26076"/>
                    <a:pt x="45811" y="32409"/>
                    <a:pt x="38243" y="32409"/>
                  </a:cubicBezTo>
                  <a:cubicBezTo>
                    <a:pt x="37755" y="32409"/>
                    <a:pt x="37260" y="32383"/>
                    <a:pt x="36759" y="32329"/>
                  </a:cubicBezTo>
                  <a:cubicBezTo>
                    <a:pt x="36344" y="32271"/>
                    <a:pt x="35930" y="32214"/>
                    <a:pt x="35515" y="32100"/>
                  </a:cubicBezTo>
                  <a:cubicBezTo>
                    <a:pt x="39919" y="25065"/>
                    <a:pt x="42664" y="16485"/>
                    <a:pt x="40934" y="8378"/>
                  </a:cubicBezTo>
                  <a:cubicBezTo>
                    <a:pt x="40016" y="3849"/>
                    <a:pt x="36384" y="1"/>
                    <a:pt x="318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-632933" y="2975295"/>
              <a:ext cx="1715969" cy="1210793"/>
            </a:xfrm>
            <a:custGeom>
              <a:avLst/>
              <a:gdLst/>
              <a:ahLst/>
              <a:cxnLst/>
              <a:rect l="l" t="t" r="r" b="b"/>
              <a:pathLst>
                <a:path w="78615" h="55471" extrusionOk="0">
                  <a:moveTo>
                    <a:pt x="28010" y="0"/>
                  </a:moveTo>
                  <a:cubicBezTo>
                    <a:pt x="27289" y="0"/>
                    <a:pt x="26561" y="182"/>
                    <a:pt x="25892" y="575"/>
                  </a:cubicBezTo>
                  <a:cubicBezTo>
                    <a:pt x="21359" y="3320"/>
                    <a:pt x="17069" y="6423"/>
                    <a:pt x="12665" y="9397"/>
                  </a:cubicBezTo>
                  <a:cubicBezTo>
                    <a:pt x="8547" y="12143"/>
                    <a:pt x="4200" y="14702"/>
                    <a:pt x="1040" y="18577"/>
                  </a:cubicBezTo>
                  <a:cubicBezTo>
                    <a:pt x="0" y="19894"/>
                    <a:pt x="827" y="21708"/>
                    <a:pt x="2405" y="21708"/>
                  </a:cubicBezTo>
                  <a:cubicBezTo>
                    <a:pt x="2540" y="21708"/>
                    <a:pt x="2682" y="21694"/>
                    <a:pt x="2828" y="21666"/>
                  </a:cubicBezTo>
                  <a:cubicBezTo>
                    <a:pt x="7718" y="20722"/>
                    <a:pt x="12008" y="18034"/>
                    <a:pt x="16354" y="15718"/>
                  </a:cubicBezTo>
                  <a:cubicBezTo>
                    <a:pt x="19364" y="14097"/>
                    <a:pt x="22445" y="12549"/>
                    <a:pt x="25458" y="10917"/>
                  </a:cubicBezTo>
                  <a:lnTo>
                    <a:pt x="25458" y="10917"/>
                  </a:lnTo>
                  <a:cubicBezTo>
                    <a:pt x="27706" y="18771"/>
                    <a:pt x="29975" y="26624"/>
                    <a:pt x="32198" y="34478"/>
                  </a:cubicBezTo>
                  <a:cubicBezTo>
                    <a:pt x="32709" y="36440"/>
                    <a:pt x="34469" y="37635"/>
                    <a:pt x="36324" y="37635"/>
                  </a:cubicBezTo>
                  <a:cubicBezTo>
                    <a:pt x="37065" y="37635"/>
                    <a:pt x="37820" y="37445"/>
                    <a:pt x="38518" y="37037"/>
                  </a:cubicBezTo>
                  <a:cubicBezTo>
                    <a:pt x="42207" y="34964"/>
                    <a:pt x="45968" y="32819"/>
                    <a:pt x="49714" y="30731"/>
                  </a:cubicBezTo>
                  <a:cubicBezTo>
                    <a:pt x="51330" y="29773"/>
                    <a:pt x="53532" y="27986"/>
                    <a:pt x="55319" y="27571"/>
                  </a:cubicBezTo>
                  <a:cubicBezTo>
                    <a:pt x="55870" y="27444"/>
                    <a:pt x="56186" y="27369"/>
                    <a:pt x="56408" y="27369"/>
                  </a:cubicBezTo>
                  <a:cubicBezTo>
                    <a:pt x="56809" y="27369"/>
                    <a:pt x="56905" y="27613"/>
                    <a:pt x="57521" y="28229"/>
                  </a:cubicBezTo>
                  <a:cubicBezTo>
                    <a:pt x="58293" y="29001"/>
                    <a:pt x="58708" y="30431"/>
                    <a:pt x="59194" y="31389"/>
                  </a:cubicBezTo>
                  <a:cubicBezTo>
                    <a:pt x="61096" y="35193"/>
                    <a:pt x="63069" y="39068"/>
                    <a:pt x="65028" y="42885"/>
                  </a:cubicBezTo>
                  <a:cubicBezTo>
                    <a:pt x="66930" y="46689"/>
                    <a:pt x="68488" y="51165"/>
                    <a:pt x="71520" y="54267"/>
                  </a:cubicBezTo>
                  <a:cubicBezTo>
                    <a:pt x="72352" y="55111"/>
                    <a:pt x="73284" y="55471"/>
                    <a:pt x="74183" y="55471"/>
                  </a:cubicBezTo>
                  <a:cubicBezTo>
                    <a:pt x="76513" y="55471"/>
                    <a:pt x="78615" y="53055"/>
                    <a:pt x="78140" y="50392"/>
                  </a:cubicBezTo>
                  <a:cubicBezTo>
                    <a:pt x="77239" y="45088"/>
                    <a:pt x="73250" y="39668"/>
                    <a:pt x="70805" y="34835"/>
                  </a:cubicBezTo>
                  <a:cubicBezTo>
                    <a:pt x="68431" y="30245"/>
                    <a:pt x="66458" y="24297"/>
                    <a:pt x="62712" y="20594"/>
                  </a:cubicBezTo>
                  <a:cubicBezTo>
                    <a:pt x="60979" y="18920"/>
                    <a:pt x="59070" y="18258"/>
                    <a:pt x="57108" y="18258"/>
                  </a:cubicBezTo>
                  <a:cubicBezTo>
                    <a:pt x="54812" y="18258"/>
                    <a:pt x="52444" y="19165"/>
                    <a:pt x="50200" y="20422"/>
                  </a:cubicBezTo>
                  <a:cubicBezTo>
                    <a:pt x="46442" y="22547"/>
                    <a:pt x="42712" y="24706"/>
                    <a:pt x="38970" y="26877"/>
                  </a:cubicBezTo>
                  <a:lnTo>
                    <a:pt x="38970" y="26877"/>
                  </a:lnTo>
                  <a:cubicBezTo>
                    <a:pt x="36753" y="18990"/>
                    <a:pt x="34554" y="11079"/>
                    <a:pt x="32326" y="3206"/>
                  </a:cubicBezTo>
                  <a:cubicBezTo>
                    <a:pt x="31756" y="1258"/>
                    <a:pt x="29909" y="0"/>
                    <a:pt x="280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rot="-436672">
              <a:off x="511910" y="4502146"/>
              <a:ext cx="1772968" cy="1252333"/>
            </a:xfrm>
            <a:custGeom>
              <a:avLst/>
              <a:gdLst/>
              <a:ahLst/>
              <a:cxnLst/>
              <a:rect l="l" t="t" r="r" b="b"/>
              <a:pathLst>
                <a:path w="72982" h="51556" extrusionOk="0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4"/>
          <p:cNvGrpSpPr/>
          <p:nvPr/>
        </p:nvGrpSpPr>
        <p:grpSpPr>
          <a:xfrm>
            <a:off x="6664985" y="-815951"/>
            <a:ext cx="3375175" cy="3896825"/>
            <a:chOff x="6664985" y="-815951"/>
            <a:chExt cx="3375175" cy="3896825"/>
          </a:xfrm>
        </p:grpSpPr>
        <p:sp>
          <p:nvSpPr>
            <p:cNvPr id="48" name="Google Shape;48;p4"/>
            <p:cNvSpPr/>
            <p:nvPr/>
          </p:nvSpPr>
          <p:spPr>
            <a:xfrm rot="3228475">
              <a:off x="8282378" y="751860"/>
              <a:ext cx="931122" cy="521862"/>
            </a:xfrm>
            <a:custGeom>
              <a:avLst/>
              <a:gdLst/>
              <a:ahLst/>
              <a:cxnLst/>
              <a:rect l="l" t="t" r="r" b="b"/>
              <a:pathLst>
                <a:path w="24725" h="13698" extrusionOk="0">
                  <a:moveTo>
                    <a:pt x="19194" y="0"/>
                  </a:moveTo>
                  <a:cubicBezTo>
                    <a:pt x="18979" y="0"/>
                    <a:pt x="18763" y="20"/>
                    <a:pt x="18547" y="61"/>
                  </a:cubicBezTo>
                  <a:cubicBezTo>
                    <a:pt x="15516" y="604"/>
                    <a:pt x="13071" y="2263"/>
                    <a:pt x="10382" y="3750"/>
                  </a:cubicBezTo>
                  <a:cubicBezTo>
                    <a:pt x="7651" y="5309"/>
                    <a:pt x="4734" y="6739"/>
                    <a:pt x="2160" y="8583"/>
                  </a:cubicBezTo>
                  <a:cubicBezTo>
                    <a:pt x="1" y="10158"/>
                    <a:pt x="883" y="13697"/>
                    <a:pt x="3484" y="13697"/>
                  </a:cubicBezTo>
                  <a:cubicBezTo>
                    <a:pt x="3741" y="13697"/>
                    <a:pt x="4016" y="13663"/>
                    <a:pt x="4305" y="13588"/>
                  </a:cubicBezTo>
                  <a:cubicBezTo>
                    <a:pt x="7594" y="12758"/>
                    <a:pt x="10683" y="11329"/>
                    <a:pt x="13843" y="10127"/>
                  </a:cubicBezTo>
                  <a:cubicBezTo>
                    <a:pt x="16817" y="8941"/>
                    <a:pt x="19505" y="7983"/>
                    <a:pt x="22007" y="5895"/>
                  </a:cubicBezTo>
                  <a:cubicBezTo>
                    <a:pt x="24725" y="3630"/>
                    <a:pt x="22118" y="0"/>
                    <a:pt x="191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 rot="-5816875">
              <a:off x="8808470" y="-634060"/>
              <a:ext cx="685665" cy="1707315"/>
            </a:xfrm>
            <a:custGeom>
              <a:avLst/>
              <a:gdLst/>
              <a:ahLst/>
              <a:cxnLst/>
              <a:rect l="l" t="t" r="r" b="b"/>
              <a:pathLst>
                <a:path w="18776" h="46762" extrusionOk="0">
                  <a:moveTo>
                    <a:pt x="6789" y="1"/>
                  </a:moveTo>
                  <a:cubicBezTo>
                    <a:pt x="3426" y="1"/>
                    <a:pt x="2347" y="5490"/>
                    <a:pt x="6078" y="6724"/>
                  </a:cubicBezTo>
                  <a:cubicBezTo>
                    <a:pt x="7565" y="7211"/>
                    <a:pt x="7150" y="8640"/>
                    <a:pt x="6135" y="9355"/>
                  </a:cubicBezTo>
                  <a:cubicBezTo>
                    <a:pt x="4176" y="10657"/>
                    <a:pt x="2260" y="11500"/>
                    <a:pt x="1259" y="13702"/>
                  </a:cubicBezTo>
                  <a:cubicBezTo>
                    <a:pt x="1" y="16319"/>
                    <a:pt x="716" y="19422"/>
                    <a:pt x="2389" y="21681"/>
                  </a:cubicBezTo>
                  <a:cubicBezTo>
                    <a:pt x="4047" y="23826"/>
                    <a:pt x="6435" y="24841"/>
                    <a:pt x="8408" y="26629"/>
                  </a:cubicBezTo>
                  <a:cubicBezTo>
                    <a:pt x="9896" y="28058"/>
                    <a:pt x="9409" y="28959"/>
                    <a:pt x="8337" y="30561"/>
                  </a:cubicBezTo>
                  <a:cubicBezTo>
                    <a:pt x="7036" y="32648"/>
                    <a:pt x="5720" y="34793"/>
                    <a:pt x="5720" y="37353"/>
                  </a:cubicBezTo>
                  <a:cubicBezTo>
                    <a:pt x="5771" y="41864"/>
                    <a:pt x="10603" y="46761"/>
                    <a:pt x="15328" y="46761"/>
                  </a:cubicBezTo>
                  <a:cubicBezTo>
                    <a:pt x="15905" y="46761"/>
                    <a:pt x="16480" y="46688"/>
                    <a:pt x="17045" y="46533"/>
                  </a:cubicBezTo>
                  <a:cubicBezTo>
                    <a:pt x="18232" y="46175"/>
                    <a:pt x="18775" y="44802"/>
                    <a:pt x="18175" y="43673"/>
                  </a:cubicBezTo>
                  <a:cubicBezTo>
                    <a:pt x="16916" y="41399"/>
                    <a:pt x="13885" y="40813"/>
                    <a:pt x="12698" y="38425"/>
                  </a:cubicBezTo>
                  <a:cubicBezTo>
                    <a:pt x="11854" y="36695"/>
                    <a:pt x="13227" y="35322"/>
                    <a:pt x="14185" y="33964"/>
                  </a:cubicBezTo>
                  <a:cubicBezTo>
                    <a:pt x="15615" y="31748"/>
                    <a:pt x="16559" y="29317"/>
                    <a:pt x="16030" y="26686"/>
                  </a:cubicBezTo>
                  <a:cubicBezTo>
                    <a:pt x="15429" y="24012"/>
                    <a:pt x="13470" y="21981"/>
                    <a:pt x="11325" y="20437"/>
                  </a:cubicBezTo>
                  <a:cubicBezTo>
                    <a:pt x="10425" y="19779"/>
                    <a:pt x="6850" y="17749"/>
                    <a:pt x="7265" y="16619"/>
                  </a:cubicBezTo>
                  <a:cubicBezTo>
                    <a:pt x="7450" y="16090"/>
                    <a:pt x="8580" y="15733"/>
                    <a:pt x="9052" y="15432"/>
                  </a:cubicBezTo>
                  <a:cubicBezTo>
                    <a:pt x="10196" y="14775"/>
                    <a:pt x="11197" y="14060"/>
                    <a:pt x="12040" y="13045"/>
                  </a:cubicBezTo>
                  <a:cubicBezTo>
                    <a:pt x="15729" y="8397"/>
                    <a:pt x="13284" y="1963"/>
                    <a:pt x="7865" y="176"/>
                  </a:cubicBezTo>
                  <a:cubicBezTo>
                    <a:pt x="7485" y="56"/>
                    <a:pt x="7126" y="1"/>
                    <a:pt x="6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-2869304">
              <a:off x="7982539" y="1187789"/>
              <a:ext cx="1814420" cy="1460763"/>
            </a:xfrm>
            <a:custGeom>
              <a:avLst/>
              <a:gdLst/>
              <a:ahLst/>
              <a:cxnLst/>
              <a:rect l="l" t="t" r="r" b="b"/>
              <a:pathLst>
                <a:path w="62612" h="50408" extrusionOk="0">
                  <a:moveTo>
                    <a:pt x="31782" y="6106"/>
                  </a:moveTo>
                  <a:cubicBezTo>
                    <a:pt x="34043" y="6106"/>
                    <a:pt x="35239" y="9407"/>
                    <a:pt x="35329" y="11838"/>
                  </a:cubicBezTo>
                  <a:cubicBezTo>
                    <a:pt x="35572" y="17858"/>
                    <a:pt x="33542" y="23821"/>
                    <a:pt x="30324" y="28940"/>
                  </a:cubicBezTo>
                  <a:cubicBezTo>
                    <a:pt x="27293" y="25608"/>
                    <a:pt x="25792" y="20418"/>
                    <a:pt x="25792" y="16185"/>
                  </a:cubicBezTo>
                  <a:cubicBezTo>
                    <a:pt x="25863" y="12853"/>
                    <a:pt x="26864" y="9036"/>
                    <a:pt x="29667" y="6948"/>
                  </a:cubicBezTo>
                  <a:cubicBezTo>
                    <a:pt x="30452" y="6357"/>
                    <a:pt x="31158" y="6106"/>
                    <a:pt x="31782" y="6106"/>
                  </a:cubicBezTo>
                  <a:close/>
                  <a:moveTo>
                    <a:pt x="31814" y="1"/>
                  </a:moveTo>
                  <a:cubicBezTo>
                    <a:pt x="31045" y="1"/>
                    <a:pt x="30251" y="109"/>
                    <a:pt x="29438" y="342"/>
                  </a:cubicBezTo>
                  <a:cubicBezTo>
                    <a:pt x="24605" y="1657"/>
                    <a:pt x="21387" y="6533"/>
                    <a:pt x="20258" y="11123"/>
                  </a:cubicBezTo>
                  <a:cubicBezTo>
                    <a:pt x="19185" y="15470"/>
                    <a:pt x="19486" y="20603"/>
                    <a:pt x="21030" y="25251"/>
                  </a:cubicBezTo>
                  <a:cubicBezTo>
                    <a:pt x="21387" y="26194"/>
                    <a:pt x="21688" y="27210"/>
                    <a:pt x="22102" y="28168"/>
                  </a:cubicBezTo>
                  <a:cubicBezTo>
                    <a:pt x="23060" y="30613"/>
                    <a:pt x="24190" y="32929"/>
                    <a:pt x="25734" y="34831"/>
                  </a:cubicBezTo>
                  <a:cubicBezTo>
                    <a:pt x="25563" y="35017"/>
                    <a:pt x="25377" y="35260"/>
                    <a:pt x="25148" y="35431"/>
                  </a:cubicBezTo>
                  <a:cubicBezTo>
                    <a:pt x="19243" y="40550"/>
                    <a:pt x="11679" y="43596"/>
                    <a:pt x="3928" y="44254"/>
                  </a:cubicBezTo>
                  <a:cubicBezTo>
                    <a:pt x="122" y="44545"/>
                    <a:pt x="0" y="50408"/>
                    <a:pt x="3562" y="50408"/>
                  </a:cubicBezTo>
                  <a:cubicBezTo>
                    <a:pt x="3680" y="50408"/>
                    <a:pt x="3802" y="50401"/>
                    <a:pt x="3928" y="50388"/>
                  </a:cubicBezTo>
                  <a:cubicBezTo>
                    <a:pt x="5187" y="50274"/>
                    <a:pt x="6488" y="50088"/>
                    <a:pt x="7746" y="49845"/>
                  </a:cubicBezTo>
                  <a:cubicBezTo>
                    <a:pt x="8516" y="49964"/>
                    <a:pt x="9287" y="50020"/>
                    <a:pt x="10058" y="50020"/>
                  </a:cubicBezTo>
                  <a:cubicBezTo>
                    <a:pt x="17823" y="50020"/>
                    <a:pt x="25520" y="44281"/>
                    <a:pt x="30567" y="38649"/>
                  </a:cubicBezTo>
                  <a:cubicBezTo>
                    <a:pt x="30982" y="38892"/>
                    <a:pt x="31454" y="39063"/>
                    <a:pt x="31940" y="39249"/>
                  </a:cubicBezTo>
                  <a:cubicBezTo>
                    <a:pt x="33550" y="39795"/>
                    <a:pt x="35215" y="40037"/>
                    <a:pt x="36889" y="40037"/>
                  </a:cubicBezTo>
                  <a:cubicBezTo>
                    <a:pt x="41223" y="40037"/>
                    <a:pt x="45619" y="38417"/>
                    <a:pt x="49270" y="36261"/>
                  </a:cubicBezTo>
                  <a:cubicBezTo>
                    <a:pt x="54389" y="33229"/>
                    <a:pt x="58679" y="28883"/>
                    <a:pt x="61725" y="23749"/>
                  </a:cubicBezTo>
                  <a:cubicBezTo>
                    <a:pt x="62611" y="22262"/>
                    <a:pt x="62082" y="20175"/>
                    <a:pt x="60538" y="19288"/>
                  </a:cubicBezTo>
                  <a:cubicBezTo>
                    <a:pt x="60012" y="18987"/>
                    <a:pt x="59479" y="18851"/>
                    <a:pt x="58964" y="18851"/>
                  </a:cubicBezTo>
                  <a:cubicBezTo>
                    <a:pt x="57841" y="18851"/>
                    <a:pt x="56797" y="19495"/>
                    <a:pt x="56062" y="20475"/>
                  </a:cubicBezTo>
                  <a:cubicBezTo>
                    <a:pt x="51751" y="26076"/>
                    <a:pt x="45811" y="32409"/>
                    <a:pt x="38243" y="32409"/>
                  </a:cubicBezTo>
                  <a:cubicBezTo>
                    <a:pt x="37755" y="32409"/>
                    <a:pt x="37260" y="32383"/>
                    <a:pt x="36759" y="32329"/>
                  </a:cubicBezTo>
                  <a:cubicBezTo>
                    <a:pt x="36344" y="32271"/>
                    <a:pt x="35930" y="32214"/>
                    <a:pt x="35515" y="32100"/>
                  </a:cubicBezTo>
                  <a:cubicBezTo>
                    <a:pt x="39919" y="25065"/>
                    <a:pt x="42664" y="16485"/>
                    <a:pt x="40934" y="8378"/>
                  </a:cubicBezTo>
                  <a:cubicBezTo>
                    <a:pt x="40016" y="3849"/>
                    <a:pt x="36384" y="1"/>
                    <a:pt x="318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 rot="-9666924">
              <a:off x="6821737" y="-604786"/>
              <a:ext cx="1507647" cy="1219254"/>
            </a:xfrm>
            <a:custGeom>
              <a:avLst/>
              <a:gdLst/>
              <a:ahLst/>
              <a:cxnLst/>
              <a:rect l="l" t="t" r="r" b="b"/>
              <a:pathLst>
                <a:path w="48278" h="39046" extrusionOk="0">
                  <a:moveTo>
                    <a:pt x="23318" y="1"/>
                  </a:moveTo>
                  <a:cubicBezTo>
                    <a:pt x="21882" y="1"/>
                    <a:pt x="20421" y="953"/>
                    <a:pt x="20076" y="2438"/>
                  </a:cubicBezTo>
                  <a:cubicBezTo>
                    <a:pt x="19004" y="7329"/>
                    <a:pt x="18346" y="12333"/>
                    <a:pt x="17574" y="17209"/>
                  </a:cubicBezTo>
                  <a:cubicBezTo>
                    <a:pt x="17216" y="19540"/>
                    <a:pt x="16859" y="21799"/>
                    <a:pt x="16559" y="24073"/>
                  </a:cubicBezTo>
                  <a:cubicBezTo>
                    <a:pt x="16201" y="22814"/>
                    <a:pt x="15787" y="21570"/>
                    <a:pt x="15429" y="20312"/>
                  </a:cubicBezTo>
                  <a:cubicBezTo>
                    <a:pt x="14228" y="16208"/>
                    <a:pt x="13456" y="11976"/>
                    <a:pt x="12212" y="7915"/>
                  </a:cubicBezTo>
                  <a:cubicBezTo>
                    <a:pt x="11720" y="6518"/>
                    <a:pt x="10456" y="5507"/>
                    <a:pt x="9034" y="5507"/>
                  </a:cubicBezTo>
                  <a:cubicBezTo>
                    <a:pt x="8884" y="5507"/>
                    <a:pt x="8732" y="5518"/>
                    <a:pt x="8580" y="5541"/>
                  </a:cubicBezTo>
                  <a:cubicBezTo>
                    <a:pt x="7078" y="5770"/>
                    <a:pt x="5477" y="7143"/>
                    <a:pt x="5720" y="8816"/>
                  </a:cubicBezTo>
                  <a:cubicBezTo>
                    <a:pt x="6249" y="13277"/>
                    <a:pt x="7679" y="17752"/>
                    <a:pt x="9166" y="21985"/>
                  </a:cubicBezTo>
                  <a:cubicBezTo>
                    <a:pt x="9938" y="24001"/>
                    <a:pt x="10653" y="26032"/>
                    <a:pt x="11554" y="28062"/>
                  </a:cubicBezTo>
                  <a:cubicBezTo>
                    <a:pt x="11668" y="28291"/>
                    <a:pt x="11726" y="28534"/>
                    <a:pt x="11854" y="28777"/>
                  </a:cubicBezTo>
                  <a:cubicBezTo>
                    <a:pt x="11082" y="28119"/>
                    <a:pt x="10367" y="27404"/>
                    <a:pt x="9709" y="26575"/>
                  </a:cubicBezTo>
                  <a:cubicBezTo>
                    <a:pt x="7322" y="23472"/>
                    <a:pt x="6078" y="19711"/>
                    <a:pt x="3447" y="16794"/>
                  </a:cubicBezTo>
                  <a:cubicBezTo>
                    <a:pt x="3114" y="16408"/>
                    <a:pt x="2717" y="16245"/>
                    <a:pt x="2326" y="16245"/>
                  </a:cubicBezTo>
                  <a:cubicBezTo>
                    <a:pt x="1456" y="16245"/>
                    <a:pt x="608" y="17049"/>
                    <a:pt x="530" y="17996"/>
                  </a:cubicBezTo>
                  <a:cubicBezTo>
                    <a:pt x="0" y="22700"/>
                    <a:pt x="2260" y="27519"/>
                    <a:pt x="5119" y="31222"/>
                  </a:cubicBezTo>
                  <a:cubicBezTo>
                    <a:pt x="8337" y="35326"/>
                    <a:pt x="12984" y="37714"/>
                    <a:pt x="18103" y="38600"/>
                  </a:cubicBezTo>
                  <a:cubicBezTo>
                    <a:pt x="19905" y="38896"/>
                    <a:pt x="21783" y="39046"/>
                    <a:pt x="23693" y="39046"/>
                  </a:cubicBezTo>
                  <a:cubicBezTo>
                    <a:pt x="31829" y="39046"/>
                    <a:pt x="40520" y="36330"/>
                    <a:pt x="46172" y="30679"/>
                  </a:cubicBezTo>
                  <a:cubicBezTo>
                    <a:pt x="48278" y="28525"/>
                    <a:pt x="46308" y="24872"/>
                    <a:pt x="43783" y="24872"/>
                  </a:cubicBezTo>
                  <a:cubicBezTo>
                    <a:pt x="43240" y="24872"/>
                    <a:pt x="42671" y="25041"/>
                    <a:pt x="42111" y="25431"/>
                  </a:cubicBezTo>
                  <a:cubicBezTo>
                    <a:pt x="38722" y="27819"/>
                    <a:pt x="35619" y="29964"/>
                    <a:pt x="31573" y="31151"/>
                  </a:cubicBezTo>
                  <a:cubicBezTo>
                    <a:pt x="30314" y="31579"/>
                    <a:pt x="29013" y="31865"/>
                    <a:pt x="27698" y="32051"/>
                  </a:cubicBezTo>
                  <a:cubicBezTo>
                    <a:pt x="28884" y="30679"/>
                    <a:pt x="30085" y="29363"/>
                    <a:pt x="31272" y="27933"/>
                  </a:cubicBezTo>
                  <a:cubicBezTo>
                    <a:pt x="34318" y="24430"/>
                    <a:pt x="37235" y="20784"/>
                    <a:pt x="40095" y="17095"/>
                  </a:cubicBezTo>
                  <a:cubicBezTo>
                    <a:pt x="41167" y="15608"/>
                    <a:pt x="40266" y="13277"/>
                    <a:pt x="38836" y="12448"/>
                  </a:cubicBezTo>
                  <a:cubicBezTo>
                    <a:pt x="38295" y="12130"/>
                    <a:pt x="37748" y="11987"/>
                    <a:pt x="37219" y="11987"/>
                  </a:cubicBezTo>
                  <a:cubicBezTo>
                    <a:pt x="36057" y="11987"/>
                    <a:pt x="34983" y="12674"/>
                    <a:pt x="34246" y="13706"/>
                  </a:cubicBezTo>
                  <a:cubicBezTo>
                    <a:pt x="31630" y="17152"/>
                    <a:pt x="29013" y="20612"/>
                    <a:pt x="26268" y="23944"/>
                  </a:cubicBezTo>
                  <a:cubicBezTo>
                    <a:pt x="24952" y="25617"/>
                    <a:pt x="23594" y="27290"/>
                    <a:pt x="22278" y="28948"/>
                  </a:cubicBezTo>
                  <a:lnTo>
                    <a:pt x="22164" y="29077"/>
                  </a:lnTo>
                  <a:cubicBezTo>
                    <a:pt x="22335" y="28005"/>
                    <a:pt x="22521" y="26861"/>
                    <a:pt x="22693" y="25788"/>
                  </a:cubicBezTo>
                  <a:cubicBezTo>
                    <a:pt x="23108" y="23415"/>
                    <a:pt x="23522" y="21027"/>
                    <a:pt x="23951" y="18639"/>
                  </a:cubicBezTo>
                  <a:cubicBezTo>
                    <a:pt x="24781" y="13820"/>
                    <a:pt x="25796" y="9059"/>
                    <a:pt x="26511" y="4226"/>
                  </a:cubicBezTo>
                  <a:cubicBezTo>
                    <a:pt x="26811" y="2438"/>
                    <a:pt x="26096" y="651"/>
                    <a:pt x="24180" y="122"/>
                  </a:cubicBezTo>
                  <a:cubicBezTo>
                    <a:pt x="23900" y="40"/>
                    <a:pt x="23609" y="1"/>
                    <a:pt x="233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 txBox="1">
            <a:spLocks noGrp="1"/>
          </p:cNvSpPr>
          <p:nvPr>
            <p:ph type="title"/>
          </p:nvPr>
        </p:nvSpPr>
        <p:spPr>
          <a:xfrm>
            <a:off x="948600" y="365760"/>
            <a:ext cx="748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ubTitle" idx="1"/>
          </p:nvPr>
        </p:nvSpPr>
        <p:spPr>
          <a:xfrm>
            <a:off x="4711725" y="3039900"/>
            <a:ext cx="3712200" cy="129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ubTitle" idx="2"/>
          </p:nvPr>
        </p:nvSpPr>
        <p:spPr>
          <a:xfrm>
            <a:off x="948600" y="2159214"/>
            <a:ext cx="3712500" cy="129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subTitle" idx="3"/>
          </p:nvPr>
        </p:nvSpPr>
        <p:spPr>
          <a:xfrm>
            <a:off x="948600" y="1718238"/>
            <a:ext cx="3712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subTitle" idx="4"/>
          </p:nvPr>
        </p:nvSpPr>
        <p:spPr>
          <a:xfrm>
            <a:off x="4711725" y="2598925"/>
            <a:ext cx="3712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58" name="Google Shape;58;p5"/>
          <p:cNvGrpSpPr/>
          <p:nvPr/>
        </p:nvGrpSpPr>
        <p:grpSpPr>
          <a:xfrm>
            <a:off x="-1169368" y="2999367"/>
            <a:ext cx="4362117" cy="2987242"/>
            <a:chOff x="-1169368" y="2999367"/>
            <a:chExt cx="4362117" cy="2987242"/>
          </a:xfrm>
        </p:grpSpPr>
        <p:sp>
          <p:nvSpPr>
            <p:cNvPr id="59" name="Google Shape;59;p5"/>
            <p:cNvSpPr/>
            <p:nvPr/>
          </p:nvSpPr>
          <p:spPr>
            <a:xfrm rot="3852302">
              <a:off x="1284909" y="4289920"/>
              <a:ext cx="1772759" cy="1252314"/>
            </a:xfrm>
            <a:custGeom>
              <a:avLst/>
              <a:gdLst/>
              <a:ahLst/>
              <a:cxnLst/>
              <a:rect l="l" t="t" r="r" b="b"/>
              <a:pathLst>
                <a:path w="72982" h="51556" extrusionOk="0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5"/>
            <p:cNvSpPr/>
            <p:nvPr/>
          </p:nvSpPr>
          <p:spPr>
            <a:xfrm rot="-10381501">
              <a:off x="2308381" y="4340683"/>
              <a:ext cx="855547" cy="526643"/>
            </a:xfrm>
            <a:custGeom>
              <a:avLst/>
              <a:gdLst/>
              <a:ahLst/>
              <a:cxnLst/>
              <a:rect l="l" t="t" r="r" b="b"/>
              <a:pathLst>
                <a:path w="10783" h="6638" extrusionOk="0">
                  <a:moveTo>
                    <a:pt x="4716" y="1"/>
                  </a:moveTo>
                  <a:cubicBezTo>
                    <a:pt x="4067" y="1"/>
                    <a:pt x="3427" y="476"/>
                    <a:pt x="3575" y="1454"/>
                  </a:cubicBezTo>
                  <a:cubicBezTo>
                    <a:pt x="3575" y="1625"/>
                    <a:pt x="3633" y="1811"/>
                    <a:pt x="3633" y="2054"/>
                  </a:cubicBezTo>
                  <a:cubicBezTo>
                    <a:pt x="2675" y="2226"/>
                    <a:pt x="1717" y="2412"/>
                    <a:pt x="887" y="2641"/>
                  </a:cubicBezTo>
                  <a:cubicBezTo>
                    <a:pt x="1" y="2941"/>
                    <a:pt x="172" y="4256"/>
                    <a:pt x="1073" y="4256"/>
                  </a:cubicBezTo>
                  <a:lnTo>
                    <a:pt x="3804" y="4256"/>
                  </a:lnTo>
                  <a:cubicBezTo>
                    <a:pt x="3804" y="4843"/>
                    <a:pt x="3861" y="5500"/>
                    <a:pt x="3990" y="6101"/>
                  </a:cubicBezTo>
                  <a:cubicBezTo>
                    <a:pt x="4076" y="6458"/>
                    <a:pt x="4401" y="6637"/>
                    <a:pt x="4721" y="6637"/>
                  </a:cubicBezTo>
                  <a:cubicBezTo>
                    <a:pt x="5041" y="6637"/>
                    <a:pt x="5356" y="6458"/>
                    <a:pt x="5420" y="6101"/>
                  </a:cubicBezTo>
                  <a:cubicBezTo>
                    <a:pt x="5534" y="5500"/>
                    <a:pt x="5592" y="4914"/>
                    <a:pt x="5649" y="4314"/>
                  </a:cubicBezTo>
                  <a:cubicBezTo>
                    <a:pt x="6584" y="4413"/>
                    <a:pt x="7573" y="4567"/>
                    <a:pt x="8522" y="4567"/>
                  </a:cubicBezTo>
                  <a:cubicBezTo>
                    <a:pt x="8661" y="4567"/>
                    <a:pt x="8800" y="4564"/>
                    <a:pt x="8938" y="4557"/>
                  </a:cubicBezTo>
                  <a:cubicBezTo>
                    <a:pt x="10367" y="4485"/>
                    <a:pt x="10782" y="2340"/>
                    <a:pt x="9295" y="1983"/>
                  </a:cubicBezTo>
                  <a:cubicBezTo>
                    <a:pt x="8519" y="1808"/>
                    <a:pt x="7602" y="1734"/>
                    <a:pt x="6683" y="1734"/>
                  </a:cubicBezTo>
                  <a:cubicBezTo>
                    <a:pt x="6399" y="1734"/>
                    <a:pt x="6115" y="1741"/>
                    <a:pt x="5835" y="1754"/>
                  </a:cubicBezTo>
                  <a:cubicBezTo>
                    <a:pt x="5835" y="1697"/>
                    <a:pt x="5835" y="1568"/>
                    <a:pt x="5892" y="1454"/>
                  </a:cubicBezTo>
                  <a:cubicBezTo>
                    <a:pt x="6043" y="494"/>
                    <a:pt x="5376" y="1"/>
                    <a:pt x="47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5"/>
            <p:cNvSpPr/>
            <p:nvPr/>
          </p:nvSpPr>
          <p:spPr>
            <a:xfrm rot="574843">
              <a:off x="171904" y="4232878"/>
              <a:ext cx="1507629" cy="1219235"/>
            </a:xfrm>
            <a:custGeom>
              <a:avLst/>
              <a:gdLst/>
              <a:ahLst/>
              <a:cxnLst/>
              <a:rect l="l" t="t" r="r" b="b"/>
              <a:pathLst>
                <a:path w="48278" h="39046" extrusionOk="0">
                  <a:moveTo>
                    <a:pt x="23318" y="1"/>
                  </a:moveTo>
                  <a:cubicBezTo>
                    <a:pt x="21882" y="1"/>
                    <a:pt x="20421" y="953"/>
                    <a:pt x="20076" y="2438"/>
                  </a:cubicBezTo>
                  <a:cubicBezTo>
                    <a:pt x="19004" y="7329"/>
                    <a:pt x="18346" y="12333"/>
                    <a:pt x="17574" y="17209"/>
                  </a:cubicBezTo>
                  <a:cubicBezTo>
                    <a:pt x="17216" y="19540"/>
                    <a:pt x="16859" y="21799"/>
                    <a:pt x="16559" y="24073"/>
                  </a:cubicBezTo>
                  <a:cubicBezTo>
                    <a:pt x="16201" y="22814"/>
                    <a:pt x="15787" y="21570"/>
                    <a:pt x="15429" y="20312"/>
                  </a:cubicBezTo>
                  <a:cubicBezTo>
                    <a:pt x="14228" y="16208"/>
                    <a:pt x="13456" y="11976"/>
                    <a:pt x="12212" y="7915"/>
                  </a:cubicBezTo>
                  <a:cubicBezTo>
                    <a:pt x="11720" y="6518"/>
                    <a:pt x="10456" y="5507"/>
                    <a:pt x="9034" y="5507"/>
                  </a:cubicBezTo>
                  <a:cubicBezTo>
                    <a:pt x="8884" y="5507"/>
                    <a:pt x="8732" y="5518"/>
                    <a:pt x="8580" y="5541"/>
                  </a:cubicBezTo>
                  <a:cubicBezTo>
                    <a:pt x="7078" y="5770"/>
                    <a:pt x="5477" y="7143"/>
                    <a:pt x="5720" y="8816"/>
                  </a:cubicBezTo>
                  <a:cubicBezTo>
                    <a:pt x="6249" y="13277"/>
                    <a:pt x="7679" y="17752"/>
                    <a:pt x="9166" y="21985"/>
                  </a:cubicBezTo>
                  <a:cubicBezTo>
                    <a:pt x="9938" y="24001"/>
                    <a:pt x="10653" y="26032"/>
                    <a:pt x="11554" y="28062"/>
                  </a:cubicBezTo>
                  <a:cubicBezTo>
                    <a:pt x="11668" y="28291"/>
                    <a:pt x="11726" y="28534"/>
                    <a:pt x="11854" y="28777"/>
                  </a:cubicBezTo>
                  <a:cubicBezTo>
                    <a:pt x="11082" y="28119"/>
                    <a:pt x="10367" y="27404"/>
                    <a:pt x="9709" y="26575"/>
                  </a:cubicBezTo>
                  <a:cubicBezTo>
                    <a:pt x="7322" y="23472"/>
                    <a:pt x="6078" y="19711"/>
                    <a:pt x="3447" y="16794"/>
                  </a:cubicBezTo>
                  <a:cubicBezTo>
                    <a:pt x="3114" y="16408"/>
                    <a:pt x="2717" y="16245"/>
                    <a:pt x="2326" y="16245"/>
                  </a:cubicBezTo>
                  <a:cubicBezTo>
                    <a:pt x="1456" y="16245"/>
                    <a:pt x="608" y="17049"/>
                    <a:pt x="530" y="17996"/>
                  </a:cubicBezTo>
                  <a:cubicBezTo>
                    <a:pt x="0" y="22700"/>
                    <a:pt x="2260" y="27519"/>
                    <a:pt x="5119" y="31222"/>
                  </a:cubicBezTo>
                  <a:cubicBezTo>
                    <a:pt x="8337" y="35326"/>
                    <a:pt x="12984" y="37714"/>
                    <a:pt x="18103" y="38600"/>
                  </a:cubicBezTo>
                  <a:cubicBezTo>
                    <a:pt x="19905" y="38896"/>
                    <a:pt x="21783" y="39046"/>
                    <a:pt x="23693" y="39046"/>
                  </a:cubicBezTo>
                  <a:cubicBezTo>
                    <a:pt x="31829" y="39046"/>
                    <a:pt x="40520" y="36330"/>
                    <a:pt x="46172" y="30679"/>
                  </a:cubicBezTo>
                  <a:cubicBezTo>
                    <a:pt x="48278" y="28525"/>
                    <a:pt x="46308" y="24872"/>
                    <a:pt x="43783" y="24872"/>
                  </a:cubicBezTo>
                  <a:cubicBezTo>
                    <a:pt x="43240" y="24872"/>
                    <a:pt x="42671" y="25041"/>
                    <a:pt x="42111" y="25431"/>
                  </a:cubicBezTo>
                  <a:cubicBezTo>
                    <a:pt x="38722" y="27819"/>
                    <a:pt x="35619" y="29964"/>
                    <a:pt x="31573" y="31151"/>
                  </a:cubicBezTo>
                  <a:cubicBezTo>
                    <a:pt x="30314" y="31579"/>
                    <a:pt x="29013" y="31865"/>
                    <a:pt x="27698" y="32051"/>
                  </a:cubicBezTo>
                  <a:cubicBezTo>
                    <a:pt x="28884" y="30679"/>
                    <a:pt x="30085" y="29363"/>
                    <a:pt x="31272" y="27933"/>
                  </a:cubicBezTo>
                  <a:cubicBezTo>
                    <a:pt x="34318" y="24430"/>
                    <a:pt x="37235" y="20784"/>
                    <a:pt x="40095" y="17095"/>
                  </a:cubicBezTo>
                  <a:cubicBezTo>
                    <a:pt x="41167" y="15608"/>
                    <a:pt x="40266" y="13277"/>
                    <a:pt x="38836" y="12448"/>
                  </a:cubicBezTo>
                  <a:cubicBezTo>
                    <a:pt x="38295" y="12130"/>
                    <a:pt x="37748" y="11987"/>
                    <a:pt x="37219" y="11987"/>
                  </a:cubicBezTo>
                  <a:cubicBezTo>
                    <a:pt x="36057" y="11987"/>
                    <a:pt x="34983" y="12674"/>
                    <a:pt x="34246" y="13706"/>
                  </a:cubicBezTo>
                  <a:cubicBezTo>
                    <a:pt x="31630" y="17152"/>
                    <a:pt x="29013" y="20612"/>
                    <a:pt x="26268" y="23944"/>
                  </a:cubicBezTo>
                  <a:cubicBezTo>
                    <a:pt x="24952" y="25617"/>
                    <a:pt x="23594" y="27290"/>
                    <a:pt x="22278" y="28948"/>
                  </a:cubicBezTo>
                  <a:lnTo>
                    <a:pt x="22164" y="29077"/>
                  </a:lnTo>
                  <a:cubicBezTo>
                    <a:pt x="22335" y="28005"/>
                    <a:pt x="22521" y="26861"/>
                    <a:pt x="22693" y="25788"/>
                  </a:cubicBezTo>
                  <a:cubicBezTo>
                    <a:pt x="23108" y="23415"/>
                    <a:pt x="23522" y="21027"/>
                    <a:pt x="23951" y="18639"/>
                  </a:cubicBezTo>
                  <a:cubicBezTo>
                    <a:pt x="24781" y="13820"/>
                    <a:pt x="25796" y="9059"/>
                    <a:pt x="26511" y="4226"/>
                  </a:cubicBezTo>
                  <a:cubicBezTo>
                    <a:pt x="26811" y="2438"/>
                    <a:pt x="26096" y="651"/>
                    <a:pt x="24180" y="122"/>
                  </a:cubicBezTo>
                  <a:cubicBezTo>
                    <a:pt x="23900" y="40"/>
                    <a:pt x="23609" y="1"/>
                    <a:pt x="23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5"/>
            <p:cNvSpPr/>
            <p:nvPr/>
          </p:nvSpPr>
          <p:spPr>
            <a:xfrm rot="-2237294">
              <a:off x="-920541" y="3319118"/>
              <a:ext cx="1503942" cy="1328872"/>
            </a:xfrm>
            <a:custGeom>
              <a:avLst/>
              <a:gdLst/>
              <a:ahLst/>
              <a:cxnLst/>
              <a:rect l="l" t="t" r="r" b="b"/>
              <a:pathLst>
                <a:path w="44456" h="39281" extrusionOk="0">
                  <a:moveTo>
                    <a:pt x="21582" y="0"/>
                  </a:moveTo>
                  <a:cubicBezTo>
                    <a:pt x="19219" y="0"/>
                    <a:pt x="16858" y="349"/>
                    <a:pt x="14600" y="1063"/>
                  </a:cubicBezTo>
                  <a:cubicBezTo>
                    <a:pt x="8580" y="2964"/>
                    <a:pt x="4062" y="7140"/>
                    <a:pt x="1917" y="13102"/>
                  </a:cubicBezTo>
                  <a:cubicBezTo>
                    <a:pt x="658" y="16734"/>
                    <a:pt x="186" y="20781"/>
                    <a:pt x="129" y="24656"/>
                  </a:cubicBezTo>
                  <a:cubicBezTo>
                    <a:pt x="1" y="28531"/>
                    <a:pt x="58" y="32821"/>
                    <a:pt x="1016" y="36638"/>
                  </a:cubicBezTo>
                  <a:cubicBezTo>
                    <a:pt x="1351" y="37981"/>
                    <a:pt x="2363" y="38572"/>
                    <a:pt x="3419" y="38572"/>
                  </a:cubicBezTo>
                  <a:cubicBezTo>
                    <a:pt x="4792" y="38572"/>
                    <a:pt x="6241" y="37572"/>
                    <a:pt x="6378" y="35923"/>
                  </a:cubicBezTo>
                  <a:cubicBezTo>
                    <a:pt x="6621" y="32992"/>
                    <a:pt x="6206" y="30018"/>
                    <a:pt x="6135" y="27158"/>
                  </a:cubicBezTo>
                  <a:cubicBezTo>
                    <a:pt x="6078" y="24184"/>
                    <a:pt x="6206" y="21196"/>
                    <a:pt x="6735" y="18336"/>
                  </a:cubicBezTo>
                  <a:cubicBezTo>
                    <a:pt x="7751" y="13403"/>
                    <a:pt x="10010" y="9399"/>
                    <a:pt x="14714" y="7383"/>
                  </a:cubicBezTo>
                  <a:cubicBezTo>
                    <a:pt x="16909" y="6461"/>
                    <a:pt x="19269" y="6014"/>
                    <a:pt x="21637" y="6014"/>
                  </a:cubicBezTo>
                  <a:cubicBezTo>
                    <a:pt x="23712" y="6014"/>
                    <a:pt x="25792" y="6357"/>
                    <a:pt x="27769" y="7025"/>
                  </a:cubicBezTo>
                  <a:cubicBezTo>
                    <a:pt x="32116" y="8512"/>
                    <a:pt x="35219" y="11844"/>
                    <a:pt x="36520" y="16320"/>
                  </a:cubicBezTo>
                  <a:cubicBezTo>
                    <a:pt x="38379" y="22697"/>
                    <a:pt x="38436" y="29775"/>
                    <a:pt x="38079" y="36395"/>
                  </a:cubicBezTo>
                  <a:cubicBezTo>
                    <a:pt x="37958" y="38326"/>
                    <a:pt x="39391" y="39280"/>
                    <a:pt x="40890" y="39280"/>
                  </a:cubicBezTo>
                  <a:cubicBezTo>
                    <a:pt x="42400" y="39280"/>
                    <a:pt x="43977" y="38311"/>
                    <a:pt x="44099" y="36395"/>
                  </a:cubicBezTo>
                  <a:cubicBezTo>
                    <a:pt x="44456" y="29417"/>
                    <a:pt x="44270" y="21982"/>
                    <a:pt x="42483" y="15247"/>
                  </a:cubicBezTo>
                  <a:cubicBezTo>
                    <a:pt x="40881" y="9342"/>
                    <a:pt x="37063" y="4523"/>
                    <a:pt x="31401" y="2078"/>
                  </a:cubicBezTo>
                  <a:cubicBezTo>
                    <a:pt x="28318" y="708"/>
                    <a:pt x="24948" y="0"/>
                    <a:pt x="215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5"/>
            <p:cNvSpPr/>
            <p:nvPr/>
          </p:nvSpPr>
          <p:spPr>
            <a:xfrm rot="-2237294">
              <a:off x="-390621" y="3735043"/>
              <a:ext cx="665536" cy="854205"/>
            </a:xfrm>
            <a:custGeom>
              <a:avLst/>
              <a:gdLst/>
              <a:ahLst/>
              <a:cxnLst/>
              <a:rect l="l" t="t" r="r" b="b"/>
              <a:pathLst>
                <a:path w="19673" h="25250" extrusionOk="0">
                  <a:moveTo>
                    <a:pt x="10265" y="0"/>
                  </a:moveTo>
                  <a:cubicBezTo>
                    <a:pt x="9882" y="0"/>
                    <a:pt x="9482" y="25"/>
                    <a:pt x="9066" y="76"/>
                  </a:cubicBezTo>
                  <a:cubicBezTo>
                    <a:pt x="4590" y="619"/>
                    <a:pt x="1559" y="4423"/>
                    <a:pt x="844" y="8712"/>
                  </a:cubicBezTo>
                  <a:cubicBezTo>
                    <a:pt x="0" y="13302"/>
                    <a:pt x="301" y="19208"/>
                    <a:pt x="1973" y="23612"/>
                  </a:cubicBezTo>
                  <a:cubicBezTo>
                    <a:pt x="2373" y="24662"/>
                    <a:pt x="3376" y="25249"/>
                    <a:pt x="4343" y="25249"/>
                  </a:cubicBezTo>
                  <a:cubicBezTo>
                    <a:pt x="5246" y="25249"/>
                    <a:pt x="6117" y="24737"/>
                    <a:pt x="6435" y="23612"/>
                  </a:cubicBezTo>
                  <a:cubicBezTo>
                    <a:pt x="7393" y="20280"/>
                    <a:pt x="7207" y="16877"/>
                    <a:pt x="7150" y="13488"/>
                  </a:cubicBezTo>
                  <a:cubicBezTo>
                    <a:pt x="7150" y="11644"/>
                    <a:pt x="7093" y="7411"/>
                    <a:pt x="9538" y="6811"/>
                  </a:cubicBezTo>
                  <a:cubicBezTo>
                    <a:pt x="9630" y="6789"/>
                    <a:pt x="9719" y="6779"/>
                    <a:pt x="9805" y="6779"/>
                  </a:cubicBezTo>
                  <a:cubicBezTo>
                    <a:pt x="12821" y="6779"/>
                    <a:pt x="11979" y="19616"/>
                    <a:pt x="11854" y="21410"/>
                  </a:cubicBezTo>
                  <a:cubicBezTo>
                    <a:pt x="11682" y="23197"/>
                    <a:pt x="13527" y="24742"/>
                    <a:pt x="15200" y="24742"/>
                  </a:cubicBezTo>
                  <a:cubicBezTo>
                    <a:pt x="17159" y="24742"/>
                    <a:pt x="18474" y="23197"/>
                    <a:pt x="18589" y="21410"/>
                  </a:cubicBezTo>
                  <a:cubicBezTo>
                    <a:pt x="19111" y="14884"/>
                    <a:pt x="19673" y="0"/>
                    <a:pt x="102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" name="Google Shape;64;p5"/>
          <p:cNvGrpSpPr/>
          <p:nvPr/>
        </p:nvGrpSpPr>
        <p:grpSpPr>
          <a:xfrm>
            <a:off x="7300875" y="-924727"/>
            <a:ext cx="3021515" cy="3452263"/>
            <a:chOff x="7300875" y="-924727"/>
            <a:chExt cx="3021515" cy="3452263"/>
          </a:xfrm>
        </p:grpSpPr>
        <p:sp>
          <p:nvSpPr>
            <p:cNvPr id="65" name="Google Shape;65;p5"/>
            <p:cNvSpPr/>
            <p:nvPr/>
          </p:nvSpPr>
          <p:spPr>
            <a:xfrm rot="-2188636">
              <a:off x="8781387" y="1529843"/>
              <a:ext cx="606052" cy="745914"/>
            </a:xfrm>
            <a:custGeom>
              <a:avLst/>
              <a:gdLst/>
              <a:ahLst/>
              <a:cxnLst/>
              <a:rect l="l" t="t" r="r" b="b"/>
              <a:pathLst>
                <a:path w="12003" h="14773" extrusionOk="0">
                  <a:moveTo>
                    <a:pt x="2808" y="1"/>
                  </a:moveTo>
                  <a:cubicBezTo>
                    <a:pt x="2045" y="1"/>
                    <a:pt x="1284" y="485"/>
                    <a:pt x="1016" y="1297"/>
                  </a:cubicBezTo>
                  <a:cubicBezTo>
                    <a:pt x="1" y="4271"/>
                    <a:pt x="358" y="7617"/>
                    <a:pt x="2146" y="10234"/>
                  </a:cubicBezTo>
                  <a:cubicBezTo>
                    <a:pt x="3089" y="11907"/>
                    <a:pt x="4519" y="13265"/>
                    <a:pt x="6435" y="14051"/>
                  </a:cubicBezTo>
                  <a:cubicBezTo>
                    <a:pt x="7451" y="14466"/>
                    <a:pt x="8523" y="14695"/>
                    <a:pt x="9524" y="14766"/>
                  </a:cubicBezTo>
                  <a:cubicBezTo>
                    <a:pt x="9575" y="14770"/>
                    <a:pt x="9625" y="14772"/>
                    <a:pt x="9674" y="14772"/>
                  </a:cubicBezTo>
                  <a:cubicBezTo>
                    <a:pt x="11091" y="14772"/>
                    <a:pt x="12002" y="13221"/>
                    <a:pt x="11311" y="11964"/>
                  </a:cubicBezTo>
                  <a:lnTo>
                    <a:pt x="11254" y="11964"/>
                  </a:lnTo>
                  <a:cubicBezTo>
                    <a:pt x="10954" y="11420"/>
                    <a:pt x="10425" y="11063"/>
                    <a:pt x="9824" y="11006"/>
                  </a:cubicBezTo>
                  <a:cubicBezTo>
                    <a:pt x="9653" y="11006"/>
                    <a:pt x="9524" y="11006"/>
                    <a:pt x="9410" y="10949"/>
                  </a:cubicBezTo>
                  <a:lnTo>
                    <a:pt x="9167" y="10949"/>
                  </a:lnTo>
                  <a:cubicBezTo>
                    <a:pt x="7737" y="10534"/>
                    <a:pt x="6493" y="9819"/>
                    <a:pt x="5592" y="8747"/>
                  </a:cubicBezTo>
                  <a:cubicBezTo>
                    <a:pt x="5477" y="8689"/>
                    <a:pt x="5420" y="8561"/>
                    <a:pt x="5363" y="8446"/>
                  </a:cubicBezTo>
                  <a:cubicBezTo>
                    <a:pt x="5234" y="8260"/>
                    <a:pt x="5120" y="8032"/>
                    <a:pt x="5063" y="7789"/>
                  </a:cubicBezTo>
                  <a:cubicBezTo>
                    <a:pt x="4405" y="6058"/>
                    <a:pt x="4462" y="4271"/>
                    <a:pt x="4877" y="2484"/>
                  </a:cubicBezTo>
                  <a:cubicBezTo>
                    <a:pt x="5006" y="1769"/>
                    <a:pt x="4762" y="1111"/>
                    <a:pt x="4233" y="639"/>
                  </a:cubicBezTo>
                  <a:cubicBezTo>
                    <a:pt x="4162" y="582"/>
                    <a:pt x="4105" y="525"/>
                    <a:pt x="3990" y="467"/>
                  </a:cubicBezTo>
                  <a:cubicBezTo>
                    <a:pt x="3650" y="148"/>
                    <a:pt x="3229" y="1"/>
                    <a:pt x="28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5"/>
            <p:cNvSpPr/>
            <p:nvPr/>
          </p:nvSpPr>
          <p:spPr>
            <a:xfrm rot="-2700000">
              <a:off x="8151800" y="646611"/>
              <a:ext cx="1967858" cy="1388527"/>
            </a:xfrm>
            <a:custGeom>
              <a:avLst/>
              <a:gdLst/>
              <a:ahLst/>
              <a:cxnLst/>
              <a:rect l="l" t="t" r="r" b="b"/>
              <a:pathLst>
                <a:path w="78615" h="55471" extrusionOk="0">
                  <a:moveTo>
                    <a:pt x="28010" y="0"/>
                  </a:moveTo>
                  <a:cubicBezTo>
                    <a:pt x="27289" y="0"/>
                    <a:pt x="26561" y="182"/>
                    <a:pt x="25892" y="575"/>
                  </a:cubicBezTo>
                  <a:cubicBezTo>
                    <a:pt x="21359" y="3320"/>
                    <a:pt x="17069" y="6423"/>
                    <a:pt x="12665" y="9397"/>
                  </a:cubicBezTo>
                  <a:cubicBezTo>
                    <a:pt x="8547" y="12143"/>
                    <a:pt x="4200" y="14702"/>
                    <a:pt x="1040" y="18577"/>
                  </a:cubicBezTo>
                  <a:cubicBezTo>
                    <a:pt x="0" y="19894"/>
                    <a:pt x="827" y="21708"/>
                    <a:pt x="2405" y="21708"/>
                  </a:cubicBezTo>
                  <a:cubicBezTo>
                    <a:pt x="2540" y="21708"/>
                    <a:pt x="2682" y="21694"/>
                    <a:pt x="2828" y="21666"/>
                  </a:cubicBezTo>
                  <a:cubicBezTo>
                    <a:pt x="7718" y="20722"/>
                    <a:pt x="12008" y="18034"/>
                    <a:pt x="16354" y="15718"/>
                  </a:cubicBezTo>
                  <a:cubicBezTo>
                    <a:pt x="19364" y="14097"/>
                    <a:pt x="22445" y="12549"/>
                    <a:pt x="25458" y="10917"/>
                  </a:cubicBezTo>
                  <a:lnTo>
                    <a:pt x="25458" y="10917"/>
                  </a:lnTo>
                  <a:cubicBezTo>
                    <a:pt x="27706" y="18771"/>
                    <a:pt x="29975" y="26624"/>
                    <a:pt x="32198" y="34478"/>
                  </a:cubicBezTo>
                  <a:cubicBezTo>
                    <a:pt x="32709" y="36440"/>
                    <a:pt x="34469" y="37635"/>
                    <a:pt x="36324" y="37635"/>
                  </a:cubicBezTo>
                  <a:cubicBezTo>
                    <a:pt x="37065" y="37635"/>
                    <a:pt x="37820" y="37445"/>
                    <a:pt x="38518" y="37037"/>
                  </a:cubicBezTo>
                  <a:cubicBezTo>
                    <a:pt x="42207" y="34964"/>
                    <a:pt x="45968" y="32819"/>
                    <a:pt x="49714" y="30731"/>
                  </a:cubicBezTo>
                  <a:cubicBezTo>
                    <a:pt x="51330" y="29773"/>
                    <a:pt x="53532" y="27986"/>
                    <a:pt x="55319" y="27571"/>
                  </a:cubicBezTo>
                  <a:cubicBezTo>
                    <a:pt x="55870" y="27444"/>
                    <a:pt x="56186" y="27369"/>
                    <a:pt x="56408" y="27369"/>
                  </a:cubicBezTo>
                  <a:cubicBezTo>
                    <a:pt x="56809" y="27369"/>
                    <a:pt x="56905" y="27613"/>
                    <a:pt x="57521" y="28229"/>
                  </a:cubicBezTo>
                  <a:cubicBezTo>
                    <a:pt x="58293" y="29001"/>
                    <a:pt x="58708" y="30431"/>
                    <a:pt x="59194" y="31389"/>
                  </a:cubicBezTo>
                  <a:cubicBezTo>
                    <a:pt x="61096" y="35193"/>
                    <a:pt x="63069" y="39068"/>
                    <a:pt x="65028" y="42885"/>
                  </a:cubicBezTo>
                  <a:cubicBezTo>
                    <a:pt x="66930" y="46689"/>
                    <a:pt x="68488" y="51165"/>
                    <a:pt x="71520" y="54267"/>
                  </a:cubicBezTo>
                  <a:cubicBezTo>
                    <a:pt x="72352" y="55111"/>
                    <a:pt x="73284" y="55471"/>
                    <a:pt x="74183" y="55471"/>
                  </a:cubicBezTo>
                  <a:cubicBezTo>
                    <a:pt x="76513" y="55471"/>
                    <a:pt x="78615" y="53055"/>
                    <a:pt x="78140" y="50392"/>
                  </a:cubicBezTo>
                  <a:cubicBezTo>
                    <a:pt x="77239" y="45088"/>
                    <a:pt x="73250" y="39668"/>
                    <a:pt x="70805" y="34835"/>
                  </a:cubicBezTo>
                  <a:cubicBezTo>
                    <a:pt x="68431" y="30245"/>
                    <a:pt x="66458" y="24297"/>
                    <a:pt x="62712" y="20594"/>
                  </a:cubicBezTo>
                  <a:cubicBezTo>
                    <a:pt x="60979" y="18920"/>
                    <a:pt x="59070" y="18258"/>
                    <a:pt x="57108" y="18258"/>
                  </a:cubicBezTo>
                  <a:cubicBezTo>
                    <a:pt x="54812" y="18258"/>
                    <a:pt x="52444" y="19165"/>
                    <a:pt x="50200" y="20422"/>
                  </a:cubicBezTo>
                  <a:cubicBezTo>
                    <a:pt x="46442" y="22547"/>
                    <a:pt x="42712" y="24706"/>
                    <a:pt x="38970" y="26877"/>
                  </a:cubicBezTo>
                  <a:lnTo>
                    <a:pt x="38970" y="26877"/>
                  </a:lnTo>
                  <a:cubicBezTo>
                    <a:pt x="36753" y="18990"/>
                    <a:pt x="34554" y="11079"/>
                    <a:pt x="32326" y="3206"/>
                  </a:cubicBezTo>
                  <a:cubicBezTo>
                    <a:pt x="31756" y="1258"/>
                    <a:pt x="29909" y="0"/>
                    <a:pt x="280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7" name="Google Shape;67;p5"/>
            <p:cNvGrpSpPr/>
            <p:nvPr/>
          </p:nvGrpSpPr>
          <p:grpSpPr>
            <a:xfrm rot="-1249766">
              <a:off x="8728522" y="186717"/>
              <a:ext cx="711777" cy="776222"/>
              <a:chOff x="7406400" y="661950"/>
              <a:chExt cx="759600" cy="828375"/>
            </a:xfrm>
          </p:grpSpPr>
          <p:sp>
            <p:nvSpPr>
              <p:cNvPr id="68" name="Google Shape;68;p5"/>
              <p:cNvSpPr/>
              <p:nvPr/>
            </p:nvSpPr>
            <p:spPr>
              <a:xfrm>
                <a:off x="7406400" y="661950"/>
                <a:ext cx="759600" cy="828375"/>
              </a:xfrm>
              <a:custGeom>
                <a:avLst/>
                <a:gdLst/>
                <a:ahLst/>
                <a:cxnLst/>
                <a:rect l="l" t="t" r="r" b="b"/>
                <a:pathLst>
                  <a:path w="30384" h="33135" extrusionOk="0">
                    <a:moveTo>
                      <a:pt x="27744" y="1"/>
                    </a:moveTo>
                    <a:cubicBezTo>
                      <a:pt x="27408" y="1"/>
                      <a:pt x="27068" y="72"/>
                      <a:pt x="26755" y="227"/>
                    </a:cubicBezTo>
                    <a:cubicBezTo>
                      <a:pt x="24081" y="1600"/>
                      <a:pt x="22351" y="4160"/>
                      <a:pt x="20378" y="6476"/>
                    </a:cubicBezTo>
                    <a:cubicBezTo>
                      <a:pt x="18233" y="8978"/>
                      <a:pt x="16031" y="11552"/>
                      <a:pt x="13829" y="14112"/>
                    </a:cubicBezTo>
                    <a:cubicBezTo>
                      <a:pt x="9425" y="19231"/>
                      <a:pt x="5250" y="24421"/>
                      <a:pt x="1146" y="29783"/>
                    </a:cubicBezTo>
                    <a:cubicBezTo>
                      <a:pt x="0" y="31234"/>
                      <a:pt x="1152" y="33135"/>
                      <a:pt x="2557" y="33135"/>
                    </a:cubicBezTo>
                    <a:cubicBezTo>
                      <a:pt x="2993" y="33135"/>
                      <a:pt x="3453" y="32951"/>
                      <a:pt x="3877" y="32514"/>
                    </a:cubicBezTo>
                    <a:cubicBezTo>
                      <a:pt x="8767" y="27510"/>
                      <a:pt x="13529" y="22448"/>
                      <a:pt x="18176" y="17200"/>
                    </a:cubicBezTo>
                    <a:cubicBezTo>
                      <a:pt x="20378" y="14698"/>
                      <a:pt x="22594" y="12196"/>
                      <a:pt x="24796" y="9693"/>
                    </a:cubicBezTo>
                    <a:cubicBezTo>
                      <a:pt x="26812" y="7377"/>
                      <a:pt x="28900" y="5532"/>
                      <a:pt x="29858" y="2615"/>
                    </a:cubicBezTo>
                    <a:cubicBezTo>
                      <a:pt x="30384" y="1130"/>
                      <a:pt x="29083" y="1"/>
                      <a:pt x="277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7484000" y="747575"/>
                <a:ext cx="648850" cy="685075"/>
              </a:xfrm>
              <a:custGeom>
                <a:avLst/>
                <a:gdLst/>
                <a:ahLst/>
                <a:cxnLst/>
                <a:rect l="l" t="t" r="r" b="b"/>
                <a:pathLst>
                  <a:path w="25954" h="27403" extrusionOk="0">
                    <a:moveTo>
                      <a:pt x="2540" y="1"/>
                    </a:moveTo>
                    <a:cubicBezTo>
                      <a:pt x="2392" y="1"/>
                      <a:pt x="2242" y="7"/>
                      <a:pt x="2088" y="20"/>
                    </a:cubicBezTo>
                    <a:cubicBezTo>
                      <a:pt x="1016" y="134"/>
                      <a:pt x="1" y="906"/>
                      <a:pt x="58" y="2050"/>
                    </a:cubicBezTo>
                    <a:cubicBezTo>
                      <a:pt x="187" y="4667"/>
                      <a:pt x="1316" y="5625"/>
                      <a:pt x="3046" y="7469"/>
                    </a:cubicBezTo>
                    <a:cubicBezTo>
                      <a:pt x="5306" y="9914"/>
                      <a:pt x="7393" y="12474"/>
                      <a:pt x="9595" y="14919"/>
                    </a:cubicBezTo>
                    <a:cubicBezTo>
                      <a:pt x="11683" y="17178"/>
                      <a:pt x="13699" y="19380"/>
                      <a:pt x="15672" y="21711"/>
                    </a:cubicBezTo>
                    <a:cubicBezTo>
                      <a:pt x="17703" y="24142"/>
                      <a:pt x="18890" y="26115"/>
                      <a:pt x="21864" y="27245"/>
                    </a:cubicBezTo>
                    <a:cubicBezTo>
                      <a:pt x="22134" y="27353"/>
                      <a:pt x="22416" y="27402"/>
                      <a:pt x="22701" y="27402"/>
                    </a:cubicBezTo>
                    <a:cubicBezTo>
                      <a:pt x="24298" y="27402"/>
                      <a:pt x="25954" y="25836"/>
                      <a:pt x="25796" y="24271"/>
                    </a:cubicBezTo>
                    <a:cubicBezTo>
                      <a:pt x="25324" y="18723"/>
                      <a:pt x="19547" y="13604"/>
                      <a:pt x="15844" y="9729"/>
                    </a:cubicBezTo>
                    <a:cubicBezTo>
                      <a:pt x="13771" y="7527"/>
                      <a:pt x="11440" y="5553"/>
                      <a:pt x="9052" y="3652"/>
                    </a:cubicBezTo>
                    <a:cubicBezTo>
                      <a:pt x="7020" y="2012"/>
                      <a:pt x="5206" y="1"/>
                      <a:pt x="25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0" name="Google Shape;70;p5"/>
            <p:cNvSpPr/>
            <p:nvPr/>
          </p:nvSpPr>
          <p:spPr>
            <a:xfrm rot="-2968964">
              <a:off x="7729417" y="-348985"/>
              <a:ext cx="555468" cy="1383403"/>
            </a:xfrm>
            <a:custGeom>
              <a:avLst/>
              <a:gdLst/>
              <a:ahLst/>
              <a:cxnLst/>
              <a:rect l="l" t="t" r="r" b="b"/>
              <a:pathLst>
                <a:path w="18776" h="46762" extrusionOk="0">
                  <a:moveTo>
                    <a:pt x="6789" y="1"/>
                  </a:moveTo>
                  <a:cubicBezTo>
                    <a:pt x="3426" y="1"/>
                    <a:pt x="2347" y="5490"/>
                    <a:pt x="6078" y="6724"/>
                  </a:cubicBezTo>
                  <a:cubicBezTo>
                    <a:pt x="7565" y="7211"/>
                    <a:pt x="7150" y="8640"/>
                    <a:pt x="6135" y="9355"/>
                  </a:cubicBezTo>
                  <a:cubicBezTo>
                    <a:pt x="4176" y="10657"/>
                    <a:pt x="2260" y="11500"/>
                    <a:pt x="1259" y="13702"/>
                  </a:cubicBezTo>
                  <a:cubicBezTo>
                    <a:pt x="1" y="16319"/>
                    <a:pt x="716" y="19422"/>
                    <a:pt x="2389" y="21681"/>
                  </a:cubicBezTo>
                  <a:cubicBezTo>
                    <a:pt x="4047" y="23826"/>
                    <a:pt x="6435" y="24841"/>
                    <a:pt x="8408" y="26629"/>
                  </a:cubicBezTo>
                  <a:cubicBezTo>
                    <a:pt x="9896" y="28058"/>
                    <a:pt x="9409" y="28959"/>
                    <a:pt x="8337" y="30561"/>
                  </a:cubicBezTo>
                  <a:cubicBezTo>
                    <a:pt x="7036" y="32648"/>
                    <a:pt x="5720" y="34793"/>
                    <a:pt x="5720" y="37353"/>
                  </a:cubicBezTo>
                  <a:cubicBezTo>
                    <a:pt x="5771" y="41864"/>
                    <a:pt x="10603" y="46761"/>
                    <a:pt x="15328" y="46761"/>
                  </a:cubicBezTo>
                  <a:cubicBezTo>
                    <a:pt x="15905" y="46761"/>
                    <a:pt x="16480" y="46688"/>
                    <a:pt x="17045" y="46533"/>
                  </a:cubicBezTo>
                  <a:cubicBezTo>
                    <a:pt x="18232" y="46175"/>
                    <a:pt x="18775" y="44802"/>
                    <a:pt x="18175" y="43673"/>
                  </a:cubicBezTo>
                  <a:cubicBezTo>
                    <a:pt x="16916" y="41399"/>
                    <a:pt x="13885" y="40813"/>
                    <a:pt x="12698" y="38425"/>
                  </a:cubicBezTo>
                  <a:cubicBezTo>
                    <a:pt x="11854" y="36695"/>
                    <a:pt x="13227" y="35322"/>
                    <a:pt x="14185" y="33964"/>
                  </a:cubicBezTo>
                  <a:cubicBezTo>
                    <a:pt x="15615" y="31748"/>
                    <a:pt x="16559" y="29317"/>
                    <a:pt x="16030" y="26686"/>
                  </a:cubicBezTo>
                  <a:cubicBezTo>
                    <a:pt x="15429" y="24012"/>
                    <a:pt x="13470" y="21981"/>
                    <a:pt x="11325" y="20437"/>
                  </a:cubicBezTo>
                  <a:cubicBezTo>
                    <a:pt x="10425" y="19779"/>
                    <a:pt x="6850" y="17749"/>
                    <a:pt x="7265" y="16619"/>
                  </a:cubicBezTo>
                  <a:cubicBezTo>
                    <a:pt x="7450" y="16090"/>
                    <a:pt x="8580" y="15733"/>
                    <a:pt x="9052" y="15432"/>
                  </a:cubicBezTo>
                  <a:cubicBezTo>
                    <a:pt x="10196" y="14775"/>
                    <a:pt x="11197" y="14060"/>
                    <a:pt x="12040" y="13045"/>
                  </a:cubicBezTo>
                  <a:cubicBezTo>
                    <a:pt x="15729" y="8397"/>
                    <a:pt x="13284" y="1963"/>
                    <a:pt x="7865" y="176"/>
                  </a:cubicBezTo>
                  <a:cubicBezTo>
                    <a:pt x="7485" y="56"/>
                    <a:pt x="7126" y="1"/>
                    <a:pt x="67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8383760" y="-924727"/>
              <a:ext cx="1503946" cy="1328876"/>
            </a:xfrm>
            <a:custGeom>
              <a:avLst/>
              <a:gdLst/>
              <a:ahLst/>
              <a:cxnLst/>
              <a:rect l="l" t="t" r="r" b="b"/>
              <a:pathLst>
                <a:path w="44456" h="39281" extrusionOk="0">
                  <a:moveTo>
                    <a:pt x="21582" y="0"/>
                  </a:moveTo>
                  <a:cubicBezTo>
                    <a:pt x="19219" y="0"/>
                    <a:pt x="16858" y="349"/>
                    <a:pt x="14600" y="1063"/>
                  </a:cubicBezTo>
                  <a:cubicBezTo>
                    <a:pt x="8580" y="2964"/>
                    <a:pt x="4062" y="7140"/>
                    <a:pt x="1917" y="13102"/>
                  </a:cubicBezTo>
                  <a:cubicBezTo>
                    <a:pt x="658" y="16734"/>
                    <a:pt x="186" y="20781"/>
                    <a:pt x="129" y="24656"/>
                  </a:cubicBezTo>
                  <a:cubicBezTo>
                    <a:pt x="1" y="28531"/>
                    <a:pt x="58" y="32821"/>
                    <a:pt x="1016" y="36638"/>
                  </a:cubicBezTo>
                  <a:cubicBezTo>
                    <a:pt x="1351" y="37981"/>
                    <a:pt x="2363" y="38572"/>
                    <a:pt x="3419" y="38572"/>
                  </a:cubicBezTo>
                  <a:cubicBezTo>
                    <a:pt x="4792" y="38572"/>
                    <a:pt x="6241" y="37572"/>
                    <a:pt x="6378" y="35923"/>
                  </a:cubicBezTo>
                  <a:cubicBezTo>
                    <a:pt x="6621" y="32992"/>
                    <a:pt x="6206" y="30018"/>
                    <a:pt x="6135" y="27158"/>
                  </a:cubicBezTo>
                  <a:cubicBezTo>
                    <a:pt x="6078" y="24184"/>
                    <a:pt x="6206" y="21196"/>
                    <a:pt x="6735" y="18336"/>
                  </a:cubicBezTo>
                  <a:cubicBezTo>
                    <a:pt x="7751" y="13403"/>
                    <a:pt x="10010" y="9399"/>
                    <a:pt x="14714" y="7383"/>
                  </a:cubicBezTo>
                  <a:cubicBezTo>
                    <a:pt x="16909" y="6461"/>
                    <a:pt x="19269" y="6014"/>
                    <a:pt x="21637" y="6014"/>
                  </a:cubicBezTo>
                  <a:cubicBezTo>
                    <a:pt x="23712" y="6014"/>
                    <a:pt x="25792" y="6357"/>
                    <a:pt x="27769" y="7025"/>
                  </a:cubicBezTo>
                  <a:cubicBezTo>
                    <a:pt x="32116" y="8512"/>
                    <a:pt x="35219" y="11844"/>
                    <a:pt x="36520" y="16320"/>
                  </a:cubicBezTo>
                  <a:cubicBezTo>
                    <a:pt x="38379" y="22697"/>
                    <a:pt x="38436" y="29775"/>
                    <a:pt x="38079" y="36395"/>
                  </a:cubicBezTo>
                  <a:cubicBezTo>
                    <a:pt x="37958" y="38326"/>
                    <a:pt x="39391" y="39280"/>
                    <a:pt x="40890" y="39280"/>
                  </a:cubicBezTo>
                  <a:cubicBezTo>
                    <a:pt x="42400" y="39280"/>
                    <a:pt x="43977" y="38311"/>
                    <a:pt x="44099" y="36395"/>
                  </a:cubicBezTo>
                  <a:cubicBezTo>
                    <a:pt x="44456" y="29417"/>
                    <a:pt x="44270" y="21982"/>
                    <a:pt x="42483" y="15247"/>
                  </a:cubicBezTo>
                  <a:cubicBezTo>
                    <a:pt x="40881" y="9342"/>
                    <a:pt x="37063" y="4523"/>
                    <a:pt x="31401" y="2078"/>
                  </a:cubicBezTo>
                  <a:cubicBezTo>
                    <a:pt x="28318" y="708"/>
                    <a:pt x="24948" y="0"/>
                    <a:pt x="215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"/>
          <p:cNvSpPr txBox="1">
            <a:spLocks noGrp="1"/>
          </p:cNvSpPr>
          <p:nvPr>
            <p:ph type="title"/>
          </p:nvPr>
        </p:nvSpPr>
        <p:spPr>
          <a:xfrm>
            <a:off x="948600" y="368825"/>
            <a:ext cx="748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4" name="Google Shape;74;p6"/>
          <p:cNvGrpSpPr/>
          <p:nvPr/>
        </p:nvGrpSpPr>
        <p:grpSpPr>
          <a:xfrm>
            <a:off x="-938686" y="2301317"/>
            <a:ext cx="3251157" cy="4159351"/>
            <a:chOff x="-938686" y="2301317"/>
            <a:chExt cx="3251157" cy="4159351"/>
          </a:xfrm>
        </p:grpSpPr>
        <p:sp>
          <p:nvSpPr>
            <p:cNvPr id="75" name="Google Shape;75;p6"/>
            <p:cNvSpPr/>
            <p:nvPr/>
          </p:nvSpPr>
          <p:spPr>
            <a:xfrm rot="-7423954">
              <a:off x="294048" y="4570212"/>
              <a:ext cx="1814429" cy="1460770"/>
            </a:xfrm>
            <a:custGeom>
              <a:avLst/>
              <a:gdLst/>
              <a:ahLst/>
              <a:cxnLst/>
              <a:rect l="l" t="t" r="r" b="b"/>
              <a:pathLst>
                <a:path w="62612" h="50408" extrusionOk="0">
                  <a:moveTo>
                    <a:pt x="31782" y="6106"/>
                  </a:moveTo>
                  <a:cubicBezTo>
                    <a:pt x="34043" y="6106"/>
                    <a:pt x="35239" y="9407"/>
                    <a:pt x="35329" y="11838"/>
                  </a:cubicBezTo>
                  <a:cubicBezTo>
                    <a:pt x="35572" y="17858"/>
                    <a:pt x="33542" y="23821"/>
                    <a:pt x="30324" y="28940"/>
                  </a:cubicBezTo>
                  <a:cubicBezTo>
                    <a:pt x="27293" y="25608"/>
                    <a:pt x="25792" y="20418"/>
                    <a:pt x="25792" y="16185"/>
                  </a:cubicBezTo>
                  <a:cubicBezTo>
                    <a:pt x="25863" y="12853"/>
                    <a:pt x="26864" y="9036"/>
                    <a:pt x="29667" y="6948"/>
                  </a:cubicBezTo>
                  <a:cubicBezTo>
                    <a:pt x="30452" y="6357"/>
                    <a:pt x="31158" y="6106"/>
                    <a:pt x="31782" y="6106"/>
                  </a:cubicBezTo>
                  <a:close/>
                  <a:moveTo>
                    <a:pt x="31814" y="1"/>
                  </a:moveTo>
                  <a:cubicBezTo>
                    <a:pt x="31045" y="1"/>
                    <a:pt x="30251" y="109"/>
                    <a:pt x="29438" y="342"/>
                  </a:cubicBezTo>
                  <a:cubicBezTo>
                    <a:pt x="24605" y="1657"/>
                    <a:pt x="21387" y="6533"/>
                    <a:pt x="20258" y="11123"/>
                  </a:cubicBezTo>
                  <a:cubicBezTo>
                    <a:pt x="19185" y="15470"/>
                    <a:pt x="19486" y="20603"/>
                    <a:pt x="21030" y="25251"/>
                  </a:cubicBezTo>
                  <a:cubicBezTo>
                    <a:pt x="21387" y="26194"/>
                    <a:pt x="21688" y="27210"/>
                    <a:pt x="22102" y="28168"/>
                  </a:cubicBezTo>
                  <a:cubicBezTo>
                    <a:pt x="23060" y="30613"/>
                    <a:pt x="24190" y="32929"/>
                    <a:pt x="25734" y="34831"/>
                  </a:cubicBezTo>
                  <a:cubicBezTo>
                    <a:pt x="25563" y="35017"/>
                    <a:pt x="25377" y="35260"/>
                    <a:pt x="25148" y="35431"/>
                  </a:cubicBezTo>
                  <a:cubicBezTo>
                    <a:pt x="19243" y="40550"/>
                    <a:pt x="11679" y="43596"/>
                    <a:pt x="3928" y="44254"/>
                  </a:cubicBezTo>
                  <a:cubicBezTo>
                    <a:pt x="122" y="44545"/>
                    <a:pt x="0" y="50408"/>
                    <a:pt x="3562" y="50408"/>
                  </a:cubicBezTo>
                  <a:cubicBezTo>
                    <a:pt x="3680" y="50408"/>
                    <a:pt x="3802" y="50401"/>
                    <a:pt x="3928" y="50388"/>
                  </a:cubicBezTo>
                  <a:cubicBezTo>
                    <a:pt x="5187" y="50274"/>
                    <a:pt x="6488" y="50088"/>
                    <a:pt x="7746" y="49845"/>
                  </a:cubicBezTo>
                  <a:cubicBezTo>
                    <a:pt x="8516" y="49964"/>
                    <a:pt x="9287" y="50020"/>
                    <a:pt x="10058" y="50020"/>
                  </a:cubicBezTo>
                  <a:cubicBezTo>
                    <a:pt x="17823" y="50020"/>
                    <a:pt x="25520" y="44281"/>
                    <a:pt x="30567" y="38649"/>
                  </a:cubicBezTo>
                  <a:cubicBezTo>
                    <a:pt x="30982" y="38892"/>
                    <a:pt x="31454" y="39063"/>
                    <a:pt x="31940" y="39249"/>
                  </a:cubicBezTo>
                  <a:cubicBezTo>
                    <a:pt x="33550" y="39795"/>
                    <a:pt x="35215" y="40037"/>
                    <a:pt x="36889" y="40037"/>
                  </a:cubicBezTo>
                  <a:cubicBezTo>
                    <a:pt x="41223" y="40037"/>
                    <a:pt x="45619" y="38417"/>
                    <a:pt x="49270" y="36261"/>
                  </a:cubicBezTo>
                  <a:cubicBezTo>
                    <a:pt x="54389" y="33229"/>
                    <a:pt x="58679" y="28883"/>
                    <a:pt x="61725" y="23749"/>
                  </a:cubicBezTo>
                  <a:cubicBezTo>
                    <a:pt x="62611" y="22262"/>
                    <a:pt x="62082" y="20175"/>
                    <a:pt x="60538" y="19288"/>
                  </a:cubicBezTo>
                  <a:cubicBezTo>
                    <a:pt x="60012" y="18987"/>
                    <a:pt x="59479" y="18851"/>
                    <a:pt x="58964" y="18851"/>
                  </a:cubicBezTo>
                  <a:cubicBezTo>
                    <a:pt x="57841" y="18851"/>
                    <a:pt x="56797" y="19495"/>
                    <a:pt x="56062" y="20475"/>
                  </a:cubicBezTo>
                  <a:cubicBezTo>
                    <a:pt x="51751" y="26076"/>
                    <a:pt x="45811" y="32409"/>
                    <a:pt x="38243" y="32409"/>
                  </a:cubicBezTo>
                  <a:cubicBezTo>
                    <a:pt x="37755" y="32409"/>
                    <a:pt x="37260" y="32383"/>
                    <a:pt x="36759" y="32329"/>
                  </a:cubicBezTo>
                  <a:cubicBezTo>
                    <a:pt x="36344" y="32271"/>
                    <a:pt x="35930" y="32214"/>
                    <a:pt x="35515" y="32100"/>
                  </a:cubicBezTo>
                  <a:cubicBezTo>
                    <a:pt x="39919" y="25065"/>
                    <a:pt x="42664" y="16485"/>
                    <a:pt x="40934" y="8378"/>
                  </a:cubicBezTo>
                  <a:cubicBezTo>
                    <a:pt x="40016" y="3849"/>
                    <a:pt x="36384" y="1"/>
                    <a:pt x="318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6"/>
            <p:cNvSpPr/>
            <p:nvPr/>
          </p:nvSpPr>
          <p:spPr>
            <a:xfrm>
              <a:off x="90039" y="3338821"/>
              <a:ext cx="279300" cy="279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7" name="Google Shape;77;p6"/>
            <p:cNvGrpSpPr/>
            <p:nvPr/>
          </p:nvGrpSpPr>
          <p:grpSpPr>
            <a:xfrm rot="6985609">
              <a:off x="-247419" y="4647137"/>
              <a:ext cx="954243" cy="775642"/>
              <a:chOff x="2794650" y="3098825"/>
              <a:chExt cx="1072450" cy="871725"/>
            </a:xfrm>
          </p:grpSpPr>
          <p:sp>
            <p:nvSpPr>
              <p:cNvPr id="78" name="Google Shape;78;p6"/>
              <p:cNvSpPr/>
              <p:nvPr/>
            </p:nvSpPr>
            <p:spPr>
              <a:xfrm>
                <a:off x="2899525" y="3098825"/>
                <a:ext cx="967575" cy="871725"/>
              </a:xfrm>
              <a:custGeom>
                <a:avLst/>
                <a:gdLst/>
                <a:ahLst/>
                <a:cxnLst/>
                <a:rect l="l" t="t" r="r" b="b"/>
                <a:pathLst>
                  <a:path w="38703" h="34869" extrusionOk="0">
                    <a:moveTo>
                      <a:pt x="2034" y="0"/>
                    </a:moveTo>
                    <a:cubicBezTo>
                      <a:pt x="777" y="0"/>
                      <a:pt x="1" y="1239"/>
                      <a:pt x="596" y="2430"/>
                    </a:cubicBezTo>
                    <a:cubicBezTo>
                      <a:pt x="1969" y="5461"/>
                      <a:pt x="4886" y="7435"/>
                      <a:pt x="7260" y="9637"/>
                    </a:cubicBezTo>
                    <a:cubicBezTo>
                      <a:pt x="10062" y="12253"/>
                      <a:pt x="12865" y="14942"/>
                      <a:pt x="15610" y="17615"/>
                    </a:cubicBezTo>
                    <a:cubicBezTo>
                      <a:pt x="18170" y="20118"/>
                      <a:pt x="20672" y="22749"/>
                      <a:pt x="23117" y="25423"/>
                    </a:cubicBezTo>
                    <a:cubicBezTo>
                      <a:pt x="25734" y="28168"/>
                      <a:pt x="27993" y="31442"/>
                      <a:pt x="30853" y="33945"/>
                    </a:cubicBezTo>
                    <a:cubicBezTo>
                      <a:pt x="31616" y="34588"/>
                      <a:pt x="32516" y="34869"/>
                      <a:pt x="33402" y="34869"/>
                    </a:cubicBezTo>
                    <a:cubicBezTo>
                      <a:pt x="36118" y="34869"/>
                      <a:pt x="38703" y="32234"/>
                      <a:pt x="36816" y="29355"/>
                    </a:cubicBezTo>
                    <a:cubicBezTo>
                      <a:pt x="32712" y="23035"/>
                      <a:pt x="26091" y="17673"/>
                      <a:pt x="20486" y="12740"/>
                    </a:cubicBezTo>
                    <a:cubicBezTo>
                      <a:pt x="17755" y="10294"/>
                      <a:pt x="14953" y="7964"/>
                      <a:pt x="11978" y="5762"/>
                    </a:cubicBezTo>
                    <a:cubicBezTo>
                      <a:pt x="9119" y="3560"/>
                      <a:pt x="6073" y="643"/>
                      <a:pt x="2441" y="42"/>
                    </a:cubicBezTo>
                    <a:cubicBezTo>
                      <a:pt x="2301" y="14"/>
                      <a:pt x="2165" y="0"/>
                      <a:pt x="203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6"/>
              <p:cNvSpPr/>
              <p:nvPr/>
            </p:nvSpPr>
            <p:spPr>
              <a:xfrm>
                <a:off x="2794650" y="3437950"/>
                <a:ext cx="618125" cy="342450"/>
              </a:xfrm>
              <a:custGeom>
                <a:avLst/>
                <a:gdLst/>
                <a:ahLst/>
                <a:cxnLst/>
                <a:rect l="l" t="t" r="r" b="b"/>
                <a:pathLst>
                  <a:path w="24725" h="13698" extrusionOk="0">
                    <a:moveTo>
                      <a:pt x="19194" y="0"/>
                    </a:moveTo>
                    <a:cubicBezTo>
                      <a:pt x="18979" y="0"/>
                      <a:pt x="18763" y="20"/>
                      <a:pt x="18547" y="61"/>
                    </a:cubicBezTo>
                    <a:cubicBezTo>
                      <a:pt x="15516" y="604"/>
                      <a:pt x="13071" y="2263"/>
                      <a:pt x="10382" y="3750"/>
                    </a:cubicBezTo>
                    <a:cubicBezTo>
                      <a:pt x="7651" y="5309"/>
                      <a:pt x="4734" y="6739"/>
                      <a:pt x="2160" y="8583"/>
                    </a:cubicBezTo>
                    <a:cubicBezTo>
                      <a:pt x="1" y="10158"/>
                      <a:pt x="883" y="13697"/>
                      <a:pt x="3484" y="13697"/>
                    </a:cubicBezTo>
                    <a:cubicBezTo>
                      <a:pt x="3741" y="13697"/>
                      <a:pt x="4016" y="13663"/>
                      <a:pt x="4305" y="13588"/>
                    </a:cubicBezTo>
                    <a:cubicBezTo>
                      <a:pt x="7594" y="12758"/>
                      <a:pt x="10683" y="11329"/>
                      <a:pt x="13843" y="10127"/>
                    </a:cubicBezTo>
                    <a:cubicBezTo>
                      <a:pt x="16817" y="8941"/>
                      <a:pt x="19505" y="7983"/>
                      <a:pt x="22007" y="5895"/>
                    </a:cubicBezTo>
                    <a:cubicBezTo>
                      <a:pt x="24725" y="3630"/>
                      <a:pt x="22118" y="0"/>
                      <a:pt x="1919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0" name="Google Shape;80;p6"/>
            <p:cNvSpPr/>
            <p:nvPr/>
          </p:nvSpPr>
          <p:spPr>
            <a:xfrm>
              <a:off x="-938686" y="3439044"/>
              <a:ext cx="1920589" cy="1044180"/>
            </a:xfrm>
            <a:custGeom>
              <a:avLst/>
              <a:gdLst/>
              <a:ahLst/>
              <a:cxnLst/>
              <a:rect l="l" t="t" r="r" b="b"/>
              <a:pathLst>
                <a:path w="86338" h="46940" extrusionOk="0">
                  <a:moveTo>
                    <a:pt x="21438" y="8862"/>
                  </a:moveTo>
                  <a:cubicBezTo>
                    <a:pt x="28773" y="8862"/>
                    <a:pt x="34921" y="16171"/>
                    <a:pt x="40509" y="20013"/>
                  </a:cubicBezTo>
                  <a:cubicBezTo>
                    <a:pt x="46002" y="23760"/>
                    <a:pt x="51630" y="25400"/>
                    <a:pt x="58007" y="25400"/>
                  </a:cubicBezTo>
                  <a:cubicBezTo>
                    <a:pt x="58834" y="25400"/>
                    <a:pt x="59674" y="25372"/>
                    <a:pt x="60528" y="25318"/>
                  </a:cubicBezTo>
                  <a:cubicBezTo>
                    <a:pt x="62537" y="25211"/>
                    <a:pt x="64815" y="24996"/>
                    <a:pt x="67096" y="24996"/>
                  </a:cubicBezTo>
                  <a:cubicBezTo>
                    <a:pt x="71180" y="24996"/>
                    <a:pt x="75276" y="25682"/>
                    <a:pt x="77872" y="28893"/>
                  </a:cubicBezTo>
                  <a:cubicBezTo>
                    <a:pt x="79717" y="31095"/>
                    <a:pt x="79474" y="33898"/>
                    <a:pt x="77815" y="36214"/>
                  </a:cubicBezTo>
                  <a:cubicBezTo>
                    <a:pt x="75613" y="39131"/>
                    <a:pt x="71967" y="40203"/>
                    <a:pt x="68463" y="40203"/>
                  </a:cubicBezTo>
                  <a:cubicBezTo>
                    <a:pt x="60242" y="40146"/>
                    <a:pt x="52792" y="35556"/>
                    <a:pt x="44684" y="34541"/>
                  </a:cubicBezTo>
                  <a:cubicBezTo>
                    <a:pt x="43279" y="34374"/>
                    <a:pt x="41862" y="34313"/>
                    <a:pt x="40439" y="34313"/>
                  </a:cubicBezTo>
                  <a:cubicBezTo>
                    <a:pt x="40321" y="34313"/>
                    <a:pt x="40203" y="34313"/>
                    <a:pt x="40086" y="34314"/>
                  </a:cubicBezTo>
                  <a:lnTo>
                    <a:pt x="40086" y="34314"/>
                  </a:lnTo>
                  <a:cubicBezTo>
                    <a:pt x="39892" y="34294"/>
                    <a:pt x="39699" y="34274"/>
                    <a:pt x="39508" y="34255"/>
                  </a:cubicBezTo>
                  <a:cubicBezTo>
                    <a:pt x="33488" y="33597"/>
                    <a:pt x="27111" y="33469"/>
                    <a:pt x="21277" y="31681"/>
                  </a:cubicBezTo>
                  <a:cubicBezTo>
                    <a:pt x="15843" y="30023"/>
                    <a:pt x="11625" y="25790"/>
                    <a:pt x="11196" y="19885"/>
                  </a:cubicBezTo>
                  <a:cubicBezTo>
                    <a:pt x="10910" y="14408"/>
                    <a:pt x="15371" y="9103"/>
                    <a:pt x="20919" y="8874"/>
                  </a:cubicBezTo>
                  <a:cubicBezTo>
                    <a:pt x="21093" y="8866"/>
                    <a:pt x="21266" y="8862"/>
                    <a:pt x="21438" y="8862"/>
                  </a:cubicBezTo>
                  <a:close/>
                  <a:moveTo>
                    <a:pt x="20535" y="0"/>
                  </a:moveTo>
                  <a:cubicBezTo>
                    <a:pt x="13755" y="0"/>
                    <a:pt x="7403" y="3704"/>
                    <a:pt x="3990" y="9761"/>
                  </a:cubicBezTo>
                  <a:cubicBezTo>
                    <a:pt x="0" y="16853"/>
                    <a:pt x="887" y="25490"/>
                    <a:pt x="5548" y="31981"/>
                  </a:cubicBezTo>
                  <a:cubicBezTo>
                    <a:pt x="10421" y="38865"/>
                    <a:pt x="18716" y="41868"/>
                    <a:pt x="26854" y="41868"/>
                  </a:cubicBezTo>
                  <a:cubicBezTo>
                    <a:pt x="27456" y="41868"/>
                    <a:pt x="28057" y="41852"/>
                    <a:pt x="28655" y="41819"/>
                  </a:cubicBezTo>
                  <a:cubicBezTo>
                    <a:pt x="31778" y="41649"/>
                    <a:pt x="34839" y="41250"/>
                    <a:pt x="37920" y="40922"/>
                  </a:cubicBezTo>
                  <a:lnTo>
                    <a:pt x="37920" y="40922"/>
                  </a:lnTo>
                  <a:cubicBezTo>
                    <a:pt x="40207" y="40952"/>
                    <a:pt x="42501" y="41059"/>
                    <a:pt x="44799" y="41404"/>
                  </a:cubicBezTo>
                  <a:cubicBezTo>
                    <a:pt x="52936" y="42545"/>
                    <a:pt x="60378" y="46939"/>
                    <a:pt x="68718" y="46939"/>
                  </a:cubicBezTo>
                  <a:cubicBezTo>
                    <a:pt x="69479" y="46939"/>
                    <a:pt x="70246" y="46903"/>
                    <a:pt x="71023" y="46824"/>
                  </a:cubicBezTo>
                  <a:cubicBezTo>
                    <a:pt x="78401" y="46109"/>
                    <a:pt x="85737" y="40690"/>
                    <a:pt x="86037" y="32754"/>
                  </a:cubicBezTo>
                  <a:cubicBezTo>
                    <a:pt x="86337" y="25375"/>
                    <a:pt x="79960" y="20542"/>
                    <a:pt x="73468" y="18641"/>
                  </a:cubicBezTo>
                  <a:cubicBezTo>
                    <a:pt x="65361" y="16195"/>
                    <a:pt x="56181" y="19055"/>
                    <a:pt x="48502" y="15009"/>
                  </a:cubicBezTo>
                  <a:cubicBezTo>
                    <a:pt x="39980" y="10590"/>
                    <a:pt x="34260" y="2497"/>
                    <a:pt x="24423" y="409"/>
                  </a:cubicBezTo>
                  <a:cubicBezTo>
                    <a:pt x="23123" y="134"/>
                    <a:pt x="21821" y="0"/>
                    <a:pt x="205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6"/>
            <p:cNvSpPr/>
            <p:nvPr/>
          </p:nvSpPr>
          <p:spPr>
            <a:xfrm rot="-3168806" flipH="1">
              <a:off x="-48022" y="2248953"/>
              <a:ext cx="555440" cy="1383335"/>
            </a:xfrm>
            <a:custGeom>
              <a:avLst/>
              <a:gdLst/>
              <a:ahLst/>
              <a:cxnLst/>
              <a:rect l="l" t="t" r="r" b="b"/>
              <a:pathLst>
                <a:path w="18776" h="46762" extrusionOk="0">
                  <a:moveTo>
                    <a:pt x="6789" y="1"/>
                  </a:moveTo>
                  <a:cubicBezTo>
                    <a:pt x="3426" y="1"/>
                    <a:pt x="2347" y="5490"/>
                    <a:pt x="6078" y="6724"/>
                  </a:cubicBezTo>
                  <a:cubicBezTo>
                    <a:pt x="7565" y="7211"/>
                    <a:pt x="7150" y="8640"/>
                    <a:pt x="6135" y="9355"/>
                  </a:cubicBezTo>
                  <a:cubicBezTo>
                    <a:pt x="4176" y="10657"/>
                    <a:pt x="2260" y="11500"/>
                    <a:pt x="1259" y="13702"/>
                  </a:cubicBezTo>
                  <a:cubicBezTo>
                    <a:pt x="1" y="16319"/>
                    <a:pt x="716" y="19422"/>
                    <a:pt x="2389" y="21681"/>
                  </a:cubicBezTo>
                  <a:cubicBezTo>
                    <a:pt x="4047" y="23826"/>
                    <a:pt x="6435" y="24841"/>
                    <a:pt x="8408" y="26629"/>
                  </a:cubicBezTo>
                  <a:cubicBezTo>
                    <a:pt x="9896" y="28058"/>
                    <a:pt x="9409" y="28959"/>
                    <a:pt x="8337" y="30561"/>
                  </a:cubicBezTo>
                  <a:cubicBezTo>
                    <a:pt x="7036" y="32648"/>
                    <a:pt x="5720" y="34793"/>
                    <a:pt x="5720" y="37353"/>
                  </a:cubicBezTo>
                  <a:cubicBezTo>
                    <a:pt x="5771" y="41864"/>
                    <a:pt x="10603" y="46761"/>
                    <a:pt x="15328" y="46761"/>
                  </a:cubicBezTo>
                  <a:cubicBezTo>
                    <a:pt x="15905" y="46761"/>
                    <a:pt x="16480" y="46688"/>
                    <a:pt x="17045" y="46533"/>
                  </a:cubicBezTo>
                  <a:cubicBezTo>
                    <a:pt x="18232" y="46175"/>
                    <a:pt x="18775" y="44802"/>
                    <a:pt x="18175" y="43673"/>
                  </a:cubicBezTo>
                  <a:cubicBezTo>
                    <a:pt x="16916" y="41399"/>
                    <a:pt x="13885" y="40813"/>
                    <a:pt x="12698" y="38425"/>
                  </a:cubicBezTo>
                  <a:cubicBezTo>
                    <a:pt x="11854" y="36695"/>
                    <a:pt x="13227" y="35322"/>
                    <a:pt x="14185" y="33964"/>
                  </a:cubicBezTo>
                  <a:cubicBezTo>
                    <a:pt x="15615" y="31748"/>
                    <a:pt x="16559" y="29317"/>
                    <a:pt x="16030" y="26686"/>
                  </a:cubicBezTo>
                  <a:cubicBezTo>
                    <a:pt x="15429" y="24012"/>
                    <a:pt x="13470" y="21981"/>
                    <a:pt x="11325" y="20437"/>
                  </a:cubicBezTo>
                  <a:cubicBezTo>
                    <a:pt x="10425" y="19779"/>
                    <a:pt x="6850" y="17749"/>
                    <a:pt x="7265" y="16619"/>
                  </a:cubicBezTo>
                  <a:cubicBezTo>
                    <a:pt x="7450" y="16090"/>
                    <a:pt x="8580" y="15733"/>
                    <a:pt x="9052" y="15432"/>
                  </a:cubicBezTo>
                  <a:cubicBezTo>
                    <a:pt x="10196" y="14775"/>
                    <a:pt x="11197" y="14060"/>
                    <a:pt x="12040" y="13045"/>
                  </a:cubicBezTo>
                  <a:cubicBezTo>
                    <a:pt x="15729" y="8397"/>
                    <a:pt x="13284" y="1963"/>
                    <a:pt x="7865" y="176"/>
                  </a:cubicBezTo>
                  <a:cubicBezTo>
                    <a:pt x="7485" y="56"/>
                    <a:pt x="7126" y="1"/>
                    <a:pt x="6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" name="Google Shape;82;p6"/>
          <p:cNvGrpSpPr/>
          <p:nvPr/>
        </p:nvGrpSpPr>
        <p:grpSpPr>
          <a:xfrm>
            <a:off x="6962042" y="-741495"/>
            <a:ext cx="3015794" cy="3288532"/>
            <a:chOff x="6962042" y="-741495"/>
            <a:chExt cx="3015794" cy="3288532"/>
          </a:xfrm>
        </p:grpSpPr>
        <p:sp>
          <p:nvSpPr>
            <p:cNvPr id="83" name="Google Shape;83;p6"/>
            <p:cNvSpPr/>
            <p:nvPr/>
          </p:nvSpPr>
          <p:spPr>
            <a:xfrm>
              <a:off x="8261867" y="969920"/>
              <a:ext cx="1715969" cy="1210793"/>
            </a:xfrm>
            <a:custGeom>
              <a:avLst/>
              <a:gdLst/>
              <a:ahLst/>
              <a:cxnLst/>
              <a:rect l="l" t="t" r="r" b="b"/>
              <a:pathLst>
                <a:path w="78615" h="55471" extrusionOk="0">
                  <a:moveTo>
                    <a:pt x="28010" y="0"/>
                  </a:moveTo>
                  <a:cubicBezTo>
                    <a:pt x="27289" y="0"/>
                    <a:pt x="26561" y="182"/>
                    <a:pt x="25892" y="575"/>
                  </a:cubicBezTo>
                  <a:cubicBezTo>
                    <a:pt x="21359" y="3320"/>
                    <a:pt x="17069" y="6423"/>
                    <a:pt x="12665" y="9397"/>
                  </a:cubicBezTo>
                  <a:cubicBezTo>
                    <a:pt x="8547" y="12143"/>
                    <a:pt x="4200" y="14702"/>
                    <a:pt x="1040" y="18577"/>
                  </a:cubicBezTo>
                  <a:cubicBezTo>
                    <a:pt x="0" y="19894"/>
                    <a:pt x="827" y="21708"/>
                    <a:pt x="2405" y="21708"/>
                  </a:cubicBezTo>
                  <a:cubicBezTo>
                    <a:pt x="2540" y="21708"/>
                    <a:pt x="2682" y="21694"/>
                    <a:pt x="2828" y="21666"/>
                  </a:cubicBezTo>
                  <a:cubicBezTo>
                    <a:pt x="7718" y="20722"/>
                    <a:pt x="12008" y="18034"/>
                    <a:pt x="16354" y="15718"/>
                  </a:cubicBezTo>
                  <a:cubicBezTo>
                    <a:pt x="19364" y="14097"/>
                    <a:pt x="22445" y="12549"/>
                    <a:pt x="25458" y="10917"/>
                  </a:cubicBezTo>
                  <a:lnTo>
                    <a:pt x="25458" y="10917"/>
                  </a:lnTo>
                  <a:cubicBezTo>
                    <a:pt x="27706" y="18771"/>
                    <a:pt x="29975" y="26624"/>
                    <a:pt x="32198" y="34478"/>
                  </a:cubicBezTo>
                  <a:cubicBezTo>
                    <a:pt x="32709" y="36440"/>
                    <a:pt x="34469" y="37635"/>
                    <a:pt x="36324" y="37635"/>
                  </a:cubicBezTo>
                  <a:cubicBezTo>
                    <a:pt x="37065" y="37635"/>
                    <a:pt x="37820" y="37445"/>
                    <a:pt x="38518" y="37037"/>
                  </a:cubicBezTo>
                  <a:cubicBezTo>
                    <a:pt x="42207" y="34964"/>
                    <a:pt x="45968" y="32819"/>
                    <a:pt x="49714" y="30731"/>
                  </a:cubicBezTo>
                  <a:cubicBezTo>
                    <a:pt x="51330" y="29773"/>
                    <a:pt x="53532" y="27986"/>
                    <a:pt x="55319" y="27571"/>
                  </a:cubicBezTo>
                  <a:cubicBezTo>
                    <a:pt x="55870" y="27444"/>
                    <a:pt x="56186" y="27369"/>
                    <a:pt x="56408" y="27369"/>
                  </a:cubicBezTo>
                  <a:cubicBezTo>
                    <a:pt x="56809" y="27369"/>
                    <a:pt x="56905" y="27613"/>
                    <a:pt x="57521" y="28229"/>
                  </a:cubicBezTo>
                  <a:cubicBezTo>
                    <a:pt x="58293" y="29001"/>
                    <a:pt x="58708" y="30431"/>
                    <a:pt x="59194" y="31389"/>
                  </a:cubicBezTo>
                  <a:cubicBezTo>
                    <a:pt x="61096" y="35193"/>
                    <a:pt x="63069" y="39068"/>
                    <a:pt x="65028" y="42885"/>
                  </a:cubicBezTo>
                  <a:cubicBezTo>
                    <a:pt x="66930" y="46689"/>
                    <a:pt x="68488" y="51165"/>
                    <a:pt x="71520" y="54267"/>
                  </a:cubicBezTo>
                  <a:cubicBezTo>
                    <a:pt x="72352" y="55111"/>
                    <a:pt x="73284" y="55471"/>
                    <a:pt x="74183" y="55471"/>
                  </a:cubicBezTo>
                  <a:cubicBezTo>
                    <a:pt x="76513" y="55471"/>
                    <a:pt x="78615" y="53055"/>
                    <a:pt x="78140" y="50392"/>
                  </a:cubicBezTo>
                  <a:cubicBezTo>
                    <a:pt x="77239" y="45088"/>
                    <a:pt x="73250" y="39668"/>
                    <a:pt x="70805" y="34835"/>
                  </a:cubicBezTo>
                  <a:cubicBezTo>
                    <a:pt x="68431" y="30245"/>
                    <a:pt x="66458" y="24297"/>
                    <a:pt x="62712" y="20594"/>
                  </a:cubicBezTo>
                  <a:cubicBezTo>
                    <a:pt x="60979" y="18920"/>
                    <a:pt x="59070" y="18258"/>
                    <a:pt x="57108" y="18258"/>
                  </a:cubicBezTo>
                  <a:cubicBezTo>
                    <a:pt x="54812" y="18258"/>
                    <a:pt x="52444" y="19165"/>
                    <a:pt x="50200" y="20422"/>
                  </a:cubicBezTo>
                  <a:cubicBezTo>
                    <a:pt x="46442" y="22547"/>
                    <a:pt x="42712" y="24706"/>
                    <a:pt x="38970" y="26877"/>
                  </a:cubicBezTo>
                  <a:lnTo>
                    <a:pt x="38970" y="26877"/>
                  </a:lnTo>
                  <a:cubicBezTo>
                    <a:pt x="36753" y="18990"/>
                    <a:pt x="34554" y="11079"/>
                    <a:pt x="32326" y="3206"/>
                  </a:cubicBezTo>
                  <a:cubicBezTo>
                    <a:pt x="31756" y="1258"/>
                    <a:pt x="29909" y="0"/>
                    <a:pt x="280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6"/>
            <p:cNvSpPr/>
            <p:nvPr/>
          </p:nvSpPr>
          <p:spPr>
            <a:xfrm rot="3603388">
              <a:off x="7518144" y="-331566"/>
              <a:ext cx="1599212" cy="1129652"/>
            </a:xfrm>
            <a:custGeom>
              <a:avLst/>
              <a:gdLst/>
              <a:ahLst/>
              <a:cxnLst/>
              <a:rect l="l" t="t" r="r" b="b"/>
              <a:pathLst>
                <a:path w="72982" h="51556" extrusionOk="0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6"/>
            <p:cNvSpPr/>
            <p:nvPr/>
          </p:nvSpPr>
          <p:spPr>
            <a:xfrm>
              <a:off x="8838965" y="-361121"/>
              <a:ext cx="496308" cy="653336"/>
            </a:xfrm>
            <a:custGeom>
              <a:avLst/>
              <a:gdLst/>
              <a:ahLst/>
              <a:cxnLst/>
              <a:rect l="l" t="t" r="r" b="b"/>
              <a:pathLst>
                <a:path w="22311" h="29370" extrusionOk="0">
                  <a:moveTo>
                    <a:pt x="19104" y="1"/>
                  </a:moveTo>
                  <a:cubicBezTo>
                    <a:pt x="18248" y="1"/>
                    <a:pt x="17441" y="421"/>
                    <a:pt x="17063" y="1416"/>
                  </a:cubicBezTo>
                  <a:cubicBezTo>
                    <a:pt x="15633" y="2488"/>
                    <a:pt x="14618" y="3975"/>
                    <a:pt x="14089" y="5706"/>
                  </a:cubicBezTo>
                  <a:cubicBezTo>
                    <a:pt x="13960" y="5877"/>
                    <a:pt x="13846" y="6120"/>
                    <a:pt x="13731" y="6306"/>
                  </a:cubicBezTo>
                  <a:cubicBezTo>
                    <a:pt x="12716" y="8380"/>
                    <a:pt x="11815" y="10467"/>
                    <a:pt x="10929" y="12555"/>
                  </a:cubicBezTo>
                  <a:cubicBezTo>
                    <a:pt x="10457" y="13742"/>
                    <a:pt x="9971" y="14886"/>
                    <a:pt x="9499" y="16072"/>
                  </a:cubicBezTo>
                  <a:cubicBezTo>
                    <a:pt x="8598" y="14585"/>
                    <a:pt x="7654" y="13213"/>
                    <a:pt x="6639" y="11783"/>
                  </a:cubicBezTo>
                  <a:cubicBezTo>
                    <a:pt x="5896" y="10707"/>
                    <a:pt x="4838" y="10235"/>
                    <a:pt x="3805" y="10235"/>
                  </a:cubicBezTo>
                  <a:cubicBezTo>
                    <a:pt x="1858" y="10235"/>
                    <a:pt x="0" y="11914"/>
                    <a:pt x="505" y="14399"/>
                  </a:cubicBezTo>
                  <a:cubicBezTo>
                    <a:pt x="1391" y="18746"/>
                    <a:pt x="2950" y="22979"/>
                    <a:pt x="5924" y="26139"/>
                  </a:cubicBezTo>
                  <a:cubicBezTo>
                    <a:pt x="5924" y="26253"/>
                    <a:pt x="5981" y="26439"/>
                    <a:pt x="6038" y="26553"/>
                  </a:cubicBezTo>
                  <a:cubicBezTo>
                    <a:pt x="6742" y="28460"/>
                    <a:pt x="8255" y="29369"/>
                    <a:pt x="9794" y="29369"/>
                  </a:cubicBezTo>
                  <a:cubicBezTo>
                    <a:pt x="11385" y="29369"/>
                    <a:pt x="13004" y="28399"/>
                    <a:pt x="13788" y="26553"/>
                  </a:cubicBezTo>
                  <a:cubicBezTo>
                    <a:pt x="13903" y="26253"/>
                    <a:pt x="14031" y="25967"/>
                    <a:pt x="14146" y="25667"/>
                  </a:cubicBezTo>
                  <a:cubicBezTo>
                    <a:pt x="15576" y="23393"/>
                    <a:pt x="16820" y="20891"/>
                    <a:pt x="17835" y="18332"/>
                  </a:cubicBezTo>
                  <a:cubicBezTo>
                    <a:pt x="20109" y="13384"/>
                    <a:pt x="21538" y="8094"/>
                    <a:pt x="22182" y="2488"/>
                  </a:cubicBezTo>
                  <a:cubicBezTo>
                    <a:pt x="22311" y="1173"/>
                    <a:pt x="21295" y="401"/>
                    <a:pt x="20223" y="229"/>
                  </a:cubicBezTo>
                  <a:cubicBezTo>
                    <a:pt x="19862" y="81"/>
                    <a:pt x="19478" y="1"/>
                    <a:pt x="191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6" name="Google Shape;86;p6"/>
            <p:cNvGrpSpPr/>
            <p:nvPr/>
          </p:nvGrpSpPr>
          <p:grpSpPr>
            <a:xfrm rot="-2142625">
              <a:off x="8272667" y="1636128"/>
              <a:ext cx="711724" cy="776164"/>
              <a:chOff x="7406400" y="661950"/>
              <a:chExt cx="759600" cy="828375"/>
            </a:xfrm>
          </p:grpSpPr>
          <p:sp>
            <p:nvSpPr>
              <p:cNvPr id="87" name="Google Shape;87;p6"/>
              <p:cNvSpPr/>
              <p:nvPr/>
            </p:nvSpPr>
            <p:spPr>
              <a:xfrm>
                <a:off x="7406400" y="661950"/>
                <a:ext cx="759600" cy="828375"/>
              </a:xfrm>
              <a:custGeom>
                <a:avLst/>
                <a:gdLst/>
                <a:ahLst/>
                <a:cxnLst/>
                <a:rect l="l" t="t" r="r" b="b"/>
                <a:pathLst>
                  <a:path w="30384" h="33135" extrusionOk="0">
                    <a:moveTo>
                      <a:pt x="27744" y="1"/>
                    </a:moveTo>
                    <a:cubicBezTo>
                      <a:pt x="27408" y="1"/>
                      <a:pt x="27068" y="72"/>
                      <a:pt x="26755" y="227"/>
                    </a:cubicBezTo>
                    <a:cubicBezTo>
                      <a:pt x="24081" y="1600"/>
                      <a:pt x="22351" y="4160"/>
                      <a:pt x="20378" y="6476"/>
                    </a:cubicBezTo>
                    <a:cubicBezTo>
                      <a:pt x="18233" y="8978"/>
                      <a:pt x="16031" y="11552"/>
                      <a:pt x="13829" y="14112"/>
                    </a:cubicBezTo>
                    <a:cubicBezTo>
                      <a:pt x="9425" y="19231"/>
                      <a:pt x="5250" y="24421"/>
                      <a:pt x="1146" y="29783"/>
                    </a:cubicBezTo>
                    <a:cubicBezTo>
                      <a:pt x="0" y="31234"/>
                      <a:pt x="1152" y="33135"/>
                      <a:pt x="2557" y="33135"/>
                    </a:cubicBezTo>
                    <a:cubicBezTo>
                      <a:pt x="2993" y="33135"/>
                      <a:pt x="3453" y="32951"/>
                      <a:pt x="3877" y="32514"/>
                    </a:cubicBezTo>
                    <a:cubicBezTo>
                      <a:pt x="8767" y="27510"/>
                      <a:pt x="13529" y="22448"/>
                      <a:pt x="18176" y="17200"/>
                    </a:cubicBezTo>
                    <a:cubicBezTo>
                      <a:pt x="20378" y="14698"/>
                      <a:pt x="22594" y="12196"/>
                      <a:pt x="24796" y="9693"/>
                    </a:cubicBezTo>
                    <a:cubicBezTo>
                      <a:pt x="26812" y="7377"/>
                      <a:pt x="28900" y="5532"/>
                      <a:pt x="29858" y="2615"/>
                    </a:cubicBezTo>
                    <a:cubicBezTo>
                      <a:pt x="30384" y="1130"/>
                      <a:pt x="29083" y="1"/>
                      <a:pt x="277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6"/>
              <p:cNvSpPr/>
              <p:nvPr/>
            </p:nvSpPr>
            <p:spPr>
              <a:xfrm>
                <a:off x="7484000" y="747575"/>
                <a:ext cx="648850" cy="685075"/>
              </a:xfrm>
              <a:custGeom>
                <a:avLst/>
                <a:gdLst/>
                <a:ahLst/>
                <a:cxnLst/>
                <a:rect l="l" t="t" r="r" b="b"/>
                <a:pathLst>
                  <a:path w="25954" h="27403" extrusionOk="0">
                    <a:moveTo>
                      <a:pt x="2540" y="1"/>
                    </a:moveTo>
                    <a:cubicBezTo>
                      <a:pt x="2392" y="1"/>
                      <a:pt x="2242" y="7"/>
                      <a:pt x="2088" y="20"/>
                    </a:cubicBezTo>
                    <a:cubicBezTo>
                      <a:pt x="1016" y="134"/>
                      <a:pt x="1" y="906"/>
                      <a:pt x="58" y="2050"/>
                    </a:cubicBezTo>
                    <a:cubicBezTo>
                      <a:pt x="187" y="4667"/>
                      <a:pt x="1316" y="5625"/>
                      <a:pt x="3046" y="7469"/>
                    </a:cubicBezTo>
                    <a:cubicBezTo>
                      <a:pt x="5306" y="9914"/>
                      <a:pt x="7393" y="12474"/>
                      <a:pt x="9595" y="14919"/>
                    </a:cubicBezTo>
                    <a:cubicBezTo>
                      <a:pt x="11683" y="17178"/>
                      <a:pt x="13699" y="19380"/>
                      <a:pt x="15672" y="21711"/>
                    </a:cubicBezTo>
                    <a:cubicBezTo>
                      <a:pt x="17703" y="24142"/>
                      <a:pt x="18890" y="26115"/>
                      <a:pt x="21864" y="27245"/>
                    </a:cubicBezTo>
                    <a:cubicBezTo>
                      <a:pt x="22134" y="27353"/>
                      <a:pt x="22416" y="27402"/>
                      <a:pt x="22701" y="27402"/>
                    </a:cubicBezTo>
                    <a:cubicBezTo>
                      <a:pt x="24298" y="27402"/>
                      <a:pt x="25954" y="25836"/>
                      <a:pt x="25796" y="24271"/>
                    </a:cubicBezTo>
                    <a:cubicBezTo>
                      <a:pt x="25324" y="18723"/>
                      <a:pt x="19547" y="13604"/>
                      <a:pt x="15844" y="9729"/>
                    </a:cubicBezTo>
                    <a:cubicBezTo>
                      <a:pt x="13771" y="7527"/>
                      <a:pt x="11440" y="5553"/>
                      <a:pt x="9052" y="3652"/>
                    </a:cubicBezTo>
                    <a:cubicBezTo>
                      <a:pt x="7020" y="2012"/>
                      <a:pt x="5206" y="1"/>
                      <a:pt x="25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9" name="Google Shape;89;p6"/>
            <p:cNvSpPr/>
            <p:nvPr/>
          </p:nvSpPr>
          <p:spPr>
            <a:xfrm rot="-971337">
              <a:off x="7054010" y="-246305"/>
              <a:ext cx="606057" cy="745920"/>
            </a:xfrm>
            <a:custGeom>
              <a:avLst/>
              <a:gdLst/>
              <a:ahLst/>
              <a:cxnLst/>
              <a:rect l="l" t="t" r="r" b="b"/>
              <a:pathLst>
                <a:path w="12003" h="14773" extrusionOk="0">
                  <a:moveTo>
                    <a:pt x="2808" y="1"/>
                  </a:moveTo>
                  <a:cubicBezTo>
                    <a:pt x="2045" y="1"/>
                    <a:pt x="1284" y="485"/>
                    <a:pt x="1016" y="1297"/>
                  </a:cubicBezTo>
                  <a:cubicBezTo>
                    <a:pt x="1" y="4271"/>
                    <a:pt x="358" y="7617"/>
                    <a:pt x="2146" y="10234"/>
                  </a:cubicBezTo>
                  <a:cubicBezTo>
                    <a:pt x="3089" y="11907"/>
                    <a:pt x="4519" y="13265"/>
                    <a:pt x="6435" y="14051"/>
                  </a:cubicBezTo>
                  <a:cubicBezTo>
                    <a:pt x="7451" y="14466"/>
                    <a:pt x="8523" y="14695"/>
                    <a:pt x="9524" y="14766"/>
                  </a:cubicBezTo>
                  <a:cubicBezTo>
                    <a:pt x="9575" y="14770"/>
                    <a:pt x="9625" y="14772"/>
                    <a:pt x="9674" y="14772"/>
                  </a:cubicBezTo>
                  <a:cubicBezTo>
                    <a:pt x="11091" y="14772"/>
                    <a:pt x="12002" y="13221"/>
                    <a:pt x="11311" y="11964"/>
                  </a:cubicBezTo>
                  <a:lnTo>
                    <a:pt x="11254" y="11964"/>
                  </a:lnTo>
                  <a:cubicBezTo>
                    <a:pt x="10954" y="11420"/>
                    <a:pt x="10425" y="11063"/>
                    <a:pt x="9824" y="11006"/>
                  </a:cubicBezTo>
                  <a:cubicBezTo>
                    <a:pt x="9653" y="11006"/>
                    <a:pt x="9524" y="11006"/>
                    <a:pt x="9410" y="10949"/>
                  </a:cubicBezTo>
                  <a:lnTo>
                    <a:pt x="9167" y="10949"/>
                  </a:lnTo>
                  <a:cubicBezTo>
                    <a:pt x="7737" y="10534"/>
                    <a:pt x="6493" y="9819"/>
                    <a:pt x="5592" y="8747"/>
                  </a:cubicBezTo>
                  <a:cubicBezTo>
                    <a:pt x="5477" y="8689"/>
                    <a:pt x="5420" y="8561"/>
                    <a:pt x="5363" y="8446"/>
                  </a:cubicBezTo>
                  <a:cubicBezTo>
                    <a:pt x="5234" y="8260"/>
                    <a:pt x="5120" y="8032"/>
                    <a:pt x="5063" y="7789"/>
                  </a:cubicBezTo>
                  <a:cubicBezTo>
                    <a:pt x="4405" y="6058"/>
                    <a:pt x="4462" y="4271"/>
                    <a:pt x="4877" y="2484"/>
                  </a:cubicBezTo>
                  <a:cubicBezTo>
                    <a:pt x="5006" y="1769"/>
                    <a:pt x="4762" y="1111"/>
                    <a:pt x="4233" y="639"/>
                  </a:cubicBezTo>
                  <a:cubicBezTo>
                    <a:pt x="4162" y="582"/>
                    <a:pt x="4105" y="525"/>
                    <a:pt x="3990" y="467"/>
                  </a:cubicBezTo>
                  <a:cubicBezTo>
                    <a:pt x="3650" y="148"/>
                    <a:pt x="3229" y="1"/>
                    <a:pt x="28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 txBox="1">
            <a:spLocks noGrp="1"/>
          </p:cNvSpPr>
          <p:nvPr>
            <p:ph type="title"/>
          </p:nvPr>
        </p:nvSpPr>
        <p:spPr>
          <a:xfrm>
            <a:off x="3489850" y="365760"/>
            <a:ext cx="4827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7"/>
          <p:cNvSpPr txBox="1">
            <a:spLocks noGrp="1"/>
          </p:cNvSpPr>
          <p:nvPr>
            <p:ph type="subTitle" idx="1"/>
          </p:nvPr>
        </p:nvSpPr>
        <p:spPr>
          <a:xfrm>
            <a:off x="3489850" y="1296425"/>
            <a:ext cx="4827900" cy="261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93" name="Google Shape;93;p7"/>
          <p:cNvSpPr>
            <a:spLocks noGrp="1"/>
          </p:cNvSpPr>
          <p:nvPr>
            <p:ph type="pic" idx="2"/>
          </p:nvPr>
        </p:nvSpPr>
        <p:spPr>
          <a:xfrm>
            <a:off x="0" y="0"/>
            <a:ext cx="3381000" cy="514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4" name="Google Shape;94;p7"/>
          <p:cNvGrpSpPr/>
          <p:nvPr/>
        </p:nvGrpSpPr>
        <p:grpSpPr>
          <a:xfrm>
            <a:off x="6038245" y="2846769"/>
            <a:ext cx="3920869" cy="3138046"/>
            <a:chOff x="6038245" y="2846769"/>
            <a:chExt cx="3920869" cy="3138046"/>
          </a:xfrm>
        </p:grpSpPr>
        <p:sp>
          <p:nvSpPr>
            <p:cNvPr id="95" name="Google Shape;95;p7"/>
            <p:cNvSpPr/>
            <p:nvPr/>
          </p:nvSpPr>
          <p:spPr>
            <a:xfrm rot="-436672">
              <a:off x="6110435" y="4491971"/>
              <a:ext cx="1772968" cy="1252333"/>
            </a:xfrm>
            <a:custGeom>
              <a:avLst/>
              <a:gdLst/>
              <a:ahLst/>
              <a:cxnLst/>
              <a:rect l="l" t="t" r="r" b="b"/>
              <a:pathLst>
                <a:path w="72982" h="51556" extrusionOk="0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7"/>
            <p:cNvSpPr/>
            <p:nvPr/>
          </p:nvSpPr>
          <p:spPr>
            <a:xfrm rot="7594616">
              <a:off x="8115518" y="4190108"/>
              <a:ext cx="1151312" cy="1298207"/>
            </a:xfrm>
            <a:custGeom>
              <a:avLst/>
              <a:gdLst/>
              <a:ahLst/>
              <a:cxnLst/>
              <a:rect l="l" t="t" r="r" b="b"/>
              <a:pathLst>
                <a:path w="35677" h="40229" extrusionOk="0">
                  <a:moveTo>
                    <a:pt x="18565" y="1"/>
                  </a:moveTo>
                  <a:cubicBezTo>
                    <a:pt x="8730" y="1"/>
                    <a:pt x="2450" y="8328"/>
                    <a:pt x="887" y="17604"/>
                  </a:cubicBezTo>
                  <a:cubicBezTo>
                    <a:pt x="1" y="23023"/>
                    <a:pt x="773" y="29343"/>
                    <a:pt x="3690" y="34047"/>
                  </a:cubicBezTo>
                  <a:cubicBezTo>
                    <a:pt x="5714" y="37351"/>
                    <a:pt x="9658" y="40228"/>
                    <a:pt x="13537" y="40228"/>
                  </a:cubicBezTo>
                  <a:cubicBezTo>
                    <a:pt x="15248" y="40228"/>
                    <a:pt x="16946" y="39668"/>
                    <a:pt x="18461" y="38337"/>
                  </a:cubicBezTo>
                  <a:cubicBezTo>
                    <a:pt x="20524" y="36494"/>
                    <a:pt x="18790" y="33619"/>
                    <a:pt x="16377" y="33619"/>
                  </a:cubicBezTo>
                  <a:cubicBezTo>
                    <a:pt x="16281" y="33619"/>
                    <a:pt x="16185" y="33624"/>
                    <a:pt x="16087" y="33633"/>
                  </a:cubicBezTo>
                  <a:cubicBezTo>
                    <a:pt x="15742" y="33669"/>
                    <a:pt x="15405" y="33687"/>
                    <a:pt x="15076" y="33687"/>
                  </a:cubicBezTo>
                  <a:cubicBezTo>
                    <a:pt x="12786" y="33687"/>
                    <a:pt x="10894" y="32799"/>
                    <a:pt x="9581" y="30773"/>
                  </a:cubicBezTo>
                  <a:cubicBezTo>
                    <a:pt x="7923" y="28199"/>
                    <a:pt x="7322" y="24925"/>
                    <a:pt x="7322" y="21951"/>
                  </a:cubicBezTo>
                  <a:cubicBezTo>
                    <a:pt x="7322" y="16531"/>
                    <a:pt x="9352" y="9611"/>
                    <a:pt x="14829" y="7409"/>
                  </a:cubicBezTo>
                  <a:cubicBezTo>
                    <a:pt x="16018" y="6935"/>
                    <a:pt x="17288" y="6704"/>
                    <a:pt x="18552" y="6704"/>
                  </a:cubicBezTo>
                  <a:cubicBezTo>
                    <a:pt x="21906" y="6704"/>
                    <a:pt x="25217" y="8334"/>
                    <a:pt x="26869" y="11398"/>
                  </a:cubicBezTo>
                  <a:cubicBezTo>
                    <a:pt x="29128" y="15516"/>
                    <a:pt x="28599" y="21479"/>
                    <a:pt x="24238" y="23981"/>
                  </a:cubicBezTo>
                  <a:cubicBezTo>
                    <a:pt x="23512" y="24388"/>
                    <a:pt x="22653" y="24609"/>
                    <a:pt x="21809" y="24609"/>
                  </a:cubicBezTo>
                  <a:cubicBezTo>
                    <a:pt x="20308" y="24609"/>
                    <a:pt x="18857" y="23909"/>
                    <a:pt x="18289" y="22308"/>
                  </a:cubicBezTo>
                  <a:cubicBezTo>
                    <a:pt x="18047" y="21535"/>
                    <a:pt x="18158" y="18712"/>
                    <a:pt x="18992" y="18712"/>
                  </a:cubicBezTo>
                  <a:cubicBezTo>
                    <a:pt x="19192" y="18712"/>
                    <a:pt x="19432" y="18873"/>
                    <a:pt x="19719" y="19262"/>
                  </a:cubicBezTo>
                  <a:cubicBezTo>
                    <a:pt x="20309" y="20046"/>
                    <a:pt x="21241" y="20401"/>
                    <a:pt x="22174" y="20401"/>
                  </a:cubicBezTo>
                  <a:cubicBezTo>
                    <a:pt x="23029" y="20401"/>
                    <a:pt x="23886" y="20103"/>
                    <a:pt x="24481" y="19563"/>
                  </a:cubicBezTo>
                  <a:cubicBezTo>
                    <a:pt x="25968" y="18261"/>
                    <a:pt x="25911" y="16288"/>
                    <a:pt x="24781" y="14801"/>
                  </a:cubicBezTo>
                  <a:cubicBezTo>
                    <a:pt x="23368" y="12874"/>
                    <a:pt x="21277" y="11973"/>
                    <a:pt x="19170" y="11973"/>
                  </a:cubicBezTo>
                  <a:cubicBezTo>
                    <a:pt x="16650" y="11973"/>
                    <a:pt x="14109" y="13263"/>
                    <a:pt x="12684" y="15630"/>
                  </a:cubicBezTo>
                  <a:cubicBezTo>
                    <a:pt x="10239" y="19691"/>
                    <a:pt x="11140" y="25411"/>
                    <a:pt x="14529" y="28557"/>
                  </a:cubicBezTo>
                  <a:cubicBezTo>
                    <a:pt x="16574" y="30436"/>
                    <a:pt x="19212" y="31352"/>
                    <a:pt x="21858" y="31352"/>
                  </a:cubicBezTo>
                  <a:cubicBezTo>
                    <a:pt x="24004" y="31352"/>
                    <a:pt x="26154" y="30750"/>
                    <a:pt x="27998" y="29572"/>
                  </a:cubicBezTo>
                  <a:cubicBezTo>
                    <a:pt x="32045" y="26955"/>
                    <a:pt x="34490" y="22608"/>
                    <a:pt x="34905" y="17832"/>
                  </a:cubicBezTo>
                  <a:cubicBezTo>
                    <a:pt x="35677" y="8667"/>
                    <a:pt x="28828" y="502"/>
                    <a:pt x="19590" y="30"/>
                  </a:cubicBezTo>
                  <a:cubicBezTo>
                    <a:pt x="19244" y="10"/>
                    <a:pt x="18902" y="1"/>
                    <a:pt x="185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7"/>
            <p:cNvSpPr/>
            <p:nvPr/>
          </p:nvSpPr>
          <p:spPr>
            <a:xfrm rot="574843">
              <a:off x="8360529" y="2963728"/>
              <a:ext cx="1507629" cy="1219235"/>
            </a:xfrm>
            <a:custGeom>
              <a:avLst/>
              <a:gdLst/>
              <a:ahLst/>
              <a:cxnLst/>
              <a:rect l="l" t="t" r="r" b="b"/>
              <a:pathLst>
                <a:path w="48278" h="39046" extrusionOk="0">
                  <a:moveTo>
                    <a:pt x="23318" y="1"/>
                  </a:moveTo>
                  <a:cubicBezTo>
                    <a:pt x="21882" y="1"/>
                    <a:pt x="20421" y="953"/>
                    <a:pt x="20076" y="2438"/>
                  </a:cubicBezTo>
                  <a:cubicBezTo>
                    <a:pt x="19004" y="7329"/>
                    <a:pt x="18346" y="12333"/>
                    <a:pt x="17574" y="17209"/>
                  </a:cubicBezTo>
                  <a:cubicBezTo>
                    <a:pt x="17216" y="19540"/>
                    <a:pt x="16859" y="21799"/>
                    <a:pt x="16559" y="24073"/>
                  </a:cubicBezTo>
                  <a:cubicBezTo>
                    <a:pt x="16201" y="22814"/>
                    <a:pt x="15787" y="21570"/>
                    <a:pt x="15429" y="20312"/>
                  </a:cubicBezTo>
                  <a:cubicBezTo>
                    <a:pt x="14228" y="16208"/>
                    <a:pt x="13456" y="11976"/>
                    <a:pt x="12212" y="7915"/>
                  </a:cubicBezTo>
                  <a:cubicBezTo>
                    <a:pt x="11720" y="6518"/>
                    <a:pt x="10456" y="5507"/>
                    <a:pt x="9034" y="5507"/>
                  </a:cubicBezTo>
                  <a:cubicBezTo>
                    <a:pt x="8884" y="5507"/>
                    <a:pt x="8732" y="5518"/>
                    <a:pt x="8580" y="5541"/>
                  </a:cubicBezTo>
                  <a:cubicBezTo>
                    <a:pt x="7078" y="5770"/>
                    <a:pt x="5477" y="7143"/>
                    <a:pt x="5720" y="8816"/>
                  </a:cubicBezTo>
                  <a:cubicBezTo>
                    <a:pt x="6249" y="13277"/>
                    <a:pt x="7679" y="17752"/>
                    <a:pt x="9166" y="21985"/>
                  </a:cubicBezTo>
                  <a:cubicBezTo>
                    <a:pt x="9938" y="24001"/>
                    <a:pt x="10653" y="26032"/>
                    <a:pt x="11554" y="28062"/>
                  </a:cubicBezTo>
                  <a:cubicBezTo>
                    <a:pt x="11668" y="28291"/>
                    <a:pt x="11726" y="28534"/>
                    <a:pt x="11854" y="28777"/>
                  </a:cubicBezTo>
                  <a:cubicBezTo>
                    <a:pt x="11082" y="28119"/>
                    <a:pt x="10367" y="27404"/>
                    <a:pt x="9709" y="26575"/>
                  </a:cubicBezTo>
                  <a:cubicBezTo>
                    <a:pt x="7322" y="23472"/>
                    <a:pt x="6078" y="19711"/>
                    <a:pt x="3447" y="16794"/>
                  </a:cubicBezTo>
                  <a:cubicBezTo>
                    <a:pt x="3114" y="16408"/>
                    <a:pt x="2717" y="16245"/>
                    <a:pt x="2326" y="16245"/>
                  </a:cubicBezTo>
                  <a:cubicBezTo>
                    <a:pt x="1456" y="16245"/>
                    <a:pt x="608" y="17049"/>
                    <a:pt x="530" y="17996"/>
                  </a:cubicBezTo>
                  <a:cubicBezTo>
                    <a:pt x="0" y="22700"/>
                    <a:pt x="2260" y="27519"/>
                    <a:pt x="5119" y="31222"/>
                  </a:cubicBezTo>
                  <a:cubicBezTo>
                    <a:pt x="8337" y="35326"/>
                    <a:pt x="12984" y="37714"/>
                    <a:pt x="18103" y="38600"/>
                  </a:cubicBezTo>
                  <a:cubicBezTo>
                    <a:pt x="19905" y="38896"/>
                    <a:pt x="21783" y="39046"/>
                    <a:pt x="23693" y="39046"/>
                  </a:cubicBezTo>
                  <a:cubicBezTo>
                    <a:pt x="31829" y="39046"/>
                    <a:pt x="40520" y="36330"/>
                    <a:pt x="46172" y="30679"/>
                  </a:cubicBezTo>
                  <a:cubicBezTo>
                    <a:pt x="48278" y="28525"/>
                    <a:pt x="46308" y="24872"/>
                    <a:pt x="43783" y="24872"/>
                  </a:cubicBezTo>
                  <a:cubicBezTo>
                    <a:pt x="43240" y="24872"/>
                    <a:pt x="42671" y="25041"/>
                    <a:pt x="42111" y="25431"/>
                  </a:cubicBezTo>
                  <a:cubicBezTo>
                    <a:pt x="38722" y="27819"/>
                    <a:pt x="35619" y="29964"/>
                    <a:pt x="31573" y="31151"/>
                  </a:cubicBezTo>
                  <a:cubicBezTo>
                    <a:pt x="30314" y="31579"/>
                    <a:pt x="29013" y="31865"/>
                    <a:pt x="27698" y="32051"/>
                  </a:cubicBezTo>
                  <a:cubicBezTo>
                    <a:pt x="28884" y="30679"/>
                    <a:pt x="30085" y="29363"/>
                    <a:pt x="31272" y="27933"/>
                  </a:cubicBezTo>
                  <a:cubicBezTo>
                    <a:pt x="34318" y="24430"/>
                    <a:pt x="37235" y="20784"/>
                    <a:pt x="40095" y="17095"/>
                  </a:cubicBezTo>
                  <a:cubicBezTo>
                    <a:pt x="41167" y="15608"/>
                    <a:pt x="40266" y="13277"/>
                    <a:pt x="38836" y="12448"/>
                  </a:cubicBezTo>
                  <a:cubicBezTo>
                    <a:pt x="38295" y="12130"/>
                    <a:pt x="37748" y="11987"/>
                    <a:pt x="37219" y="11987"/>
                  </a:cubicBezTo>
                  <a:cubicBezTo>
                    <a:pt x="36057" y="11987"/>
                    <a:pt x="34983" y="12674"/>
                    <a:pt x="34246" y="13706"/>
                  </a:cubicBezTo>
                  <a:cubicBezTo>
                    <a:pt x="31630" y="17152"/>
                    <a:pt x="29013" y="20612"/>
                    <a:pt x="26268" y="23944"/>
                  </a:cubicBezTo>
                  <a:cubicBezTo>
                    <a:pt x="24952" y="25617"/>
                    <a:pt x="23594" y="27290"/>
                    <a:pt x="22278" y="28948"/>
                  </a:cubicBezTo>
                  <a:lnTo>
                    <a:pt x="22164" y="29077"/>
                  </a:lnTo>
                  <a:cubicBezTo>
                    <a:pt x="22335" y="28005"/>
                    <a:pt x="22521" y="26861"/>
                    <a:pt x="22693" y="25788"/>
                  </a:cubicBezTo>
                  <a:cubicBezTo>
                    <a:pt x="23108" y="23415"/>
                    <a:pt x="23522" y="21027"/>
                    <a:pt x="23951" y="18639"/>
                  </a:cubicBezTo>
                  <a:cubicBezTo>
                    <a:pt x="24781" y="13820"/>
                    <a:pt x="25796" y="9059"/>
                    <a:pt x="26511" y="4226"/>
                  </a:cubicBezTo>
                  <a:cubicBezTo>
                    <a:pt x="26811" y="2438"/>
                    <a:pt x="26096" y="651"/>
                    <a:pt x="24180" y="122"/>
                  </a:cubicBezTo>
                  <a:cubicBezTo>
                    <a:pt x="23900" y="40"/>
                    <a:pt x="23609" y="1"/>
                    <a:pt x="233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8" name="Google Shape;98;p7"/>
            <p:cNvGrpSpPr/>
            <p:nvPr/>
          </p:nvGrpSpPr>
          <p:grpSpPr>
            <a:xfrm rot="2700000">
              <a:off x="7531481" y="4985337"/>
              <a:ext cx="954291" cy="775681"/>
              <a:chOff x="2794650" y="3098825"/>
              <a:chExt cx="1072450" cy="871725"/>
            </a:xfrm>
          </p:grpSpPr>
          <p:sp>
            <p:nvSpPr>
              <p:cNvPr id="99" name="Google Shape;99;p7"/>
              <p:cNvSpPr/>
              <p:nvPr/>
            </p:nvSpPr>
            <p:spPr>
              <a:xfrm>
                <a:off x="2899525" y="3098825"/>
                <a:ext cx="967575" cy="871725"/>
              </a:xfrm>
              <a:custGeom>
                <a:avLst/>
                <a:gdLst/>
                <a:ahLst/>
                <a:cxnLst/>
                <a:rect l="l" t="t" r="r" b="b"/>
                <a:pathLst>
                  <a:path w="38703" h="34869" extrusionOk="0">
                    <a:moveTo>
                      <a:pt x="2034" y="0"/>
                    </a:moveTo>
                    <a:cubicBezTo>
                      <a:pt x="777" y="0"/>
                      <a:pt x="1" y="1239"/>
                      <a:pt x="596" y="2430"/>
                    </a:cubicBezTo>
                    <a:cubicBezTo>
                      <a:pt x="1969" y="5461"/>
                      <a:pt x="4886" y="7435"/>
                      <a:pt x="7260" y="9637"/>
                    </a:cubicBezTo>
                    <a:cubicBezTo>
                      <a:pt x="10062" y="12253"/>
                      <a:pt x="12865" y="14942"/>
                      <a:pt x="15610" y="17615"/>
                    </a:cubicBezTo>
                    <a:cubicBezTo>
                      <a:pt x="18170" y="20118"/>
                      <a:pt x="20672" y="22749"/>
                      <a:pt x="23117" y="25423"/>
                    </a:cubicBezTo>
                    <a:cubicBezTo>
                      <a:pt x="25734" y="28168"/>
                      <a:pt x="27993" y="31442"/>
                      <a:pt x="30853" y="33945"/>
                    </a:cubicBezTo>
                    <a:cubicBezTo>
                      <a:pt x="31616" y="34588"/>
                      <a:pt x="32516" y="34869"/>
                      <a:pt x="33402" y="34869"/>
                    </a:cubicBezTo>
                    <a:cubicBezTo>
                      <a:pt x="36118" y="34869"/>
                      <a:pt x="38703" y="32234"/>
                      <a:pt x="36816" y="29355"/>
                    </a:cubicBezTo>
                    <a:cubicBezTo>
                      <a:pt x="32712" y="23035"/>
                      <a:pt x="26091" y="17673"/>
                      <a:pt x="20486" y="12740"/>
                    </a:cubicBezTo>
                    <a:cubicBezTo>
                      <a:pt x="17755" y="10294"/>
                      <a:pt x="14953" y="7964"/>
                      <a:pt x="11978" y="5762"/>
                    </a:cubicBezTo>
                    <a:cubicBezTo>
                      <a:pt x="9119" y="3560"/>
                      <a:pt x="6073" y="643"/>
                      <a:pt x="2441" y="42"/>
                    </a:cubicBezTo>
                    <a:cubicBezTo>
                      <a:pt x="2301" y="14"/>
                      <a:pt x="2165" y="0"/>
                      <a:pt x="20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7"/>
              <p:cNvSpPr/>
              <p:nvPr/>
            </p:nvSpPr>
            <p:spPr>
              <a:xfrm>
                <a:off x="2794650" y="3437950"/>
                <a:ext cx="618125" cy="342450"/>
              </a:xfrm>
              <a:custGeom>
                <a:avLst/>
                <a:gdLst/>
                <a:ahLst/>
                <a:cxnLst/>
                <a:rect l="l" t="t" r="r" b="b"/>
                <a:pathLst>
                  <a:path w="24725" h="13698" extrusionOk="0">
                    <a:moveTo>
                      <a:pt x="19194" y="0"/>
                    </a:moveTo>
                    <a:cubicBezTo>
                      <a:pt x="18979" y="0"/>
                      <a:pt x="18763" y="20"/>
                      <a:pt x="18547" y="61"/>
                    </a:cubicBezTo>
                    <a:cubicBezTo>
                      <a:pt x="15516" y="604"/>
                      <a:pt x="13071" y="2263"/>
                      <a:pt x="10382" y="3750"/>
                    </a:cubicBezTo>
                    <a:cubicBezTo>
                      <a:pt x="7651" y="5309"/>
                      <a:pt x="4734" y="6739"/>
                      <a:pt x="2160" y="8583"/>
                    </a:cubicBezTo>
                    <a:cubicBezTo>
                      <a:pt x="1" y="10158"/>
                      <a:pt x="883" y="13697"/>
                      <a:pt x="3484" y="13697"/>
                    </a:cubicBezTo>
                    <a:cubicBezTo>
                      <a:pt x="3741" y="13697"/>
                      <a:pt x="4016" y="13663"/>
                      <a:pt x="4305" y="13588"/>
                    </a:cubicBezTo>
                    <a:cubicBezTo>
                      <a:pt x="7594" y="12758"/>
                      <a:pt x="10683" y="11329"/>
                      <a:pt x="13843" y="10127"/>
                    </a:cubicBezTo>
                    <a:cubicBezTo>
                      <a:pt x="16817" y="8941"/>
                      <a:pt x="19505" y="7983"/>
                      <a:pt x="22007" y="5895"/>
                    </a:cubicBezTo>
                    <a:cubicBezTo>
                      <a:pt x="24725" y="3630"/>
                      <a:pt x="22118" y="0"/>
                      <a:pt x="191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Albert Sans"/>
              <a:buNone/>
              <a:defRPr sz="4800"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Albert Sans"/>
              <a:buNone/>
              <a:defRPr sz="4800"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Albert Sans"/>
              <a:buNone/>
              <a:defRPr sz="4800"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Albert Sans"/>
              <a:buNone/>
              <a:defRPr sz="4800"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Albert Sans"/>
              <a:buNone/>
              <a:defRPr sz="4800"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Albert Sans"/>
              <a:buNone/>
              <a:defRPr sz="4800"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Albert Sans"/>
              <a:buNone/>
              <a:defRPr sz="4800"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Albert Sans"/>
              <a:buNone/>
              <a:defRPr sz="48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105" name="Google Shape;10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3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"/>
          <p:cNvSpPr txBox="1">
            <a:spLocks noGrp="1"/>
          </p:cNvSpPr>
          <p:nvPr>
            <p:ph type="subTitle" idx="1"/>
          </p:nvPr>
        </p:nvSpPr>
        <p:spPr>
          <a:xfrm>
            <a:off x="4280618" y="3064825"/>
            <a:ext cx="2834700" cy="4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title"/>
          </p:nvPr>
        </p:nvSpPr>
        <p:spPr>
          <a:xfrm>
            <a:off x="948600" y="365760"/>
            <a:ext cx="748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title" idx="2" hasCustomPrompt="1"/>
          </p:nvPr>
        </p:nvSpPr>
        <p:spPr>
          <a:xfrm>
            <a:off x="1972932" y="1494100"/>
            <a:ext cx="7314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0" name="Google Shape;130;p13"/>
          <p:cNvSpPr txBox="1">
            <a:spLocks noGrp="1"/>
          </p:cNvSpPr>
          <p:nvPr>
            <p:ph type="title" idx="3" hasCustomPrompt="1"/>
          </p:nvPr>
        </p:nvSpPr>
        <p:spPr>
          <a:xfrm>
            <a:off x="3495132" y="3066216"/>
            <a:ext cx="7314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1" name="Google Shape;131;p13"/>
          <p:cNvSpPr txBox="1">
            <a:spLocks noGrp="1"/>
          </p:cNvSpPr>
          <p:nvPr>
            <p:ph type="title" idx="4" hasCustomPrompt="1"/>
          </p:nvPr>
        </p:nvSpPr>
        <p:spPr>
          <a:xfrm>
            <a:off x="2734932" y="2280158"/>
            <a:ext cx="7314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2" name="Google Shape;132;p13"/>
          <p:cNvSpPr txBox="1">
            <a:spLocks noGrp="1"/>
          </p:cNvSpPr>
          <p:nvPr>
            <p:ph type="title" idx="5" hasCustomPrompt="1"/>
          </p:nvPr>
        </p:nvSpPr>
        <p:spPr>
          <a:xfrm>
            <a:off x="4258932" y="3852275"/>
            <a:ext cx="7314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3" name="Google Shape;133;p13"/>
          <p:cNvSpPr txBox="1">
            <a:spLocks noGrp="1"/>
          </p:cNvSpPr>
          <p:nvPr>
            <p:ph type="subTitle" idx="6"/>
          </p:nvPr>
        </p:nvSpPr>
        <p:spPr>
          <a:xfrm>
            <a:off x="2756618" y="1490175"/>
            <a:ext cx="2834700" cy="4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subTitle" idx="7"/>
          </p:nvPr>
        </p:nvSpPr>
        <p:spPr>
          <a:xfrm>
            <a:off x="3518618" y="2277500"/>
            <a:ext cx="2834700" cy="4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8"/>
          </p:nvPr>
        </p:nvSpPr>
        <p:spPr>
          <a:xfrm>
            <a:off x="5042618" y="3852150"/>
            <a:ext cx="2835000" cy="4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36" name="Google Shape;136;p13"/>
          <p:cNvGrpSpPr/>
          <p:nvPr/>
        </p:nvGrpSpPr>
        <p:grpSpPr>
          <a:xfrm>
            <a:off x="6072433" y="-547482"/>
            <a:ext cx="3998631" cy="3773692"/>
            <a:chOff x="6072433" y="-547482"/>
            <a:chExt cx="3998631" cy="3773692"/>
          </a:xfrm>
        </p:grpSpPr>
        <p:sp>
          <p:nvSpPr>
            <p:cNvPr id="137" name="Google Shape;137;p13"/>
            <p:cNvSpPr/>
            <p:nvPr/>
          </p:nvSpPr>
          <p:spPr>
            <a:xfrm rot="-3418479">
              <a:off x="6632200" y="-648480"/>
              <a:ext cx="685656" cy="1707316"/>
            </a:xfrm>
            <a:custGeom>
              <a:avLst/>
              <a:gdLst/>
              <a:ahLst/>
              <a:cxnLst/>
              <a:rect l="l" t="t" r="r" b="b"/>
              <a:pathLst>
                <a:path w="18776" h="46762" extrusionOk="0">
                  <a:moveTo>
                    <a:pt x="6789" y="1"/>
                  </a:moveTo>
                  <a:cubicBezTo>
                    <a:pt x="3426" y="1"/>
                    <a:pt x="2347" y="5490"/>
                    <a:pt x="6078" y="6724"/>
                  </a:cubicBezTo>
                  <a:cubicBezTo>
                    <a:pt x="7565" y="7211"/>
                    <a:pt x="7150" y="8640"/>
                    <a:pt x="6135" y="9355"/>
                  </a:cubicBezTo>
                  <a:cubicBezTo>
                    <a:pt x="4176" y="10657"/>
                    <a:pt x="2260" y="11500"/>
                    <a:pt x="1259" y="13702"/>
                  </a:cubicBezTo>
                  <a:cubicBezTo>
                    <a:pt x="1" y="16319"/>
                    <a:pt x="716" y="19422"/>
                    <a:pt x="2389" y="21681"/>
                  </a:cubicBezTo>
                  <a:cubicBezTo>
                    <a:pt x="4047" y="23826"/>
                    <a:pt x="6435" y="24841"/>
                    <a:pt x="8408" y="26629"/>
                  </a:cubicBezTo>
                  <a:cubicBezTo>
                    <a:pt x="9896" y="28058"/>
                    <a:pt x="9409" y="28959"/>
                    <a:pt x="8337" y="30561"/>
                  </a:cubicBezTo>
                  <a:cubicBezTo>
                    <a:pt x="7036" y="32648"/>
                    <a:pt x="5720" y="34793"/>
                    <a:pt x="5720" y="37353"/>
                  </a:cubicBezTo>
                  <a:cubicBezTo>
                    <a:pt x="5771" y="41864"/>
                    <a:pt x="10603" y="46761"/>
                    <a:pt x="15328" y="46761"/>
                  </a:cubicBezTo>
                  <a:cubicBezTo>
                    <a:pt x="15905" y="46761"/>
                    <a:pt x="16480" y="46688"/>
                    <a:pt x="17045" y="46533"/>
                  </a:cubicBezTo>
                  <a:cubicBezTo>
                    <a:pt x="18232" y="46175"/>
                    <a:pt x="18775" y="44802"/>
                    <a:pt x="18175" y="43673"/>
                  </a:cubicBezTo>
                  <a:cubicBezTo>
                    <a:pt x="16916" y="41399"/>
                    <a:pt x="13885" y="40813"/>
                    <a:pt x="12698" y="38425"/>
                  </a:cubicBezTo>
                  <a:cubicBezTo>
                    <a:pt x="11854" y="36695"/>
                    <a:pt x="13227" y="35322"/>
                    <a:pt x="14185" y="33964"/>
                  </a:cubicBezTo>
                  <a:cubicBezTo>
                    <a:pt x="15615" y="31748"/>
                    <a:pt x="16559" y="29317"/>
                    <a:pt x="16030" y="26686"/>
                  </a:cubicBezTo>
                  <a:cubicBezTo>
                    <a:pt x="15429" y="24012"/>
                    <a:pt x="13470" y="21981"/>
                    <a:pt x="11325" y="20437"/>
                  </a:cubicBezTo>
                  <a:cubicBezTo>
                    <a:pt x="10425" y="19779"/>
                    <a:pt x="6850" y="17749"/>
                    <a:pt x="7265" y="16619"/>
                  </a:cubicBezTo>
                  <a:cubicBezTo>
                    <a:pt x="7450" y="16090"/>
                    <a:pt x="8580" y="15733"/>
                    <a:pt x="9052" y="15432"/>
                  </a:cubicBezTo>
                  <a:cubicBezTo>
                    <a:pt x="10196" y="14775"/>
                    <a:pt x="11197" y="14060"/>
                    <a:pt x="12040" y="13045"/>
                  </a:cubicBezTo>
                  <a:cubicBezTo>
                    <a:pt x="15729" y="8397"/>
                    <a:pt x="13284" y="1963"/>
                    <a:pt x="7865" y="176"/>
                  </a:cubicBezTo>
                  <a:cubicBezTo>
                    <a:pt x="7485" y="56"/>
                    <a:pt x="7126" y="1"/>
                    <a:pt x="67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3"/>
            <p:cNvSpPr/>
            <p:nvPr/>
          </p:nvSpPr>
          <p:spPr>
            <a:xfrm rot="-1872728" flipH="1">
              <a:off x="8009406" y="568450"/>
              <a:ext cx="1814475" cy="1460807"/>
            </a:xfrm>
            <a:custGeom>
              <a:avLst/>
              <a:gdLst/>
              <a:ahLst/>
              <a:cxnLst/>
              <a:rect l="l" t="t" r="r" b="b"/>
              <a:pathLst>
                <a:path w="62612" h="50408" extrusionOk="0">
                  <a:moveTo>
                    <a:pt x="31782" y="6106"/>
                  </a:moveTo>
                  <a:cubicBezTo>
                    <a:pt x="34043" y="6106"/>
                    <a:pt x="35239" y="9407"/>
                    <a:pt x="35329" y="11838"/>
                  </a:cubicBezTo>
                  <a:cubicBezTo>
                    <a:pt x="35572" y="17858"/>
                    <a:pt x="33542" y="23821"/>
                    <a:pt x="30324" y="28940"/>
                  </a:cubicBezTo>
                  <a:cubicBezTo>
                    <a:pt x="27293" y="25608"/>
                    <a:pt x="25792" y="20418"/>
                    <a:pt x="25792" y="16185"/>
                  </a:cubicBezTo>
                  <a:cubicBezTo>
                    <a:pt x="25863" y="12853"/>
                    <a:pt x="26864" y="9036"/>
                    <a:pt x="29667" y="6948"/>
                  </a:cubicBezTo>
                  <a:cubicBezTo>
                    <a:pt x="30452" y="6357"/>
                    <a:pt x="31158" y="6106"/>
                    <a:pt x="31782" y="6106"/>
                  </a:cubicBezTo>
                  <a:close/>
                  <a:moveTo>
                    <a:pt x="31814" y="1"/>
                  </a:moveTo>
                  <a:cubicBezTo>
                    <a:pt x="31045" y="1"/>
                    <a:pt x="30251" y="109"/>
                    <a:pt x="29438" y="342"/>
                  </a:cubicBezTo>
                  <a:cubicBezTo>
                    <a:pt x="24605" y="1657"/>
                    <a:pt x="21387" y="6533"/>
                    <a:pt x="20258" y="11123"/>
                  </a:cubicBezTo>
                  <a:cubicBezTo>
                    <a:pt x="19185" y="15470"/>
                    <a:pt x="19486" y="20603"/>
                    <a:pt x="21030" y="25251"/>
                  </a:cubicBezTo>
                  <a:cubicBezTo>
                    <a:pt x="21387" y="26194"/>
                    <a:pt x="21688" y="27210"/>
                    <a:pt x="22102" y="28168"/>
                  </a:cubicBezTo>
                  <a:cubicBezTo>
                    <a:pt x="23060" y="30613"/>
                    <a:pt x="24190" y="32929"/>
                    <a:pt x="25734" y="34831"/>
                  </a:cubicBezTo>
                  <a:cubicBezTo>
                    <a:pt x="25563" y="35017"/>
                    <a:pt x="25377" y="35260"/>
                    <a:pt x="25148" y="35431"/>
                  </a:cubicBezTo>
                  <a:cubicBezTo>
                    <a:pt x="19243" y="40550"/>
                    <a:pt x="11679" y="43596"/>
                    <a:pt x="3928" y="44254"/>
                  </a:cubicBezTo>
                  <a:cubicBezTo>
                    <a:pt x="122" y="44545"/>
                    <a:pt x="0" y="50408"/>
                    <a:pt x="3562" y="50408"/>
                  </a:cubicBezTo>
                  <a:cubicBezTo>
                    <a:pt x="3680" y="50408"/>
                    <a:pt x="3802" y="50401"/>
                    <a:pt x="3928" y="50388"/>
                  </a:cubicBezTo>
                  <a:cubicBezTo>
                    <a:pt x="5187" y="50274"/>
                    <a:pt x="6488" y="50088"/>
                    <a:pt x="7746" y="49845"/>
                  </a:cubicBezTo>
                  <a:cubicBezTo>
                    <a:pt x="8516" y="49964"/>
                    <a:pt x="9287" y="50020"/>
                    <a:pt x="10058" y="50020"/>
                  </a:cubicBezTo>
                  <a:cubicBezTo>
                    <a:pt x="17823" y="50020"/>
                    <a:pt x="25520" y="44281"/>
                    <a:pt x="30567" y="38649"/>
                  </a:cubicBezTo>
                  <a:cubicBezTo>
                    <a:pt x="30982" y="38892"/>
                    <a:pt x="31454" y="39063"/>
                    <a:pt x="31940" y="39249"/>
                  </a:cubicBezTo>
                  <a:cubicBezTo>
                    <a:pt x="33550" y="39795"/>
                    <a:pt x="35215" y="40037"/>
                    <a:pt x="36889" y="40037"/>
                  </a:cubicBezTo>
                  <a:cubicBezTo>
                    <a:pt x="41223" y="40037"/>
                    <a:pt x="45619" y="38417"/>
                    <a:pt x="49270" y="36261"/>
                  </a:cubicBezTo>
                  <a:cubicBezTo>
                    <a:pt x="54389" y="33229"/>
                    <a:pt x="58679" y="28883"/>
                    <a:pt x="61725" y="23749"/>
                  </a:cubicBezTo>
                  <a:cubicBezTo>
                    <a:pt x="62611" y="22262"/>
                    <a:pt x="62082" y="20175"/>
                    <a:pt x="60538" y="19288"/>
                  </a:cubicBezTo>
                  <a:cubicBezTo>
                    <a:pt x="60012" y="18987"/>
                    <a:pt x="59479" y="18851"/>
                    <a:pt x="58964" y="18851"/>
                  </a:cubicBezTo>
                  <a:cubicBezTo>
                    <a:pt x="57841" y="18851"/>
                    <a:pt x="56797" y="19495"/>
                    <a:pt x="56062" y="20475"/>
                  </a:cubicBezTo>
                  <a:cubicBezTo>
                    <a:pt x="51751" y="26076"/>
                    <a:pt x="45811" y="32409"/>
                    <a:pt x="38243" y="32409"/>
                  </a:cubicBezTo>
                  <a:cubicBezTo>
                    <a:pt x="37755" y="32409"/>
                    <a:pt x="37260" y="32383"/>
                    <a:pt x="36759" y="32329"/>
                  </a:cubicBezTo>
                  <a:cubicBezTo>
                    <a:pt x="36344" y="32271"/>
                    <a:pt x="35930" y="32214"/>
                    <a:pt x="35515" y="32100"/>
                  </a:cubicBezTo>
                  <a:cubicBezTo>
                    <a:pt x="39919" y="25065"/>
                    <a:pt x="42664" y="16485"/>
                    <a:pt x="40934" y="8378"/>
                  </a:cubicBezTo>
                  <a:cubicBezTo>
                    <a:pt x="40016" y="3849"/>
                    <a:pt x="36384" y="1"/>
                    <a:pt x="318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 rot="-392">
              <a:off x="8066269" y="-454991"/>
              <a:ext cx="1599218" cy="1129592"/>
            </a:xfrm>
            <a:custGeom>
              <a:avLst/>
              <a:gdLst/>
              <a:ahLst/>
              <a:cxnLst/>
              <a:rect l="l" t="t" r="r" b="b"/>
              <a:pathLst>
                <a:path w="72982" h="51556" extrusionOk="0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0" name="Google Shape;140;p13"/>
            <p:cNvGrpSpPr/>
            <p:nvPr/>
          </p:nvGrpSpPr>
          <p:grpSpPr>
            <a:xfrm rot="-1104125">
              <a:off x="8790986" y="2183651"/>
              <a:ext cx="711756" cy="776200"/>
              <a:chOff x="7406400" y="661950"/>
              <a:chExt cx="759600" cy="828375"/>
            </a:xfrm>
          </p:grpSpPr>
          <p:sp>
            <p:nvSpPr>
              <p:cNvPr id="141" name="Google Shape;141;p13"/>
              <p:cNvSpPr/>
              <p:nvPr/>
            </p:nvSpPr>
            <p:spPr>
              <a:xfrm>
                <a:off x="7406400" y="661950"/>
                <a:ext cx="759600" cy="828375"/>
              </a:xfrm>
              <a:custGeom>
                <a:avLst/>
                <a:gdLst/>
                <a:ahLst/>
                <a:cxnLst/>
                <a:rect l="l" t="t" r="r" b="b"/>
                <a:pathLst>
                  <a:path w="30384" h="33135" extrusionOk="0">
                    <a:moveTo>
                      <a:pt x="27744" y="1"/>
                    </a:moveTo>
                    <a:cubicBezTo>
                      <a:pt x="27408" y="1"/>
                      <a:pt x="27068" y="72"/>
                      <a:pt x="26755" y="227"/>
                    </a:cubicBezTo>
                    <a:cubicBezTo>
                      <a:pt x="24081" y="1600"/>
                      <a:pt x="22351" y="4160"/>
                      <a:pt x="20378" y="6476"/>
                    </a:cubicBezTo>
                    <a:cubicBezTo>
                      <a:pt x="18233" y="8978"/>
                      <a:pt x="16031" y="11552"/>
                      <a:pt x="13829" y="14112"/>
                    </a:cubicBezTo>
                    <a:cubicBezTo>
                      <a:pt x="9425" y="19231"/>
                      <a:pt x="5250" y="24421"/>
                      <a:pt x="1146" y="29783"/>
                    </a:cubicBezTo>
                    <a:cubicBezTo>
                      <a:pt x="0" y="31234"/>
                      <a:pt x="1152" y="33135"/>
                      <a:pt x="2557" y="33135"/>
                    </a:cubicBezTo>
                    <a:cubicBezTo>
                      <a:pt x="2993" y="33135"/>
                      <a:pt x="3453" y="32951"/>
                      <a:pt x="3877" y="32514"/>
                    </a:cubicBezTo>
                    <a:cubicBezTo>
                      <a:pt x="8767" y="27510"/>
                      <a:pt x="13529" y="22448"/>
                      <a:pt x="18176" y="17200"/>
                    </a:cubicBezTo>
                    <a:cubicBezTo>
                      <a:pt x="20378" y="14698"/>
                      <a:pt x="22594" y="12196"/>
                      <a:pt x="24796" y="9693"/>
                    </a:cubicBezTo>
                    <a:cubicBezTo>
                      <a:pt x="26812" y="7377"/>
                      <a:pt x="28900" y="5532"/>
                      <a:pt x="29858" y="2615"/>
                    </a:cubicBezTo>
                    <a:cubicBezTo>
                      <a:pt x="30384" y="1130"/>
                      <a:pt x="29083" y="1"/>
                      <a:pt x="2774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13"/>
              <p:cNvSpPr/>
              <p:nvPr/>
            </p:nvSpPr>
            <p:spPr>
              <a:xfrm>
                <a:off x="7484000" y="747575"/>
                <a:ext cx="648850" cy="685075"/>
              </a:xfrm>
              <a:custGeom>
                <a:avLst/>
                <a:gdLst/>
                <a:ahLst/>
                <a:cxnLst/>
                <a:rect l="l" t="t" r="r" b="b"/>
                <a:pathLst>
                  <a:path w="25954" h="27403" extrusionOk="0">
                    <a:moveTo>
                      <a:pt x="2540" y="1"/>
                    </a:moveTo>
                    <a:cubicBezTo>
                      <a:pt x="2392" y="1"/>
                      <a:pt x="2242" y="7"/>
                      <a:pt x="2088" y="20"/>
                    </a:cubicBezTo>
                    <a:cubicBezTo>
                      <a:pt x="1016" y="134"/>
                      <a:pt x="1" y="906"/>
                      <a:pt x="58" y="2050"/>
                    </a:cubicBezTo>
                    <a:cubicBezTo>
                      <a:pt x="187" y="4667"/>
                      <a:pt x="1316" y="5625"/>
                      <a:pt x="3046" y="7469"/>
                    </a:cubicBezTo>
                    <a:cubicBezTo>
                      <a:pt x="5306" y="9914"/>
                      <a:pt x="7393" y="12474"/>
                      <a:pt x="9595" y="14919"/>
                    </a:cubicBezTo>
                    <a:cubicBezTo>
                      <a:pt x="11683" y="17178"/>
                      <a:pt x="13699" y="19380"/>
                      <a:pt x="15672" y="21711"/>
                    </a:cubicBezTo>
                    <a:cubicBezTo>
                      <a:pt x="17703" y="24142"/>
                      <a:pt x="18890" y="26115"/>
                      <a:pt x="21864" y="27245"/>
                    </a:cubicBezTo>
                    <a:cubicBezTo>
                      <a:pt x="22134" y="27353"/>
                      <a:pt x="22416" y="27402"/>
                      <a:pt x="22701" y="27402"/>
                    </a:cubicBezTo>
                    <a:cubicBezTo>
                      <a:pt x="24298" y="27402"/>
                      <a:pt x="25954" y="25836"/>
                      <a:pt x="25796" y="24271"/>
                    </a:cubicBezTo>
                    <a:cubicBezTo>
                      <a:pt x="25324" y="18723"/>
                      <a:pt x="19547" y="13604"/>
                      <a:pt x="15844" y="9729"/>
                    </a:cubicBezTo>
                    <a:cubicBezTo>
                      <a:pt x="13771" y="7527"/>
                      <a:pt x="11440" y="5553"/>
                      <a:pt x="9052" y="3652"/>
                    </a:cubicBezTo>
                    <a:cubicBezTo>
                      <a:pt x="7020" y="2012"/>
                      <a:pt x="5206" y="1"/>
                      <a:pt x="25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3" name="Google Shape;143;p13"/>
            <p:cNvSpPr/>
            <p:nvPr/>
          </p:nvSpPr>
          <p:spPr>
            <a:xfrm rot="7660097">
              <a:off x="8434889" y="1874303"/>
              <a:ext cx="1290635" cy="1044136"/>
            </a:xfrm>
            <a:custGeom>
              <a:avLst/>
              <a:gdLst/>
              <a:ahLst/>
              <a:cxnLst/>
              <a:rect l="l" t="t" r="r" b="b"/>
              <a:pathLst>
                <a:path w="46772" h="37839" extrusionOk="0">
                  <a:moveTo>
                    <a:pt x="3884" y="1"/>
                  </a:moveTo>
                  <a:cubicBezTo>
                    <a:pt x="3391" y="1"/>
                    <a:pt x="2900" y="187"/>
                    <a:pt x="2560" y="576"/>
                  </a:cubicBezTo>
                  <a:cubicBezTo>
                    <a:pt x="358" y="2950"/>
                    <a:pt x="187" y="6768"/>
                    <a:pt x="130" y="9928"/>
                  </a:cubicBezTo>
                  <a:cubicBezTo>
                    <a:pt x="1" y="13259"/>
                    <a:pt x="416" y="16662"/>
                    <a:pt x="1374" y="19880"/>
                  </a:cubicBezTo>
                  <a:cubicBezTo>
                    <a:pt x="2918" y="25356"/>
                    <a:pt x="6078" y="30304"/>
                    <a:pt x="10725" y="33635"/>
                  </a:cubicBezTo>
                  <a:cubicBezTo>
                    <a:pt x="14733" y="36559"/>
                    <a:pt x="19409" y="37838"/>
                    <a:pt x="24159" y="37838"/>
                  </a:cubicBezTo>
                  <a:cubicBezTo>
                    <a:pt x="31694" y="37838"/>
                    <a:pt x="39411" y="34619"/>
                    <a:pt x="44928" y="29646"/>
                  </a:cubicBezTo>
                  <a:cubicBezTo>
                    <a:pt x="46771" y="27994"/>
                    <a:pt x="45108" y="25391"/>
                    <a:pt x="43084" y="25391"/>
                  </a:cubicBezTo>
                  <a:cubicBezTo>
                    <a:pt x="42689" y="25391"/>
                    <a:pt x="42281" y="25490"/>
                    <a:pt x="41882" y="25714"/>
                  </a:cubicBezTo>
                  <a:cubicBezTo>
                    <a:pt x="37421" y="28216"/>
                    <a:pt x="33017" y="30718"/>
                    <a:pt x="27827" y="31190"/>
                  </a:cubicBezTo>
                  <a:cubicBezTo>
                    <a:pt x="27049" y="31258"/>
                    <a:pt x="26262" y="31294"/>
                    <a:pt x="25472" y="31294"/>
                  </a:cubicBezTo>
                  <a:cubicBezTo>
                    <a:pt x="21424" y="31294"/>
                    <a:pt x="17311" y="30347"/>
                    <a:pt x="14128" y="27858"/>
                  </a:cubicBezTo>
                  <a:cubicBezTo>
                    <a:pt x="10668" y="25170"/>
                    <a:pt x="8523" y="21124"/>
                    <a:pt x="7451" y="17020"/>
                  </a:cubicBezTo>
                  <a:cubicBezTo>
                    <a:pt x="6793" y="14446"/>
                    <a:pt x="6564" y="11829"/>
                    <a:pt x="6435" y="9213"/>
                  </a:cubicBezTo>
                  <a:cubicBezTo>
                    <a:pt x="6321" y="6410"/>
                    <a:pt x="6736" y="3493"/>
                    <a:pt x="5492" y="934"/>
                  </a:cubicBezTo>
                  <a:cubicBezTo>
                    <a:pt x="5183" y="324"/>
                    <a:pt x="4532" y="1"/>
                    <a:pt x="38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3"/>
            <p:cNvSpPr/>
            <p:nvPr/>
          </p:nvSpPr>
          <p:spPr>
            <a:xfrm rot="-5177878">
              <a:off x="7285456" y="-442728"/>
              <a:ext cx="653736" cy="670994"/>
            </a:xfrm>
            <a:custGeom>
              <a:avLst/>
              <a:gdLst/>
              <a:ahLst/>
              <a:cxnLst/>
              <a:rect l="l" t="t" r="r" b="b"/>
              <a:pathLst>
                <a:path w="8523" h="8748" extrusionOk="0">
                  <a:moveTo>
                    <a:pt x="6861" y="0"/>
                  </a:moveTo>
                  <a:cubicBezTo>
                    <a:pt x="6190" y="0"/>
                    <a:pt x="5461" y="510"/>
                    <a:pt x="5363" y="1298"/>
                  </a:cubicBezTo>
                  <a:cubicBezTo>
                    <a:pt x="5306" y="2256"/>
                    <a:pt x="5420" y="3328"/>
                    <a:pt x="5477" y="4343"/>
                  </a:cubicBezTo>
                  <a:cubicBezTo>
                    <a:pt x="5477" y="4815"/>
                    <a:pt x="5534" y="5344"/>
                    <a:pt x="5534" y="5830"/>
                  </a:cubicBezTo>
                  <a:lnTo>
                    <a:pt x="3876" y="5830"/>
                  </a:lnTo>
                  <a:cubicBezTo>
                    <a:pt x="3262" y="5830"/>
                    <a:pt x="2627" y="5762"/>
                    <a:pt x="1997" y="5762"/>
                  </a:cubicBezTo>
                  <a:cubicBezTo>
                    <a:pt x="1584" y="5762"/>
                    <a:pt x="1174" y="5791"/>
                    <a:pt x="773" y="5888"/>
                  </a:cubicBezTo>
                  <a:cubicBezTo>
                    <a:pt x="472" y="6002"/>
                    <a:pt x="115" y="6302"/>
                    <a:pt x="58" y="6602"/>
                  </a:cubicBezTo>
                  <a:lnTo>
                    <a:pt x="58" y="6846"/>
                  </a:lnTo>
                  <a:lnTo>
                    <a:pt x="58" y="6903"/>
                  </a:lnTo>
                  <a:cubicBezTo>
                    <a:pt x="1" y="7203"/>
                    <a:pt x="301" y="7560"/>
                    <a:pt x="530" y="7732"/>
                  </a:cubicBezTo>
                  <a:cubicBezTo>
                    <a:pt x="1488" y="8275"/>
                    <a:pt x="2617" y="8390"/>
                    <a:pt x="3690" y="8561"/>
                  </a:cubicBezTo>
                  <a:cubicBezTo>
                    <a:pt x="4819" y="8747"/>
                    <a:pt x="5963" y="8747"/>
                    <a:pt x="7093" y="8747"/>
                  </a:cubicBezTo>
                  <a:cubicBezTo>
                    <a:pt x="7808" y="8747"/>
                    <a:pt x="8523" y="8090"/>
                    <a:pt x="8466" y="7317"/>
                  </a:cubicBezTo>
                  <a:cubicBezTo>
                    <a:pt x="8394" y="6245"/>
                    <a:pt x="8337" y="5173"/>
                    <a:pt x="8280" y="4157"/>
                  </a:cubicBezTo>
                  <a:cubicBezTo>
                    <a:pt x="8165" y="3085"/>
                    <a:pt x="8165" y="1955"/>
                    <a:pt x="7979" y="940"/>
                  </a:cubicBezTo>
                  <a:cubicBezTo>
                    <a:pt x="7827" y="282"/>
                    <a:pt x="7360" y="0"/>
                    <a:pt x="68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" name="Google Shape;145;p13"/>
          <p:cNvGrpSpPr/>
          <p:nvPr/>
        </p:nvGrpSpPr>
        <p:grpSpPr>
          <a:xfrm>
            <a:off x="-425926" y="2924561"/>
            <a:ext cx="3130254" cy="2442748"/>
            <a:chOff x="-425926" y="2924561"/>
            <a:chExt cx="3130254" cy="2442748"/>
          </a:xfrm>
        </p:grpSpPr>
        <p:sp>
          <p:nvSpPr>
            <p:cNvPr id="146" name="Google Shape;146;p13"/>
            <p:cNvSpPr/>
            <p:nvPr/>
          </p:nvSpPr>
          <p:spPr>
            <a:xfrm rot="-4771677">
              <a:off x="737595" y="4628559"/>
              <a:ext cx="606074" cy="745941"/>
            </a:xfrm>
            <a:custGeom>
              <a:avLst/>
              <a:gdLst/>
              <a:ahLst/>
              <a:cxnLst/>
              <a:rect l="l" t="t" r="r" b="b"/>
              <a:pathLst>
                <a:path w="12003" h="14773" extrusionOk="0">
                  <a:moveTo>
                    <a:pt x="2808" y="1"/>
                  </a:moveTo>
                  <a:cubicBezTo>
                    <a:pt x="2045" y="1"/>
                    <a:pt x="1284" y="485"/>
                    <a:pt x="1016" y="1297"/>
                  </a:cubicBezTo>
                  <a:cubicBezTo>
                    <a:pt x="1" y="4271"/>
                    <a:pt x="358" y="7617"/>
                    <a:pt x="2146" y="10234"/>
                  </a:cubicBezTo>
                  <a:cubicBezTo>
                    <a:pt x="3089" y="11907"/>
                    <a:pt x="4519" y="13265"/>
                    <a:pt x="6435" y="14051"/>
                  </a:cubicBezTo>
                  <a:cubicBezTo>
                    <a:pt x="7451" y="14466"/>
                    <a:pt x="8523" y="14695"/>
                    <a:pt x="9524" y="14766"/>
                  </a:cubicBezTo>
                  <a:cubicBezTo>
                    <a:pt x="9575" y="14770"/>
                    <a:pt x="9625" y="14772"/>
                    <a:pt x="9674" y="14772"/>
                  </a:cubicBezTo>
                  <a:cubicBezTo>
                    <a:pt x="11091" y="14772"/>
                    <a:pt x="12002" y="13221"/>
                    <a:pt x="11311" y="11964"/>
                  </a:cubicBezTo>
                  <a:lnTo>
                    <a:pt x="11254" y="11964"/>
                  </a:lnTo>
                  <a:cubicBezTo>
                    <a:pt x="10954" y="11420"/>
                    <a:pt x="10425" y="11063"/>
                    <a:pt x="9824" y="11006"/>
                  </a:cubicBezTo>
                  <a:cubicBezTo>
                    <a:pt x="9653" y="11006"/>
                    <a:pt x="9524" y="11006"/>
                    <a:pt x="9410" y="10949"/>
                  </a:cubicBezTo>
                  <a:lnTo>
                    <a:pt x="9167" y="10949"/>
                  </a:lnTo>
                  <a:cubicBezTo>
                    <a:pt x="7737" y="10534"/>
                    <a:pt x="6493" y="9819"/>
                    <a:pt x="5592" y="8747"/>
                  </a:cubicBezTo>
                  <a:cubicBezTo>
                    <a:pt x="5477" y="8689"/>
                    <a:pt x="5420" y="8561"/>
                    <a:pt x="5363" y="8446"/>
                  </a:cubicBezTo>
                  <a:cubicBezTo>
                    <a:pt x="5234" y="8260"/>
                    <a:pt x="5120" y="8032"/>
                    <a:pt x="5063" y="7789"/>
                  </a:cubicBezTo>
                  <a:cubicBezTo>
                    <a:pt x="4405" y="6058"/>
                    <a:pt x="4462" y="4271"/>
                    <a:pt x="4877" y="2484"/>
                  </a:cubicBezTo>
                  <a:cubicBezTo>
                    <a:pt x="5006" y="1769"/>
                    <a:pt x="4762" y="1111"/>
                    <a:pt x="4233" y="639"/>
                  </a:cubicBezTo>
                  <a:cubicBezTo>
                    <a:pt x="4162" y="582"/>
                    <a:pt x="4105" y="525"/>
                    <a:pt x="3990" y="467"/>
                  </a:cubicBezTo>
                  <a:cubicBezTo>
                    <a:pt x="3650" y="148"/>
                    <a:pt x="3229" y="1"/>
                    <a:pt x="28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3"/>
            <p:cNvSpPr/>
            <p:nvPr/>
          </p:nvSpPr>
          <p:spPr>
            <a:xfrm rot="4442701">
              <a:off x="-341291" y="3826243"/>
              <a:ext cx="646708" cy="663781"/>
            </a:xfrm>
            <a:custGeom>
              <a:avLst/>
              <a:gdLst/>
              <a:ahLst/>
              <a:cxnLst/>
              <a:rect l="l" t="t" r="r" b="b"/>
              <a:pathLst>
                <a:path w="8523" h="8748" extrusionOk="0">
                  <a:moveTo>
                    <a:pt x="6861" y="0"/>
                  </a:moveTo>
                  <a:cubicBezTo>
                    <a:pt x="6190" y="0"/>
                    <a:pt x="5461" y="510"/>
                    <a:pt x="5363" y="1298"/>
                  </a:cubicBezTo>
                  <a:cubicBezTo>
                    <a:pt x="5306" y="2256"/>
                    <a:pt x="5420" y="3328"/>
                    <a:pt x="5477" y="4343"/>
                  </a:cubicBezTo>
                  <a:cubicBezTo>
                    <a:pt x="5477" y="4815"/>
                    <a:pt x="5534" y="5344"/>
                    <a:pt x="5534" y="5830"/>
                  </a:cubicBezTo>
                  <a:lnTo>
                    <a:pt x="3876" y="5830"/>
                  </a:lnTo>
                  <a:cubicBezTo>
                    <a:pt x="3262" y="5830"/>
                    <a:pt x="2627" y="5762"/>
                    <a:pt x="1997" y="5762"/>
                  </a:cubicBezTo>
                  <a:cubicBezTo>
                    <a:pt x="1584" y="5762"/>
                    <a:pt x="1174" y="5791"/>
                    <a:pt x="773" y="5888"/>
                  </a:cubicBezTo>
                  <a:cubicBezTo>
                    <a:pt x="472" y="6002"/>
                    <a:pt x="115" y="6302"/>
                    <a:pt x="58" y="6602"/>
                  </a:cubicBezTo>
                  <a:lnTo>
                    <a:pt x="58" y="6846"/>
                  </a:lnTo>
                  <a:lnTo>
                    <a:pt x="58" y="6903"/>
                  </a:lnTo>
                  <a:cubicBezTo>
                    <a:pt x="1" y="7203"/>
                    <a:pt x="301" y="7560"/>
                    <a:pt x="530" y="7732"/>
                  </a:cubicBezTo>
                  <a:cubicBezTo>
                    <a:pt x="1488" y="8275"/>
                    <a:pt x="2617" y="8390"/>
                    <a:pt x="3690" y="8561"/>
                  </a:cubicBezTo>
                  <a:cubicBezTo>
                    <a:pt x="4819" y="8747"/>
                    <a:pt x="5963" y="8747"/>
                    <a:pt x="7093" y="8747"/>
                  </a:cubicBezTo>
                  <a:cubicBezTo>
                    <a:pt x="7808" y="8747"/>
                    <a:pt x="8523" y="8090"/>
                    <a:pt x="8466" y="7317"/>
                  </a:cubicBezTo>
                  <a:cubicBezTo>
                    <a:pt x="8394" y="6245"/>
                    <a:pt x="8337" y="5173"/>
                    <a:pt x="8280" y="4157"/>
                  </a:cubicBezTo>
                  <a:cubicBezTo>
                    <a:pt x="8165" y="3085"/>
                    <a:pt x="8165" y="1955"/>
                    <a:pt x="7979" y="940"/>
                  </a:cubicBezTo>
                  <a:cubicBezTo>
                    <a:pt x="7827" y="282"/>
                    <a:pt x="7360" y="0"/>
                    <a:pt x="68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3"/>
            <p:cNvSpPr/>
            <p:nvPr/>
          </p:nvSpPr>
          <p:spPr>
            <a:xfrm rot="-10381501">
              <a:off x="-265569" y="2974558"/>
              <a:ext cx="855547" cy="526643"/>
            </a:xfrm>
            <a:custGeom>
              <a:avLst/>
              <a:gdLst/>
              <a:ahLst/>
              <a:cxnLst/>
              <a:rect l="l" t="t" r="r" b="b"/>
              <a:pathLst>
                <a:path w="10783" h="6638" extrusionOk="0">
                  <a:moveTo>
                    <a:pt x="4716" y="1"/>
                  </a:moveTo>
                  <a:cubicBezTo>
                    <a:pt x="4067" y="1"/>
                    <a:pt x="3427" y="476"/>
                    <a:pt x="3575" y="1454"/>
                  </a:cubicBezTo>
                  <a:cubicBezTo>
                    <a:pt x="3575" y="1625"/>
                    <a:pt x="3633" y="1811"/>
                    <a:pt x="3633" y="2054"/>
                  </a:cubicBezTo>
                  <a:cubicBezTo>
                    <a:pt x="2675" y="2226"/>
                    <a:pt x="1717" y="2412"/>
                    <a:pt x="887" y="2641"/>
                  </a:cubicBezTo>
                  <a:cubicBezTo>
                    <a:pt x="1" y="2941"/>
                    <a:pt x="172" y="4256"/>
                    <a:pt x="1073" y="4256"/>
                  </a:cubicBezTo>
                  <a:lnTo>
                    <a:pt x="3804" y="4256"/>
                  </a:lnTo>
                  <a:cubicBezTo>
                    <a:pt x="3804" y="4843"/>
                    <a:pt x="3861" y="5500"/>
                    <a:pt x="3990" y="6101"/>
                  </a:cubicBezTo>
                  <a:cubicBezTo>
                    <a:pt x="4076" y="6458"/>
                    <a:pt x="4401" y="6637"/>
                    <a:pt x="4721" y="6637"/>
                  </a:cubicBezTo>
                  <a:cubicBezTo>
                    <a:pt x="5041" y="6637"/>
                    <a:pt x="5356" y="6458"/>
                    <a:pt x="5420" y="6101"/>
                  </a:cubicBezTo>
                  <a:cubicBezTo>
                    <a:pt x="5534" y="5500"/>
                    <a:pt x="5592" y="4914"/>
                    <a:pt x="5649" y="4314"/>
                  </a:cubicBezTo>
                  <a:cubicBezTo>
                    <a:pt x="6584" y="4413"/>
                    <a:pt x="7573" y="4567"/>
                    <a:pt x="8522" y="4567"/>
                  </a:cubicBezTo>
                  <a:cubicBezTo>
                    <a:pt x="8661" y="4567"/>
                    <a:pt x="8800" y="4564"/>
                    <a:pt x="8938" y="4557"/>
                  </a:cubicBezTo>
                  <a:cubicBezTo>
                    <a:pt x="10367" y="4485"/>
                    <a:pt x="10782" y="2340"/>
                    <a:pt x="9295" y="1983"/>
                  </a:cubicBezTo>
                  <a:cubicBezTo>
                    <a:pt x="8519" y="1808"/>
                    <a:pt x="7602" y="1734"/>
                    <a:pt x="6683" y="1734"/>
                  </a:cubicBezTo>
                  <a:cubicBezTo>
                    <a:pt x="6399" y="1734"/>
                    <a:pt x="6115" y="1741"/>
                    <a:pt x="5835" y="1754"/>
                  </a:cubicBezTo>
                  <a:cubicBezTo>
                    <a:pt x="5835" y="1697"/>
                    <a:pt x="5835" y="1568"/>
                    <a:pt x="5892" y="1454"/>
                  </a:cubicBezTo>
                  <a:cubicBezTo>
                    <a:pt x="6043" y="494"/>
                    <a:pt x="5376" y="1"/>
                    <a:pt x="47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9" name="Google Shape;149;p13"/>
            <p:cNvGrpSpPr/>
            <p:nvPr/>
          </p:nvGrpSpPr>
          <p:grpSpPr>
            <a:xfrm>
              <a:off x="1631449" y="4436396"/>
              <a:ext cx="1072879" cy="872074"/>
              <a:chOff x="2794650" y="3098825"/>
              <a:chExt cx="1072450" cy="871725"/>
            </a:xfrm>
          </p:grpSpPr>
          <p:sp>
            <p:nvSpPr>
              <p:cNvPr id="150" name="Google Shape;150;p13"/>
              <p:cNvSpPr/>
              <p:nvPr/>
            </p:nvSpPr>
            <p:spPr>
              <a:xfrm>
                <a:off x="2899525" y="3098825"/>
                <a:ext cx="967575" cy="871725"/>
              </a:xfrm>
              <a:custGeom>
                <a:avLst/>
                <a:gdLst/>
                <a:ahLst/>
                <a:cxnLst/>
                <a:rect l="l" t="t" r="r" b="b"/>
                <a:pathLst>
                  <a:path w="38703" h="34869" extrusionOk="0">
                    <a:moveTo>
                      <a:pt x="2034" y="0"/>
                    </a:moveTo>
                    <a:cubicBezTo>
                      <a:pt x="777" y="0"/>
                      <a:pt x="1" y="1239"/>
                      <a:pt x="596" y="2430"/>
                    </a:cubicBezTo>
                    <a:cubicBezTo>
                      <a:pt x="1969" y="5461"/>
                      <a:pt x="4886" y="7435"/>
                      <a:pt x="7260" y="9637"/>
                    </a:cubicBezTo>
                    <a:cubicBezTo>
                      <a:pt x="10062" y="12253"/>
                      <a:pt x="12865" y="14942"/>
                      <a:pt x="15610" y="17615"/>
                    </a:cubicBezTo>
                    <a:cubicBezTo>
                      <a:pt x="18170" y="20118"/>
                      <a:pt x="20672" y="22749"/>
                      <a:pt x="23117" y="25423"/>
                    </a:cubicBezTo>
                    <a:cubicBezTo>
                      <a:pt x="25734" y="28168"/>
                      <a:pt x="27993" y="31442"/>
                      <a:pt x="30853" y="33945"/>
                    </a:cubicBezTo>
                    <a:cubicBezTo>
                      <a:pt x="31616" y="34588"/>
                      <a:pt x="32516" y="34869"/>
                      <a:pt x="33402" y="34869"/>
                    </a:cubicBezTo>
                    <a:cubicBezTo>
                      <a:pt x="36118" y="34869"/>
                      <a:pt x="38703" y="32234"/>
                      <a:pt x="36816" y="29355"/>
                    </a:cubicBezTo>
                    <a:cubicBezTo>
                      <a:pt x="32712" y="23035"/>
                      <a:pt x="26091" y="17673"/>
                      <a:pt x="20486" y="12740"/>
                    </a:cubicBezTo>
                    <a:cubicBezTo>
                      <a:pt x="17755" y="10294"/>
                      <a:pt x="14953" y="7964"/>
                      <a:pt x="11978" y="5762"/>
                    </a:cubicBezTo>
                    <a:cubicBezTo>
                      <a:pt x="9119" y="3560"/>
                      <a:pt x="6073" y="643"/>
                      <a:pt x="2441" y="42"/>
                    </a:cubicBezTo>
                    <a:cubicBezTo>
                      <a:pt x="2301" y="14"/>
                      <a:pt x="2165" y="0"/>
                      <a:pt x="20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3"/>
              <p:cNvSpPr/>
              <p:nvPr/>
            </p:nvSpPr>
            <p:spPr>
              <a:xfrm>
                <a:off x="2794650" y="3437950"/>
                <a:ext cx="618125" cy="342450"/>
              </a:xfrm>
              <a:custGeom>
                <a:avLst/>
                <a:gdLst/>
                <a:ahLst/>
                <a:cxnLst/>
                <a:rect l="l" t="t" r="r" b="b"/>
                <a:pathLst>
                  <a:path w="24725" h="13698" extrusionOk="0">
                    <a:moveTo>
                      <a:pt x="19194" y="0"/>
                    </a:moveTo>
                    <a:cubicBezTo>
                      <a:pt x="18979" y="0"/>
                      <a:pt x="18763" y="20"/>
                      <a:pt x="18547" y="61"/>
                    </a:cubicBezTo>
                    <a:cubicBezTo>
                      <a:pt x="15516" y="604"/>
                      <a:pt x="13071" y="2263"/>
                      <a:pt x="10382" y="3750"/>
                    </a:cubicBezTo>
                    <a:cubicBezTo>
                      <a:pt x="7651" y="5309"/>
                      <a:pt x="4734" y="6739"/>
                      <a:pt x="2160" y="8583"/>
                    </a:cubicBezTo>
                    <a:cubicBezTo>
                      <a:pt x="1" y="10158"/>
                      <a:pt x="883" y="13697"/>
                      <a:pt x="3484" y="13697"/>
                    </a:cubicBezTo>
                    <a:cubicBezTo>
                      <a:pt x="3741" y="13697"/>
                      <a:pt x="4016" y="13663"/>
                      <a:pt x="4305" y="13588"/>
                    </a:cubicBezTo>
                    <a:cubicBezTo>
                      <a:pt x="7594" y="12758"/>
                      <a:pt x="10683" y="11329"/>
                      <a:pt x="13843" y="10127"/>
                    </a:cubicBezTo>
                    <a:cubicBezTo>
                      <a:pt x="16817" y="8941"/>
                      <a:pt x="19505" y="7983"/>
                      <a:pt x="22007" y="5895"/>
                    </a:cubicBezTo>
                    <a:cubicBezTo>
                      <a:pt x="24725" y="3630"/>
                      <a:pt x="22118" y="0"/>
                      <a:pt x="191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" name="Google Shape;152;p13"/>
            <p:cNvSpPr/>
            <p:nvPr/>
          </p:nvSpPr>
          <p:spPr>
            <a:xfrm rot="4739332">
              <a:off x="145417" y="4084517"/>
              <a:ext cx="598424" cy="1490387"/>
            </a:xfrm>
            <a:custGeom>
              <a:avLst/>
              <a:gdLst/>
              <a:ahLst/>
              <a:cxnLst/>
              <a:rect l="l" t="t" r="r" b="b"/>
              <a:pathLst>
                <a:path w="18776" h="46762" extrusionOk="0">
                  <a:moveTo>
                    <a:pt x="6789" y="1"/>
                  </a:moveTo>
                  <a:cubicBezTo>
                    <a:pt x="3426" y="1"/>
                    <a:pt x="2347" y="5490"/>
                    <a:pt x="6078" y="6724"/>
                  </a:cubicBezTo>
                  <a:cubicBezTo>
                    <a:pt x="7565" y="7211"/>
                    <a:pt x="7150" y="8640"/>
                    <a:pt x="6135" y="9355"/>
                  </a:cubicBezTo>
                  <a:cubicBezTo>
                    <a:pt x="4176" y="10657"/>
                    <a:pt x="2260" y="11500"/>
                    <a:pt x="1259" y="13702"/>
                  </a:cubicBezTo>
                  <a:cubicBezTo>
                    <a:pt x="1" y="16319"/>
                    <a:pt x="716" y="19422"/>
                    <a:pt x="2389" y="21681"/>
                  </a:cubicBezTo>
                  <a:cubicBezTo>
                    <a:pt x="4047" y="23826"/>
                    <a:pt x="6435" y="24841"/>
                    <a:pt x="8408" y="26629"/>
                  </a:cubicBezTo>
                  <a:cubicBezTo>
                    <a:pt x="9896" y="28058"/>
                    <a:pt x="9409" y="28959"/>
                    <a:pt x="8337" y="30561"/>
                  </a:cubicBezTo>
                  <a:cubicBezTo>
                    <a:pt x="7036" y="32648"/>
                    <a:pt x="5720" y="34793"/>
                    <a:pt x="5720" y="37353"/>
                  </a:cubicBezTo>
                  <a:cubicBezTo>
                    <a:pt x="5771" y="41864"/>
                    <a:pt x="10603" y="46761"/>
                    <a:pt x="15328" y="46761"/>
                  </a:cubicBezTo>
                  <a:cubicBezTo>
                    <a:pt x="15905" y="46761"/>
                    <a:pt x="16480" y="46688"/>
                    <a:pt x="17045" y="46533"/>
                  </a:cubicBezTo>
                  <a:cubicBezTo>
                    <a:pt x="18232" y="46175"/>
                    <a:pt x="18775" y="44802"/>
                    <a:pt x="18175" y="43673"/>
                  </a:cubicBezTo>
                  <a:cubicBezTo>
                    <a:pt x="16916" y="41399"/>
                    <a:pt x="13885" y="40813"/>
                    <a:pt x="12698" y="38425"/>
                  </a:cubicBezTo>
                  <a:cubicBezTo>
                    <a:pt x="11854" y="36695"/>
                    <a:pt x="13227" y="35322"/>
                    <a:pt x="14185" y="33964"/>
                  </a:cubicBezTo>
                  <a:cubicBezTo>
                    <a:pt x="15615" y="31748"/>
                    <a:pt x="16559" y="29317"/>
                    <a:pt x="16030" y="26686"/>
                  </a:cubicBezTo>
                  <a:cubicBezTo>
                    <a:pt x="15429" y="24012"/>
                    <a:pt x="13470" y="21981"/>
                    <a:pt x="11325" y="20437"/>
                  </a:cubicBezTo>
                  <a:cubicBezTo>
                    <a:pt x="10425" y="19779"/>
                    <a:pt x="6850" y="17749"/>
                    <a:pt x="7265" y="16619"/>
                  </a:cubicBezTo>
                  <a:cubicBezTo>
                    <a:pt x="7450" y="16090"/>
                    <a:pt x="8580" y="15733"/>
                    <a:pt x="9052" y="15432"/>
                  </a:cubicBezTo>
                  <a:cubicBezTo>
                    <a:pt x="10196" y="14775"/>
                    <a:pt x="11197" y="14060"/>
                    <a:pt x="12040" y="13045"/>
                  </a:cubicBezTo>
                  <a:cubicBezTo>
                    <a:pt x="15729" y="8397"/>
                    <a:pt x="13284" y="1963"/>
                    <a:pt x="7865" y="176"/>
                  </a:cubicBezTo>
                  <a:cubicBezTo>
                    <a:pt x="7485" y="56"/>
                    <a:pt x="7126" y="1"/>
                    <a:pt x="6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"/>
          <p:cNvSpPr txBox="1">
            <a:spLocks noGrp="1"/>
          </p:cNvSpPr>
          <p:nvPr>
            <p:ph type="title"/>
          </p:nvPr>
        </p:nvSpPr>
        <p:spPr>
          <a:xfrm>
            <a:off x="948600" y="368825"/>
            <a:ext cx="748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55" name="Google Shape;155;p14"/>
          <p:cNvGrpSpPr/>
          <p:nvPr/>
        </p:nvGrpSpPr>
        <p:grpSpPr>
          <a:xfrm>
            <a:off x="-777973" y="-732473"/>
            <a:ext cx="3019728" cy="3366093"/>
            <a:chOff x="-777973" y="-732473"/>
            <a:chExt cx="3019728" cy="3366093"/>
          </a:xfrm>
        </p:grpSpPr>
        <p:sp>
          <p:nvSpPr>
            <p:cNvPr id="156" name="Google Shape;156;p14"/>
            <p:cNvSpPr/>
            <p:nvPr/>
          </p:nvSpPr>
          <p:spPr>
            <a:xfrm rot="1417574" flipH="1">
              <a:off x="-596827" y="1163313"/>
              <a:ext cx="1507602" cy="1219309"/>
            </a:xfrm>
            <a:custGeom>
              <a:avLst/>
              <a:gdLst/>
              <a:ahLst/>
              <a:cxnLst/>
              <a:rect l="l" t="t" r="r" b="b"/>
              <a:pathLst>
                <a:path w="48278" h="39046" extrusionOk="0">
                  <a:moveTo>
                    <a:pt x="23318" y="1"/>
                  </a:moveTo>
                  <a:cubicBezTo>
                    <a:pt x="21882" y="1"/>
                    <a:pt x="20421" y="953"/>
                    <a:pt x="20076" y="2438"/>
                  </a:cubicBezTo>
                  <a:cubicBezTo>
                    <a:pt x="19004" y="7329"/>
                    <a:pt x="18346" y="12333"/>
                    <a:pt x="17574" y="17209"/>
                  </a:cubicBezTo>
                  <a:cubicBezTo>
                    <a:pt x="17216" y="19540"/>
                    <a:pt x="16859" y="21799"/>
                    <a:pt x="16559" y="24073"/>
                  </a:cubicBezTo>
                  <a:cubicBezTo>
                    <a:pt x="16201" y="22814"/>
                    <a:pt x="15787" y="21570"/>
                    <a:pt x="15429" y="20312"/>
                  </a:cubicBezTo>
                  <a:cubicBezTo>
                    <a:pt x="14228" y="16208"/>
                    <a:pt x="13456" y="11976"/>
                    <a:pt x="12212" y="7915"/>
                  </a:cubicBezTo>
                  <a:cubicBezTo>
                    <a:pt x="11720" y="6518"/>
                    <a:pt x="10456" y="5507"/>
                    <a:pt x="9034" y="5507"/>
                  </a:cubicBezTo>
                  <a:cubicBezTo>
                    <a:pt x="8884" y="5507"/>
                    <a:pt x="8732" y="5518"/>
                    <a:pt x="8580" y="5541"/>
                  </a:cubicBezTo>
                  <a:cubicBezTo>
                    <a:pt x="7078" y="5770"/>
                    <a:pt x="5477" y="7143"/>
                    <a:pt x="5720" y="8816"/>
                  </a:cubicBezTo>
                  <a:cubicBezTo>
                    <a:pt x="6249" y="13277"/>
                    <a:pt x="7679" y="17752"/>
                    <a:pt x="9166" y="21985"/>
                  </a:cubicBezTo>
                  <a:cubicBezTo>
                    <a:pt x="9938" y="24001"/>
                    <a:pt x="10653" y="26032"/>
                    <a:pt x="11554" y="28062"/>
                  </a:cubicBezTo>
                  <a:cubicBezTo>
                    <a:pt x="11668" y="28291"/>
                    <a:pt x="11726" y="28534"/>
                    <a:pt x="11854" y="28777"/>
                  </a:cubicBezTo>
                  <a:cubicBezTo>
                    <a:pt x="11082" y="28119"/>
                    <a:pt x="10367" y="27404"/>
                    <a:pt x="9709" y="26575"/>
                  </a:cubicBezTo>
                  <a:cubicBezTo>
                    <a:pt x="7322" y="23472"/>
                    <a:pt x="6078" y="19711"/>
                    <a:pt x="3447" y="16794"/>
                  </a:cubicBezTo>
                  <a:cubicBezTo>
                    <a:pt x="3114" y="16408"/>
                    <a:pt x="2717" y="16245"/>
                    <a:pt x="2326" y="16245"/>
                  </a:cubicBezTo>
                  <a:cubicBezTo>
                    <a:pt x="1456" y="16245"/>
                    <a:pt x="608" y="17049"/>
                    <a:pt x="530" y="17996"/>
                  </a:cubicBezTo>
                  <a:cubicBezTo>
                    <a:pt x="0" y="22700"/>
                    <a:pt x="2260" y="27519"/>
                    <a:pt x="5119" y="31222"/>
                  </a:cubicBezTo>
                  <a:cubicBezTo>
                    <a:pt x="8337" y="35326"/>
                    <a:pt x="12984" y="37714"/>
                    <a:pt x="18103" y="38600"/>
                  </a:cubicBezTo>
                  <a:cubicBezTo>
                    <a:pt x="19905" y="38896"/>
                    <a:pt x="21783" y="39046"/>
                    <a:pt x="23693" y="39046"/>
                  </a:cubicBezTo>
                  <a:cubicBezTo>
                    <a:pt x="31829" y="39046"/>
                    <a:pt x="40520" y="36330"/>
                    <a:pt x="46172" y="30679"/>
                  </a:cubicBezTo>
                  <a:cubicBezTo>
                    <a:pt x="48278" y="28525"/>
                    <a:pt x="46308" y="24872"/>
                    <a:pt x="43783" y="24872"/>
                  </a:cubicBezTo>
                  <a:cubicBezTo>
                    <a:pt x="43240" y="24872"/>
                    <a:pt x="42671" y="25041"/>
                    <a:pt x="42111" y="25431"/>
                  </a:cubicBezTo>
                  <a:cubicBezTo>
                    <a:pt x="38722" y="27819"/>
                    <a:pt x="35619" y="29964"/>
                    <a:pt x="31573" y="31151"/>
                  </a:cubicBezTo>
                  <a:cubicBezTo>
                    <a:pt x="30314" y="31579"/>
                    <a:pt x="29013" y="31865"/>
                    <a:pt x="27698" y="32051"/>
                  </a:cubicBezTo>
                  <a:cubicBezTo>
                    <a:pt x="28884" y="30679"/>
                    <a:pt x="30085" y="29363"/>
                    <a:pt x="31272" y="27933"/>
                  </a:cubicBezTo>
                  <a:cubicBezTo>
                    <a:pt x="34318" y="24430"/>
                    <a:pt x="37235" y="20784"/>
                    <a:pt x="40095" y="17095"/>
                  </a:cubicBezTo>
                  <a:cubicBezTo>
                    <a:pt x="41167" y="15608"/>
                    <a:pt x="40266" y="13277"/>
                    <a:pt x="38836" y="12448"/>
                  </a:cubicBezTo>
                  <a:cubicBezTo>
                    <a:pt x="38295" y="12130"/>
                    <a:pt x="37748" y="11987"/>
                    <a:pt x="37219" y="11987"/>
                  </a:cubicBezTo>
                  <a:cubicBezTo>
                    <a:pt x="36057" y="11987"/>
                    <a:pt x="34983" y="12674"/>
                    <a:pt x="34246" y="13706"/>
                  </a:cubicBezTo>
                  <a:cubicBezTo>
                    <a:pt x="31630" y="17152"/>
                    <a:pt x="29013" y="20612"/>
                    <a:pt x="26268" y="23944"/>
                  </a:cubicBezTo>
                  <a:cubicBezTo>
                    <a:pt x="24952" y="25617"/>
                    <a:pt x="23594" y="27290"/>
                    <a:pt x="22278" y="28948"/>
                  </a:cubicBezTo>
                  <a:lnTo>
                    <a:pt x="22164" y="29077"/>
                  </a:lnTo>
                  <a:cubicBezTo>
                    <a:pt x="22335" y="28005"/>
                    <a:pt x="22521" y="26861"/>
                    <a:pt x="22693" y="25788"/>
                  </a:cubicBezTo>
                  <a:cubicBezTo>
                    <a:pt x="23108" y="23415"/>
                    <a:pt x="23522" y="21027"/>
                    <a:pt x="23951" y="18639"/>
                  </a:cubicBezTo>
                  <a:cubicBezTo>
                    <a:pt x="24781" y="13820"/>
                    <a:pt x="25796" y="9059"/>
                    <a:pt x="26511" y="4226"/>
                  </a:cubicBezTo>
                  <a:cubicBezTo>
                    <a:pt x="26811" y="2438"/>
                    <a:pt x="26096" y="651"/>
                    <a:pt x="24180" y="122"/>
                  </a:cubicBezTo>
                  <a:cubicBezTo>
                    <a:pt x="23900" y="40"/>
                    <a:pt x="23609" y="1"/>
                    <a:pt x="233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4"/>
            <p:cNvSpPr/>
            <p:nvPr/>
          </p:nvSpPr>
          <p:spPr>
            <a:xfrm rot="8477757">
              <a:off x="-143341" y="-246652"/>
              <a:ext cx="1920623" cy="1044199"/>
            </a:xfrm>
            <a:custGeom>
              <a:avLst/>
              <a:gdLst/>
              <a:ahLst/>
              <a:cxnLst/>
              <a:rect l="l" t="t" r="r" b="b"/>
              <a:pathLst>
                <a:path w="86338" h="46940" extrusionOk="0">
                  <a:moveTo>
                    <a:pt x="21438" y="8862"/>
                  </a:moveTo>
                  <a:cubicBezTo>
                    <a:pt x="28773" y="8862"/>
                    <a:pt x="34921" y="16171"/>
                    <a:pt x="40509" y="20013"/>
                  </a:cubicBezTo>
                  <a:cubicBezTo>
                    <a:pt x="46002" y="23760"/>
                    <a:pt x="51630" y="25400"/>
                    <a:pt x="58007" y="25400"/>
                  </a:cubicBezTo>
                  <a:cubicBezTo>
                    <a:pt x="58834" y="25400"/>
                    <a:pt x="59674" y="25372"/>
                    <a:pt x="60528" y="25318"/>
                  </a:cubicBezTo>
                  <a:cubicBezTo>
                    <a:pt x="62537" y="25211"/>
                    <a:pt x="64815" y="24996"/>
                    <a:pt x="67096" y="24996"/>
                  </a:cubicBezTo>
                  <a:cubicBezTo>
                    <a:pt x="71180" y="24996"/>
                    <a:pt x="75276" y="25682"/>
                    <a:pt x="77872" y="28893"/>
                  </a:cubicBezTo>
                  <a:cubicBezTo>
                    <a:pt x="79717" y="31095"/>
                    <a:pt x="79474" y="33898"/>
                    <a:pt x="77815" y="36214"/>
                  </a:cubicBezTo>
                  <a:cubicBezTo>
                    <a:pt x="75613" y="39131"/>
                    <a:pt x="71967" y="40203"/>
                    <a:pt x="68463" y="40203"/>
                  </a:cubicBezTo>
                  <a:cubicBezTo>
                    <a:pt x="60242" y="40146"/>
                    <a:pt x="52792" y="35556"/>
                    <a:pt x="44684" y="34541"/>
                  </a:cubicBezTo>
                  <a:cubicBezTo>
                    <a:pt x="43279" y="34374"/>
                    <a:pt x="41862" y="34313"/>
                    <a:pt x="40439" y="34313"/>
                  </a:cubicBezTo>
                  <a:cubicBezTo>
                    <a:pt x="40321" y="34313"/>
                    <a:pt x="40203" y="34313"/>
                    <a:pt x="40086" y="34314"/>
                  </a:cubicBezTo>
                  <a:lnTo>
                    <a:pt x="40086" y="34314"/>
                  </a:lnTo>
                  <a:cubicBezTo>
                    <a:pt x="39892" y="34294"/>
                    <a:pt x="39699" y="34274"/>
                    <a:pt x="39508" y="34255"/>
                  </a:cubicBezTo>
                  <a:cubicBezTo>
                    <a:pt x="33488" y="33597"/>
                    <a:pt x="27111" y="33469"/>
                    <a:pt x="21277" y="31681"/>
                  </a:cubicBezTo>
                  <a:cubicBezTo>
                    <a:pt x="15843" y="30023"/>
                    <a:pt x="11625" y="25790"/>
                    <a:pt x="11196" y="19885"/>
                  </a:cubicBezTo>
                  <a:cubicBezTo>
                    <a:pt x="10910" y="14408"/>
                    <a:pt x="15371" y="9103"/>
                    <a:pt x="20919" y="8874"/>
                  </a:cubicBezTo>
                  <a:cubicBezTo>
                    <a:pt x="21093" y="8866"/>
                    <a:pt x="21266" y="8862"/>
                    <a:pt x="21438" y="8862"/>
                  </a:cubicBezTo>
                  <a:close/>
                  <a:moveTo>
                    <a:pt x="20535" y="0"/>
                  </a:moveTo>
                  <a:cubicBezTo>
                    <a:pt x="13755" y="0"/>
                    <a:pt x="7403" y="3704"/>
                    <a:pt x="3990" y="9761"/>
                  </a:cubicBezTo>
                  <a:cubicBezTo>
                    <a:pt x="0" y="16853"/>
                    <a:pt x="887" y="25490"/>
                    <a:pt x="5548" y="31981"/>
                  </a:cubicBezTo>
                  <a:cubicBezTo>
                    <a:pt x="10421" y="38865"/>
                    <a:pt x="18716" y="41868"/>
                    <a:pt x="26854" y="41868"/>
                  </a:cubicBezTo>
                  <a:cubicBezTo>
                    <a:pt x="27456" y="41868"/>
                    <a:pt x="28057" y="41852"/>
                    <a:pt x="28655" y="41819"/>
                  </a:cubicBezTo>
                  <a:cubicBezTo>
                    <a:pt x="31778" y="41649"/>
                    <a:pt x="34839" y="41250"/>
                    <a:pt x="37920" y="40922"/>
                  </a:cubicBezTo>
                  <a:lnTo>
                    <a:pt x="37920" y="40922"/>
                  </a:lnTo>
                  <a:cubicBezTo>
                    <a:pt x="40207" y="40952"/>
                    <a:pt x="42501" y="41059"/>
                    <a:pt x="44799" y="41404"/>
                  </a:cubicBezTo>
                  <a:cubicBezTo>
                    <a:pt x="52936" y="42545"/>
                    <a:pt x="60378" y="46939"/>
                    <a:pt x="68718" y="46939"/>
                  </a:cubicBezTo>
                  <a:cubicBezTo>
                    <a:pt x="69479" y="46939"/>
                    <a:pt x="70246" y="46903"/>
                    <a:pt x="71023" y="46824"/>
                  </a:cubicBezTo>
                  <a:cubicBezTo>
                    <a:pt x="78401" y="46109"/>
                    <a:pt x="85737" y="40690"/>
                    <a:pt x="86037" y="32754"/>
                  </a:cubicBezTo>
                  <a:cubicBezTo>
                    <a:pt x="86337" y="25375"/>
                    <a:pt x="79960" y="20542"/>
                    <a:pt x="73468" y="18641"/>
                  </a:cubicBezTo>
                  <a:cubicBezTo>
                    <a:pt x="65361" y="16195"/>
                    <a:pt x="56181" y="19055"/>
                    <a:pt x="48502" y="15009"/>
                  </a:cubicBezTo>
                  <a:cubicBezTo>
                    <a:pt x="39980" y="10590"/>
                    <a:pt x="34260" y="2497"/>
                    <a:pt x="24423" y="409"/>
                  </a:cubicBezTo>
                  <a:cubicBezTo>
                    <a:pt x="23123" y="134"/>
                    <a:pt x="21821" y="0"/>
                    <a:pt x="205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4"/>
            <p:cNvSpPr/>
            <p:nvPr/>
          </p:nvSpPr>
          <p:spPr>
            <a:xfrm rot="-10535582">
              <a:off x="-282386" y="789083"/>
              <a:ext cx="1084368" cy="521901"/>
            </a:xfrm>
            <a:custGeom>
              <a:avLst/>
              <a:gdLst/>
              <a:ahLst/>
              <a:cxnLst/>
              <a:rect l="l" t="t" r="r" b="b"/>
              <a:pathLst>
                <a:path w="24725" h="13698" extrusionOk="0">
                  <a:moveTo>
                    <a:pt x="19194" y="0"/>
                  </a:moveTo>
                  <a:cubicBezTo>
                    <a:pt x="18979" y="0"/>
                    <a:pt x="18763" y="20"/>
                    <a:pt x="18547" y="61"/>
                  </a:cubicBezTo>
                  <a:cubicBezTo>
                    <a:pt x="15516" y="604"/>
                    <a:pt x="13071" y="2263"/>
                    <a:pt x="10382" y="3750"/>
                  </a:cubicBezTo>
                  <a:cubicBezTo>
                    <a:pt x="7651" y="5309"/>
                    <a:pt x="4734" y="6739"/>
                    <a:pt x="2160" y="8583"/>
                  </a:cubicBezTo>
                  <a:cubicBezTo>
                    <a:pt x="1" y="10158"/>
                    <a:pt x="883" y="13697"/>
                    <a:pt x="3484" y="13697"/>
                  </a:cubicBezTo>
                  <a:cubicBezTo>
                    <a:pt x="3741" y="13697"/>
                    <a:pt x="4016" y="13663"/>
                    <a:pt x="4305" y="13588"/>
                  </a:cubicBezTo>
                  <a:cubicBezTo>
                    <a:pt x="7594" y="12758"/>
                    <a:pt x="10683" y="11329"/>
                    <a:pt x="13843" y="10127"/>
                  </a:cubicBezTo>
                  <a:cubicBezTo>
                    <a:pt x="16817" y="8941"/>
                    <a:pt x="19505" y="7983"/>
                    <a:pt x="22007" y="5895"/>
                  </a:cubicBezTo>
                  <a:cubicBezTo>
                    <a:pt x="24725" y="3630"/>
                    <a:pt x="22118" y="0"/>
                    <a:pt x="191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4"/>
            <p:cNvSpPr/>
            <p:nvPr/>
          </p:nvSpPr>
          <p:spPr>
            <a:xfrm>
              <a:off x="948602" y="-71004"/>
              <a:ext cx="279300" cy="279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4"/>
            <p:cNvSpPr/>
            <p:nvPr/>
          </p:nvSpPr>
          <p:spPr>
            <a:xfrm rot="-4292435">
              <a:off x="1501217" y="-374858"/>
              <a:ext cx="646695" cy="663768"/>
            </a:xfrm>
            <a:custGeom>
              <a:avLst/>
              <a:gdLst/>
              <a:ahLst/>
              <a:cxnLst/>
              <a:rect l="l" t="t" r="r" b="b"/>
              <a:pathLst>
                <a:path w="8523" h="8748" extrusionOk="0">
                  <a:moveTo>
                    <a:pt x="6861" y="0"/>
                  </a:moveTo>
                  <a:cubicBezTo>
                    <a:pt x="6190" y="0"/>
                    <a:pt x="5461" y="510"/>
                    <a:pt x="5363" y="1298"/>
                  </a:cubicBezTo>
                  <a:cubicBezTo>
                    <a:pt x="5306" y="2256"/>
                    <a:pt x="5420" y="3328"/>
                    <a:pt x="5477" y="4343"/>
                  </a:cubicBezTo>
                  <a:cubicBezTo>
                    <a:pt x="5477" y="4815"/>
                    <a:pt x="5534" y="5344"/>
                    <a:pt x="5534" y="5830"/>
                  </a:cubicBezTo>
                  <a:lnTo>
                    <a:pt x="3876" y="5830"/>
                  </a:lnTo>
                  <a:cubicBezTo>
                    <a:pt x="3262" y="5830"/>
                    <a:pt x="2627" y="5762"/>
                    <a:pt x="1997" y="5762"/>
                  </a:cubicBezTo>
                  <a:cubicBezTo>
                    <a:pt x="1584" y="5762"/>
                    <a:pt x="1174" y="5791"/>
                    <a:pt x="773" y="5888"/>
                  </a:cubicBezTo>
                  <a:cubicBezTo>
                    <a:pt x="472" y="6002"/>
                    <a:pt x="115" y="6302"/>
                    <a:pt x="58" y="6602"/>
                  </a:cubicBezTo>
                  <a:lnTo>
                    <a:pt x="58" y="6846"/>
                  </a:lnTo>
                  <a:lnTo>
                    <a:pt x="58" y="6903"/>
                  </a:lnTo>
                  <a:cubicBezTo>
                    <a:pt x="1" y="7203"/>
                    <a:pt x="301" y="7560"/>
                    <a:pt x="530" y="7732"/>
                  </a:cubicBezTo>
                  <a:cubicBezTo>
                    <a:pt x="1488" y="8275"/>
                    <a:pt x="2617" y="8390"/>
                    <a:pt x="3690" y="8561"/>
                  </a:cubicBezTo>
                  <a:cubicBezTo>
                    <a:pt x="4819" y="8747"/>
                    <a:pt x="5963" y="8747"/>
                    <a:pt x="7093" y="8747"/>
                  </a:cubicBezTo>
                  <a:cubicBezTo>
                    <a:pt x="7808" y="8747"/>
                    <a:pt x="8523" y="8090"/>
                    <a:pt x="8466" y="7317"/>
                  </a:cubicBezTo>
                  <a:cubicBezTo>
                    <a:pt x="8394" y="6245"/>
                    <a:pt x="8337" y="5173"/>
                    <a:pt x="8280" y="4157"/>
                  </a:cubicBezTo>
                  <a:cubicBezTo>
                    <a:pt x="8165" y="3085"/>
                    <a:pt x="8165" y="1955"/>
                    <a:pt x="7979" y="940"/>
                  </a:cubicBezTo>
                  <a:cubicBezTo>
                    <a:pt x="7827" y="282"/>
                    <a:pt x="7360" y="0"/>
                    <a:pt x="68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" name="Google Shape;161;p14"/>
          <p:cNvGrpSpPr/>
          <p:nvPr/>
        </p:nvGrpSpPr>
        <p:grpSpPr>
          <a:xfrm>
            <a:off x="6961754" y="1938759"/>
            <a:ext cx="2931745" cy="4179817"/>
            <a:chOff x="6961754" y="1938759"/>
            <a:chExt cx="2931745" cy="4179817"/>
          </a:xfrm>
        </p:grpSpPr>
        <p:sp>
          <p:nvSpPr>
            <p:cNvPr id="162" name="Google Shape;162;p14"/>
            <p:cNvSpPr/>
            <p:nvPr/>
          </p:nvSpPr>
          <p:spPr>
            <a:xfrm rot="891527">
              <a:off x="8205586" y="2064668"/>
              <a:ext cx="1151263" cy="1298152"/>
            </a:xfrm>
            <a:custGeom>
              <a:avLst/>
              <a:gdLst/>
              <a:ahLst/>
              <a:cxnLst/>
              <a:rect l="l" t="t" r="r" b="b"/>
              <a:pathLst>
                <a:path w="35677" h="40229" extrusionOk="0">
                  <a:moveTo>
                    <a:pt x="18565" y="1"/>
                  </a:moveTo>
                  <a:cubicBezTo>
                    <a:pt x="8730" y="1"/>
                    <a:pt x="2450" y="8328"/>
                    <a:pt x="887" y="17604"/>
                  </a:cubicBezTo>
                  <a:cubicBezTo>
                    <a:pt x="1" y="23023"/>
                    <a:pt x="773" y="29343"/>
                    <a:pt x="3690" y="34047"/>
                  </a:cubicBezTo>
                  <a:cubicBezTo>
                    <a:pt x="5714" y="37351"/>
                    <a:pt x="9658" y="40228"/>
                    <a:pt x="13537" y="40228"/>
                  </a:cubicBezTo>
                  <a:cubicBezTo>
                    <a:pt x="15248" y="40228"/>
                    <a:pt x="16946" y="39668"/>
                    <a:pt x="18461" y="38337"/>
                  </a:cubicBezTo>
                  <a:cubicBezTo>
                    <a:pt x="20524" y="36494"/>
                    <a:pt x="18790" y="33619"/>
                    <a:pt x="16377" y="33619"/>
                  </a:cubicBezTo>
                  <a:cubicBezTo>
                    <a:pt x="16281" y="33619"/>
                    <a:pt x="16185" y="33624"/>
                    <a:pt x="16087" y="33633"/>
                  </a:cubicBezTo>
                  <a:cubicBezTo>
                    <a:pt x="15742" y="33669"/>
                    <a:pt x="15405" y="33687"/>
                    <a:pt x="15076" y="33687"/>
                  </a:cubicBezTo>
                  <a:cubicBezTo>
                    <a:pt x="12786" y="33687"/>
                    <a:pt x="10894" y="32799"/>
                    <a:pt x="9581" y="30773"/>
                  </a:cubicBezTo>
                  <a:cubicBezTo>
                    <a:pt x="7923" y="28199"/>
                    <a:pt x="7322" y="24925"/>
                    <a:pt x="7322" y="21951"/>
                  </a:cubicBezTo>
                  <a:cubicBezTo>
                    <a:pt x="7322" y="16531"/>
                    <a:pt x="9352" y="9611"/>
                    <a:pt x="14829" y="7409"/>
                  </a:cubicBezTo>
                  <a:cubicBezTo>
                    <a:pt x="16018" y="6935"/>
                    <a:pt x="17288" y="6704"/>
                    <a:pt x="18552" y="6704"/>
                  </a:cubicBezTo>
                  <a:cubicBezTo>
                    <a:pt x="21906" y="6704"/>
                    <a:pt x="25217" y="8334"/>
                    <a:pt x="26869" y="11398"/>
                  </a:cubicBezTo>
                  <a:cubicBezTo>
                    <a:pt x="29128" y="15516"/>
                    <a:pt x="28599" y="21479"/>
                    <a:pt x="24238" y="23981"/>
                  </a:cubicBezTo>
                  <a:cubicBezTo>
                    <a:pt x="23512" y="24388"/>
                    <a:pt x="22653" y="24609"/>
                    <a:pt x="21809" y="24609"/>
                  </a:cubicBezTo>
                  <a:cubicBezTo>
                    <a:pt x="20308" y="24609"/>
                    <a:pt x="18857" y="23909"/>
                    <a:pt x="18289" y="22308"/>
                  </a:cubicBezTo>
                  <a:cubicBezTo>
                    <a:pt x="18047" y="21535"/>
                    <a:pt x="18158" y="18712"/>
                    <a:pt x="18992" y="18712"/>
                  </a:cubicBezTo>
                  <a:cubicBezTo>
                    <a:pt x="19192" y="18712"/>
                    <a:pt x="19432" y="18873"/>
                    <a:pt x="19719" y="19262"/>
                  </a:cubicBezTo>
                  <a:cubicBezTo>
                    <a:pt x="20309" y="20046"/>
                    <a:pt x="21241" y="20401"/>
                    <a:pt x="22174" y="20401"/>
                  </a:cubicBezTo>
                  <a:cubicBezTo>
                    <a:pt x="23029" y="20401"/>
                    <a:pt x="23886" y="20103"/>
                    <a:pt x="24481" y="19563"/>
                  </a:cubicBezTo>
                  <a:cubicBezTo>
                    <a:pt x="25968" y="18261"/>
                    <a:pt x="25911" y="16288"/>
                    <a:pt x="24781" y="14801"/>
                  </a:cubicBezTo>
                  <a:cubicBezTo>
                    <a:pt x="23368" y="12874"/>
                    <a:pt x="21277" y="11973"/>
                    <a:pt x="19170" y="11973"/>
                  </a:cubicBezTo>
                  <a:cubicBezTo>
                    <a:pt x="16650" y="11973"/>
                    <a:pt x="14109" y="13263"/>
                    <a:pt x="12684" y="15630"/>
                  </a:cubicBezTo>
                  <a:cubicBezTo>
                    <a:pt x="10239" y="19691"/>
                    <a:pt x="11140" y="25411"/>
                    <a:pt x="14529" y="28557"/>
                  </a:cubicBezTo>
                  <a:cubicBezTo>
                    <a:pt x="16574" y="30436"/>
                    <a:pt x="19212" y="31352"/>
                    <a:pt x="21858" y="31352"/>
                  </a:cubicBezTo>
                  <a:cubicBezTo>
                    <a:pt x="24004" y="31352"/>
                    <a:pt x="26154" y="30750"/>
                    <a:pt x="27998" y="29572"/>
                  </a:cubicBezTo>
                  <a:cubicBezTo>
                    <a:pt x="32045" y="26955"/>
                    <a:pt x="34490" y="22608"/>
                    <a:pt x="34905" y="17832"/>
                  </a:cubicBezTo>
                  <a:cubicBezTo>
                    <a:pt x="35677" y="8667"/>
                    <a:pt x="28828" y="502"/>
                    <a:pt x="19590" y="30"/>
                  </a:cubicBezTo>
                  <a:cubicBezTo>
                    <a:pt x="19244" y="10"/>
                    <a:pt x="18902" y="1"/>
                    <a:pt x="18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4"/>
            <p:cNvSpPr/>
            <p:nvPr/>
          </p:nvSpPr>
          <p:spPr>
            <a:xfrm rot="-392">
              <a:off x="8237744" y="2977522"/>
              <a:ext cx="1599218" cy="1129592"/>
            </a:xfrm>
            <a:custGeom>
              <a:avLst/>
              <a:gdLst/>
              <a:ahLst/>
              <a:cxnLst/>
              <a:rect l="l" t="t" r="r" b="b"/>
              <a:pathLst>
                <a:path w="72982" h="51556" extrusionOk="0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4"/>
            <p:cNvSpPr/>
            <p:nvPr/>
          </p:nvSpPr>
          <p:spPr>
            <a:xfrm rot="-8100000">
              <a:off x="8130626" y="4083921"/>
              <a:ext cx="1301206" cy="1844769"/>
            </a:xfrm>
            <a:custGeom>
              <a:avLst/>
              <a:gdLst/>
              <a:ahLst/>
              <a:cxnLst/>
              <a:rect l="l" t="t" r="r" b="b"/>
              <a:pathLst>
                <a:path w="32202" h="45654" extrusionOk="0">
                  <a:moveTo>
                    <a:pt x="22078" y="34625"/>
                  </a:moveTo>
                  <a:lnTo>
                    <a:pt x="22078" y="34625"/>
                  </a:lnTo>
                  <a:cubicBezTo>
                    <a:pt x="23679" y="35040"/>
                    <a:pt x="25167" y="35755"/>
                    <a:pt x="25881" y="37070"/>
                  </a:cubicBezTo>
                  <a:cubicBezTo>
                    <a:pt x="26399" y="38037"/>
                    <a:pt x="26424" y="39757"/>
                    <a:pt x="25189" y="39757"/>
                  </a:cubicBezTo>
                  <a:cubicBezTo>
                    <a:pt x="25127" y="39757"/>
                    <a:pt x="25063" y="39753"/>
                    <a:pt x="24995" y="39744"/>
                  </a:cubicBezTo>
                  <a:cubicBezTo>
                    <a:pt x="23622" y="39630"/>
                    <a:pt x="22907" y="37242"/>
                    <a:pt x="22550" y="36169"/>
                  </a:cubicBezTo>
                  <a:cubicBezTo>
                    <a:pt x="22364" y="35640"/>
                    <a:pt x="22192" y="35168"/>
                    <a:pt x="22078" y="34625"/>
                  </a:cubicBezTo>
                  <a:close/>
                  <a:moveTo>
                    <a:pt x="28344" y="0"/>
                  </a:moveTo>
                  <a:cubicBezTo>
                    <a:pt x="27800" y="0"/>
                    <a:pt x="27234" y="214"/>
                    <a:pt x="26725" y="722"/>
                  </a:cubicBezTo>
                  <a:cubicBezTo>
                    <a:pt x="25410" y="2038"/>
                    <a:pt x="24280" y="3411"/>
                    <a:pt x="23208" y="4898"/>
                  </a:cubicBezTo>
                  <a:cubicBezTo>
                    <a:pt x="19390" y="10203"/>
                    <a:pt x="17002" y="16451"/>
                    <a:pt x="16358" y="23014"/>
                  </a:cubicBezTo>
                  <a:cubicBezTo>
                    <a:pt x="16173" y="23958"/>
                    <a:pt x="16058" y="24973"/>
                    <a:pt x="15929" y="25931"/>
                  </a:cubicBezTo>
                  <a:cubicBezTo>
                    <a:pt x="15815" y="27004"/>
                    <a:pt x="15758" y="28191"/>
                    <a:pt x="15701" y="29506"/>
                  </a:cubicBezTo>
                  <a:cubicBezTo>
                    <a:pt x="9381" y="30693"/>
                    <a:pt x="3604" y="36055"/>
                    <a:pt x="801" y="41360"/>
                  </a:cubicBezTo>
                  <a:cubicBezTo>
                    <a:pt x="0" y="42823"/>
                    <a:pt x="1297" y="44525"/>
                    <a:pt x="2695" y="44525"/>
                  </a:cubicBezTo>
                  <a:cubicBezTo>
                    <a:pt x="3170" y="44525"/>
                    <a:pt x="3656" y="44329"/>
                    <a:pt x="4076" y="43862"/>
                  </a:cubicBezTo>
                  <a:cubicBezTo>
                    <a:pt x="7178" y="40345"/>
                    <a:pt x="10696" y="36412"/>
                    <a:pt x="15043" y="34453"/>
                  </a:cubicBezTo>
                  <a:cubicBezTo>
                    <a:pt x="15286" y="34382"/>
                    <a:pt x="15515" y="34382"/>
                    <a:pt x="15758" y="34325"/>
                  </a:cubicBezTo>
                  <a:cubicBezTo>
                    <a:pt x="16223" y="40086"/>
                    <a:pt x="18367" y="45653"/>
                    <a:pt x="24993" y="45653"/>
                  </a:cubicBezTo>
                  <a:cubicBezTo>
                    <a:pt x="25092" y="45653"/>
                    <a:pt x="25193" y="45652"/>
                    <a:pt x="25295" y="45650"/>
                  </a:cubicBezTo>
                  <a:cubicBezTo>
                    <a:pt x="28927" y="45535"/>
                    <a:pt x="31658" y="42604"/>
                    <a:pt x="31901" y="39029"/>
                  </a:cubicBezTo>
                  <a:cubicBezTo>
                    <a:pt x="32202" y="34925"/>
                    <a:pt x="29285" y="31594"/>
                    <a:pt x="25653" y="30035"/>
                  </a:cubicBezTo>
                  <a:cubicBezTo>
                    <a:pt x="24094" y="29449"/>
                    <a:pt x="22550" y="29091"/>
                    <a:pt x="21063" y="29020"/>
                  </a:cubicBezTo>
                  <a:cubicBezTo>
                    <a:pt x="20348" y="19912"/>
                    <a:pt x="23737" y="10617"/>
                    <a:pt x="30114" y="4068"/>
                  </a:cubicBezTo>
                  <a:cubicBezTo>
                    <a:pt x="31719" y="2364"/>
                    <a:pt x="30154" y="0"/>
                    <a:pt x="283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4"/>
            <p:cNvSpPr/>
            <p:nvPr/>
          </p:nvSpPr>
          <p:spPr>
            <a:xfrm rot="-6600744">
              <a:off x="7091443" y="4470707"/>
              <a:ext cx="1503956" cy="1328885"/>
            </a:xfrm>
            <a:custGeom>
              <a:avLst/>
              <a:gdLst/>
              <a:ahLst/>
              <a:cxnLst/>
              <a:rect l="l" t="t" r="r" b="b"/>
              <a:pathLst>
                <a:path w="44456" h="39281" extrusionOk="0">
                  <a:moveTo>
                    <a:pt x="21582" y="0"/>
                  </a:moveTo>
                  <a:cubicBezTo>
                    <a:pt x="19219" y="0"/>
                    <a:pt x="16858" y="349"/>
                    <a:pt x="14600" y="1063"/>
                  </a:cubicBezTo>
                  <a:cubicBezTo>
                    <a:pt x="8580" y="2964"/>
                    <a:pt x="4062" y="7140"/>
                    <a:pt x="1917" y="13102"/>
                  </a:cubicBezTo>
                  <a:cubicBezTo>
                    <a:pt x="658" y="16734"/>
                    <a:pt x="186" y="20781"/>
                    <a:pt x="129" y="24656"/>
                  </a:cubicBezTo>
                  <a:cubicBezTo>
                    <a:pt x="1" y="28531"/>
                    <a:pt x="58" y="32821"/>
                    <a:pt x="1016" y="36638"/>
                  </a:cubicBezTo>
                  <a:cubicBezTo>
                    <a:pt x="1351" y="37981"/>
                    <a:pt x="2363" y="38572"/>
                    <a:pt x="3419" y="38572"/>
                  </a:cubicBezTo>
                  <a:cubicBezTo>
                    <a:pt x="4792" y="38572"/>
                    <a:pt x="6241" y="37572"/>
                    <a:pt x="6378" y="35923"/>
                  </a:cubicBezTo>
                  <a:cubicBezTo>
                    <a:pt x="6621" y="32992"/>
                    <a:pt x="6206" y="30018"/>
                    <a:pt x="6135" y="27158"/>
                  </a:cubicBezTo>
                  <a:cubicBezTo>
                    <a:pt x="6078" y="24184"/>
                    <a:pt x="6206" y="21196"/>
                    <a:pt x="6735" y="18336"/>
                  </a:cubicBezTo>
                  <a:cubicBezTo>
                    <a:pt x="7751" y="13403"/>
                    <a:pt x="10010" y="9399"/>
                    <a:pt x="14714" y="7383"/>
                  </a:cubicBezTo>
                  <a:cubicBezTo>
                    <a:pt x="16909" y="6461"/>
                    <a:pt x="19269" y="6014"/>
                    <a:pt x="21637" y="6014"/>
                  </a:cubicBezTo>
                  <a:cubicBezTo>
                    <a:pt x="23712" y="6014"/>
                    <a:pt x="25792" y="6357"/>
                    <a:pt x="27769" y="7025"/>
                  </a:cubicBezTo>
                  <a:cubicBezTo>
                    <a:pt x="32116" y="8512"/>
                    <a:pt x="35219" y="11844"/>
                    <a:pt x="36520" y="16320"/>
                  </a:cubicBezTo>
                  <a:cubicBezTo>
                    <a:pt x="38379" y="22697"/>
                    <a:pt x="38436" y="29775"/>
                    <a:pt x="38079" y="36395"/>
                  </a:cubicBezTo>
                  <a:cubicBezTo>
                    <a:pt x="37958" y="38326"/>
                    <a:pt x="39391" y="39280"/>
                    <a:pt x="40890" y="39280"/>
                  </a:cubicBezTo>
                  <a:cubicBezTo>
                    <a:pt x="42400" y="39280"/>
                    <a:pt x="43977" y="38311"/>
                    <a:pt x="44099" y="36395"/>
                  </a:cubicBezTo>
                  <a:cubicBezTo>
                    <a:pt x="44456" y="29417"/>
                    <a:pt x="44270" y="21982"/>
                    <a:pt x="42483" y="15247"/>
                  </a:cubicBezTo>
                  <a:cubicBezTo>
                    <a:pt x="40881" y="9342"/>
                    <a:pt x="37063" y="4523"/>
                    <a:pt x="31401" y="2078"/>
                  </a:cubicBezTo>
                  <a:cubicBezTo>
                    <a:pt x="28318" y="708"/>
                    <a:pt x="24948" y="0"/>
                    <a:pt x="215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8202277" y="4554521"/>
              <a:ext cx="279300" cy="279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3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"/>
          <p:cNvSpPr txBox="1">
            <a:spLocks noGrp="1"/>
          </p:cNvSpPr>
          <p:nvPr>
            <p:ph type="title"/>
          </p:nvPr>
        </p:nvSpPr>
        <p:spPr>
          <a:xfrm>
            <a:off x="948600" y="368825"/>
            <a:ext cx="748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69" name="Google Shape;169;p15"/>
          <p:cNvGrpSpPr/>
          <p:nvPr/>
        </p:nvGrpSpPr>
        <p:grpSpPr>
          <a:xfrm>
            <a:off x="6512660" y="2240973"/>
            <a:ext cx="3477306" cy="3547312"/>
            <a:chOff x="6512660" y="2240973"/>
            <a:chExt cx="3477306" cy="3547312"/>
          </a:xfrm>
        </p:grpSpPr>
        <p:sp>
          <p:nvSpPr>
            <p:cNvPr id="170" name="Google Shape;170;p15"/>
            <p:cNvSpPr/>
            <p:nvPr/>
          </p:nvSpPr>
          <p:spPr>
            <a:xfrm rot="7571525" flipH="1">
              <a:off x="8743428" y="4012287"/>
              <a:ext cx="931122" cy="521862"/>
            </a:xfrm>
            <a:custGeom>
              <a:avLst/>
              <a:gdLst/>
              <a:ahLst/>
              <a:cxnLst/>
              <a:rect l="l" t="t" r="r" b="b"/>
              <a:pathLst>
                <a:path w="24725" h="13698" extrusionOk="0">
                  <a:moveTo>
                    <a:pt x="19194" y="0"/>
                  </a:moveTo>
                  <a:cubicBezTo>
                    <a:pt x="18979" y="0"/>
                    <a:pt x="18763" y="20"/>
                    <a:pt x="18547" y="61"/>
                  </a:cubicBezTo>
                  <a:cubicBezTo>
                    <a:pt x="15516" y="604"/>
                    <a:pt x="13071" y="2263"/>
                    <a:pt x="10382" y="3750"/>
                  </a:cubicBezTo>
                  <a:cubicBezTo>
                    <a:pt x="7651" y="5309"/>
                    <a:pt x="4734" y="6739"/>
                    <a:pt x="2160" y="8583"/>
                  </a:cubicBezTo>
                  <a:cubicBezTo>
                    <a:pt x="1" y="10158"/>
                    <a:pt x="883" y="13697"/>
                    <a:pt x="3484" y="13697"/>
                  </a:cubicBezTo>
                  <a:cubicBezTo>
                    <a:pt x="3741" y="13697"/>
                    <a:pt x="4016" y="13663"/>
                    <a:pt x="4305" y="13588"/>
                  </a:cubicBezTo>
                  <a:cubicBezTo>
                    <a:pt x="7594" y="12758"/>
                    <a:pt x="10683" y="11329"/>
                    <a:pt x="13843" y="10127"/>
                  </a:cubicBezTo>
                  <a:cubicBezTo>
                    <a:pt x="16817" y="8941"/>
                    <a:pt x="19505" y="7983"/>
                    <a:pt x="22007" y="5895"/>
                  </a:cubicBezTo>
                  <a:cubicBezTo>
                    <a:pt x="24725" y="3630"/>
                    <a:pt x="22118" y="0"/>
                    <a:pt x="191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5"/>
            <p:cNvSpPr/>
            <p:nvPr/>
          </p:nvSpPr>
          <p:spPr>
            <a:xfrm rot="-3174956" flipH="1">
              <a:off x="8188518" y="3726797"/>
              <a:ext cx="685667" cy="1707316"/>
            </a:xfrm>
            <a:custGeom>
              <a:avLst/>
              <a:gdLst/>
              <a:ahLst/>
              <a:cxnLst/>
              <a:rect l="l" t="t" r="r" b="b"/>
              <a:pathLst>
                <a:path w="18776" h="46762" extrusionOk="0">
                  <a:moveTo>
                    <a:pt x="6789" y="1"/>
                  </a:moveTo>
                  <a:cubicBezTo>
                    <a:pt x="3426" y="1"/>
                    <a:pt x="2347" y="5490"/>
                    <a:pt x="6078" y="6724"/>
                  </a:cubicBezTo>
                  <a:cubicBezTo>
                    <a:pt x="7565" y="7211"/>
                    <a:pt x="7150" y="8640"/>
                    <a:pt x="6135" y="9355"/>
                  </a:cubicBezTo>
                  <a:cubicBezTo>
                    <a:pt x="4176" y="10657"/>
                    <a:pt x="2260" y="11500"/>
                    <a:pt x="1259" y="13702"/>
                  </a:cubicBezTo>
                  <a:cubicBezTo>
                    <a:pt x="1" y="16319"/>
                    <a:pt x="716" y="19422"/>
                    <a:pt x="2389" y="21681"/>
                  </a:cubicBezTo>
                  <a:cubicBezTo>
                    <a:pt x="4047" y="23826"/>
                    <a:pt x="6435" y="24841"/>
                    <a:pt x="8408" y="26629"/>
                  </a:cubicBezTo>
                  <a:cubicBezTo>
                    <a:pt x="9896" y="28058"/>
                    <a:pt x="9409" y="28959"/>
                    <a:pt x="8337" y="30561"/>
                  </a:cubicBezTo>
                  <a:cubicBezTo>
                    <a:pt x="7036" y="32648"/>
                    <a:pt x="5720" y="34793"/>
                    <a:pt x="5720" y="37353"/>
                  </a:cubicBezTo>
                  <a:cubicBezTo>
                    <a:pt x="5771" y="41864"/>
                    <a:pt x="10603" y="46761"/>
                    <a:pt x="15328" y="46761"/>
                  </a:cubicBezTo>
                  <a:cubicBezTo>
                    <a:pt x="15905" y="46761"/>
                    <a:pt x="16480" y="46688"/>
                    <a:pt x="17045" y="46533"/>
                  </a:cubicBezTo>
                  <a:cubicBezTo>
                    <a:pt x="18232" y="46175"/>
                    <a:pt x="18775" y="44802"/>
                    <a:pt x="18175" y="43673"/>
                  </a:cubicBezTo>
                  <a:cubicBezTo>
                    <a:pt x="16916" y="41399"/>
                    <a:pt x="13885" y="40813"/>
                    <a:pt x="12698" y="38425"/>
                  </a:cubicBezTo>
                  <a:cubicBezTo>
                    <a:pt x="11854" y="36695"/>
                    <a:pt x="13227" y="35322"/>
                    <a:pt x="14185" y="33964"/>
                  </a:cubicBezTo>
                  <a:cubicBezTo>
                    <a:pt x="15615" y="31748"/>
                    <a:pt x="16559" y="29317"/>
                    <a:pt x="16030" y="26686"/>
                  </a:cubicBezTo>
                  <a:cubicBezTo>
                    <a:pt x="15429" y="24012"/>
                    <a:pt x="13470" y="21981"/>
                    <a:pt x="11325" y="20437"/>
                  </a:cubicBezTo>
                  <a:cubicBezTo>
                    <a:pt x="10425" y="19779"/>
                    <a:pt x="6850" y="17749"/>
                    <a:pt x="7265" y="16619"/>
                  </a:cubicBezTo>
                  <a:cubicBezTo>
                    <a:pt x="7450" y="16090"/>
                    <a:pt x="8580" y="15733"/>
                    <a:pt x="9052" y="15432"/>
                  </a:cubicBezTo>
                  <a:cubicBezTo>
                    <a:pt x="10196" y="14775"/>
                    <a:pt x="11197" y="14060"/>
                    <a:pt x="12040" y="13045"/>
                  </a:cubicBezTo>
                  <a:cubicBezTo>
                    <a:pt x="15729" y="8397"/>
                    <a:pt x="13284" y="1963"/>
                    <a:pt x="7865" y="176"/>
                  </a:cubicBezTo>
                  <a:cubicBezTo>
                    <a:pt x="7485" y="56"/>
                    <a:pt x="7126" y="1"/>
                    <a:pt x="6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5"/>
            <p:cNvSpPr/>
            <p:nvPr/>
          </p:nvSpPr>
          <p:spPr>
            <a:xfrm rot="-7930696" flipH="1">
              <a:off x="7932364" y="2673295"/>
              <a:ext cx="1814420" cy="1460763"/>
            </a:xfrm>
            <a:custGeom>
              <a:avLst/>
              <a:gdLst/>
              <a:ahLst/>
              <a:cxnLst/>
              <a:rect l="l" t="t" r="r" b="b"/>
              <a:pathLst>
                <a:path w="62612" h="50408" extrusionOk="0">
                  <a:moveTo>
                    <a:pt x="31782" y="6106"/>
                  </a:moveTo>
                  <a:cubicBezTo>
                    <a:pt x="34043" y="6106"/>
                    <a:pt x="35239" y="9407"/>
                    <a:pt x="35329" y="11838"/>
                  </a:cubicBezTo>
                  <a:cubicBezTo>
                    <a:pt x="35572" y="17858"/>
                    <a:pt x="33542" y="23821"/>
                    <a:pt x="30324" y="28940"/>
                  </a:cubicBezTo>
                  <a:cubicBezTo>
                    <a:pt x="27293" y="25608"/>
                    <a:pt x="25792" y="20418"/>
                    <a:pt x="25792" y="16185"/>
                  </a:cubicBezTo>
                  <a:cubicBezTo>
                    <a:pt x="25863" y="12853"/>
                    <a:pt x="26864" y="9036"/>
                    <a:pt x="29667" y="6948"/>
                  </a:cubicBezTo>
                  <a:cubicBezTo>
                    <a:pt x="30452" y="6357"/>
                    <a:pt x="31158" y="6106"/>
                    <a:pt x="31782" y="6106"/>
                  </a:cubicBezTo>
                  <a:close/>
                  <a:moveTo>
                    <a:pt x="31814" y="1"/>
                  </a:moveTo>
                  <a:cubicBezTo>
                    <a:pt x="31045" y="1"/>
                    <a:pt x="30251" y="109"/>
                    <a:pt x="29438" y="342"/>
                  </a:cubicBezTo>
                  <a:cubicBezTo>
                    <a:pt x="24605" y="1657"/>
                    <a:pt x="21387" y="6533"/>
                    <a:pt x="20258" y="11123"/>
                  </a:cubicBezTo>
                  <a:cubicBezTo>
                    <a:pt x="19185" y="15470"/>
                    <a:pt x="19486" y="20603"/>
                    <a:pt x="21030" y="25251"/>
                  </a:cubicBezTo>
                  <a:cubicBezTo>
                    <a:pt x="21387" y="26194"/>
                    <a:pt x="21688" y="27210"/>
                    <a:pt x="22102" y="28168"/>
                  </a:cubicBezTo>
                  <a:cubicBezTo>
                    <a:pt x="23060" y="30613"/>
                    <a:pt x="24190" y="32929"/>
                    <a:pt x="25734" y="34831"/>
                  </a:cubicBezTo>
                  <a:cubicBezTo>
                    <a:pt x="25563" y="35017"/>
                    <a:pt x="25377" y="35260"/>
                    <a:pt x="25148" y="35431"/>
                  </a:cubicBezTo>
                  <a:cubicBezTo>
                    <a:pt x="19243" y="40550"/>
                    <a:pt x="11679" y="43596"/>
                    <a:pt x="3928" y="44254"/>
                  </a:cubicBezTo>
                  <a:cubicBezTo>
                    <a:pt x="122" y="44545"/>
                    <a:pt x="0" y="50408"/>
                    <a:pt x="3562" y="50408"/>
                  </a:cubicBezTo>
                  <a:cubicBezTo>
                    <a:pt x="3680" y="50408"/>
                    <a:pt x="3802" y="50401"/>
                    <a:pt x="3928" y="50388"/>
                  </a:cubicBezTo>
                  <a:cubicBezTo>
                    <a:pt x="5187" y="50274"/>
                    <a:pt x="6488" y="50088"/>
                    <a:pt x="7746" y="49845"/>
                  </a:cubicBezTo>
                  <a:cubicBezTo>
                    <a:pt x="8516" y="49964"/>
                    <a:pt x="9287" y="50020"/>
                    <a:pt x="10058" y="50020"/>
                  </a:cubicBezTo>
                  <a:cubicBezTo>
                    <a:pt x="17823" y="50020"/>
                    <a:pt x="25520" y="44281"/>
                    <a:pt x="30567" y="38649"/>
                  </a:cubicBezTo>
                  <a:cubicBezTo>
                    <a:pt x="30982" y="38892"/>
                    <a:pt x="31454" y="39063"/>
                    <a:pt x="31940" y="39249"/>
                  </a:cubicBezTo>
                  <a:cubicBezTo>
                    <a:pt x="33550" y="39795"/>
                    <a:pt x="35215" y="40037"/>
                    <a:pt x="36889" y="40037"/>
                  </a:cubicBezTo>
                  <a:cubicBezTo>
                    <a:pt x="41223" y="40037"/>
                    <a:pt x="45619" y="38417"/>
                    <a:pt x="49270" y="36261"/>
                  </a:cubicBezTo>
                  <a:cubicBezTo>
                    <a:pt x="54389" y="33229"/>
                    <a:pt x="58679" y="28883"/>
                    <a:pt x="61725" y="23749"/>
                  </a:cubicBezTo>
                  <a:cubicBezTo>
                    <a:pt x="62611" y="22262"/>
                    <a:pt x="62082" y="20175"/>
                    <a:pt x="60538" y="19288"/>
                  </a:cubicBezTo>
                  <a:cubicBezTo>
                    <a:pt x="60012" y="18987"/>
                    <a:pt x="59479" y="18851"/>
                    <a:pt x="58964" y="18851"/>
                  </a:cubicBezTo>
                  <a:cubicBezTo>
                    <a:pt x="57841" y="18851"/>
                    <a:pt x="56797" y="19495"/>
                    <a:pt x="56062" y="20475"/>
                  </a:cubicBezTo>
                  <a:cubicBezTo>
                    <a:pt x="51751" y="26076"/>
                    <a:pt x="45811" y="32409"/>
                    <a:pt x="38243" y="32409"/>
                  </a:cubicBezTo>
                  <a:cubicBezTo>
                    <a:pt x="37755" y="32409"/>
                    <a:pt x="37260" y="32383"/>
                    <a:pt x="36759" y="32329"/>
                  </a:cubicBezTo>
                  <a:cubicBezTo>
                    <a:pt x="36344" y="32271"/>
                    <a:pt x="35930" y="32214"/>
                    <a:pt x="35515" y="32100"/>
                  </a:cubicBezTo>
                  <a:cubicBezTo>
                    <a:pt x="39919" y="25065"/>
                    <a:pt x="42664" y="16485"/>
                    <a:pt x="40934" y="8378"/>
                  </a:cubicBezTo>
                  <a:cubicBezTo>
                    <a:pt x="40016" y="3849"/>
                    <a:pt x="36384" y="1"/>
                    <a:pt x="318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5"/>
            <p:cNvSpPr/>
            <p:nvPr/>
          </p:nvSpPr>
          <p:spPr>
            <a:xfrm rot="-1133076" flipH="1">
              <a:off x="6669412" y="4357866"/>
              <a:ext cx="1507647" cy="1219254"/>
            </a:xfrm>
            <a:custGeom>
              <a:avLst/>
              <a:gdLst/>
              <a:ahLst/>
              <a:cxnLst/>
              <a:rect l="l" t="t" r="r" b="b"/>
              <a:pathLst>
                <a:path w="48278" h="39046" extrusionOk="0">
                  <a:moveTo>
                    <a:pt x="23318" y="1"/>
                  </a:moveTo>
                  <a:cubicBezTo>
                    <a:pt x="21882" y="1"/>
                    <a:pt x="20421" y="953"/>
                    <a:pt x="20076" y="2438"/>
                  </a:cubicBezTo>
                  <a:cubicBezTo>
                    <a:pt x="19004" y="7329"/>
                    <a:pt x="18346" y="12333"/>
                    <a:pt x="17574" y="17209"/>
                  </a:cubicBezTo>
                  <a:cubicBezTo>
                    <a:pt x="17216" y="19540"/>
                    <a:pt x="16859" y="21799"/>
                    <a:pt x="16559" y="24073"/>
                  </a:cubicBezTo>
                  <a:cubicBezTo>
                    <a:pt x="16201" y="22814"/>
                    <a:pt x="15787" y="21570"/>
                    <a:pt x="15429" y="20312"/>
                  </a:cubicBezTo>
                  <a:cubicBezTo>
                    <a:pt x="14228" y="16208"/>
                    <a:pt x="13456" y="11976"/>
                    <a:pt x="12212" y="7915"/>
                  </a:cubicBezTo>
                  <a:cubicBezTo>
                    <a:pt x="11720" y="6518"/>
                    <a:pt x="10456" y="5507"/>
                    <a:pt x="9034" y="5507"/>
                  </a:cubicBezTo>
                  <a:cubicBezTo>
                    <a:pt x="8884" y="5507"/>
                    <a:pt x="8732" y="5518"/>
                    <a:pt x="8580" y="5541"/>
                  </a:cubicBezTo>
                  <a:cubicBezTo>
                    <a:pt x="7078" y="5770"/>
                    <a:pt x="5477" y="7143"/>
                    <a:pt x="5720" y="8816"/>
                  </a:cubicBezTo>
                  <a:cubicBezTo>
                    <a:pt x="6249" y="13277"/>
                    <a:pt x="7679" y="17752"/>
                    <a:pt x="9166" y="21985"/>
                  </a:cubicBezTo>
                  <a:cubicBezTo>
                    <a:pt x="9938" y="24001"/>
                    <a:pt x="10653" y="26032"/>
                    <a:pt x="11554" y="28062"/>
                  </a:cubicBezTo>
                  <a:cubicBezTo>
                    <a:pt x="11668" y="28291"/>
                    <a:pt x="11726" y="28534"/>
                    <a:pt x="11854" y="28777"/>
                  </a:cubicBezTo>
                  <a:cubicBezTo>
                    <a:pt x="11082" y="28119"/>
                    <a:pt x="10367" y="27404"/>
                    <a:pt x="9709" y="26575"/>
                  </a:cubicBezTo>
                  <a:cubicBezTo>
                    <a:pt x="7322" y="23472"/>
                    <a:pt x="6078" y="19711"/>
                    <a:pt x="3447" y="16794"/>
                  </a:cubicBezTo>
                  <a:cubicBezTo>
                    <a:pt x="3114" y="16408"/>
                    <a:pt x="2717" y="16245"/>
                    <a:pt x="2326" y="16245"/>
                  </a:cubicBezTo>
                  <a:cubicBezTo>
                    <a:pt x="1456" y="16245"/>
                    <a:pt x="608" y="17049"/>
                    <a:pt x="530" y="17996"/>
                  </a:cubicBezTo>
                  <a:cubicBezTo>
                    <a:pt x="0" y="22700"/>
                    <a:pt x="2260" y="27519"/>
                    <a:pt x="5119" y="31222"/>
                  </a:cubicBezTo>
                  <a:cubicBezTo>
                    <a:pt x="8337" y="35326"/>
                    <a:pt x="12984" y="37714"/>
                    <a:pt x="18103" y="38600"/>
                  </a:cubicBezTo>
                  <a:cubicBezTo>
                    <a:pt x="19905" y="38896"/>
                    <a:pt x="21783" y="39046"/>
                    <a:pt x="23693" y="39046"/>
                  </a:cubicBezTo>
                  <a:cubicBezTo>
                    <a:pt x="31829" y="39046"/>
                    <a:pt x="40520" y="36330"/>
                    <a:pt x="46172" y="30679"/>
                  </a:cubicBezTo>
                  <a:cubicBezTo>
                    <a:pt x="48278" y="28525"/>
                    <a:pt x="46308" y="24872"/>
                    <a:pt x="43783" y="24872"/>
                  </a:cubicBezTo>
                  <a:cubicBezTo>
                    <a:pt x="43240" y="24872"/>
                    <a:pt x="42671" y="25041"/>
                    <a:pt x="42111" y="25431"/>
                  </a:cubicBezTo>
                  <a:cubicBezTo>
                    <a:pt x="38722" y="27819"/>
                    <a:pt x="35619" y="29964"/>
                    <a:pt x="31573" y="31151"/>
                  </a:cubicBezTo>
                  <a:cubicBezTo>
                    <a:pt x="30314" y="31579"/>
                    <a:pt x="29013" y="31865"/>
                    <a:pt x="27698" y="32051"/>
                  </a:cubicBezTo>
                  <a:cubicBezTo>
                    <a:pt x="28884" y="30679"/>
                    <a:pt x="30085" y="29363"/>
                    <a:pt x="31272" y="27933"/>
                  </a:cubicBezTo>
                  <a:cubicBezTo>
                    <a:pt x="34318" y="24430"/>
                    <a:pt x="37235" y="20784"/>
                    <a:pt x="40095" y="17095"/>
                  </a:cubicBezTo>
                  <a:cubicBezTo>
                    <a:pt x="41167" y="15608"/>
                    <a:pt x="40266" y="13277"/>
                    <a:pt x="38836" y="12448"/>
                  </a:cubicBezTo>
                  <a:cubicBezTo>
                    <a:pt x="38295" y="12130"/>
                    <a:pt x="37748" y="11987"/>
                    <a:pt x="37219" y="11987"/>
                  </a:cubicBezTo>
                  <a:cubicBezTo>
                    <a:pt x="36057" y="11987"/>
                    <a:pt x="34983" y="12674"/>
                    <a:pt x="34246" y="13706"/>
                  </a:cubicBezTo>
                  <a:cubicBezTo>
                    <a:pt x="31630" y="17152"/>
                    <a:pt x="29013" y="20612"/>
                    <a:pt x="26268" y="23944"/>
                  </a:cubicBezTo>
                  <a:cubicBezTo>
                    <a:pt x="24952" y="25617"/>
                    <a:pt x="23594" y="27290"/>
                    <a:pt x="22278" y="28948"/>
                  </a:cubicBezTo>
                  <a:lnTo>
                    <a:pt x="22164" y="29077"/>
                  </a:lnTo>
                  <a:cubicBezTo>
                    <a:pt x="22335" y="28005"/>
                    <a:pt x="22521" y="26861"/>
                    <a:pt x="22693" y="25788"/>
                  </a:cubicBezTo>
                  <a:cubicBezTo>
                    <a:pt x="23108" y="23415"/>
                    <a:pt x="23522" y="21027"/>
                    <a:pt x="23951" y="18639"/>
                  </a:cubicBezTo>
                  <a:cubicBezTo>
                    <a:pt x="24781" y="13820"/>
                    <a:pt x="25796" y="9059"/>
                    <a:pt x="26511" y="4226"/>
                  </a:cubicBezTo>
                  <a:cubicBezTo>
                    <a:pt x="26811" y="2438"/>
                    <a:pt x="26096" y="651"/>
                    <a:pt x="24180" y="122"/>
                  </a:cubicBezTo>
                  <a:cubicBezTo>
                    <a:pt x="23900" y="40"/>
                    <a:pt x="23609" y="1"/>
                    <a:pt x="233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15"/>
          <p:cNvGrpSpPr/>
          <p:nvPr/>
        </p:nvGrpSpPr>
        <p:grpSpPr>
          <a:xfrm>
            <a:off x="-1431753" y="-1019146"/>
            <a:ext cx="3596715" cy="3440621"/>
            <a:chOff x="-1431753" y="-1019146"/>
            <a:chExt cx="3596715" cy="3440621"/>
          </a:xfrm>
        </p:grpSpPr>
        <p:sp>
          <p:nvSpPr>
            <p:cNvPr id="175" name="Google Shape;175;p15"/>
            <p:cNvSpPr/>
            <p:nvPr/>
          </p:nvSpPr>
          <p:spPr>
            <a:xfrm rot="7881980" flipH="1">
              <a:off x="-1191248" y="-585951"/>
              <a:ext cx="1814539" cy="1460859"/>
            </a:xfrm>
            <a:custGeom>
              <a:avLst/>
              <a:gdLst/>
              <a:ahLst/>
              <a:cxnLst/>
              <a:rect l="l" t="t" r="r" b="b"/>
              <a:pathLst>
                <a:path w="62612" h="50408" extrusionOk="0">
                  <a:moveTo>
                    <a:pt x="31782" y="6106"/>
                  </a:moveTo>
                  <a:cubicBezTo>
                    <a:pt x="34043" y="6106"/>
                    <a:pt x="35239" y="9407"/>
                    <a:pt x="35329" y="11838"/>
                  </a:cubicBezTo>
                  <a:cubicBezTo>
                    <a:pt x="35572" y="17858"/>
                    <a:pt x="33542" y="23821"/>
                    <a:pt x="30324" y="28940"/>
                  </a:cubicBezTo>
                  <a:cubicBezTo>
                    <a:pt x="27293" y="25608"/>
                    <a:pt x="25792" y="20418"/>
                    <a:pt x="25792" y="16185"/>
                  </a:cubicBezTo>
                  <a:cubicBezTo>
                    <a:pt x="25863" y="12853"/>
                    <a:pt x="26864" y="9036"/>
                    <a:pt x="29667" y="6948"/>
                  </a:cubicBezTo>
                  <a:cubicBezTo>
                    <a:pt x="30452" y="6357"/>
                    <a:pt x="31158" y="6106"/>
                    <a:pt x="31782" y="6106"/>
                  </a:cubicBezTo>
                  <a:close/>
                  <a:moveTo>
                    <a:pt x="31814" y="1"/>
                  </a:moveTo>
                  <a:cubicBezTo>
                    <a:pt x="31045" y="1"/>
                    <a:pt x="30251" y="109"/>
                    <a:pt x="29438" y="342"/>
                  </a:cubicBezTo>
                  <a:cubicBezTo>
                    <a:pt x="24605" y="1657"/>
                    <a:pt x="21387" y="6533"/>
                    <a:pt x="20258" y="11123"/>
                  </a:cubicBezTo>
                  <a:cubicBezTo>
                    <a:pt x="19185" y="15470"/>
                    <a:pt x="19486" y="20603"/>
                    <a:pt x="21030" y="25251"/>
                  </a:cubicBezTo>
                  <a:cubicBezTo>
                    <a:pt x="21387" y="26194"/>
                    <a:pt x="21688" y="27210"/>
                    <a:pt x="22102" y="28168"/>
                  </a:cubicBezTo>
                  <a:cubicBezTo>
                    <a:pt x="23060" y="30613"/>
                    <a:pt x="24190" y="32929"/>
                    <a:pt x="25734" y="34831"/>
                  </a:cubicBezTo>
                  <a:cubicBezTo>
                    <a:pt x="25563" y="35017"/>
                    <a:pt x="25377" y="35260"/>
                    <a:pt x="25148" y="35431"/>
                  </a:cubicBezTo>
                  <a:cubicBezTo>
                    <a:pt x="19243" y="40550"/>
                    <a:pt x="11679" y="43596"/>
                    <a:pt x="3928" y="44254"/>
                  </a:cubicBezTo>
                  <a:cubicBezTo>
                    <a:pt x="122" y="44545"/>
                    <a:pt x="0" y="50408"/>
                    <a:pt x="3562" y="50408"/>
                  </a:cubicBezTo>
                  <a:cubicBezTo>
                    <a:pt x="3680" y="50408"/>
                    <a:pt x="3802" y="50401"/>
                    <a:pt x="3928" y="50388"/>
                  </a:cubicBezTo>
                  <a:cubicBezTo>
                    <a:pt x="5187" y="50274"/>
                    <a:pt x="6488" y="50088"/>
                    <a:pt x="7746" y="49845"/>
                  </a:cubicBezTo>
                  <a:cubicBezTo>
                    <a:pt x="8516" y="49964"/>
                    <a:pt x="9287" y="50020"/>
                    <a:pt x="10058" y="50020"/>
                  </a:cubicBezTo>
                  <a:cubicBezTo>
                    <a:pt x="17823" y="50020"/>
                    <a:pt x="25520" y="44281"/>
                    <a:pt x="30567" y="38649"/>
                  </a:cubicBezTo>
                  <a:cubicBezTo>
                    <a:pt x="30982" y="38892"/>
                    <a:pt x="31454" y="39063"/>
                    <a:pt x="31940" y="39249"/>
                  </a:cubicBezTo>
                  <a:cubicBezTo>
                    <a:pt x="33550" y="39795"/>
                    <a:pt x="35215" y="40037"/>
                    <a:pt x="36889" y="40037"/>
                  </a:cubicBezTo>
                  <a:cubicBezTo>
                    <a:pt x="41223" y="40037"/>
                    <a:pt x="45619" y="38417"/>
                    <a:pt x="49270" y="36261"/>
                  </a:cubicBezTo>
                  <a:cubicBezTo>
                    <a:pt x="54389" y="33229"/>
                    <a:pt x="58679" y="28883"/>
                    <a:pt x="61725" y="23749"/>
                  </a:cubicBezTo>
                  <a:cubicBezTo>
                    <a:pt x="62611" y="22262"/>
                    <a:pt x="62082" y="20175"/>
                    <a:pt x="60538" y="19288"/>
                  </a:cubicBezTo>
                  <a:cubicBezTo>
                    <a:pt x="60012" y="18987"/>
                    <a:pt x="59479" y="18851"/>
                    <a:pt x="58964" y="18851"/>
                  </a:cubicBezTo>
                  <a:cubicBezTo>
                    <a:pt x="57841" y="18851"/>
                    <a:pt x="56797" y="19495"/>
                    <a:pt x="56062" y="20475"/>
                  </a:cubicBezTo>
                  <a:cubicBezTo>
                    <a:pt x="51751" y="26076"/>
                    <a:pt x="45811" y="32409"/>
                    <a:pt x="38243" y="32409"/>
                  </a:cubicBezTo>
                  <a:cubicBezTo>
                    <a:pt x="37755" y="32409"/>
                    <a:pt x="37260" y="32383"/>
                    <a:pt x="36759" y="32329"/>
                  </a:cubicBezTo>
                  <a:cubicBezTo>
                    <a:pt x="36344" y="32271"/>
                    <a:pt x="35930" y="32214"/>
                    <a:pt x="35515" y="32100"/>
                  </a:cubicBezTo>
                  <a:cubicBezTo>
                    <a:pt x="39919" y="25065"/>
                    <a:pt x="42664" y="16485"/>
                    <a:pt x="40934" y="8378"/>
                  </a:cubicBezTo>
                  <a:cubicBezTo>
                    <a:pt x="40016" y="3849"/>
                    <a:pt x="36384" y="1"/>
                    <a:pt x="318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5"/>
            <p:cNvSpPr/>
            <p:nvPr/>
          </p:nvSpPr>
          <p:spPr>
            <a:xfrm rot="9380840" flipH="1">
              <a:off x="-241761" y="-196146"/>
              <a:ext cx="1716066" cy="1210862"/>
            </a:xfrm>
            <a:custGeom>
              <a:avLst/>
              <a:gdLst/>
              <a:ahLst/>
              <a:cxnLst/>
              <a:rect l="l" t="t" r="r" b="b"/>
              <a:pathLst>
                <a:path w="78615" h="55471" extrusionOk="0">
                  <a:moveTo>
                    <a:pt x="28010" y="0"/>
                  </a:moveTo>
                  <a:cubicBezTo>
                    <a:pt x="27289" y="0"/>
                    <a:pt x="26561" y="182"/>
                    <a:pt x="25892" y="575"/>
                  </a:cubicBezTo>
                  <a:cubicBezTo>
                    <a:pt x="21359" y="3320"/>
                    <a:pt x="17069" y="6423"/>
                    <a:pt x="12665" y="9397"/>
                  </a:cubicBezTo>
                  <a:cubicBezTo>
                    <a:pt x="8547" y="12143"/>
                    <a:pt x="4200" y="14702"/>
                    <a:pt x="1040" y="18577"/>
                  </a:cubicBezTo>
                  <a:cubicBezTo>
                    <a:pt x="0" y="19894"/>
                    <a:pt x="827" y="21708"/>
                    <a:pt x="2405" y="21708"/>
                  </a:cubicBezTo>
                  <a:cubicBezTo>
                    <a:pt x="2540" y="21708"/>
                    <a:pt x="2682" y="21694"/>
                    <a:pt x="2828" y="21666"/>
                  </a:cubicBezTo>
                  <a:cubicBezTo>
                    <a:pt x="7718" y="20722"/>
                    <a:pt x="12008" y="18034"/>
                    <a:pt x="16354" y="15718"/>
                  </a:cubicBezTo>
                  <a:cubicBezTo>
                    <a:pt x="19364" y="14097"/>
                    <a:pt x="22445" y="12549"/>
                    <a:pt x="25458" y="10917"/>
                  </a:cubicBezTo>
                  <a:lnTo>
                    <a:pt x="25458" y="10917"/>
                  </a:lnTo>
                  <a:cubicBezTo>
                    <a:pt x="27706" y="18771"/>
                    <a:pt x="29975" y="26624"/>
                    <a:pt x="32198" y="34478"/>
                  </a:cubicBezTo>
                  <a:cubicBezTo>
                    <a:pt x="32709" y="36440"/>
                    <a:pt x="34469" y="37635"/>
                    <a:pt x="36324" y="37635"/>
                  </a:cubicBezTo>
                  <a:cubicBezTo>
                    <a:pt x="37065" y="37635"/>
                    <a:pt x="37820" y="37445"/>
                    <a:pt x="38518" y="37037"/>
                  </a:cubicBezTo>
                  <a:cubicBezTo>
                    <a:pt x="42207" y="34964"/>
                    <a:pt x="45968" y="32819"/>
                    <a:pt x="49714" y="30731"/>
                  </a:cubicBezTo>
                  <a:cubicBezTo>
                    <a:pt x="51330" y="29773"/>
                    <a:pt x="53532" y="27986"/>
                    <a:pt x="55319" y="27571"/>
                  </a:cubicBezTo>
                  <a:cubicBezTo>
                    <a:pt x="55870" y="27444"/>
                    <a:pt x="56186" y="27369"/>
                    <a:pt x="56408" y="27369"/>
                  </a:cubicBezTo>
                  <a:cubicBezTo>
                    <a:pt x="56809" y="27369"/>
                    <a:pt x="56905" y="27613"/>
                    <a:pt x="57521" y="28229"/>
                  </a:cubicBezTo>
                  <a:cubicBezTo>
                    <a:pt x="58293" y="29001"/>
                    <a:pt x="58708" y="30431"/>
                    <a:pt x="59194" y="31389"/>
                  </a:cubicBezTo>
                  <a:cubicBezTo>
                    <a:pt x="61096" y="35193"/>
                    <a:pt x="63069" y="39068"/>
                    <a:pt x="65028" y="42885"/>
                  </a:cubicBezTo>
                  <a:cubicBezTo>
                    <a:pt x="66930" y="46689"/>
                    <a:pt x="68488" y="51165"/>
                    <a:pt x="71520" y="54267"/>
                  </a:cubicBezTo>
                  <a:cubicBezTo>
                    <a:pt x="72352" y="55111"/>
                    <a:pt x="73284" y="55471"/>
                    <a:pt x="74183" y="55471"/>
                  </a:cubicBezTo>
                  <a:cubicBezTo>
                    <a:pt x="76513" y="55471"/>
                    <a:pt x="78615" y="53055"/>
                    <a:pt x="78140" y="50392"/>
                  </a:cubicBezTo>
                  <a:cubicBezTo>
                    <a:pt x="77239" y="45088"/>
                    <a:pt x="73250" y="39668"/>
                    <a:pt x="70805" y="34835"/>
                  </a:cubicBezTo>
                  <a:cubicBezTo>
                    <a:pt x="68431" y="30245"/>
                    <a:pt x="66458" y="24297"/>
                    <a:pt x="62712" y="20594"/>
                  </a:cubicBezTo>
                  <a:cubicBezTo>
                    <a:pt x="60979" y="18920"/>
                    <a:pt x="59070" y="18258"/>
                    <a:pt x="57108" y="18258"/>
                  </a:cubicBezTo>
                  <a:cubicBezTo>
                    <a:pt x="54812" y="18258"/>
                    <a:pt x="52444" y="19165"/>
                    <a:pt x="50200" y="20422"/>
                  </a:cubicBezTo>
                  <a:cubicBezTo>
                    <a:pt x="46442" y="22547"/>
                    <a:pt x="42712" y="24706"/>
                    <a:pt x="38970" y="26877"/>
                  </a:cubicBezTo>
                  <a:lnTo>
                    <a:pt x="38970" y="26877"/>
                  </a:lnTo>
                  <a:cubicBezTo>
                    <a:pt x="36753" y="18990"/>
                    <a:pt x="34554" y="11079"/>
                    <a:pt x="32326" y="3206"/>
                  </a:cubicBezTo>
                  <a:cubicBezTo>
                    <a:pt x="31756" y="1258"/>
                    <a:pt x="29909" y="0"/>
                    <a:pt x="280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5"/>
            <p:cNvSpPr/>
            <p:nvPr/>
          </p:nvSpPr>
          <p:spPr>
            <a:xfrm rot="10269017" flipH="1">
              <a:off x="-952732" y="859656"/>
              <a:ext cx="1773040" cy="1252385"/>
            </a:xfrm>
            <a:custGeom>
              <a:avLst/>
              <a:gdLst/>
              <a:ahLst/>
              <a:cxnLst/>
              <a:rect l="l" t="t" r="r" b="b"/>
              <a:pathLst>
                <a:path w="72982" h="51556" extrusionOk="0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5"/>
            <p:cNvSpPr/>
            <p:nvPr/>
          </p:nvSpPr>
          <p:spPr>
            <a:xfrm>
              <a:off x="84750" y="2107675"/>
              <a:ext cx="313800" cy="31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5"/>
            <p:cNvSpPr/>
            <p:nvPr/>
          </p:nvSpPr>
          <p:spPr>
            <a:xfrm rot="10471784">
              <a:off x="1211101" y="-250787"/>
              <a:ext cx="931119" cy="521871"/>
            </a:xfrm>
            <a:custGeom>
              <a:avLst/>
              <a:gdLst/>
              <a:ahLst/>
              <a:cxnLst/>
              <a:rect l="l" t="t" r="r" b="b"/>
              <a:pathLst>
                <a:path w="24725" h="13698" extrusionOk="0">
                  <a:moveTo>
                    <a:pt x="19194" y="0"/>
                  </a:moveTo>
                  <a:cubicBezTo>
                    <a:pt x="18979" y="0"/>
                    <a:pt x="18763" y="20"/>
                    <a:pt x="18547" y="61"/>
                  </a:cubicBezTo>
                  <a:cubicBezTo>
                    <a:pt x="15516" y="604"/>
                    <a:pt x="13071" y="2263"/>
                    <a:pt x="10382" y="3750"/>
                  </a:cubicBezTo>
                  <a:cubicBezTo>
                    <a:pt x="7651" y="5309"/>
                    <a:pt x="4734" y="6739"/>
                    <a:pt x="2160" y="8583"/>
                  </a:cubicBezTo>
                  <a:cubicBezTo>
                    <a:pt x="1" y="10158"/>
                    <a:pt x="883" y="13697"/>
                    <a:pt x="3484" y="13697"/>
                  </a:cubicBezTo>
                  <a:cubicBezTo>
                    <a:pt x="3741" y="13697"/>
                    <a:pt x="4016" y="13663"/>
                    <a:pt x="4305" y="13588"/>
                  </a:cubicBezTo>
                  <a:cubicBezTo>
                    <a:pt x="7594" y="12758"/>
                    <a:pt x="10683" y="11329"/>
                    <a:pt x="13843" y="10127"/>
                  </a:cubicBezTo>
                  <a:cubicBezTo>
                    <a:pt x="16817" y="8941"/>
                    <a:pt x="19505" y="7983"/>
                    <a:pt x="22007" y="5895"/>
                  </a:cubicBezTo>
                  <a:cubicBezTo>
                    <a:pt x="24725" y="3630"/>
                    <a:pt x="22118" y="0"/>
                    <a:pt x="191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4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 txBox="1">
            <a:spLocks noGrp="1"/>
          </p:cNvSpPr>
          <p:nvPr>
            <p:ph type="title"/>
          </p:nvPr>
        </p:nvSpPr>
        <p:spPr>
          <a:xfrm>
            <a:off x="948600" y="368825"/>
            <a:ext cx="748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82" name="Google Shape;182;p16"/>
          <p:cNvGrpSpPr/>
          <p:nvPr/>
        </p:nvGrpSpPr>
        <p:grpSpPr>
          <a:xfrm>
            <a:off x="7209776" y="-530913"/>
            <a:ext cx="2765829" cy="3338116"/>
            <a:chOff x="7209776" y="-530913"/>
            <a:chExt cx="2765829" cy="3338116"/>
          </a:xfrm>
        </p:grpSpPr>
        <p:sp>
          <p:nvSpPr>
            <p:cNvPr id="183" name="Google Shape;183;p16"/>
            <p:cNvSpPr/>
            <p:nvPr/>
          </p:nvSpPr>
          <p:spPr>
            <a:xfrm rot="-9544000">
              <a:off x="7857658" y="-276004"/>
              <a:ext cx="1677589" cy="1356790"/>
            </a:xfrm>
            <a:custGeom>
              <a:avLst/>
              <a:gdLst/>
              <a:ahLst/>
              <a:cxnLst/>
              <a:rect l="l" t="t" r="r" b="b"/>
              <a:pathLst>
                <a:path w="48278" h="39046" extrusionOk="0">
                  <a:moveTo>
                    <a:pt x="23318" y="1"/>
                  </a:moveTo>
                  <a:cubicBezTo>
                    <a:pt x="21882" y="1"/>
                    <a:pt x="20421" y="953"/>
                    <a:pt x="20076" y="2438"/>
                  </a:cubicBezTo>
                  <a:cubicBezTo>
                    <a:pt x="19004" y="7329"/>
                    <a:pt x="18346" y="12333"/>
                    <a:pt x="17574" y="17209"/>
                  </a:cubicBezTo>
                  <a:cubicBezTo>
                    <a:pt x="17216" y="19540"/>
                    <a:pt x="16859" y="21799"/>
                    <a:pt x="16559" y="24073"/>
                  </a:cubicBezTo>
                  <a:cubicBezTo>
                    <a:pt x="16201" y="22814"/>
                    <a:pt x="15787" y="21570"/>
                    <a:pt x="15429" y="20312"/>
                  </a:cubicBezTo>
                  <a:cubicBezTo>
                    <a:pt x="14228" y="16208"/>
                    <a:pt x="13456" y="11976"/>
                    <a:pt x="12212" y="7915"/>
                  </a:cubicBezTo>
                  <a:cubicBezTo>
                    <a:pt x="11720" y="6518"/>
                    <a:pt x="10456" y="5507"/>
                    <a:pt x="9034" y="5507"/>
                  </a:cubicBezTo>
                  <a:cubicBezTo>
                    <a:pt x="8884" y="5507"/>
                    <a:pt x="8732" y="5518"/>
                    <a:pt x="8580" y="5541"/>
                  </a:cubicBezTo>
                  <a:cubicBezTo>
                    <a:pt x="7078" y="5770"/>
                    <a:pt x="5477" y="7143"/>
                    <a:pt x="5720" y="8816"/>
                  </a:cubicBezTo>
                  <a:cubicBezTo>
                    <a:pt x="6249" y="13277"/>
                    <a:pt x="7679" y="17752"/>
                    <a:pt x="9166" y="21985"/>
                  </a:cubicBezTo>
                  <a:cubicBezTo>
                    <a:pt x="9938" y="24001"/>
                    <a:pt x="10653" y="26032"/>
                    <a:pt x="11554" y="28062"/>
                  </a:cubicBezTo>
                  <a:cubicBezTo>
                    <a:pt x="11668" y="28291"/>
                    <a:pt x="11726" y="28534"/>
                    <a:pt x="11854" y="28777"/>
                  </a:cubicBezTo>
                  <a:cubicBezTo>
                    <a:pt x="11082" y="28119"/>
                    <a:pt x="10367" y="27404"/>
                    <a:pt x="9709" y="26575"/>
                  </a:cubicBezTo>
                  <a:cubicBezTo>
                    <a:pt x="7322" y="23472"/>
                    <a:pt x="6078" y="19711"/>
                    <a:pt x="3447" y="16794"/>
                  </a:cubicBezTo>
                  <a:cubicBezTo>
                    <a:pt x="3114" y="16408"/>
                    <a:pt x="2717" y="16245"/>
                    <a:pt x="2326" y="16245"/>
                  </a:cubicBezTo>
                  <a:cubicBezTo>
                    <a:pt x="1456" y="16245"/>
                    <a:pt x="608" y="17049"/>
                    <a:pt x="530" y="17996"/>
                  </a:cubicBezTo>
                  <a:cubicBezTo>
                    <a:pt x="0" y="22700"/>
                    <a:pt x="2260" y="27519"/>
                    <a:pt x="5119" y="31222"/>
                  </a:cubicBezTo>
                  <a:cubicBezTo>
                    <a:pt x="8337" y="35326"/>
                    <a:pt x="12984" y="37714"/>
                    <a:pt x="18103" y="38600"/>
                  </a:cubicBezTo>
                  <a:cubicBezTo>
                    <a:pt x="19905" y="38896"/>
                    <a:pt x="21783" y="39046"/>
                    <a:pt x="23693" y="39046"/>
                  </a:cubicBezTo>
                  <a:cubicBezTo>
                    <a:pt x="31829" y="39046"/>
                    <a:pt x="40520" y="36330"/>
                    <a:pt x="46172" y="30679"/>
                  </a:cubicBezTo>
                  <a:cubicBezTo>
                    <a:pt x="48278" y="28525"/>
                    <a:pt x="46308" y="24872"/>
                    <a:pt x="43783" y="24872"/>
                  </a:cubicBezTo>
                  <a:cubicBezTo>
                    <a:pt x="43240" y="24872"/>
                    <a:pt x="42671" y="25041"/>
                    <a:pt x="42111" y="25431"/>
                  </a:cubicBezTo>
                  <a:cubicBezTo>
                    <a:pt x="38722" y="27819"/>
                    <a:pt x="35619" y="29964"/>
                    <a:pt x="31573" y="31151"/>
                  </a:cubicBezTo>
                  <a:cubicBezTo>
                    <a:pt x="30314" y="31579"/>
                    <a:pt x="29013" y="31865"/>
                    <a:pt x="27698" y="32051"/>
                  </a:cubicBezTo>
                  <a:cubicBezTo>
                    <a:pt x="28884" y="30679"/>
                    <a:pt x="30085" y="29363"/>
                    <a:pt x="31272" y="27933"/>
                  </a:cubicBezTo>
                  <a:cubicBezTo>
                    <a:pt x="34318" y="24430"/>
                    <a:pt x="37235" y="20784"/>
                    <a:pt x="40095" y="17095"/>
                  </a:cubicBezTo>
                  <a:cubicBezTo>
                    <a:pt x="41167" y="15608"/>
                    <a:pt x="40266" y="13277"/>
                    <a:pt x="38836" y="12448"/>
                  </a:cubicBezTo>
                  <a:cubicBezTo>
                    <a:pt x="38295" y="12130"/>
                    <a:pt x="37748" y="11987"/>
                    <a:pt x="37219" y="11987"/>
                  </a:cubicBezTo>
                  <a:cubicBezTo>
                    <a:pt x="36057" y="11987"/>
                    <a:pt x="34983" y="12674"/>
                    <a:pt x="34246" y="13706"/>
                  </a:cubicBezTo>
                  <a:cubicBezTo>
                    <a:pt x="31630" y="17152"/>
                    <a:pt x="29013" y="20612"/>
                    <a:pt x="26268" y="23944"/>
                  </a:cubicBezTo>
                  <a:cubicBezTo>
                    <a:pt x="24952" y="25617"/>
                    <a:pt x="23594" y="27290"/>
                    <a:pt x="22278" y="28948"/>
                  </a:cubicBezTo>
                  <a:lnTo>
                    <a:pt x="22164" y="29077"/>
                  </a:lnTo>
                  <a:cubicBezTo>
                    <a:pt x="22335" y="28005"/>
                    <a:pt x="22521" y="26861"/>
                    <a:pt x="22693" y="25788"/>
                  </a:cubicBezTo>
                  <a:cubicBezTo>
                    <a:pt x="23108" y="23415"/>
                    <a:pt x="23522" y="21027"/>
                    <a:pt x="23951" y="18639"/>
                  </a:cubicBezTo>
                  <a:cubicBezTo>
                    <a:pt x="24781" y="13820"/>
                    <a:pt x="25796" y="9059"/>
                    <a:pt x="26511" y="4226"/>
                  </a:cubicBezTo>
                  <a:cubicBezTo>
                    <a:pt x="26811" y="2438"/>
                    <a:pt x="26096" y="651"/>
                    <a:pt x="24180" y="122"/>
                  </a:cubicBezTo>
                  <a:cubicBezTo>
                    <a:pt x="23900" y="40"/>
                    <a:pt x="23609" y="1"/>
                    <a:pt x="233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6"/>
            <p:cNvSpPr/>
            <p:nvPr/>
          </p:nvSpPr>
          <p:spPr>
            <a:xfrm rot="3603388">
              <a:off x="8287419" y="1267621"/>
              <a:ext cx="1599212" cy="1129652"/>
            </a:xfrm>
            <a:custGeom>
              <a:avLst/>
              <a:gdLst/>
              <a:ahLst/>
              <a:cxnLst/>
              <a:rect l="l" t="t" r="r" b="b"/>
              <a:pathLst>
                <a:path w="72982" h="51556" extrusionOk="0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6"/>
            <p:cNvSpPr/>
            <p:nvPr/>
          </p:nvSpPr>
          <p:spPr>
            <a:xfrm rot="2700000">
              <a:off x="8810766" y="1110445"/>
              <a:ext cx="931069" cy="521879"/>
            </a:xfrm>
            <a:custGeom>
              <a:avLst/>
              <a:gdLst/>
              <a:ahLst/>
              <a:cxnLst/>
              <a:rect l="l" t="t" r="r" b="b"/>
              <a:pathLst>
                <a:path w="24725" h="13698" extrusionOk="0">
                  <a:moveTo>
                    <a:pt x="19194" y="0"/>
                  </a:moveTo>
                  <a:cubicBezTo>
                    <a:pt x="18979" y="0"/>
                    <a:pt x="18763" y="20"/>
                    <a:pt x="18547" y="61"/>
                  </a:cubicBezTo>
                  <a:cubicBezTo>
                    <a:pt x="15516" y="604"/>
                    <a:pt x="13071" y="2263"/>
                    <a:pt x="10382" y="3750"/>
                  </a:cubicBezTo>
                  <a:cubicBezTo>
                    <a:pt x="7651" y="5309"/>
                    <a:pt x="4734" y="6739"/>
                    <a:pt x="2160" y="8583"/>
                  </a:cubicBezTo>
                  <a:cubicBezTo>
                    <a:pt x="1" y="10158"/>
                    <a:pt x="883" y="13697"/>
                    <a:pt x="3484" y="13697"/>
                  </a:cubicBezTo>
                  <a:cubicBezTo>
                    <a:pt x="3741" y="13697"/>
                    <a:pt x="4016" y="13663"/>
                    <a:pt x="4305" y="13588"/>
                  </a:cubicBezTo>
                  <a:cubicBezTo>
                    <a:pt x="7594" y="12758"/>
                    <a:pt x="10683" y="11329"/>
                    <a:pt x="13843" y="10127"/>
                  </a:cubicBezTo>
                  <a:cubicBezTo>
                    <a:pt x="16817" y="8941"/>
                    <a:pt x="19505" y="7983"/>
                    <a:pt x="22007" y="5895"/>
                  </a:cubicBezTo>
                  <a:cubicBezTo>
                    <a:pt x="24725" y="3630"/>
                    <a:pt x="22118" y="0"/>
                    <a:pt x="191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6"/>
            <p:cNvSpPr/>
            <p:nvPr/>
          </p:nvSpPr>
          <p:spPr>
            <a:xfrm rot="-2140393">
              <a:off x="7370410" y="-313144"/>
              <a:ext cx="606056" cy="745919"/>
            </a:xfrm>
            <a:custGeom>
              <a:avLst/>
              <a:gdLst/>
              <a:ahLst/>
              <a:cxnLst/>
              <a:rect l="l" t="t" r="r" b="b"/>
              <a:pathLst>
                <a:path w="12003" h="14773" extrusionOk="0">
                  <a:moveTo>
                    <a:pt x="2808" y="1"/>
                  </a:moveTo>
                  <a:cubicBezTo>
                    <a:pt x="2045" y="1"/>
                    <a:pt x="1284" y="485"/>
                    <a:pt x="1016" y="1297"/>
                  </a:cubicBezTo>
                  <a:cubicBezTo>
                    <a:pt x="1" y="4271"/>
                    <a:pt x="358" y="7617"/>
                    <a:pt x="2146" y="10234"/>
                  </a:cubicBezTo>
                  <a:cubicBezTo>
                    <a:pt x="3089" y="11907"/>
                    <a:pt x="4519" y="13265"/>
                    <a:pt x="6435" y="14051"/>
                  </a:cubicBezTo>
                  <a:cubicBezTo>
                    <a:pt x="7451" y="14466"/>
                    <a:pt x="8523" y="14695"/>
                    <a:pt x="9524" y="14766"/>
                  </a:cubicBezTo>
                  <a:cubicBezTo>
                    <a:pt x="9575" y="14770"/>
                    <a:pt x="9625" y="14772"/>
                    <a:pt x="9674" y="14772"/>
                  </a:cubicBezTo>
                  <a:cubicBezTo>
                    <a:pt x="11091" y="14772"/>
                    <a:pt x="12002" y="13221"/>
                    <a:pt x="11311" y="11964"/>
                  </a:cubicBezTo>
                  <a:lnTo>
                    <a:pt x="11254" y="11964"/>
                  </a:lnTo>
                  <a:cubicBezTo>
                    <a:pt x="10954" y="11420"/>
                    <a:pt x="10425" y="11063"/>
                    <a:pt x="9824" y="11006"/>
                  </a:cubicBezTo>
                  <a:cubicBezTo>
                    <a:pt x="9653" y="11006"/>
                    <a:pt x="9524" y="11006"/>
                    <a:pt x="9410" y="10949"/>
                  </a:cubicBezTo>
                  <a:lnTo>
                    <a:pt x="9167" y="10949"/>
                  </a:lnTo>
                  <a:cubicBezTo>
                    <a:pt x="7737" y="10534"/>
                    <a:pt x="6493" y="9819"/>
                    <a:pt x="5592" y="8747"/>
                  </a:cubicBezTo>
                  <a:cubicBezTo>
                    <a:pt x="5477" y="8689"/>
                    <a:pt x="5420" y="8561"/>
                    <a:pt x="5363" y="8446"/>
                  </a:cubicBezTo>
                  <a:cubicBezTo>
                    <a:pt x="5234" y="8260"/>
                    <a:pt x="5120" y="8032"/>
                    <a:pt x="5063" y="7789"/>
                  </a:cubicBezTo>
                  <a:cubicBezTo>
                    <a:pt x="4405" y="6058"/>
                    <a:pt x="4462" y="4271"/>
                    <a:pt x="4877" y="2484"/>
                  </a:cubicBezTo>
                  <a:cubicBezTo>
                    <a:pt x="5006" y="1769"/>
                    <a:pt x="4762" y="1111"/>
                    <a:pt x="4233" y="639"/>
                  </a:cubicBezTo>
                  <a:cubicBezTo>
                    <a:pt x="4162" y="582"/>
                    <a:pt x="4105" y="525"/>
                    <a:pt x="3990" y="467"/>
                  </a:cubicBezTo>
                  <a:cubicBezTo>
                    <a:pt x="3650" y="148"/>
                    <a:pt x="3229" y="1"/>
                    <a:pt x="28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6"/>
            <p:cNvSpPr/>
            <p:nvPr/>
          </p:nvSpPr>
          <p:spPr>
            <a:xfrm rot="3828233">
              <a:off x="8584555" y="1957586"/>
              <a:ext cx="646690" cy="663762"/>
            </a:xfrm>
            <a:custGeom>
              <a:avLst/>
              <a:gdLst/>
              <a:ahLst/>
              <a:cxnLst/>
              <a:rect l="l" t="t" r="r" b="b"/>
              <a:pathLst>
                <a:path w="8523" h="8748" extrusionOk="0">
                  <a:moveTo>
                    <a:pt x="6861" y="0"/>
                  </a:moveTo>
                  <a:cubicBezTo>
                    <a:pt x="6190" y="0"/>
                    <a:pt x="5461" y="510"/>
                    <a:pt x="5363" y="1298"/>
                  </a:cubicBezTo>
                  <a:cubicBezTo>
                    <a:pt x="5306" y="2256"/>
                    <a:pt x="5420" y="3328"/>
                    <a:pt x="5477" y="4343"/>
                  </a:cubicBezTo>
                  <a:cubicBezTo>
                    <a:pt x="5477" y="4815"/>
                    <a:pt x="5534" y="5344"/>
                    <a:pt x="5534" y="5830"/>
                  </a:cubicBezTo>
                  <a:lnTo>
                    <a:pt x="3876" y="5830"/>
                  </a:lnTo>
                  <a:cubicBezTo>
                    <a:pt x="3262" y="5830"/>
                    <a:pt x="2627" y="5762"/>
                    <a:pt x="1997" y="5762"/>
                  </a:cubicBezTo>
                  <a:cubicBezTo>
                    <a:pt x="1584" y="5762"/>
                    <a:pt x="1174" y="5791"/>
                    <a:pt x="773" y="5888"/>
                  </a:cubicBezTo>
                  <a:cubicBezTo>
                    <a:pt x="472" y="6002"/>
                    <a:pt x="115" y="6302"/>
                    <a:pt x="58" y="6602"/>
                  </a:cubicBezTo>
                  <a:lnTo>
                    <a:pt x="58" y="6846"/>
                  </a:lnTo>
                  <a:lnTo>
                    <a:pt x="58" y="6903"/>
                  </a:lnTo>
                  <a:cubicBezTo>
                    <a:pt x="1" y="7203"/>
                    <a:pt x="301" y="7560"/>
                    <a:pt x="530" y="7732"/>
                  </a:cubicBezTo>
                  <a:cubicBezTo>
                    <a:pt x="1488" y="8275"/>
                    <a:pt x="2617" y="8390"/>
                    <a:pt x="3690" y="8561"/>
                  </a:cubicBezTo>
                  <a:cubicBezTo>
                    <a:pt x="4819" y="8747"/>
                    <a:pt x="5963" y="8747"/>
                    <a:pt x="7093" y="8747"/>
                  </a:cubicBezTo>
                  <a:cubicBezTo>
                    <a:pt x="7808" y="8747"/>
                    <a:pt x="8523" y="8090"/>
                    <a:pt x="8466" y="7317"/>
                  </a:cubicBezTo>
                  <a:cubicBezTo>
                    <a:pt x="8394" y="6245"/>
                    <a:pt x="8337" y="5173"/>
                    <a:pt x="8280" y="4157"/>
                  </a:cubicBezTo>
                  <a:cubicBezTo>
                    <a:pt x="8165" y="3085"/>
                    <a:pt x="8165" y="1955"/>
                    <a:pt x="7979" y="940"/>
                  </a:cubicBezTo>
                  <a:cubicBezTo>
                    <a:pt x="7827" y="282"/>
                    <a:pt x="7360" y="0"/>
                    <a:pt x="68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8" name="Google Shape;188;p16"/>
          <p:cNvGrpSpPr/>
          <p:nvPr/>
        </p:nvGrpSpPr>
        <p:grpSpPr>
          <a:xfrm>
            <a:off x="-771439" y="2512808"/>
            <a:ext cx="2939367" cy="4102957"/>
            <a:chOff x="-771439" y="2512808"/>
            <a:chExt cx="2939367" cy="4102957"/>
          </a:xfrm>
        </p:grpSpPr>
        <p:sp>
          <p:nvSpPr>
            <p:cNvPr id="189" name="Google Shape;189;p16"/>
            <p:cNvSpPr/>
            <p:nvPr/>
          </p:nvSpPr>
          <p:spPr>
            <a:xfrm rot="-6384815">
              <a:off x="285444" y="4124490"/>
              <a:ext cx="855561" cy="526641"/>
            </a:xfrm>
            <a:custGeom>
              <a:avLst/>
              <a:gdLst/>
              <a:ahLst/>
              <a:cxnLst/>
              <a:rect l="l" t="t" r="r" b="b"/>
              <a:pathLst>
                <a:path w="10783" h="6638" extrusionOk="0">
                  <a:moveTo>
                    <a:pt x="4716" y="1"/>
                  </a:moveTo>
                  <a:cubicBezTo>
                    <a:pt x="4067" y="1"/>
                    <a:pt x="3427" y="476"/>
                    <a:pt x="3575" y="1454"/>
                  </a:cubicBezTo>
                  <a:cubicBezTo>
                    <a:pt x="3575" y="1625"/>
                    <a:pt x="3633" y="1811"/>
                    <a:pt x="3633" y="2054"/>
                  </a:cubicBezTo>
                  <a:cubicBezTo>
                    <a:pt x="2675" y="2226"/>
                    <a:pt x="1717" y="2412"/>
                    <a:pt x="887" y="2641"/>
                  </a:cubicBezTo>
                  <a:cubicBezTo>
                    <a:pt x="1" y="2941"/>
                    <a:pt x="172" y="4256"/>
                    <a:pt x="1073" y="4256"/>
                  </a:cubicBezTo>
                  <a:lnTo>
                    <a:pt x="3804" y="4256"/>
                  </a:lnTo>
                  <a:cubicBezTo>
                    <a:pt x="3804" y="4843"/>
                    <a:pt x="3861" y="5500"/>
                    <a:pt x="3990" y="6101"/>
                  </a:cubicBezTo>
                  <a:cubicBezTo>
                    <a:pt x="4076" y="6458"/>
                    <a:pt x="4401" y="6637"/>
                    <a:pt x="4721" y="6637"/>
                  </a:cubicBezTo>
                  <a:cubicBezTo>
                    <a:pt x="5041" y="6637"/>
                    <a:pt x="5356" y="6458"/>
                    <a:pt x="5420" y="6101"/>
                  </a:cubicBezTo>
                  <a:cubicBezTo>
                    <a:pt x="5534" y="5500"/>
                    <a:pt x="5592" y="4914"/>
                    <a:pt x="5649" y="4314"/>
                  </a:cubicBezTo>
                  <a:cubicBezTo>
                    <a:pt x="6584" y="4413"/>
                    <a:pt x="7573" y="4567"/>
                    <a:pt x="8522" y="4567"/>
                  </a:cubicBezTo>
                  <a:cubicBezTo>
                    <a:pt x="8661" y="4567"/>
                    <a:pt x="8800" y="4564"/>
                    <a:pt x="8938" y="4557"/>
                  </a:cubicBezTo>
                  <a:cubicBezTo>
                    <a:pt x="10367" y="4485"/>
                    <a:pt x="10782" y="2340"/>
                    <a:pt x="9295" y="1983"/>
                  </a:cubicBezTo>
                  <a:cubicBezTo>
                    <a:pt x="8519" y="1808"/>
                    <a:pt x="7602" y="1734"/>
                    <a:pt x="6683" y="1734"/>
                  </a:cubicBezTo>
                  <a:cubicBezTo>
                    <a:pt x="6399" y="1734"/>
                    <a:pt x="6115" y="1741"/>
                    <a:pt x="5835" y="1754"/>
                  </a:cubicBezTo>
                  <a:cubicBezTo>
                    <a:pt x="5835" y="1697"/>
                    <a:pt x="5835" y="1568"/>
                    <a:pt x="5892" y="1454"/>
                  </a:cubicBezTo>
                  <a:cubicBezTo>
                    <a:pt x="6043" y="494"/>
                    <a:pt x="5376" y="1"/>
                    <a:pt x="47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6"/>
            <p:cNvSpPr/>
            <p:nvPr/>
          </p:nvSpPr>
          <p:spPr>
            <a:xfrm rot="-3360721">
              <a:off x="-487082" y="2703876"/>
              <a:ext cx="1151326" cy="1298223"/>
            </a:xfrm>
            <a:custGeom>
              <a:avLst/>
              <a:gdLst/>
              <a:ahLst/>
              <a:cxnLst/>
              <a:rect l="l" t="t" r="r" b="b"/>
              <a:pathLst>
                <a:path w="35677" h="40229" extrusionOk="0">
                  <a:moveTo>
                    <a:pt x="18565" y="1"/>
                  </a:moveTo>
                  <a:cubicBezTo>
                    <a:pt x="8730" y="1"/>
                    <a:pt x="2450" y="8328"/>
                    <a:pt x="887" y="17604"/>
                  </a:cubicBezTo>
                  <a:cubicBezTo>
                    <a:pt x="1" y="23023"/>
                    <a:pt x="773" y="29343"/>
                    <a:pt x="3690" y="34047"/>
                  </a:cubicBezTo>
                  <a:cubicBezTo>
                    <a:pt x="5714" y="37351"/>
                    <a:pt x="9658" y="40228"/>
                    <a:pt x="13537" y="40228"/>
                  </a:cubicBezTo>
                  <a:cubicBezTo>
                    <a:pt x="15248" y="40228"/>
                    <a:pt x="16946" y="39668"/>
                    <a:pt x="18461" y="38337"/>
                  </a:cubicBezTo>
                  <a:cubicBezTo>
                    <a:pt x="20524" y="36494"/>
                    <a:pt x="18790" y="33619"/>
                    <a:pt x="16377" y="33619"/>
                  </a:cubicBezTo>
                  <a:cubicBezTo>
                    <a:pt x="16281" y="33619"/>
                    <a:pt x="16185" y="33624"/>
                    <a:pt x="16087" y="33633"/>
                  </a:cubicBezTo>
                  <a:cubicBezTo>
                    <a:pt x="15742" y="33669"/>
                    <a:pt x="15405" y="33687"/>
                    <a:pt x="15076" y="33687"/>
                  </a:cubicBezTo>
                  <a:cubicBezTo>
                    <a:pt x="12786" y="33687"/>
                    <a:pt x="10894" y="32799"/>
                    <a:pt x="9581" y="30773"/>
                  </a:cubicBezTo>
                  <a:cubicBezTo>
                    <a:pt x="7923" y="28199"/>
                    <a:pt x="7322" y="24925"/>
                    <a:pt x="7322" y="21951"/>
                  </a:cubicBezTo>
                  <a:cubicBezTo>
                    <a:pt x="7322" y="16531"/>
                    <a:pt x="9352" y="9611"/>
                    <a:pt x="14829" y="7409"/>
                  </a:cubicBezTo>
                  <a:cubicBezTo>
                    <a:pt x="16018" y="6935"/>
                    <a:pt x="17288" y="6704"/>
                    <a:pt x="18552" y="6704"/>
                  </a:cubicBezTo>
                  <a:cubicBezTo>
                    <a:pt x="21906" y="6704"/>
                    <a:pt x="25217" y="8334"/>
                    <a:pt x="26869" y="11398"/>
                  </a:cubicBezTo>
                  <a:cubicBezTo>
                    <a:pt x="29128" y="15516"/>
                    <a:pt x="28599" y="21479"/>
                    <a:pt x="24238" y="23981"/>
                  </a:cubicBezTo>
                  <a:cubicBezTo>
                    <a:pt x="23512" y="24388"/>
                    <a:pt x="22653" y="24609"/>
                    <a:pt x="21809" y="24609"/>
                  </a:cubicBezTo>
                  <a:cubicBezTo>
                    <a:pt x="20308" y="24609"/>
                    <a:pt x="18857" y="23909"/>
                    <a:pt x="18289" y="22308"/>
                  </a:cubicBezTo>
                  <a:cubicBezTo>
                    <a:pt x="18047" y="21535"/>
                    <a:pt x="18158" y="18712"/>
                    <a:pt x="18992" y="18712"/>
                  </a:cubicBezTo>
                  <a:cubicBezTo>
                    <a:pt x="19192" y="18712"/>
                    <a:pt x="19432" y="18873"/>
                    <a:pt x="19719" y="19262"/>
                  </a:cubicBezTo>
                  <a:cubicBezTo>
                    <a:pt x="20309" y="20046"/>
                    <a:pt x="21241" y="20401"/>
                    <a:pt x="22174" y="20401"/>
                  </a:cubicBezTo>
                  <a:cubicBezTo>
                    <a:pt x="23029" y="20401"/>
                    <a:pt x="23886" y="20103"/>
                    <a:pt x="24481" y="19563"/>
                  </a:cubicBezTo>
                  <a:cubicBezTo>
                    <a:pt x="25968" y="18261"/>
                    <a:pt x="25911" y="16288"/>
                    <a:pt x="24781" y="14801"/>
                  </a:cubicBezTo>
                  <a:cubicBezTo>
                    <a:pt x="23368" y="12874"/>
                    <a:pt x="21277" y="11973"/>
                    <a:pt x="19170" y="11973"/>
                  </a:cubicBezTo>
                  <a:cubicBezTo>
                    <a:pt x="16650" y="11973"/>
                    <a:pt x="14109" y="13263"/>
                    <a:pt x="12684" y="15630"/>
                  </a:cubicBezTo>
                  <a:cubicBezTo>
                    <a:pt x="10239" y="19691"/>
                    <a:pt x="11140" y="25411"/>
                    <a:pt x="14529" y="28557"/>
                  </a:cubicBezTo>
                  <a:cubicBezTo>
                    <a:pt x="16574" y="30436"/>
                    <a:pt x="19212" y="31352"/>
                    <a:pt x="21858" y="31352"/>
                  </a:cubicBezTo>
                  <a:cubicBezTo>
                    <a:pt x="24004" y="31352"/>
                    <a:pt x="26154" y="30750"/>
                    <a:pt x="27998" y="29572"/>
                  </a:cubicBezTo>
                  <a:cubicBezTo>
                    <a:pt x="32045" y="26955"/>
                    <a:pt x="34490" y="22608"/>
                    <a:pt x="34905" y="17832"/>
                  </a:cubicBezTo>
                  <a:cubicBezTo>
                    <a:pt x="35677" y="8667"/>
                    <a:pt x="28828" y="502"/>
                    <a:pt x="19590" y="30"/>
                  </a:cubicBezTo>
                  <a:cubicBezTo>
                    <a:pt x="19244" y="10"/>
                    <a:pt x="18902" y="1"/>
                    <a:pt x="185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6"/>
            <p:cNvSpPr/>
            <p:nvPr/>
          </p:nvSpPr>
          <p:spPr>
            <a:xfrm rot="-2700000">
              <a:off x="-2662" y="4395461"/>
              <a:ext cx="1967858" cy="1388527"/>
            </a:xfrm>
            <a:custGeom>
              <a:avLst/>
              <a:gdLst/>
              <a:ahLst/>
              <a:cxnLst/>
              <a:rect l="l" t="t" r="r" b="b"/>
              <a:pathLst>
                <a:path w="78615" h="55471" extrusionOk="0">
                  <a:moveTo>
                    <a:pt x="28010" y="0"/>
                  </a:moveTo>
                  <a:cubicBezTo>
                    <a:pt x="27289" y="0"/>
                    <a:pt x="26561" y="182"/>
                    <a:pt x="25892" y="575"/>
                  </a:cubicBezTo>
                  <a:cubicBezTo>
                    <a:pt x="21359" y="3320"/>
                    <a:pt x="17069" y="6423"/>
                    <a:pt x="12665" y="9397"/>
                  </a:cubicBezTo>
                  <a:cubicBezTo>
                    <a:pt x="8547" y="12143"/>
                    <a:pt x="4200" y="14702"/>
                    <a:pt x="1040" y="18577"/>
                  </a:cubicBezTo>
                  <a:cubicBezTo>
                    <a:pt x="0" y="19894"/>
                    <a:pt x="827" y="21708"/>
                    <a:pt x="2405" y="21708"/>
                  </a:cubicBezTo>
                  <a:cubicBezTo>
                    <a:pt x="2540" y="21708"/>
                    <a:pt x="2682" y="21694"/>
                    <a:pt x="2828" y="21666"/>
                  </a:cubicBezTo>
                  <a:cubicBezTo>
                    <a:pt x="7718" y="20722"/>
                    <a:pt x="12008" y="18034"/>
                    <a:pt x="16354" y="15718"/>
                  </a:cubicBezTo>
                  <a:cubicBezTo>
                    <a:pt x="19364" y="14097"/>
                    <a:pt x="22445" y="12549"/>
                    <a:pt x="25458" y="10917"/>
                  </a:cubicBezTo>
                  <a:lnTo>
                    <a:pt x="25458" y="10917"/>
                  </a:lnTo>
                  <a:cubicBezTo>
                    <a:pt x="27706" y="18771"/>
                    <a:pt x="29975" y="26624"/>
                    <a:pt x="32198" y="34478"/>
                  </a:cubicBezTo>
                  <a:cubicBezTo>
                    <a:pt x="32709" y="36440"/>
                    <a:pt x="34469" y="37635"/>
                    <a:pt x="36324" y="37635"/>
                  </a:cubicBezTo>
                  <a:cubicBezTo>
                    <a:pt x="37065" y="37635"/>
                    <a:pt x="37820" y="37445"/>
                    <a:pt x="38518" y="37037"/>
                  </a:cubicBezTo>
                  <a:cubicBezTo>
                    <a:pt x="42207" y="34964"/>
                    <a:pt x="45968" y="32819"/>
                    <a:pt x="49714" y="30731"/>
                  </a:cubicBezTo>
                  <a:cubicBezTo>
                    <a:pt x="51330" y="29773"/>
                    <a:pt x="53532" y="27986"/>
                    <a:pt x="55319" y="27571"/>
                  </a:cubicBezTo>
                  <a:cubicBezTo>
                    <a:pt x="55870" y="27444"/>
                    <a:pt x="56186" y="27369"/>
                    <a:pt x="56408" y="27369"/>
                  </a:cubicBezTo>
                  <a:cubicBezTo>
                    <a:pt x="56809" y="27369"/>
                    <a:pt x="56905" y="27613"/>
                    <a:pt x="57521" y="28229"/>
                  </a:cubicBezTo>
                  <a:cubicBezTo>
                    <a:pt x="58293" y="29001"/>
                    <a:pt x="58708" y="30431"/>
                    <a:pt x="59194" y="31389"/>
                  </a:cubicBezTo>
                  <a:cubicBezTo>
                    <a:pt x="61096" y="35193"/>
                    <a:pt x="63069" y="39068"/>
                    <a:pt x="65028" y="42885"/>
                  </a:cubicBezTo>
                  <a:cubicBezTo>
                    <a:pt x="66930" y="46689"/>
                    <a:pt x="68488" y="51165"/>
                    <a:pt x="71520" y="54267"/>
                  </a:cubicBezTo>
                  <a:cubicBezTo>
                    <a:pt x="72352" y="55111"/>
                    <a:pt x="73284" y="55471"/>
                    <a:pt x="74183" y="55471"/>
                  </a:cubicBezTo>
                  <a:cubicBezTo>
                    <a:pt x="76513" y="55471"/>
                    <a:pt x="78615" y="53055"/>
                    <a:pt x="78140" y="50392"/>
                  </a:cubicBezTo>
                  <a:cubicBezTo>
                    <a:pt x="77239" y="45088"/>
                    <a:pt x="73250" y="39668"/>
                    <a:pt x="70805" y="34835"/>
                  </a:cubicBezTo>
                  <a:cubicBezTo>
                    <a:pt x="68431" y="30245"/>
                    <a:pt x="66458" y="24297"/>
                    <a:pt x="62712" y="20594"/>
                  </a:cubicBezTo>
                  <a:cubicBezTo>
                    <a:pt x="60979" y="18920"/>
                    <a:pt x="59070" y="18258"/>
                    <a:pt x="57108" y="18258"/>
                  </a:cubicBezTo>
                  <a:cubicBezTo>
                    <a:pt x="54812" y="18258"/>
                    <a:pt x="52444" y="19165"/>
                    <a:pt x="50200" y="20422"/>
                  </a:cubicBezTo>
                  <a:cubicBezTo>
                    <a:pt x="46442" y="22547"/>
                    <a:pt x="42712" y="24706"/>
                    <a:pt x="38970" y="26877"/>
                  </a:cubicBezTo>
                  <a:lnTo>
                    <a:pt x="38970" y="26877"/>
                  </a:lnTo>
                  <a:cubicBezTo>
                    <a:pt x="36753" y="18990"/>
                    <a:pt x="34554" y="11079"/>
                    <a:pt x="32326" y="3206"/>
                  </a:cubicBezTo>
                  <a:cubicBezTo>
                    <a:pt x="31756" y="1258"/>
                    <a:pt x="29909" y="0"/>
                    <a:pt x="280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6"/>
            <p:cNvSpPr/>
            <p:nvPr/>
          </p:nvSpPr>
          <p:spPr>
            <a:xfrm rot="10397631">
              <a:off x="-437746" y="3672706"/>
              <a:ext cx="757395" cy="1158346"/>
            </a:xfrm>
            <a:custGeom>
              <a:avLst/>
              <a:gdLst/>
              <a:ahLst/>
              <a:cxnLst/>
              <a:rect l="l" t="t" r="r" b="b"/>
              <a:pathLst>
                <a:path w="11912" h="18218" extrusionOk="0">
                  <a:moveTo>
                    <a:pt x="4357" y="1"/>
                  </a:moveTo>
                  <a:cubicBezTo>
                    <a:pt x="4022" y="1"/>
                    <a:pt x="3666" y="136"/>
                    <a:pt x="3332" y="456"/>
                  </a:cubicBezTo>
                  <a:cubicBezTo>
                    <a:pt x="1845" y="1943"/>
                    <a:pt x="716" y="3845"/>
                    <a:pt x="358" y="5875"/>
                  </a:cubicBezTo>
                  <a:cubicBezTo>
                    <a:pt x="1" y="7420"/>
                    <a:pt x="229" y="9093"/>
                    <a:pt x="1431" y="10580"/>
                  </a:cubicBezTo>
                  <a:cubicBezTo>
                    <a:pt x="1659" y="10823"/>
                    <a:pt x="1902" y="11052"/>
                    <a:pt x="2203" y="11237"/>
                  </a:cubicBezTo>
                  <a:cubicBezTo>
                    <a:pt x="3362" y="12334"/>
                    <a:pt x="4699" y="12564"/>
                    <a:pt x="6224" y="12564"/>
                  </a:cubicBezTo>
                  <a:cubicBezTo>
                    <a:pt x="6429" y="12564"/>
                    <a:pt x="6638" y="12560"/>
                    <a:pt x="6850" y="12553"/>
                  </a:cubicBezTo>
                  <a:cubicBezTo>
                    <a:pt x="7264" y="12610"/>
                    <a:pt x="7679" y="12782"/>
                    <a:pt x="7922" y="13139"/>
                  </a:cubicBezTo>
                  <a:cubicBezTo>
                    <a:pt x="7979" y="13325"/>
                    <a:pt x="8037" y="13497"/>
                    <a:pt x="8037" y="13740"/>
                  </a:cubicBezTo>
                  <a:cubicBezTo>
                    <a:pt x="8094" y="14455"/>
                    <a:pt x="7808" y="14984"/>
                    <a:pt x="7322" y="15413"/>
                  </a:cubicBezTo>
                  <a:cubicBezTo>
                    <a:pt x="6132" y="16400"/>
                    <a:pt x="7208" y="18218"/>
                    <a:pt x="8501" y="18218"/>
                  </a:cubicBezTo>
                  <a:cubicBezTo>
                    <a:pt x="8762" y="18218"/>
                    <a:pt x="9033" y="18143"/>
                    <a:pt x="9295" y="17972"/>
                  </a:cubicBezTo>
                  <a:cubicBezTo>
                    <a:pt x="10954" y="16843"/>
                    <a:pt x="11912" y="14812"/>
                    <a:pt x="11254" y="12839"/>
                  </a:cubicBezTo>
                  <a:cubicBezTo>
                    <a:pt x="11082" y="12253"/>
                    <a:pt x="10839" y="11767"/>
                    <a:pt x="10482" y="11352"/>
                  </a:cubicBezTo>
                  <a:cubicBezTo>
                    <a:pt x="10010" y="10337"/>
                    <a:pt x="8937" y="9750"/>
                    <a:pt x="7736" y="9622"/>
                  </a:cubicBezTo>
                  <a:cubicBezTo>
                    <a:pt x="7450" y="9564"/>
                    <a:pt x="7150" y="9450"/>
                    <a:pt x="6850" y="9450"/>
                  </a:cubicBezTo>
                  <a:cubicBezTo>
                    <a:pt x="5720" y="9264"/>
                    <a:pt x="4519" y="9264"/>
                    <a:pt x="3804" y="8549"/>
                  </a:cubicBezTo>
                  <a:cubicBezTo>
                    <a:pt x="3633" y="8263"/>
                    <a:pt x="3447" y="7963"/>
                    <a:pt x="3389" y="7606"/>
                  </a:cubicBezTo>
                  <a:cubicBezTo>
                    <a:pt x="3275" y="7305"/>
                    <a:pt x="3275" y="7005"/>
                    <a:pt x="3275" y="6705"/>
                  </a:cubicBezTo>
                  <a:cubicBezTo>
                    <a:pt x="3389" y="5160"/>
                    <a:pt x="4519" y="3788"/>
                    <a:pt x="5477" y="2601"/>
                  </a:cubicBezTo>
                  <a:cubicBezTo>
                    <a:pt x="6343" y="1461"/>
                    <a:pt x="5461" y="1"/>
                    <a:pt x="43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6"/>
            <p:cNvSpPr/>
            <p:nvPr/>
          </p:nvSpPr>
          <p:spPr>
            <a:xfrm rot="2565308">
              <a:off x="588015" y="4699559"/>
              <a:ext cx="994210" cy="1820645"/>
            </a:xfrm>
            <a:custGeom>
              <a:avLst/>
              <a:gdLst/>
              <a:ahLst/>
              <a:cxnLst/>
              <a:rect l="l" t="t" r="r" b="b"/>
              <a:pathLst>
                <a:path w="29256" h="53575" extrusionOk="0">
                  <a:moveTo>
                    <a:pt x="20725" y="0"/>
                  </a:moveTo>
                  <a:cubicBezTo>
                    <a:pt x="20500" y="0"/>
                    <a:pt x="20264" y="32"/>
                    <a:pt x="20019" y="101"/>
                  </a:cubicBezTo>
                  <a:cubicBezTo>
                    <a:pt x="16687" y="1045"/>
                    <a:pt x="13584" y="2546"/>
                    <a:pt x="10782" y="4691"/>
                  </a:cubicBezTo>
                  <a:cubicBezTo>
                    <a:pt x="8165" y="6650"/>
                    <a:pt x="6263" y="10225"/>
                    <a:pt x="8880" y="13084"/>
                  </a:cubicBezTo>
                  <a:cubicBezTo>
                    <a:pt x="11139" y="15587"/>
                    <a:pt x="15314" y="15887"/>
                    <a:pt x="18346" y="16659"/>
                  </a:cubicBezTo>
                  <a:cubicBezTo>
                    <a:pt x="18532" y="16716"/>
                    <a:pt x="20848" y="17431"/>
                    <a:pt x="21863" y="17732"/>
                  </a:cubicBezTo>
                  <a:lnTo>
                    <a:pt x="21863" y="17846"/>
                  </a:lnTo>
                  <a:cubicBezTo>
                    <a:pt x="21391" y="18203"/>
                    <a:pt x="21034" y="18747"/>
                    <a:pt x="20619" y="19162"/>
                  </a:cubicBezTo>
                  <a:cubicBezTo>
                    <a:pt x="16272" y="23394"/>
                    <a:pt x="10310" y="25482"/>
                    <a:pt x="5720" y="29471"/>
                  </a:cubicBezTo>
                  <a:cubicBezTo>
                    <a:pt x="4476" y="30543"/>
                    <a:pt x="3275" y="31730"/>
                    <a:pt x="2917" y="33403"/>
                  </a:cubicBezTo>
                  <a:cubicBezTo>
                    <a:pt x="2445" y="35491"/>
                    <a:pt x="3518" y="37450"/>
                    <a:pt x="5248" y="38579"/>
                  </a:cubicBezTo>
                  <a:cubicBezTo>
                    <a:pt x="6792" y="39537"/>
                    <a:pt x="8580" y="39838"/>
                    <a:pt x="10310" y="40252"/>
                  </a:cubicBezTo>
                  <a:cubicBezTo>
                    <a:pt x="10667" y="40367"/>
                    <a:pt x="11625" y="40553"/>
                    <a:pt x="12212" y="40853"/>
                  </a:cubicBezTo>
                  <a:cubicBezTo>
                    <a:pt x="11139" y="42040"/>
                    <a:pt x="9538" y="43055"/>
                    <a:pt x="8465" y="43827"/>
                  </a:cubicBezTo>
                  <a:cubicBezTo>
                    <a:pt x="6492" y="45200"/>
                    <a:pt x="4290" y="46387"/>
                    <a:pt x="2088" y="47345"/>
                  </a:cubicBezTo>
                  <a:cubicBezTo>
                    <a:pt x="358" y="48060"/>
                    <a:pt x="0" y="50562"/>
                    <a:pt x="830" y="51992"/>
                  </a:cubicBezTo>
                  <a:cubicBezTo>
                    <a:pt x="1484" y="53107"/>
                    <a:pt x="2537" y="53575"/>
                    <a:pt x="3646" y="53575"/>
                  </a:cubicBezTo>
                  <a:cubicBezTo>
                    <a:pt x="4258" y="53575"/>
                    <a:pt x="4887" y="53433"/>
                    <a:pt x="5477" y="53179"/>
                  </a:cubicBezTo>
                  <a:cubicBezTo>
                    <a:pt x="8222" y="51992"/>
                    <a:pt x="10782" y="50505"/>
                    <a:pt x="13170" y="48717"/>
                  </a:cubicBezTo>
                  <a:cubicBezTo>
                    <a:pt x="15200" y="47159"/>
                    <a:pt x="17760" y="45314"/>
                    <a:pt x="18946" y="42941"/>
                  </a:cubicBezTo>
                  <a:cubicBezTo>
                    <a:pt x="20376" y="40009"/>
                    <a:pt x="18474" y="36864"/>
                    <a:pt x="15915" y="35248"/>
                  </a:cubicBezTo>
                  <a:cubicBezTo>
                    <a:pt x="14485" y="34361"/>
                    <a:pt x="12755" y="34118"/>
                    <a:pt x="11139" y="33704"/>
                  </a:cubicBezTo>
                  <a:cubicBezTo>
                    <a:pt x="11196" y="33646"/>
                    <a:pt x="11325" y="33518"/>
                    <a:pt x="11382" y="33460"/>
                  </a:cubicBezTo>
                  <a:cubicBezTo>
                    <a:pt x="12340" y="32745"/>
                    <a:pt x="13341" y="32145"/>
                    <a:pt x="14299" y="31501"/>
                  </a:cubicBezTo>
                  <a:cubicBezTo>
                    <a:pt x="16201" y="30300"/>
                    <a:pt x="18174" y="29228"/>
                    <a:pt x="20076" y="27984"/>
                  </a:cubicBezTo>
                  <a:cubicBezTo>
                    <a:pt x="23837" y="25596"/>
                    <a:pt x="29256" y="21850"/>
                    <a:pt x="28841" y="16774"/>
                  </a:cubicBezTo>
                  <a:cubicBezTo>
                    <a:pt x="28298" y="11297"/>
                    <a:pt x="21635" y="10582"/>
                    <a:pt x="17459" y="9510"/>
                  </a:cubicBezTo>
                  <a:cubicBezTo>
                    <a:pt x="16802" y="9395"/>
                    <a:pt x="16201" y="9209"/>
                    <a:pt x="15557" y="9038"/>
                  </a:cubicBezTo>
                  <a:cubicBezTo>
                    <a:pt x="15615" y="8981"/>
                    <a:pt x="15672" y="8909"/>
                    <a:pt x="15729" y="8909"/>
                  </a:cubicBezTo>
                  <a:cubicBezTo>
                    <a:pt x="17702" y="7365"/>
                    <a:pt x="19776" y="5935"/>
                    <a:pt x="21921" y="4620"/>
                  </a:cubicBezTo>
                  <a:cubicBezTo>
                    <a:pt x="24095" y="3318"/>
                    <a:pt x="23009" y="0"/>
                    <a:pt x="20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4_1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"/>
          <p:cNvSpPr txBox="1">
            <a:spLocks noGrp="1"/>
          </p:cNvSpPr>
          <p:nvPr>
            <p:ph type="title"/>
          </p:nvPr>
        </p:nvSpPr>
        <p:spPr>
          <a:xfrm>
            <a:off x="2034600" y="365760"/>
            <a:ext cx="2112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96" name="Google Shape;196;p17"/>
          <p:cNvGrpSpPr/>
          <p:nvPr/>
        </p:nvGrpSpPr>
        <p:grpSpPr>
          <a:xfrm>
            <a:off x="6943319" y="-976408"/>
            <a:ext cx="3559930" cy="3740459"/>
            <a:chOff x="6943319" y="-976408"/>
            <a:chExt cx="3559930" cy="3740459"/>
          </a:xfrm>
        </p:grpSpPr>
        <p:sp>
          <p:nvSpPr>
            <p:cNvPr id="197" name="Google Shape;197;p17"/>
            <p:cNvSpPr/>
            <p:nvPr/>
          </p:nvSpPr>
          <p:spPr>
            <a:xfrm rot="-7384413">
              <a:off x="7065304" y="-517982"/>
              <a:ext cx="1773011" cy="1252384"/>
            </a:xfrm>
            <a:custGeom>
              <a:avLst/>
              <a:gdLst/>
              <a:ahLst/>
              <a:cxnLst/>
              <a:rect l="l" t="t" r="r" b="b"/>
              <a:pathLst>
                <a:path w="72982" h="51556" extrusionOk="0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7"/>
            <p:cNvSpPr/>
            <p:nvPr/>
          </p:nvSpPr>
          <p:spPr>
            <a:xfrm rot="9997654">
              <a:off x="8334764" y="957561"/>
              <a:ext cx="855536" cy="526647"/>
            </a:xfrm>
            <a:custGeom>
              <a:avLst/>
              <a:gdLst/>
              <a:ahLst/>
              <a:cxnLst/>
              <a:rect l="l" t="t" r="r" b="b"/>
              <a:pathLst>
                <a:path w="10783" h="6638" extrusionOk="0">
                  <a:moveTo>
                    <a:pt x="4716" y="1"/>
                  </a:moveTo>
                  <a:cubicBezTo>
                    <a:pt x="4067" y="1"/>
                    <a:pt x="3427" y="476"/>
                    <a:pt x="3575" y="1454"/>
                  </a:cubicBezTo>
                  <a:cubicBezTo>
                    <a:pt x="3575" y="1625"/>
                    <a:pt x="3633" y="1811"/>
                    <a:pt x="3633" y="2054"/>
                  </a:cubicBezTo>
                  <a:cubicBezTo>
                    <a:pt x="2675" y="2226"/>
                    <a:pt x="1717" y="2412"/>
                    <a:pt x="887" y="2641"/>
                  </a:cubicBezTo>
                  <a:cubicBezTo>
                    <a:pt x="1" y="2941"/>
                    <a:pt x="172" y="4256"/>
                    <a:pt x="1073" y="4256"/>
                  </a:cubicBezTo>
                  <a:lnTo>
                    <a:pt x="3804" y="4256"/>
                  </a:lnTo>
                  <a:cubicBezTo>
                    <a:pt x="3804" y="4843"/>
                    <a:pt x="3861" y="5500"/>
                    <a:pt x="3990" y="6101"/>
                  </a:cubicBezTo>
                  <a:cubicBezTo>
                    <a:pt x="4076" y="6458"/>
                    <a:pt x="4401" y="6637"/>
                    <a:pt x="4721" y="6637"/>
                  </a:cubicBezTo>
                  <a:cubicBezTo>
                    <a:pt x="5041" y="6637"/>
                    <a:pt x="5356" y="6458"/>
                    <a:pt x="5420" y="6101"/>
                  </a:cubicBezTo>
                  <a:cubicBezTo>
                    <a:pt x="5534" y="5500"/>
                    <a:pt x="5592" y="4914"/>
                    <a:pt x="5649" y="4314"/>
                  </a:cubicBezTo>
                  <a:cubicBezTo>
                    <a:pt x="6584" y="4413"/>
                    <a:pt x="7573" y="4567"/>
                    <a:pt x="8522" y="4567"/>
                  </a:cubicBezTo>
                  <a:cubicBezTo>
                    <a:pt x="8661" y="4567"/>
                    <a:pt x="8800" y="4564"/>
                    <a:pt x="8938" y="4557"/>
                  </a:cubicBezTo>
                  <a:cubicBezTo>
                    <a:pt x="10367" y="4485"/>
                    <a:pt x="10782" y="2340"/>
                    <a:pt x="9295" y="1983"/>
                  </a:cubicBezTo>
                  <a:cubicBezTo>
                    <a:pt x="8519" y="1808"/>
                    <a:pt x="7602" y="1734"/>
                    <a:pt x="6683" y="1734"/>
                  </a:cubicBezTo>
                  <a:cubicBezTo>
                    <a:pt x="6399" y="1734"/>
                    <a:pt x="6115" y="1741"/>
                    <a:pt x="5835" y="1754"/>
                  </a:cubicBezTo>
                  <a:cubicBezTo>
                    <a:pt x="5835" y="1697"/>
                    <a:pt x="5835" y="1568"/>
                    <a:pt x="5892" y="1454"/>
                  </a:cubicBezTo>
                  <a:cubicBezTo>
                    <a:pt x="6043" y="494"/>
                    <a:pt x="5376" y="1"/>
                    <a:pt x="47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7"/>
            <p:cNvSpPr/>
            <p:nvPr/>
          </p:nvSpPr>
          <p:spPr>
            <a:xfrm rot="-8100000">
              <a:off x="8740376" y="729396"/>
              <a:ext cx="1301206" cy="1844769"/>
            </a:xfrm>
            <a:custGeom>
              <a:avLst/>
              <a:gdLst/>
              <a:ahLst/>
              <a:cxnLst/>
              <a:rect l="l" t="t" r="r" b="b"/>
              <a:pathLst>
                <a:path w="32202" h="45654" extrusionOk="0">
                  <a:moveTo>
                    <a:pt x="22078" y="34625"/>
                  </a:moveTo>
                  <a:lnTo>
                    <a:pt x="22078" y="34625"/>
                  </a:lnTo>
                  <a:cubicBezTo>
                    <a:pt x="23679" y="35040"/>
                    <a:pt x="25167" y="35755"/>
                    <a:pt x="25881" y="37070"/>
                  </a:cubicBezTo>
                  <a:cubicBezTo>
                    <a:pt x="26399" y="38037"/>
                    <a:pt x="26424" y="39757"/>
                    <a:pt x="25189" y="39757"/>
                  </a:cubicBezTo>
                  <a:cubicBezTo>
                    <a:pt x="25127" y="39757"/>
                    <a:pt x="25063" y="39753"/>
                    <a:pt x="24995" y="39744"/>
                  </a:cubicBezTo>
                  <a:cubicBezTo>
                    <a:pt x="23622" y="39630"/>
                    <a:pt x="22907" y="37242"/>
                    <a:pt x="22550" y="36169"/>
                  </a:cubicBezTo>
                  <a:cubicBezTo>
                    <a:pt x="22364" y="35640"/>
                    <a:pt x="22192" y="35168"/>
                    <a:pt x="22078" y="34625"/>
                  </a:cubicBezTo>
                  <a:close/>
                  <a:moveTo>
                    <a:pt x="28344" y="0"/>
                  </a:moveTo>
                  <a:cubicBezTo>
                    <a:pt x="27800" y="0"/>
                    <a:pt x="27234" y="214"/>
                    <a:pt x="26725" y="722"/>
                  </a:cubicBezTo>
                  <a:cubicBezTo>
                    <a:pt x="25410" y="2038"/>
                    <a:pt x="24280" y="3411"/>
                    <a:pt x="23208" y="4898"/>
                  </a:cubicBezTo>
                  <a:cubicBezTo>
                    <a:pt x="19390" y="10203"/>
                    <a:pt x="17002" y="16451"/>
                    <a:pt x="16358" y="23014"/>
                  </a:cubicBezTo>
                  <a:cubicBezTo>
                    <a:pt x="16173" y="23958"/>
                    <a:pt x="16058" y="24973"/>
                    <a:pt x="15929" y="25931"/>
                  </a:cubicBezTo>
                  <a:cubicBezTo>
                    <a:pt x="15815" y="27004"/>
                    <a:pt x="15758" y="28191"/>
                    <a:pt x="15701" y="29506"/>
                  </a:cubicBezTo>
                  <a:cubicBezTo>
                    <a:pt x="9381" y="30693"/>
                    <a:pt x="3604" y="36055"/>
                    <a:pt x="801" y="41360"/>
                  </a:cubicBezTo>
                  <a:cubicBezTo>
                    <a:pt x="0" y="42823"/>
                    <a:pt x="1297" y="44525"/>
                    <a:pt x="2695" y="44525"/>
                  </a:cubicBezTo>
                  <a:cubicBezTo>
                    <a:pt x="3170" y="44525"/>
                    <a:pt x="3656" y="44329"/>
                    <a:pt x="4076" y="43862"/>
                  </a:cubicBezTo>
                  <a:cubicBezTo>
                    <a:pt x="7178" y="40345"/>
                    <a:pt x="10696" y="36412"/>
                    <a:pt x="15043" y="34453"/>
                  </a:cubicBezTo>
                  <a:cubicBezTo>
                    <a:pt x="15286" y="34382"/>
                    <a:pt x="15515" y="34382"/>
                    <a:pt x="15758" y="34325"/>
                  </a:cubicBezTo>
                  <a:cubicBezTo>
                    <a:pt x="16223" y="40086"/>
                    <a:pt x="18367" y="45653"/>
                    <a:pt x="24993" y="45653"/>
                  </a:cubicBezTo>
                  <a:cubicBezTo>
                    <a:pt x="25092" y="45653"/>
                    <a:pt x="25193" y="45652"/>
                    <a:pt x="25295" y="45650"/>
                  </a:cubicBezTo>
                  <a:cubicBezTo>
                    <a:pt x="28927" y="45535"/>
                    <a:pt x="31658" y="42604"/>
                    <a:pt x="31901" y="39029"/>
                  </a:cubicBezTo>
                  <a:cubicBezTo>
                    <a:pt x="32202" y="34925"/>
                    <a:pt x="29285" y="31594"/>
                    <a:pt x="25653" y="30035"/>
                  </a:cubicBezTo>
                  <a:cubicBezTo>
                    <a:pt x="24094" y="29449"/>
                    <a:pt x="22550" y="29091"/>
                    <a:pt x="21063" y="29020"/>
                  </a:cubicBezTo>
                  <a:cubicBezTo>
                    <a:pt x="20348" y="19912"/>
                    <a:pt x="23737" y="10617"/>
                    <a:pt x="30114" y="4068"/>
                  </a:cubicBezTo>
                  <a:cubicBezTo>
                    <a:pt x="31719" y="2364"/>
                    <a:pt x="30154" y="0"/>
                    <a:pt x="283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8960302" y="628196"/>
              <a:ext cx="279300" cy="279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8732990" y="-403521"/>
              <a:ext cx="496308" cy="653336"/>
            </a:xfrm>
            <a:custGeom>
              <a:avLst/>
              <a:gdLst/>
              <a:ahLst/>
              <a:cxnLst/>
              <a:rect l="l" t="t" r="r" b="b"/>
              <a:pathLst>
                <a:path w="22311" h="29370" extrusionOk="0">
                  <a:moveTo>
                    <a:pt x="19104" y="1"/>
                  </a:moveTo>
                  <a:cubicBezTo>
                    <a:pt x="18248" y="1"/>
                    <a:pt x="17441" y="421"/>
                    <a:pt x="17063" y="1416"/>
                  </a:cubicBezTo>
                  <a:cubicBezTo>
                    <a:pt x="15633" y="2488"/>
                    <a:pt x="14618" y="3975"/>
                    <a:pt x="14089" y="5706"/>
                  </a:cubicBezTo>
                  <a:cubicBezTo>
                    <a:pt x="13960" y="5877"/>
                    <a:pt x="13846" y="6120"/>
                    <a:pt x="13731" y="6306"/>
                  </a:cubicBezTo>
                  <a:cubicBezTo>
                    <a:pt x="12716" y="8380"/>
                    <a:pt x="11815" y="10467"/>
                    <a:pt x="10929" y="12555"/>
                  </a:cubicBezTo>
                  <a:cubicBezTo>
                    <a:pt x="10457" y="13742"/>
                    <a:pt x="9971" y="14886"/>
                    <a:pt x="9499" y="16072"/>
                  </a:cubicBezTo>
                  <a:cubicBezTo>
                    <a:pt x="8598" y="14585"/>
                    <a:pt x="7654" y="13213"/>
                    <a:pt x="6639" y="11783"/>
                  </a:cubicBezTo>
                  <a:cubicBezTo>
                    <a:pt x="5896" y="10707"/>
                    <a:pt x="4838" y="10235"/>
                    <a:pt x="3805" y="10235"/>
                  </a:cubicBezTo>
                  <a:cubicBezTo>
                    <a:pt x="1858" y="10235"/>
                    <a:pt x="0" y="11914"/>
                    <a:pt x="505" y="14399"/>
                  </a:cubicBezTo>
                  <a:cubicBezTo>
                    <a:pt x="1391" y="18746"/>
                    <a:pt x="2950" y="22979"/>
                    <a:pt x="5924" y="26139"/>
                  </a:cubicBezTo>
                  <a:cubicBezTo>
                    <a:pt x="5924" y="26253"/>
                    <a:pt x="5981" y="26439"/>
                    <a:pt x="6038" y="26553"/>
                  </a:cubicBezTo>
                  <a:cubicBezTo>
                    <a:pt x="6742" y="28460"/>
                    <a:pt x="8255" y="29369"/>
                    <a:pt x="9794" y="29369"/>
                  </a:cubicBezTo>
                  <a:cubicBezTo>
                    <a:pt x="11385" y="29369"/>
                    <a:pt x="13004" y="28399"/>
                    <a:pt x="13788" y="26553"/>
                  </a:cubicBezTo>
                  <a:cubicBezTo>
                    <a:pt x="13903" y="26253"/>
                    <a:pt x="14031" y="25967"/>
                    <a:pt x="14146" y="25667"/>
                  </a:cubicBezTo>
                  <a:cubicBezTo>
                    <a:pt x="15576" y="23393"/>
                    <a:pt x="16820" y="20891"/>
                    <a:pt x="17835" y="18332"/>
                  </a:cubicBezTo>
                  <a:cubicBezTo>
                    <a:pt x="20109" y="13384"/>
                    <a:pt x="21538" y="8094"/>
                    <a:pt x="22182" y="2488"/>
                  </a:cubicBezTo>
                  <a:cubicBezTo>
                    <a:pt x="22311" y="1173"/>
                    <a:pt x="21295" y="401"/>
                    <a:pt x="20223" y="229"/>
                  </a:cubicBezTo>
                  <a:cubicBezTo>
                    <a:pt x="19862" y="81"/>
                    <a:pt x="19478" y="1"/>
                    <a:pt x="191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" name="Google Shape;202;p17"/>
          <p:cNvGrpSpPr/>
          <p:nvPr/>
        </p:nvGrpSpPr>
        <p:grpSpPr>
          <a:xfrm>
            <a:off x="-791533" y="2805309"/>
            <a:ext cx="2884578" cy="3541749"/>
            <a:chOff x="-791533" y="2805309"/>
            <a:chExt cx="2884578" cy="3541749"/>
          </a:xfrm>
        </p:grpSpPr>
        <p:sp>
          <p:nvSpPr>
            <p:cNvPr id="203" name="Google Shape;203;p17"/>
            <p:cNvSpPr/>
            <p:nvPr/>
          </p:nvSpPr>
          <p:spPr>
            <a:xfrm rot="-2487662">
              <a:off x="-403155" y="2815863"/>
              <a:ext cx="555458" cy="1383380"/>
            </a:xfrm>
            <a:custGeom>
              <a:avLst/>
              <a:gdLst/>
              <a:ahLst/>
              <a:cxnLst/>
              <a:rect l="l" t="t" r="r" b="b"/>
              <a:pathLst>
                <a:path w="18776" h="46762" extrusionOk="0">
                  <a:moveTo>
                    <a:pt x="6789" y="1"/>
                  </a:moveTo>
                  <a:cubicBezTo>
                    <a:pt x="3426" y="1"/>
                    <a:pt x="2347" y="5490"/>
                    <a:pt x="6078" y="6724"/>
                  </a:cubicBezTo>
                  <a:cubicBezTo>
                    <a:pt x="7565" y="7211"/>
                    <a:pt x="7150" y="8640"/>
                    <a:pt x="6135" y="9355"/>
                  </a:cubicBezTo>
                  <a:cubicBezTo>
                    <a:pt x="4176" y="10657"/>
                    <a:pt x="2260" y="11500"/>
                    <a:pt x="1259" y="13702"/>
                  </a:cubicBezTo>
                  <a:cubicBezTo>
                    <a:pt x="1" y="16319"/>
                    <a:pt x="716" y="19422"/>
                    <a:pt x="2389" y="21681"/>
                  </a:cubicBezTo>
                  <a:cubicBezTo>
                    <a:pt x="4047" y="23826"/>
                    <a:pt x="6435" y="24841"/>
                    <a:pt x="8408" y="26629"/>
                  </a:cubicBezTo>
                  <a:cubicBezTo>
                    <a:pt x="9896" y="28058"/>
                    <a:pt x="9409" y="28959"/>
                    <a:pt x="8337" y="30561"/>
                  </a:cubicBezTo>
                  <a:cubicBezTo>
                    <a:pt x="7036" y="32648"/>
                    <a:pt x="5720" y="34793"/>
                    <a:pt x="5720" y="37353"/>
                  </a:cubicBezTo>
                  <a:cubicBezTo>
                    <a:pt x="5771" y="41864"/>
                    <a:pt x="10603" y="46761"/>
                    <a:pt x="15328" y="46761"/>
                  </a:cubicBezTo>
                  <a:cubicBezTo>
                    <a:pt x="15905" y="46761"/>
                    <a:pt x="16480" y="46688"/>
                    <a:pt x="17045" y="46533"/>
                  </a:cubicBezTo>
                  <a:cubicBezTo>
                    <a:pt x="18232" y="46175"/>
                    <a:pt x="18775" y="44802"/>
                    <a:pt x="18175" y="43673"/>
                  </a:cubicBezTo>
                  <a:cubicBezTo>
                    <a:pt x="16916" y="41399"/>
                    <a:pt x="13885" y="40813"/>
                    <a:pt x="12698" y="38425"/>
                  </a:cubicBezTo>
                  <a:cubicBezTo>
                    <a:pt x="11854" y="36695"/>
                    <a:pt x="13227" y="35322"/>
                    <a:pt x="14185" y="33964"/>
                  </a:cubicBezTo>
                  <a:cubicBezTo>
                    <a:pt x="15615" y="31748"/>
                    <a:pt x="16559" y="29317"/>
                    <a:pt x="16030" y="26686"/>
                  </a:cubicBezTo>
                  <a:cubicBezTo>
                    <a:pt x="15429" y="24012"/>
                    <a:pt x="13470" y="21981"/>
                    <a:pt x="11325" y="20437"/>
                  </a:cubicBezTo>
                  <a:cubicBezTo>
                    <a:pt x="10425" y="19779"/>
                    <a:pt x="6850" y="17749"/>
                    <a:pt x="7265" y="16619"/>
                  </a:cubicBezTo>
                  <a:cubicBezTo>
                    <a:pt x="7450" y="16090"/>
                    <a:pt x="8580" y="15733"/>
                    <a:pt x="9052" y="15432"/>
                  </a:cubicBezTo>
                  <a:cubicBezTo>
                    <a:pt x="10196" y="14775"/>
                    <a:pt x="11197" y="14060"/>
                    <a:pt x="12040" y="13045"/>
                  </a:cubicBezTo>
                  <a:cubicBezTo>
                    <a:pt x="15729" y="8397"/>
                    <a:pt x="13284" y="1963"/>
                    <a:pt x="7865" y="176"/>
                  </a:cubicBezTo>
                  <a:cubicBezTo>
                    <a:pt x="7485" y="56"/>
                    <a:pt x="7126" y="1"/>
                    <a:pt x="6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7"/>
            <p:cNvSpPr/>
            <p:nvPr/>
          </p:nvSpPr>
          <p:spPr>
            <a:xfrm rot="-4471706">
              <a:off x="-582686" y="4848270"/>
              <a:ext cx="1507556" cy="1219298"/>
            </a:xfrm>
            <a:custGeom>
              <a:avLst/>
              <a:gdLst/>
              <a:ahLst/>
              <a:cxnLst/>
              <a:rect l="l" t="t" r="r" b="b"/>
              <a:pathLst>
                <a:path w="48278" h="39046" extrusionOk="0">
                  <a:moveTo>
                    <a:pt x="23318" y="1"/>
                  </a:moveTo>
                  <a:cubicBezTo>
                    <a:pt x="21882" y="1"/>
                    <a:pt x="20421" y="953"/>
                    <a:pt x="20076" y="2438"/>
                  </a:cubicBezTo>
                  <a:cubicBezTo>
                    <a:pt x="19004" y="7329"/>
                    <a:pt x="18346" y="12333"/>
                    <a:pt x="17574" y="17209"/>
                  </a:cubicBezTo>
                  <a:cubicBezTo>
                    <a:pt x="17216" y="19540"/>
                    <a:pt x="16859" y="21799"/>
                    <a:pt x="16559" y="24073"/>
                  </a:cubicBezTo>
                  <a:cubicBezTo>
                    <a:pt x="16201" y="22814"/>
                    <a:pt x="15787" y="21570"/>
                    <a:pt x="15429" y="20312"/>
                  </a:cubicBezTo>
                  <a:cubicBezTo>
                    <a:pt x="14228" y="16208"/>
                    <a:pt x="13456" y="11976"/>
                    <a:pt x="12212" y="7915"/>
                  </a:cubicBezTo>
                  <a:cubicBezTo>
                    <a:pt x="11720" y="6518"/>
                    <a:pt x="10456" y="5507"/>
                    <a:pt x="9034" y="5507"/>
                  </a:cubicBezTo>
                  <a:cubicBezTo>
                    <a:pt x="8884" y="5507"/>
                    <a:pt x="8732" y="5518"/>
                    <a:pt x="8580" y="5541"/>
                  </a:cubicBezTo>
                  <a:cubicBezTo>
                    <a:pt x="7078" y="5770"/>
                    <a:pt x="5477" y="7143"/>
                    <a:pt x="5720" y="8816"/>
                  </a:cubicBezTo>
                  <a:cubicBezTo>
                    <a:pt x="6249" y="13277"/>
                    <a:pt x="7679" y="17752"/>
                    <a:pt x="9166" y="21985"/>
                  </a:cubicBezTo>
                  <a:cubicBezTo>
                    <a:pt x="9938" y="24001"/>
                    <a:pt x="10653" y="26032"/>
                    <a:pt x="11554" y="28062"/>
                  </a:cubicBezTo>
                  <a:cubicBezTo>
                    <a:pt x="11668" y="28291"/>
                    <a:pt x="11726" y="28534"/>
                    <a:pt x="11854" y="28777"/>
                  </a:cubicBezTo>
                  <a:cubicBezTo>
                    <a:pt x="11082" y="28119"/>
                    <a:pt x="10367" y="27404"/>
                    <a:pt x="9709" y="26575"/>
                  </a:cubicBezTo>
                  <a:cubicBezTo>
                    <a:pt x="7322" y="23472"/>
                    <a:pt x="6078" y="19711"/>
                    <a:pt x="3447" y="16794"/>
                  </a:cubicBezTo>
                  <a:cubicBezTo>
                    <a:pt x="3114" y="16408"/>
                    <a:pt x="2717" y="16245"/>
                    <a:pt x="2326" y="16245"/>
                  </a:cubicBezTo>
                  <a:cubicBezTo>
                    <a:pt x="1456" y="16245"/>
                    <a:pt x="608" y="17049"/>
                    <a:pt x="530" y="17996"/>
                  </a:cubicBezTo>
                  <a:cubicBezTo>
                    <a:pt x="0" y="22700"/>
                    <a:pt x="2260" y="27519"/>
                    <a:pt x="5119" y="31222"/>
                  </a:cubicBezTo>
                  <a:cubicBezTo>
                    <a:pt x="8337" y="35326"/>
                    <a:pt x="12984" y="37714"/>
                    <a:pt x="18103" y="38600"/>
                  </a:cubicBezTo>
                  <a:cubicBezTo>
                    <a:pt x="19905" y="38896"/>
                    <a:pt x="21783" y="39046"/>
                    <a:pt x="23693" y="39046"/>
                  </a:cubicBezTo>
                  <a:cubicBezTo>
                    <a:pt x="31829" y="39046"/>
                    <a:pt x="40520" y="36330"/>
                    <a:pt x="46172" y="30679"/>
                  </a:cubicBezTo>
                  <a:cubicBezTo>
                    <a:pt x="48278" y="28525"/>
                    <a:pt x="46308" y="24872"/>
                    <a:pt x="43783" y="24872"/>
                  </a:cubicBezTo>
                  <a:cubicBezTo>
                    <a:pt x="43240" y="24872"/>
                    <a:pt x="42671" y="25041"/>
                    <a:pt x="42111" y="25431"/>
                  </a:cubicBezTo>
                  <a:cubicBezTo>
                    <a:pt x="38722" y="27819"/>
                    <a:pt x="35619" y="29964"/>
                    <a:pt x="31573" y="31151"/>
                  </a:cubicBezTo>
                  <a:cubicBezTo>
                    <a:pt x="30314" y="31579"/>
                    <a:pt x="29013" y="31865"/>
                    <a:pt x="27698" y="32051"/>
                  </a:cubicBezTo>
                  <a:cubicBezTo>
                    <a:pt x="28884" y="30679"/>
                    <a:pt x="30085" y="29363"/>
                    <a:pt x="31272" y="27933"/>
                  </a:cubicBezTo>
                  <a:cubicBezTo>
                    <a:pt x="34318" y="24430"/>
                    <a:pt x="37235" y="20784"/>
                    <a:pt x="40095" y="17095"/>
                  </a:cubicBezTo>
                  <a:cubicBezTo>
                    <a:pt x="41167" y="15608"/>
                    <a:pt x="40266" y="13277"/>
                    <a:pt x="38836" y="12448"/>
                  </a:cubicBezTo>
                  <a:cubicBezTo>
                    <a:pt x="38295" y="12130"/>
                    <a:pt x="37748" y="11987"/>
                    <a:pt x="37219" y="11987"/>
                  </a:cubicBezTo>
                  <a:cubicBezTo>
                    <a:pt x="36057" y="11987"/>
                    <a:pt x="34983" y="12674"/>
                    <a:pt x="34246" y="13706"/>
                  </a:cubicBezTo>
                  <a:cubicBezTo>
                    <a:pt x="31630" y="17152"/>
                    <a:pt x="29013" y="20612"/>
                    <a:pt x="26268" y="23944"/>
                  </a:cubicBezTo>
                  <a:cubicBezTo>
                    <a:pt x="24952" y="25617"/>
                    <a:pt x="23594" y="27290"/>
                    <a:pt x="22278" y="28948"/>
                  </a:cubicBezTo>
                  <a:lnTo>
                    <a:pt x="22164" y="29077"/>
                  </a:lnTo>
                  <a:cubicBezTo>
                    <a:pt x="22335" y="28005"/>
                    <a:pt x="22521" y="26861"/>
                    <a:pt x="22693" y="25788"/>
                  </a:cubicBezTo>
                  <a:cubicBezTo>
                    <a:pt x="23108" y="23415"/>
                    <a:pt x="23522" y="21027"/>
                    <a:pt x="23951" y="18639"/>
                  </a:cubicBezTo>
                  <a:cubicBezTo>
                    <a:pt x="24781" y="13820"/>
                    <a:pt x="25796" y="9059"/>
                    <a:pt x="26511" y="4226"/>
                  </a:cubicBezTo>
                  <a:cubicBezTo>
                    <a:pt x="26811" y="2438"/>
                    <a:pt x="26096" y="651"/>
                    <a:pt x="24180" y="122"/>
                  </a:cubicBezTo>
                  <a:cubicBezTo>
                    <a:pt x="23900" y="40"/>
                    <a:pt x="23609" y="1"/>
                    <a:pt x="23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7"/>
            <p:cNvSpPr/>
            <p:nvPr/>
          </p:nvSpPr>
          <p:spPr>
            <a:xfrm rot="3529025">
              <a:off x="1163162" y="4825496"/>
              <a:ext cx="931177" cy="521846"/>
            </a:xfrm>
            <a:custGeom>
              <a:avLst/>
              <a:gdLst/>
              <a:ahLst/>
              <a:cxnLst/>
              <a:rect l="l" t="t" r="r" b="b"/>
              <a:pathLst>
                <a:path w="24725" h="13698" extrusionOk="0">
                  <a:moveTo>
                    <a:pt x="19194" y="0"/>
                  </a:moveTo>
                  <a:cubicBezTo>
                    <a:pt x="18979" y="0"/>
                    <a:pt x="18763" y="20"/>
                    <a:pt x="18547" y="61"/>
                  </a:cubicBezTo>
                  <a:cubicBezTo>
                    <a:pt x="15516" y="604"/>
                    <a:pt x="13071" y="2263"/>
                    <a:pt x="10382" y="3750"/>
                  </a:cubicBezTo>
                  <a:cubicBezTo>
                    <a:pt x="7651" y="5309"/>
                    <a:pt x="4734" y="6739"/>
                    <a:pt x="2160" y="8583"/>
                  </a:cubicBezTo>
                  <a:cubicBezTo>
                    <a:pt x="1" y="10158"/>
                    <a:pt x="883" y="13697"/>
                    <a:pt x="3484" y="13697"/>
                  </a:cubicBezTo>
                  <a:cubicBezTo>
                    <a:pt x="3741" y="13697"/>
                    <a:pt x="4016" y="13663"/>
                    <a:pt x="4305" y="13588"/>
                  </a:cubicBezTo>
                  <a:cubicBezTo>
                    <a:pt x="7594" y="12758"/>
                    <a:pt x="10683" y="11329"/>
                    <a:pt x="13843" y="10127"/>
                  </a:cubicBezTo>
                  <a:cubicBezTo>
                    <a:pt x="16817" y="8941"/>
                    <a:pt x="19505" y="7983"/>
                    <a:pt x="22007" y="5895"/>
                  </a:cubicBezTo>
                  <a:cubicBezTo>
                    <a:pt x="24725" y="3630"/>
                    <a:pt x="22118" y="0"/>
                    <a:pt x="191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7"/>
            <p:cNvSpPr/>
            <p:nvPr/>
          </p:nvSpPr>
          <p:spPr>
            <a:xfrm>
              <a:off x="-585308" y="4058533"/>
              <a:ext cx="1715969" cy="1210793"/>
            </a:xfrm>
            <a:custGeom>
              <a:avLst/>
              <a:gdLst/>
              <a:ahLst/>
              <a:cxnLst/>
              <a:rect l="l" t="t" r="r" b="b"/>
              <a:pathLst>
                <a:path w="78615" h="55471" extrusionOk="0">
                  <a:moveTo>
                    <a:pt x="28010" y="0"/>
                  </a:moveTo>
                  <a:cubicBezTo>
                    <a:pt x="27289" y="0"/>
                    <a:pt x="26561" y="182"/>
                    <a:pt x="25892" y="575"/>
                  </a:cubicBezTo>
                  <a:cubicBezTo>
                    <a:pt x="21359" y="3320"/>
                    <a:pt x="17069" y="6423"/>
                    <a:pt x="12665" y="9397"/>
                  </a:cubicBezTo>
                  <a:cubicBezTo>
                    <a:pt x="8547" y="12143"/>
                    <a:pt x="4200" y="14702"/>
                    <a:pt x="1040" y="18577"/>
                  </a:cubicBezTo>
                  <a:cubicBezTo>
                    <a:pt x="0" y="19894"/>
                    <a:pt x="827" y="21708"/>
                    <a:pt x="2405" y="21708"/>
                  </a:cubicBezTo>
                  <a:cubicBezTo>
                    <a:pt x="2540" y="21708"/>
                    <a:pt x="2682" y="21694"/>
                    <a:pt x="2828" y="21666"/>
                  </a:cubicBezTo>
                  <a:cubicBezTo>
                    <a:pt x="7718" y="20722"/>
                    <a:pt x="12008" y="18034"/>
                    <a:pt x="16354" y="15718"/>
                  </a:cubicBezTo>
                  <a:cubicBezTo>
                    <a:pt x="19364" y="14097"/>
                    <a:pt x="22445" y="12549"/>
                    <a:pt x="25458" y="10917"/>
                  </a:cubicBezTo>
                  <a:lnTo>
                    <a:pt x="25458" y="10917"/>
                  </a:lnTo>
                  <a:cubicBezTo>
                    <a:pt x="27706" y="18771"/>
                    <a:pt x="29975" y="26624"/>
                    <a:pt x="32198" y="34478"/>
                  </a:cubicBezTo>
                  <a:cubicBezTo>
                    <a:pt x="32709" y="36440"/>
                    <a:pt x="34469" y="37635"/>
                    <a:pt x="36324" y="37635"/>
                  </a:cubicBezTo>
                  <a:cubicBezTo>
                    <a:pt x="37065" y="37635"/>
                    <a:pt x="37820" y="37445"/>
                    <a:pt x="38518" y="37037"/>
                  </a:cubicBezTo>
                  <a:cubicBezTo>
                    <a:pt x="42207" y="34964"/>
                    <a:pt x="45968" y="32819"/>
                    <a:pt x="49714" y="30731"/>
                  </a:cubicBezTo>
                  <a:cubicBezTo>
                    <a:pt x="51330" y="29773"/>
                    <a:pt x="53532" y="27986"/>
                    <a:pt x="55319" y="27571"/>
                  </a:cubicBezTo>
                  <a:cubicBezTo>
                    <a:pt x="55870" y="27444"/>
                    <a:pt x="56186" y="27369"/>
                    <a:pt x="56408" y="27369"/>
                  </a:cubicBezTo>
                  <a:cubicBezTo>
                    <a:pt x="56809" y="27369"/>
                    <a:pt x="56905" y="27613"/>
                    <a:pt x="57521" y="28229"/>
                  </a:cubicBezTo>
                  <a:cubicBezTo>
                    <a:pt x="58293" y="29001"/>
                    <a:pt x="58708" y="30431"/>
                    <a:pt x="59194" y="31389"/>
                  </a:cubicBezTo>
                  <a:cubicBezTo>
                    <a:pt x="61096" y="35193"/>
                    <a:pt x="63069" y="39068"/>
                    <a:pt x="65028" y="42885"/>
                  </a:cubicBezTo>
                  <a:cubicBezTo>
                    <a:pt x="66930" y="46689"/>
                    <a:pt x="68488" y="51165"/>
                    <a:pt x="71520" y="54267"/>
                  </a:cubicBezTo>
                  <a:cubicBezTo>
                    <a:pt x="72352" y="55111"/>
                    <a:pt x="73284" y="55471"/>
                    <a:pt x="74183" y="55471"/>
                  </a:cubicBezTo>
                  <a:cubicBezTo>
                    <a:pt x="76513" y="55471"/>
                    <a:pt x="78615" y="53055"/>
                    <a:pt x="78140" y="50392"/>
                  </a:cubicBezTo>
                  <a:cubicBezTo>
                    <a:pt x="77239" y="45088"/>
                    <a:pt x="73250" y="39668"/>
                    <a:pt x="70805" y="34835"/>
                  </a:cubicBezTo>
                  <a:cubicBezTo>
                    <a:pt x="68431" y="30245"/>
                    <a:pt x="66458" y="24297"/>
                    <a:pt x="62712" y="20594"/>
                  </a:cubicBezTo>
                  <a:cubicBezTo>
                    <a:pt x="60979" y="18920"/>
                    <a:pt x="59070" y="18258"/>
                    <a:pt x="57108" y="18258"/>
                  </a:cubicBezTo>
                  <a:cubicBezTo>
                    <a:pt x="54812" y="18258"/>
                    <a:pt x="52444" y="19165"/>
                    <a:pt x="50200" y="20422"/>
                  </a:cubicBezTo>
                  <a:cubicBezTo>
                    <a:pt x="46442" y="22547"/>
                    <a:pt x="42712" y="24706"/>
                    <a:pt x="38970" y="26877"/>
                  </a:cubicBezTo>
                  <a:lnTo>
                    <a:pt x="38970" y="26877"/>
                  </a:lnTo>
                  <a:cubicBezTo>
                    <a:pt x="36753" y="18990"/>
                    <a:pt x="34554" y="11079"/>
                    <a:pt x="32326" y="3206"/>
                  </a:cubicBezTo>
                  <a:cubicBezTo>
                    <a:pt x="31756" y="1258"/>
                    <a:pt x="29909" y="0"/>
                    <a:pt x="280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7"/>
            <p:cNvSpPr/>
            <p:nvPr/>
          </p:nvSpPr>
          <p:spPr>
            <a:xfrm>
              <a:off x="261364" y="4131346"/>
              <a:ext cx="279300" cy="279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CUSTOM_4_1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"/>
          <p:cNvSpPr txBox="1">
            <a:spLocks noGrp="1"/>
          </p:cNvSpPr>
          <p:nvPr>
            <p:ph type="title"/>
          </p:nvPr>
        </p:nvSpPr>
        <p:spPr>
          <a:xfrm>
            <a:off x="713225" y="3404151"/>
            <a:ext cx="4655700" cy="6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18"/>
          <p:cNvSpPr txBox="1">
            <a:spLocks noGrp="1"/>
          </p:cNvSpPr>
          <p:nvPr>
            <p:ph type="subTitle" idx="1"/>
          </p:nvPr>
        </p:nvSpPr>
        <p:spPr>
          <a:xfrm>
            <a:off x="713225" y="3975200"/>
            <a:ext cx="4655700" cy="6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0_1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"/>
          <p:cNvSpPr txBox="1">
            <a:spLocks noGrp="1"/>
          </p:cNvSpPr>
          <p:nvPr>
            <p:ph type="title"/>
          </p:nvPr>
        </p:nvSpPr>
        <p:spPr>
          <a:xfrm>
            <a:off x="941850" y="365760"/>
            <a:ext cx="4635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subTitle" idx="1"/>
          </p:nvPr>
        </p:nvSpPr>
        <p:spPr>
          <a:xfrm>
            <a:off x="941825" y="1262475"/>
            <a:ext cx="6711600" cy="25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221" name="Google Shape;221;p20"/>
          <p:cNvGrpSpPr/>
          <p:nvPr/>
        </p:nvGrpSpPr>
        <p:grpSpPr>
          <a:xfrm>
            <a:off x="7749847" y="-418626"/>
            <a:ext cx="2224553" cy="3584702"/>
            <a:chOff x="7749847" y="-418626"/>
            <a:chExt cx="2224553" cy="3584702"/>
          </a:xfrm>
        </p:grpSpPr>
        <p:sp>
          <p:nvSpPr>
            <p:cNvPr id="222" name="Google Shape;222;p20"/>
            <p:cNvSpPr/>
            <p:nvPr/>
          </p:nvSpPr>
          <p:spPr>
            <a:xfrm rot="7594616">
              <a:off x="8518243" y="-218642"/>
              <a:ext cx="1151312" cy="1298207"/>
            </a:xfrm>
            <a:custGeom>
              <a:avLst/>
              <a:gdLst/>
              <a:ahLst/>
              <a:cxnLst/>
              <a:rect l="l" t="t" r="r" b="b"/>
              <a:pathLst>
                <a:path w="35677" h="40229" extrusionOk="0">
                  <a:moveTo>
                    <a:pt x="18565" y="1"/>
                  </a:moveTo>
                  <a:cubicBezTo>
                    <a:pt x="8730" y="1"/>
                    <a:pt x="2450" y="8328"/>
                    <a:pt x="887" y="17604"/>
                  </a:cubicBezTo>
                  <a:cubicBezTo>
                    <a:pt x="1" y="23023"/>
                    <a:pt x="773" y="29343"/>
                    <a:pt x="3690" y="34047"/>
                  </a:cubicBezTo>
                  <a:cubicBezTo>
                    <a:pt x="5714" y="37351"/>
                    <a:pt x="9658" y="40228"/>
                    <a:pt x="13537" y="40228"/>
                  </a:cubicBezTo>
                  <a:cubicBezTo>
                    <a:pt x="15248" y="40228"/>
                    <a:pt x="16946" y="39668"/>
                    <a:pt x="18461" y="38337"/>
                  </a:cubicBezTo>
                  <a:cubicBezTo>
                    <a:pt x="20524" y="36494"/>
                    <a:pt x="18790" y="33619"/>
                    <a:pt x="16377" y="33619"/>
                  </a:cubicBezTo>
                  <a:cubicBezTo>
                    <a:pt x="16281" y="33619"/>
                    <a:pt x="16185" y="33624"/>
                    <a:pt x="16087" y="33633"/>
                  </a:cubicBezTo>
                  <a:cubicBezTo>
                    <a:pt x="15742" y="33669"/>
                    <a:pt x="15405" y="33687"/>
                    <a:pt x="15076" y="33687"/>
                  </a:cubicBezTo>
                  <a:cubicBezTo>
                    <a:pt x="12786" y="33687"/>
                    <a:pt x="10894" y="32799"/>
                    <a:pt x="9581" y="30773"/>
                  </a:cubicBezTo>
                  <a:cubicBezTo>
                    <a:pt x="7923" y="28199"/>
                    <a:pt x="7322" y="24925"/>
                    <a:pt x="7322" y="21951"/>
                  </a:cubicBezTo>
                  <a:cubicBezTo>
                    <a:pt x="7322" y="16531"/>
                    <a:pt x="9352" y="9611"/>
                    <a:pt x="14829" y="7409"/>
                  </a:cubicBezTo>
                  <a:cubicBezTo>
                    <a:pt x="16018" y="6935"/>
                    <a:pt x="17288" y="6704"/>
                    <a:pt x="18552" y="6704"/>
                  </a:cubicBezTo>
                  <a:cubicBezTo>
                    <a:pt x="21906" y="6704"/>
                    <a:pt x="25217" y="8334"/>
                    <a:pt x="26869" y="11398"/>
                  </a:cubicBezTo>
                  <a:cubicBezTo>
                    <a:pt x="29128" y="15516"/>
                    <a:pt x="28599" y="21479"/>
                    <a:pt x="24238" y="23981"/>
                  </a:cubicBezTo>
                  <a:cubicBezTo>
                    <a:pt x="23512" y="24388"/>
                    <a:pt x="22653" y="24609"/>
                    <a:pt x="21809" y="24609"/>
                  </a:cubicBezTo>
                  <a:cubicBezTo>
                    <a:pt x="20308" y="24609"/>
                    <a:pt x="18857" y="23909"/>
                    <a:pt x="18289" y="22308"/>
                  </a:cubicBezTo>
                  <a:cubicBezTo>
                    <a:pt x="18047" y="21535"/>
                    <a:pt x="18158" y="18712"/>
                    <a:pt x="18992" y="18712"/>
                  </a:cubicBezTo>
                  <a:cubicBezTo>
                    <a:pt x="19192" y="18712"/>
                    <a:pt x="19432" y="18873"/>
                    <a:pt x="19719" y="19262"/>
                  </a:cubicBezTo>
                  <a:cubicBezTo>
                    <a:pt x="20309" y="20046"/>
                    <a:pt x="21241" y="20401"/>
                    <a:pt x="22174" y="20401"/>
                  </a:cubicBezTo>
                  <a:cubicBezTo>
                    <a:pt x="23029" y="20401"/>
                    <a:pt x="23886" y="20103"/>
                    <a:pt x="24481" y="19563"/>
                  </a:cubicBezTo>
                  <a:cubicBezTo>
                    <a:pt x="25968" y="18261"/>
                    <a:pt x="25911" y="16288"/>
                    <a:pt x="24781" y="14801"/>
                  </a:cubicBezTo>
                  <a:cubicBezTo>
                    <a:pt x="23368" y="12874"/>
                    <a:pt x="21277" y="11973"/>
                    <a:pt x="19170" y="11973"/>
                  </a:cubicBezTo>
                  <a:cubicBezTo>
                    <a:pt x="16650" y="11973"/>
                    <a:pt x="14109" y="13263"/>
                    <a:pt x="12684" y="15630"/>
                  </a:cubicBezTo>
                  <a:cubicBezTo>
                    <a:pt x="10239" y="19691"/>
                    <a:pt x="11140" y="25411"/>
                    <a:pt x="14529" y="28557"/>
                  </a:cubicBezTo>
                  <a:cubicBezTo>
                    <a:pt x="16574" y="30436"/>
                    <a:pt x="19212" y="31352"/>
                    <a:pt x="21858" y="31352"/>
                  </a:cubicBezTo>
                  <a:cubicBezTo>
                    <a:pt x="24004" y="31352"/>
                    <a:pt x="26154" y="30750"/>
                    <a:pt x="27998" y="29572"/>
                  </a:cubicBezTo>
                  <a:cubicBezTo>
                    <a:pt x="32045" y="26955"/>
                    <a:pt x="34490" y="22608"/>
                    <a:pt x="34905" y="17832"/>
                  </a:cubicBezTo>
                  <a:cubicBezTo>
                    <a:pt x="35677" y="8667"/>
                    <a:pt x="28828" y="502"/>
                    <a:pt x="19590" y="30"/>
                  </a:cubicBezTo>
                  <a:cubicBezTo>
                    <a:pt x="19244" y="10"/>
                    <a:pt x="18902" y="1"/>
                    <a:pt x="185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0"/>
            <p:cNvSpPr/>
            <p:nvPr/>
          </p:nvSpPr>
          <p:spPr>
            <a:xfrm rot="8100000" flipH="1">
              <a:off x="8211526" y="1131421"/>
              <a:ext cx="1301206" cy="1844769"/>
            </a:xfrm>
            <a:custGeom>
              <a:avLst/>
              <a:gdLst/>
              <a:ahLst/>
              <a:cxnLst/>
              <a:rect l="l" t="t" r="r" b="b"/>
              <a:pathLst>
                <a:path w="32202" h="45654" extrusionOk="0">
                  <a:moveTo>
                    <a:pt x="22078" y="34625"/>
                  </a:moveTo>
                  <a:lnTo>
                    <a:pt x="22078" y="34625"/>
                  </a:lnTo>
                  <a:cubicBezTo>
                    <a:pt x="23679" y="35040"/>
                    <a:pt x="25167" y="35755"/>
                    <a:pt x="25881" y="37070"/>
                  </a:cubicBezTo>
                  <a:cubicBezTo>
                    <a:pt x="26399" y="38037"/>
                    <a:pt x="26424" y="39757"/>
                    <a:pt x="25189" y="39757"/>
                  </a:cubicBezTo>
                  <a:cubicBezTo>
                    <a:pt x="25127" y="39757"/>
                    <a:pt x="25063" y="39753"/>
                    <a:pt x="24995" y="39744"/>
                  </a:cubicBezTo>
                  <a:cubicBezTo>
                    <a:pt x="23622" y="39630"/>
                    <a:pt x="22907" y="37242"/>
                    <a:pt x="22550" y="36169"/>
                  </a:cubicBezTo>
                  <a:cubicBezTo>
                    <a:pt x="22364" y="35640"/>
                    <a:pt x="22192" y="35168"/>
                    <a:pt x="22078" y="34625"/>
                  </a:cubicBezTo>
                  <a:close/>
                  <a:moveTo>
                    <a:pt x="28344" y="0"/>
                  </a:moveTo>
                  <a:cubicBezTo>
                    <a:pt x="27800" y="0"/>
                    <a:pt x="27234" y="214"/>
                    <a:pt x="26725" y="722"/>
                  </a:cubicBezTo>
                  <a:cubicBezTo>
                    <a:pt x="25410" y="2038"/>
                    <a:pt x="24280" y="3411"/>
                    <a:pt x="23208" y="4898"/>
                  </a:cubicBezTo>
                  <a:cubicBezTo>
                    <a:pt x="19390" y="10203"/>
                    <a:pt x="17002" y="16451"/>
                    <a:pt x="16358" y="23014"/>
                  </a:cubicBezTo>
                  <a:cubicBezTo>
                    <a:pt x="16173" y="23958"/>
                    <a:pt x="16058" y="24973"/>
                    <a:pt x="15929" y="25931"/>
                  </a:cubicBezTo>
                  <a:cubicBezTo>
                    <a:pt x="15815" y="27004"/>
                    <a:pt x="15758" y="28191"/>
                    <a:pt x="15701" y="29506"/>
                  </a:cubicBezTo>
                  <a:cubicBezTo>
                    <a:pt x="9381" y="30693"/>
                    <a:pt x="3604" y="36055"/>
                    <a:pt x="801" y="41360"/>
                  </a:cubicBezTo>
                  <a:cubicBezTo>
                    <a:pt x="0" y="42823"/>
                    <a:pt x="1297" y="44525"/>
                    <a:pt x="2695" y="44525"/>
                  </a:cubicBezTo>
                  <a:cubicBezTo>
                    <a:pt x="3170" y="44525"/>
                    <a:pt x="3656" y="44329"/>
                    <a:pt x="4076" y="43862"/>
                  </a:cubicBezTo>
                  <a:cubicBezTo>
                    <a:pt x="7178" y="40345"/>
                    <a:pt x="10696" y="36412"/>
                    <a:pt x="15043" y="34453"/>
                  </a:cubicBezTo>
                  <a:cubicBezTo>
                    <a:pt x="15286" y="34382"/>
                    <a:pt x="15515" y="34382"/>
                    <a:pt x="15758" y="34325"/>
                  </a:cubicBezTo>
                  <a:cubicBezTo>
                    <a:pt x="16223" y="40086"/>
                    <a:pt x="18367" y="45653"/>
                    <a:pt x="24993" y="45653"/>
                  </a:cubicBezTo>
                  <a:cubicBezTo>
                    <a:pt x="25092" y="45653"/>
                    <a:pt x="25193" y="45652"/>
                    <a:pt x="25295" y="45650"/>
                  </a:cubicBezTo>
                  <a:cubicBezTo>
                    <a:pt x="28927" y="45535"/>
                    <a:pt x="31658" y="42604"/>
                    <a:pt x="31901" y="39029"/>
                  </a:cubicBezTo>
                  <a:cubicBezTo>
                    <a:pt x="32202" y="34925"/>
                    <a:pt x="29285" y="31594"/>
                    <a:pt x="25653" y="30035"/>
                  </a:cubicBezTo>
                  <a:cubicBezTo>
                    <a:pt x="24094" y="29449"/>
                    <a:pt x="22550" y="29091"/>
                    <a:pt x="21063" y="29020"/>
                  </a:cubicBezTo>
                  <a:cubicBezTo>
                    <a:pt x="20348" y="19912"/>
                    <a:pt x="23737" y="10617"/>
                    <a:pt x="30114" y="4068"/>
                  </a:cubicBezTo>
                  <a:cubicBezTo>
                    <a:pt x="31719" y="2364"/>
                    <a:pt x="30154" y="0"/>
                    <a:pt x="283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0"/>
            <p:cNvSpPr/>
            <p:nvPr/>
          </p:nvSpPr>
          <p:spPr>
            <a:xfrm rot="-5177878">
              <a:off x="7778881" y="-220528"/>
              <a:ext cx="653736" cy="670994"/>
            </a:xfrm>
            <a:custGeom>
              <a:avLst/>
              <a:gdLst/>
              <a:ahLst/>
              <a:cxnLst/>
              <a:rect l="l" t="t" r="r" b="b"/>
              <a:pathLst>
                <a:path w="8523" h="8748" extrusionOk="0">
                  <a:moveTo>
                    <a:pt x="6861" y="0"/>
                  </a:moveTo>
                  <a:cubicBezTo>
                    <a:pt x="6190" y="0"/>
                    <a:pt x="5461" y="510"/>
                    <a:pt x="5363" y="1298"/>
                  </a:cubicBezTo>
                  <a:cubicBezTo>
                    <a:pt x="5306" y="2256"/>
                    <a:pt x="5420" y="3328"/>
                    <a:pt x="5477" y="4343"/>
                  </a:cubicBezTo>
                  <a:cubicBezTo>
                    <a:pt x="5477" y="4815"/>
                    <a:pt x="5534" y="5344"/>
                    <a:pt x="5534" y="5830"/>
                  </a:cubicBezTo>
                  <a:lnTo>
                    <a:pt x="3876" y="5830"/>
                  </a:lnTo>
                  <a:cubicBezTo>
                    <a:pt x="3262" y="5830"/>
                    <a:pt x="2627" y="5762"/>
                    <a:pt x="1997" y="5762"/>
                  </a:cubicBezTo>
                  <a:cubicBezTo>
                    <a:pt x="1584" y="5762"/>
                    <a:pt x="1174" y="5791"/>
                    <a:pt x="773" y="5888"/>
                  </a:cubicBezTo>
                  <a:cubicBezTo>
                    <a:pt x="472" y="6002"/>
                    <a:pt x="115" y="6302"/>
                    <a:pt x="58" y="6602"/>
                  </a:cubicBezTo>
                  <a:lnTo>
                    <a:pt x="58" y="6846"/>
                  </a:lnTo>
                  <a:lnTo>
                    <a:pt x="58" y="6903"/>
                  </a:lnTo>
                  <a:cubicBezTo>
                    <a:pt x="1" y="7203"/>
                    <a:pt x="301" y="7560"/>
                    <a:pt x="530" y="7732"/>
                  </a:cubicBezTo>
                  <a:cubicBezTo>
                    <a:pt x="1488" y="8275"/>
                    <a:pt x="2617" y="8390"/>
                    <a:pt x="3690" y="8561"/>
                  </a:cubicBezTo>
                  <a:cubicBezTo>
                    <a:pt x="4819" y="8747"/>
                    <a:pt x="5963" y="8747"/>
                    <a:pt x="7093" y="8747"/>
                  </a:cubicBezTo>
                  <a:cubicBezTo>
                    <a:pt x="7808" y="8747"/>
                    <a:pt x="8523" y="8090"/>
                    <a:pt x="8466" y="7317"/>
                  </a:cubicBezTo>
                  <a:cubicBezTo>
                    <a:pt x="8394" y="6245"/>
                    <a:pt x="8337" y="5173"/>
                    <a:pt x="8280" y="4157"/>
                  </a:cubicBezTo>
                  <a:cubicBezTo>
                    <a:pt x="8165" y="3085"/>
                    <a:pt x="8165" y="1955"/>
                    <a:pt x="7979" y="940"/>
                  </a:cubicBezTo>
                  <a:cubicBezTo>
                    <a:pt x="7827" y="282"/>
                    <a:pt x="7360" y="0"/>
                    <a:pt x="68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0"/>
            <p:cNvSpPr/>
            <p:nvPr/>
          </p:nvSpPr>
          <p:spPr>
            <a:xfrm>
              <a:off x="8229602" y="662221"/>
              <a:ext cx="279300" cy="279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0"/>
            <p:cNvSpPr/>
            <p:nvPr/>
          </p:nvSpPr>
          <p:spPr>
            <a:xfrm rot="3228475">
              <a:off x="8528828" y="2211185"/>
              <a:ext cx="931122" cy="521862"/>
            </a:xfrm>
            <a:custGeom>
              <a:avLst/>
              <a:gdLst/>
              <a:ahLst/>
              <a:cxnLst/>
              <a:rect l="l" t="t" r="r" b="b"/>
              <a:pathLst>
                <a:path w="24725" h="13698" extrusionOk="0">
                  <a:moveTo>
                    <a:pt x="19194" y="0"/>
                  </a:moveTo>
                  <a:cubicBezTo>
                    <a:pt x="18979" y="0"/>
                    <a:pt x="18763" y="20"/>
                    <a:pt x="18547" y="61"/>
                  </a:cubicBezTo>
                  <a:cubicBezTo>
                    <a:pt x="15516" y="604"/>
                    <a:pt x="13071" y="2263"/>
                    <a:pt x="10382" y="3750"/>
                  </a:cubicBezTo>
                  <a:cubicBezTo>
                    <a:pt x="7651" y="5309"/>
                    <a:pt x="4734" y="6739"/>
                    <a:pt x="2160" y="8583"/>
                  </a:cubicBezTo>
                  <a:cubicBezTo>
                    <a:pt x="1" y="10158"/>
                    <a:pt x="883" y="13697"/>
                    <a:pt x="3484" y="13697"/>
                  </a:cubicBezTo>
                  <a:cubicBezTo>
                    <a:pt x="3741" y="13697"/>
                    <a:pt x="4016" y="13663"/>
                    <a:pt x="4305" y="13588"/>
                  </a:cubicBezTo>
                  <a:cubicBezTo>
                    <a:pt x="7594" y="12758"/>
                    <a:pt x="10683" y="11329"/>
                    <a:pt x="13843" y="10127"/>
                  </a:cubicBezTo>
                  <a:cubicBezTo>
                    <a:pt x="16817" y="8941"/>
                    <a:pt x="19505" y="7983"/>
                    <a:pt x="22007" y="5895"/>
                  </a:cubicBezTo>
                  <a:cubicBezTo>
                    <a:pt x="24725" y="3630"/>
                    <a:pt x="22118" y="0"/>
                    <a:pt x="191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7" name="Google Shape;227;p20"/>
          <p:cNvGrpSpPr/>
          <p:nvPr/>
        </p:nvGrpSpPr>
        <p:grpSpPr>
          <a:xfrm>
            <a:off x="-915352" y="3001909"/>
            <a:ext cx="3386400" cy="2967854"/>
            <a:chOff x="-915352" y="3001909"/>
            <a:chExt cx="3386400" cy="2967854"/>
          </a:xfrm>
        </p:grpSpPr>
        <p:sp>
          <p:nvSpPr>
            <p:cNvPr id="228" name="Google Shape;228;p20"/>
            <p:cNvSpPr/>
            <p:nvPr/>
          </p:nvSpPr>
          <p:spPr>
            <a:xfrm>
              <a:off x="-282260" y="4192554"/>
              <a:ext cx="496308" cy="653336"/>
            </a:xfrm>
            <a:custGeom>
              <a:avLst/>
              <a:gdLst/>
              <a:ahLst/>
              <a:cxnLst/>
              <a:rect l="l" t="t" r="r" b="b"/>
              <a:pathLst>
                <a:path w="22311" h="29370" extrusionOk="0">
                  <a:moveTo>
                    <a:pt x="19104" y="1"/>
                  </a:moveTo>
                  <a:cubicBezTo>
                    <a:pt x="18248" y="1"/>
                    <a:pt x="17441" y="421"/>
                    <a:pt x="17063" y="1416"/>
                  </a:cubicBezTo>
                  <a:cubicBezTo>
                    <a:pt x="15633" y="2488"/>
                    <a:pt x="14618" y="3975"/>
                    <a:pt x="14089" y="5706"/>
                  </a:cubicBezTo>
                  <a:cubicBezTo>
                    <a:pt x="13960" y="5877"/>
                    <a:pt x="13846" y="6120"/>
                    <a:pt x="13731" y="6306"/>
                  </a:cubicBezTo>
                  <a:cubicBezTo>
                    <a:pt x="12716" y="8380"/>
                    <a:pt x="11815" y="10467"/>
                    <a:pt x="10929" y="12555"/>
                  </a:cubicBezTo>
                  <a:cubicBezTo>
                    <a:pt x="10457" y="13742"/>
                    <a:pt x="9971" y="14886"/>
                    <a:pt x="9499" y="16072"/>
                  </a:cubicBezTo>
                  <a:cubicBezTo>
                    <a:pt x="8598" y="14585"/>
                    <a:pt x="7654" y="13213"/>
                    <a:pt x="6639" y="11783"/>
                  </a:cubicBezTo>
                  <a:cubicBezTo>
                    <a:pt x="5896" y="10707"/>
                    <a:pt x="4838" y="10235"/>
                    <a:pt x="3805" y="10235"/>
                  </a:cubicBezTo>
                  <a:cubicBezTo>
                    <a:pt x="1858" y="10235"/>
                    <a:pt x="0" y="11914"/>
                    <a:pt x="505" y="14399"/>
                  </a:cubicBezTo>
                  <a:cubicBezTo>
                    <a:pt x="1391" y="18746"/>
                    <a:pt x="2950" y="22979"/>
                    <a:pt x="5924" y="26139"/>
                  </a:cubicBezTo>
                  <a:cubicBezTo>
                    <a:pt x="5924" y="26253"/>
                    <a:pt x="5981" y="26439"/>
                    <a:pt x="6038" y="26553"/>
                  </a:cubicBezTo>
                  <a:cubicBezTo>
                    <a:pt x="6742" y="28460"/>
                    <a:pt x="8255" y="29369"/>
                    <a:pt x="9794" y="29369"/>
                  </a:cubicBezTo>
                  <a:cubicBezTo>
                    <a:pt x="11385" y="29369"/>
                    <a:pt x="13004" y="28399"/>
                    <a:pt x="13788" y="26553"/>
                  </a:cubicBezTo>
                  <a:cubicBezTo>
                    <a:pt x="13903" y="26253"/>
                    <a:pt x="14031" y="25967"/>
                    <a:pt x="14146" y="25667"/>
                  </a:cubicBezTo>
                  <a:cubicBezTo>
                    <a:pt x="15576" y="23393"/>
                    <a:pt x="16820" y="20891"/>
                    <a:pt x="17835" y="18332"/>
                  </a:cubicBezTo>
                  <a:cubicBezTo>
                    <a:pt x="20109" y="13384"/>
                    <a:pt x="21538" y="8094"/>
                    <a:pt x="22182" y="2488"/>
                  </a:cubicBezTo>
                  <a:cubicBezTo>
                    <a:pt x="22311" y="1173"/>
                    <a:pt x="21295" y="401"/>
                    <a:pt x="20223" y="229"/>
                  </a:cubicBezTo>
                  <a:cubicBezTo>
                    <a:pt x="19862" y="81"/>
                    <a:pt x="19478" y="1"/>
                    <a:pt x="191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0"/>
            <p:cNvSpPr/>
            <p:nvPr/>
          </p:nvSpPr>
          <p:spPr>
            <a:xfrm rot="-1105226">
              <a:off x="-404063" y="3675121"/>
              <a:ext cx="1209864" cy="1005395"/>
            </a:xfrm>
            <a:custGeom>
              <a:avLst/>
              <a:gdLst/>
              <a:ahLst/>
              <a:cxnLst/>
              <a:rect l="l" t="t" r="r" b="b"/>
              <a:pathLst>
                <a:path w="27698" h="23017" extrusionOk="0">
                  <a:moveTo>
                    <a:pt x="3664" y="0"/>
                  </a:moveTo>
                  <a:cubicBezTo>
                    <a:pt x="3392" y="0"/>
                    <a:pt x="3117" y="68"/>
                    <a:pt x="2861" y="215"/>
                  </a:cubicBezTo>
                  <a:cubicBezTo>
                    <a:pt x="2260" y="572"/>
                    <a:pt x="1717" y="930"/>
                    <a:pt x="1130" y="1287"/>
                  </a:cubicBezTo>
                  <a:cubicBezTo>
                    <a:pt x="716" y="1516"/>
                    <a:pt x="473" y="1874"/>
                    <a:pt x="358" y="2231"/>
                  </a:cubicBezTo>
                  <a:cubicBezTo>
                    <a:pt x="287" y="2417"/>
                    <a:pt x="287" y="2589"/>
                    <a:pt x="230" y="2774"/>
                  </a:cubicBezTo>
                  <a:cubicBezTo>
                    <a:pt x="1" y="6349"/>
                    <a:pt x="3089" y="8666"/>
                    <a:pt x="6364" y="8794"/>
                  </a:cubicBezTo>
                  <a:cubicBezTo>
                    <a:pt x="6513" y="8802"/>
                    <a:pt x="6661" y="8806"/>
                    <a:pt x="6809" y="8806"/>
                  </a:cubicBezTo>
                  <a:cubicBezTo>
                    <a:pt x="9880" y="8806"/>
                    <a:pt x="12706" y="7231"/>
                    <a:pt x="15786" y="7231"/>
                  </a:cubicBezTo>
                  <a:cubicBezTo>
                    <a:pt x="15886" y="7231"/>
                    <a:pt x="15986" y="7232"/>
                    <a:pt x="16087" y="7236"/>
                  </a:cubicBezTo>
                  <a:cubicBezTo>
                    <a:pt x="16616" y="7293"/>
                    <a:pt x="17217" y="7364"/>
                    <a:pt x="17803" y="7536"/>
                  </a:cubicBezTo>
                  <a:cubicBezTo>
                    <a:pt x="19362" y="8137"/>
                    <a:pt x="20734" y="9152"/>
                    <a:pt x="21621" y="10453"/>
                  </a:cubicBezTo>
                  <a:cubicBezTo>
                    <a:pt x="21807" y="10753"/>
                    <a:pt x="21921" y="11053"/>
                    <a:pt x="21978" y="11411"/>
                  </a:cubicBezTo>
                  <a:cubicBezTo>
                    <a:pt x="22808" y="14514"/>
                    <a:pt x="21449" y="17788"/>
                    <a:pt x="20134" y="20591"/>
                  </a:cubicBezTo>
                  <a:cubicBezTo>
                    <a:pt x="19561" y="21863"/>
                    <a:pt x="20458" y="23016"/>
                    <a:pt x="21542" y="23016"/>
                  </a:cubicBezTo>
                  <a:cubicBezTo>
                    <a:pt x="21921" y="23016"/>
                    <a:pt x="22323" y="22876"/>
                    <a:pt x="22693" y="22550"/>
                  </a:cubicBezTo>
                  <a:cubicBezTo>
                    <a:pt x="26683" y="19218"/>
                    <a:pt x="27698" y="13499"/>
                    <a:pt x="25439" y="9080"/>
                  </a:cubicBezTo>
                  <a:cubicBezTo>
                    <a:pt x="24595" y="7178"/>
                    <a:pt x="23165" y="5577"/>
                    <a:pt x="21206" y="4505"/>
                  </a:cubicBezTo>
                  <a:cubicBezTo>
                    <a:pt x="19432" y="3563"/>
                    <a:pt x="17521" y="3170"/>
                    <a:pt x="15588" y="3170"/>
                  </a:cubicBezTo>
                  <a:cubicBezTo>
                    <a:pt x="14203" y="3170"/>
                    <a:pt x="12807" y="3372"/>
                    <a:pt x="11440" y="3718"/>
                  </a:cubicBezTo>
                  <a:cubicBezTo>
                    <a:pt x="11056" y="3738"/>
                    <a:pt x="10665" y="3752"/>
                    <a:pt x="10276" y="3752"/>
                  </a:cubicBezTo>
                  <a:cubicBezTo>
                    <a:pt x="8126" y="3752"/>
                    <a:pt x="6017" y="3334"/>
                    <a:pt x="5363" y="1216"/>
                  </a:cubicBezTo>
                  <a:cubicBezTo>
                    <a:pt x="5102" y="486"/>
                    <a:pt x="4394" y="0"/>
                    <a:pt x="36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0"/>
            <p:cNvSpPr/>
            <p:nvPr/>
          </p:nvSpPr>
          <p:spPr>
            <a:xfrm rot="2246081">
              <a:off x="693112" y="4470406"/>
              <a:ext cx="1599259" cy="1129648"/>
            </a:xfrm>
            <a:custGeom>
              <a:avLst/>
              <a:gdLst/>
              <a:ahLst/>
              <a:cxnLst/>
              <a:rect l="l" t="t" r="r" b="b"/>
              <a:pathLst>
                <a:path w="72982" h="51556" extrusionOk="0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0"/>
            <p:cNvSpPr/>
            <p:nvPr/>
          </p:nvSpPr>
          <p:spPr>
            <a:xfrm rot="-3416949">
              <a:off x="-771128" y="4278370"/>
              <a:ext cx="1290686" cy="1044178"/>
            </a:xfrm>
            <a:custGeom>
              <a:avLst/>
              <a:gdLst/>
              <a:ahLst/>
              <a:cxnLst/>
              <a:rect l="l" t="t" r="r" b="b"/>
              <a:pathLst>
                <a:path w="46772" h="37839" extrusionOk="0">
                  <a:moveTo>
                    <a:pt x="3884" y="1"/>
                  </a:moveTo>
                  <a:cubicBezTo>
                    <a:pt x="3391" y="1"/>
                    <a:pt x="2900" y="187"/>
                    <a:pt x="2560" y="576"/>
                  </a:cubicBezTo>
                  <a:cubicBezTo>
                    <a:pt x="358" y="2950"/>
                    <a:pt x="187" y="6768"/>
                    <a:pt x="130" y="9928"/>
                  </a:cubicBezTo>
                  <a:cubicBezTo>
                    <a:pt x="1" y="13259"/>
                    <a:pt x="416" y="16662"/>
                    <a:pt x="1374" y="19880"/>
                  </a:cubicBezTo>
                  <a:cubicBezTo>
                    <a:pt x="2918" y="25356"/>
                    <a:pt x="6078" y="30304"/>
                    <a:pt x="10725" y="33635"/>
                  </a:cubicBezTo>
                  <a:cubicBezTo>
                    <a:pt x="14733" y="36559"/>
                    <a:pt x="19409" y="37838"/>
                    <a:pt x="24159" y="37838"/>
                  </a:cubicBezTo>
                  <a:cubicBezTo>
                    <a:pt x="31694" y="37838"/>
                    <a:pt x="39411" y="34619"/>
                    <a:pt x="44928" y="29646"/>
                  </a:cubicBezTo>
                  <a:cubicBezTo>
                    <a:pt x="46771" y="27994"/>
                    <a:pt x="45108" y="25391"/>
                    <a:pt x="43084" y="25391"/>
                  </a:cubicBezTo>
                  <a:cubicBezTo>
                    <a:pt x="42689" y="25391"/>
                    <a:pt x="42281" y="25490"/>
                    <a:pt x="41882" y="25714"/>
                  </a:cubicBezTo>
                  <a:cubicBezTo>
                    <a:pt x="37421" y="28216"/>
                    <a:pt x="33017" y="30718"/>
                    <a:pt x="27827" y="31190"/>
                  </a:cubicBezTo>
                  <a:cubicBezTo>
                    <a:pt x="27049" y="31258"/>
                    <a:pt x="26262" y="31294"/>
                    <a:pt x="25472" y="31294"/>
                  </a:cubicBezTo>
                  <a:cubicBezTo>
                    <a:pt x="21424" y="31294"/>
                    <a:pt x="17311" y="30347"/>
                    <a:pt x="14128" y="27858"/>
                  </a:cubicBezTo>
                  <a:cubicBezTo>
                    <a:pt x="10668" y="25170"/>
                    <a:pt x="8523" y="21124"/>
                    <a:pt x="7451" y="17020"/>
                  </a:cubicBezTo>
                  <a:cubicBezTo>
                    <a:pt x="6793" y="14446"/>
                    <a:pt x="6564" y="11829"/>
                    <a:pt x="6435" y="9213"/>
                  </a:cubicBezTo>
                  <a:cubicBezTo>
                    <a:pt x="6321" y="6410"/>
                    <a:pt x="6736" y="3493"/>
                    <a:pt x="5492" y="934"/>
                  </a:cubicBezTo>
                  <a:cubicBezTo>
                    <a:pt x="5183" y="324"/>
                    <a:pt x="4532" y="1"/>
                    <a:pt x="38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0"/>
            <p:cNvSpPr/>
            <p:nvPr/>
          </p:nvSpPr>
          <p:spPr>
            <a:xfrm rot="-7073489">
              <a:off x="-201532" y="3111067"/>
              <a:ext cx="646697" cy="663769"/>
            </a:xfrm>
            <a:custGeom>
              <a:avLst/>
              <a:gdLst/>
              <a:ahLst/>
              <a:cxnLst/>
              <a:rect l="l" t="t" r="r" b="b"/>
              <a:pathLst>
                <a:path w="8523" h="8748" extrusionOk="0">
                  <a:moveTo>
                    <a:pt x="6861" y="0"/>
                  </a:moveTo>
                  <a:cubicBezTo>
                    <a:pt x="6190" y="0"/>
                    <a:pt x="5461" y="510"/>
                    <a:pt x="5363" y="1298"/>
                  </a:cubicBezTo>
                  <a:cubicBezTo>
                    <a:pt x="5306" y="2256"/>
                    <a:pt x="5420" y="3328"/>
                    <a:pt x="5477" y="4343"/>
                  </a:cubicBezTo>
                  <a:cubicBezTo>
                    <a:pt x="5477" y="4815"/>
                    <a:pt x="5534" y="5344"/>
                    <a:pt x="5534" y="5830"/>
                  </a:cubicBezTo>
                  <a:lnTo>
                    <a:pt x="3876" y="5830"/>
                  </a:lnTo>
                  <a:cubicBezTo>
                    <a:pt x="3262" y="5830"/>
                    <a:pt x="2627" y="5762"/>
                    <a:pt x="1997" y="5762"/>
                  </a:cubicBezTo>
                  <a:cubicBezTo>
                    <a:pt x="1584" y="5762"/>
                    <a:pt x="1174" y="5791"/>
                    <a:pt x="773" y="5888"/>
                  </a:cubicBezTo>
                  <a:cubicBezTo>
                    <a:pt x="472" y="6002"/>
                    <a:pt x="115" y="6302"/>
                    <a:pt x="58" y="6602"/>
                  </a:cubicBezTo>
                  <a:lnTo>
                    <a:pt x="58" y="6846"/>
                  </a:lnTo>
                  <a:lnTo>
                    <a:pt x="58" y="6903"/>
                  </a:lnTo>
                  <a:cubicBezTo>
                    <a:pt x="1" y="7203"/>
                    <a:pt x="301" y="7560"/>
                    <a:pt x="530" y="7732"/>
                  </a:cubicBezTo>
                  <a:cubicBezTo>
                    <a:pt x="1488" y="8275"/>
                    <a:pt x="2617" y="8390"/>
                    <a:pt x="3690" y="8561"/>
                  </a:cubicBezTo>
                  <a:cubicBezTo>
                    <a:pt x="4819" y="8747"/>
                    <a:pt x="5963" y="8747"/>
                    <a:pt x="7093" y="8747"/>
                  </a:cubicBezTo>
                  <a:cubicBezTo>
                    <a:pt x="7808" y="8747"/>
                    <a:pt x="8523" y="8090"/>
                    <a:pt x="8466" y="7317"/>
                  </a:cubicBezTo>
                  <a:cubicBezTo>
                    <a:pt x="8394" y="6245"/>
                    <a:pt x="8337" y="5173"/>
                    <a:pt x="8280" y="4157"/>
                  </a:cubicBezTo>
                  <a:cubicBezTo>
                    <a:pt x="8165" y="3085"/>
                    <a:pt x="8165" y="1955"/>
                    <a:pt x="7979" y="940"/>
                  </a:cubicBezTo>
                  <a:cubicBezTo>
                    <a:pt x="7827" y="282"/>
                    <a:pt x="7360" y="0"/>
                    <a:pt x="68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0"/>
            <p:cNvSpPr/>
            <p:nvPr/>
          </p:nvSpPr>
          <p:spPr>
            <a:xfrm rot="8309790">
              <a:off x="1484010" y="4327988"/>
              <a:ext cx="606068" cy="745933"/>
            </a:xfrm>
            <a:custGeom>
              <a:avLst/>
              <a:gdLst/>
              <a:ahLst/>
              <a:cxnLst/>
              <a:rect l="l" t="t" r="r" b="b"/>
              <a:pathLst>
                <a:path w="12003" h="14773" extrusionOk="0">
                  <a:moveTo>
                    <a:pt x="2808" y="1"/>
                  </a:moveTo>
                  <a:cubicBezTo>
                    <a:pt x="2045" y="1"/>
                    <a:pt x="1284" y="485"/>
                    <a:pt x="1016" y="1297"/>
                  </a:cubicBezTo>
                  <a:cubicBezTo>
                    <a:pt x="1" y="4271"/>
                    <a:pt x="358" y="7617"/>
                    <a:pt x="2146" y="10234"/>
                  </a:cubicBezTo>
                  <a:cubicBezTo>
                    <a:pt x="3089" y="11907"/>
                    <a:pt x="4519" y="13265"/>
                    <a:pt x="6435" y="14051"/>
                  </a:cubicBezTo>
                  <a:cubicBezTo>
                    <a:pt x="7451" y="14466"/>
                    <a:pt x="8523" y="14695"/>
                    <a:pt x="9524" y="14766"/>
                  </a:cubicBezTo>
                  <a:cubicBezTo>
                    <a:pt x="9575" y="14770"/>
                    <a:pt x="9625" y="14772"/>
                    <a:pt x="9674" y="14772"/>
                  </a:cubicBezTo>
                  <a:cubicBezTo>
                    <a:pt x="11091" y="14772"/>
                    <a:pt x="12002" y="13221"/>
                    <a:pt x="11311" y="11964"/>
                  </a:cubicBezTo>
                  <a:lnTo>
                    <a:pt x="11254" y="11964"/>
                  </a:lnTo>
                  <a:cubicBezTo>
                    <a:pt x="10954" y="11420"/>
                    <a:pt x="10425" y="11063"/>
                    <a:pt x="9824" y="11006"/>
                  </a:cubicBezTo>
                  <a:cubicBezTo>
                    <a:pt x="9653" y="11006"/>
                    <a:pt x="9524" y="11006"/>
                    <a:pt x="9410" y="10949"/>
                  </a:cubicBezTo>
                  <a:lnTo>
                    <a:pt x="9167" y="10949"/>
                  </a:lnTo>
                  <a:cubicBezTo>
                    <a:pt x="7737" y="10534"/>
                    <a:pt x="6493" y="9819"/>
                    <a:pt x="5592" y="8747"/>
                  </a:cubicBezTo>
                  <a:cubicBezTo>
                    <a:pt x="5477" y="8689"/>
                    <a:pt x="5420" y="8561"/>
                    <a:pt x="5363" y="8446"/>
                  </a:cubicBezTo>
                  <a:cubicBezTo>
                    <a:pt x="5234" y="8260"/>
                    <a:pt x="5120" y="8032"/>
                    <a:pt x="5063" y="7789"/>
                  </a:cubicBezTo>
                  <a:cubicBezTo>
                    <a:pt x="4405" y="6058"/>
                    <a:pt x="4462" y="4271"/>
                    <a:pt x="4877" y="2484"/>
                  </a:cubicBezTo>
                  <a:cubicBezTo>
                    <a:pt x="5006" y="1769"/>
                    <a:pt x="4762" y="1111"/>
                    <a:pt x="4233" y="639"/>
                  </a:cubicBezTo>
                  <a:cubicBezTo>
                    <a:pt x="4162" y="582"/>
                    <a:pt x="4105" y="525"/>
                    <a:pt x="3990" y="467"/>
                  </a:cubicBezTo>
                  <a:cubicBezTo>
                    <a:pt x="3650" y="148"/>
                    <a:pt x="3229" y="1"/>
                    <a:pt x="28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3"/>
          <p:cNvSpPr txBox="1">
            <a:spLocks noGrp="1"/>
          </p:cNvSpPr>
          <p:nvPr>
            <p:ph type="title"/>
          </p:nvPr>
        </p:nvSpPr>
        <p:spPr>
          <a:xfrm>
            <a:off x="948600" y="365760"/>
            <a:ext cx="748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23"/>
          <p:cNvSpPr txBox="1">
            <a:spLocks noGrp="1"/>
          </p:cNvSpPr>
          <p:nvPr>
            <p:ph type="subTitle" idx="1"/>
          </p:nvPr>
        </p:nvSpPr>
        <p:spPr>
          <a:xfrm>
            <a:off x="713225" y="2644574"/>
            <a:ext cx="2435100" cy="107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23"/>
          <p:cNvSpPr txBox="1">
            <a:spLocks noGrp="1"/>
          </p:cNvSpPr>
          <p:nvPr>
            <p:ph type="subTitle" idx="2"/>
          </p:nvPr>
        </p:nvSpPr>
        <p:spPr>
          <a:xfrm>
            <a:off x="3354422" y="2644574"/>
            <a:ext cx="2435100" cy="107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23"/>
          <p:cNvSpPr txBox="1">
            <a:spLocks noGrp="1"/>
          </p:cNvSpPr>
          <p:nvPr>
            <p:ph type="subTitle" idx="3"/>
          </p:nvPr>
        </p:nvSpPr>
        <p:spPr>
          <a:xfrm>
            <a:off x="5995619" y="2644575"/>
            <a:ext cx="2435100" cy="107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3"/>
          <p:cNvSpPr txBox="1">
            <a:spLocks noGrp="1"/>
          </p:cNvSpPr>
          <p:nvPr>
            <p:ph type="subTitle" idx="4"/>
          </p:nvPr>
        </p:nvSpPr>
        <p:spPr>
          <a:xfrm>
            <a:off x="713225" y="2270600"/>
            <a:ext cx="2435100" cy="45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69" name="Google Shape;269;p23"/>
          <p:cNvSpPr txBox="1">
            <a:spLocks noGrp="1"/>
          </p:cNvSpPr>
          <p:nvPr>
            <p:ph type="subTitle" idx="5"/>
          </p:nvPr>
        </p:nvSpPr>
        <p:spPr>
          <a:xfrm>
            <a:off x="3354425" y="2270600"/>
            <a:ext cx="2435100" cy="45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70" name="Google Shape;270;p23"/>
          <p:cNvSpPr txBox="1">
            <a:spLocks noGrp="1"/>
          </p:cNvSpPr>
          <p:nvPr>
            <p:ph type="subTitle" idx="6"/>
          </p:nvPr>
        </p:nvSpPr>
        <p:spPr>
          <a:xfrm>
            <a:off x="5995618" y="2270600"/>
            <a:ext cx="2435100" cy="45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71" name="Google Shape;271;p23"/>
          <p:cNvSpPr/>
          <p:nvPr/>
        </p:nvSpPr>
        <p:spPr>
          <a:xfrm rot="-762827">
            <a:off x="-670015" y="894594"/>
            <a:ext cx="895969" cy="945990"/>
          </a:xfrm>
          <a:custGeom>
            <a:avLst/>
            <a:gdLst/>
            <a:ahLst/>
            <a:cxnLst/>
            <a:rect l="l" t="t" r="r" b="b"/>
            <a:pathLst>
              <a:path w="25954" h="27403" extrusionOk="0">
                <a:moveTo>
                  <a:pt x="2540" y="1"/>
                </a:moveTo>
                <a:cubicBezTo>
                  <a:pt x="2392" y="1"/>
                  <a:pt x="2242" y="7"/>
                  <a:pt x="2088" y="20"/>
                </a:cubicBezTo>
                <a:cubicBezTo>
                  <a:pt x="1016" y="134"/>
                  <a:pt x="1" y="906"/>
                  <a:pt x="58" y="2050"/>
                </a:cubicBezTo>
                <a:cubicBezTo>
                  <a:pt x="187" y="4667"/>
                  <a:pt x="1316" y="5625"/>
                  <a:pt x="3046" y="7469"/>
                </a:cubicBezTo>
                <a:cubicBezTo>
                  <a:pt x="5306" y="9914"/>
                  <a:pt x="7393" y="12474"/>
                  <a:pt x="9595" y="14919"/>
                </a:cubicBezTo>
                <a:cubicBezTo>
                  <a:pt x="11683" y="17178"/>
                  <a:pt x="13699" y="19380"/>
                  <a:pt x="15672" y="21711"/>
                </a:cubicBezTo>
                <a:cubicBezTo>
                  <a:pt x="17703" y="24142"/>
                  <a:pt x="18890" y="26115"/>
                  <a:pt x="21864" y="27245"/>
                </a:cubicBezTo>
                <a:cubicBezTo>
                  <a:pt x="22134" y="27353"/>
                  <a:pt x="22416" y="27402"/>
                  <a:pt x="22701" y="27402"/>
                </a:cubicBezTo>
                <a:cubicBezTo>
                  <a:pt x="24298" y="27402"/>
                  <a:pt x="25954" y="25836"/>
                  <a:pt x="25796" y="24271"/>
                </a:cubicBezTo>
                <a:cubicBezTo>
                  <a:pt x="25324" y="18723"/>
                  <a:pt x="19547" y="13604"/>
                  <a:pt x="15844" y="9729"/>
                </a:cubicBezTo>
                <a:cubicBezTo>
                  <a:pt x="13771" y="7527"/>
                  <a:pt x="11440" y="5553"/>
                  <a:pt x="9052" y="3652"/>
                </a:cubicBezTo>
                <a:cubicBezTo>
                  <a:pt x="7020" y="2012"/>
                  <a:pt x="5206" y="1"/>
                  <a:pt x="254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3"/>
          <p:cNvSpPr/>
          <p:nvPr/>
        </p:nvSpPr>
        <p:spPr>
          <a:xfrm rot="-2699726">
            <a:off x="354367" y="-412850"/>
            <a:ext cx="1741749" cy="1228983"/>
          </a:xfrm>
          <a:custGeom>
            <a:avLst/>
            <a:gdLst/>
            <a:ahLst/>
            <a:cxnLst/>
            <a:rect l="l" t="t" r="r" b="b"/>
            <a:pathLst>
              <a:path w="78615" h="55471" extrusionOk="0">
                <a:moveTo>
                  <a:pt x="28010" y="0"/>
                </a:moveTo>
                <a:cubicBezTo>
                  <a:pt x="27289" y="0"/>
                  <a:pt x="26561" y="182"/>
                  <a:pt x="25892" y="575"/>
                </a:cubicBezTo>
                <a:cubicBezTo>
                  <a:pt x="21359" y="3320"/>
                  <a:pt x="17069" y="6423"/>
                  <a:pt x="12665" y="9397"/>
                </a:cubicBezTo>
                <a:cubicBezTo>
                  <a:pt x="8547" y="12143"/>
                  <a:pt x="4200" y="14702"/>
                  <a:pt x="1040" y="18577"/>
                </a:cubicBezTo>
                <a:cubicBezTo>
                  <a:pt x="0" y="19894"/>
                  <a:pt x="827" y="21708"/>
                  <a:pt x="2405" y="21708"/>
                </a:cubicBezTo>
                <a:cubicBezTo>
                  <a:pt x="2540" y="21708"/>
                  <a:pt x="2682" y="21694"/>
                  <a:pt x="2828" y="21666"/>
                </a:cubicBezTo>
                <a:cubicBezTo>
                  <a:pt x="7718" y="20722"/>
                  <a:pt x="12008" y="18034"/>
                  <a:pt x="16354" y="15718"/>
                </a:cubicBezTo>
                <a:cubicBezTo>
                  <a:pt x="19364" y="14097"/>
                  <a:pt x="22445" y="12549"/>
                  <a:pt x="25458" y="10917"/>
                </a:cubicBezTo>
                <a:lnTo>
                  <a:pt x="25458" y="10917"/>
                </a:lnTo>
                <a:cubicBezTo>
                  <a:pt x="27706" y="18771"/>
                  <a:pt x="29975" y="26624"/>
                  <a:pt x="32198" y="34478"/>
                </a:cubicBezTo>
                <a:cubicBezTo>
                  <a:pt x="32709" y="36440"/>
                  <a:pt x="34469" y="37635"/>
                  <a:pt x="36324" y="37635"/>
                </a:cubicBezTo>
                <a:cubicBezTo>
                  <a:pt x="37065" y="37635"/>
                  <a:pt x="37820" y="37445"/>
                  <a:pt x="38518" y="37037"/>
                </a:cubicBezTo>
                <a:cubicBezTo>
                  <a:pt x="42207" y="34964"/>
                  <a:pt x="45968" y="32819"/>
                  <a:pt x="49714" y="30731"/>
                </a:cubicBezTo>
                <a:cubicBezTo>
                  <a:pt x="51330" y="29773"/>
                  <a:pt x="53532" y="27986"/>
                  <a:pt x="55319" y="27571"/>
                </a:cubicBezTo>
                <a:cubicBezTo>
                  <a:pt x="55870" y="27444"/>
                  <a:pt x="56186" y="27369"/>
                  <a:pt x="56408" y="27369"/>
                </a:cubicBezTo>
                <a:cubicBezTo>
                  <a:pt x="56809" y="27369"/>
                  <a:pt x="56905" y="27613"/>
                  <a:pt x="57521" y="28229"/>
                </a:cubicBezTo>
                <a:cubicBezTo>
                  <a:pt x="58293" y="29001"/>
                  <a:pt x="58708" y="30431"/>
                  <a:pt x="59194" y="31389"/>
                </a:cubicBezTo>
                <a:cubicBezTo>
                  <a:pt x="61096" y="35193"/>
                  <a:pt x="63069" y="39068"/>
                  <a:pt x="65028" y="42885"/>
                </a:cubicBezTo>
                <a:cubicBezTo>
                  <a:pt x="66930" y="46689"/>
                  <a:pt x="68488" y="51165"/>
                  <a:pt x="71520" y="54267"/>
                </a:cubicBezTo>
                <a:cubicBezTo>
                  <a:pt x="72352" y="55111"/>
                  <a:pt x="73284" y="55471"/>
                  <a:pt x="74183" y="55471"/>
                </a:cubicBezTo>
                <a:cubicBezTo>
                  <a:pt x="76513" y="55471"/>
                  <a:pt x="78615" y="53055"/>
                  <a:pt x="78140" y="50392"/>
                </a:cubicBezTo>
                <a:cubicBezTo>
                  <a:pt x="77239" y="45088"/>
                  <a:pt x="73250" y="39668"/>
                  <a:pt x="70805" y="34835"/>
                </a:cubicBezTo>
                <a:cubicBezTo>
                  <a:pt x="68431" y="30245"/>
                  <a:pt x="66458" y="24297"/>
                  <a:pt x="62712" y="20594"/>
                </a:cubicBezTo>
                <a:cubicBezTo>
                  <a:pt x="60979" y="18920"/>
                  <a:pt x="59070" y="18258"/>
                  <a:pt x="57108" y="18258"/>
                </a:cubicBezTo>
                <a:cubicBezTo>
                  <a:pt x="54812" y="18258"/>
                  <a:pt x="52444" y="19165"/>
                  <a:pt x="50200" y="20422"/>
                </a:cubicBezTo>
                <a:cubicBezTo>
                  <a:pt x="46442" y="22547"/>
                  <a:pt x="42712" y="24706"/>
                  <a:pt x="38970" y="26877"/>
                </a:cubicBezTo>
                <a:lnTo>
                  <a:pt x="38970" y="26877"/>
                </a:lnTo>
                <a:cubicBezTo>
                  <a:pt x="36753" y="18990"/>
                  <a:pt x="34554" y="11079"/>
                  <a:pt x="32326" y="3206"/>
                </a:cubicBezTo>
                <a:cubicBezTo>
                  <a:pt x="31756" y="1258"/>
                  <a:pt x="29909" y="0"/>
                  <a:pt x="280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3"/>
          <p:cNvSpPr/>
          <p:nvPr/>
        </p:nvSpPr>
        <p:spPr>
          <a:xfrm rot="3280748">
            <a:off x="-289776" y="445940"/>
            <a:ext cx="661793" cy="679269"/>
          </a:xfrm>
          <a:custGeom>
            <a:avLst/>
            <a:gdLst/>
            <a:ahLst/>
            <a:cxnLst/>
            <a:rect l="l" t="t" r="r" b="b"/>
            <a:pathLst>
              <a:path w="8523" h="8748" extrusionOk="0">
                <a:moveTo>
                  <a:pt x="6861" y="0"/>
                </a:moveTo>
                <a:cubicBezTo>
                  <a:pt x="6190" y="0"/>
                  <a:pt x="5461" y="510"/>
                  <a:pt x="5363" y="1298"/>
                </a:cubicBezTo>
                <a:cubicBezTo>
                  <a:pt x="5306" y="2256"/>
                  <a:pt x="5420" y="3328"/>
                  <a:pt x="5477" y="4343"/>
                </a:cubicBezTo>
                <a:cubicBezTo>
                  <a:pt x="5477" y="4815"/>
                  <a:pt x="5534" y="5344"/>
                  <a:pt x="5534" y="5830"/>
                </a:cubicBezTo>
                <a:lnTo>
                  <a:pt x="3876" y="5830"/>
                </a:lnTo>
                <a:cubicBezTo>
                  <a:pt x="3262" y="5830"/>
                  <a:pt x="2627" y="5762"/>
                  <a:pt x="1997" y="5762"/>
                </a:cubicBezTo>
                <a:cubicBezTo>
                  <a:pt x="1584" y="5762"/>
                  <a:pt x="1174" y="5791"/>
                  <a:pt x="773" y="5888"/>
                </a:cubicBezTo>
                <a:cubicBezTo>
                  <a:pt x="472" y="6002"/>
                  <a:pt x="115" y="6302"/>
                  <a:pt x="58" y="6602"/>
                </a:cubicBezTo>
                <a:lnTo>
                  <a:pt x="58" y="6846"/>
                </a:lnTo>
                <a:lnTo>
                  <a:pt x="58" y="6903"/>
                </a:lnTo>
                <a:cubicBezTo>
                  <a:pt x="1" y="7203"/>
                  <a:pt x="301" y="7560"/>
                  <a:pt x="530" y="7732"/>
                </a:cubicBezTo>
                <a:cubicBezTo>
                  <a:pt x="1488" y="8275"/>
                  <a:pt x="2617" y="8390"/>
                  <a:pt x="3690" y="8561"/>
                </a:cubicBezTo>
                <a:cubicBezTo>
                  <a:pt x="4819" y="8747"/>
                  <a:pt x="5963" y="8747"/>
                  <a:pt x="7093" y="8747"/>
                </a:cubicBezTo>
                <a:cubicBezTo>
                  <a:pt x="7808" y="8747"/>
                  <a:pt x="8523" y="8090"/>
                  <a:pt x="8466" y="7317"/>
                </a:cubicBezTo>
                <a:cubicBezTo>
                  <a:pt x="8394" y="6245"/>
                  <a:pt x="8337" y="5173"/>
                  <a:pt x="8280" y="4157"/>
                </a:cubicBezTo>
                <a:cubicBezTo>
                  <a:pt x="8165" y="3085"/>
                  <a:pt x="8165" y="1955"/>
                  <a:pt x="7979" y="940"/>
                </a:cubicBezTo>
                <a:cubicBezTo>
                  <a:pt x="7827" y="282"/>
                  <a:pt x="7360" y="0"/>
                  <a:pt x="68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23"/>
          <p:cNvSpPr/>
          <p:nvPr/>
        </p:nvSpPr>
        <p:spPr>
          <a:xfrm rot="7420484">
            <a:off x="-724783" y="-602084"/>
            <a:ext cx="1109603" cy="1251176"/>
          </a:xfrm>
          <a:custGeom>
            <a:avLst/>
            <a:gdLst/>
            <a:ahLst/>
            <a:cxnLst/>
            <a:rect l="l" t="t" r="r" b="b"/>
            <a:pathLst>
              <a:path w="35677" h="40229" extrusionOk="0">
                <a:moveTo>
                  <a:pt x="18565" y="1"/>
                </a:moveTo>
                <a:cubicBezTo>
                  <a:pt x="8730" y="1"/>
                  <a:pt x="2450" y="8328"/>
                  <a:pt x="887" y="17604"/>
                </a:cubicBezTo>
                <a:cubicBezTo>
                  <a:pt x="1" y="23023"/>
                  <a:pt x="773" y="29343"/>
                  <a:pt x="3690" y="34047"/>
                </a:cubicBezTo>
                <a:cubicBezTo>
                  <a:pt x="5714" y="37351"/>
                  <a:pt x="9658" y="40228"/>
                  <a:pt x="13537" y="40228"/>
                </a:cubicBezTo>
                <a:cubicBezTo>
                  <a:pt x="15248" y="40228"/>
                  <a:pt x="16946" y="39668"/>
                  <a:pt x="18461" y="38337"/>
                </a:cubicBezTo>
                <a:cubicBezTo>
                  <a:pt x="20524" y="36494"/>
                  <a:pt x="18790" y="33619"/>
                  <a:pt x="16377" y="33619"/>
                </a:cubicBezTo>
                <a:cubicBezTo>
                  <a:pt x="16281" y="33619"/>
                  <a:pt x="16185" y="33624"/>
                  <a:pt x="16087" y="33633"/>
                </a:cubicBezTo>
                <a:cubicBezTo>
                  <a:pt x="15742" y="33669"/>
                  <a:pt x="15405" y="33687"/>
                  <a:pt x="15076" y="33687"/>
                </a:cubicBezTo>
                <a:cubicBezTo>
                  <a:pt x="12786" y="33687"/>
                  <a:pt x="10894" y="32799"/>
                  <a:pt x="9581" y="30773"/>
                </a:cubicBezTo>
                <a:cubicBezTo>
                  <a:pt x="7923" y="28199"/>
                  <a:pt x="7322" y="24925"/>
                  <a:pt x="7322" y="21951"/>
                </a:cubicBezTo>
                <a:cubicBezTo>
                  <a:pt x="7322" y="16531"/>
                  <a:pt x="9352" y="9611"/>
                  <a:pt x="14829" y="7409"/>
                </a:cubicBezTo>
                <a:cubicBezTo>
                  <a:pt x="16018" y="6935"/>
                  <a:pt x="17288" y="6704"/>
                  <a:pt x="18552" y="6704"/>
                </a:cubicBezTo>
                <a:cubicBezTo>
                  <a:pt x="21906" y="6704"/>
                  <a:pt x="25217" y="8334"/>
                  <a:pt x="26869" y="11398"/>
                </a:cubicBezTo>
                <a:cubicBezTo>
                  <a:pt x="29128" y="15516"/>
                  <a:pt x="28599" y="21479"/>
                  <a:pt x="24238" y="23981"/>
                </a:cubicBezTo>
                <a:cubicBezTo>
                  <a:pt x="23512" y="24388"/>
                  <a:pt x="22653" y="24609"/>
                  <a:pt x="21809" y="24609"/>
                </a:cubicBezTo>
                <a:cubicBezTo>
                  <a:pt x="20308" y="24609"/>
                  <a:pt x="18857" y="23909"/>
                  <a:pt x="18289" y="22308"/>
                </a:cubicBezTo>
                <a:cubicBezTo>
                  <a:pt x="18047" y="21535"/>
                  <a:pt x="18158" y="18712"/>
                  <a:pt x="18992" y="18712"/>
                </a:cubicBezTo>
                <a:cubicBezTo>
                  <a:pt x="19192" y="18712"/>
                  <a:pt x="19432" y="18873"/>
                  <a:pt x="19719" y="19262"/>
                </a:cubicBezTo>
                <a:cubicBezTo>
                  <a:pt x="20309" y="20046"/>
                  <a:pt x="21241" y="20401"/>
                  <a:pt x="22174" y="20401"/>
                </a:cubicBezTo>
                <a:cubicBezTo>
                  <a:pt x="23029" y="20401"/>
                  <a:pt x="23886" y="20103"/>
                  <a:pt x="24481" y="19563"/>
                </a:cubicBezTo>
                <a:cubicBezTo>
                  <a:pt x="25968" y="18261"/>
                  <a:pt x="25911" y="16288"/>
                  <a:pt x="24781" y="14801"/>
                </a:cubicBezTo>
                <a:cubicBezTo>
                  <a:pt x="23368" y="12874"/>
                  <a:pt x="21277" y="11973"/>
                  <a:pt x="19170" y="11973"/>
                </a:cubicBezTo>
                <a:cubicBezTo>
                  <a:pt x="16650" y="11973"/>
                  <a:pt x="14109" y="13263"/>
                  <a:pt x="12684" y="15630"/>
                </a:cubicBezTo>
                <a:cubicBezTo>
                  <a:pt x="10239" y="19691"/>
                  <a:pt x="11140" y="25411"/>
                  <a:pt x="14529" y="28557"/>
                </a:cubicBezTo>
                <a:cubicBezTo>
                  <a:pt x="16574" y="30436"/>
                  <a:pt x="19212" y="31352"/>
                  <a:pt x="21858" y="31352"/>
                </a:cubicBezTo>
                <a:cubicBezTo>
                  <a:pt x="24004" y="31352"/>
                  <a:pt x="26154" y="30750"/>
                  <a:pt x="27998" y="29572"/>
                </a:cubicBezTo>
                <a:cubicBezTo>
                  <a:pt x="32045" y="26955"/>
                  <a:pt x="34490" y="22608"/>
                  <a:pt x="34905" y="17832"/>
                </a:cubicBezTo>
                <a:cubicBezTo>
                  <a:pt x="35677" y="8667"/>
                  <a:pt x="28828" y="502"/>
                  <a:pt x="19590" y="30"/>
                </a:cubicBezTo>
                <a:cubicBezTo>
                  <a:pt x="19244" y="10"/>
                  <a:pt x="18902" y="1"/>
                  <a:pt x="1856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5" name="Google Shape;275;p23"/>
          <p:cNvGrpSpPr/>
          <p:nvPr/>
        </p:nvGrpSpPr>
        <p:grpSpPr>
          <a:xfrm>
            <a:off x="7019437" y="3004792"/>
            <a:ext cx="3379588" cy="2865801"/>
            <a:chOff x="6799482" y="2722700"/>
            <a:chExt cx="3886371" cy="3295539"/>
          </a:xfrm>
        </p:grpSpPr>
        <p:sp>
          <p:nvSpPr>
            <p:cNvPr id="276" name="Google Shape;276;p23"/>
            <p:cNvSpPr/>
            <p:nvPr/>
          </p:nvSpPr>
          <p:spPr>
            <a:xfrm rot="-1269413">
              <a:off x="7002108" y="4281747"/>
              <a:ext cx="1805127" cy="1459940"/>
            </a:xfrm>
            <a:custGeom>
              <a:avLst/>
              <a:gdLst/>
              <a:ahLst/>
              <a:cxnLst/>
              <a:rect l="l" t="t" r="r" b="b"/>
              <a:pathLst>
                <a:path w="48278" h="39046" extrusionOk="0">
                  <a:moveTo>
                    <a:pt x="23318" y="1"/>
                  </a:moveTo>
                  <a:cubicBezTo>
                    <a:pt x="21882" y="1"/>
                    <a:pt x="20421" y="953"/>
                    <a:pt x="20076" y="2438"/>
                  </a:cubicBezTo>
                  <a:cubicBezTo>
                    <a:pt x="19004" y="7329"/>
                    <a:pt x="18346" y="12333"/>
                    <a:pt x="17574" y="17209"/>
                  </a:cubicBezTo>
                  <a:cubicBezTo>
                    <a:pt x="17216" y="19540"/>
                    <a:pt x="16859" y="21799"/>
                    <a:pt x="16559" y="24073"/>
                  </a:cubicBezTo>
                  <a:cubicBezTo>
                    <a:pt x="16201" y="22814"/>
                    <a:pt x="15787" y="21570"/>
                    <a:pt x="15429" y="20312"/>
                  </a:cubicBezTo>
                  <a:cubicBezTo>
                    <a:pt x="14228" y="16208"/>
                    <a:pt x="13456" y="11976"/>
                    <a:pt x="12212" y="7915"/>
                  </a:cubicBezTo>
                  <a:cubicBezTo>
                    <a:pt x="11720" y="6518"/>
                    <a:pt x="10456" y="5507"/>
                    <a:pt x="9034" y="5507"/>
                  </a:cubicBezTo>
                  <a:cubicBezTo>
                    <a:pt x="8884" y="5507"/>
                    <a:pt x="8732" y="5518"/>
                    <a:pt x="8580" y="5541"/>
                  </a:cubicBezTo>
                  <a:cubicBezTo>
                    <a:pt x="7078" y="5770"/>
                    <a:pt x="5477" y="7143"/>
                    <a:pt x="5720" y="8816"/>
                  </a:cubicBezTo>
                  <a:cubicBezTo>
                    <a:pt x="6249" y="13277"/>
                    <a:pt x="7679" y="17752"/>
                    <a:pt x="9166" y="21985"/>
                  </a:cubicBezTo>
                  <a:cubicBezTo>
                    <a:pt x="9938" y="24001"/>
                    <a:pt x="10653" y="26032"/>
                    <a:pt x="11554" y="28062"/>
                  </a:cubicBezTo>
                  <a:cubicBezTo>
                    <a:pt x="11668" y="28291"/>
                    <a:pt x="11726" y="28534"/>
                    <a:pt x="11854" y="28777"/>
                  </a:cubicBezTo>
                  <a:cubicBezTo>
                    <a:pt x="11082" y="28119"/>
                    <a:pt x="10367" y="27404"/>
                    <a:pt x="9709" y="26575"/>
                  </a:cubicBezTo>
                  <a:cubicBezTo>
                    <a:pt x="7322" y="23472"/>
                    <a:pt x="6078" y="19711"/>
                    <a:pt x="3447" y="16794"/>
                  </a:cubicBezTo>
                  <a:cubicBezTo>
                    <a:pt x="3114" y="16408"/>
                    <a:pt x="2717" y="16245"/>
                    <a:pt x="2326" y="16245"/>
                  </a:cubicBezTo>
                  <a:cubicBezTo>
                    <a:pt x="1456" y="16245"/>
                    <a:pt x="608" y="17049"/>
                    <a:pt x="530" y="17996"/>
                  </a:cubicBezTo>
                  <a:cubicBezTo>
                    <a:pt x="0" y="22700"/>
                    <a:pt x="2260" y="27519"/>
                    <a:pt x="5119" y="31222"/>
                  </a:cubicBezTo>
                  <a:cubicBezTo>
                    <a:pt x="8337" y="35326"/>
                    <a:pt x="12984" y="37714"/>
                    <a:pt x="18103" y="38600"/>
                  </a:cubicBezTo>
                  <a:cubicBezTo>
                    <a:pt x="19905" y="38896"/>
                    <a:pt x="21783" y="39046"/>
                    <a:pt x="23693" y="39046"/>
                  </a:cubicBezTo>
                  <a:cubicBezTo>
                    <a:pt x="31829" y="39046"/>
                    <a:pt x="40520" y="36330"/>
                    <a:pt x="46172" y="30679"/>
                  </a:cubicBezTo>
                  <a:cubicBezTo>
                    <a:pt x="48278" y="28525"/>
                    <a:pt x="46308" y="24872"/>
                    <a:pt x="43783" y="24872"/>
                  </a:cubicBezTo>
                  <a:cubicBezTo>
                    <a:pt x="43240" y="24872"/>
                    <a:pt x="42671" y="25041"/>
                    <a:pt x="42111" y="25431"/>
                  </a:cubicBezTo>
                  <a:cubicBezTo>
                    <a:pt x="38722" y="27819"/>
                    <a:pt x="35619" y="29964"/>
                    <a:pt x="31573" y="31151"/>
                  </a:cubicBezTo>
                  <a:cubicBezTo>
                    <a:pt x="30314" y="31579"/>
                    <a:pt x="29013" y="31865"/>
                    <a:pt x="27698" y="32051"/>
                  </a:cubicBezTo>
                  <a:cubicBezTo>
                    <a:pt x="28884" y="30679"/>
                    <a:pt x="30085" y="29363"/>
                    <a:pt x="31272" y="27933"/>
                  </a:cubicBezTo>
                  <a:cubicBezTo>
                    <a:pt x="34318" y="24430"/>
                    <a:pt x="37235" y="20784"/>
                    <a:pt x="40095" y="17095"/>
                  </a:cubicBezTo>
                  <a:cubicBezTo>
                    <a:pt x="41167" y="15608"/>
                    <a:pt x="40266" y="13277"/>
                    <a:pt x="38836" y="12448"/>
                  </a:cubicBezTo>
                  <a:cubicBezTo>
                    <a:pt x="38295" y="12130"/>
                    <a:pt x="37748" y="11987"/>
                    <a:pt x="37219" y="11987"/>
                  </a:cubicBezTo>
                  <a:cubicBezTo>
                    <a:pt x="36057" y="11987"/>
                    <a:pt x="34983" y="12674"/>
                    <a:pt x="34246" y="13706"/>
                  </a:cubicBezTo>
                  <a:cubicBezTo>
                    <a:pt x="31630" y="17152"/>
                    <a:pt x="29013" y="20612"/>
                    <a:pt x="26268" y="23944"/>
                  </a:cubicBezTo>
                  <a:cubicBezTo>
                    <a:pt x="24952" y="25617"/>
                    <a:pt x="23594" y="27290"/>
                    <a:pt x="22278" y="28948"/>
                  </a:cubicBezTo>
                  <a:lnTo>
                    <a:pt x="22164" y="29077"/>
                  </a:lnTo>
                  <a:cubicBezTo>
                    <a:pt x="22335" y="28005"/>
                    <a:pt x="22521" y="26861"/>
                    <a:pt x="22693" y="25788"/>
                  </a:cubicBezTo>
                  <a:cubicBezTo>
                    <a:pt x="23108" y="23415"/>
                    <a:pt x="23522" y="21027"/>
                    <a:pt x="23951" y="18639"/>
                  </a:cubicBezTo>
                  <a:cubicBezTo>
                    <a:pt x="24781" y="13820"/>
                    <a:pt x="25796" y="9059"/>
                    <a:pt x="26511" y="4226"/>
                  </a:cubicBezTo>
                  <a:cubicBezTo>
                    <a:pt x="26811" y="2438"/>
                    <a:pt x="26096" y="651"/>
                    <a:pt x="24180" y="122"/>
                  </a:cubicBezTo>
                  <a:cubicBezTo>
                    <a:pt x="23900" y="40"/>
                    <a:pt x="23609" y="1"/>
                    <a:pt x="233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3"/>
            <p:cNvSpPr/>
            <p:nvPr/>
          </p:nvSpPr>
          <p:spPr>
            <a:xfrm rot="-1731340">
              <a:off x="9059656" y="3789718"/>
              <a:ext cx="653905" cy="1628563"/>
            </a:xfrm>
            <a:custGeom>
              <a:avLst/>
              <a:gdLst/>
              <a:ahLst/>
              <a:cxnLst/>
              <a:rect l="l" t="t" r="r" b="b"/>
              <a:pathLst>
                <a:path w="18776" h="46762" extrusionOk="0">
                  <a:moveTo>
                    <a:pt x="6789" y="1"/>
                  </a:moveTo>
                  <a:cubicBezTo>
                    <a:pt x="3426" y="1"/>
                    <a:pt x="2347" y="5490"/>
                    <a:pt x="6078" y="6724"/>
                  </a:cubicBezTo>
                  <a:cubicBezTo>
                    <a:pt x="7565" y="7211"/>
                    <a:pt x="7150" y="8640"/>
                    <a:pt x="6135" y="9355"/>
                  </a:cubicBezTo>
                  <a:cubicBezTo>
                    <a:pt x="4176" y="10657"/>
                    <a:pt x="2260" y="11500"/>
                    <a:pt x="1259" y="13702"/>
                  </a:cubicBezTo>
                  <a:cubicBezTo>
                    <a:pt x="1" y="16319"/>
                    <a:pt x="716" y="19422"/>
                    <a:pt x="2389" y="21681"/>
                  </a:cubicBezTo>
                  <a:cubicBezTo>
                    <a:pt x="4047" y="23826"/>
                    <a:pt x="6435" y="24841"/>
                    <a:pt x="8408" y="26629"/>
                  </a:cubicBezTo>
                  <a:cubicBezTo>
                    <a:pt x="9896" y="28058"/>
                    <a:pt x="9409" y="28959"/>
                    <a:pt x="8337" y="30561"/>
                  </a:cubicBezTo>
                  <a:cubicBezTo>
                    <a:pt x="7036" y="32648"/>
                    <a:pt x="5720" y="34793"/>
                    <a:pt x="5720" y="37353"/>
                  </a:cubicBezTo>
                  <a:cubicBezTo>
                    <a:pt x="5771" y="41864"/>
                    <a:pt x="10603" y="46761"/>
                    <a:pt x="15328" y="46761"/>
                  </a:cubicBezTo>
                  <a:cubicBezTo>
                    <a:pt x="15905" y="46761"/>
                    <a:pt x="16480" y="46688"/>
                    <a:pt x="17045" y="46533"/>
                  </a:cubicBezTo>
                  <a:cubicBezTo>
                    <a:pt x="18232" y="46175"/>
                    <a:pt x="18775" y="44802"/>
                    <a:pt x="18175" y="43673"/>
                  </a:cubicBezTo>
                  <a:cubicBezTo>
                    <a:pt x="16916" y="41399"/>
                    <a:pt x="13885" y="40813"/>
                    <a:pt x="12698" y="38425"/>
                  </a:cubicBezTo>
                  <a:cubicBezTo>
                    <a:pt x="11854" y="36695"/>
                    <a:pt x="13227" y="35322"/>
                    <a:pt x="14185" y="33964"/>
                  </a:cubicBezTo>
                  <a:cubicBezTo>
                    <a:pt x="15615" y="31748"/>
                    <a:pt x="16559" y="29317"/>
                    <a:pt x="16030" y="26686"/>
                  </a:cubicBezTo>
                  <a:cubicBezTo>
                    <a:pt x="15429" y="24012"/>
                    <a:pt x="13470" y="21981"/>
                    <a:pt x="11325" y="20437"/>
                  </a:cubicBezTo>
                  <a:cubicBezTo>
                    <a:pt x="10425" y="19779"/>
                    <a:pt x="6850" y="17749"/>
                    <a:pt x="7265" y="16619"/>
                  </a:cubicBezTo>
                  <a:cubicBezTo>
                    <a:pt x="7450" y="16090"/>
                    <a:pt x="8580" y="15733"/>
                    <a:pt x="9052" y="15432"/>
                  </a:cubicBezTo>
                  <a:cubicBezTo>
                    <a:pt x="10196" y="14775"/>
                    <a:pt x="11197" y="14060"/>
                    <a:pt x="12040" y="13045"/>
                  </a:cubicBezTo>
                  <a:cubicBezTo>
                    <a:pt x="15729" y="8397"/>
                    <a:pt x="13284" y="1963"/>
                    <a:pt x="7865" y="176"/>
                  </a:cubicBezTo>
                  <a:cubicBezTo>
                    <a:pt x="7485" y="56"/>
                    <a:pt x="7126" y="1"/>
                    <a:pt x="67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3"/>
            <p:cNvSpPr/>
            <p:nvPr/>
          </p:nvSpPr>
          <p:spPr>
            <a:xfrm rot="1956184">
              <a:off x="8457522" y="3106724"/>
              <a:ext cx="1922204" cy="1698280"/>
            </a:xfrm>
            <a:custGeom>
              <a:avLst/>
              <a:gdLst/>
              <a:ahLst/>
              <a:cxnLst/>
              <a:rect l="l" t="t" r="r" b="b"/>
              <a:pathLst>
                <a:path w="44456" h="39281" extrusionOk="0">
                  <a:moveTo>
                    <a:pt x="21582" y="0"/>
                  </a:moveTo>
                  <a:cubicBezTo>
                    <a:pt x="19219" y="0"/>
                    <a:pt x="16858" y="349"/>
                    <a:pt x="14600" y="1063"/>
                  </a:cubicBezTo>
                  <a:cubicBezTo>
                    <a:pt x="8580" y="2964"/>
                    <a:pt x="4062" y="7140"/>
                    <a:pt x="1917" y="13102"/>
                  </a:cubicBezTo>
                  <a:cubicBezTo>
                    <a:pt x="658" y="16734"/>
                    <a:pt x="186" y="20781"/>
                    <a:pt x="129" y="24656"/>
                  </a:cubicBezTo>
                  <a:cubicBezTo>
                    <a:pt x="1" y="28531"/>
                    <a:pt x="58" y="32821"/>
                    <a:pt x="1016" y="36638"/>
                  </a:cubicBezTo>
                  <a:cubicBezTo>
                    <a:pt x="1351" y="37981"/>
                    <a:pt x="2363" y="38572"/>
                    <a:pt x="3419" y="38572"/>
                  </a:cubicBezTo>
                  <a:cubicBezTo>
                    <a:pt x="4792" y="38572"/>
                    <a:pt x="6241" y="37572"/>
                    <a:pt x="6378" y="35923"/>
                  </a:cubicBezTo>
                  <a:cubicBezTo>
                    <a:pt x="6621" y="32992"/>
                    <a:pt x="6206" y="30018"/>
                    <a:pt x="6135" y="27158"/>
                  </a:cubicBezTo>
                  <a:cubicBezTo>
                    <a:pt x="6078" y="24184"/>
                    <a:pt x="6206" y="21196"/>
                    <a:pt x="6735" y="18336"/>
                  </a:cubicBezTo>
                  <a:cubicBezTo>
                    <a:pt x="7751" y="13403"/>
                    <a:pt x="10010" y="9399"/>
                    <a:pt x="14714" y="7383"/>
                  </a:cubicBezTo>
                  <a:cubicBezTo>
                    <a:pt x="16909" y="6461"/>
                    <a:pt x="19269" y="6014"/>
                    <a:pt x="21637" y="6014"/>
                  </a:cubicBezTo>
                  <a:cubicBezTo>
                    <a:pt x="23712" y="6014"/>
                    <a:pt x="25792" y="6357"/>
                    <a:pt x="27769" y="7025"/>
                  </a:cubicBezTo>
                  <a:cubicBezTo>
                    <a:pt x="32116" y="8512"/>
                    <a:pt x="35219" y="11844"/>
                    <a:pt x="36520" y="16320"/>
                  </a:cubicBezTo>
                  <a:cubicBezTo>
                    <a:pt x="38379" y="22697"/>
                    <a:pt x="38436" y="29775"/>
                    <a:pt x="38079" y="36395"/>
                  </a:cubicBezTo>
                  <a:cubicBezTo>
                    <a:pt x="37958" y="38326"/>
                    <a:pt x="39391" y="39280"/>
                    <a:pt x="40890" y="39280"/>
                  </a:cubicBezTo>
                  <a:cubicBezTo>
                    <a:pt x="42400" y="39280"/>
                    <a:pt x="43977" y="38311"/>
                    <a:pt x="44099" y="36395"/>
                  </a:cubicBezTo>
                  <a:cubicBezTo>
                    <a:pt x="44456" y="29417"/>
                    <a:pt x="44270" y="21982"/>
                    <a:pt x="42483" y="15247"/>
                  </a:cubicBezTo>
                  <a:cubicBezTo>
                    <a:pt x="40881" y="9342"/>
                    <a:pt x="37063" y="4523"/>
                    <a:pt x="31401" y="2078"/>
                  </a:cubicBezTo>
                  <a:cubicBezTo>
                    <a:pt x="28318" y="708"/>
                    <a:pt x="24948" y="0"/>
                    <a:pt x="215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3"/>
            <p:cNvSpPr/>
            <p:nvPr/>
          </p:nvSpPr>
          <p:spPr>
            <a:xfrm>
              <a:off x="8531225" y="4290200"/>
              <a:ext cx="313800" cy="31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4"/>
          <p:cNvSpPr txBox="1">
            <a:spLocks noGrp="1"/>
          </p:cNvSpPr>
          <p:nvPr>
            <p:ph type="title"/>
          </p:nvPr>
        </p:nvSpPr>
        <p:spPr>
          <a:xfrm>
            <a:off x="948600" y="365760"/>
            <a:ext cx="748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24"/>
          <p:cNvSpPr txBox="1">
            <a:spLocks noGrp="1"/>
          </p:cNvSpPr>
          <p:nvPr>
            <p:ph type="subTitle" idx="1"/>
          </p:nvPr>
        </p:nvSpPr>
        <p:spPr>
          <a:xfrm>
            <a:off x="1206425" y="1819678"/>
            <a:ext cx="3179400" cy="9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24"/>
          <p:cNvSpPr txBox="1">
            <a:spLocks noGrp="1"/>
          </p:cNvSpPr>
          <p:nvPr>
            <p:ph type="subTitle" idx="2"/>
          </p:nvPr>
        </p:nvSpPr>
        <p:spPr>
          <a:xfrm>
            <a:off x="4964673" y="1819677"/>
            <a:ext cx="3179400" cy="9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24"/>
          <p:cNvSpPr txBox="1">
            <a:spLocks noGrp="1"/>
          </p:cNvSpPr>
          <p:nvPr>
            <p:ph type="subTitle" idx="3"/>
          </p:nvPr>
        </p:nvSpPr>
        <p:spPr>
          <a:xfrm>
            <a:off x="1206425" y="3287000"/>
            <a:ext cx="3179400" cy="9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24"/>
          <p:cNvSpPr txBox="1">
            <a:spLocks noGrp="1"/>
          </p:cNvSpPr>
          <p:nvPr>
            <p:ph type="subTitle" idx="4"/>
          </p:nvPr>
        </p:nvSpPr>
        <p:spPr>
          <a:xfrm>
            <a:off x="4964672" y="3287000"/>
            <a:ext cx="3179400" cy="9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24"/>
          <p:cNvSpPr txBox="1">
            <a:spLocks noGrp="1"/>
          </p:cNvSpPr>
          <p:nvPr>
            <p:ph type="subTitle" idx="5"/>
          </p:nvPr>
        </p:nvSpPr>
        <p:spPr>
          <a:xfrm>
            <a:off x="1206425" y="1521827"/>
            <a:ext cx="3179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87" name="Google Shape;287;p24"/>
          <p:cNvSpPr txBox="1">
            <a:spLocks noGrp="1"/>
          </p:cNvSpPr>
          <p:nvPr>
            <p:ph type="subTitle" idx="6"/>
          </p:nvPr>
        </p:nvSpPr>
        <p:spPr>
          <a:xfrm>
            <a:off x="1206425" y="2972843"/>
            <a:ext cx="3179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88" name="Google Shape;288;p24"/>
          <p:cNvSpPr txBox="1">
            <a:spLocks noGrp="1"/>
          </p:cNvSpPr>
          <p:nvPr>
            <p:ph type="subTitle" idx="7"/>
          </p:nvPr>
        </p:nvSpPr>
        <p:spPr>
          <a:xfrm>
            <a:off x="4964646" y="1521825"/>
            <a:ext cx="3179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89" name="Google Shape;289;p24"/>
          <p:cNvSpPr txBox="1">
            <a:spLocks noGrp="1"/>
          </p:cNvSpPr>
          <p:nvPr>
            <p:ph type="subTitle" idx="8"/>
          </p:nvPr>
        </p:nvSpPr>
        <p:spPr>
          <a:xfrm>
            <a:off x="4964647" y="2972843"/>
            <a:ext cx="3179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290" name="Google Shape;290;p24"/>
          <p:cNvGrpSpPr/>
          <p:nvPr/>
        </p:nvGrpSpPr>
        <p:grpSpPr>
          <a:xfrm>
            <a:off x="6733946" y="2306680"/>
            <a:ext cx="3856996" cy="3570474"/>
            <a:chOff x="6733946" y="2306680"/>
            <a:chExt cx="3856996" cy="3570474"/>
          </a:xfrm>
        </p:grpSpPr>
        <p:sp>
          <p:nvSpPr>
            <p:cNvPr id="291" name="Google Shape;291;p24"/>
            <p:cNvSpPr/>
            <p:nvPr/>
          </p:nvSpPr>
          <p:spPr>
            <a:xfrm rot="-4082663">
              <a:off x="7259685" y="4032249"/>
              <a:ext cx="1814449" cy="1460786"/>
            </a:xfrm>
            <a:custGeom>
              <a:avLst/>
              <a:gdLst/>
              <a:ahLst/>
              <a:cxnLst/>
              <a:rect l="l" t="t" r="r" b="b"/>
              <a:pathLst>
                <a:path w="62612" h="50408" extrusionOk="0">
                  <a:moveTo>
                    <a:pt x="31782" y="6106"/>
                  </a:moveTo>
                  <a:cubicBezTo>
                    <a:pt x="34043" y="6106"/>
                    <a:pt x="35239" y="9407"/>
                    <a:pt x="35329" y="11838"/>
                  </a:cubicBezTo>
                  <a:cubicBezTo>
                    <a:pt x="35572" y="17858"/>
                    <a:pt x="33542" y="23821"/>
                    <a:pt x="30324" y="28940"/>
                  </a:cubicBezTo>
                  <a:cubicBezTo>
                    <a:pt x="27293" y="25608"/>
                    <a:pt x="25792" y="20418"/>
                    <a:pt x="25792" y="16185"/>
                  </a:cubicBezTo>
                  <a:cubicBezTo>
                    <a:pt x="25863" y="12853"/>
                    <a:pt x="26864" y="9036"/>
                    <a:pt x="29667" y="6948"/>
                  </a:cubicBezTo>
                  <a:cubicBezTo>
                    <a:pt x="30452" y="6357"/>
                    <a:pt x="31158" y="6106"/>
                    <a:pt x="31782" y="6106"/>
                  </a:cubicBezTo>
                  <a:close/>
                  <a:moveTo>
                    <a:pt x="31814" y="1"/>
                  </a:moveTo>
                  <a:cubicBezTo>
                    <a:pt x="31045" y="1"/>
                    <a:pt x="30251" y="109"/>
                    <a:pt x="29438" y="342"/>
                  </a:cubicBezTo>
                  <a:cubicBezTo>
                    <a:pt x="24605" y="1657"/>
                    <a:pt x="21387" y="6533"/>
                    <a:pt x="20258" y="11123"/>
                  </a:cubicBezTo>
                  <a:cubicBezTo>
                    <a:pt x="19185" y="15470"/>
                    <a:pt x="19486" y="20603"/>
                    <a:pt x="21030" y="25251"/>
                  </a:cubicBezTo>
                  <a:cubicBezTo>
                    <a:pt x="21387" y="26194"/>
                    <a:pt x="21688" y="27210"/>
                    <a:pt x="22102" y="28168"/>
                  </a:cubicBezTo>
                  <a:cubicBezTo>
                    <a:pt x="23060" y="30613"/>
                    <a:pt x="24190" y="32929"/>
                    <a:pt x="25734" y="34831"/>
                  </a:cubicBezTo>
                  <a:cubicBezTo>
                    <a:pt x="25563" y="35017"/>
                    <a:pt x="25377" y="35260"/>
                    <a:pt x="25148" y="35431"/>
                  </a:cubicBezTo>
                  <a:cubicBezTo>
                    <a:pt x="19243" y="40550"/>
                    <a:pt x="11679" y="43596"/>
                    <a:pt x="3928" y="44254"/>
                  </a:cubicBezTo>
                  <a:cubicBezTo>
                    <a:pt x="122" y="44545"/>
                    <a:pt x="0" y="50408"/>
                    <a:pt x="3562" y="50408"/>
                  </a:cubicBezTo>
                  <a:cubicBezTo>
                    <a:pt x="3680" y="50408"/>
                    <a:pt x="3802" y="50401"/>
                    <a:pt x="3928" y="50388"/>
                  </a:cubicBezTo>
                  <a:cubicBezTo>
                    <a:pt x="5187" y="50274"/>
                    <a:pt x="6488" y="50088"/>
                    <a:pt x="7746" y="49845"/>
                  </a:cubicBezTo>
                  <a:cubicBezTo>
                    <a:pt x="8516" y="49964"/>
                    <a:pt x="9287" y="50020"/>
                    <a:pt x="10058" y="50020"/>
                  </a:cubicBezTo>
                  <a:cubicBezTo>
                    <a:pt x="17823" y="50020"/>
                    <a:pt x="25520" y="44281"/>
                    <a:pt x="30567" y="38649"/>
                  </a:cubicBezTo>
                  <a:cubicBezTo>
                    <a:pt x="30982" y="38892"/>
                    <a:pt x="31454" y="39063"/>
                    <a:pt x="31940" y="39249"/>
                  </a:cubicBezTo>
                  <a:cubicBezTo>
                    <a:pt x="33550" y="39795"/>
                    <a:pt x="35215" y="40037"/>
                    <a:pt x="36889" y="40037"/>
                  </a:cubicBezTo>
                  <a:cubicBezTo>
                    <a:pt x="41223" y="40037"/>
                    <a:pt x="45619" y="38417"/>
                    <a:pt x="49270" y="36261"/>
                  </a:cubicBezTo>
                  <a:cubicBezTo>
                    <a:pt x="54389" y="33229"/>
                    <a:pt x="58679" y="28883"/>
                    <a:pt x="61725" y="23749"/>
                  </a:cubicBezTo>
                  <a:cubicBezTo>
                    <a:pt x="62611" y="22262"/>
                    <a:pt x="62082" y="20175"/>
                    <a:pt x="60538" y="19288"/>
                  </a:cubicBezTo>
                  <a:cubicBezTo>
                    <a:pt x="60012" y="18987"/>
                    <a:pt x="59479" y="18851"/>
                    <a:pt x="58964" y="18851"/>
                  </a:cubicBezTo>
                  <a:cubicBezTo>
                    <a:pt x="57841" y="18851"/>
                    <a:pt x="56797" y="19495"/>
                    <a:pt x="56062" y="20475"/>
                  </a:cubicBezTo>
                  <a:cubicBezTo>
                    <a:pt x="51751" y="26076"/>
                    <a:pt x="45811" y="32409"/>
                    <a:pt x="38243" y="32409"/>
                  </a:cubicBezTo>
                  <a:cubicBezTo>
                    <a:pt x="37755" y="32409"/>
                    <a:pt x="37260" y="32383"/>
                    <a:pt x="36759" y="32329"/>
                  </a:cubicBezTo>
                  <a:cubicBezTo>
                    <a:pt x="36344" y="32271"/>
                    <a:pt x="35930" y="32214"/>
                    <a:pt x="35515" y="32100"/>
                  </a:cubicBezTo>
                  <a:cubicBezTo>
                    <a:pt x="39919" y="25065"/>
                    <a:pt x="42664" y="16485"/>
                    <a:pt x="40934" y="8378"/>
                  </a:cubicBezTo>
                  <a:cubicBezTo>
                    <a:pt x="40016" y="3849"/>
                    <a:pt x="36384" y="1"/>
                    <a:pt x="318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4"/>
            <p:cNvSpPr/>
            <p:nvPr/>
          </p:nvSpPr>
          <p:spPr>
            <a:xfrm rot="2085802">
              <a:off x="8287338" y="2834347"/>
              <a:ext cx="1599314" cy="1129682"/>
            </a:xfrm>
            <a:custGeom>
              <a:avLst/>
              <a:gdLst/>
              <a:ahLst/>
              <a:cxnLst/>
              <a:rect l="l" t="t" r="r" b="b"/>
              <a:pathLst>
                <a:path w="72982" h="51556" extrusionOk="0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4"/>
            <p:cNvSpPr/>
            <p:nvPr/>
          </p:nvSpPr>
          <p:spPr>
            <a:xfrm rot="-436672">
              <a:off x="8745785" y="3875771"/>
              <a:ext cx="1772968" cy="1252333"/>
            </a:xfrm>
            <a:custGeom>
              <a:avLst/>
              <a:gdLst/>
              <a:ahLst/>
              <a:cxnLst/>
              <a:rect l="l" t="t" r="r" b="b"/>
              <a:pathLst>
                <a:path w="72982" h="51556" extrusionOk="0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4"/>
            <p:cNvSpPr/>
            <p:nvPr/>
          </p:nvSpPr>
          <p:spPr>
            <a:xfrm rot="9600322">
              <a:off x="8630373" y="2495861"/>
              <a:ext cx="1290589" cy="1044099"/>
            </a:xfrm>
            <a:custGeom>
              <a:avLst/>
              <a:gdLst/>
              <a:ahLst/>
              <a:cxnLst/>
              <a:rect l="l" t="t" r="r" b="b"/>
              <a:pathLst>
                <a:path w="46772" h="37839" extrusionOk="0">
                  <a:moveTo>
                    <a:pt x="3884" y="1"/>
                  </a:moveTo>
                  <a:cubicBezTo>
                    <a:pt x="3391" y="1"/>
                    <a:pt x="2900" y="187"/>
                    <a:pt x="2560" y="576"/>
                  </a:cubicBezTo>
                  <a:cubicBezTo>
                    <a:pt x="358" y="2950"/>
                    <a:pt x="187" y="6768"/>
                    <a:pt x="130" y="9928"/>
                  </a:cubicBezTo>
                  <a:cubicBezTo>
                    <a:pt x="1" y="13259"/>
                    <a:pt x="416" y="16662"/>
                    <a:pt x="1374" y="19880"/>
                  </a:cubicBezTo>
                  <a:cubicBezTo>
                    <a:pt x="2918" y="25356"/>
                    <a:pt x="6078" y="30304"/>
                    <a:pt x="10725" y="33635"/>
                  </a:cubicBezTo>
                  <a:cubicBezTo>
                    <a:pt x="14733" y="36559"/>
                    <a:pt x="19409" y="37838"/>
                    <a:pt x="24159" y="37838"/>
                  </a:cubicBezTo>
                  <a:cubicBezTo>
                    <a:pt x="31694" y="37838"/>
                    <a:pt x="39411" y="34619"/>
                    <a:pt x="44928" y="29646"/>
                  </a:cubicBezTo>
                  <a:cubicBezTo>
                    <a:pt x="46771" y="27994"/>
                    <a:pt x="45108" y="25391"/>
                    <a:pt x="43084" y="25391"/>
                  </a:cubicBezTo>
                  <a:cubicBezTo>
                    <a:pt x="42689" y="25391"/>
                    <a:pt x="42281" y="25490"/>
                    <a:pt x="41882" y="25714"/>
                  </a:cubicBezTo>
                  <a:cubicBezTo>
                    <a:pt x="37421" y="28216"/>
                    <a:pt x="33017" y="30718"/>
                    <a:pt x="27827" y="31190"/>
                  </a:cubicBezTo>
                  <a:cubicBezTo>
                    <a:pt x="27049" y="31258"/>
                    <a:pt x="26262" y="31294"/>
                    <a:pt x="25472" y="31294"/>
                  </a:cubicBezTo>
                  <a:cubicBezTo>
                    <a:pt x="21424" y="31294"/>
                    <a:pt x="17311" y="30347"/>
                    <a:pt x="14128" y="27858"/>
                  </a:cubicBezTo>
                  <a:cubicBezTo>
                    <a:pt x="10668" y="25170"/>
                    <a:pt x="8523" y="21124"/>
                    <a:pt x="7451" y="17020"/>
                  </a:cubicBezTo>
                  <a:cubicBezTo>
                    <a:pt x="6793" y="14446"/>
                    <a:pt x="6564" y="11829"/>
                    <a:pt x="6435" y="9213"/>
                  </a:cubicBezTo>
                  <a:cubicBezTo>
                    <a:pt x="6321" y="6410"/>
                    <a:pt x="6736" y="3493"/>
                    <a:pt x="5492" y="934"/>
                  </a:cubicBezTo>
                  <a:cubicBezTo>
                    <a:pt x="5183" y="324"/>
                    <a:pt x="4532" y="1"/>
                    <a:pt x="38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4"/>
            <p:cNvSpPr/>
            <p:nvPr/>
          </p:nvSpPr>
          <p:spPr>
            <a:xfrm rot="6210513">
              <a:off x="8421846" y="3861961"/>
              <a:ext cx="892031" cy="499937"/>
            </a:xfrm>
            <a:custGeom>
              <a:avLst/>
              <a:gdLst/>
              <a:ahLst/>
              <a:cxnLst/>
              <a:rect l="l" t="t" r="r" b="b"/>
              <a:pathLst>
                <a:path w="24725" h="13698" extrusionOk="0">
                  <a:moveTo>
                    <a:pt x="19194" y="0"/>
                  </a:moveTo>
                  <a:cubicBezTo>
                    <a:pt x="18979" y="0"/>
                    <a:pt x="18763" y="20"/>
                    <a:pt x="18547" y="61"/>
                  </a:cubicBezTo>
                  <a:cubicBezTo>
                    <a:pt x="15516" y="604"/>
                    <a:pt x="13071" y="2263"/>
                    <a:pt x="10382" y="3750"/>
                  </a:cubicBezTo>
                  <a:cubicBezTo>
                    <a:pt x="7651" y="5309"/>
                    <a:pt x="4734" y="6739"/>
                    <a:pt x="2160" y="8583"/>
                  </a:cubicBezTo>
                  <a:cubicBezTo>
                    <a:pt x="1" y="10158"/>
                    <a:pt x="883" y="13697"/>
                    <a:pt x="3484" y="13697"/>
                  </a:cubicBezTo>
                  <a:cubicBezTo>
                    <a:pt x="3741" y="13697"/>
                    <a:pt x="4016" y="13663"/>
                    <a:pt x="4305" y="13588"/>
                  </a:cubicBezTo>
                  <a:cubicBezTo>
                    <a:pt x="7594" y="12758"/>
                    <a:pt x="10683" y="11329"/>
                    <a:pt x="13843" y="10127"/>
                  </a:cubicBezTo>
                  <a:cubicBezTo>
                    <a:pt x="16817" y="8941"/>
                    <a:pt x="19505" y="7983"/>
                    <a:pt x="22007" y="5895"/>
                  </a:cubicBezTo>
                  <a:cubicBezTo>
                    <a:pt x="24725" y="3630"/>
                    <a:pt x="22118" y="0"/>
                    <a:pt x="191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4"/>
            <p:cNvSpPr/>
            <p:nvPr/>
          </p:nvSpPr>
          <p:spPr>
            <a:xfrm rot="-8100153">
              <a:off x="6794865" y="4649203"/>
              <a:ext cx="855533" cy="526642"/>
            </a:xfrm>
            <a:custGeom>
              <a:avLst/>
              <a:gdLst/>
              <a:ahLst/>
              <a:cxnLst/>
              <a:rect l="l" t="t" r="r" b="b"/>
              <a:pathLst>
                <a:path w="10783" h="6638" extrusionOk="0">
                  <a:moveTo>
                    <a:pt x="4716" y="1"/>
                  </a:moveTo>
                  <a:cubicBezTo>
                    <a:pt x="4067" y="1"/>
                    <a:pt x="3427" y="476"/>
                    <a:pt x="3575" y="1454"/>
                  </a:cubicBezTo>
                  <a:cubicBezTo>
                    <a:pt x="3575" y="1625"/>
                    <a:pt x="3633" y="1811"/>
                    <a:pt x="3633" y="2054"/>
                  </a:cubicBezTo>
                  <a:cubicBezTo>
                    <a:pt x="2675" y="2226"/>
                    <a:pt x="1717" y="2412"/>
                    <a:pt x="887" y="2641"/>
                  </a:cubicBezTo>
                  <a:cubicBezTo>
                    <a:pt x="1" y="2941"/>
                    <a:pt x="172" y="4256"/>
                    <a:pt x="1073" y="4256"/>
                  </a:cubicBezTo>
                  <a:lnTo>
                    <a:pt x="3804" y="4256"/>
                  </a:lnTo>
                  <a:cubicBezTo>
                    <a:pt x="3804" y="4843"/>
                    <a:pt x="3861" y="5500"/>
                    <a:pt x="3990" y="6101"/>
                  </a:cubicBezTo>
                  <a:cubicBezTo>
                    <a:pt x="4076" y="6458"/>
                    <a:pt x="4401" y="6637"/>
                    <a:pt x="4721" y="6637"/>
                  </a:cubicBezTo>
                  <a:cubicBezTo>
                    <a:pt x="5041" y="6637"/>
                    <a:pt x="5356" y="6458"/>
                    <a:pt x="5420" y="6101"/>
                  </a:cubicBezTo>
                  <a:cubicBezTo>
                    <a:pt x="5534" y="5500"/>
                    <a:pt x="5592" y="4914"/>
                    <a:pt x="5649" y="4314"/>
                  </a:cubicBezTo>
                  <a:cubicBezTo>
                    <a:pt x="6584" y="4413"/>
                    <a:pt x="7573" y="4567"/>
                    <a:pt x="8522" y="4567"/>
                  </a:cubicBezTo>
                  <a:cubicBezTo>
                    <a:pt x="8661" y="4567"/>
                    <a:pt x="8800" y="4564"/>
                    <a:pt x="8938" y="4557"/>
                  </a:cubicBezTo>
                  <a:cubicBezTo>
                    <a:pt x="10367" y="4485"/>
                    <a:pt x="10782" y="2340"/>
                    <a:pt x="9295" y="1983"/>
                  </a:cubicBezTo>
                  <a:cubicBezTo>
                    <a:pt x="8519" y="1808"/>
                    <a:pt x="7602" y="1734"/>
                    <a:pt x="6683" y="1734"/>
                  </a:cubicBezTo>
                  <a:cubicBezTo>
                    <a:pt x="6399" y="1734"/>
                    <a:pt x="6115" y="1741"/>
                    <a:pt x="5835" y="1754"/>
                  </a:cubicBezTo>
                  <a:cubicBezTo>
                    <a:pt x="5835" y="1697"/>
                    <a:pt x="5835" y="1568"/>
                    <a:pt x="5892" y="1454"/>
                  </a:cubicBezTo>
                  <a:cubicBezTo>
                    <a:pt x="6043" y="494"/>
                    <a:pt x="5376" y="1"/>
                    <a:pt x="47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7" name="Google Shape;297;p24"/>
          <p:cNvGrpSpPr/>
          <p:nvPr/>
        </p:nvGrpSpPr>
        <p:grpSpPr>
          <a:xfrm>
            <a:off x="-760887" y="-180367"/>
            <a:ext cx="1891107" cy="2780767"/>
            <a:chOff x="-760887" y="-180367"/>
            <a:chExt cx="1891107" cy="2780767"/>
          </a:xfrm>
        </p:grpSpPr>
        <p:sp>
          <p:nvSpPr>
            <p:cNvPr id="298" name="Google Shape;298;p24"/>
            <p:cNvSpPr/>
            <p:nvPr/>
          </p:nvSpPr>
          <p:spPr>
            <a:xfrm rot="-5400000">
              <a:off x="515794" y="-120926"/>
              <a:ext cx="606433" cy="622420"/>
            </a:xfrm>
            <a:custGeom>
              <a:avLst/>
              <a:gdLst/>
              <a:ahLst/>
              <a:cxnLst/>
              <a:rect l="l" t="t" r="r" b="b"/>
              <a:pathLst>
                <a:path w="8523" h="8748" extrusionOk="0">
                  <a:moveTo>
                    <a:pt x="6861" y="0"/>
                  </a:moveTo>
                  <a:cubicBezTo>
                    <a:pt x="6190" y="0"/>
                    <a:pt x="5461" y="510"/>
                    <a:pt x="5363" y="1298"/>
                  </a:cubicBezTo>
                  <a:cubicBezTo>
                    <a:pt x="5306" y="2256"/>
                    <a:pt x="5420" y="3328"/>
                    <a:pt x="5477" y="4343"/>
                  </a:cubicBezTo>
                  <a:cubicBezTo>
                    <a:pt x="5477" y="4815"/>
                    <a:pt x="5534" y="5344"/>
                    <a:pt x="5534" y="5830"/>
                  </a:cubicBezTo>
                  <a:lnTo>
                    <a:pt x="3876" y="5830"/>
                  </a:lnTo>
                  <a:cubicBezTo>
                    <a:pt x="3262" y="5830"/>
                    <a:pt x="2627" y="5762"/>
                    <a:pt x="1997" y="5762"/>
                  </a:cubicBezTo>
                  <a:cubicBezTo>
                    <a:pt x="1584" y="5762"/>
                    <a:pt x="1174" y="5791"/>
                    <a:pt x="773" y="5888"/>
                  </a:cubicBezTo>
                  <a:cubicBezTo>
                    <a:pt x="472" y="6002"/>
                    <a:pt x="115" y="6302"/>
                    <a:pt x="58" y="6602"/>
                  </a:cubicBezTo>
                  <a:lnTo>
                    <a:pt x="58" y="6846"/>
                  </a:lnTo>
                  <a:lnTo>
                    <a:pt x="58" y="6903"/>
                  </a:lnTo>
                  <a:cubicBezTo>
                    <a:pt x="1" y="7203"/>
                    <a:pt x="301" y="7560"/>
                    <a:pt x="530" y="7732"/>
                  </a:cubicBezTo>
                  <a:cubicBezTo>
                    <a:pt x="1488" y="8275"/>
                    <a:pt x="2617" y="8390"/>
                    <a:pt x="3690" y="8561"/>
                  </a:cubicBezTo>
                  <a:cubicBezTo>
                    <a:pt x="4819" y="8747"/>
                    <a:pt x="5963" y="8747"/>
                    <a:pt x="7093" y="8747"/>
                  </a:cubicBezTo>
                  <a:cubicBezTo>
                    <a:pt x="7808" y="8747"/>
                    <a:pt x="8523" y="8090"/>
                    <a:pt x="8466" y="7317"/>
                  </a:cubicBezTo>
                  <a:cubicBezTo>
                    <a:pt x="8394" y="6245"/>
                    <a:pt x="8337" y="5173"/>
                    <a:pt x="8280" y="4157"/>
                  </a:cubicBezTo>
                  <a:cubicBezTo>
                    <a:pt x="8165" y="3085"/>
                    <a:pt x="8165" y="1955"/>
                    <a:pt x="7979" y="940"/>
                  </a:cubicBezTo>
                  <a:cubicBezTo>
                    <a:pt x="7827" y="282"/>
                    <a:pt x="7360" y="0"/>
                    <a:pt x="68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4"/>
            <p:cNvSpPr/>
            <p:nvPr/>
          </p:nvSpPr>
          <p:spPr>
            <a:xfrm rot="-10442058">
              <a:off x="9316" y="-141600"/>
              <a:ext cx="810594" cy="1239708"/>
            </a:xfrm>
            <a:custGeom>
              <a:avLst/>
              <a:gdLst/>
              <a:ahLst/>
              <a:cxnLst/>
              <a:rect l="l" t="t" r="r" b="b"/>
              <a:pathLst>
                <a:path w="11912" h="18218" extrusionOk="0">
                  <a:moveTo>
                    <a:pt x="4357" y="1"/>
                  </a:moveTo>
                  <a:cubicBezTo>
                    <a:pt x="4022" y="1"/>
                    <a:pt x="3666" y="136"/>
                    <a:pt x="3332" y="456"/>
                  </a:cubicBezTo>
                  <a:cubicBezTo>
                    <a:pt x="1845" y="1943"/>
                    <a:pt x="716" y="3845"/>
                    <a:pt x="358" y="5875"/>
                  </a:cubicBezTo>
                  <a:cubicBezTo>
                    <a:pt x="1" y="7420"/>
                    <a:pt x="229" y="9093"/>
                    <a:pt x="1431" y="10580"/>
                  </a:cubicBezTo>
                  <a:cubicBezTo>
                    <a:pt x="1659" y="10823"/>
                    <a:pt x="1902" y="11052"/>
                    <a:pt x="2203" y="11237"/>
                  </a:cubicBezTo>
                  <a:cubicBezTo>
                    <a:pt x="3362" y="12334"/>
                    <a:pt x="4699" y="12564"/>
                    <a:pt x="6224" y="12564"/>
                  </a:cubicBezTo>
                  <a:cubicBezTo>
                    <a:pt x="6429" y="12564"/>
                    <a:pt x="6638" y="12560"/>
                    <a:pt x="6850" y="12553"/>
                  </a:cubicBezTo>
                  <a:cubicBezTo>
                    <a:pt x="7264" y="12610"/>
                    <a:pt x="7679" y="12782"/>
                    <a:pt x="7922" y="13139"/>
                  </a:cubicBezTo>
                  <a:cubicBezTo>
                    <a:pt x="7979" y="13325"/>
                    <a:pt x="8037" y="13497"/>
                    <a:pt x="8037" y="13740"/>
                  </a:cubicBezTo>
                  <a:cubicBezTo>
                    <a:pt x="8094" y="14455"/>
                    <a:pt x="7808" y="14984"/>
                    <a:pt x="7322" y="15413"/>
                  </a:cubicBezTo>
                  <a:cubicBezTo>
                    <a:pt x="6132" y="16400"/>
                    <a:pt x="7208" y="18218"/>
                    <a:pt x="8501" y="18218"/>
                  </a:cubicBezTo>
                  <a:cubicBezTo>
                    <a:pt x="8762" y="18218"/>
                    <a:pt x="9033" y="18143"/>
                    <a:pt x="9295" y="17972"/>
                  </a:cubicBezTo>
                  <a:cubicBezTo>
                    <a:pt x="10954" y="16843"/>
                    <a:pt x="11912" y="14812"/>
                    <a:pt x="11254" y="12839"/>
                  </a:cubicBezTo>
                  <a:cubicBezTo>
                    <a:pt x="11082" y="12253"/>
                    <a:pt x="10839" y="11767"/>
                    <a:pt x="10482" y="11352"/>
                  </a:cubicBezTo>
                  <a:cubicBezTo>
                    <a:pt x="10010" y="10337"/>
                    <a:pt x="8937" y="9750"/>
                    <a:pt x="7736" y="9622"/>
                  </a:cubicBezTo>
                  <a:cubicBezTo>
                    <a:pt x="7450" y="9564"/>
                    <a:pt x="7150" y="9450"/>
                    <a:pt x="6850" y="9450"/>
                  </a:cubicBezTo>
                  <a:cubicBezTo>
                    <a:pt x="5720" y="9264"/>
                    <a:pt x="4519" y="9264"/>
                    <a:pt x="3804" y="8549"/>
                  </a:cubicBezTo>
                  <a:cubicBezTo>
                    <a:pt x="3633" y="8263"/>
                    <a:pt x="3447" y="7963"/>
                    <a:pt x="3389" y="7606"/>
                  </a:cubicBezTo>
                  <a:cubicBezTo>
                    <a:pt x="3275" y="7305"/>
                    <a:pt x="3275" y="7005"/>
                    <a:pt x="3275" y="6705"/>
                  </a:cubicBezTo>
                  <a:cubicBezTo>
                    <a:pt x="3389" y="5160"/>
                    <a:pt x="4519" y="3788"/>
                    <a:pt x="5477" y="2601"/>
                  </a:cubicBezTo>
                  <a:cubicBezTo>
                    <a:pt x="6343" y="1461"/>
                    <a:pt x="5461" y="1"/>
                    <a:pt x="43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4"/>
            <p:cNvSpPr/>
            <p:nvPr/>
          </p:nvSpPr>
          <p:spPr>
            <a:xfrm rot="2565321">
              <a:off x="-304569" y="1060673"/>
              <a:ext cx="798877" cy="1462942"/>
            </a:xfrm>
            <a:custGeom>
              <a:avLst/>
              <a:gdLst/>
              <a:ahLst/>
              <a:cxnLst/>
              <a:rect l="l" t="t" r="r" b="b"/>
              <a:pathLst>
                <a:path w="29256" h="53575" extrusionOk="0">
                  <a:moveTo>
                    <a:pt x="20725" y="0"/>
                  </a:moveTo>
                  <a:cubicBezTo>
                    <a:pt x="20500" y="0"/>
                    <a:pt x="20264" y="32"/>
                    <a:pt x="20019" y="101"/>
                  </a:cubicBezTo>
                  <a:cubicBezTo>
                    <a:pt x="16687" y="1045"/>
                    <a:pt x="13584" y="2546"/>
                    <a:pt x="10782" y="4691"/>
                  </a:cubicBezTo>
                  <a:cubicBezTo>
                    <a:pt x="8165" y="6650"/>
                    <a:pt x="6263" y="10225"/>
                    <a:pt x="8880" y="13084"/>
                  </a:cubicBezTo>
                  <a:cubicBezTo>
                    <a:pt x="11139" y="15587"/>
                    <a:pt x="15314" y="15887"/>
                    <a:pt x="18346" y="16659"/>
                  </a:cubicBezTo>
                  <a:cubicBezTo>
                    <a:pt x="18532" y="16716"/>
                    <a:pt x="20848" y="17431"/>
                    <a:pt x="21863" y="17732"/>
                  </a:cubicBezTo>
                  <a:lnTo>
                    <a:pt x="21863" y="17846"/>
                  </a:lnTo>
                  <a:cubicBezTo>
                    <a:pt x="21391" y="18203"/>
                    <a:pt x="21034" y="18747"/>
                    <a:pt x="20619" y="19162"/>
                  </a:cubicBezTo>
                  <a:cubicBezTo>
                    <a:pt x="16272" y="23394"/>
                    <a:pt x="10310" y="25482"/>
                    <a:pt x="5720" y="29471"/>
                  </a:cubicBezTo>
                  <a:cubicBezTo>
                    <a:pt x="4476" y="30543"/>
                    <a:pt x="3275" y="31730"/>
                    <a:pt x="2917" y="33403"/>
                  </a:cubicBezTo>
                  <a:cubicBezTo>
                    <a:pt x="2445" y="35491"/>
                    <a:pt x="3518" y="37450"/>
                    <a:pt x="5248" y="38579"/>
                  </a:cubicBezTo>
                  <a:cubicBezTo>
                    <a:pt x="6792" y="39537"/>
                    <a:pt x="8580" y="39838"/>
                    <a:pt x="10310" y="40252"/>
                  </a:cubicBezTo>
                  <a:cubicBezTo>
                    <a:pt x="10667" y="40367"/>
                    <a:pt x="11625" y="40553"/>
                    <a:pt x="12212" y="40853"/>
                  </a:cubicBezTo>
                  <a:cubicBezTo>
                    <a:pt x="11139" y="42040"/>
                    <a:pt x="9538" y="43055"/>
                    <a:pt x="8465" y="43827"/>
                  </a:cubicBezTo>
                  <a:cubicBezTo>
                    <a:pt x="6492" y="45200"/>
                    <a:pt x="4290" y="46387"/>
                    <a:pt x="2088" y="47345"/>
                  </a:cubicBezTo>
                  <a:cubicBezTo>
                    <a:pt x="358" y="48060"/>
                    <a:pt x="0" y="50562"/>
                    <a:pt x="830" y="51992"/>
                  </a:cubicBezTo>
                  <a:cubicBezTo>
                    <a:pt x="1484" y="53107"/>
                    <a:pt x="2537" y="53575"/>
                    <a:pt x="3646" y="53575"/>
                  </a:cubicBezTo>
                  <a:cubicBezTo>
                    <a:pt x="4258" y="53575"/>
                    <a:pt x="4887" y="53433"/>
                    <a:pt x="5477" y="53179"/>
                  </a:cubicBezTo>
                  <a:cubicBezTo>
                    <a:pt x="8222" y="51992"/>
                    <a:pt x="10782" y="50505"/>
                    <a:pt x="13170" y="48717"/>
                  </a:cubicBezTo>
                  <a:cubicBezTo>
                    <a:pt x="15200" y="47159"/>
                    <a:pt x="17760" y="45314"/>
                    <a:pt x="18946" y="42941"/>
                  </a:cubicBezTo>
                  <a:cubicBezTo>
                    <a:pt x="20376" y="40009"/>
                    <a:pt x="18474" y="36864"/>
                    <a:pt x="15915" y="35248"/>
                  </a:cubicBezTo>
                  <a:cubicBezTo>
                    <a:pt x="14485" y="34361"/>
                    <a:pt x="12755" y="34118"/>
                    <a:pt x="11139" y="33704"/>
                  </a:cubicBezTo>
                  <a:cubicBezTo>
                    <a:pt x="11196" y="33646"/>
                    <a:pt x="11325" y="33518"/>
                    <a:pt x="11382" y="33460"/>
                  </a:cubicBezTo>
                  <a:cubicBezTo>
                    <a:pt x="12340" y="32745"/>
                    <a:pt x="13341" y="32145"/>
                    <a:pt x="14299" y="31501"/>
                  </a:cubicBezTo>
                  <a:cubicBezTo>
                    <a:pt x="16201" y="30300"/>
                    <a:pt x="18174" y="29228"/>
                    <a:pt x="20076" y="27984"/>
                  </a:cubicBezTo>
                  <a:cubicBezTo>
                    <a:pt x="23837" y="25596"/>
                    <a:pt x="29256" y="21850"/>
                    <a:pt x="28841" y="16774"/>
                  </a:cubicBezTo>
                  <a:cubicBezTo>
                    <a:pt x="28298" y="11297"/>
                    <a:pt x="21635" y="10582"/>
                    <a:pt x="17459" y="9510"/>
                  </a:cubicBezTo>
                  <a:cubicBezTo>
                    <a:pt x="16802" y="9395"/>
                    <a:pt x="16201" y="9209"/>
                    <a:pt x="15557" y="9038"/>
                  </a:cubicBezTo>
                  <a:cubicBezTo>
                    <a:pt x="15615" y="8981"/>
                    <a:pt x="15672" y="8909"/>
                    <a:pt x="15729" y="8909"/>
                  </a:cubicBezTo>
                  <a:cubicBezTo>
                    <a:pt x="17702" y="7365"/>
                    <a:pt x="19776" y="5935"/>
                    <a:pt x="21921" y="4620"/>
                  </a:cubicBezTo>
                  <a:cubicBezTo>
                    <a:pt x="24095" y="3318"/>
                    <a:pt x="23009" y="0"/>
                    <a:pt x="20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4"/>
            <p:cNvSpPr/>
            <p:nvPr/>
          </p:nvSpPr>
          <p:spPr>
            <a:xfrm rot="3228475">
              <a:off x="-740947" y="967735"/>
              <a:ext cx="931122" cy="521862"/>
            </a:xfrm>
            <a:custGeom>
              <a:avLst/>
              <a:gdLst/>
              <a:ahLst/>
              <a:cxnLst/>
              <a:rect l="l" t="t" r="r" b="b"/>
              <a:pathLst>
                <a:path w="24725" h="13698" extrusionOk="0">
                  <a:moveTo>
                    <a:pt x="19194" y="0"/>
                  </a:moveTo>
                  <a:cubicBezTo>
                    <a:pt x="18979" y="0"/>
                    <a:pt x="18763" y="20"/>
                    <a:pt x="18547" y="61"/>
                  </a:cubicBezTo>
                  <a:cubicBezTo>
                    <a:pt x="15516" y="604"/>
                    <a:pt x="13071" y="2263"/>
                    <a:pt x="10382" y="3750"/>
                  </a:cubicBezTo>
                  <a:cubicBezTo>
                    <a:pt x="7651" y="5309"/>
                    <a:pt x="4734" y="6739"/>
                    <a:pt x="2160" y="8583"/>
                  </a:cubicBezTo>
                  <a:cubicBezTo>
                    <a:pt x="1" y="10158"/>
                    <a:pt x="883" y="13697"/>
                    <a:pt x="3484" y="13697"/>
                  </a:cubicBezTo>
                  <a:cubicBezTo>
                    <a:pt x="3741" y="13697"/>
                    <a:pt x="4016" y="13663"/>
                    <a:pt x="4305" y="13588"/>
                  </a:cubicBezTo>
                  <a:cubicBezTo>
                    <a:pt x="7594" y="12758"/>
                    <a:pt x="10683" y="11329"/>
                    <a:pt x="13843" y="10127"/>
                  </a:cubicBezTo>
                  <a:cubicBezTo>
                    <a:pt x="16817" y="8941"/>
                    <a:pt x="19505" y="7983"/>
                    <a:pt x="22007" y="5895"/>
                  </a:cubicBezTo>
                  <a:cubicBezTo>
                    <a:pt x="24725" y="3630"/>
                    <a:pt x="22118" y="0"/>
                    <a:pt x="191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4"/>
            <p:cNvSpPr/>
            <p:nvPr/>
          </p:nvSpPr>
          <p:spPr>
            <a:xfrm rot="3839827" flipH="1">
              <a:off x="-491668" y="195616"/>
              <a:ext cx="746805" cy="919117"/>
            </a:xfrm>
            <a:custGeom>
              <a:avLst/>
              <a:gdLst/>
              <a:ahLst/>
              <a:cxnLst/>
              <a:rect l="l" t="t" r="r" b="b"/>
              <a:pathLst>
                <a:path w="12003" h="14773" extrusionOk="0">
                  <a:moveTo>
                    <a:pt x="2808" y="1"/>
                  </a:moveTo>
                  <a:cubicBezTo>
                    <a:pt x="2045" y="1"/>
                    <a:pt x="1284" y="485"/>
                    <a:pt x="1016" y="1297"/>
                  </a:cubicBezTo>
                  <a:cubicBezTo>
                    <a:pt x="1" y="4271"/>
                    <a:pt x="358" y="7617"/>
                    <a:pt x="2146" y="10234"/>
                  </a:cubicBezTo>
                  <a:cubicBezTo>
                    <a:pt x="3089" y="11907"/>
                    <a:pt x="4519" y="13265"/>
                    <a:pt x="6435" y="14051"/>
                  </a:cubicBezTo>
                  <a:cubicBezTo>
                    <a:pt x="7451" y="14466"/>
                    <a:pt x="8523" y="14695"/>
                    <a:pt x="9524" y="14766"/>
                  </a:cubicBezTo>
                  <a:cubicBezTo>
                    <a:pt x="9575" y="14770"/>
                    <a:pt x="9625" y="14772"/>
                    <a:pt x="9674" y="14772"/>
                  </a:cubicBezTo>
                  <a:cubicBezTo>
                    <a:pt x="11091" y="14772"/>
                    <a:pt x="12002" y="13221"/>
                    <a:pt x="11311" y="11964"/>
                  </a:cubicBezTo>
                  <a:lnTo>
                    <a:pt x="11254" y="11964"/>
                  </a:lnTo>
                  <a:cubicBezTo>
                    <a:pt x="10954" y="11420"/>
                    <a:pt x="10425" y="11063"/>
                    <a:pt x="9824" y="11006"/>
                  </a:cubicBezTo>
                  <a:cubicBezTo>
                    <a:pt x="9653" y="11006"/>
                    <a:pt x="9524" y="11006"/>
                    <a:pt x="9410" y="10949"/>
                  </a:cubicBezTo>
                  <a:lnTo>
                    <a:pt x="9167" y="10949"/>
                  </a:lnTo>
                  <a:cubicBezTo>
                    <a:pt x="7737" y="10534"/>
                    <a:pt x="6493" y="9819"/>
                    <a:pt x="5592" y="8747"/>
                  </a:cubicBezTo>
                  <a:cubicBezTo>
                    <a:pt x="5477" y="8689"/>
                    <a:pt x="5420" y="8561"/>
                    <a:pt x="5363" y="8446"/>
                  </a:cubicBezTo>
                  <a:cubicBezTo>
                    <a:pt x="5234" y="8260"/>
                    <a:pt x="5120" y="8032"/>
                    <a:pt x="5063" y="7789"/>
                  </a:cubicBezTo>
                  <a:cubicBezTo>
                    <a:pt x="4405" y="6058"/>
                    <a:pt x="4462" y="4271"/>
                    <a:pt x="4877" y="2484"/>
                  </a:cubicBezTo>
                  <a:cubicBezTo>
                    <a:pt x="5006" y="1769"/>
                    <a:pt x="4762" y="1111"/>
                    <a:pt x="4233" y="639"/>
                  </a:cubicBezTo>
                  <a:cubicBezTo>
                    <a:pt x="4162" y="582"/>
                    <a:pt x="4105" y="525"/>
                    <a:pt x="3990" y="467"/>
                  </a:cubicBezTo>
                  <a:cubicBezTo>
                    <a:pt x="3650" y="148"/>
                    <a:pt x="3229" y="1"/>
                    <a:pt x="28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04;p25"/>
          <p:cNvGrpSpPr/>
          <p:nvPr/>
        </p:nvGrpSpPr>
        <p:grpSpPr>
          <a:xfrm>
            <a:off x="7302349" y="-515410"/>
            <a:ext cx="2828152" cy="3087989"/>
            <a:chOff x="7213724" y="-467685"/>
            <a:chExt cx="2828152" cy="3087989"/>
          </a:xfrm>
        </p:grpSpPr>
        <p:sp>
          <p:nvSpPr>
            <p:cNvPr id="305" name="Google Shape;305;p25"/>
            <p:cNvSpPr/>
            <p:nvPr/>
          </p:nvSpPr>
          <p:spPr>
            <a:xfrm rot="-9916192">
              <a:off x="8219442" y="1072600"/>
              <a:ext cx="1677515" cy="1356731"/>
            </a:xfrm>
            <a:custGeom>
              <a:avLst/>
              <a:gdLst/>
              <a:ahLst/>
              <a:cxnLst/>
              <a:rect l="l" t="t" r="r" b="b"/>
              <a:pathLst>
                <a:path w="48278" h="39046" extrusionOk="0">
                  <a:moveTo>
                    <a:pt x="23318" y="1"/>
                  </a:moveTo>
                  <a:cubicBezTo>
                    <a:pt x="21882" y="1"/>
                    <a:pt x="20421" y="953"/>
                    <a:pt x="20076" y="2438"/>
                  </a:cubicBezTo>
                  <a:cubicBezTo>
                    <a:pt x="19004" y="7329"/>
                    <a:pt x="18346" y="12333"/>
                    <a:pt x="17574" y="17209"/>
                  </a:cubicBezTo>
                  <a:cubicBezTo>
                    <a:pt x="17216" y="19540"/>
                    <a:pt x="16859" y="21799"/>
                    <a:pt x="16559" y="24073"/>
                  </a:cubicBezTo>
                  <a:cubicBezTo>
                    <a:pt x="16201" y="22814"/>
                    <a:pt x="15787" y="21570"/>
                    <a:pt x="15429" y="20312"/>
                  </a:cubicBezTo>
                  <a:cubicBezTo>
                    <a:pt x="14228" y="16208"/>
                    <a:pt x="13456" y="11976"/>
                    <a:pt x="12212" y="7915"/>
                  </a:cubicBezTo>
                  <a:cubicBezTo>
                    <a:pt x="11720" y="6518"/>
                    <a:pt x="10456" y="5507"/>
                    <a:pt x="9034" y="5507"/>
                  </a:cubicBezTo>
                  <a:cubicBezTo>
                    <a:pt x="8884" y="5507"/>
                    <a:pt x="8732" y="5518"/>
                    <a:pt x="8580" y="5541"/>
                  </a:cubicBezTo>
                  <a:cubicBezTo>
                    <a:pt x="7078" y="5770"/>
                    <a:pt x="5477" y="7143"/>
                    <a:pt x="5720" y="8816"/>
                  </a:cubicBezTo>
                  <a:cubicBezTo>
                    <a:pt x="6249" y="13277"/>
                    <a:pt x="7679" y="17752"/>
                    <a:pt x="9166" y="21985"/>
                  </a:cubicBezTo>
                  <a:cubicBezTo>
                    <a:pt x="9938" y="24001"/>
                    <a:pt x="10653" y="26032"/>
                    <a:pt x="11554" y="28062"/>
                  </a:cubicBezTo>
                  <a:cubicBezTo>
                    <a:pt x="11668" y="28291"/>
                    <a:pt x="11726" y="28534"/>
                    <a:pt x="11854" y="28777"/>
                  </a:cubicBezTo>
                  <a:cubicBezTo>
                    <a:pt x="11082" y="28119"/>
                    <a:pt x="10367" y="27404"/>
                    <a:pt x="9709" y="26575"/>
                  </a:cubicBezTo>
                  <a:cubicBezTo>
                    <a:pt x="7322" y="23472"/>
                    <a:pt x="6078" y="19711"/>
                    <a:pt x="3447" y="16794"/>
                  </a:cubicBezTo>
                  <a:cubicBezTo>
                    <a:pt x="3114" y="16408"/>
                    <a:pt x="2717" y="16245"/>
                    <a:pt x="2326" y="16245"/>
                  </a:cubicBezTo>
                  <a:cubicBezTo>
                    <a:pt x="1456" y="16245"/>
                    <a:pt x="608" y="17049"/>
                    <a:pt x="530" y="17996"/>
                  </a:cubicBezTo>
                  <a:cubicBezTo>
                    <a:pt x="0" y="22700"/>
                    <a:pt x="2260" y="27519"/>
                    <a:pt x="5119" y="31222"/>
                  </a:cubicBezTo>
                  <a:cubicBezTo>
                    <a:pt x="8337" y="35326"/>
                    <a:pt x="12984" y="37714"/>
                    <a:pt x="18103" y="38600"/>
                  </a:cubicBezTo>
                  <a:cubicBezTo>
                    <a:pt x="19905" y="38896"/>
                    <a:pt x="21783" y="39046"/>
                    <a:pt x="23693" y="39046"/>
                  </a:cubicBezTo>
                  <a:cubicBezTo>
                    <a:pt x="31829" y="39046"/>
                    <a:pt x="40520" y="36330"/>
                    <a:pt x="46172" y="30679"/>
                  </a:cubicBezTo>
                  <a:cubicBezTo>
                    <a:pt x="48278" y="28525"/>
                    <a:pt x="46308" y="24872"/>
                    <a:pt x="43783" y="24872"/>
                  </a:cubicBezTo>
                  <a:cubicBezTo>
                    <a:pt x="43240" y="24872"/>
                    <a:pt x="42671" y="25041"/>
                    <a:pt x="42111" y="25431"/>
                  </a:cubicBezTo>
                  <a:cubicBezTo>
                    <a:pt x="38722" y="27819"/>
                    <a:pt x="35619" y="29964"/>
                    <a:pt x="31573" y="31151"/>
                  </a:cubicBezTo>
                  <a:cubicBezTo>
                    <a:pt x="30314" y="31579"/>
                    <a:pt x="29013" y="31865"/>
                    <a:pt x="27698" y="32051"/>
                  </a:cubicBezTo>
                  <a:cubicBezTo>
                    <a:pt x="28884" y="30679"/>
                    <a:pt x="30085" y="29363"/>
                    <a:pt x="31272" y="27933"/>
                  </a:cubicBezTo>
                  <a:cubicBezTo>
                    <a:pt x="34318" y="24430"/>
                    <a:pt x="37235" y="20784"/>
                    <a:pt x="40095" y="17095"/>
                  </a:cubicBezTo>
                  <a:cubicBezTo>
                    <a:pt x="41167" y="15608"/>
                    <a:pt x="40266" y="13277"/>
                    <a:pt x="38836" y="12448"/>
                  </a:cubicBezTo>
                  <a:cubicBezTo>
                    <a:pt x="38295" y="12130"/>
                    <a:pt x="37748" y="11987"/>
                    <a:pt x="37219" y="11987"/>
                  </a:cubicBezTo>
                  <a:cubicBezTo>
                    <a:pt x="36057" y="11987"/>
                    <a:pt x="34983" y="12674"/>
                    <a:pt x="34246" y="13706"/>
                  </a:cubicBezTo>
                  <a:cubicBezTo>
                    <a:pt x="31630" y="17152"/>
                    <a:pt x="29013" y="20612"/>
                    <a:pt x="26268" y="23944"/>
                  </a:cubicBezTo>
                  <a:cubicBezTo>
                    <a:pt x="24952" y="25617"/>
                    <a:pt x="23594" y="27290"/>
                    <a:pt x="22278" y="28948"/>
                  </a:cubicBezTo>
                  <a:lnTo>
                    <a:pt x="22164" y="29077"/>
                  </a:lnTo>
                  <a:cubicBezTo>
                    <a:pt x="22335" y="28005"/>
                    <a:pt x="22521" y="26861"/>
                    <a:pt x="22693" y="25788"/>
                  </a:cubicBezTo>
                  <a:cubicBezTo>
                    <a:pt x="23108" y="23415"/>
                    <a:pt x="23522" y="21027"/>
                    <a:pt x="23951" y="18639"/>
                  </a:cubicBezTo>
                  <a:cubicBezTo>
                    <a:pt x="24781" y="13820"/>
                    <a:pt x="25796" y="9059"/>
                    <a:pt x="26511" y="4226"/>
                  </a:cubicBezTo>
                  <a:cubicBezTo>
                    <a:pt x="26811" y="2438"/>
                    <a:pt x="26096" y="651"/>
                    <a:pt x="24180" y="122"/>
                  </a:cubicBezTo>
                  <a:cubicBezTo>
                    <a:pt x="23900" y="40"/>
                    <a:pt x="23609" y="1"/>
                    <a:pt x="233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5"/>
            <p:cNvSpPr/>
            <p:nvPr/>
          </p:nvSpPr>
          <p:spPr>
            <a:xfrm rot="5222901">
              <a:off x="7298765" y="-325972"/>
              <a:ext cx="606055" cy="745918"/>
            </a:xfrm>
            <a:custGeom>
              <a:avLst/>
              <a:gdLst/>
              <a:ahLst/>
              <a:cxnLst/>
              <a:rect l="l" t="t" r="r" b="b"/>
              <a:pathLst>
                <a:path w="12003" h="14773" extrusionOk="0">
                  <a:moveTo>
                    <a:pt x="2808" y="1"/>
                  </a:moveTo>
                  <a:cubicBezTo>
                    <a:pt x="2045" y="1"/>
                    <a:pt x="1284" y="485"/>
                    <a:pt x="1016" y="1297"/>
                  </a:cubicBezTo>
                  <a:cubicBezTo>
                    <a:pt x="1" y="4271"/>
                    <a:pt x="358" y="7617"/>
                    <a:pt x="2146" y="10234"/>
                  </a:cubicBezTo>
                  <a:cubicBezTo>
                    <a:pt x="3089" y="11907"/>
                    <a:pt x="4519" y="13265"/>
                    <a:pt x="6435" y="14051"/>
                  </a:cubicBezTo>
                  <a:cubicBezTo>
                    <a:pt x="7451" y="14466"/>
                    <a:pt x="8523" y="14695"/>
                    <a:pt x="9524" y="14766"/>
                  </a:cubicBezTo>
                  <a:cubicBezTo>
                    <a:pt x="9575" y="14770"/>
                    <a:pt x="9625" y="14772"/>
                    <a:pt x="9674" y="14772"/>
                  </a:cubicBezTo>
                  <a:cubicBezTo>
                    <a:pt x="11091" y="14772"/>
                    <a:pt x="12002" y="13221"/>
                    <a:pt x="11311" y="11964"/>
                  </a:cubicBezTo>
                  <a:lnTo>
                    <a:pt x="11254" y="11964"/>
                  </a:lnTo>
                  <a:cubicBezTo>
                    <a:pt x="10954" y="11420"/>
                    <a:pt x="10425" y="11063"/>
                    <a:pt x="9824" y="11006"/>
                  </a:cubicBezTo>
                  <a:cubicBezTo>
                    <a:pt x="9653" y="11006"/>
                    <a:pt x="9524" y="11006"/>
                    <a:pt x="9410" y="10949"/>
                  </a:cubicBezTo>
                  <a:lnTo>
                    <a:pt x="9167" y="10949"/>
                  </a:lnTo>
                  <a:cubicBezTo>
                    <a:pt x="7737" y="10534"/>
                    <a:pt x="6493" y="9819"/>
                    <a:pt x="5592" y="8747"/>
                  </a:cubicBezTo>
                  <a:cubicBezTo>
                    <a:pt x="5477" y="8689"/>
                    <a:pt x="5420" y="8561"/>
                    <a:pt x="5363" y="8446"/>
                  </a:cubicBezTo>
                  <a:cubicBezTo>
                    <a:pt x="5234" y="8260"/>
                    <a:pt x="5120" y="8032"/>
                    <a:pt x="5063" y="7789"/>
                  </a:cubicBezTo>
                  <a:cubicBezTo>
                    <a:pt x="4405" y="6058"/>
                    <a:pt x="4462" y="4271"/>
                    <a:pt x="4877" y="2484"/>
                  </a:cubicBezTo>
                  <a:cubicBezTo>
                    <a:pt x="5006" y="1769"/>
                    <a:pt x="4762" y="1111"/>
                    <a:pt x="4233" y="639"/>
                  </a:cubicBezTo>
                  <a:cubicBezTo>
                    <a:pt x="4162" y="582"/>
                    <a:pt x="4105" y="525"/>
                    <a:pt x="3990" y="467"/>
                  </a:cubicBezTo>
                  <a:cubicBezTo>
                    <a:pt x="3650" y="148"/>
                    <a:pt x="3229" y="1"/>
                    <a:pt x="2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5"/>
            <p:cNvSpPr/>
            <p:nvPr/>
          </p:nvSpPr>
          <p:spPr>
            <a:xfrm rot="214893">
              <a:off x="8367572" y="458819"/>
              <a:ext cx="931108" cy="521854"/>
            </a:xfrm>
            <a:custGeom>
              <a:avLst/>
              <a:gdLst/>
              <a:ahLst/>
              <a:cxnLst/>
              <a:rect l="l" t="t" r="r" b="b"/>
              <a:pathLst>
                <a:path w="24725" h="13698" extrusionOk="0">
                  <a:moveTo>
                    <a:pt x="19194" y="0"/>
                  </a:moveTo>
                  <a:cubicBezTo>
                    <a:pt x="18979" y="0"/>
                    <a:pt x="18763" y="20"/>
                    <a:pt x="18547" y="61"/>
                  </a:cubicBezTo>
                  <a:cubicBezTo>
                    <a:pt x="15516" y="604"/>
                    <a:pt x="13071" y="2263"/>
                    <a:pt x="10382" y="3750"/>
                  </a:cubicBezTo>
                  <a:cubicBezTo>
                    <a:pt x="7651" y="5309"/>
                    <a:pt x="4734" y="6739"/>
                    <a:pt x="2160" y="8583"/>
                  </a:cubicBezTo>
                  <a:cubicBezTo>
                    <a:pt x="1" y="10158"/>
                    <a:pt x="883" y="13697"/>
                    <a:pt x="3484" y="13697"/>
                  </a:cubicBezTo>
                  <a:cubicBezTo>
                    <a:pt x="3741" y="13697"/>
                    <a:pt x="4016" y="13663"/>
                    <a:pt x="4305" y="13588"/>
                  </a:cubicBezTo>
                  <a:cubicBezTo>
                    <a:pt x="7594" y="12758"/>
                    <a:pt x="10683" y="11329"/>
                    <a:pt x="13843" y="10127"/>
                  </a:cubicBezTo>
                  <a:cubicBezTo>
                    <a:pt x="16817" y="8941"/>
                    <a:pt x="19505" y="7983"/>
                    <a:pt x="22007" y="5895"/>
                  </a:cubicBezTo>
                  <a:cubicBezTo>
                    <a:pt x="24725" y="3630"/>
                    <a:pt x="22118" y="0"/>
                    <a:pt x="191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5"/>
            <p:cNvSpPr/>
            <p:nvPr/>
          </p:nvSpPr>
          <p:spPr>
            <a:xfrm rot="824100">
              <a:off x="7708973" y="-294010"/>
              <a:ext cx="1599151" cy="1129579"/>
            </a:xfrm>
            <a:custGeom>
              <a:avLst/>
              <a:gdLst/>
              <a:ahLst/>
              <a:cxnLst/>
              <a:rect l="l" t="t" r="r" b="b"/>
              <a:pathLst>
                <a:path w="72982" h="51556" extrusionOk="0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9" name="Google Shape;309;p25"/>
          <p:cNvGrpSpPr/>
          <p:nvPr/>
        </p:nvGrpSpPr>
        <p:grpSpPr>
          <a:xfrm>
            <a:off x="-1392307" y="2446225"/>
            <a:ext cx="3785822" cy="3657921"/>
            <a:chOff x="-1242282" y="2398500"/>
            <a:chExt cx="3785822" cy="3657921"/>
          </a:xfrm>
        </p:grpSpPr>
        <p:sp>
          <p:nvSpPr>
            <p:cNvPr id="310" name="Google Shape;310;p25"/>
            <p:cNvSpPr/>
            <p:nvPr/>
          </p:nvSpPr>
          <p:spPr>
            <a:xfrm rot="-9867407">
              <a:off x="-456836" y="4579171"/>
              <a:ext cx="646703" cy="663776"/>
            </a:xfrm>
            <a:custGeom>
              <a:avLst/>
              <a:gdLst/>
              <a:ahLst/>
              <a:cxnLst/>
              <a:rect l="l" t="t" r="r" b="b"/>
              <a:pathLst>
                <a:path w="8523" h="8748" extrusionOk="0">
                  <a:moveTo>
                    <a:pt x="6861" y="0"/>
                  </a:moveTo>
                  <a:cubicBezTo>
                    <a:pt x="6190" y="0"/>
                    <a:pt x="5461" y="510"/>
                    <a:pt x="5363" y="1298"/>
                  </a:cubicBezTo>
                  <a:cubicBezTo>
                    <a:pt x="5306" y="2256"/>
                    <a:pt x="5420" y="3328"/>
                    <a:pt x="5477" y="4343"/>
                  </a:cubicBezTo>
                  <a:cubicBezTo>
                    <a:pt x="5477" y="4815"/>
                    <a:pt x="5534" y="5344"/>
                    <a:pt x="5534" y="5830"/>
                  </a:cubicBezTo>
                  <a:lnTo>
                    <a:pt x="3876" y="5830"/>
                  </a:lnTo>
                  <a:cubicBezTo>
                    <a:pt x="3262" y="5830"/>
                    <a:pt x="2627" y="5762"/>
                    <a:pt x="1997" y="5762"/>
                  </a:cubicBezTo>
                  <a:cubicBezTo>
                    <a:pt x="1584" y="5762"/>
                    <a:pt x="1174" y="5791"/>
                    <a:pt x="773" y="5888"/>
                  </a:cubicBezTo>
                  <a:cubicBezTo>
                    <a:pt x="472" y="6002"/>
                    <a:pt x="115" y="6302"/>
                    <a:pt x="58" y="6602"/>
                  </a:cubicBezTo>
                  <a:lnTo>
                    <a:pt x="58" y="6846"/>
                  </a:lnTo>
                  <a:lnTo>
                    <a:pt x="58" y="6903"/>
                  </a:lnTo>
                  <a:cubicBezTo>
                    <a:pt x="1" y="7203"/>
                    <a:pt x="301" y="7560"/>
                    <a:pt x="530" y="7732"/>
                  </a:cubicBezTo>
                  <a:cubicBezTo>
                    <a:pt x="1488" y="8275"/>
                    <a:pt x="2617" y="8390"/>
                    <a:pt x="3690" y="8561"/>
                  </a:cubicBezTo>
                  <a:cubicBezTo>
                    <a:pt x="4819" y="8747"/>
                    <a:pt x="5963" y="8747"/>
                    <a:pt x="7093" y="8747"/>
                  </a:cubicBezTo>
                  <a:cubicBezTo>
                    <a:pt x="7808" y="8747"/>
                    <a:pt x="8523" y="8090"/>
                    <a:pt x="8466" y="7317"/>
                  </a:cubicBezTo>
                  <a:cubicBezTo>
                    <a:pt x="8394" y="6245"/>
                    <a:pt x="8337" y="5173"/>
                    <a:pt x="8280" y="4157"/>
                  </a:cubicBezTo>
                  <a:cubicBezTo>
                    <a:pt x="8165" y="3085"/>
                    <a:pt x="8165" y="1955"/>
                    <a:pt x="7979" y="940"/>
                  </a:cubicBezTo>
                  <a:cubicBezTo>
                    <a:pt x="7827" y="282"/>
                    <a:pt x="7360" y="0"/>
                    <a:pt x="68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5"/>
            <p:cNvSpPr/>
            <p:nvPr/>
          </p:nvSpPr>
          <p:spPr>
            <a:xfrm rot="3698900">
              <a:off x="77221" y="4226163"/>
              <a:ext cx="1599087" cy="1129567"/>
            </a:xfrm>
            <a:custGeom>
              <a:avLst/>
              <a:gdLst/>
              <a:ahLst/>
              <a:cxnLst/>
              <a:rect l="l" t="t" r="r" b="b"/>
              <a:pathLst>
                <a:path w="72982" h="51556" extrusionOk="0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5"/>
            <p:cNvSpPr/>
            <p:nvPr/>
          </p:nvSpPr>
          <p:spPr>
            <a:xfrm rot="6807064">
              <a:off x="-1118402" y="2791058"/>
              <a:ext cx="1814410" cy="1460755"/>
            </a:xfrm>
            <a:custGeom>
              <a:avLst/>
              <a:gdLst/>
              <a:ahLst/>
              <a:cxnLst/>
              <a:rect l="l" t="t" r="r" b="b"/>
              <a:pathLst>
                <a:path w="62612" h="50408" extrusionOk="0">
                  <a:moveTo>
                    <a:pt x="31782" y="6106"/>
                  </a:moveTo>
                  <a:cubicBezTo>
                    <a:pt x="34043" y="6106"/>
                    <a:pt x="35239" y="9407"/>
                    <a:pt x="35329" y="11838"/>
                  </a:cubicBezTo>
                  <a:cubicBezTo>
                    <a:pt x="35572" y="17858"/>
                    <a:pt x="33542" y="23821"/>
                    <a:pt x="30324" y="28940"/>
                  </a:cubicBezTo>
                  <a:cubicBezTo>
                    <a:pt x="27293" y="25608"/>
                    <a:pt x="25792" y="20418"/>
                    <a:pt x="25792" y="16185"/>
                  </a:cubicBezTo>
                  <a:cubicBezTo>
                    <a:pt x="25863" y="12853"/>
                    <a:pt x="26864" y="9036"/>
                    <a:pt x="29667" y="6948"/>
                  </a:cubicBezTo>
                  <a:cubicBezTo>
                    <a:pt x="30452" y="6357"/>
                    <a:pt x="31158" y="6106"/>
                    <a:pt x="31782" y="6106"/>
                  </a:cubicBezTo>
                  <a:close/>
                  <a:moveTo>
                    <a:pt x="31814" y="1"/>
                  </a:moveTo>
                  <a:cubicBezTo>
                    <a:pt x="31045" y="1"/>
                    <a:pt x="30251" y="109"/>
                    <a:pt x="29438" y="342"/>
                  </a:cubicBezTo>
                  <a:cubicBezTo>
                    <a:pt x="24605" y="1657"/>
                    <a:pt x="21387" y="6533"/>
                    <a:pt x="20258" y="11123"/>
                  </a:cubicBezTo>
                  <a:cubicBezTo>
                    <a:pt x="19185" y="15470"/>
                    <a:pt x="19486" y="20603"/>
                    <a:pt x="21030" y="25251"/>
                  </a:cubicBezTo>
                  <a:cubicBezTo>
                    <a:pt x="21387" y="26194"/>
                    <a:pt x="21688" y="27210"/>
                    <a:pt x="22102" y="28168"/>
                  </a:cubicBezTo>
                  <a:cubicBezTo>
                    <a:pt x="23060" y="30613"/>
                    <a:pt x="24190" y="32929"/>
                    <a:pt x="25734" y="34831"/>
                  </a:cubicBezTo>
                  <a:cubicBezTo>
                    <a:pt x="25563" y="35017"/>
                    <a:pt x="25377" y="35260"/>
                    <a:pt x="25148" y="35431"/>
                  </a:cubicBezTo>
                  <a:cubicBezTo>
                    <a:pt x="19243" y="40550"/>
                    <a:pt x="11679" y="43596"/>
                    <a:pt x="3928" y="44254"/>
                  </a:cubicBezTo>
                  <a:cubicBezTo>
                    <a:pt x="122" y="44545"/>
                    <a:pt x="0" y="50408"/>
                    <a:pt x="3562" y="50408"/>
                  </a:cubicBezTo>
                  <a:cubicBezTo>
                    <a:pt x="3680" y="50408"/>
                    <a:pt x="3802" y="50401"/>
                    <a:pt x="3928" y="50388"/>
                  </a:cubicBezTo>
                  <a:cubicBezTo>
                    <a:pt x="5187" y="50274"/>
                    <a:pt x="6488" y="50088"/>
                    <a:pt x="7746" y="49845"/>
                  </a:cubicBezTo>
                  <a:cubicBezTo>
                    <a:pt x="8516" y="49964"/>
                    <a:pt x="9287" y="50020"/>
                    <a:pt x="10058" y="50020"/>
                  </a:cubicBezTo>
                  <a:cubicBezTo>
                    <a:pt x="17823" y="50020"/>
                    <a:pt x="25520" y="44281"/>
                    <a:pt x="30567" y="38649"/>
                  </a:cubicBezTo>
                  <a:cubicBezTo>
                    <a:pt x="30982" y="38892"/>
                    <a:pt x="31454" y="39063"/>
                    <a:pt x="31940" y="39249"/>
                  </a:cubicBezTo>
                  <a:cubicBezTo>
                    <a:pt x="33550" y="39795"/>
                    <a:pt x="35215" y="40037"/>
                    <a:pt x="36889" y="40037"/>
                  </a:cubicBezTo>
                  <a:cubicBezTo>
                    <a:pt x="41223" y="40037"/>
                    <a:pt x="45619" y="38417"/>
                    <a:pt x="49270" y="36261"/>
                  </a:cubicBezTo>
                  <a:cubicBezTo>
                    <a:pt x="54389" y="33229"/>
                    <a:pt x="58679" y="28883"/>
                    <a:pt x="61725" y="23749"/>
                  </a:cubicBezTo>
                  <a:cubicBezTo>
                    <a:pt x="62611" y="22262"/>
                    <a:pt x="62082" y="20175"/>
                    <a:pt x="60538" y="19288"/>
                  </a:cubicBezTo>
                  <a:cubicBezTo>
                    <a:pt x="60012" y="18987"/>
                    <a:pt x="59479" y="18851"/>
                    <a:pt x="58964" y="18851"/>
                  </a:cubicBezTo>
                  <a:cubicBezTo>
                    <a:pt x="57841" y="18851"/>
                    <a:pt x="56797" y="19495"/>
                    <a:pt x="56062" y="20475"/>
                  </a:cubicBezTo>
                  <a:cubicBezTo>
                    <a:pt x="51751" y="26076"/>
                    <a:pt x="45811" y="32409"/>
                    <a:pt x="38243" y="32409"/>
                  </a:cubicBezTo>
                  <a:cubicBezTo>
                    <a:pt x="37755" y="32409"/>
                    <a:pt x="37260" y="32383"/>
                    <a:pt x="36759" y="32329"/>
                  </a:cubicBezTo>
                  <a:cubicBezTo>
                    <a:pt x="36344" y="32271"/>
                    <a:pt x="35930" y="32214"/>
                    <a:pt x="35515" y="32100"/>
                  </a:cubicBezTo>
                  <a:cubicBezTo>
                    <a:pt x="39919" y="25065"/>
                    <a:pt x="42664" y="16485"/>
                    <a:pt x="40934" y="8378"/>
                  </a:cubicBezTo>
                  <a:cubicBezTo>
                    <a:pt x="40016" y="3849"/>
                    <a:pt x="36384" y="1"/>
                    <a:pt x="318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5"/>
            <p:cNvSpPr/>
            <p:nvPr/>
          </p:nvSpPr>
          <p:spPr>
            <a:xfrm rot="-816931">
              <a:off x="275340" y="4825217"/>
              <a:ext cx="757387" cy="1158334"/>
            </a:xfrm>
            <a:custGeom>
              <a:avLst/>
              <a:gdLst/>
              <a:ahLst/>
              <a:cxnLst/>
              <a:rect l="l" t="t" r="r" b="b"/>
              <a:pathLst>
                <a:path w="11912" h="18218" extrusionOk="0">
                  <a:moveTo>
                    <a:pt x="4357" y="1"/>
                  </a:moveTo>
                  <a:cubicBezTo>
                    <a:pt x="4022" y="1"/>
                    <a:pt x="3666" y="136"/>
                    <a:pt x="3332" y="456"/>
                  </a:cubicBezTo>
                  <a:cubicBezTo>
                    <a:pt x="1845" y="1943"/>
                    <a:pt x="716" y="3845"/>
                    <a:pt x="358" y="5875"/>
                  </a:cubicBezTo>
                  <a:cubicBezTo>
                    <a:pt x="1" y="7420"/>
                    <a:pt x="229" y="9093"/>
                    <a:pt x="1431" y="10580"/>
                  </a:cubicBezTo>
                  <a:cubicBezTo>
                    <a:pt x="1659" y="10823"/>
                    <a:pt x="1902" y="11052"/>
                    <a:pt x="2203" y="11237"/>
                  </a:cubicBezTo>
                  <a:cubicBezTo>
                    <a:pt x="3362" y="12334"/>
                    <a:pt x="4699" y="12564"/>
                    <a:pt x="6224" y="12564"/>
                  </a:cubicBezTo>
                  <a:cubicBezTo>
                    <a:pt x="6429" y="12564"/>
                    <a:pt x="6638" y="12560"/>
                    <a:pt x="6850" y="12553"/>
                  </a:cubicBezTo>
                  <a:cubicBezTo>
                    <a:pt x="7264" y="12610"/>
                    <a:pt x="7679" y="12782"/>
                    <a:pt x="7922" y="13139"/>
                  </a:cubicBezTo>
                  <a:cubicBezTo>
                    <a:pt x="7979" y="13325"/>
                    <a:pt x="8037" y="13497"/>
                    <a:pt x="8037" y="13740"/>
                  </a:cubicBezTo>
                  <a:cubicBezTo>
                    <a:pt x="8094" y="14455"/>
                    <a:pt x="7808" y="14984"/>
                    <a:pt x="7322" y="15413"/>
                  </a:cubicBezTo>
                  <a:cubicBezTo>
                    <a:pt x="6132" y="16400"/>
                    <a:pt x="7208" y="18218"/>
                    <a:pt x="8501" y="18218"/>
                  </a:cubicBezTo>
                  <a:cubicBezTo>
                    <a:pt x="8762" y="18218"/>
                    <a:pt x="9033" y="18143"/>
                    <a:pt x="9295" y="17972"/>
                  </a:cubicBezTo>
                  <a:cubicBezTo>
                    <a:pt x="10954" y="16843"/>
                    <a:pt x="11912" y="14812"/>
                    <a:pt x="11254" y="12839"/>
                  </a:cubicBezTo>
                  <a:cubicBezTo>
                    <a:pt x="11082" y="12253"/>
                    <a:pt x="10839" y="11767"/>
                    <a:pt x="10482" y="11352"/>
                  </a:cubicBezTo>
                  <a:cubicBezTo>
                    <a:pt x="10010" y="10337"/>
                    <a:pt x="8937" y="9750"/>
                    <a:pt x="7736" y="9622"/>
                  </a:cubicBezTo>
                  <a:cubicBezTo>
                    <a:pt x="7450" y="9564"/>
                    <a:pt x="7150" y="9450"/>
                    <a:pt x="6850" y="9450"/>
                  </a:cubicBezTo>
                  <a:cubicBezTo>
                    <a:pt x="5720" y="9264"/>
                    <a:pt x="4519" y="9264"/>
                    <a:pt x="3804" y="8549"/>
                  </a:cubicBezTo>
                  <a:cubicBezTo>
                    <a:pt x="3633" y="8263"/>
                    <a:pt x="3447" y="7963"/>
                    <a:pt x="3389" y="7606"/>
                  </a:cubicBezTo>
                  <a:cubicBezTo>
                    <a:pt x="3275" y="7305"/>
                    <a:pt x="3275" y="7005"/>
                    <a:pt x="3275" y="6705"/>
                  </a:cubicBezTo>
                  <a:cubicBezTo>
                    <a:pt x="3389" y="5160"/>
                    <a:pt x="4519" y="3788"/>
                    <a:pt x="5477" y="2601"/>
                  </a:cubicBezTo>
                  <a:cubicBezTo>
                    <a:pt x="6343" y="1461"/>
                    <a:pt x="5461" y="1"/>
                    <a:pt x="43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4" name="Google Shape;314;p25"/>
            <p:cNvGrpSpPr/>
            <p:nvPr/>
          </p:nvGrpSpPr>
          <p:grpSpPr>
            <a:xfrm rot="-129703">
              <a:off x="1441184" y="4574261"/>
              <a:ext cx="1086092" cy="882814"/>
              <a:chOff x="2794650" y="3098825"/>
              <a:chExt cx="1072450" cy="871725"/>
            </a:xfrm>
          </p:grpSpPr>
          <p:sp>
            <p:nvSpPr>
              <p:cNvPr id="315" name="Google Shape;315;p25"/>
              <p:cNvSpPr/>
              <p:nvPr/>
            </p:nvSpPr>
            <p:spPr>
              <a:xfrm>
                <a:off x="2899525" y="3098825"/>
                <a:ext cx="967575" cy="871725"/>
              </a:xfrm>
              <a:custGeom>
                <a:avLst/>
                <a:gdLst/>
                <a:ahLst/>
                <a:cxnLst/>
                <a:rect l="l" t="t" r="r" b="b"/>
                <a:pathLst>
                  <a:path w="38703" h="34869" extrusionOk="0">
                    <a:moveTo>
                      <a:pt x="2034" y="0"/>
                    </a:moveTo>
                    <a:cubicBezTo>
                      <a:pt x="777" y="0"/>
                      <a:pt x="1" y="1239"/>
                      <a:pt x="596" y="2430"/>
                    </a:cubicBezTo>
                    <a:cubicBezTo>
                      <a:pt x="1969" y="5461"/>
                      <a:pt x="4886" y="7435"/>
                      <a:pt x="7260" y="9637"/>
                    </a:cubicBezTo>
                    <a:cubicBezTo>
                      <a:pt x="10062" y="12253"/>
                      <a:pt x="12865" y="14942"/>
                      <a:pt x="15610" y="17615"/>
                    </a:cubicBezTo>
                    <a:cubicBezTo>
                      <a:pt x="18170" y="20118"/>
                      <a:pt x="20672" y="22749"/>
                      <a:pt x="23117" y="25423"/>
                    </a:cubicBezTo>
                    <a:cubicBezTo>
                      <a:pt x="25734" y="28168"/>
                      <a:pt x="27993" y="31442"/>
                      <a:pt x="30853" y="33945"/>
                    </a:cubicBezTo>
                    <a:cubicBezTo>
                      <a:pt x="31616" y="34588"/>
                      <a:pt x="32516" y="34869"/>
                      <a:pt x="33402" y="34869"/>
                    </a:cubicBezTo>
                    <a:cubicBezTo>
                      <a:pt x="36118" y="34869"/>
                      <a:pt x="38703" y="32234"/>
                      <a:pt x="36816" y="29355"/>
                    </a:cubicBezTo>
                    <a:cubicBezTo>
                      <a:pt x="32712" y="23035"/>
                      <a:pt x="26091" y="17673"/>
                      <a:pt x="20486" y="12740"/>
                    </a:cubicBezTo>
                    <a:cubicBezTo>
                      <a:pt x="17755" y="10294"/>
                      <a:pt x="14953" y="7964"/>
                      <a:pt x="11978" y="5762"/>
                    </a:cubicBezTo>
                    <a:cubicBezTo>
                      <a:pt x="9119" y="3560"/>
                      <a:pt x="6073" y="643"/>
                      <a:pt x="2441" y="42"/>
                    </a:cubicBezTo>
                    <a:cubicBezTo>
                      <a:pt x="2301" y="14"/>
                      <a:pt x="2165" y="0"/>
                      <a:pt x="203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25"/>
              <p:cNvSpPr/>
              <p:nvPr/>
            </p:nvSpPr>
            <p:spPr>
              <a:xfrm>
                <a:off x="2794650" y="3437950"/>
                <a:ext cx="618125" cy="342450"/>
              </a:xfrm>
              <a:custGeom>
                <a:avLst/>
                <a:gdLst/>
                <a:ahLst/>
                <a:cxnLst/>
                <a:rect l="l" t="t" r="r" b="b"/>
                <a:pathLst>
                  <a:path w="24725" h="13698" extrusionOk="0">
                    <a:moveTo>
                      <a:pt x="19194" y="0"/>
                    </a:moveTo>
                    <a:cubicBezTo>
                      <a:pt x="18979" y="0"/>
                      <a:pt x="18763" y="20"/>
                      <a:pt x="18547" y="61"/>
                    </a:cubicBezTo>
                    <a:cubicBezTo>
                      <a:pt x="15516" y="604"/>
                      <a:pt x="13071" y="2263"/>
                      <a:pt x="10382" y="3750"/>
                    </a:cubicBezTo>
                    <a:cubicBezTo>
                      <a:pt x="7651" y="5309"/>
                      <a:pt x="4734" y="6739"/>
                      <a:pt x="2160" y="8583"/>
                    </a:cubicBezTo>
                    <a:cubicBezTo>
                      <a:pt x="1" y="10158"/>
                      <a:pt x="883" y="13697"/>
                      <a:pt x="3484" y="13697"/>
                    </a:cubicBezTo>
                    <a:cubicBezTo>
                      <a:pt x="3741" y="13697"/>
                      <a:pt x="4016" y="13663"/>
                      <a:pt x="4305" y="13588"/>
                    </a:cubicBezTo>
                    <a:cubicBezTo>
                      <a:pt x="7594" y="12758"/>
                      <a:pt x="10683" y="11329"/>
                      <a:pt x="13843" y="10127"/>
                    </a:cubicBezTo>
                    <a:cubicBezTo>
                      <a:pt x="16817" y="8941"/>
                      <a:pt x="19505" y="7983"/>
                      <a:pt x="22007" y="5895"/>
                    </a:cubicBezTo>
                    <a:cubicBezTo>
                      <a:pt x="24725" y="3630"/>
                      <a:pt x="22118" y="0"/>
                      <a:pt x="1919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17" name="Google Shape;317;p25"/>
          <p:cNvSpPr txBox="1">
            <a:spLocks noGrp="1"/>
          </p:cNvSpPr>
          <p:nvPr>
            <p:ph type="title"/>
          </p:nvPr>
        </p:nvSpPr>
        <p:spPr>
          <a:xfrm>
            <a:off x="948600" y="365750"/>
            <a:ext cx="748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25"/>
          <p:cNvSpPr txBox="1">
            <a:spLocks noGrp="1"/>
          </p:cNvSpPr>
          <p:nvPr>
            <p:ph type="subTitle" idx="1"/>
          </p:nvPr>
        </p:nvSpPr>
        <p:spPr>
          <a:xfrm>
            <a:off x="789422" y="1816037"/>
            <a:ext cx="2469300" cy="8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25"/>
          <p:cNvSpPr txBox="1">
            <a:spLocks noGrp="1"/>
          </p:cNvSpPr>
          <p:nvPr>
            <p:ph type="subTitle" idx="2"/>
          </p:nvPr>
        </p:nvSpPr>
        <p:spPr>
          <a:xfrm>
            <a:off x="3282145" y="1816046"/>
            <a:ext cx="2579700" cy="8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25"/>
          <p:cNvSpPr txBox="1">
            <a:spLocks noGrp="1"/>
          </p:cNvSpPr>
          <p:nvPr>
            <p:ph type="subTitle" idx="3"/>
          </p:nvPr>
        </p:nvSpPr>
        <p:spPr>
          <a:xfrm>
            <a:off x="789422" y="3570900"/>
            <a:ext cx="2469300" cy="8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25"/>
          <p:cNvSpPr txBox="1">
            <a:spLocks noGrp="1"/>
          </p:cNvSpPr>
          <p:nvPr>
            <p:ph type="subTitle" idx="4"/>
          </p:nvPr>
        </p:nvSpPr>
        <p:spPr>
          <a:xfrm>
            <a:off x="3282146" y="3570901"/>
            <a:ext cx="2579700" cy="8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25"/>
          <p:cNvSpPr txBox="1">
            <a:spLocks noGrp="1"/>
          </p:cNvSpPr>
          <p:nvPr>
            <p:ph type="subTitle" idx="5"/>
          </p:nvPr>
        </p:nvSpPr>
        <p:spPr>
          <a:xfrm>
            <a:off x="5885273" y="1816043"/>
            <a:ext cx="2469300" cy="8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25"/>
          <p:cNvSpPr txBox="1">
            <a:spLocks noGrp="1"/>
          </p:cNvSpPr>
          <p:nvPr>
            <p:ph type="subTitle" idx="6"/>
          </p:nvPr>
        </p:nvSpPr>
        <p:spPr>
          <a:xfrm>
            <a:off x="5885274" y="3570900"/>
            <a:ext cx="2469300" cy="8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25"/>
          <p:cNvSpPr txBox="1">
            <a:spLocks noGrp="1"/>
          </p:cNvSpPr>
          <p:nvPr>
            <p:ph type="subTitle" idx="7"/>
          </p:nvPr>
        </p:nvSpPr>
        <p:spPr>
          <a:xfrm>
            <a:off x="789422" y="1480275"/>
            <a:ext cx="2469300" cy="50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5" name="Google Shape;325;p25"/>
          <p:cNvSpPr txBox="1">
            <a:spLocks noGrp="1"/>
          </p:cNvSpPr>
          <p:nvPr>
            <p:ph type="subTitle" idx="8"/>
          </p:nvPr>
        </p:nvSpPr>
        <p:spPr>
          <a:xfrm>
            <a:off x="3282147" y="1480275"/>
            <a:ext cx="2577300" cy="50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6" name="Google Shape;326;p25"/>
          <p:cNvSpPr txBox="1">
            <a:spLocks noGrp="1"/>
          </p:cNvSpPr>
          <p:nvPr>
            <p:ph type="subTitle" idx="9"/>
          </p:nvPr>
        </p:nvSpPr>
        <p:spPr>
          <a:xfrm>
            <a:off x="5885278" y="1480275"/>
            <a:ext cx="2466900" cy="50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7" name="Google Shape;327;p25"/>
          <p:cNvSpPr txBox="1">
            <a:spLocks noGrp="1"/>
          </p:cNvSpPr>
          <p:nvPr>
            <p:ph type="subTitle" idx="13"/>
          </p:nvPr>
        </p:nvSpPr>
        <p:spPr>
          <a:xfrm>
            <a:off x="789422" y="3225461"/>
            <a:ext cx="2469300" cy="50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8" name="Google Shape;328;p25"/>
          <p:cNvSpPr txBox="1">
            <a:spLocks noGrp="1"/>
          </p:cNvSpPr>
          <p:nvPr>
            <p:ph type="subTitle" idx="14"/>
          </p:nvPr>
        </p:nvSpPr>
        <p:spPr>
          <a:xfrm>
            <a:off x="3282147" y="3225457"/>
            <a:ext cx="2577300" cy="50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9" name="Google Shape;329;p25"/>
          <p:cNvSpPr txBox="1">
            <a:spLocks noGrp="1"/>
          </p:cNvSpPr>
          <p:nvPr>
            <p:ph type="subTitle" idx="15"/>
          </p:nvPr>
        </p:nvSpPr>
        <p:spPr>
          <a:xfrm>
            <a:off x="5885278" y="3225453"/>
            <a:ext cx="2469300" cy="50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6"/>
          <p:cNvSpPr txBox="1">
            <a:spLocks noGrp="1"/>
          </p:cNvSpPr>
          <p:nvPr>
            <p:ph type="title"/>
          </p:nvPr>
        </p:nvSpPr>
        <p:spPr>
          <a:xfrm>
            <a:off x="2347938" y="75237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26"/>
          <p:cNvSpPr txBox="1">
            <a:spLocks noGrp="1"/>
          </p:cNvSpPr>
          <p:nvPr>
            <p:ph type="subTitle" idx="1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26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endParaRPr sz="1000" b="1" u="sng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334" name="Google Shape;334;p26"/>
          <p:cNvGrpSpPr/>
          <p:nvPr/>
        </p:nvGrpSpPr>
        <p:grpSpPr>
          <a:xfrm>
            <a:off x="-1225150" y="973235"/>
            <a:ext cx="3889795" cy="5278896"/>
            <a:chOff x="-1225150" y="973235"/>
            <a:chExt cx="3889795" cy="5278896"/>
          </a:xfrm>
        </p:grpSpPr>
        <p:grpSp>
          <p:nvGrpSpPr>
            <p:cNvPr id="335" name="Google Shape;335;p26"/>
            <p:cNvGrpSpPr/>
            <p:nvPr/>
          </p:nvGrpSpPr>
          <p:grpSpPr>
            <a:xfrm>
              <a:off x="-77570" y="1748908"/>
              <a:ext cx="711745" cy="776187"/>
              <a:chOff x="7406400" y="661950"/>
              <a:chExt cx="759600" cy="828375"/>
            </a:xfrm>
          </p:grpSpPr>
          <p:sp>
            <p:nvSpPr>
              <p:cNvPr id="336" name="Google Shape;336;p26"/>
              <p:cNvSpPr/>
              <p:nvPr/>
            </p:nvSpPr>
            <p:spPr>
              <a:xfrm>
                <a:off x="7406400" y="661950"/>
                <a:ext cx="759600" cy="828375"/>
              </a:xfrm>
              <a:custGeom>
                <a:avLst/>
                <a:gdLst/>
                <a:ahLst/>
                <a:cxnLst/>
                <a:rect l="l" t="t" r="r" b="b"/>
                <a:pathLst>
                  <a:path w="30384" h="33135" extrusionOk="0">
                    <a:moveTo>
                      <a:pt x="27744" y="1"/>
                    </a:moveTo>
                    <a:cubicBezTo>
                      <a:pt x="27408" y="1"/>
                      <a:pt x="27068" y="72"/>
                      <a:pt x="26755" y="227"/>
                    </a:cubicBezTo>
                    <a:cubicBezTo>
                      <a:pt x="24081" y="1600"/>
                      <a:pt x="22351" y="4160"/>
                      <a:pt x="20378" y="6476"/>
                    </a:cubicBezTo>
                    <a:cubicBezTo>
                      <a:pt x="18233" y="8978"/>
                      <a:pt x="16031" y="11552"/>
                      <a:pt x="13829" y="14112"/>
                    </a:cubicBezTo>
                    <a:cubicBezTo>
                      <a:pt x="9425" y="19231"/>
                      <a:pt x="5250" y="24421"/>
                      <a:pt x="1146" y="29783"/>
                    </a:cubicBezTo>
                    <a:cubicBezTo>
                      <a:pt x="0" y="31234"/>
                      <a:pt x="1152" y="33135"/>
                      <a:pt x="2557" y="33135"/>
                    </a:cubicBezTo>
                    <a:cubicBezTo>
                      <a:pt x="2993" y="33135"/>
                      <a:pt x="3453" y="32951"/>
                      <a:pt x="3877" y="32514"/>
                    </a:cubicBezTo>
                    <a:cubicBezTo>
                      <a:pt x="8767" y="27510"/>
                      <a:pt x="13529" y="22448"/>
                      <a:pt x="18176" y="17200"/>
                    </a:cubicBezTo>
                    <a:cubicBezTo>
                      <a:pt x="20378" y="14698"/>
                      <a:pt x="22594" y="12196"/>
                      <a:pt x="24796" y="9693"/>
                    </a:cubicBezTo>
                    <a:cubicBezTo>
                      <a:pt x="26812" y="7377"/>
                      <a:pt x="28900" y="5532"/>
                      <a:pt x="29858" y="2615"/>
                    </a:cubicBezTo>
                    <a:cubicBezTo>
                      <a:pt x="30384" y="1130"/>
                      <a:pt x="29083" y="1"/>
                      <a:pt x="277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26"/>
              <p:cNvSpPr/>
              <p:nvPr/>
            </p:nvSpPr>
            <p:spPr>
              <a:xfrm>
                <a:off x="7484000" y="747575"/>
                <a:ext cx="648850" cy="685075"/>
              </a:xfrm>
              <a:custGeom>
                <a:avLst/>
                <a:gdLst/>
                <a:ahLst/>
                <a:cxnLst/>
                <a:rect l="l" t="t" r="r" b="b"/>
                <a:pathLst>
                  <a:path w="25954" h="27403" extrusionOk="0">
                    <a:moveTo>
                      <a:pt x="2540" y="1"/>
                    </a:moveTo>
                    <a:cubicBezTo>
                      <a:pt x="2392" y="1"/>
                      <a:pt x="2242" y="7"/>
                      <a:pt x="2088" y="20"/>
                    </a:cubicBezTo>
                    <a:cubicBezTo>
                      <a:pt x="1016" y="134"/>
                      <a:pt x="1" y="906"/>
                      <a:pt x="58" y="2050"/>
                    </a:cubicBezTo>
                    <a:cubicBezTo>
                      <a:pt x="187" y="4667"/>
                      <a:pt x="1316" y="5625"/>
                      <a:pt x="3046" y="7469"/>
                    </a:cubicBezTo>
                    <a:cubicBezTo>
                      <a:pt x="5306" y="9914"/>
                      <a:pt x="7393" y="12474"/>
                      <a:pt x="9595" y="14919"/>
                    </a:cubicBezTo>
                    <a:cubicBezTo>
                      <a:pt x="11683" y="17178"/>
                      <a:pt x="13699" y="19380"/>
                      <a:pt x="15672" y="21711"/>
                    </a:cubicBezTo>
                    <a:cubicBezTo>
                      <a:pt x="17703" y="24142"/>
                      <a:pt x="18890" y="26115"/>
                      <a:pt x="21864" y="27245"/>
                    </a:cubicBezTo>
                    <a:cubicBezTo>
                      <a:pt x="22134" y="27353"/>
                      <a:pt x="22416" y="27402"/>
                      <a:pt x="22701" y="27402"/>
                    </a:cubicBezTo>
                    <a:cubicBezTo>
                      <a:pt x="24298" y="27402"/>
                      <a:pt x="25954" y="25836"/>
                      <a:pt x="25796" y="24271"/>
                    </a:cubicBezTo>
                    <a:cubicBezTo>
                      <a:pt x="25324" y="18723"/>
                      <a:pt x="19547" y="13604"/>
                      <a:pt x="15844" y="9729"/>
                    </a:cubicBezTo>
                    <a:cubicBezTo>
                      <a:pt x="13771" y="7527"/>
                      <a:pt x="11440" y="5553"/>
                      <a:pt x="9052" y="3652"/>
                    </a:cubicBezTo>
                    <a:cubicBezTo>
                      <a:pt x="7020" y="2012"/>
                      <a:pt x="5206" y="1"/>
                      <a:pt x="25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8" name="Google Shape;338;p26"/>
            <p:cNvSpPr/>
            <p:nvPr/>
          </p:nvSpPr>
          <p:spPr>
            <a:xfrm rot="-6539365">
              <a:off x="-381313" y="2930697"/>
              <a:ext cx="685649" cy="1707253"/>
            </a:xfrm>
            <a:custGeom>
              <a:avLst/>
              <a:gdLst/>
              <a:ahLst/>
              <a:cxnLst/>
              <a:rect l="l" t="t" r="r" b="b"/>
              <a:pathLst>
                <a:path w="18776" h="46762" extrusionOk="0">
                  <a:moveTo>
                    <a:pt x="6789" y="1"/>
                  </a:moveTo>
                  <a:cubicBezTo>
                    <a:pt x="3426" y="1"/>
                    <a:pt x="2347" y="5490"/>
                    <a:pt x="6078" y="6724"/>
                  </a:cubicBezTo>
                  <a:cubicBezTo>
                    <a:pt x="7565" y="7211"/>
                    <a:pt x="7150" y="8640"/>
                    <a:pt x="6135" y="9355"/>
                  </a:cubicBezTo>
                  <a:cubicBezTo>
                    <a:pt x="4176" y="10657"/>
                    <a:pt x="2260" y="11500"/>
                    <a:pt x="1259" y="13702"/>
                  </a:cubicBezTo>
                  <a:cubicBezTo>
                    <a:pt x="1" y="16319"/>
                    <a:pt x="716" y="19422"/>
                    <a:pt x="2389" y="21681"/>
                  </a:cubicBezTo>
                  <a:cubicBezTo>
                    <a:pt x="4047" y="23826"/>
                    <a:pt x="6435" y="24841"/>
                    <a:pt x="8408" y="26629"/>
                  </a:cubicBezTo>
                  <a:cubicBezTo>
                    <a:pt x="9896" y="28058"/>
                    <a:pt x="9409" y="28959"/>
                    <a:pt x="8337" y="30561"/>
                  </a:cubicBezTo>
                  <a:cubicBezTo>
                    <a:pt x="7036" y="32648"/>
                    <a:pt x="5720" y="34793"/>
                    <a:pt x="5720" y="37353"/>
                  </a:cubicBezTo>
                  <a:cubicBezTo>
                    <a:pt x="5771" y="41864"/>
                    <a:pt x="10603" y="46761"/>
                    <a:pt x="15328" y="46761"/>
                  </a:cubicBezTo>
                  <a:cubicBezTo>
                    <a:pt x="15905" y="46761"/>
                    <a:pt x="16480" y="46688"/>
                    <a:pt x="17045" y="46533"/>
                  </a:cubicBezTo>
                  <a:cubicBezTo>
                    <a:pt x="18232" y="46175"/>
                    <a:pt x="18775" y="44802"/>
                    <a:pt x="18175" y="43673"/>
                  </a:cubicBezTo>
                  <a:cubicBezTo>
                    <a:pt x="16916" y="41399"/>
                    <a:pt x="13885" y="40813"/>
                    <a:pt x="12698" y="38425"/>
                  </a:cubicBezTo>
                  <a:cubicBezTo>
                    <a:pt x="11854" y="36695"/>
                    <a:pt x="13227" y="35322"/>
                    <a:pt x="14185" y="33964"/>
                  </a:cubicBezTo>
                  <a:cubicBezTo>
                    <a:pt x="15615" y="31748"/>
                    <a:pt x="16559" y="29317"/>
                    <a:pt x="16030" y="26686"/>
                  </a:cubicBezTo>
                  <a:cubicBezTo>
                    <a:pt x="15429" y="24012"/>
                    <a:pt x="13470" y="21981"/>
                    <a:pt x="11325" y="20437"/>
                  </a:cubicBezTo>
                  <a:cubicBezTo>
                    <a:pt x="10425" y="19779"/>
                    <a:pt x="6850" y="17749"/>
                    <a:pt x="7265" y="16619"/>
                  </a:cubicBezTo>
                  <a:cubicBezTo>
                    <a:pt x="7450" y="16090"/>
                    <a:pt x="8580" y="15733"/>
                    <a:pt x="9052" y="15432"/>
                  </a:cubicBezTo>
                  <a:cubicBezTo>
                    <a:pt x="10196" y="14775"/>
                    <a:pt x="11197" y="14060"/>
                    <a:pt x="12040" y="13045"/>
                  </a:cubicBezTo>
                  <a:cubicBezTo>
                    <a:pt x="15729" y="8397"/>
                    <a:pt x="13284" y="1963"/>
                    <a:pt x="7865" y="176"/>
                  </a:cubicBezTo>
                  <a:cubicBezTo>
                    <a:pt x="7485" y="56"/>
                    <a:pt x="7126" y="1"/>
                    <a:pt x="67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6"/>
            <p:cNvSpPr/>
            <p:nvPr/>
          </p:nvSpPr>
          <p:spPr>
            <a:xfrm rot="7594616">
              <a:off x="-265507" y="4107933"/>
              <a:ext cx="1151312" cy="1298207"/>
            </a:xfrm>
            <a:custGeom>
              <a:avLst/>
              <a:gdLst/>
              <a:ahLst/>
              <a:cxnLst/>
              <a:rect l="l" t="t" r="r" b="b"/>
              <a:pathLst>
                <a:path w="35677" h="40229" extrusionOk="0">
                  <a:moveTo>
                    <a:pt x="18565" y="1"/>
                  </a:moveTo>
                  <a:cubicBezTo>
                    <a:pt x="8730" y="1"/>
                    <a:pt x="2450" y="8328"/>
                    <a:pt x="887" y="17604"/>
                  </a:cubicBezTo>
                  <a:cubicBezTo>
                    <a:pt x="1" y="23023"/>
                    <a:pt x="773" y="29343"/>
                    <a:pt x="3690" y="34047"/>
                  </a:cubicBezTo>
                  <a:cubicBezTo>
                    <a:pt x="5714" y="37351"/>
                    <a:pt x="9658" y="40228"/>
                    <a:pt x="13537" y="40228"/>
                  </a:cubicBezTo>
                  <a:cubicBezTo>
                    <a:pt x="15248" y="40228"/>
                    <a:pt x="16946" y="39668"/>
                    <a:pt x="18461" y="38337"/>
                  </a:cubicBezTo>
                  <a:cubicBezTo>
                    <a:pt x="20524" y="36494"/>
                    <a:pt x="18790" y="33619"/>
                    <a:pt x="16377" y="33619"/>
                  </a:cubicBezTo>
                  <a:cubicBezTo>
                    <a:pt x="16281" y="33619"/>
                    <a:pt x="16185" y="33624"/>
                    <a:pt x="16087" y="33633"/>
                  </a:cubicBezTo>
                  <a:cubicBezTo>
                    <a:pt x="15742" y="33669"/>
                    <a:pt x="15405" y="33687"/>
                    <a:pt x="15076" y="33687"/>
                  </a:cubicBezTo>
                  <a:cubicBezTo>
                    <a:pt x="12786" y="33687"/>
                    <a:pt x="10894" y="32799"/>
                    <a:pt x="9581" y="30773"/>
                  </a:cubicBezTo>
                  <a:cubicBezTo>
                    <a:pt x="7923" y="28199"/>
                    <a:pt x="7322" y="24925"/>
                    <a:pt x="7322" y="21951"/>
                  </a:cubicBezTo>
                  <a:cubicBezTo>
                    <a:pt x="7322" y="16531"/>
                    <a:pt x="9352" y="9611"/>
                    <a:pt x="14829" y="7409"/>
                  </a:cubicBezTo>
                  <a:cubicBezTo>
                    <a:pt x="16018" y="6935"/>
                    <a:pt x="17288" y="6704"/>
                    <a:pt x="18552" y="6704"/>
                  </a:cubicBezTo>
                  <a:cubicBezTo>
                    <a:pt x="21906" y="6704"/>
                    <a:pt x="25217" y="8334"/>
                    <a:pt x="26869" y="11398"/>
                  </a:cubicBezTo>
                  <a:cubicBezTo>
                    <a:pt x="29128" y="15516"/>
                    <a:pt x="28599" y="21479"/>
                    <a:pt x="24238" y="23981"/>
                  </a:cubicBezTo>
                  <a:cubicBezTo>
                    <a:pt x="23512" y="24388"/>
                    <a:pt x="22653" y="24609"/>
                    <a:pt x="21809" y="24609"/>
                  </a:cubicBezTo>
                  <a:cubicBezTo>
                    <a:pt x="20308" y="24609"/>
                    <a:pt x="18857" y="23909"/>
                    <a:pt x="18289" y="22308"/>
                  </a:cubicBezTo>
                  <a:cubicBezTo>
                    <a:pt x="18047" y="21535"/>
                    <a:pt x="18158" y="18712"/>
                    <a:pt x="18992" y="18712"/>
                  </a:cubicBezTo>
                  <a:cubicBezTo>
                    <a:pt x="19192" y="18712"/>
                    <a:pt x="19432" y="18873"/>
                    <a:pt x="19719" y="19262"/>
                  </a:cubicBezTo>
                  <a:cubicBezTo>
                    <a:pt x="20309" y="20046"/>
                    <a:pt x="21241" y="20401"/>
                    <a:pt x="22174" y="20401"/>
                  </a:cubicBezTo>
                  <a:cubicBezTo>
                    <a:pt x="23029" y="20401"/>
                    <a:pt x="23886" y="20103"/>
                    <a:pt x="24481" y="19563"/>
                  </a:cubicBezTo>
                  <a:cubicBezTo>
                    <a:pt x="25968" y="18261"/>
                    <a:pt x="25911" y="16288"/>
                    <a:pt x="24781" y="14801"/>
                  </a:cubicBezTo>
                  <a:cubicBezTo>
                    <a:pt x="23368" y="12874"/>
                    <a:pt x="21277" y="11973"/>
                    <a:pt x="19170" y="11973"/>
                  </a:cubicBezTo>
                  <a:cubicBezTo>
                    <a:pt x="16650" y="11973"/>
                    <a:pt x="14109" y="13263"/>
                    <a:pt x="12684" y="15630"/>
                  </a:cubicBezTo>
                  <a:cubicBezTo>
                    <a:pt x="10239" y="19691"/>
                    <a:pt x="11140" y="25411"/>
                    <a:pt x="14529" y="28557"/>
                  </a:cubicBezTo>
                  <a:cubicBezTo>
                    <a:pt x="16574" y="30436"/>
                    <a:pt x="19212" y="31352"/>
                    <a:pt x="21858" y="31352"/>
                  </a:cubicBezTo>
                  <a:cubicBezTo>
                    <a:pt x="24004" y="31352"/>
                    <a:pt x="26154" y="30750"/>
                    <a:pt x="27998" y="29572"/>
                  </a:cubicBezTo>
                  <a:cubicBezTo>
                    <a:pt x="32045" y="26955"/>
                    <a:pt x="34490" y="22608"/>
                    <a:pt x="34905" y="17832"/>
                  </a:cubicBezTo>
                  <a:cubicBezTo>
                    <a:pt x="35677" y="8667"/>
                    <a:pt x="28828" y="502"/>
                    <a:pt x="19590" y="30"/>
                  </a:cubicBezTo>
                  <a:cubicBezTo>
                    <a:pt x="19244" y="10"/>
                    <a:pt x="18902" y="1"/>
                    <a:pt x="185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6"/>
            <p:cNvSpPr/>
            <p:nvPr/>
          </p:nvSpPr>
          <p:spPr>
            <a:xfrm rot="-2700000">
              <a:off x="-1022418" y="2503676"/>
              <a:ext cx="1967858" cy="1388527"/>
            </a:xfrm>
            <a:custGeom>
              <a:avLst/>
              <a:gdLst/>
              <a:ahLst/>
              <a:cxnLst/>
              <a:rect l="l" t="t" r="r" b="b"/>
              <a:pathLst>
                <a:path w="78615" h="55471" extrusionOk="0">
                  <a:moveTo>
                    <a:pt x="28010" y="0"/>
                  </a:moveTo>
                  <a:cubicBezTo>
                    <a:pt x="27289" y="0"/>
                    <a:pt x="26561" y="182"/>
                    <a:pt x="25892" y="575"/>
                  </a:cubicBezTo>
                  <a:cubicBezTo>
                    <a:pt x="21359" y="3320"/>
                    <a:pt x="17069" y="6423"/>
                    <a:pt x="12665" y="9397"/>
                  </a:cubicBezTo>
                  <a:cubicBezTo>
                    <a:pt x="8547" y="12143"/>
                    <a:pt x="4200" y="14702"/>
                    <a:pt x="1040" y="18577"/>
                  </a:cubicBezTo>
                  <a:cubicBezTo>
                    <a:pt x="0" y="19894"/>
                    <a:pt x="827" y="21708"/>
                    <a:pt x="2405" y="21708"/>
                  </a:cubicBezTo>
                  <a:cubicBezTo>
                    <a:pt x="2540" y="21708"/>
                    <a:pt x="2682" y="21694"/>
                    <a:pt x="2828" y="21666"/>
                  </a:cubicBezTo>
                  <a:cubicBezTo>
                    <a:pt x="7718" y="20722"/>
                    <a:pt x="12008" y="18034"/>
                    <a:pt x="16354" y="15718"/>
                  </a:cubicBezTo>
                  <a:cubicBezTo>
                    <a:pt x="19364" y="14097"/>
                    <a:pt x="22445" y="12549"/>
                    <a:pt x="25458" y="10917"/>
                  </a:cubicBezTo>
                  <a:lnTo>
                    <a:pt x="25458" y="10917"/>
                  </a:lnTo>
                  <a:cubicBezTo>
                    <a:pt x="27706" y="18771"/>
                    <a:pt x="29975" y="26624"/>
                    <a:pt x="32198" y="34478"/>
                  </a:cubicBezTo>
                  <a:cubicBezTo>
                    <a:pt x="32709" y="36440"/>
                    <a:pt x="34469" y="37635"/>
                    <a:pt x="36324" y="37635"/>
                  </a:cubicBezTo>
                  <a:cubicBezTo>
                    <a:pt x="37065" y="37635"/>
                    <a:pt x="37820" y="37445"/>
                    <a:pt x="38518" y="37037"/>
                  </a:cubicBezTo>
                  <a:cubicBezTo>
                    <a:pt x="42207" y="34964"/>
                    <a:pt x="45968" y="32819"/>
                    <a:pt x="49714" y="30731"/>
                  </a:cubicBezTo>
                  <a:cubicBezTo>
                    <a:pt x="51330" y="29773"/>
                    <a:pt x="53532" y="27986"/>
                    <a:pt x="55319" y="27571"/>
                  </a:cubicBezTo>
                  <a:cubicBezTo>
                    <a:pt x="55870" y="27444"/>
                    <a:pt x="56186" y="27369"/>
                    <a:pt x="56408" y="27369"/>
                  </a:cubicBezTo>
                  <a:cubicBezTo>
                    <a:pt x="56809" y="27369"/>
                    <a:pt x="56905" y="27613"/>
                    <a:pt x="57521" y="28229"/>
                  </a:cubicBezTo>
                  <a:cubicBezTo>
                    <a:pt x="58293" y="29001"/>
                    <a:pt x="58708" y="30431"/>
                    <a:pt x="59194" y="31389"/>
                  </a:cubicBezTo>
                  <a:cubicBezTo>
                    <a:pt x="61096" y="35193"/>
                    <a:pt x="63069" y="39068"/>
                    <a:pt x="65028" y="42885"/>
                  </a:cubicBezTo>
                  <a:cubicBezTo>
                    <a:pt x="66930" y="46689"/>
                    <a:pt x="68488" y="51165"/>
                    <a:pt x="71520" y="54267"/>
                  </a:cubicBezTo>
                  <a:cubicBezTo>
                    <a:pt x="72352" y="55111"/>
                    <a:pt x="73284" y="55471"/>
                    <a:pt x="74183" y="55471"/>
                  </a:cubicBezTo>
                  <a:cubicBezTo>
                    <a:pt x="76513" y="55471"/>
                    <a:pt x="78615" y="53055"/>
                    <a:pt x="78140" y="50392"/>
                  </a:cubicBezTo>
                  <a:cubicBezTo>
                    <a:pt x="77239" y="45088"/>
                    <a:pt x="73250" y="39668"/>
                    <a:pt x="70805" y="34835"/>
                  </a:cubicBezTo>
                  <a:cubicBezTo>
                    <a:pt x="68431" y="30245"/>
                    <a:pt x="66458" y="24297"/>
                    <a:pt x="62712" y="20594"/>
                  </a:cubicBezTo>
                  <a:cubicBezTo>
                    <a:pt x="60979" y="18920"/>
                    <a:pt x="59070" y="18258"/>
                    <a:pt x="57108" y="18258"/>
                  </a:cubicBezTo>
                  <a:cubicBezTo>
                    <a:pt x="54812" y="18258"/>
                    <a:pt x="52444" y="19165"/>
                    <a:pt x="50200" y="20422"/>
                  </a:cubicBezTo>
                  <a:cubicBezTo>
                    <a:pt x="46442" y="22547"/>
                    <a:pt x="42712" y="24706"/>
                    <a:pt x="38970" y="26877"/>
                  </a:cubicBezTo>
                  <a:lnTo>
                    <a:pt x="38970" y="26877"/>
                  </a:lnTo>
                  <a:cubicBezTo>
                    <a:pt x="36753" y="18990"/>
                    <a:pt x="34554" y="11079"/>
                    <a:pt x="32326" y="3206"/>
                  </a:cubicBezTo>
                  <a:cubicBezTo>
                    <a:pt x="31756" y="1258"/>
                    <a:pt x="29909" y="0"/>
                    <a:pt x="280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1" name="Google Shape;341;p26"/>
            <p:cNvGrpSpPr/>
            <p:nvPr/>
          </p:nvGrpSpPr>
          <p:grpSpPr>
            <a:xfrm>
              <a:off x="-554154" y="973235"/>
              <a:ext cx="954266" cy="775661"/>
              <a:chOff x="2794650" y="3098825"/>
              <a:chExt cx="1072450" cy="871725"/>
            </a:xfrm>
          </p:grpSpPr>
          <p:sp>
            <p:nvSpPr>
              <p:cNvPr id="342" name="Google Shape;342;p26"/>
              <p:cNvSpPr/>
              <p:nvPr/>
            </p:nvSpPr>
            <p:spPr>
              <a:xfrm>
                <a:off x="2899525" y="3098825"/>
                <a:ext cx="967575" cy="871725"/>
              </a:xfrm>
              <a:custGeom>
                <a:avLst/>
                <a:gdLst/>
                <a:ahLst/>
                <a:cxnLst/>
                <a:rect l="l" t="t" r="r" b="b"/>
                <a:pathLst>
                  <a:path w="38703" h="34869" extrusionOk="0">
                    <a:moveTo>
                      <a:pt x="2034" y="0"/>
                    </a:moveTo>
                    <a:cubicBezTo>
                      <a:pt x="777" y="0"/>
                      <a:pt x="1" y="1239"/>
                      <a:pt x="596" y="2430"/>
                    </a:cubicBezTo>
                    <a:cubicBezTo>
                      <a:pt x="1969" y="5461"/>
                      <a:pt x="4886" y="7435"/>
                      <a:pt x="7260" y="9637"/>
                    </a:cubicBezTo>
                    <a:cubicBezTo>
                      <a:pt x="10062" y="12253"/>
                      <a:pt x="12865" y="14942"/>
                      <a:pt x="15610" y="17615"/>
                    </a:cubicBezTo>
                    <a:cubicBezTo>
                      <a:pt x="18170" y="20118"/>
                      <a:pt x="20672" y="22749"/>
                      <a:pt x="23117" y="25423"/>
                    </a:cubicBezTo>
                    <a:cubicBezTo>
                      <a:pt x="25734" y="28168"/>
                      <a:pt x="27993" y="31442"/>
                      <a:pt x="30853" y="33945"/>
                    </a:cubicBezTo>
                    <a:cubicBezTo>
                      <a:pt x="31616" y="34588"/>
                      <a:pt x="32516" y="34869"/>
                      <a:pt x="33402" y="34869"/>
                    </a:cubicBezTo>
                    <a:cubicBezTo>
                      <a:pt x="36118" y="34869"/>
                      <a:pt x="38703" y="32234"/>
                      <a:pt x="36816" y="29355"/>
                    </a:cubicBezTo>
                    <a:cubicBezTo>
                      <a:pt x="32712" y="23035"/>
                      <a:pt x="26091" y="17673"/>
                      <a:pt x="20486" y="12740"/>
                    </a:cubicBezTo>
                    <a:cubicBezTo>
                      <a:pt x="17755" y="10294"/>
                      <a:pt x="14953" y="7964"/>
                      <a:pt x="11978" y="5762"/>
                    </a:cubicBezTo>
                    <a:cubicBezTo>
                      <a:pt x="9119" y="3560"/>
                      <a:pt x="6073" y="643"/>
                      <a:pt x="2441" y="42"/>
                    </a:cubicBezTo>
                    <a:cubicBezTo>
                      <a:pt x="2301" y="14"/>
                      <a:pt x="2165" y="0"/>
                      <a:pt x="203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26"/>
              <p:cNvSpPr/>
              <p:nvPr/>
            </p:nvSpPr>
            <p:spPr>
              <a:xfrm>
                <a:off x="2794650" y="3437950"/>
                <a:ext cx="618125" cy="342450"/>
              </a:xfrm>
              <a:custGeom>
                <a:avLst/>
                <a:gdLst/>
                <a:ahLst/>
                <a:cxnLst/>
                <a:rect l="l" t="t" r="r" b="b"/>
                <a:pathLst>
                  <a:path w="24725" h="13698" extrusionOk="0">
                    <a:moveTo>
                      <a:pt x="19194" y="0"/>
                    </a:moveTo>
                    <a:cubicBezTo>
                      <a:pt x="18979" y="0"/>
                      <a:pt x="18763" y="20"/>
                      <a:pt x="18547" y="61"/>
                    </a:cubicBezTo>
                    <a:cubicBezTo>
                      <a:pt x="15516" y="604"/>
                      <a:pt x="13071" y="2263"/>
                      <a:pt x="10382" y="3750"/>
                    </a:cubicBezTo>
                    <a:cubicBezTo>
                      <a:pt x="7651" y="5309"/>
                      <a:pt x="4734" y="6739"/>
                      <a:pt x="2160" y="8583"/>
                    </a:cubicBezTo>
                    <a:cubicBezTo>
                      <a:pt x="1" y="10158"/>
                      <a:pt x="883" y="13697"/>
                      <a:pt x="3484" y="13697"/>
                    </a:cubicBezTo>
                    <a:cubicBezTo>
                      <a:pt x="3741" y="13697"/>
                      <a:pt x="4016" y="13663"/>
                      <a:pt x="4305" y="13588"/>
                    </a:cubicBezTo>
                    <a:cubicBezTo>
                      <a:pt x="7594" y="12758"/>
                      <a:pt x="10683" y="11329"/>
                      <a:pt x="13843" y="10127"/>
                    </a:cubicBezTo>
                    <a:cubicBezTo>
                      <a:pt x="16817" y="8941"/>
                      <a:pt x="19505" y="7983"/>
                      <a:pt x="22007" y="5895"/>
                    </a:cubicBezTo>
                    <a:cubicBezTo>
                      <a:pt x="24725" y="3630"/>
                      <a:pt x="22118" y="0"/>
                      <a:pt x="1919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44" name="Google Shape;344;p26"/>
            <p:cNvSpPr/>
            <p:nvPr/>
          </p:nvSpPr>
          <p:spPr>
            <a:xfrm rot="-8833627">
              <a:off x="920731" y="4621969"/>
              <a:ext cx="1503944" cy="1328874"/>
            </a:xfrm>
            <a:custGeom>
              <a:avLst/>
              <a:gdLst/>
              <a:ahLst/>
              <a:cxnLst/>
              <a:rect l="l" t="t" r="r" b="b"/>
              <a:pathLst>
                <a:path w="44456" h="39281" extrusionOk="0">
                  <a:moveTo>
                    <a:pt x="21582" y="0"/>
                  </a:moveTo>
                  <a:cubicBezTo>
                    <a:pt x="19219" y="0"/>
                    <a:pt x="16858" y="349"/>
                    <a:pt x="14600" y="1063"/>
                  </a:cubicBezTo>
                  <a:cubicBezTo>
                    <a:pt x="8580" y="2964"/>
                    <a:pt x="4062" y="7140"/>
                    <a:pt x="1917" y="13102"/>
                  </a:cubicBezTo>
                  <a:cubicBezTo>
                    <a:pt x="658" y="16734"/>
                    <a:pt x="186" y="20781"/>
                    <a:pt x="129" y="24656"/>
                  </a:cubicBezTo>
                  <a:cubicBezTo>
                    <a:pt x="1" y="28531"/>
                    <a:pt x="58" y="32821"/>
                    <a:pt x="1016" y="36638"/>
                  </a:cubicBezTo>
                  <a:cubicBezTo>
                    <a:pt x="1351" y="37981"/>
                    <a:pt x="2363" y="38572"/>
                    <a:pt x="3419" y="38572"/>
                  </a:cubicBezTo>
                  <a:cubicBezTo>
                    <a:pt x="4792" y="38572"/>
                    <a:pt x="6241" y="37572"/>
                    <a:pt x="6378" y="35923"/>
                  </a:cubicBezTo>
                  <a:cubicBezTo>
                    <a:pt x="6621" y="32992"/>
                    <a:pt x="6206" y="30018"/>
                    <a:pt x="6135" y="27158"/>
                  </a:cubicBezTo>
                  <a:cubicBezTo>
                    <a:pt x="6078" y="24184"/>
                    <a:pt x="6206" y="21196"/>
                    <a:pt x="6735" y="18336"/>
                  </a:cubicBezTo>
                  <a:cubicBezTo>
                    <a:pt x="7751" y="13403"/>
                    <a:pt x="10010" y="9399"/>
                    <a:pt x="14714" y="7383"/>
                  </a:cubicBezTo>
                  <a:cubicBezTo>
                    <a:pt x="16909" y="6461"/>
                    <a:pt x="19269" y="6014"/>
                    <a:pt x="21637" y="6014"/>
                  </a:cubicBezTo>
                  <a:cubicBezTo>
                    <a:pt x="23712" y="6014"/>
                    <a:pt x="25792" y="6357"/>
                    <a:pt x="27769" y="7025"/>
                  </a:cubicBezTo>
                  <a:cubicBezTo>
                    <a:pt x="32116" y="8512"/>
                    <a:pt x="35219" y="11844"/>
                    <a:pt x="36520" y="16320"/>
                  </a:cubicBezTo>
                  <a:cubicBezTo>
                    <a:pt x="38379" y="22697"/>
                    <a:pt x="38436" y="29775"/>
                    <a:pt x="38079" y="36395"/>
                  </a:cubicBezTo>
                  <a:cubicBezTo>
                    <a:pt x="37958" y="38326"/>
                    <a:pt x="39391" y="39280"/>
                    <a:pt x="40890" y="39280"/>
                  </a:cubicBezTo>
                  <a:cubicBezTo>
                    <a:pt x="42400" y="39280"/>
                    <a:pt x="43977" y="38311"/>
                    <a:pt x="44099" y="36395"/>
                  </a:cubicBezTo>
                  <a:cubicBezTo>
                    <a:pt x="44456" y="29417"/>
                    <a:pt x="44270" y="21982"/>
                    <a:pt x="42483" y="15247"/>
                  </a:cubicBezTo>
                  <a:cubicBezTo>
                    <a:pt x="40881" y="9342"/>
                    <a:pt x="37063" y="4523"/>
                    <a:pt x="31401" y="2078"/>
                  </a:cubicBezTo>
                  <a:cubicBezTo>
                    <a:pt x="28318" y="708"/>
                    <a:pt x="24948" y="0"/>
                    <a:pt x="215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6"/>
            <p:cNvSpPr/>
            <p:nvPr/>
          </p:nvSpPr>
          <p:spPr>
            <a:xfrm rot="-8833627">
              <a:off x="1443975" y="4681324"/>
              <a:ext cx="665537" cy="854206"/>
            </a:xfrm>
            <a:custGeom>
              <a:avLst/>
              <a:gdLst/>
              <a:ahLst/>
              <a:cxnLst/>
              <a:rect l="l" t="t" r="r" b="b"/>
              <a:pathLst>
                <a:path w="19673" h="25250" extrusionOk="0">
                  <a:moveTo>
                    <a:pt x="10265" y="0"/>
                  </a:moveTo>
                  <a:cubicBezTo>
                    <a:pt x="9882" y="0"/>
                    <a:pt x="9482" y="25"/>
                    <a:pt x="9066" y="76"/>
                  </a:cubicBezTo>
                  <a:cubicBezTo>
                    <a:pt x="4590" y="619"/>
                    <a:pt x="1559" y="4423"/>
                    <a:pt x="844" y="8712"/>
                  </a:cubicBezTo>
                  <a:cubicBezTo>
                    <a:pt x="0" y="13302"/>
                    <a:pt x="301" y="19208"/>
                    <a:pt x="1973" y="23612"/>
                  </a:cubicBezTo>
                  <a:cubicBezTo>
                    <a:pt x="2373" y="24662"/>
                    <a:pt x="3376" y="25249"/>
                    <a:pt x="4343" y="25249"/>
                  </a:cubicBezTo>
                  <a:cubicBezTo>
                    <a:pt x="5246" y="25249"/>
                    <a:pt x="6117" y="24737"/>
                    <a:pt x="6435" y="23612"/>
                  </a:cubicBezTo>
                  <a:cubicBezTo>
                    <a:pt x="7393" y="20280"/>
                    <a:pt x="7207" y="16877"/>
                    <a:pt x="7150" y="13488"/>
                  </a:cubicBezTo>
                  <a:cubicBezTo>
                    <a:pt x="7150" y="11644"/>
                    <a:pt x="7093" y="7411"/>
                    <a:pt x="9538" y="6811"/>
                  </a:cubicBezTo>
                  <a:cubicBezTo>
                    <a:pt x="9630" y="6789"/>
                    <a:pt x="9719" y="6779"/>
                    <a:pt x="9805" y="6779"/>
                  </a:cubicBezTo>
                  <a:cubicBezTo>
                    <a:pt x="12821" y="6779"/>
                    <a:pt x="11979" y="19616"/>
                    <a:pt x="11854" y="21410"/>
                  </a:cubicBezTo>
                  <a:cubicBezTo>
                    <a:pt x="11682" y="23197"/>
                    <a:pt x="13527" y="24742"/>
                    <a:pt x="15200" y="24742"/>
                  </a:cubicBezTo>
                  <a:cubicBezTo>
                    <a:pt x="17159" y="24742"/>
                    <a:pt x="18474" y="23197"/>
                    <a:pt x="18589" y="21410"/>
                  </a:cubicBezTo>
                  <a:cubicBezTo>
                    <a:pt x="19111" y="14884"/>
                    <a:pt x="19673" y="0"/>
                    <a:pt x="10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6" name="Google Shape;346;p26"/>
          <p:cNvGrpSpPr/>
          <p:nvPr/>
        </p:nvGrpSpPr>
        <p:grpSpPr>
          <a:xfrm>
            <a:off x="7877576" y="-776227"/>
            <a:ext cx="2141620" cy="4989920"/>
            <a:chOff x="7877576" y="-776227"/>
            <a:chExt cx="2141620" cy="4989920"/>
          </a:xfrm>
        </p:grpSpPr>
        <p:grpSp>
          <p:nvGrpSpPr>
            <p:cNvPr id="347" name="Google Shape;347;p26"/>
            <p:cNvGrpSpPr/>
            <p:nvPr/>
          </p:nvGrpSpPr>
          <p:grpSpPr>
            <a:xfrm>
              <a:off x="7877576" y="-776227"/>
              <a:ext cx="2141620" cy="4113823"/>
              <a:chOff x="7877576" y="-776227"/>
              <a:chExt cx="2141620" cy="4113823"/>
            </a:xfrm>
          </p:grpSpPr>
          <p:sp>
            <p:nvSpPr>
              <p:cNvPr id="348" name="Google Shape;348;p26"/>
              <p:cNvSpPr/>
              <p:nvPr/>
            </p:nvSpPr>
            <p:spPr>
              <a:xfrm rot="-7079587" flipH="1">
                <a:off x="8041119" y="-362697"/>
                <a:ext cx="1814534" cy="1460855"/>
              </a:xfrm>
              <a:custGeom>
                <a:avLst/>
                <a:gdLst/>
                <a:ahLst/>
                <a:cxnLst/>
                <a:rect l="l" t="t" r="r" b="b"/>
                <a:pathLst>
                  <a:path w="62612" h="50408" extrusionOk="0">
                    <a:moveTo>
                      <a:pt x="31782" y="6106"/>
                    </a:moveTo>
                    <a:cubicBezTo>
                      <a:pt x="34043" y="6106"/>
                      <a:pt x="35239" y="9407"/>
                      <a:pt x="35329" y="11838"/>
                    </a:cubicBezTo>
                    <a:cubicBezTo>
                      <a:pt x="35572" y="17858"/>
                      <a:pt x="33542" y="23821"/>
                      <a:pt x="30324" y="28940"/>
                    </a:cubicBezTo>
                    <a:cubicBezTo>
                      <a:pt x="27293" y="25608"/>
                      <a:pt x="25792" y="20418"/>
                      <a:pt x="25792" y="16185"/>
                    </a:cubicBezTo>
                    <a:cubicBezTo>
                      <a:pt x="25863" y="12853"/>
                      <a:pt x="26864" y="9036"/>
                      <a:pt x="29667" y="6948"/>
                    </a:cubicBezTo>
                    <a:cubicBezTo>
                      <a:pt x="30452" y="6357"/>
                      <a:pt x="31158" y="6106"/>
                      <a:pt x="31782" y="6106"/>
                    </a:cubicBezTo>
                    <a:close/>
                    <a:moveTo>
                      <a:pt x="31814" y="1"/>
                    </a:moveTo>
                    <a:cubicBezTo>
                      <a:pt x="31045" y="1"/>
                      <a:pt x="30251" y="109"/>
                      <a:pt x="29438" y="342"/>
                    </a:cubicBezTo>
                    <a:cubicBezTo>
                      <a:pt x="24605" y="1657"/>
                      <a:pt x="21387" y="6533"/>
                      <a:pt x="20258" y="11123"/>
                    </a:cubicBezTo>
                    <a:cubicBezTo>
                      <a:pt x="19185" y="15470"/>
                      <a:pt x="19486" y="20603"/>
                      <a:pt x="21030" y="25251"/>
                    </a:cubicBezTo>
                    <a:cubicBezTo>
                      <a:pt x="21387" y="26194"/>
                      <a:pt x="21688" y="27210"/>
                      <a:pt x="22102" y="28168"/>
                    </a:cubicBezTo>
                    <a:cubicBezTo>
                      <a:pt x="23060" y="30613"/>
                      <a:pt x="24190" y="32929"/>
                      <a:pt x="25734" y="34831"/>
                    </a:cubicBezTo>
                    <a:cubicBezTo>
                      <a:pt x="25563" y="35017"/>
                      <a:pt x="25377" y="35260"/>
                      <a:pt x="25148" y="35431"/>
                    </a:cubicBezTo>
                    <a:cubicBezTo>
                      <a:pt x="19243" y="40550"/>
                      <a:pt x="11679" y="43596"/>
                      <a:pt x="3928" y="44254"/>
                    </a:cubicBezTo>
                    <a:cubicBezTo>
                      <a:pt x="122" y="44545"/>
                      <a:pt x="0" y="50408"/>
                      <a:pt x="3562" y="50408"/>
                    </a:cubicBezTo>
                    <a:cubicBezTo>
                      <a:pt x="3680" y="50408"/>
                      <a:pt x="3802" y="50401"/>
                      <a:pt x="3928" y="50388"/>
                    </a:cubicBezTo>
                    <a:cubicBezTo>
                      <a:pt x="5187" y="50274"/>
                      <a:pt x="6488" y="50088"/>
                      <a:pt x="7746" y="49845"/>
                    </a:cubicBezTo>
                    <a:cubicBezTo>
                      <a:pt x="8516" y="49964"/>
                      <a:pt x="9287" y="50020"/>
                      <a:pt x="10058" y="50020"/>
                    </a:cubicBezTo>
                    <a:cubicBezTo>
                      <a:pt x="17823" y="50020"/>
                      <a:pt x="25520" y="44281"/>
                      <a:pt x="30567" y="38649"/>
                    </a:cubicBezTo>
                    <a:cubicBezTo>
                      <a:pt x="30982" y="38892"/>
                      <a:pt x="31454" y="39063"/>
                      <a:pt x="31940" y="39249"/>
                    </a:cubicBezTo>
                    <a:cubicBezTo>
                      <a:pt x="33550" y="39795"/>
                      <a:pt x="35215" y="40037"/>
                      <a:pt x="36889" y="40037"/>
                    </a:cubicBezTo>
                    <a:cubicBezTo>
                      <a:pt x="41223" y="40037"/>
                      <a:pt x="45619" y="38417"/>
                      <a:pt x="49270" y="36261"/>
                    </a:cubicBezTo>
                    <a:cubicBezTo>
                      <a:pt x="54389" y="33229"/>
                      <a:pt x="58679" y="28883"/>
                      <a:pt x="61725" y="23749"/>
                    </a:cubicBezTo>
                    <a:cubicBezTo>
                      <a:pt x="62611" y="22262"/>
                      <a:pt x="62082" y="20175"/>
                      <a:pt x="60538" y="19288"/>
                    </a:cubicBezTo>
                    <a:cubicBezTo>
                      <a:pt x="60012" y="18987"/>
                      <a:pt x="59479" y="18851"/>
                      <a:pt x="58964" y="18851"/>
                    </a:cubicBezTo>
                    <a:cubicBezTo>
                      <a:pt x="57841" y="18851"/>
                      <a:pt x="56797" y="19495"/>
                      <a:pt x="56062" y="20475"/>
                    </a:cubicBezTo>
                    <a:cubicBezTo>
                      <a:pt x="51751" y="26076"/>
                      <a:pt x="45811" y="32409"/>
                      <a:pt x="38243" y="32409"/>
                    </a:cubicBezTo>
                    <a:cubicBezTo>
                      <a:pt x="37755" y="32409"/>
                      <a:pt x="37260" y="32383"/>
                      <a:pt x="36759" y="32329"/>
                    </a:cubicBezTo>
                    <a:cubicBezTo>
                      <a:pt x="36344" y="32271"/>
                      <a:pt x="35930" y="32214"/>
                      <a:pt x="35515" y="32100"/>
                    </a:cubicBezTo>
                    <a:cubicBezTo>
                      <a:pt x="39919" y="25065"/>
                      <a:pt x="42664" y="16485"/>
                      <a:pt x="40934" y="8378"/>
                    </a:cubicBezTo>
                    <a:cubicBezTo>
                      <a:pt x="40016" y="3849"/>
                      <a:pt x="36384" y="1"/>
                      <a:pt x="3181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26"/>
              <p:cNvSpPr/>
              <p:nvPr/>
            </p:nvSpPr>
            <p:spPr>
              <a:xfrm rot="-228">
                <a:off x="8661440" y="1254126"/>
                <a:ext cx="931144" cy="521860"/>
              </a:xfrm>
              <a:custGeom>
                <a:avLst/>
                <a:gdLst/>
                <a:ahLst/>
                <a:cxnLst/>
                <a:rect l="l" t="t" r="r" b="b"/>
                <a:pathLst>
                  <a:path w="24725" h="13698" extrusionOk="0">
                    <a:moveTo>
                      <a:pt x="19194" y="0"/>
                    </a:moveTo>
                    <a:cubicBezTo>
                      <a:pt x="18979" y="0"/>
                      <a:pt x="18763" y="20"/>
                      <a:pt x="18547" y="61"/>
                    </a:cubicBezTo>
                    <a:cubicBezTo>
                      <a:pt x="15516" y="604"/>
                      <a:pt x="13071" y="2263"/>
                      <a:pt x="10382" y="3750"/>
                    </a:cubicBezTo>
                    <a:cubicBezTo>
                      <a:pt x="7651" y="5309"/>
                      <a:pt x="4734" y="6739"/>
                      <a:pt x="2160" y="8583"/>
                    </a:cubicBezTo>
                    <a:cubicBezTo>
                      <a:pt x="1" y="10158"/>
                      <a:pt x="883" y="13697"/>
                      <a:pt x="3484" y="13697"/>
                    </a:cubicBezTo>
                    <a:cubicBezTo>
                      <a:pt x="3741" y="13697"/>
                      <a:pt x="4016" y="13663"/>
                      <a:pt x="4305" y="13588"/>
                    </a:cubicBezTo>
                    <a:cubicBezTo>
                      <a:pt x="7594" y="12758"/>
                      <a:pt x="10683" y="11329"/>
                      <a:pt x="13843" y="10127"/>
                    </a:cubicBezTo>
                    <a:cubicBezTo>
                      <a:pt x="16817" y="8941"/>
                      <a:pt x="19505" y="7983"/>
                      <a:pt x="22007" y="5895"/>
                    </a:cubicBezTo>
                    <a:cubicBezTo>
                      <a:pt x="24725" y="3630"/>
                      <a:pt x="22118" y="0"/>
                      <a:pt x="1919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26"/>
              <p:cNvSpPr/>
              <p:nvPr/>
            </p:nvSpPr>
            <p:spPr>
              <a:xfrm rot="-10381501">
                <a:off x="8382956" y="1826545"/>
                <a:ext cx="855547" cy="526643"/>
              </a:xfrm>
              <a:custGeom>
                <a:avLst/>
                <a:gdLst/>
                <a:ahLst/>
                <a:cxnLst/>
                <a:rect l="l" t="t" r="r" b="b"/>
                <a:pathLst>
                  <a:path w="10783" h="6638" extrusionOk="0">
                    <a:moveTo>
                      <a:pt x="4716" y="1"/>
                    </a:moveTo>
                    <a:cubicBezTo>
                      <a:pt x="4067" y="1"/>
                      <a:pt x="3427" y="476"/>
                      <a:pt x="3575" y="1454"/>
                    </a:cubicBezTo>
                    <a:cubicBezTo>
                      <a:pt x="3575" y="1625"/>
                      <a:pt x="3633" y="1811"/>
                      <a:pt x="3633" y="2054"/>
                    </a:cubicBezTo>
                    <a:cubicBezTo>
                      <a:pt x="2675" y="2226"/>
                      <a:pt x="1717" y="2412"/>
                      <a:pt x="887" y="2641"/>
                    </a:cubicBezTo>
                    <a:cubicBezTo>
                      <a:pt x="1" y="2941"/>
                      <a:pt x="172" y="4256"/>
                      <a:pt x="1073" y="4256"/>
                    </a:cubicBezTo>
                    <a:lnTo>
                      <a:pt x="3804" y="4256"/>
                    </a:lnTo>
                    <a:cubicBezTo>
                      <a:pt x="3804" y="4843"/>
                      <a:pt x="3861" y="5500"/>
                      <a:pt x="3990" y="6101"/>
                    </a:cubicBezTo>
                    <a:cubicBezTo>
                      <a:pt x="4076" y="6458"/>
                      <a:pt x="4401" y="6637"/>
                      <a:pt x="4721" y="6637"/>
                    </a:cubicBezTo>
                    <a:cubicBezTo>
                      <a:pt x="5041" y="6637"/>
                      <a:pt x="5356" y="6458"/>
                      <a:pt x="5420" y="6101"/>
                    </a:cubicBezTo>
                    <a:cubicBezTo>
                      <a:pt x="5534" y="5500"/>
                      <a:pt x="5592" y="4914"/>
                      <a:pt x="5649" y="4314"/>
                    </a:cubicBezTo>
                    <a:cubicBezTo>
                      <a:pt x="6584" y="4413"/>
                      <a:pt x="7573" y="4567"/>
                      <a:pt x="8522" y="4567"/>
                    </a:cubicBezTo>
                    <a:cubicBezTo>
                      <a:pt x="8661" y="4567"/>
                      <a:pt x="8800" y="4564"/>
                      <a:pt x="8938" y="4557"/>
                    </a:cubicBezTo>
                    <a:cubicBezTo>
                      <a:pt x="10367" y="4485"/>
                      <a:pt x="10782" y="2340"/>
                      <a:pt x="9295" y="1983"/>
                    </a:cubicBezTo>
                    <a:cubicBezTo>
                      <a:pt x="8519" y="1808"/>
                      <a:pt x="7602" y="1734"/>
                      <a:pt x="6683" y="1734"/>
                    </a:cubicBezTo>
                    <a:cubicBezTo>
                      <a:pt x="6399" y="1734"/>
                      <a:pt x="6115" y="1741"/>
                      <a:pt x="5835" y="1754"/>
                    </a:cubicBezTo>
                    <a:cubicBezTo>
                      <a:pt x="5835" y="1697"/>
                      <a:pt x="5835" y="1568"/>
                      <a:pt x="5892" y="1454"/>
                    </a:cubicBezTo>
                    <a:cubicBezTo>
                      <a:pt x="6043" y="494"/>
                      <a:pt x="5376" y="1"/>
                      <a:pt x="47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26"/>
              <p:cNvSpPr/>
              <p:nvPr/>
            </p:nvSpPr>
            <p:spPr>
              <a:xfrm>
                <a:off x="8430777" y="3058296"/>
                <a:ext cx="279300" cy="279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52" name="Google Shape;352;p26"/>
            <p:cNvSpPr/>
            <p:nvPr/>
          </p:nvSpPr>
          <p:spPr>
            <a:xfrm rot="-5177878">
              <a:off x="8766156" y="3530347"/>
              <a:ext cx="653736" cy="670994"/>
            </a:xfrm>
            <a:custGeom>
              <a:avLst/>
              <a:gdLst/>
              <a:ahLst/>
              <a:cxnLst/>
              <a:rect l="l" t="t" r="r" b="b"/>
              <a:pathLst>
                <a:path w="8523" h="8748" extrusionOk="0">
                  <a:moveTo>
                    <a:pt x="6861" y="0"/>
                  </a:moveTo>
                  <a:cubicBezTo>
                    <a:pt x="6190" y="0"/>
                    <a:pt x="5461" y="510"/>
                    <a:pt x="5363" y="1298"/>
                  </a:cubicBezTo>
                  <a:cubicBezTo>
                    <a:pt x="5306" y="2256"/>
                    <a:pt x="5420" y="3328"/>
                    <a:pt x="5477" y="4343"/>
                  </a:cubicBezTo>
                  <a:cubicBezTo>
                    <a:pt x="5477" y="4815"/>
                    <a:pt x="5534" y="5344"/>
                    <a:pt x="5534" y="5830"/>
                  </a:cubicBezTo>
                  <a:lnTo>
                    <a:pt x="3876" y="5830"/>
                  </a:lnTo>
                  <a:cubicBezTo>
                    <a:pt x="3262" y="5830"/>
                    <a:pt x="2627" y="5762"/>
                    <a:pt x="1997" y="5762"/>
                  </a:cubicBezTo>
                  <a:cubicBezTo>
                    <a:pt x="1584" y="5762"/>
                    <a:pt x="1174" y="5791"/>
                    <a:pt x="773" y="5888"/>
                  </a:cubicBezTo>
                  <a:cubicBezTo>
                    <a:pt x="472" y="6002"/>
                    <a:pt x="115" y="6302"/>
                    <a:pt x="58" y="6602"/>
                  </a:cubicBezTo>
                  <a:lnTo>
                    <a:pt x="58" y="6846"/>
                  </a:lnTo>
                  <a:lnTo>
                    <a:pt x="58" y="6903"/>
                  </a:lnTo>
                  <a:cubicBezTo>
                    <a:pt x="1" y="7203"/>
                    <a:pt x="301" y="7560"/>
                    <a:pt x="530" y="7732"/>
                  </a:cubicBezTo>
                  <a:cubicBezTo>
                    <a:pt x="1488" y="8275"/>
                    <a:pt x="2617" y="8390"/>
                    <a:pt x="3690" y="8561"/>
                  </a:cubicBezTo>
                  <a:cubicBezTo>
                    <a:pt x="4819" y="8747"/>
                    <a:pt x="5963" y="8747"/>
                    <a:pt x="7093" y="8747"/>
                  </a:cubicBezTo>
                  <a:cubicBezTo>
                    <a:pt x="7808" y="8747"/>
                    <a:pt x="8523" y="8090"/>
                    <a:pt x="8466" y="7317"/>
                  </a:cubicBezTo>
                  <a:cubicBezTo>
                    <a:pt x="8394" y="6245"/>
                    <a:pt x="8337" y="5173"/>
                    <a:pt x="8280" y="4157"/>
                  </a:cubicBezTo>
                  <a:cubicBezTo>
                    <a:pt x="8165" y="3085"/>
                    <a:pt x="8165" y="1955"/>
                    <a:pt x="7979" y="940"/>
                  </a:cubicBezTo>
                  <a:cubicBezTo>
                    <a:pt x="7827" y="282"/>
                    <a:pt x="7360" y="0"/>
                    <a:pt x="68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7"/>
          <p:cNvSpPr/>
          <p:nvPr/>
        </p:nvSpPr>
        <p:spPr>
          <a:xfrm rot="2700000">
            <a:off x="8235803" y="644541"/>
            <a:ext cx="606085" cy="745955"/>
          </a:xfrm>
          <a:custGeom>
            <a:avLst/>
            <a:gdLst/>
            <a:ahLst/>
            <a:cxnLst/>
            <a:rect l="l" t="t" r="r" b="b"/>
            <a:pathLst>
              <a:path w="12003" h="14773" extrusionOk="0">
                <a:moveTo>
                  <a:pt x="2808" y="1"/>
                </a:moveTo>
                <a:cubicBezTo>
                  <a:pt x="2045" y="1"/>
                  <a:pt x="1284" y="485"/>
                  <a:pt x="1016" y="1297"/>
                </a:cubicBezTo>
                <a:cubicBezTo>
                  <a:pt x="1" y="4271"/>
                  <a:pt x="358" y="7617"/>
                  <a:pt x="2146" y="10234"/>
                </a:cubicBezTo>
                <a:cubicBezTo>
                  <a:pt x="3089" y="11907"/>
                  <a:pt x="4519" y="13265"/>
                  <a:pt x="6435" y="14051"/>
                </a:cubicBezTo>
                <a:cubicBezTo>
                  <a:pt x="7451" y="14466"/>
                  <a:pt x="8523" y="14695"/>
                  <a:pt x="9524" y="14766"/>
                </a:cubicBezTo>
                <a:cubicBezTo>
                  <a:pt x="9575" y="14770"/>
                  <a:pt x="9625" y="14772"/>
                  <a:pt x="9674" y="14772"/>
                </a:cubicBezTo>
                <a:cubicBezTo>
                  <a:pt x="11091" y="14772"/>
                  <a:pt x="12002" y="13221"/>
                  <a:pt x="11311" y="11964"/>
                </a:cubicBezTo>
                <a:lnTo>
                  <a:pt x="11254" y="11964"/>
                </a:lnTo>
                <a:cubicBezTo>
                  <a:pt x="10954" y="11420"/>
                  <a:pt x="10425" y="11063"/>
                  <a:pt x="9824" y="11006"/>
                </a:cubicBezTo>
                <a:cubicBezTo>
                  <a:pt x="9653" y="11006"/>
                  <a:pt x="9524" y="11006"/>
                  <a:pt x="9410" y="10949"/>
                </a:cubicBezTo>
                <a:lnTo>
                  <a:pt x="9167" y="10949"/>
                </a:lnTo>
                <a:cubicBezTo>
                  <a:pt x="7737" y="10534"/>
                  <a:pt x="6493" y="9819"/>
                  <a:pt x="5592" y="8747"/>
                </a:cubicBezTo>
                <a:cubicBezTo>
                  <a:pt x="5477" y="8689"/>
                  <a:pt x="5420" y="8561"/>
                  <a:pt x="5363" y="8446"/>
                </a:cubicBezTo>
                <a:cubicBezTo>
                  <a:pt x="5234" y="8260"/>
                  <a:pt x="5120" y="8032"/>
                  <a:pt x="5063" y="7789"/>
                </a:cubicBezTo>
                <a:cubicBezTo>
                  <a:pt x="4405" y="6058"/>
                  <a:pt x="4462" y="4271"/>
                  <a:pt x="4877" y="2484"/>
                </a:cubicBezTo>
                <a:cubicBezTo>
                  <a:pt x="5006" y="1769"/>
                  <a:pt x="4762" y="1111"/>
                  <a:pt x="4233" y="639"/>
                </a:cubicBezTo>
                <a:cubicBezTo>
                  <a:pt x="4162" y="582"/>
                  <a:pt x="4105" y="525"/>
                  <a:pt x="3990" y="467"/>
                </a:cubicBezTo>
                <a:cubicBezTo>
                  <a:pt x="3650" y="148"/>
                  <a:pt x="3229" y="1"/>
                  <a:pt x="280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27"/>
          <p:cNvSpPr/>
          <p:nvPr/>
        </p:nvSpPr>
        <p:spPr>
          <a:xfrm rot="-3409603">
            <a:off x="8638676" y="1155305"/>
            <a:ext cx="646694" cy="663766"/>
          </a:xfrm>
          <a:custGeom>
            <a:avLst/>
            <a:gdLst/>
            <a:ahLst/>
            <a:cxnLst/>
            <a:rect l="l" t="t" r="r" b="b"/>
            <a:pathLst>
              <a:path w="8523" h="8748" extrusionOk="0">
                <a:moveTo>
                  <a:pt x="6861" y="0"/>
                </a:moveTo>
                <a:cubicBezTo>
                  <a:pt x="6190" y="0"/>
                  <a:pt x="5461" y="510"/>
                  <a:pt x="5363" y="1298"/>
                </a:cubicBezTo>
                <a:cubicBezTo>
                  <a:pt x="5306" y="2256"/>
                  <a:pt x="5420" y="3328"/>
                  <a:pt x="5477" y="4343"/>
                </a:cubicBezTo>
                <a:cubicBezTo>
                  <a:pt x="5477" y="4815"/>
                  <a:pt x="5534" y="5344"/>
                  <a:pt x="5534" y="5830"/>
                </a:cubicBezTo>
                <a:lnTo>
                  <a:pt x="3876" y="5830"/>
                </a:lnTo>
                <a:cubicBezTo>
                  <a:pt x="3262" y="5830"/>
                  <a:pt x="2627" y="5762"/>
                  <a:pt x="1997" y="5762"/>
                </a:cubicBezTo>
                <a:cubicBezTo>
                  <a:pt x="1584" y="5762"/>
                  <a:pt x="1174" y="5791"/>
                  <a:pt x="773" y="5888"/>
                </a:cubicBezTo>
                <a:cubicBezTo>
                  <a:pt x="472" y="6002"/>
                  <a:pt x="115" y="6302"/>
                  <a:pt x="58" y="6602"/>
                </a:cubicBezTo>
                <a:lnTo>
                  <a:pt x="58" y="6846"/>
                </a:lnTo>
                <a:lnTo>
                  <a:pt x="58" y="6903"/>
                </a:lnTo>
                <a:cubicBezTo>
                  <a:pt x="1" y="7203"/>
                  <a:pt x="301" y="7560"/>
                  <a:pt x="530" y="7732"/>
                </a:cubicBezTo>
                <a:cubicBezTo>
                  <a:pt x="1488" y="8275"/>
                  <a:pt x="2617" y="8390"/>
                  <a:pt x="3690" y="8561"/>
                </a:cubicBezTo>
                <a:cubicBezTo>
                  <a:pt x="4819" y="8747"/>
                  <a:pt x="5963" y="8747"/>
                  <a:pt x="7093" y="8747"/>
                </a:cubicBezTo>
                <a:cubicBezTo>
                  <a:pt x="7808" y="8747"/>
                  <a:pt x="8523" y="8090"/>
                  <a:pt x="8466" y="7317"/>
                </a:cubicBezTo>
                <a:cubicBezTo>
                  <a:pt x="8394" y="6245"/>
                  <a:pt x="8337" y="5173"/>
                  <a:pt x="8280" y="4157"/>
                </a:cubicBezTo>
                <a:cubicBezTo>
                  <a:pt x="8165" y="3085"/>
                  <a:pt x="8165" y="1955"/>
                  <a:pt x="7979" y="940"/>
                </a:cubicBezTo>
                <a:cubicBezTo>
                  <a:pt x="7827" y="282"/>
                  <a:pt x="7360" y="0"/>
                  <a:pt x="686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27"/>
          <p:cNvSpPr/>
          <p:nvPr/>
        </p:nvSpPr>
        <p:spPr>
          <a:xfrm rot="637204">
            <a:off x="7572845" y="-349921"/>
            <a:ext cx="1715880" cy="1210730"/>
          </a:xfrm>
          <a:custGeom>
            <a:avLst/>
            <a:gdLst/>
            <a:ahLst/>
            <a:cxnLst/>
            <a:rect l="l" t="t" r="r" b="b"/>
            <a:pathLst>
              <a:path w="78615" h="55471" extrusionOk="0">
                <a:moveTo>
                  <a:pt x="28010" y="0"/>
                </a:moveTo>
                <a:cubicBezTo>
                  <a:pt x="27289" y="0"/>
                  <a:pt x="26561" y="182"/>
                  <a:pt x="25892" y="575"/>
                </a:cubicBezTo>
                <a:cubicBezTo>
                  <a:pt x="21359" y="3320"/>
                  <a:pt x="17069" y="6423"/>
                  <a:pt x="12665" y="9397"/>
                </a:cubicBezTo>
                <a:cubicBezTo>
                  <a:pt x="8547" y="12143"/>
                  <a:pt x="4200" y="14702"/>
                  <a:pt x="1040" y="18577"/>
                </a:cubicBezTo>
                <a:cubicBezTo>
                  <a:pt x="0" y="19894"/>
                  <a:pt x="827" y="21708"/>
                  <a:pt x="2405" y="21708"/>
                </a:cubicBezTo>
                <a:cubicBezTo>
                  <a:pt x="2540" y="21708"/>
                  <a:pt x="2682" y="21694"/>
                  <a:pt x="2828" y="21666"/>
                </a:cubicBezTo>
                <a:cubicBezTo>
                  <a:pt x="7718" y="20722"/>
                  <a:pt x="12008" y="18034"/>
                  <a:pt x="16354" y="15718"/>
                </a:cubicBezTo>
                <a:cubicBezTo>
                  <a:pt x="19364" y="14097"/>
                  <a:pt x="22445" y="12549"/>
                  <a:pt x="25458" y="10917"/>
                </a:cubicBezTo>
                <a:lnTo>
                  <a:pt x="25458" y="10917"/>
                </a:lnTo>
                <a:cubicBezTo>
                  <a:pt x="27706" y="18771"/>
                  <a:pt x="29975" y="26624"/>
                  <a:pt x="32198" y="34478"/>
                </a:cubicBezTo>
                <a:cubicBezTo>
                  <a:pt x="32709" y="36440"/>
                  <a:pt x="34469" y="37635"/>
                  <a:pt x="36324" y="37635"/>
                </a:cubicBezTo>
                <a:cubicBezTo>
                  <a:pt x="37065" y="37635"/>
                  <a:pt x="37820" y="37445"/>
                  <a:pt x="38518" y="37037"/>
                </a:cubicBezTo>
                <a:cubicBezTo>
                  <a:pt x="42207" y="34964"/>
                  <a:pt x="45968" y="32819"/>
                  <a:pt x="49714" y="30731"/>
                </a:cubicBezTo>
                <a:cubicBezTo>
                  <a:pt x="51330" y="29773"/>
                  <a:pt x="53532" y="27986"/>
                  <a:pt x="55319" y="27571"/>
                </a:cubicBezTo>
                <a:cubicBezTo>
                  <a:pt x="55870" y="27444"/>
                  <a:pt x="56186" y="27369"/>
                  <a:pt x="56408" y="27369"/>
                </a:cubicBezTo>
                <a:cubicBezTo>
                  <a:pt x="56809" y="27369"/>
                  <a:pt x="56905" y="27613"/>
                  <a:pt x="57521" y="28229"/>
                </a:cubicBezTo>
                <a:cubicBezTo>
                  <a:pt x="58293" y="29001"/>
                  <a:pt x="58708" y="30431"/>
                  <a:pt x="59194" y="31389"/>
                </a:cubicBezTo>
                <a:cubicBezTo>
                  <a:pt x="61096" y="35193"/>
                  <a:pt x="63069" y="39068"/>
                  <a:pt x="65028" y="42885"/>
                </a:cubicBezTo>
                <a:cubicBezTo>
                  <a:pt x="66930" y="46689"/>
                  <a:pt x="68488" y="51165"/>
                  <a:pt x="71520" y="54267"/>
                </a:cubicBezTo>
                <a:cubicBezTo>
                  <a:pt x="72352" y="55111"/>
                  <a:pt x="73284" y="55471"/>
                  <a:pt x="74183" y="55471"/>
                </a:cubicBezTo>
                <a:cubicBezTo>
                  <a:pt x="76513" y="55471"/>
                  <a:pt x="78615" y="53055"/>
                  <a:pt x="78140" y="50392"/>
                </a:cubicBezTo>
                <a:cubicBezTo>
                  <a:pt x="77239" y="45088"/>
                  <a:pt x="73250" y="39668"/>
                  <a:pt x="70805" y="34835"/>
                </a:cubicBezTo>
                <a:cubicBezTo>
                  <a:pt x="68431" y="30245"/>
                  <a:pt x="66458" y="24297"/>
                  <a:pt x="62712" y="20594"/>
                </a:cubicBezTo>
                <a:cubicBezTo>
                  <a:pt x="60979" y="18920"/>
                  <a:pt x="59070" y="18258"/>
                  <a:pt x="57108" y="18258"/>
                </a:cubicBezTo>
                <a:cubicBezTo>
                  <a:pt x="54812" y="18258"/>
                  <a:pt x="52444" y="19165"/>
                  <a:pt x="50200" y="20422"/>
                </a:cubicBezTo>
                <a:cubicBezTo>
                  <a:pt x="46442" y="22547"/>
                  <a:pt x="42712" y="24706"/>
                  <a:pt x="38970" y="26877"/>
                </a:cubicBezTo>
                <a:lnTo>
                  <a:pt x="38970" y="26877"/>
                </a:lnTo>
                <a:cubicBezTo>
                  <a:pt x="36753" y="18990"/>
                  <a:pt x="34554" y="11079"/>
                  <a:pt x="32326" y="3206"/>
                </a:cubicBezTo>
                <a:cubicBezTo>
                  <a:pt x="31756" y="1258"/>
                  <a:pt x="29909" y="0"/>
                  <a:pt x="2801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27"/>
          <p:cNvSpPr/>
          <p:nvPr/>
        </p:nvSpPr>
        <p:spPr>
          <a:xfrm>
            <a:off x="7691814" y="147708"/>
            <a:ext cx="279300" cy="279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8" name="Google Shape;358;p27"/>
          <p:cNvGrpSpPr/>
          <p:nvPr/>
        </p:nvGrpSpPr>
        <p:grpSpPr>
          <a:xfrm rot="10800000">
            <a:off x="-474824" y="3027389"/>
            <a:ext cx="2962503" cy="3024835"/>
            <a:chOff x="6919907" y="-1345150"/>
            <a:chExt cx="2962503" cy="3024835"/>
          </a:xfrm>
        </p:grpSpPr>
        <p:sp>
          <p:nvSpPr>
            <p:cNvPr id="359" name="Google Shape;359;p27"/>
            <p:cNvSpPr/>
            <p:nvPr/>
          </p:nvSpPr>
          <p:spPr>
            <a:xfrm rot="-10381501">
              <a:off x="8822556" y="1103045"/>
              <a:ext cx="855547" cy="526643"/>
            </a:xfrm>
            <a:custGeom>
              <a:avLst/>
              <a:gdLst/>
              <a:ahLst/>
              <a:cxnLst/>
              <a:rect l="l" t="t" r="r" b="b"/>
              <a:pathLst>
                <a:path w="10783" h="6638" extrusionOk="0">
                  <a:moveTo>
                    <a:pt x="4716" y="1"/>
                  </a:moveTo>
                  <a:cubicBezTo>
                    <a:pt x="4067" y="1"/>
                    <a:pt x="3427" y="476"/>
                    <a:pt x="3575" y="1454"/>
                  </a:cubicBezTo>
                  <a:cubicBezTo>
                    <a:pt x="3575" y="1625"/>
                    <a:pt x="3633" y="1811"/>
                    <a:pt x="3633" y="2054"/>
                  </a:cubicBezTo>
                  <a:cubicBezTo>
                    <a:pt x="2675" y="2226"/>
                    <a:pt x="1717" y="2412"/>
                    <a:pt x="887" y="2641"/>
                  </a:cubicBezTo>
                  <a:cubicBezTo>
                    <a:pt x="1" y="2941"/>
                    <a:pt x="172" y="4256"/>
                    <a:pt x="1073" y="4256"/>
                  </a:cubicBezTo>
                  <a:lnTo>
                    <a:pt x="3804" y="4256"/>
                  </a:lnTo>
                  <a:cubicBezTo>
                    <a:pt x="3804" y="4843"/>
                    <a:pt x="3861" y="5500"/>
                    <a:pt x="3990" y="6101"/>
                  </a:cubicBezTo>
                  <a:cubicBezTo>
                    <a:pt x="4076" y="6458"/>
                    <a:pt x="4401" y="6637"/>
                    <a:pt x="4721" y="6637"/>
                  </a:cubicBezTo>
                  <a:cubicBezTo>
                    <a:pt x="5041" y="6637"/>
                    <a:pt x="5356" y="6458"/>
                    <a:pt x="5420" y="6101"/>
                  </a:cubicBezTo>
                  <a:cubicBezTo>
                    <a:pt x="5534" y="5500"/>
                    <a:pt x="5592" y="4914"/>
                    <a:pt x="5649" y="4314"/>
                  </a:cubicBezTo>
                  <a:cubicBezTo>
                    <a:pt x="6584" y="4413"/>
                    <a:pt x="7573" y="4567"/>
                    <a:pt x="8522" y="4567"/>
                  </a:cubicBezTo>
                  <a:cubicBezTo>
                    <a:pt x="8661" y="4567"/>
                    <a:pt x="8800" y="4564"/>
                    <a:pt x="8938" y="4557"/>
                  </a:cubicBezTo>
                  <a:cubicBezTo>
                    <a:pt x="10367" y="4485"/>
                    <a:pt x="10782" y="2340"/>
                    <a:pt x="9295" y="1983"/>
                  </a:cubicBezTo>
                  <a:cubicBezTo>
                    <a:pt x="8519" y="1808"/>
                    <a:pt x="7602" y="1734"/>
                    <a:pt x="6683" y="1734"/>
                  </a:cubicBezTo>
                  <a:cubicBezTo>
                    <a:pt x="6399" y="1734"/>
                    <a:pt x="6115" y="1741"/>
                    <a:pt x="5835" y="1754"/>
                  </a:cubicBezTo>
                  <a:cubicBezTo>
                    <a:pt x="5835" y="1697"/>
                    <a:pt x="5835" y="1568"/>
                    <a:pt x="5892" y="1454"/>
                  </a:cubicBezTo>
                  <a:cubicBezTo>
                    <a:pt x="6043" y="494"/>
                    <a:pt x="5376" y="1"/>
                    <a:pt x="47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7"/>
            <p:cNvSpPr/>
            <p:nvPr/>
          </p:nvSpPr>
          <p:spPr>
            <a:xfrm rot="2700000">
              <a:off x="8128804" y="-497200"/>
              <a:ext cx="1504014" cy="1328936"/>
            </a:xfrm>
            <a:custGeom>
              <a:avLst/>
              <a:gdLst/>
              <a:ahLst/>
              <a:cxnLst/>
              <a:rect l="l" t="t" r="r" b="b"/>
              <a:pathLst>
                <a:path w="44456" h="39281" extrusionOk="0">
                  <a:moveTo>
                    <a:pt x="21582" y="0"/>
                  </a:moveTo>
                  <a:cubicBezTo>
                    <a:pt x="19219" y="0"/>
                    <a:pt x="16858" y="349"/>
                    <a:pt x="14600" y="1063"/>
                  </a:cubicBezTo>
                  <a:cubicBezTo>
                    <a:pt x="8580" y="2964"/>
                    <a:pt x="4062" y="7140"/>
                    <a:pt x="1917" y="13102"/>
                  </a:cubicBezTo>
                  <a:cubicBezTo>
                    <a:pt x="658" y="16734"/>
                    <a:pt x="186" y="20781"/>
                    <a:pt x="129" y="24656"/>
                  </a:cubicBezTo>
                  <a:cubicBezTo>
                    <a:pt x="1" y="28531"/>
                    <a:pt x="58" y="32821"/>
                    <a:pt x="1016" y="36638"/>
                  </a:cubicBezTo>
                  <a:cubicBezTo>
                    <a:pt x="1351" y="37981"/>
                    <a:pt x="2363" y="38572"/>
                    <a:pt x="3419" y="38572"/>
                  </a:cubicBezTo>
                  <a:cubicBezTo>
                    <a:pt x="4792" y="38572"/>
                    <a:pt x="6241" y="37572"/>
                    <a:pt x="6378" y="35923"/>
                  </a:cubicBezTo>
                  <a:cubicBezTo>
                    <a:pt x="6621" y="32992"/>
                    <a:pt x="6206" y="30018"/>
                    <a:pt x="6135" y="27158"/>
                  </a:cubicBezTo>
                  <a:cubicBezTo>
                    <a:pt x="6078" y="24184"/>
                    <a:pt x="6206" y="21196"/>
                    <a:pt x="6735" y="18336"/>
                  </a:cubicBezTo>
                  <a:cubicBezTo>
                    <a:pt x="7751" y="13403"/>
                    <a:pt x="10010" y="9399"/>
                    <a:pt x="14714" y="7383"/>
                  </a:cubicBezTo>
                  <a:cubicBezTo>
                    <a:pt x="16909" y="6461"/>
                    <a:pt x="19269" y="6014"/>
                    <a:pt x="21637" y="6014"/>
                  </a:cubicBezTo>
                  <a:cubicBezTo>
                    <a:pt x="23712" y="6014"/>
                    <a:pt x="25792" y="6357"/>
                    <a:pt x="27769" y="7025"/>
                  </a:cubicBezTo>
                  <a:cubicBezTo>
                    <a:pt x="32116" y="8512"/>
                    <a:pt x="35219" y="11844"/>
                    <a:pt x="36520" y="16320"/>
                  </a:cubicBezTo>
                  <a:cubicBezTo>
                    <a:pt x="38379" y="22697"/>
                    <a:pt x="38436" y="29775"/>
                    <a:pt x="38079" y="36395"/>
                  </a:cubicBezTo>
                  <a:cubicBezTo>
                    <a:pt x="37958" y="38326"/>
                    <a:pt x="39391" y="39280"/>
                    <a:pt x="40890" y="39280"/>
                  </a:cubicBezTo>
                  <a:cubicBezTo>
                    <a:pt x="42400" y="39280"/>
                    <a:pt x="43977" y="38311"/>
                    <a:pt x="44099" y="36395"/>
                  </a:cubicBezTo>
                  <a:cubicBezTo>
                    <a:pt x="44456" y="29417"/>
                    <a:pt x="44270" y="21982"/>
                    <a:pt x="42483" y="15247"/>
                  </a:cubicBezTo>
                  <a:cubicBezTo>
                    <a:pt x="40881" y="9342"/>
                    <a:pt x="37063" y="4523"/>
                    <a:pt x="31401" y="2078"/>
                  </a:cubicBezTo>
                  <a:cubicBezTo>
                    <a:pt x="28318" y="708"/>
                    <a:pt x="24948" y="0"/>
                    <a:pt x="215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7"/>
            <p:cNvSpPr/>
            <p:nvPr/>
          </p:nvSpPr>
          <p:spPr>
            <a:xfrm rot="-8100000">
              <a:off x="8438855" y="-149034"/>
              <a:ext cx="665568" cy="854246"/>
            </a:xfrm>
            <a:custGeom>
              <a:avLst/>
              <a:gdLst/>
              <a:ahLst/>
              <a:cxnLst/>
              <a:rect l="l" t="t" r="r" b="b"/>
              <a:pathLst>
                <a:path w="19673" h="25250" extrusionOk="0">
                  <a:moveTo>
                    <a:pt x="10265" y="0"/>
                  </a:moveTo>
                  <a:cubicBezTo>
                    <a:pt x="9882" y="0"/>
                    <a:pt x="9482" y="25"/>
                    <a:pt x="9066" y="76"/>
                  </a:cubicBezTo>
                  <a:cubicBezTo>
                    <a:pt x="4590" y="619"/>
                    <a:pt x="1559" y="4423"/>
                    <a:pt x="844" y="8712"/>
                  </a:cubicBezTo>
                  <a:cubicBezTo>
                    <a:pt x="0" y="13302"/>
                    <a:pt x="301" y="19208"/>
                    <a:pt x="1973" y="23612"/>
                  </a:cubicBezTo>
                  <a:cubicBezTo>
                    <a:pt x="2373" y="24662"/>
                    <a:pt x="3376" y="25249"/>
                    <a:pt x="4343" y="25249"/>
                  </a:cubicBezTo>
                  <a:cubicBezTo>
                    <a:pt x="5246" y="25249"/>
                    <a:pt x="6117" y="24737"/>
                    <a:pt x="6435" y="23612"/>
                  </a:cubicBezTo>
                  <a:cubicBezTo>
                    <a:pt x="7393" y="20280"/>
                    <a:pt x="7207" y="16877"/>
                    <a:pt x="7150" y="13488"/>
                  </a:cubicBezTo>
                  <a:cubicBezTo>
                    <a:pt x="7150" y="11644"/>
                    <a:pt x="7093" y="7411"/>
                    <a:pt x="9538" y="6811"/>
                  </a:cubicBezTo>
                  <a:cubicBezTo>
                    <a:pt x="9630" y="6789"/>
                    <a:pt x="9719" y="6779"/>
                    <a:pt x="9805" y="6779"/>
                  </a:cubicBezTo>
                  <a:cubicBezTo>
                    <a:pt x="12821" y="6779"/>
                    <a:pt x="11979" y="19616"/>
                    <a:pt x="11854" y="21410"/>
                  </a:cubicBezTo>
                  <a:cubicBezTo>
                    <a:pt x="11682" y="23197"/>
                    <a:pt x="13527" y="24742"/>
                    <a:pt x="15200" y="24742"/>
                  </a:cubicBezTo>
                  <a:cubicBezTo>
                    <a:pt x="17159" y="24742"/>
                    <a:pt x="18474" y="23197"/>
                    <a:pt x="18589" y="21410"/>
                  </a:cubicBezTo>
                  <a:cubicBezTo>
                    <a:pt x="19111" y="14884"/>
                    <a:pt x="19673" y="0"/>
                    <a:pt x="102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7"/>
            <p:cNvSpPr/>
            <p:nvPr/>
          </p:nvSpPr>
          <p:spPr>
            <a:xfrm rot="4278703" flipH="1">
              <a:off x="7351527" y="-1355685"/>
              <a:ext cx="1301218" cy="1844786"/>
            </a:xfrm>
            <a:custGeom>
              <a:avLst/>
              <a:gdLst/>
              <a:ahLst/>
              <a:cxnLst/>
              <a:rect l="l" t="t" r="r" b="b"/>
              <a:pathLst>
                <a:path w="32202" h="45654" extrusionOk="0">
                  <a:moveTo>
                    <a:pt x="22078" y="34625"/>
                  </a:moveTo>
                  <a:lnTo>
                    <a:pt x="22078" y="34625"/>
                  </a:lnTo>
                  <a:cubicBezTo>
                    <a:pt x="23679" y="35040"/>
                    <a:pt x="25167" y="35755"/>
                    <a:pt x="25881" y="37070"/>
                  </a:cubicBezTo>
                  <a:cubicBezTo>
                    <a:pt x="26399" y="38037"/>
                    <a:pt x="26424" y="39757"/>
                    <a:pt x="25189" y="39757"/>
                  </a:cubicBezTo>
                  <a:cubicBezTo>
                    <a:pt x="25127" y="39757"/>
                    <a:pt x="25063" y="39753"/>
                    <a:pt x="24995" y="39744"/>
                  </a:cubicBezTo>
                  <a:cubicBezTo>
                    <a:pt x="23622" y="39630"/>
                    <a:pt x="22907" y="37242"/>
                    <a:pt x="22550" y="36169"/>
                  </a:cubicBezTo>
                  <a:cubicBezTo>
                    <a:pt x="22364" y="35640"/>
                    <a:pt x="22192" y="35168"/>
                    <a:pt x="22078" y="34625"/>
                  </a:cubicBezTo>
                  <a:close/>
                  <a:moveTo>
                    <a:pt x="28344" y="0"/>
                  </a:moveTo>
                  <a:cubicBezTo>
                    <a:pt x="27800" y="0"/>
                    <a:pt x="27234" y="214"/>
                    <a:pt x="26725" y="722"/>
                  </a:cubicBezTo>
                  <a:cubicBezTo>
                    <a:pt x="25410" y="2038"/>
                    <a:pt x="24280" y="3411"/>
                    <a:pt x="23208" y="4898"/>
                  </a:cubicBezTo>
                  <a:cubicBezTo>
                    <a:pt x="19390" y="10203"/>
                    <a:pt x="17002" y="16451"/>
                    <a:pt x="16358" y="23014"/>
                  </a:cubicBezTo>
                  <a:cubicBezTo>
                    <a:pt x="16173" y="23958"/>
                    <a:pt x="16058" y="24973"/>
                    <a:pt x="15929" y="25931"/>
                  </a:cubicBezTo>
                  <a:cubicBezTo>
                    <a:pt x="15815" y="27004"/>
                    <a:pt x="15758" y="28191"/>
                    <a:pt x="15701" y="29506"/>
                  </a:cubicBezTo>
                  <a:cubicBezTo>
                    <a:pt x="9381" y="30693"/>
                    <a:pt x="3604" y="36055"/>
                    <a:pt x="801" y="41360"/>
                  </a:cubicBezTo>
                  <a:cubicBezTo>
                    <a:pt x="0" y="42823"/>
                    <a:pt x="1297" y="44525"/>
                    <a:pt x="2695" y="44525"/>
                  </a:cubicBezTo>
                  <a:cubicBezTo>
                    <a:pt x="3170" y="44525"/>
                    <a:pt x="3656" y="44329"/>
                    <a:pt x="4076" y="43862"/>
                  </a:cubicBezTo>
                  <a:cubicBezTo>
                    <a:pt x="7178" y="40345"/>
                    <a:pt x="10696" y="36412"/>
                    <a:pt x="15043" y="34453"/>
                  </a:cubicBezTo>
                  <a:cubicBezTo>
                    <a:pt x="15286" y="34382"/>
                    <a:pt x="15515" y="34382"/>
                    <a:pt x="15758" y="34325"/>
                  </a:cubicBezTo>
                  <a:cubicBezTo>
                    <a:pt x="16223" y="40086"/>
                    <a:pt x="18367" y="45653"/>
                    <a:pt x="24993" y="45653"/>
                  </a:cubicBezTo>
                  <a:cubicBezTo>
                    <a:pt x="25092" y="45653"/>
                    <a:pt x="25193" y="45652"/>
                    <a:pt x="25295" y="45650"/>
                  </a:cubicBezTo>
                  <a:cubicBezTo>
                    <a:pt x="28927" y="45535"/>
                    <a:pt x="31658" y="42604"/>
                    <a:pt x="31901" y="39029"/>
                  </a:cubicBezTo>
                  <a:cubicBezTo>
                    <a:pt x="32202" y="34925"/>
                    <a:pt x="29285" y="31594"/>
                    <a:pt x="25653" y="30035"/>
                  </a:cubicBezTo>
                  <a:cubicBezTo>
                    <a:pt x="24094" y="29449"/>
                    <a:pt x="22550" y="29091"/>
                    <a:pt x="21063" y="29020"/>
                  </a:cubicBezTo>
                  <a:cubicBezTo>
                    <a:pt x="20348" y="19912"/>
                    <a:pt x="23737" y="10617"/>
                    <a:pt x="30114" y="4068"/>
                  </a:cubicBezTo>
                  <a:cubicBezTo>
                    <a:pt x="31719" y="2364"/>
                    <a:pt x="30154" y="0"/>
                    <a:pt x="283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3" name="Google Shape;363;p27"/>
          <p:cNvSpPr/>
          <p:nvPr/>
        </p:nvSpPr>
        <p:spPr>
          <a:xfrm rot="3228475">
            <a:off x="2203128" y="4755135"/>
            <a:ext cx="931122" cy="521862"/>
          </a:xfrm>
          <a:custGeom>
            <a:avLst/>
            <a:gdLst/>
            <a:ahLst/>
            <a:cxnLst/>
            <a:rect l="l" t="t" r="r" b="b"/>
            <a:pathLst>
              <a:path w="24725" h="13698" extrusionOk="0">
                <a:moveTo>
                  <a:pt x="19194" y="0"/>
                </a:moveTo>
                <a:cubicBezTo>
                  <a:pt x="18979" y="0"/>
                  <a:pt x="18763" y="20"/>
                  <a:pt x="18547" y="61"/>
                </a:cubicBezTo>
                <a:cubicBezTo>
                  <a:pt x="15516" y="604"/>
                  <a:pt x="13071" y="2263"/>
                  <a:pt x="10382" y="3750"/>
                </a:cubicBezTo>
                <a:cubicBezTo>
                  <a:pt x="7651" y="5309"/>
                  <a:pt x="4734" y="6739"/>
                  <a:pt x="2160" y="8583"/>
                </a:cubicBezTo>
                <a:cubicBezTo>
                  <a:pt x="1" y="10158"/>
                  <a:pt x="883" y="13697"/>
                  <a:pt x="3484" y="13697"/>
                </a:cubicBezTo>
                <a:cubicBezTo>
                  <a:pt x="3741" y="13697"/>
                  <a:pt x="4016" y="13663"/>
                  <a:pt x="4305" y="13588"/>
                </a:cubicBezTo>
                <a:cubicBezTo>
                  <a:pt x="7594" y="12758"/>
                  <a:pt x="10683" y="11329"/>
                  <a:pt x="13843" y="10127"/>
                </a:cubicBezTo>
                <a:cubicBezTo>
                  <a:pt x="16817" y="8941"/>
                  <a:pt x="19505" y="7983"/>
                  <a:pt x="22007" y="5895"/>
                </a:cubicBezTo>
                <a:cubicBezTo>
                  <a:pt x="24725" y="3630"/>
                  <a:pt x="22118" y="0"/>
                  <a:pt x="1919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27"/>
          <p:cNvSpPr/>
          <p:nvPr/>
        </p:nvSpPr>
        <p:spPr>
          <a:xfrm rot="-1691797">
            <a:off x="8619193" y="1516337"/>
            <a:ext cx="685674" cy="1707319"/>
          </a:xfrm>
          <a:custGeom>
            <a:avLst/>
            <a:gdLst/>
            <a:ahLst/>
            <a:cxnLst/>
            <a:rect l="l" t="t" r="r" b="b"/>
            <a:pathLst>
              <a:path w="18776" h="46762" extrusionOk="0">
                <a:moveTo>
                  <a:pt x="6789" y="1"/>
                </a:moveTo>
                <a:cubicBezTo>
                  <a:pt x="3426" y="1"/>
                  <a:pt x="2347" y="5490"/>
                  <a:pt x="6078" y="6724"/>
                </a:cubicBezTo>
                <a:cubicBezTo>
                  <a:pt x="7565" y="7211"/>
                  <a:pt x="7150" y="8640"/>
                  <a:pt x="6135" y="9355"/>
                </a:cubicBezTo>
                <a:cubicBezTo>
                  <a:pt x="4176" y="10657"/>
                  <a:pt x="2260" y="11500"/>
                  <a:pt x="1259" y="13702"/>
                </a:cubicBezTo>
                <a:cubicBezTo>
                  <a:pt x="1" y="16319"/>
                  <a:pt x="716" y="19422"/>
                  <a:pt x="2389" y="21681"/>
                </a:cubicBezTo>
                <a:cubicBezTo>
                  <a:pt x="4047" y="23826"/>
                  <a:pt x="6435" y="24841"/>
                  <a:pt x="8408" y="26629"/>
                </a:cubicBezTo>
                <a:cubicBezTo>
                  <a:pt x="9896" y="28058"/>
                  <a:pt x="9409" y="28959"/>
                  <a:pt x="8337" y="30561"/>
                </a:cubicBezTo>
                <a:cubicBezTo>
                  <a:pt x="7036" y="32648"/>
                  <a:pt x="5720" y="34793"/>
                  <a:pt x="5720" y="37353"/>
                </a:cubicBezTo>
                <a:cubicBezTo>
                  <a:pt x="5771" y="41864"/>
                  <a:pt x="10603" y="46761"/>
                  <a:pt x="15328" y="46761"/>
                </a:cubicBezTo>
                <a:cubicBezTo>
                  <a:pt x="15905" y="46761"/>
                  <a:pt x="16480" y="46688"/>
                  <a:pt x="17045" y="46533"/>
                </a:cubicBezTo>
                <a:cubicBezTo>
                  <a:pt x="18232" y="46175"/>
                  <a:pt x="18775" y="44802"/>
                  <a:pt x="18175" y="43673"/>
                </a:cubicBezTo>
                <a:cubicBezTo>
                  <a:pt x="16916" y="41399"/>
                  <a:pt x="13885" y="40813"/>
                  <a:pt x="12698" y="38425"/>
                </a:cubicBezTo>
                <a:cubicBezTo>
                  <a:pt x="11854" y="36695"/>
                  <a:pt x="13227" y="35322"/>
                  <a:pt x="14185" y="33964"/>
                </a:cubicBezTo>
                <a:cubicBezTo>
                  <a:pt x="15615" y="31748"/>
                  <a:pt x="16559" y="29317"/>
                  <a:pt x="16030" y="26686"/>
                </a:cubicBezTo>
                <a:cubicBezTo>
                  <a:pt x="15429" y="24012"/>
                  <a:pt x="13470" y="21981"/>
                  <a:pt x="11325" y="20437"/>
                </a:cubicBezTo>
                <a:cubicBezTo>
                  <a:pt x="10425" y="19779"/>
                  <a:pt x="6850" y="17749"/>
                  <a:pt x="7265" y="16619"/>
                </a:cubicBezTo>
                <a:cubicBezTo>
                  <a:pt x="7450" y="16090"/>
                  <a:pt x="8580" y="15733"/>
                  <a:pt x="9052" y="15432"/>
                </a:cubicBezTo>
                <a:cubicBezTo>
                  <a:pt x="10196" y="14775"/>
                  <a:pt x="11197" y="14060"/>
                  <a:pt x="12040" y="13045"/>
                </a:cubicBezTo>
                <a:cubicBezTo>
                  <a:pt x="15729" y="8397"/>
                  <a:pt x="13284" y="1963"/>
                  <a:pt x="7865" y="176"/>
                </a:cubicBezTo>
                <a:cubicBezTo>
                  <a:pt x="7485" y="56"/>
                  <a:pt x="7126" y="1"/>
                  <a:pt x="678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" name="Google Shape;366;p28"/>
          <p:cNvGrpSpPr/>
          <p:nvPr/>
        </p:nvGrpSpPr>
        <p:grpSpPr>
          <a:xfrm rot="10800000">
            <a:off x="-505949" y="2746707"/>
            <a:ext cx="3067910" cy="3392517"/>
            <a:chOff x="6725926" y="-1002468"/>
            <a:chExt cx="3067910" cy="3392517"/>
          </a:xfrm>
        </p:grpSpPr>
        <p:sp>
          <p:nvSpPr>
            <p:cNvPr id="367" name="Google Shape;367;p28"/>
            <p:cNvSpPr/>
            <p:nvPr/>
          </p:nvSpPr>
          <p:spPr>
            <a:xfrm rot="-9544000">
              <a:off x="7929233" y="-415754"/>
              <a:ext cx="1677589" cy="1356790"/>
            </a:xfrm>
            <a:custGeom>
              <a:avLst/>
              <a:gdLst/>
              <a:ahLst/>
              <a:cxnLst/>
              <a:rect l="l" t="t" r="r" b="b"/>
              <a:pathLst>
                <a:path w="48278" h="39046" extrusionOk="0">
                  <a:moveTo>
                    <a:pt x="23318" y="1"/>
                  </a:moveTo>
                  <a:cubicBezTo>
                    <a:pt x="21882" y="1"/>
                    <a:pt x="20421" y="953"/>
                    <a:pt x="20076" y="2438"/>
                  </a:cubicBezTo>
                  <a:cubicBezTo>
                    <a:pt x="19004" y="7329"/>
                    <a:pt x="18346" y="12333"/>
                    <a:pt x="17574" y="17209"/>
                  </a:cubicBezTo>
                  <a:cubicBezTo>
                    <a:pt x="17216" y="19540"/>
                    <a:pt x="16859" y="21799"/>
                    <a:pt x="16559" y="24073"/>
                  </a:cubicBezTo>
                  <a:cubicBezTo>
                    <a:pt x="16201" y="22814"/>
                    <a:pt x="15787" y="21570"/>
                    <a:pt x="15429" y="20312"/>
                  </a:cubicBezTo>
                  <a:cubicBezTo>
                    <a:pt x="14228" y="16208"/>
                    <a:pt x="13456" y="11976"/>
                    <a:pt x="12212" y="7915"/>
                  </a:cubicBezTo>
                  <a:cubicBezTo>
                    <a:pt x="11720" y="6518"/>
                    <a:pt x="10456" y="5507"/>
                    <a:pt x="9034" y="5507"/>
                  </a:cubicBezTo>
                  <a:cubicBezTo>
                    <a:pt x="8884" y="5507"/>
                    <a:pt x="8732" y="5518"/>
                    <a:pt x="8580" y="5541"/>
                  </a:cubicBezTo>
                  <a:cubicBezTo>
                    <a:pt x="7078" y="5770"/>
                    <a:pt x="5477" y="7143"/>
                    <a:pt x="5720" y="8816"/>
                  </a:cubicBezTo>
                  <a:cubicBezTo>
                    <a:pt x="6249" y="13277"/>
                    <a:pt x="7679" y="17752"/>
                    <a:pt x="9166" y="21985"/>
                  </a:cubicBezTo>
                  <a:cubicBezTo>
                    <a:pt x="9938" y="24001"/>
                    <a:pt x="10653" y="26032"/>
                    <a:pt x="11554" y="28062"/>
                  </a:cubicBezTo>
                  <a:cubicBezTo>
                    <a:pt x="11668" y="28291"/>
                    <a:pt x="11726" y="28534"/>
                    <a:pt x="11854" y="28777"/>
                  </a:cubicBezTo>
                  <a:cubicBezTo>
                    <a:pt x="11082" y="28119"/>
                    <a:pt x="10367" y="27404"/>
                    <a:pt x="9709" y="26575"/>
                  </a:cubicBezTo>
                  <a:cubicBezTo>
                    <a:pt x="7322" y="23472"/>
                    <a:pt x="6078" y="19711"/>
                    <a:pt x="3447" y="16794"/>
                  </a:cubicBezTo>
                  <a:cubicBezTo>
                    <a:pt x="3114" y="16408"/>
                    <a:pt x="2717" y="16245"/>
                    <a:pt x="2326" y="16245"/>
                  </a:cubicBezTo>
                  <a:cubicBezTo>
                    <a:pt x="1456" y="16245"/>
                    <a:pt x="608" y="17049"/>
                    <a:pt x="530" y="17996"/>
                  </a:cubicBezTo>
                  <a:cubicBezTo>
                    <a:pt x="0" y="22700"/>
                    <a:pt x="2260" y="27519"/>
                    <a:pt x="5119" y="31222"/>
                  </a:cubicBezTo>
                  <a:cubicBezTo>
                    <a:pt x="8337" y="35326"/>
                    <a:pt x="12984" y="37714"/>
                    <a:pt x="18103" y="38600"/>
                  </a:cubicBezTo>
                  <a:cubicBezTo>
                    <a:pt x="19905" y="38896"/>
                    <a:pt x="21783" y="39046"/>
                    <a:pt x="23693" y="39046"/>
                  </a:cubicBezTo>
                  <a:cubicBezTo>
                    <a:pt x="31829" y="39046"/>
                    <a:pt x="40520" y="36330"/>
                    <a:pt x="46172" y="30679"/>
                  </a:cubicBezTo>
                  <a:cubicBezTo>
                    <a:pt x="48278" y="28525"/>
                    <a:pt x="46308" y="24872"/>
                    <a:pt x="43783" y="24872"/>
                  </a:cubicBezTo>
                  <a:cubicBezTo>
                    <a:pt x="43240" y="24872"/>
                    <a:pt x="42671" y="25041"/>
                    <a:pt x="42111" y="25431"/>
                  </a:cubicBezTo>
                  <a:cubicBezTo>
                    <a:pt x="38722" y="27819"/>
                    <a:pt x="35619" y="29964"/>
                    <a:pt x="31573" y="31151"/>
                  </a:cubicBezTo>
                  <a:cubicBezTo>
                    <a:pt x="30314" y="31579"/>
                    <a:pt x="29013" y="31865"/>
                    <a:pt x="27698" y="32051"/>
                  </a:cubicBezTo>
                  <a:cubicBezTo>
                    <a:pt x="28884" y="30679"/>
                    <a:pt x="30085" y="29363"/>
                    <a:pt x="31272" y="27933"/>
                  </a:cubicBezTo>
                  <a:cubicBezTo>
                    <a:pt x="34318" y="24430"/>
                    <a:pt x="37235" y="20784"/>
                    <a:pt x="40095" y="17095"/>
                  </a:cubicBezTo>
                  <a:cubicBezTo>
                    <a:pt x="41167" y="15608"/>
                    <a:pt x="40266" y="13277"/>
                    <a:pt x="38836" y="12448"/>
                  </a:cubicBezTo>
                  <a:cubicBezTo>
                    <a:pt x="38295" y="12130"/>
                    <a:pt x="37748" y="11987"/>
                    <a:pt x="37219" y="11987"/>
                  </a:cubicBezTo>
                  <a:cubicBezTo>
                    <a:pt x="36057" y="11987"/>
                    <a:pt x="34983" y="12674"/>
                    <a:pt x="34246" y="13706"/>
                  </a:cubicBezTo>
                  <a:cubicBezTo>
                    <a:pt x="31630" y="17152"/>
                    <a:pt x="29013" y="20612"/>
                    <a:pt x="26268" y="23944"/>
                  </a:cubicBezTo>
                  <a:cubicBezTo>
                    <a:pt x="24952" y="25617"/>
                    <a:pt x="23594" y="27290"/>
                    <a:pt x="22278" y="28948"/>
                  </a:cubicBezTo>
                  <a:lnTo>
                    <a:pt x="22164" y="29077"/>
                  </a:lnTo>
                  <a:cubicBezTo>
                    <a:pt x="22335" y="28005"/>
                    <a:pt x="22521" y="26861"/>
                    <a:pt x="22693" y="25788"/>
                  </a:cubicBezTo>
                  <a:cubicBezTo>
                    <a:pt x="23108" y="23415"/>
                    <a:pt x="23522" y="21027"/>
                    <a:pt x="23951" y="18639"/>
                  </a:cubicBezTo>
                  <a:cubicBezTo>
                    <a:pt x="24781" y="13820"/>
                    <a:pt x="25796" y="9059"/>
                    <a:pt x="26511" y="4226"/>
                  </a:cubicBezTo>
                  <a:cubicBezTo>
                    <a:pt x="26811" y="2438"/>
                    <a:pt x="26096" y="651"/>
                    <a:pt x="24180" y="122"/>
                  </a:cubicBezTo>
                  <a:cubicBezTo>
                    <a:pt x="23900" y="40"/>
                    <a:pt x="23609" y="1"/>
                    <a:pt x="233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8"/>
            <p:cNvSpPr/>
            <p:nvPr/>
          </p:nvSpPr>
          <p:spPr>
            <a:xfrm rot="-7073489">
              <a:off x="8338715" y="1050681"/>
              <a:ext cx="646697" cy="663769"/>
            </a:xfrm>
            <a:custGeom>
              <a:avLst/>
              <a:gdLst/>
              <a:ahLst/>
              <a:cxnLst/>
              <a:rect l="l" t="t" r="r" b="b"/>
              <a:pathLst>
                <a:path w="8523" h="8748" extrusionOk="0">
                  <a:moveTo>
                    <a:pt x="6861" y="0"/>
                  </a:moveTo>
                  <a:cubicBezTo>
                    <a:pt x="6190" y="0"/>
                    <a:pt x="5461" y="510"/>
                    <a:pt x="5363" y="1298"/>
                  </a:cubicBezTo>
                  <a:cubicBezTo>
                    <a:pt x="5306" y="2256"/>
                    <a:pt x="5420" y="3328"/>
                    <a:pt x="5477" y="4343"/>
                  </a:cubicBezTo>
                  <a:cubicBezTo>
                    <a:pt x="5477" y="4815"/>
                    <a:pt x="5534" y="5344"/>
                    <a:pt x="5534" y="5830"/>
                  </a:cubicBezTo>
                  <a:lnTo>
                    <a:pt x="3876" y="5830"/>
                  </a:lnTo>
                  <a:cubicBezTo>
                    <a:pt x="3262" y="5830"/>
                    <a:pt x="2627" y="5762"/>
                    <a:pt x="1997" y="5762"/>
                  </a:cubicBezTo>
                  <a:cubicBezTo>
                    <a:pt x="1584" y="5762"/>
                    <a:pt x="1174" y="5791"/>
                    <a:pt x="773" y="5888"/>
                  </a:cubicBezTo>
                  <a:cubicBezTo>
                    <a:pt x="472" y="6002"/>
                    <a:pt x="115" y="6302"/>
                    <a:pt x="58" y="6602"/>
                  </a:cubicBezTo>
                  <a:lnTo>
                    <a:pt x="58" y="6846"/>
                  </a:lnTo>
                  <a:lnTo>
                    <a:pt x="58" y="6903"/>
                  </a:lnTo>
                  <a:cubicBezTo>
                    <a:pt x="1" y="7203"/>
                    <a:pt x="301" y="7560"/>
                    <a:pt x="530" y="7732"/>
                  </a:cubicBezTo>
                  <a:cubicBezTo>
                    <a:pt x="1488" y="8275"/>
                    <a:pt x="2617" y="8390"/>
                    <a:pt x="3690" y="8561"/>
                  </a:cubicBezTo>
                  <a:cubicBezTo>
                    <a:pt x="4819" y="8747"/>
                    <a:pt x="5963" y="8747"/>
                    <a:pt x="7093" y="8747"/>
                  </a:cubicBezTo>
                  <a:cubicBezTo>
                    <a:pt x="7808" y="8747"/>
                    <a:pt x="8523" y="8090"/>
                    <a:pt x="8466" y="7317"/>
                  </a:cubicBezTo>
                  <a:cubicBezTo>
                    <a:pt x="8394" y="6245"/>
                    <a:pt x="8337" y="5173"/>
                    <a:pt x="8280" y="4157"/>
                  </a:cubicBezTo>
                  <a:cubicBezTo>
                    <a:pt x="8165" y="3085"/>
                    <a:pt x="8165" y="1955"/>
                    <a:pt x="7979" y="940"/>
                  </a:cubicBezTo>
                  <a:cubicBezTo>
                    <a:pt x="7827" y="282"/>
                    <a:pt x="7360" y="0"/>
                    <a:pt x="68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8"/>
            <p:cNvSpPr/>
            <p:nvPr/>
          </p:nvSpPr>
          <p:spPr>
            <a:xfrm rot="-7255573">
              <a:off x="9034842" y="1530192"/>
              <a:ext cx="496310" cy="653338"/>
            </a:xfrm>
            <a:custGeom>
              <a:avLst/>
              <a:gdLst/>
              <a:ahLst/>
              <a:cxnLst/>
              <a:rect l="l" t="t" r="r" b="b"/>
              <a:pathLst>
                <a:path w="22311" h="29370" extrusionOk="0">
                  <a:moveTo>
                    <a:pt x="19104" y="1"/>
                  </a:moveTo>
                  <a:cubicBezTo>
                    <a:pt x="18248" y="1"/>
                    <a:pt x="17441" y="421"/>
                    <a:pt x="17063" y="1416"/>
                  </a:cubicBezTo>
                  <a:cubicBezTo>
                    <a:pt x="15633" y="2488"/>
                    <a:pt x="14618" y="3975"/>
                    <a:pt x="14089" y="5706"/>
                  </a:cubicBezTo>
                  <a:cubicBezTo>
                    <a:pt x="13960" y="5877"/>
                    <a:pt x="13846" y="6120"/>
                    <a:pt x="13731" y="6306"/>
                  </a:cubicBezTo>
                  <a:cubicBezTo>
                    <a:pt x="12716" y="8380"/>
                    <a:pt x="11815" y="10467"/>
                    <a:pt x="10929" y="12555"/>
                  </a:cubicBezTo>
                  <a:cubicBezTo>
                    <a:pt x="10457" y="13742"/>
                    <a:pt x="9971" y="14886"/>
                    <a:pt x="9499" y="16072"/>
                  </a:cubicBezTo>
                  <a:cubicBezTo>
                    <a:pt x="8598" y="14585"/>
                    <a:pt x="7654" y="13213"/>
                    <a:pt x="6639" y="11783"/>
                  </a:cubicBezTo>
                  <a:cubicBezTo>
                    <a:pt x="5896" y="10707"/>
                    <a:pt x="4838" y="10235"/>
                    <a:pt x="3805" y="10235"/>
                  </a:cubicBezTo>
                  <a:cubicBezTo>
                    <a:pt x="1858" y="10235"/>
                    <a:pt x="0" y="11914"/>
                    <a:pt x="505" y="14399"/>
                  </a:cubicBezTo>
                  <a:cubicBezTo>
                    <a:pt x="1391" y="18746"/>
                    <a:pt x="2950" y="22979"/>
                    <a:pt x="5924" y="26139"/>
                  </a:cubicBezTo>
                  <a:cubicBezTo>
                    <a:pt x="5924" y="26253"/>
                    <a:pt x="5981" y="26439"/>
                    <a:pt x="6038" y="26553"/>
                  </a:cubicBezTo>
                  <a:cubicBezTo>
                    <a:pt x="6742" y="28460"/>
                    <a:pt x="8255" y="29369"/>
                    <a:pt x="9794" y="29369"/>
                  </a:cubicBezTo>
                  <a:cubicBezTo>
                    <a:pt x="11385" y="29369"/>
                    <a:pt x="13004" y="28399"/>
                    <a:pt x="13788" y="26553"/>
                  </a:cubicBezTo>
                  <a:cubicBezTo>
                    <a:pt x="13903" y="26253"/>
                    <a:pt x="14031" y="25967"/>
                    <a:pt x="14146" y="25667"/>
                  </a:cubicBezTo>
                  <a:cubicBezTo>
                    <a:pt x="15576" y="23393"/>
                    <a:pt x="16820" y="20891"/>
                    <a:pt x="17835" y="18332"/>
                  </a:cubicBezTo>
                  <a:cubicBezTo>
                    <a:pt x="20109" y="13384"/>
                    <a:pt x="21538" y="8094"/>
                    <a:pt x="22182" y="2488"/>
                  </a:cubicBezTo>
                  <a:cubicBezTo>
                    <a:pt x="22311" y="1173"/>
                    <a:pt x="21295" y="401"/>
                    <a:pt x="20223" y="229"/>
                  </a:cubicBezTo>
                  <a:cubicBezTo>
                    <a:pt x="19862" y="81"/>
                    <a:pt x="19478" y="1"/>
                    <a:pt x="191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8"/>
            <p:cNvSpPr/>
            <p:nvPr/>
          </p:nvSpPr>
          <p:spPr>
            <a:xfrm rot="8663827">
              <a:off x="7158861" y="-962487"/>
              <a:ext cx="685679" cy="1707345"/>
            </a:xfrm>
            <a:custGeom>
              <a:avLst/>
              <a:gdLst/>
              <a:ahLst/>
              <a:cxnLst/>
              <a:rect l="l" t="t" r="r" b="b"/>
              <a:pathLst>
                <a:path w="18776" h="46762" extrusionOk="0">
                  <a:moveTo>
                    <a:pt x="6789" y="1"/>
                  </a:moveTo>
                  <a:cubicBezTo>
                    <a:pt x="3426" y="1"/>
                    <a:pt x="2347" y="5490"/>
                    <a:pt x="6078" y="6724"/>
                  </a:cubicBezTo>
                  <a:cubicBezTo>
                    <a:pt x="7565" y="7211"/>
                    <a:pt x="7150" y="8640"/>
                    <a:pt x="6135" y="9355"/>
                  </a:cubicBezTo>
                  <a:cubicBezTo>
                    <a:pt x="4176" y="10657"/>
                    <a:pt x="2260" y="11500"/>
                    <a:pt x="1259" y="13702"/>
                  </a:cubicBezTo>
                  <a:cubicBezTo>
                    <a:pt x="1" y="16319"/>
                    <a:pt x="716" y="19422"/>
                    <a:pt x="2389" y="21681"/>
                  </a:cubicBezTo>
                  <a:cubicBezTo>
                    <a:pt x="4047" y="23826"/>
                    <a:pt x="6435" y="24841"/>
                    <a:pt x="8408" y="26629"/>
                  </a:cubicBezTo>
                  <a:cubicBezTo>
                    <a:pt x="9896" y="28058"/>
                    <a:pt x="9409" y="28959"/>
                    <a:pt x="8337" y="30561"/>
                  </a:cubicBezTo>
                  <a:cubicBezTo>
                    <a:pt x="7036" y="32648"/>
                    <a:pt x="5720" y="34793"/>
                    <a:pt x="5720" y="37353"/>
                  </a:cubicBezTo>
                  <a:cubicBezTo>
                    <a:pt x="5771" y="41864"/>
                    <a:pt x="10603" y="46761"/>
                    <a:pt x="15328" y="46761"/>
                  </a:cubicBezTo>
                  <a:cubicBezTo>
                    <a:pt x="15905" y="46761"/>
                    <a:pt x="16480" y="46688"/>
                    <a:pt x="17045" y="46533"/>
                  </a:cubicBezTo>
                  <a:cubicBezTo>
                    <a:pt x="18232" y="46175"/>
                    <a:pt x="18775" y="44802"/>
                    <a:pt x="18175" y="43673"/>
                  </a:cubicBezTo>
                  <a:cubicBezTo>
                    <a:pt x="16916" y="41399"/>
                    <a:pt x="13885" y="40813"/>
                    <a:pt x="12698" y="38425"/>
                  </a:cubicBezTo>
                  <a:cubicBezTo>
                    <a:pt x="11854" y="36695"/>
                    <a:pt x="13227" y="35322"/>
                    <a:pt x="14185" y="33964"/>
                  </a:cubicBezTo>
                  <a:cubicBezTo>
                    <a:pt x="15615" y="31748"/>
                    <a:pt x="16559" y="29317"/>
                    <a:pt x="16030" y="26686"/>
                  </a:cubicBezTo>
                  <a:cubicBezTo>
                    <a:pt x="15429" y="24012"/>
                    <a:pt x="13470" y="21981"/>
                    <a:pt x="11325" y="20437"/>
                  </a:cubicBezTo>
                  <a:cubicBezTo>
                    <a:pt x="10425" y="19779"/>
                    <a:pt x="6850" y="17749"/>
                    <a:pt x="7265" y="16619"/>
                  </a:cubicBezTo>
                  <a:cubicBezTo>
                    <a:pt x="7450" y="16090"/>
                    <a:pt x="8580" y="15733"/>
                    <a:pt x="9052" y="15432"/>
                  </a:cubicBezTo>
                  <a:cubicBezTo>
                    <a:pt x="10196" y="14775"/>
                    <a:pt x="11197" y="14060"/>
                    <a:pt x="12040" y="13045"/>
                  </a:cubicBezTo>
                  <a:cubicBezTo>
                    <a:pt x="15729" y="8397"/>
                    <a:pt x="13284" y="1963"/>
                    <a:pt x="7865" y="176"/>
                  </a:cubicBezTo>
                  <a:cubicBezTo>
                    <a:pt x="7485" y="56"/>
                    <a:pt x="7126" y="1"/>
                    <a:pt x="67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8"/>
            <p:cNvSpPr/>
            <p:nvPr/>
          </p:nvSpPr>
          <p:spPr>
            <a:xfrm rot="-881599">
              <a:off x="8572322" y="1579438"/>
              <a:ext cx="606077" cy="745945"/>
            </a:xfrm>
            <a:custGeom>
              <a:avLst/>
              <a:gdLst/>
              <a:ahLst/>
              <a:cxnLst/>
              <a:rect l="l" t="t" r="r" b="b"/>
              <a:pathLst>
                <a:path w="12003" h="14773" extrusionOk="0">
                  <a:moveTo>
                    <a:pt x="2808" y="1"/>
                  </a:moveTo>
                  <a:cubicBezTo>
                    <a:pt x="2045" y="1"/>
                    <a:pt x="1284" y="485"/>
                    <a:pt x="1016" y="1297"/>
                  </a:cubicBezTo>
                  <a:cubicBezTo>
                    <a:pt x="1" y="4271"/>
                    <a:pt x="358" y="7617"/>
                    <a:pt x="2146" y="10234"/>
                  </a:cubicBezTo>
                  <a:cubicBezTo>
                    <a:pt x="3089" y="11907"/>
                    <a:pt x="4519" y="13265"/>
                    <a:pt x="6435" y="14051"/>
                  </a:cubicBezTo>
                  <a:cubicBezTo>
                    <a:pt x="7451" y="14466"/>
                    <a:pt x="8523" y="14695"/>
                    <a:pt x="9524" y="14766"/>
                  </a:cubicBezTo>
                  <a:cubicBezTo>
                    <a:pt x="9575" y="14770"/>
                    <a:pt x="9625" y="14772"/>
                    <a:pt x="9674" y="14772"/>
                  </a:cubicBezTo>
                  <a:cubicBezTo>
                    <a:pt x="11091" y="14772"/>
                    <a:pt x="12002" y="13221"/>
                    <a:pt x="11311" y="11964"/>
                  </a:cubicBezTo>
                  <a:lnTo>
                    <a:pt x="11254" y="11964"/>
                  </a:lnTo>
                  <a:cubicBezTo>
                    <a:pt x="10954" y="11420"/>
                    <a:pt x="10425" y="11063"/>
                    <a:pt x="9824" y="11006"/>
                  </a:cubicBezTo>
                  <a:cubicBezTo>
                    <a:pt x="9653" y="11006"/>
                    <a:pt x="9524" y="11006"/>
                    <a:pt x="9410" y="10949"/>
                  </a:cubicBezTo>
                  <a:lnTo>
                    <a:pt x="9167" y="10949"/>
                  </a:lnTo>
                  <a:cubicBezTo>
                    <a:pt x="7737" y="10534"/>
                    <a:pt x="6493" y="9819"/>
                    <a:pt x="5592" y="8747"/>
                  </a:cubicBezTo>
                  <a:cubicBezTo>
                    <a:pt x="5477" y="8689"/>
                    <a:pt x="5420" y="8561"/>
                    <a:pt x="5363" y="8446"/>
                  </a:cubicBezTo>
                  <a:cubicBezTo>
                    <a:pt x="5234" y="8260"/>
                    <a:pt x="5120" y="8032"/>
                    <a:pt x="5063" y="7789"/>
                  </a:cubicBezTo>
                  <a:cubicBezTo>
                    <a:pt x="4405" y="6058"/>
                    <a:pt x="4462" y="4271"/>
                    <a:pt x="4877" y="2484"/>
                  </a:cubicBezTo>
                  <a:cubicBezTo>
                    <a:pt x="5006" y="1769"/>
                    <a:pt x="4762" y="1111"/>
                    <a:pt x="4233" y="639"/>
                  </a:cubicBezTo>
                  <a:cubicBezTo>
                    <a:pt x="4162" y="582"/>
                    <a:pt x="4105" y="525"/>
                    <a:pt x="3990" y="467"/>
                  </a:cubicBezTo>
                  <a:cubicBezTo>
                    <a:pt x="3650" y="148"/>
                    <a:pt x="3229" y="1"/>
                    <a:pt x="28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2" name="Google Shape;372;p28"/>
          <p:cNvGrpSpPr/>
          <p:nvPr/>
        </p:nvGrpSpPr>
        <p:grpSpPr>
          <a:xfrm rot="10800000">
            <a:off x="6774389" y="-855642"/>
            <a:ext cx="3436926" cy="2790267"/>
            <a:chOff x="-1207361" y="3075271"/>
            <a:chExt cx="3436926" cy="2790267"/>
          </a:xfrm>
        </p:grpSpPr>
        <p:sp>
          <p:nvSpPr>
            <p:cNvPr id="373" name="Google Shape;373;p28"/>
            <p:cNvSpPr/>
            <p:nvPr/>
          </p:nvSpPr>
          <p:spPr>
            <a:xfrm rot="1211703">
              <a:off x="25820" y="4395815"/>
              <a:ext cx="1715918" cy="1210757"/>
            </a:xfrm>
            <a:custGeom>
              <a:avLst/>
              <a:gdLst/>
              <a:ahLst/>
              <a:cxnLst/>
              <a:rect l="l" t="t" r="r" b="b"/>
              <a:pathLst>
                <a:path w="78615" h="55471" extrusionOk="0">
                  <a:moveTo>
                    <a:pt x="28010" y="0"/>
                  </a:moveTo>
                  <a:cubicBezTo>
                    <a:pt x="27289" y="0"/>
                    <a:pt x="26561" y="182"/>
                    <a:pt x="25892" y="575"/>
                  </a:cubicBezTo>
                  <a:cubicBezTo>
                    <a:pt x="21359" y="3320"/>
                    <a:pt x="17069" y="6423"/>
                    <a:pt x="12665" y="9397"/>
                  </a:cubicBezTo>
                  <a:cubicBezTo>
                    <a:pt x="8547" y="12143"/>
                    <a:pt x="4200" y="14702"/>
                    <a:pt x="1040" y="18577"/>
                  </a:cubicBezTo>
                  <a:cubicBezTo>
                    <a:pt x="0" y="19894"/>
                    <a:pt x="827" y="21708"/>
                    <a:pt x="2405" y="21708"/>
                  </a:cubicBezTo>
                  <a:cubicBezTo>
                    <a:pt x="2540" y="21708"/>
                    <a:pt x="2682" y="21694"/>
                    <a:pt x="2828" y="21666"/>
                  </a:cubicBezTo>
                  <a:cubicBezTo>
                    <a:pt x="7718" y="20722"/>
                    <a:pt x="12008" y="18034"/>
                    <a:pt x="16354" y="15718"/>
                  </a:cubicBezTo>
                  <a:cubicBezTo>
                    <a:pt x="19364" y="14097"/>
                    <a:pt x="22445" y="12549"/>
                    <a:pt x="25458" y="10917"/>
                  </a:cubicBezTo>
                  <a:lnTo>
                    <a:pt x="25458" y="10917"/>
                  </a:lnTo>
                  <a:cubicBezTo>
                    <a:pt x="27706" y="18771"/>
                    <a:pt x="29975" y="26624"/>
                    <a:pt x="32198" y="34478"/>
                  </a:cubicBezTo>
                  <a:cubicBezTo>
                    <a:pt x="32709" y="36440"/>
                    <a:pt x="34469" y="37635"/>
                    <a:pt x="36324" y="37635"/>
                  </a:cubicBezTo>
                  <a:cubicBezTo>
                    <a:pt x="37065" y="37635"/>
                    <a:pt x="37820" y="37445"/>
                    <a:pt x="38518" y="37037"/>
                  </a:cubicBezTo>
                  <a:cubicBezTo>
                    <a:pt x="42207" y="34964"/>
                    <a:pt x="45968" y="32819"/>
                    <a:pt x="49714" y="30731"/>
                  </a:cubicBezTo>
                  <a:cubicBezTo>
                    <a:pt x="51330" y="29773"/>
                    <a:pt x="53532" y="27986"/>
                    <a:pt x="55319" y="27571"/>
                  </a:cubicBezTo>
                  <a:cubicBezTo>
                    <a:pt x="55870" y="27444"/>
                    <a:pt x="56186" y="27369"/>
                    <a:pt x="56408" y="27369"/>
                  </a:cubicBezTo>
                  <a:cubicBezTo>
                    <a:pt x="56809" y="27369"/>
                    <a:pt x="56905" y="27613"/>
                    <a:pt x="57521" y="28229"/>
                  </a:cubicBezTo>
                  <a:cubicBezTo>
                    <a:pt x="58293" y="29001"/>
                    <a:pt x="58708" y="30431"/>
                    <a:pt x="59194" y="31389"/>
                  </a:cubicBezTo>
                  <a:cubicBezTo>
                    <a:pt x="61096" y="35193"/>
                    <a:pt x="63069" y="39068"/>
                    <a:pt x="65028" y="42885"/>
                  </a:cubicBezTo>
                  <a:cubicBezTo>
                    <a:pt x="66930" y="46689"/>
                    <a:pt x="68488" y="51165"/>
                    <a:pt x="71520" y="54267"/>
                  </a:cubicBezTo>
                  <a:cubicBezTo>
                    <a:pt x="72352" y="55111"/>
                    <a:pt x="73284" y="55471"/>
                    <a:pt x="74183" y="55471"/>
                  </a:cubicBezTo>
                  <a:cubicBezTo>
                    <a:pt x="76513" y="55471"/>
                    <a:pt x="78615" y="53055"/>
                    <a:pt x="78140" y="50392"/>
                  </a:cubicBezTo>
                  <a:cubicBezTo>
                    <a:pt x="77239" y="45088"/>
                    <a:pt x="73250" y="39668"/>
                    <a:pt x="70805" y="34835"/>
                  </a:cubicBezTo>
                  <a:cubicBezTo>
                    <a:pt x="68431" y="30245"/>
                    <a:pt x="66458" y="24297"/>
                    <a:pt x="62712" y="20594"/>
                  </a:cubicBezTo>
                  <a:cubicBezTo>
                    <a:pt x="60979" y="18920"/>
                    <a:pt x="59070" y="18258"/>
                    <a:pt x="57108" y="18258"/>
                  </a:cubicBezTo>
                  <a:cubicBezTo>
                    <a:pt x="54812" y="18258"/>
                    <a:pt x="52444" y="19165"/>
                    <a:pt x="50200" y="20422"/>
                  </a:cubicBezTo>
                  <a:cubicBezTo>
                    <a:pt x="46442" y="22547"/>
                    <a:pt x="42712" y="24706"/>
                    <a:pt x="38970" y="26877"/>
                  </a:cubicBezTo>
                  <a:lnTo>
                    <a:pt x="38970" y="26877"/>
                  </a:lnTo>
                  <a:cubicBezTo>
                    <a:pt x="36753" y="18990"/>
                    <a:pt x="34554" y="11079"/>
                    <a:pt x="32326" y="3206"/>
                  </a:cubicBezTo>
                  <a:cubicBezTo>
                    <a:pt x="31756" y="1258"/>
                    <a:pt x="29909" y="0"/>
                    <a:pt x="280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8"/>
            <p:cNvSpPr/>
            <p:nvPr/>
          </p:nvSpPr>
          <p:spPr>
            <a:xfrm rot="-816931">
              <a:off x="-345185" y="4151292"/>
              <a:ext cx="757387" cy="1158334"/>
            </a:xfrm>
            <a:custGeom>
              <a:avLst/>
              <a:gdLst/>
              <a:ahLst/>
              <a:cxnLst/>
              <a:rect l="l" t="t" r="r" b="b"/>
              <a:pathLst>
                <a:path w="11912" h="18218" extrusionOk="0">
                  <a:moveTo>
                    <a:pt x="4357" y="1"/>
                  </a:moveTo>
                  <a:cubicBezTo>
                    <a:pt x="4022" y="1"/>
                    <a:pt x="3666" y="136"/>
                    <a:pt x="3332" y="456"/>
                  </a:cubicBezTo>
                  <a:cubicBezTo>
                    <a:pt x="1845" y="1943"/>
                    <a:pt x="716" y="3845"/>
                    <a:pt x="358" y="5875"/>
                  </a:cubicBezTo>
                  <a:cubicBezTo>
                    <a:pt x="1" y="7420"/>
                    <a:pt x="229" y="9093"/>
                    <a:pt x="1431" y="10580"/>
                  </a:cubicBezTo>
                  <a:cubicBezTo>
                    <a:pt x="1659" y="10823"/>
                    <a:pt x="1902" y="11052"/>
                    <a:pt x="2203" y="11237"/>
                  </a:cubicBezTo>
                  <a:cubicBezTo>
                    <a:pt x="3362" y="12334"/>
                    <a:pt x="4699" y="12564"/>
                    <a:pt x="6224" y="12564"/>
                  </a:cubicBezTo>
                  <a:cubicBezTo>
                    <a:pt x="6429" y="12564"/>
                    <a:pt x="6638" y="12560"/>
                    <a:pt x="6850" y="12553"/>
                  </a:cubicBezTo>
                  <a:cubicBezTo>
                    <a:pt x="7264" y="12610"/>
                    <a:pt x="7679" y="12782"/>
                    <a:pt x="7922" y="13139"/>
                  </a:cubicBezTo>
                  <a:cubicBezTo>
                    <a:pt x="7979" y="13325"/>
                    <a:pt x="8037" y="13497"/>
                    <a:pt x="8037" y="13740"/>
                  </a:cubicBezTo>
                  <a:cubicBezTo>
                    <a:pt x="8094" y="14455"/>
                    <a:pt x="7808" y="14984"/>
                    <a:pt x="7322" y="15413"/>
                  </a:cubicBezTo>
                  <a:cubicBezTo>
                    <a:pt x="6132" y="16400"/>
                    <a:pt x="7208" y="18218"/>
                    <a:pt x="8501" y="18218"/>
                  </a:cubicBezTo>
                  <a:cubicBezTo>
                    <a:pt x="8762" y="18218"/>
                    <a:pt x="9033" y="18143"/>
                    <a:pt x="9295" y="17972"/>
                  </a:cubicBezTo>
                  <a:cubicBezTo>
                    <a:pt x="10954" y="16843"/>
                    <a:pt x="11912" y="14812"/>
                    <a:pt x="11254" y="12839"/>
                  </a:cubicBezTo>
                  <a:cubicBezTo>
                    <a:pt x="11082" y="12253"/>
                    <a:pt x="10839" y="11767"/>
                    <a:pt x="10482" y="11352"/>
                  </a:cubicBezTo>
                  <a:cubicBezTo>
                    <a:pt x="10010" y="10337"/>
                    <a:pt x="8937" y="9750"/>
                    <a:pt x="7736" y="9622"/>
                  </a:cubicBezTo>
                  <a:cubicBezTo>
                    <a:pt x="7450" y="9564"/>
                    <a:pt x="7150" y="9450"/>
                    <a:pt x="6850" y="9450"/>
                  </a:cubicBezTo>
                  <a:cubicBezTo>
                    <a:pt x="5720" y="9264"/>
                    <a:pt x="4519" y="9264"/>
                    <a:pt x="3804" y="8549"/>
                  </a:cubicBezTo>
                  <a:cubicBezTo>
                    <a:pt x="3633" y="8263"/>
                    <a:pt x="3447" y="7963"/>
                    <a:pt x="3389" y="7606"/>
                  </a:cubicBezTo>
                  <a:cubicBezTo>
                    <a:pt x="3275" y="7305"/>
                    <a:pt x="3275" y="7005"/>
                    <a:pt x="3275" y="6705"/>
                  </a:cubicBezTo>
                  <a:cubicBezTo>
                    <a:pt x="3389" y="5160"/>
                    <a:pt x="4519" y="3788"/>
                    <a:pt x="5477" y="2601"/>
                  </a:cubicBezTo>
                  <a:cubicBezTo>
                    <a:pt x="6343" y="1461"/>
                    <a:pt x="5461" y="1"/>
                    <a:pt x="43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8"/>
            <p:cNvSpPr/>
            <p:nvPr/>
          </p:nvSpPr>
          <p:spPr>
            <a:xfrm>
              <a:off x="-1207361" y="3165569"/>
              <a:ext cx="1920589" cy="1044180"/>
            </a:xfrm>
            <a:custGeom>
              <a:avLst/>
              <a:gdLst/>
              <a:ahLst/>
              <a:cxnLst/>
              <a:rect l="l" t="t" r="r" b="b"/>
              <a:pathLst>
                <a:path w="86338" h="46940" extrusionOk="0">
                  <a:moveTo>
                    <a:pt x="21438" y="8862"/>
                  </a:moveTo>
                  <a:cubicBezTo>
                    <a:pt x="28773" y="8862"/>
                    <a:pt x="34921" y="16171"/>
                    <a:pt x="40509" y="20013"/>
                  </a:cubicBezTo>
                  <a:cubicBezTo>
                    <a:pt x="46002" y="23760"/>
                    <a:pt x="51630" y="25400"/>
                    <a:pt x="58007" y="25400"/>
                  </a:cubicBezTo>
                  <a:cubicBezTo>
                    <a:pt x="58834" y="25400"/>
                    <a:pt x="59674" y="25372"/>
                    <a:pt x="60528" y="25318"/>
                  </a:cubicBezTo>
                  <a:cubicBezTo>
                    <a:pt x="62537" y="25211"/>
                    <a:pt x="64815" y="24996"/>
                    <a:pt x="67096" y="24996"/>
                  </a:cubicBezTo>
                  <a:cubicBezTo>
                    <a:pt x="71180" y="24996"/>
                    <a:pt x="75276" y="25682"/>
                    <a:pt x="77872" y="28893"/>
                  </a:cubicBezTo>
                  <a:cubicBezTo>
                    <a:pt x="79717" y="31095"/>
                    <a:pt x="79474" y="33898"/>
                    <a:pt x="77815" y="36214"/>
                  </a:cubicBezTo>
                  <a:cubicBezTo>
                    <a:pt x="75613" y="39131"/>
                    <a:pt x="71967" y="40203"/>
                    <a:pt x="68463" y="40203"/>
                  </a:cubicBezTo>
                  <a:cubicBezTo>
                    <a:pt x="60242" y="40146"/>
                    <a:pt x="52792" y="35556"/>
                    <a:pt x="44684" y="34541"/>
                  </a:cubicBezTo>
                  <a:cubicBezTo>
                    <a:pt x="43279" y="34374"/>
                    <a:pt x="41862" y="34313"/>
                    <a:pt x="40439" y="34313"/>
                  </a:cubicBezTo>
                  <a:cubicBezTo>
                    <a:pt x="40321" y="34313"/>
                    <a:pt x="40203" y="34313"/>
                    <a:pt x="40086" y="34314"/>
                  </a:cubicBezTo>
                  <a:lnTo>
                    <a:pt x="40086" y="34314"/>
                  </a:lnTo>
                  <a:cubicBezTo>
                    <a:pt x="39892" y="34294"/>
                    <a:pt x="39699" y="34274"/>
                    <a:pt x="39508" y="34255"/>
                  </a:cubicBezTo>
                  <a:cubicBezTo>
                    <a:pt x="33488" y="33597"/>
                    <a:pt x="27111" y="33469"/>
                    <a:pt x="21277" y="31681"/>
                  </a:cubicBezTo>
                  <a:cubicBezTo>
                    <a:pt x="15843" y="30023"/>
                    <a:pt x="11625" y="25790"/>
                    <a:pt x="11196" y="19885"/>
                  </a:cubicBezTo>
                  <a:cubicBezTo>
                    <a:pt x="10910" y="14408"/>
                    <a:pt x="15371" y="9103"/>
                    <a:pt x="20919" y="8874"/>
                  </a:cubicBezTo>
                  <a:cubicBezTo>
                    <a:pt x="21093" y="8866"/>
                    <a:pt x="21266" y="8862"/>
                    <a:pt x="21438" y="8862"/>
                  </a:cubicBezTo>
                  <a:close/>
                  <a:moveTo>
                    <a:pt x="20535" y="0"/>
                  </a:moveTo>
                  <a:cubicBezTo>
                    <a:pt x="13755" y="0"/>
                    <a:pt x="7403" y="3704"/>
                    <a:pt x="3990" y="9761"/>
                  </a:cubicBezTo>
                  <a:cubicBezTo>
                    <a:pt x="0" y="16853"/>
                    <a:pt x="887" y="25490"/>
                    <a:pt x="5548" y="31981"/>
                  </a:cubicBezTo>
                  <a:cubicBezTo>
                    <a:pt x="10421" y="38865"/>
                    <a:pt x="18716" y="41868"/>
                    <a:pt x="26854" y="41868"/>
                  </a:cubicBezTo>
                  <a:cubicBezTo>
                    <a:pt x="27456" y="41868"/>
                    <a:pt x="28057" y="41852"/>
                    <a:pt x="28655" y="41819"/>
                  </a:cubicBezTo>
                  <a:cubicBezTo>
                    <a:pt x="31778" y="41649"/>
                    <a:pt x="34839" y="41250"/>
                    <a:pt x="37920" y="40922"/>
                  </a:cubicBezTo>
                  <a:lnTo>
                    <a:pt x="37920" y="40922"/>
                  </a:lnTo>
                  <a:cubicBezTo>
                    <a:pt x="40207" y="40952"/>
                    <a:pt x="42501" y="41059"/>
                    <a:pt x="44799" y="41404"/>
                  </a:cubicBezTo>
                  <a:cubicBezTo>
                    <a:pt x="52936" y="42545"/>
                    <a:pt x="60378" y="46939"/>
                    <a:pt x="68718" y="46939"/>
                  </a:cubicBezTo>
                  <a:cubicBezTo>
                    <a:pt x="69479" y="46939"/>
                    <a:pt x="70246" y="46903"/>
                    <a:pt x="71023" y="46824"/>
                  </a:cubicBezTo>
                  <a:cubicBezTo>
                    <a:pt x="78401" y="46109"/>
                    <a:pt x="85737" y="40690"/>
                    <a:pt x="86037" y="32754"/>
                  </a:cubicBezTo>
                  <a:cubicBezTo>
                    <a:pt x="86337" y="25375"/>
                    <a:pt x="79960" y="20542"/>
                    <a:pt x="73468" y="18641"/>
                  </a:cubicBezTo>
                  <a:cubicBezTo>
                    <a:pt x="65361" y="16195"/>
                    <a:pt x="56181" y="19055"/>
                    <a:pt x="48502" y="15009"/>
                  </a:cubicBezTo>
                  <a:cubicBezTo>
                    <a:pt x="39980" y="10590"/>
                    <a:pt x="34260" y="2497"/>
                    <a:pt x="24423" y="409"/>
                  </a:cubicBezTo>
                  <a:cubicBezTo>
                    <a:pt x="23123" y="134"/>
                    <a:pt x="21821" y="0"/>
                    <a:pt x="205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8"/>
            <p:cNvSpPr/>
            <p:nvPr/>
          </p:nvSpPr>
          <p:spPr>
            <a:xfrm>
              <a:off x="140052" y="3075271"/>
              <a:ext cx="279300" cy="279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8"/>
            <p:cNvSpPr/>
            <p:nvPr/>
          </p:nvSpPr>
          <p:spPr>
            <a:xfrm rot="3228475">
              <a:off x="1278503" y="4655847"/>
              <a:ext cx="931122" cy="521862"/>
            </a:xfrm>
            <a:custGeom>
              <a:avLst/>
              <a:gdLst/>
              <a:ahLst/>
              <a:cxnLst/>
              <a:rect l="l" t="t" r="r" b="b"/>
              <a:pathLst>
                <a:path w="24725" h="13698" extrusionOk="0">
                  <a:moveTo>
                    <a:pt x="19194" y="0"/>
                  </a:moveTo>
                  <a:cubicBezTo>
                    <a:pt x="18979" y="0"/>
                    <a:pt x="18763" y="20"/>
                    <a:pt x="18547" y="61"/>
                  </a:cubicBezTo>
                  <a:cubicBezTo>
                    <a:pt x="15516" y="604"/>
                    <a:pt x="13071" y="2263"/>
                    <a:pt x="10382" y="3750"/>
                  </a:cubicBezTo>
                  <a:cubicBezTo>
                    <a:pt x="7651" y="5309"/>
                    <a:pt x="4734" y="6739"/>
                    <a:pt x="2160" y="8583"/>
                  </a:cubicBezTo>
                  <a:cubicBezTo>
                    <a:pt x="1" y="10158"/>
                    <a:pt x="883" y="13697"/>
                    <a:pt x="3484" y="13697"/>
                  </a:cubicBezTo>
                  <a:cubicBezTo>
                    <a:pt x="3741" y="13697"/>
                    <a:pt x="4016" y="13663"/>
                    <a:pt x="4305" y="13588"/>
                  </a:cubicBezTo>
                  <a:cubicBezTo>
                    <a:pt x="7594" y="12758"/>
                    <a:pt x="10683" y="11329"/>
                    <a:pt x="13843" y="10127"/>
                  </a:cubicBezTo>
                  <a:cubicBezTo>
                    <a:pt x="16817" y="8941"/>
                    <a:pt x="19505" y="7983"/>
                    <a:pt x="22007" y="5895"/>
                  </a:cubicBezTo>
                  <a:cubicBezTo>
                    <a:pt x="24725" y="3630"/>
                    <a:pt x="22118" y="0"/>
                    <a:pt x="191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lbert Sans Black"/>
              <a:buNone/>
              <a:defRPr sz="33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6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4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3" Type="http://schemas.openxmlformats.org/officeDocument/2006/relationships/slide" Target="slide17.xml"/><Relationship Id="rId7" Type="http://schemas.openxmlformats.org/officeDocument/2006/relationships/hyperlink" Target="http://bit.ly/33VAFh3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bit.ly/30B07Gq" TargetMode="External"/><Relationship Id="rId11" Type="http://schemas.openxmlformats.org/officeDocument/2006/relationships/hyperlink" Target="https://www.videvo.net/?utm_source=slidesgo_template&amp;utm_medium=referral-link&amp;utm_campaign=sg_resources&amp;utm_content=videvo" TargetMode="External"/><Relationship Id="rId5" Type="http://schemas.openxmlformats.org/officeDocument/2006/relationships/hyperlink" Target="https://bit.ly/3A1uf1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Relationship Id="rId4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9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y1bJCTNqk5WrSA2hMZHLY9QvCjoGII4nWz-NgIElnw/copy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2"/>
          <p:cNvSpPr txBox="1">
            <a:spLocks noGrp="1"/>
          </p:cNvSpPr>
          <p:nvPr>
            <p:ph type="ctrTitle"/>
          </p:nvPr>
        </p:nvSpPr>
        <p:spPr>
          <a:xfrm>
            <a:off x="2286000" y="961350"/>
            <a:ext cx="4572000" cy="27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Squiggles Design Portfolio</a:t>
            </a:r>
            <a:endParaRPr/>
          </a:p>
        </p:txBody>
      </p:sp>
      <p:sp>
        <p:nvSpPr>
          <p:cNvPr id="389" name="Google Shape;389;p32"/>
          <p:cNvSpPr txBox="1">
            <a:spLocks noGrp="1"/>
          </p:cNvSpPr>
          <p:nvPr>
            <p:ph type="subTitle" idx="1"/>
          </p:nvPr>
        </p:nvSpPr>
        <p:spPr>
          <a:xfrm>
            <a:off x="2286000" y="3707600"/>
            <a:ext cx="4572000" cy="3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your presentation begins</a:t>
            </a:r>
            <a:endParaRPr/>
          </a:p>
        </p:txBody>
      </p:sp>
      <p:grpSp>
        <p:nvGrpSpPr>
          <p:cNvPr id="390" name="Google Shape;390;p32"/>
          <p:cNvGrpSpPr/>
          <p:nvPr/>
        </p:nvGrpSpPr>
        <p:grpSpPr>
          <a:xfrm>
            <a:off x="201040" y="-655570"/>
            <a:ext cx="2476540" cy="4473716"/>
            <a:chOff x="201040" y="-655570"/>
            <a:chExt cx="2476540" cy="4473716"/>
          </a:xfrm>
        </p:grpSpPr>
        <p:sp>
          <p:nvSpPr>
            <p:cNvPr id="391" name="Google Shape;391;p32"/>
            <p:cNvSpPr/>
            <p:nvPr/>
          </p:nvSpPr>
          <p:spPr>
            <a:xfrm rot="3603388">
              <a:off x="989394" y="-245641"/>
              <a:ext cx="1599212" cy="1129652"/>
            </a:xfrm>
            <a:custGeom>
              <a:avLst/>
              <a:gdLst/>
              <a:ahLst/>
              <a:cxnLst/>
              <a:rect l="l" t="t" r="r" b="b"/>
              <a:pathLst>
                <a:path w="72982" h="51556" extrusionOk="0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2"/>
            <p:cNvSpPr/>
            <p:nvPr/>
          </p:nvSpPr>
          <p:spPr>
            <a:xfrm>
              <a:off x="573577" y="3538846"/>
              <a:ext cx="279300" cy="279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2"/>
            <p:cNvSpPr/>
            <p:nvPr/>
          </p:nvSpPr>
          <p:spPr>
            <a:xfrm rot="-8288887">
              <a:off x="1184930" y="870702"/>
              <a:ext cx="665563" cy="854241"/>
            </a:xfrm>
            <a:custGeom>
              <a:avLst/>
              <a:gdLst/>
              <a:ahLst/>
              <a:cxnLst/>
              <a:rect l="l" t="t" r="r" b="b"/>
              <a:pathLst>
                <a:path w="19673" h="25250" extrusionOk="0">
                  <a:moveTo>
                    <a:pt x="10265" y="0"/>
                  </a:moveTo>
                  <a:cubicBezTo>
                    <a:pt x="9882" y="0"/>
                    <a:pt x="9482" y="25"/>
                    <a:pt x="9066" y="76"/>
                  </a:cubicBezTo>
                  <a:cubicBezTo>
                    <a:pt x="4590" y="619"/>
                    <a:pt x="1559" y="4423"/>
                    <a:pt x="844" y="8712"/>
                  </a:cubicBezTo>
                  <a:cubicBezTo>
                    <a:pt x="0" y="13302"/>
                    <a:pt x="301" y="19208"/>
                    <a:pt x="1973" y="23612"/>
                  </a:cubicBezTo>
                  <a:cubicBezTo>
                    <a:pt x="2373" y="24662"/>
                    <a:pt x="3376" y="25249"/>
                    <a:pt x="4343" y="25249"/>
                  </a:cubicBezTo>
                  <a:cubicBezTo>
                    <a:pt x="5246" y="25249"/>
                    <a:pt x="6117" y="24737"/>
                    <a:pt x="6435" y="23612"/>
                  </a:cubicBezTo>
                  <a:cubicBezTo>
                    <a:pt x="7393" y="20280"/>
                    <a:pt x="7207" y="16877"/>
                    <a:pt x="7150" y="13488"/>
                  </a:cubicBezTo>
                  <a:cubicBezTo>
                    <a:pt x="7150" y="11644"/>
                    <a:pt x="7093" y="7411"/>
                    <a:pt x="9538" y="6811"/>
                  </a:cubicBezTo>
                  <a:cubicBezTo>
                    <a:pt x="9630" y="6789"/>
                    <a:pt x="9719" y="6779"/>
                    <a:pt x="9805" y="6779"/>
                  </a:cubicBezTo>
                  <a:cubicBezTo>
                    <a:pt x="12821" y="6779"/>
                    <a:pt x="11979" y="19616"/>
                    <a:pt x="11854" y="21410"/>
                  </a:cubicBezTo>
                  <a:cubicBezTo>
                    <a:pt x="11682" y="23197"/>
                    <a:pt x="13527" y="24742"/>
                    <a:pt x="15200" y="24742"/>
                  </a:cubicBezTo>
                  <a:cubicBezTo>
                    <a:pt x="17159" y="24742"/>
                    <a:pt x="18474" y="23197"/>
                    <a:pt x="18589" y="21410"/>
                  </a:cubicBezTo>
                  <a:cubicBezTo>
                    <a:pt x="19111" y="14884"/>
                    <a:pt x="19673" y="0"/>
                    <a:pt x="102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2"/>
            <p:cNvSpPr/>
            <p:nvPr/>
          </p:nvSpPr>
          <p:spPr>
            <a:xfrm rot="-10488447">
              <a:off x="245643" y="1770216"/>
              <a:ext cx="1290708" cy="1044196"/>
            </a:xfrm>
            <a:custGeom>
              <a:avLst/>
              <a:gdLst/>
              <a:ahLst/>
              <a:cxnLst/>
              <a:rect l="l" t="t" r="r" b="b"/>
              <a:pathLst>
                <a:path w="46772" h="37839" extrusionOk="0">
                  <a:moveTo>
                    <a:pt x="3884" y="1"/>
                  </a:moveTo>
                  <a:cubicBezTo>
                    <a:pt x="3391" y="1"/>
                    <a:pt x="2900" y="187"/>
                    <a:pt x="2560" y="576"/>
                  </a:cubicBezTo>
                  <a:cubicBezTo>
                    <a:pt x="358" y="2950"/>
                    <a:pt x="187" y="6768"/>
                    <a:pt x="130" y="9928"/>
                  </a:cubicBezTo>
                  <a:cubicBezTo>
                    <a:pt x="1" y="13259"/>
                    <a:pt x="416" y="16662"/>
                    <a:pt x="1374" y="19880"/>
                  </a:cubicBezTo>
                  <a:cubicBezTo>
                    <a:pt x="2918" y="25356"/>
                    <a:pt x="6078" y="30304"/>
                    <a:pt x="10725" y="33635"/>
                  </a:cubicBezTo>
                  <a:cubicBezTo>
                    <a:pt x="14733" y="36559"/>
                    <a:pt x="19409" y="37838"/>
                    <a:pt x="24159" y="37838"/>
                  </a:cubicBezTo>
                  <a:cubicBezTo>
                    <a:pt x="31694" y="37838"/>
                    <a:pt x="39411" y="34619"/>
                    <a:pt x="44928" y="29646"/>
                  </a:cubicBezTo>
                  <a:cubicBezTo>
                    <a:pt x="46771" y="27994"/>
                    <a:pt x="45108" y="25391"/>
                    <a:pt x="43084" y="25391"/>
                  </a:cubicBezTo>
                  <a:cubicBezTo>
                    <a:pt x="42689" y="25391"/>
                    <a:pt x="42281" y="25490"/>
                    <a:pt x="41882" y="25714"/>
                  </a:cubicBezTo>
                  <a:cubicBezTo>
                    <a:pt x="37421" y="28216"/>
                    <a:pt x="33017" y="30718"/>
                    <a:pt x="27827" y="31190"/>
                  </a:cubicBezTo>
                  <a:cubicBezTo>
                    <a:pt x="27049" y="31258"/>
                    <a:pt x="26262" y="31294"/>
                    <a:pt x="25472" y="31294"/>
                  </a:cubicBezTo>
                  <a:cubicBezTo>
                    <a:pt x="21424" y="31294"/>
                    <a:pt x="17311" y="30347"/>
                    <a:pt x="14128" y="27858"/>
                  </a:cubicBezTo>
                  <a:cubicBezTo>
                    <a:pt x="10668" y="25170"/>
                    <a:pt x="8523" y="21124"/>
                    <a:pt x="7451" y="17020"/>
                  </a:cubicBezTo>
                  <a:cubicBezTo>
                    <a:pt x="6793" y="14446"/>
                    <a:pt x="6564" y="11829"/>
                    <a:pt x="6435" y="9213"/>
                  </a:cubicBezTo>
                  <a:cubicBezTo>
                    <a:pt x="6321" y="6410"/>
                    <a:pt x="6736" y="3493"/>
                    <a:pt x="5492" y="934"/>
                  </a:cubicBezTo>
                  <a:cubicBezTo>
                    <a:pt x="5183" y="324"/>
                    <a:pt x="4532" y="1"/>
                    <a:pt x="38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5" name="Google Shape;395;p32"/>
          <p:cNvGrpSpPr/>
          <p:nvPr/>
        </p:nvGrpSpPr>
        <p:grpSpPr>
          <a:xfrm>
            <a:off x="6355342" y="1474866"/>
            <a:ext cx="3196575" cy="4538330"/>
            <a:chOff x="6355342" y="1474866"/>
            <a:chExt cx="3196575" cy="4538330"/>
          </a:xfrm>
        </p:grpSpPr>
        <p:grpSp>
          <p:nvGrpSpPr>
            <p:cNvPr id="396" name="Google Shape;396;p32"/>
            <p:cNvGrpSpPr/>
            <p:nvPr/>
          </p:nvGrpSpPr>
          <p:grpSpPr>
            <a:xfrm>
              <a:off x="6355342" y="1474866"/>
              <a:ext cx="3196575" cy="4538330"/>
              <a:chOff x="6355342" y="1474866"/>
              <a:chExt cx="3196575" cy="4538330"/>
            </a:xfrm>
          </p:grpSpPr>
          <p:sp>
            <p:nvSpPr>
              <p:cNvPr id="397" name="Google Shape;397;p32"/>
              <p:cNvSpPr/>
              <p:nvPr/>
            </p:nvSpPr>
            <p:spPr>
              <a:xfrm rot="-436672">
                <a:off x="7706760" y="1582121"/>
                <a:ext cx="1772968" cy="1252333"/>
              </a:xfrm>
              <a:custGeom>
                <a:avLst/>
                <a:gdLst/>
                <a:ahLst/>
                <a:cxnLst/>
                <a:rect l="l" t="t" r="r" b="b"/>
                <a:pathLst>
                  <a:path w="72982" h="51556" extrusionOk="0">
                    <a:moveTo>
                      <a:pt x="67508" y="1"/>
                    </a:moveTo>
                    <a:cubicBezTo>
                      <a:pt x="65429" y="1"/>
                      <a:pt x="63502" y="1313"/>
                      <a:pt x="63802" y="3958"/>
                    </a:cubicBezTo>
                    <a:cubicBezTo>
                      <a:pt x="64345" y="8419"/>
                      <a:pt x="64460" y="12895"/>
                      <a:pt x="64102" y="17356"/>
                    </a:cubicBezTo>
                    <a:cubicBezTo>
                      <a:pt x="58683" y="14024"/>
                      <a:pt x="53264" y="10807"/>
                      <a:pt x="47773" y="7704"/>
                    </a:cubicBezTo>
                    <a:cubicBezTo>
                      <a:pt x="47114" y="7318"/>
                      <a:pt x="46413" y="7142"/>
                      <a:pt x="45727" y="7142"/>
                    </a:cubicBezTo>
                    <a:cubicBezTo>
                      <a:pt x="43570" y="7142"/>
                      <a:pt x="41568" y="8881"/>
                      <a:pt x="41524" y="11279"/>
                    </a:cubicBezTo>
                    <a:cubicBezTo>
                      <a:pt x="41467" y="14854"/>
                      <a:pt x="41395" y="18428"/>
                      <a:pt x="41395" y="22003"/>
                    </a:cubicBezTo>
                    <a:cubicBezTo>
                      <a:pt x="41338" y="22718"/>
                      <a:pt x="41524" y="25464"/>
                      <a:pt x="41581" y="27551"/>
                    </a:cubicBezTo>
                    <a:cubicBezTo>
                      <a:pt x="36820" y="24563"/>
                      <a:pt x="31930" y="21946"/>
                      <a:pt x="26811" y="19558"/>
                    </a:cubicBezTo>
                    <a:cubicBezTo>
                      <a:pt x="26087" y="19235"/>
                      <a:pt x="25374" y="19083"/>
                      <a:pt x="24703" y="19083"/>
                    </a:cubicBezTo>
                    <a:cubicBezTo>
                      <a:pt x="22547" y="19083"/>
                      <a:pt x="20820" y="20653"/>
                      <a:pt x="20548" y="23204"/>
                    </a:cubicBezTo>
                    <a:cubicBezTo>
                      <a:pt x="20133" y="27065"/>
                      <a:pt x="19590" y="30940"/>
                      <a:pt x="18946" y="34815"/>
                    </a:cubicBezTo>
                    <a:cubicBezTo>
                      <a:pt x="14714" y="32370"/>
                      <a:pt x="10481" y="29868"/>
                      <a:pt x="6249" y="27422"/>
                    </a:cubicBezTo>
                    <a:cubicBezTo>
                      <a:pt x="5602" y="27059"/>
                      <a:pt x="4917" y="26893"/>
                      <a:pt x="4246" y="26893"/>
                    </a:cubicBezTo>
                    <a:cubicBezTo>
                      <a:pt x="2071" y="26893"/>
                      <a:pt x="57" y="28636"/>
                      <a:pt x="57" y="30997"/>
                    </a:cubicBezTo>
                    <a:cubicBezTo>
                      <a:pt x="0" y="37203"/>
                      <a:pt x="229" y="43509"/>
                      <a:pt x="1358" y="49657"/>
                    </a:cubicBezTo>
                    <a:cubicBezTo>
                      <a:pt x="1600" y="50930"/>
                      <a:pt x="2750" y="51556"/>
                      <a:pt x="3905" y="51556"/>
                    </a:cubicBezTo>
                    <a:cubicBezTo>
                      <a:pt x="5074" y="51556"/>
                      <a:pt x="6247" y="50916"/>
                      <a:pt x="6492" y="49657"/>
                    </a:cubicBezTo>
                    <a:cubicBezTo>
                      <a:pt x="7321" y="45839"/>
                      <a:pt x="7736" y="41907"/>
                      <a:pt x="7979" y="37975"/>
                    </a:cubicBezTo>
                    <a:cubicBezTo>
                      <a:pt x="11968" y="40292"/>
                      <a:pt x="15900" y="42622"/>
                      <a:pt x="19833" y="44881"/>
                    </a:cubicBezTo>
                    <a:cubicBezTo>
                      <a:pt x="20443" y="45256"/>
                      <a:pt x="21156" y="45432"/>
                      <a:pt x="21875" y="45432"/>
                    </a:cubicBezTo>
                    <a:cubicBezTo>
                      <a:pt x="23682" y="45432"/>
                      <a:pt x="25531" y="44318"/>
                      <a:pt x="25910" y="42436"/>
                    </a:cubicBezTo>
                    <a:cubicBezTo>
                      <a:pt x="26811" y="38089"/>
                      <a:pt x="27525" y="33800"/>
                      <a:pt x="28112" y="29453"/>
                    </a:cubicBezTo>
                    <a:cubicBezTo>
                      <a:pt x="32702" y="31841"/>
                      <a:pt x="37106" y="34458"/>
                      <a:pt x="41395" y="37317"/>
                    </a:cubicBezTo>
                    <a:cubicBezTo>
                      <a:pt x="41978" y="37710"/>
                      <a:pt x="42756" y="37918"/>
                      <a:pt x="43537" y="37918"/>
                    </a:cubicBezTo>
                    <a:cubicBezTo>
                      <a:pt x="44290" y="37918"/>
                      <a:pt x="45045" y="37725"/>
                      <a:pt x="45628" y="37317"/>
                    </a:cubicBezTo>
                    <a:cubicBezTo>
                      <a:pt x="48902" y="35058"/>
                      <a:pt x="49503" y="32070"/>
                      <a:pt x="49617" y="28266"/>
                    </a:cubicBezTo>
                    <a:cubicBezTo>
                      <a:pt x="49689" y="24992"/>
                      <a:pt x="49746" y="21703"/>
                      <a:pt x="49746" y="18486"/>
                    </a:cubicBezTo>
                    <a:cubicBezTo>
                      <a:pt x="54979" y="21531"/>
                      <a:pt x="60170" y="24634"/>
                      <a:pt x="65289" y="27851"/>
                    </a:cubicBezTo>
                    <a:cubicBezTo>
                      <a:pt x="65885" y="28213"/>
                      <a:pt x="66592" y="28383"/>
                      <a:pt x="67310" y="28383"/>
                    </a:cubicBezTo>
                    <a:cubicBezTo>
                      <a:pt x="69177" y="28383"/>
                      <a:pt x="71124" y="27239"/>
                      <a:pt x="71423" y="25349"/>
                    </a:cubicBezTo>
                    <a:cubicBezTo>
                      <a:pt x="72624" y="18200"/>
                      <a:pt x="72982" y="11165"/>
                      <a:pt x="72138" y="3958"/>
                    </a:cubicBezTo>
                    <a:cubicBezTo>
                      <a:pt x="71844" y="1327"/>
                      <a:pt x="69599" y="1"/>
                      <a:pt x="675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32"/>
              <p:cNvSpPr/>
              <p:nvPr/>
            </p:nvSpPr>
            <p:spPr>
              <a:xfrm rot="-9498748" flipH="1">
                <a:off x="6650152" y="3993281"/>
                <a:ext cx="1301214" cy="1844780"/>
              </a:xfrm>
              <a:custGeom>
                <a:avLst/>
                <a:gdLst/>
                <a:ahLst/>
                <a:cxnLst/>
                <a:rect l="l" t="t" r="r" b="b"/>
                <a:pathLst>
                  <a:path w="32202" h="45654" extrusionOk="0">
                    <a:moveTo>
                      <a:pt x="22078" y="34625"/>
                    </a:moveTo>
                    <a:lnTo>
                      <a:pt x="22078" y="34625"/>
                    </a:lnTo>
                    <a:cubicBezTo>
                      <a:pt x="23679" y="35040"/>
                      <a:pt x="25167" y="35755"/>
                      <a:pt x="25881" y="37070"/>
                    </a:cubicBezTo>
                    <a:cubicBezTo>
                      <a:pt x="26399" y="38037"/>
                      <a:pt x="26424" y="39757"/>
                      <a:pt x="25189" y="39757"/>
                    </a:cubicBezTo>
                    <a:cubicBezTo>
                      <a:pt x="25127" y="39757"/>
                      <a:pt x="25063" y="39753"/>
                      <a:pt x="24995" y="39744"/>
                    </a:cubicBezTo>
                    <a:cubicBezTo>
                      <a:pt x="23622" y="39630"/>
                      <a:pt x="22907" y="37242"/>
                      <a:pt x="22550" y="36169"/>
                    </a:cubicBezTo>
                    <a:cubicBezTo>
                      <a:pt x="22364" y="35640"/>
                      <a:pt x="22192" y="35168"/>
                      <a:pt x="22078" y="34625"/>
                    </a:cubicBezTo>
                    <a:close/>
                    <a:moveTo>
                      <a:pt x="28344" y="0"/>
                    </a:moveTo>
                    <a:cubicBezTo>
                      <a:pt x="27800" y="0"/>
                      <a:pt x="27234" y="214"/>
                      <a:pt x="26725" y="722"/>
                    </a:cubicBezTo>
                    <a:cubicBezTo>
                      <a:pt x="25410" y="2038"/>
                      <a:pt x="24280" y="3411"/>
                      <a:pt x="23208" y="4898"/>
                    </a:cubicBezTo>
                    <a:cubicBezTo>
                      <a:pt x="19390" y="10203"/>
                      <a:pt x="17002" y="16451"/>
                      <a:pt x="16358" y="23014"/>
                    </a:cubicBezTo>
                    <a:cubicBezTo>
                      <a:pt x="16173" y="23958"/>
                      <a:pt x="16058" y="24973"/>
                      <a:pt x="15929" y="25931"/>
                    </a:cubicBezTo>
                    <a:cubicBezTo>
                      <a:pt x="15815" y="27004"/>
                      <a:pt x="15758" y="28191"/>
                      <a:pt x="15701" y="29506"/>
                    </a:cubicBezTo>
                    <a:cubicBezTo>
                      <a:pt x="9381" y="30693"/>
                      <a:pt x="3604" y="36055"/>
                      <a:pt x="801" y="41360"/>
                    </a:cubicBezTo>
                    <a:cubicBezTo>
                      <a:pt x="0" y="42823"/>
                      <a:pt x="1297" y="44525"/>
                      <a:pt x="2695" y="44525"/>
                    </a:cubicBezTo>
                    <a:cubicBezTo>
                      <a:pt x="3170" y="44525"/>
                      <a:pt x="3656" y="44329"/>
                      <a:pt x="4076" y="43862"/>
                    </a:cubicBezTo>
                    <a:cubicBezTo>
                      <a:pt x="7178" y="40345"/>
                      <a:pt x="10696" y="36412"/>
                      <a:pt x="15043" y="34453"/>
                    </a:cubicBezTo>
                    <a:cubicBezTo>
                      <a:pt x="15286" y="34382"/>
                      <a:pt x="15515" y="34382"/>
                      <a:pt x="15758" y="34325"/>
                    </a:cubicBezTo>
                    <a:cubicBezTo>
                      <a:pt x="16223" y="40086"/>
                      <a:pt x="18367" y="45653"/>
                      <a:pt x="24993" y="45653"/>
                    </a:cubicBezTo>
                    <a:cubicBezTo>
                      <a:pt x="25092" y="45653"/>
                      <a:pt x="25193" y="45652"/>
                      <a:pt x="25295" y="45650"/>
                    </a:cubicBezTo>
                    <a:cubicBezTo>
                      <a:pt x="28927" y="45535"/>
                      <a:pt x="31658" y="42604"/>
                      <a:pt x="31901" y="39029"/>
                    </a:cubicBezTo>
                    <a:cubicBezTo>
                      <a:pt x="32202" y="34925"/>
                      <a:pt x="29285" y="31594"/>
                      <a:pt x="25653" y="30035"/>
                    </a:cubicBezTo>
                    <a:cubicBezTo>
                      <a:pt x="24094" y="29449"/>
                      <a:pt x="22550" y="29091"/>
                      <a:pt x="21063" y="29020"/>
                    </a:cubicBezTo>
                    <a:cubicBezTo>
                      <a:pt x="20348" y="19912"/>
                      <a:pt x="23737" y="10617"/>
                      <a:pt x="30114" y="4068"/>
                    </a:cubicBezTo>
                    <a:cubicBezTo>
                      <a:pt x="31719" y="2364"/>
                      <a:pt x="30154" y="0"/>
                      <a:pt x="2834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32"/>
              <p:cNvSpPr/>
              <p:nvPr/>
            </p:nvSpPr>
            <p:spPr>
              <a:xfrm rot="4062885">
                <a:off x="7541694" y="2893507"/>
                <a:ext cx="1151310" cy="1298204"/>
              </a:xfrm>
              <a:custGeom>
                <a:avLst/>
                <a:gdLst/>
                <a:ahLst/>
                <a:cxnLst/>
                <a:rect l="l" t="t" r="r" b="b"/>
                <a:pathLst>
                  <a:path w="35677" h="40229" extrusionOk="0">
                    <a:moveTo>
                      <a:pt x="18565" y="1"/>
                    </a:moveTo>
                    <a:cubicBezTo>
                      <a:pt x="8730" y="1"/>
                      <a:pt x="2450" y="8328"/>
                      <a:pt x="887" y="17604"/>
                    </a:cubicBezTo>
                    <a:cubicBezTo>
                      <a:pt x="1" y="23023"/>
                      <a:pt x="773" y="29343"/>
                      <a:pt x="3690" y="34047"/>
                    </a:cubicBezTo>
                    <a:cubicBezTo>
                      <a:pt x="5714" y="37351"/>
                      <a:pt x="9658" y="40228"/>
                      <a:pt x="13537" y="40228"/>
                    </a:cubicBezTo>
                    <a:cubicBezTo>
                      <a:pt x="15248" y="40228"/>
                      <a:pt x="16946" y="39668"/>
                      <a:pt x="18461" y="38337"/>
                    </a:cubicBezTo>
                    <a:cubicBezTo>
                      <a:pt x="20524" y="36494"/>
                      <a:pt x="18790" y="33619"/>
                      <a:pt x="16377" y="33619"/>
                    </a:cubicBezTo>
                    <a:cubicBezTo>
                      <a:pt x="16281" y="33619"/>
                      <a:pt x="16185" y="33624"/>
                      <a:pt x="16087" y="33633"/>
                    </a:cubicBezTo>
                    <a:cubicBezTo>
                      <a:pt x="15742" y="33669"/>
                      <a:pt x="15405" y="33687"/>
                      <a:pt x="15076" y="33687"/>
                    </a:cubicBezTo>
                    <a:cubicBezTo>
                      <a:pt x="12786" y="33687"/>
                      <a:pt x="10894" y="32799"/>
                      <a:pt x="9581" y="30773"/>
                    </a:cubicBezTo>
                    <a:cubicBezTo>
                      <a:pt x="7923" y="28199"/>
                      <a:pt x="7322" y="24925"/>
                      <a:pt x="7322" y="21951"/>
                    </a:cubicBezTo>
                    <a:cubicBezTo>
                      <a:pt x="7322" y="16531"/>
                      <a:pt x="9352" y="9611"/>
                      <a:pt x="14829" y="7409"/>
                    </a:cubicBezTo>
                    <a:cubicBezTo>
                      <a:pt x="16018" y="6935"/>
                      <a:pt x="17288" y="6704"/>
                      <a:pt x="18552" y="6704"/>
                    </a:cubicBezTo>
                    <a:cubicBezTo>
                      <a:pt x="21906" y="6704"/>
                      <a:pt x="25217" y="8334"/>
                      <a:pt x="26869" y="11398"/>
                    </a:cubicBezTo>
                    <a:cubicBezTo>
                      <a:pt x="29128" y="15516"/>
                      <a:pt x="28599" y="21479"/>
                      <a:pt x="24238" y="23981"/>
                    </a:cubicBezTo>
                    <a:cubicBezTo>
                      <a:pt x="23512" y="24388"/>
                      <a:pt x="22653" y="24609"/>
                      <a:pt x="21809" y="24609"/>
                    </a:cubicBezTo>
                    <a:cubicBezTo>
                      <a:pt x="20308" y="24609"/>
                      <a:pt x="18857" y="23909"/>
                      <a:pt x="18289" y="22308"/>
                    </a:cubicBezTo>
                    <a:cubicBezTo>
                      <a:pt x="18047" y="21535"/>
                      <a:pt x="18158" y="18712"/>
                      <a:pt x="18992" y="18712"/>
                    </a:cubicBezTo>
                    <a:cubicBezTo>
                      <a:pt x="19192" y="18712"/>
                      <a:pt x="19432" y="18873"/>
                      <a:pt x="19719" y="19262"/>
                    </a:cubicBezTo>
                    <a:cubicBezTo>
                      <a:pt x="20309" y="20046"/>
                      <a:pt x="21241" y="20401"/>
                      <a:pt x="22174" y="20401"/>
                    </a:cubicBezTo>
                    <a:cubicBezTo>
                      <a:pt x="23029" y="20401"/>
                      <a:pt x="23886" y="20103"/>
                      <a:pt x="24481" y="19563"/>
                    </a:cubicBezTo>
                    <a:cubicBezTo>
                      <a:pt x="25968" y="18261"/>
                      <a:pt x="25911" y="16288"/>
                      <a:pt x="24781" y="14801"/>
                    </a:cubicBezTo>
                    <a:cubicBezTo>
                      <a:pt x="23368" y="12874"/>
                      <a:pt x="21277" y="11973"/>
                      <a:pt x="19170" y="11973"/>
                    </a:cubicBezTo>
                    <a:cubicBezTo>
                      <a:pt x="16650" y="11973"/>
                      <a:pt x="14109" y="13263"/>
                      <a:pt x="12684" y="15630"/>
                    </a:cubicBezTo>
                    <a:cubicBezTo>
                      <a:pt x="10239" y="19691"/>
                      <a:pt x="11140" y="25411"/>
                      <a:pt x="14529" y="28557"/>
                    </a:cubicBezTo>
                    <a:cubicBezTo>
                      <a:pt x="16574" y="30436"/>
                      <a:pt x="19212" y="31352"/>
                      <a:pt x="21858" y="31352"/>
                    </a:cubicBezTo>
                    <a:cubicBezTo>
                      <a:pt x="24004" y="31352"/>
                      <a:pt x="26154" y="30750"/>
                      <a:pt x="27998" y="29572"/>
                    </a:cubicBezTo>
                    <a:cubicBezTo>
                      <a:pt x="32045" y="26955"/>
                      <a:pt x="34490" y="22608"/>
                      <a:pt x="34905" y="17832"/>
                    </a:cubicBezTo>
                    <a:cubicBezTo>
                      <a:pt x="35677" y="8667"/>
                      <a:pt x="28828" y="502"/>
                      <a:pt x="19590" y="30"/>
                    </a:cubicBezTo>
                    <a:cubicBezTo>
                      <a:pt x="19244" y="10"/>
                      <a:pt x="18902" y="1"/>
                      <a:pt x="185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0" name="Google Shape;400;p32"/>
            <p:cNvSpPr/>
            <p:nvPr/>
          </p:nvSpPr>
          <p:spPr>
            <a:xfrm>
              <a:off x="8255427" y="1604008"/>
              <a:ext cx="279300" cy="279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3"/>
          <p:cNvSpPr txBox="1">
            <a:spLocks noGrp="1"/>
          </p:cNvSpPr>
          <p:nvPr>
            <p:ph type="title"/>
          </p:nvPr>
        </p:nvSpPr>
        <p:spPr>
          <a:xfrm>
            <a:off x="948600" y="365760"/>
            <a:ext cx="748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 of this template</a:t>
            </a:r>
            <a:endParaRPr/>
          </a:p>
        </p:txBody>
      </p:sp>
      <p:sp>
        <p:nvSpPr>
          <p:cNvPr id="406" name="Google Shape;406;p33"/>
          <p:cNvSpPr txBox="1">
            <a:spLocks noGrp="1"/>
          </p:cNvSpPr>
          <p:nvPr>
            <p:ph type="body" idx="1"/>
          </p:nvPr>
        </p:nvSpPr>
        <p:spPr>
          <a:xfrm>
            <a:off x="948600" y="1012501"/>
            <a:ext cx="7482300" cy="3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delete this slide when you’re done editing the presentation</a:t>
            </a:r>
            <a:endParaRPr sz="1400"/>
          </a:p>
        </p:txBody>
      </p:sp>
      <p:graphicFrame>
        <p:nvGraphicFramePr>
          <p:cNvPr id="407" name="Google Shape;407;p33"/>
          <p:cNvGraphicFramePr/>
          <p:nvPr/>
        </p:nvGraphicFramePr>
        <p:xfrm>
          <a:off x="681825" y="16150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{63DDB6C1-8B1A-4266-A48C-7A55310C1C85}</a:tableStyleId>
              </a:tblPr>
              <a:tblGrid>
                <a:gridCol w="2290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8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Albert Sans Black"/>
                          <a:ea typeface="Albert Sans Black"/>
                          <a:cs typeface="Albert Sans Black"/>
                          <a:sym typeface="Albert Sans Black"/>
                          <a:hlinkClick r:id="" action="ppaction://noaction"/>
                        </a:rPr>
                        <a:t>Fonts</a:t>
                      </a:r>
                      <a:endParaRPr sz="1100">
                        <a:solidFill>
                          <a:schemeClr val="dk1"/>
                        </a:solidFill>
                        <a:latin typeface="Albert Sans Black"/>
                        <a:ea typeface="Albert Sans Black"/>
                        <a:cs typeface="Albert Sans Black"/>
                        <a:sym typeface="Albert Sans Blac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bert Sans Medium"/>
                          <a:ea typeface="Albert Sans Medium"/>
                          <a:cs typeface="Albert Sans Medium"/>
                          <a:sym typeface="Albert Sans Medium"/>
                        </a:rPr>
                        <a:t>To view this template correctly in PowerPoint, download and install the fonts we used</a:t>
                      </a:r>
                      <a:endParaRPr sz="1000">
                        <a:solidFill>
                          <a:schemeClr val="dk1"/>
                        </a:solidFill>
                        <a:latin typeface="Albert Sans Medium"/>
                        <a:ea typeface="Albert Sans Medium"/>
                        <a:cs typeface="Albert Sans Medium"/>
                        <a:sym typeface="Albert Sans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Albert Sans Black"/>
                          <a:ea typeface="Albert Sans Black"/>
                          <a:cs typeface="Albert Sans Black"/>
                          <a:sym typeface="Albert Sans Black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Used</a:t>
                      </a:r>
                      <a:r>
                        <a:rPr lang="en" sz="11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Albert Sans Black"/>
                          <a:ea typeface="Albert Sans Black"/>
                          <a:cs typeface="Albert Sans Black"/>
                          <a:sym typeface="Albert Sans Black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Albert Sans Black"/>
                          <a:ea typeface="Albert Sans Black"/>
                          <a:cs typeface="Albert Sans Black"/>
                          <a:sym typeface="Albert Sans Black"/>
                        </a:rPr>
                        <a:t>and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Albert Sans Black"/>
                          <a:ea typeface="Albert Sans Black"/>
                          <a:cs typeface="Albert Sans Black"/>
                          <a:sym typeface="Albert Sans Black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alternative</a:t>
                      </a:r>
                      <a:r>
                        <a:rPr lang="en" sz="11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Albert Sans Black"/>
                          <a:ea typeface="Albert Sans Black"/>
                          <a:cs typeface="Albert Sans Black"/>
                          <a:sym typeface="Albert Sans Black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Albert Sans Black"/>
                          <a:ea typeface="Albert Sans Black"/>
                          <a:cs typeface="Albert Sans Black"/>
                          <a:sym typeface="Albert Sans Black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resources</a:t>
                      </a:r>
                      <a:endParaRPr sz="1100">
                        <a:solidFill>
                          <a:schemeClr val="dk1"/>
                        </a:solidFill>
                        <a:latin typeface="Albert Sans Black"/>
                        <a:ea typeface="Albert Sans Black"/>
                        <a:cs typeface="Albert Sans Black"/>
                        <a:sym typeface="Albert Sans Blac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bert Sans Medium"/>
                          <a:ea typeface="Albert Sans Medium"/>
                          <a:cs typeface="Albert Sans Medium"/>
                          <a:sym typeface="Albert Sans Medium"/>
                        </a:rPr>
                        <a:t>An assortment of graphic resources that are suitable for use in this presentation</a:t>
                      </a:r>
                      <a:endParaRPr sz="1000">
                        <a:solidFill>
                          <a:schemeClr val="dk1"/>
                        </a:solidFill>
                        <a:latin typeface="Albert Sans Medium"/>
                        <a:ea typeface="Albert Sans Medium"/>
                        <a:cs typeface="Albert Sans Medium"/>
                        <a:sym typeface="Albert Sans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Albert Sans Black"/>
                          <a:ea typeface="Albert Sans Black"/>
                          <a:cs typeface="Albert Sans Black"/>
                          <a:sym typeface="Albert Sans Black"/>
                          <a:hlinkClick r:id="rId3" action="ppaction://hlinksldjump"/>
                        </a:rPr>
                        <a:t>Thanks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Albert Sans Black"/>
                          <a:ea typeface="Albert Sans Black"/>
                          <a:cs typeface="Albert Sans Black"/>
                          <a:sym typeface="Albert Sans Black"/>
                        </a:rPr>
                        <a:t> slide</a:t>
                      </a:r>
                      <a:endParaRPr sz="1100">
                        <a:solidFill>
                          <a:schemeClr val="dk1"/>
                        </a:solidFill>
                        <a:latin typeface="Albert Sans Black"/>
                        <a:ea typeface="Albert Sans Black"/>
                        <a:cs typeface="Albert Sans Black"/>
                        <a:sym typeface="Albert Sans Blac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bert Sans Medium"/>
                          <a:ea typeface="Albert Sans Medium"/>
                          <a:cs typeface="Albert Sans Medium"/>
                          <a:sym typeface="Albert Sans Medium"/>
                        </a:rPr>
                        <a:t>You must keep it so that proper credits for our design are given</a:t>
                      </a:r>
                      <a:endParaRPr sz="1000">
                        <a:solidFill>
                          <a:schemeClr val="dk1"/>
                        </a:solidFill>
                        <a:latin typeface="Albert Sans Medium"/>
                        <a:ea typeface="Albert Sans Medium"/>
                        <a:cs typeface="Albert Sans Medium"/>
                        <a:sym typeface="Albert Sans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Albert Sans Black"/>
                          <a:ea typeface="Albert Sans Black"/>
                          <a:cs typeface="Albert Sans Black"/>
                          <a:sym typeface="Albert Sans Black"/>
                          <a:hlinkClick r:id="" action="ppaction://noaction"/>
                        </a:rPr>
                        <a:t>Colors</a:t>
                      </a:r>
                      <a:endParaRPr sz="1100">
                        <a:solidFill>
                          <a:schemeClr val="dk1"/>
                        </a:solidFill>
                        <a:latin typeface="Albert Sans Black"/>
                        <a:ea typeface="Albert Sans Black"/>
                        <a:cs typeface="Albert Sans Black"/>
                        <a:sym typeface="Albert Sans Blac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bert Sans Medium"/>
                          <a:ea typeface="Albert Sans Medium"/>
                          <a:cs typeface="Albert Sans Medium"/>
                          <a:sym typeface="Albert Sans Medium"/>
                        </a:rPr>
                        <a:t>All the colors used in this presentation</a:t>
                      </a:r>
                      <a:endParaRPr sz="1000">
                        <a:solidFill>
                          <a:schemeClr val="dk1"/>
                        </a:solidFill>
                        <a:latin typeface="Albert Sans Medium"/>
                        <a:ea typeface="Albert Sans Medium"/>
                        <a:cs typeface="Albert Sans Medium"/>
                        <a:sym typeface="Albert Sans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Albert Sans Black"/>
                          <a:ea typeface="Albert Sans Black"/>
                          <a:cs typeface="Albert Sans Black"/>
                          <a:sym typeface="Albert Sans Black"/>
                          <a:hlinkClick r:id="" action="ppaction://noaction"/>
                        </a:rPr>
                        <a:t>Icons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Albert Sans Black"/>
                          <a:ea typeface="Albert Sans Black"/>
                          <a:cs typeface="Albert Sans Black"/>
                          <a:sym typeface="Albert Sans Black"/>
                        </a:rPr>
                        <a:t> and </a:t>
                      </a:r>
                      <a:r>
                        <a:rPr lang="en" sz="110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Albert Sans Black"/>
                          <a:ea typeface="Albert Sans Black"/>
                          <a:cs typeface="Albert Sans Black"/>
                          <a:sym typeface="Albert Sans Black"/>
                          <a:hlinkClick r:id="" action="ppaction://noaction"/>
                        </a:rPr>
                        <a:t>infographic resources</a:t>
                      </a:r>
                      <a:endParaRPr sz="1100">
                        <a:solidFill>
                          <a:schemeClr val="dk1"/>
                        </a:solidFill>
                        <a:latin typeface="Albert Sans Black"/>
                        <a:ea typeface="Albert Sans Black"/>
                        <a:cs typeface="Albert Sans Black"/>
                        <a:sym typeface="Albert Sans Blac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bert Sans Medium"/>
                          <a:ea typeface="Albert Sans Medium"/>
                          <a:cs typeface="Albert Sans Medium"/>
                          <a:sym typeface="Albert Sans Medium"/>
                        </a:rPr>
                        <a:t>These can be used in the template, and their size and color can be edited</a:t>
                      </a:r>
                      <a:endParaRPr sz="1000">
                        <a:solidFill>
                          <a:schemeClr val="dk1"/>
                        </a:solidFill>
                        <a:latin typeface="Albert Sans Medium"/>
                        <a:ea typeface="Albert Sans Medium"/>
                        <a:cs typeface="Albert Sans Medium"/>
                        <a:sym typeface="Albert Sans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bert Sans Black"/>
                          <a:ea typeface="Albert Sans Black"/>
                          <a:cs typeface="Albert Sans Black"/>
                          <a:sym typeface="Albert Sans Black"/>
                        </a:rPr>
                        <a:t>Editable presentation theme </a:t>
                      </a:r>
                      <a:endParaRPr sz="1100">
                        <a:solidFill>
                          <a:schemeClr val="dk1"/>
                        </a:solidFill>
                        <a:latin typeface="Albert Sans Black"/>
                        <a:ea typeface="Albert Sans Black"/>
                        <a:cs typeface="Albert Sans Black"/>
                        <a:sym typeface="Albert Sans Blac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bert Sans Medium"/>
                          <a:ea typeface="Albert Sans Medium"/>
                          <a:cs typeface="Albert Sans Medium"/>
                          <a:sym typeface="Albert Sans Medium"/>
                        </a:rPr>
                        <a:t>You can edit the master slides easily. For more info, click </a:t>
                      </a:r>
                      <a:r>
                        <a:rPr lang="en" sz="1000" b="1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Albert Sans"/>
                          <a:ea typeface="Albert Sans"/>
                          <a:cs typeface="Albert Sans"/>
                          <a:sym typeface="Albert San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here</a:t>
                      </a:r>
                      <a:endParaRPr sz="1000" b="1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08" name="Google Shape;408;p33"/>
          <p:cNvSpPr txBox="1"/>
          <p:nvPr/>
        </p:nvSpPr>
        <p:spPr>
          <a:xfrm>
            <a:off x="2971848" y="4008950"/>
            <a:ext cx="1803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For more info:</a:t>
            </a:r>
            <a:r>
              <a:rPr lang="en" sz="10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/>
            </a:r>
            <a:br>
              <a:rPr lang="en" sz="10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</a:b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Albert Sans Medium"/>
                <a:ea typeface="Albert Sans Medium"/>
                <a:cs typeface="Albert Sans Medium"/>
                <a:sym typeface="Albert Sans Medium"/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 </a:t>
            </a:r>
            <a:r>
              <a:rPr lang="en" sz="10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|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Albert Sans Medium"/>
                <a:ea typeface="Albert Sans Medium"/>
                <a:cs typeface="Albert Sans Medium"/>
                <a:sym typeface="Albert Sans Medium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Blog</a:t>
            </a:r>
            <a:r>
              <a:rPr lang="en" sz="10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 |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Albert Sans Medium"/>
                <a:ea typeface="Albert Sans Medium"/>
                <a:cs typeface="Albert Sans Medium"/>
                <a:sym typeface="Albert Sans Medium"/>
                <a:hlinkClick r:id="rId7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</a:t>
            </a:r>
            <a:r>
              <a:rPr lang="en" sz="10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AQs</a:t>
            </a:r>
            <a:endParaRPr sz="1000">
              <a:solidFill>
                <a:schemeClr val="dk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409" name="Google Shape;409;p33"/>
          <p:cNvSpPr txBox="1"/>
          <p:nvPr/>
        </p:nvSpPr>
        <p:spPr>
          <a:xfrm>
            <a:off x="4867735" y="4008950"/>
            <a:ext cx="3525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You can visit our sister projects:</a:t>
            </a:r>
            <a:r>
              <a:rPr lang="en" sz="10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/>
            </a:r>
            <a:br>
              <a:rPr lang="en" sz="10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</a:b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Albert Sans Medium"/>
                <a:ea typeface="Albert Sans Medium"/>
                <a:cs typeface="Albert Sans Medium"/>
                <a:sym typeface="Albert Sans Medium"/>
                <a:hlinkClick r:id="rId8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 |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Albert Sans Medium"/>
                <a:ea typeface="Albert Sans Medium"/>
                <a:cs typeface="Albert Sans Medium"/>
                <a:sym typeface="Albert Sans Medium"/>
                <a:hlinkClick r:id="rId9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 | Storyset |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Albert Sans Medium"/>
                <a:ea typeface="Albert Sans Medium"/>
                <a:cs typeface="Albert Sans Medium"/>
                <a:sym typeface="Albert Sans Medium"/>
                <a:hlinkClick r:id="rId10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Wepik </a:t>
            </a:r>
            <a:r>
              <a:rPr lang="en" sz="10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|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Albert Sans Medium"/>
                <a:ea typeface="Albert Sans Medium"/>
                <a:cs typeface="Albert Sans Medium"/>
                <a:sym typeface="Albert Sans Medium"/>
                <a:hlinkClick r:id="rId11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Vi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Albert Sans Medium"/>
                <a:ea typeface="Albert Sans Medium"/>
                <a:cs typeface="Albert Sans Medium"/>
                <a:sym typeface="Albert Sans Medium"/>
                <a:hlinkClick r:id="rId11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devo</a:t>
            </a:r>
            <a:endParaRPr sz="1000">
              <a:solidFill>
                <a:schemeClr val="dk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410" name="Google Shape;410;p33"/>
          <p:cNvSpPr/>
          <p:nvPr/>
        </p:nvSpPr>
        <p:spPr>
          <a:xfrm rot="-10381519">
            <a:off x="7660982" y="886064"/>
            <a:ext cx="902205" cy="555365"/>
          </a:xfrm>
          <a:custGeom>
            <a:avLst/>
            <a:gdLst/>
            <a:ahLst/>
            <a:cxnLst/>
            <a:rect l="l" t="t" r="r" b="b"/>
            <a:pathLst>
              <a:path w="10783" h="6638" extrusionOk="0">
                <a:moveTo>
                  <a:pt x="4716" y="1"/>
                </a:moveTo>
                <a:cubicBezTo>
                  <a:pt x="4067" y="1"/>
                  <a:pt x="3427" y="476"/>
                  <a:pt x="3575" y="1454"/>
                </a:cubicBezTo>
                <a:cubicBezTo>
                  <a:pt x="3575" y="1625"/>
                  <a:pt x="3633" y="1811"/>
                  <a:pt x="3633" y="2054"/>
                </a:cubicBezTo>
                <a:cubicBezTo>
                  <a:pt x="2675" y="2226"/>
                  <a:pt x="1717" y="2412"/>
                  <a:pt x="887" y="2641"/>
                </a:cubicBezTo>
                <a:cubicBezTo>
                  <a:pt x="1" y="2941"/>
                  <a:pt x="172" y="4256"/>
                  <a:pt x="1073" y="4256"/>
                </a:cubicBezTo>
                <a:lnTo>
                  <a:pt x="3804" y="4256"/>
                </a:lnTo>
                <a:cubicBezTo>
                  <a:pt x="3804" y="4843"/>
                  <a:pt x="3861" y="5500"/>
                  <a:pt x="3990" y="6101"/>
                </a:cubicBezTo>
                <a:cubicBezTo>
                  <a:pt x="4076" y="6458"/>
                  <a:pt x="4401" y="6637"/>
                  <a:pt x="4721" y="6637"/>
                </a:cubicBezTo>
                <a:cubicBezTo>
                  <a:pt x="5041" y="6637"/>
                  <a:pt x="5356" y="6458"/>
                  <a:pt x="5420" y="6101"/>
                </a:cubicBezTo>
                <a:cubicBezTo>
                  <a:pt x="5534" y="5500"/>
                  <a:pt x="5592" y="4914"/>
                  <a:pt x="5649" y="4314"/>
                </a:cubicBezTo>
                <a:cubicBezTo>
                  <a:pt x="6584" y="4413"/>
                  <a:pt x="7573" y="4567"/>
                  <a:pt x="8522" y="4567"/>
                </a:cubicBezTo>
                <a:cubicBezTo>
                  <a:pt x="8661" y="4567"/>
                  <a:pt x="8800" y="4564"/>
                  <a:pt x="8938" y="4557"/>
                </a:cubicBezTo>
                <a:cubicBezTo>
                  <a:pt x="10367" y="4485"/>
                  <a:pt x="10782" y="2340"/>
                  <a:pt x="9295" y="1983"/>
                </a:cubicBezTo>
                <a:cubicBezTo>
                  <a:pt x="8519" y="1808"/>
                  <a:pt x="7602" y="1734"/>
                  <a:pt x="6683" y="1734"/>
                </a:cubicBezTo>
                <a:cubicBezTo>
                  <a:pt x="6399" y="1734"/>
                  <a:pt x="6115" y="1741"/>
                  <a:pt x="5835" y="1754"/>
                </a:cubicBezTo>
                <a:cubicBezTo>
                  <a:pt x="5835" y="1697"/>
                  <a:pt x="5835" y="1568"/>
                  <a:pt x="5892" y="1454"/>
                </a:cubicBezTo>
                <a:cubicBezTo>
                  <a:pt x="6043" y="494"/>
                  <a:pt x="5376" y="1"/>
                  <a:pt x="471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33"/>
          <p:cNvSpPr/>
          <p:nvPr/>
        </p:nvSpPr>
        <p:spPr>
          <a:xfrm>
            <a:off x="1191075" y="4156850"/>
            <a:ext cx="313800" cy="313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4"/>
          <p:cNvSpPr txBox="1">
            <a:spLocks noGrp="1"/>
          </p:cNvSpPr>
          <p:nvPr>
            <p:ph type="title"/>
          </p:nvPr>
        </p:nvSpPr>
        <p:spPr>
          <a:xfrm>
            <a:off x="948600" y="365760"/>
            <a:ext cx="748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417" name="Google Shape;417;p34"/>
          <p:cNvSpPr txBox="1">
            <a:spLocks noGrp="1"/>
          </p:cNvSpPr>
          <p:nvPr>
            <p:ph type="title" idx="2"/>
          </p:nvPr>
        </p:nvSpPr>
        <p:spPr>
          <a:xfrm>
            <a:off x="1972932" y="1494100"/>
            <a:ext cx="731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18" name="Google Shape;418;p34"/>
          <p:cNvSpPr txBox="1">
            <a:spLocks noGrp="1"/>
          </p:cNvSpPr>
          <p:nvPr>
            <p:ph type="title" idx="3"/>
          </p:nvPr>
        </p:nvSpPr>
        <p:spPr>
          <a:xfrm>
            <a:off x="3495132" y="3066216"/>
            <a:ext cx="731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rPr>
              <a:t>0</a:t>
            </a:r>
            <a:r>
              <a:rPr lang="en">
                <a:solidFill>
                  <a:schemeClr val="dk1"/>
                </a:solidFill>
              </a:rPr>
              <a:t>3</a:t>
            </a:r>
            <a:endParaRPr b="0">
              <a:solidFill>
                <a:schemeClr val="dk1"/>
              </a:solidFill>
              <a:latin typeface="Albert Sans Black"/>
              <a:ea typeface="Albert Sans Black"/>
              <a:cs typeface="Albert Sans Black"/>
              <a:sym typeface="Albert Sans Black"/>
            </a:endParaRPr>
          </a:p>
        </p:txBody>
      </p:sp>
      <p:sp>
        <p:nvSpPr>
          <p:cNvPr id="419" name="Google Shape;419;p34"/>
          <p:cNvSpPr txBox="1">
            <a:spLocks noGrp="1"/>
          </p:cNvSpPr>
          <p:nvPr>
            <p:ph type="title" idx="4"/>
          </p:nvPr>
        </p:nvSpPr>
        <p:spPr>
          <a:xfrm>
            <a:off x="2734932" y="2280158"/>
            <a:ext cx="731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20" name="Google Shape;420;p34"/>
          <p:cNvSpPr txBox="1">
            <a:spLocks noGrp="1"/>
          </p:cNvSpPr>
          <p:nvPr>
            <p:ph type="title" idx="5"/>
          </p:nvPr>
        </p:nvSpPr>
        <p:spPr>
          <a:xfrm>
            <a:off x="4258932" y="3852275"/>
            <a:ext cx="731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rPr>
              <a:t>0</a:t>
            </a:r>
            <a:r>
              <a:rPr lang="en">
                <a:solidFill>
                  <a:schemeClr val="dk1"/>
                </a:solidFill>
              </a:rPr>
              <a:t>4</a:t>
            </a:r>
            <a:endParaRPr b="0">
              <a:solidFill>
                <a:schemeClr val="dk1"/>
              </a:solidFill>
              <a:latin typeface="Albert Sans Black"/>
              <a:ea typeface="Albert Sans Black"/>
              <a:cs typeface="Albert Sans Black"/>
              <a:sym typeface="Albert Sans Black"/>
            </a:endParaRPr>
          </a:p>
        </p:txBody>
      </p:sp>
      <p:sp>
        <p:nvSpPr>
          <p:cNvPr id="421" name="Google Shape;421;p34"/>
          <p:cNvSpPr txBox="1">
            <a:spLocks noGrp="1"/>
          </p:cNvSpPr>
          <p:nvPr>
            <p:ph type="subTitle" idx="6"/>
          </p:nvPr>
        </p:nvSpPr>
        <p:spPr>
          <a:xfrm>
            <a:off x="2756618" y="1490175"/>
            <a:ext cx="2834700" cy="4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422" name="Google Shape;422;p34"/>
          <p:cNvSpPr txBox="1">
            <a:spLocks noGrp="1"/>
          </p:cNvSpPr>
          <p:nvPr>
            <p:ph type="subTitle" idx="7"/>
          </p:nvPr>
        </p:nvSpPr>
        <p:spPr>
          <a:xfrm>
            <a:off x="3518618" y="2277500"/>
            <a:ext cx="2834700" cy="4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Resume</a:t>
            </a:r>
            <a:endParaRPr/>
          </a:p>
        </p:txBody>
      </p:sp>
      <p:sp>
        <p:nvSpPr>
          <p:cNvPr id="423" name="Google Shape;423;p34"/>
          <p:cNvSpPr txBox="1">
            <a:spLocks noGrp="1"/>
          </p:cNvSpPr>
          <p:nvPr>
            <p:ph type="subTitle" idx="1"/>
          </p:nvPr>
        </p:nvSpPr>
        <p:spPr>
          <a:xfrm>
            <a:off x="4280618" y="3064825"/>
            <a:ext cx="2834700" cy="4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work</a:t>
            </a:r>
            <a:endParaRPr/>
          </a:p>
        </p:txBody>
      </p:sp>
      <p:sp>
        <p:nvSpPr>
          <p:cNvPr id="424" name="Google Shape;424;p34"/>
          <p:cNvSpPr txBox="1">
            <a:spLocks noGrp="1"/>
          </p:cNvSpPr>
          <p:nvPr>
            <p:ph type="subTitle" idx="8"/>
          </p:nvPr>
        </p:nvSpPr>
        <p:spPr>
          <a:xfrm>
            <a:off x="5042618" y="3852150"/>
            <a:ext cx="2835000" cy="4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 projects</a:t>
            </a:r>
            <a:endParaRPr/>
          </a:p>
        </p:txBody>
      </p:sp>
      <p:sp>
        <p:nvSpPr>
          <p:cNvPr id="425" name="Google Shape;425;p34"/>
          <p:cNvSpPr/>
          <p:nvPr/>
        </p:nvSpPr>
        <p:spPr>
          <a:xfrm>
            <a:off x="1972932" y="1948313"/>
            <a:ext cx="731400" cy="54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34"/>
          <p:cNvSpPr/>
          <p:nvPr/>
        </p:nvSpPr>
        <p:spPr>
          <a:xfrm>
            <a:off x="2734932" y="2732328"/>
            <a:ext cx="731400" cy="54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34"/>
          <p:cNvSpPr/>
          <p:nvPr/>
        </p:nvSpPr>
        <p:spPr>
          <a:xfrm>
            <a:off x="3496626" y="3516343"/>
            <a:ext cx="728400" cy="54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34"/>
          <p:cNvSpPr/>
          <p:nvPr/>
        </p:nvSpPr>
        <p:spPr>
          <a:xfrm>
            <a:off x="4258932" y="4300359"/>
            <a:ext cx="731400" cy="54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34"/>
          <p:cNvSpPr/>
          <p:nvPr/>
        </p:nvSpPr>
        <p:spPr>
          <a:xfrm>
            <a:off x="8066277" y="1159208"/>
            <a:ext cx="279300" cy="279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4"/>
          <p:cNvSpPr/>
          <p:nvPr/>
        </p:nvSpPr>
        <p:spPr>
          <a:xfrm>
            <a:off x="-8" y="3552720"/>
            <a:ext cx="1715969" cy="1210793"/>
          </a:xfrm>
          <a:custGeom>
            <a:avLst/>
            <a:gdLst/>
            <a:ahLst/>
            <a:cxnLst/>
            <a:rect l="l" t="t" r="r" b="b"/>
            <a:pathLst>
              <a:path w="78615" h="55471" extrusionOk="0">
                <a:moveTo>
                  <a:pt x="28010" y="0"/>
                </a:moveTo>
                <a:cubicBezTo>
                  <a:pt x="27289" y="0"/>
                  <a:pt x="26561" y="182"/>
                  <a:pt x="25892" y="575"/>
                </a:cubicBezTo>
                <a:cubicBezTo>
                  <a:pt x="21359" y="3320"/>
                  <a:pt x="17069" y="6423"/>
                  <a:pt x="12665" y="9397"/>
                </a:cubicBezTo>
                <a:cubicBezTo>
                  <a:pt x="8547" y="12143"/>
                  <a:pt x="4200" y="14702"/>
                  <a:pt x="1040" y="18577"/>
                </a:cubicBezTo>
                <a:cubicBezTo>
                  <a:pt x="0" y="19894"/>
                  <a:pt x="827" y="21708"/>
                  <a:pt x="2405" y="21708"/>
                </a:cubicBezTo>
                <a:cubicBezTo>
                  <a:pt x="2540" y="21708"/>
                  <a:pt x="2682" y="21694"/>
                  <a:pt x="2828" y="21666"/>
                </a:cubicBezTo>
                <a:cubicBezTo>
                  <a:pt x="7718" y="20722"/>
                  <a:pt x="12008" y="18034"/>
                  <a:pt x="16354" y="15718"/>
                </a:cubicBezTo>
                <a:cubicBezTo>
                  <a:pt x="19364" y="14097"/>
                  <a:pt x="22445" y="12549"/>
                  <a:pt x="25458" y="10917"/>
                </a:cubicBezTo>
                <a:lnTo>
                  <a:pt x="25458" y="10917"/>
                </a:lnTo>
                <a:cubicBezTo>
                  <a:pt x="27706" y="18771"/>
                  <a:pt x="29975" y="26624"/>
                  <a:pt x="32198" y="34478"/>
                </a:cubicBezTo>
                <a:cubicBezTo>
                  <a:pt x="32709" y="36440"/>
                  <a:pt x="34469" y="37635"/>
                  <a:pt x="36324" y="37635"/>
                </a:cubicBezTo>
                <a:cubicBezTo>
                  <a:pt x="37065" y="37635"/>
                  <a:pt x="37820" y="37445"/>
                  <a:pt x="38518" y="37037"/>
                </a:cubicBezTo>
                <a:cubicBezTo>
                  <a:pt x="42207" y="34964"/>
                  <a:pt x="45968" y="32819"/>
                  <a:pt x="49714" y="30731"/>
                </a:cubicBezTo>
                <a:cubicBezTo>
                  <a:pt x="51330" y="29773"/>
                  <a:pt x="53532" y="27986"/>
                  <a:pt x="55319" y="27571"/>
                </a:cubicBezTo>
                <a:cubicBezTo>
                  <a:pt x="55870" y="27444"/>
                  <a:pt x="56186" y="27369"/>
                  <a:pt x="56408" y="27369"/>
                </a:cubicBezTo>
                <a:cubicBezTo>
                  <a:pt x="56809" y="27369"/>
                  <a:pt x="56905" y="27613"/>
                  <a:pt x="57521" y="28229"/>
                </a:cubicBezTo>
                <a:cubicBezTo>
                  <a:pt x="58293" y="29001"/>
                  <a:pt x="58708" y="30431"/>
                  <a:pt x="59194" y="31389"/>
                </a:cubicBezTo>
                <a:cubicBezTo>
                  <a:pt x="61096" y="35193"/>
                  <a:pt x="63069" y="39068"/>
                  <a:pt x="65028" y="42885"/>
                </a:cubicBezTo>
                <a:cubicBezTo>
                  <a:pt x="66930" y="46689"/>
                  <a:pt x="68488" y="51165"/>
                  <a:pt x="71520" y="54267"/>
                </a:cubicBezTo>
                <a:cubicBezTo>
                  <a:pt x="72352" y="55111"/>
                  <a:pt x="73284" y="55471"/>
                  <a:pt x="74183" y="55471"/>
                </a:cubicBezTo>
                <a:cubicBezTo>
                  <a:pt x="76513" y="55471"/>
                  <a:pt x="78615" y="53055"/>
                  <a:pt x="78140" y="50392"/>
                </a:cubicBezTo>
                <a:cubicBezTo>
                  <a:pt x="77239" y="45088"/>
                  <a:pt x="73250" y="39668"/>
                  <a:pt x="70805" y="34835"/>
                </a:cubicBezTo>
                <a:cubicBezTo>
                  <a:pt x="68431" y="30245"/>
                  <a:pt x="66458" y="24297"/>
                  <a:pt x="62712" y="20594"/>
                </a:cubicBezTo>
                <a:cubicBezTo>
                  <a:pt x="60979" y="18920"/>
                  <a:pt x="59070" y="18258"/>
                  <a:pt x="57108" y="18258"/>
                </a:cubicBezTo>
                <a:cubicBezTo>
                  <a:pt x="54812" y="18258"/>
                  <a:pt x="52444" y="19165"/>
                  <a:pt x="50200" y="20422"/>
                </a:cubicBezTo>
                <a:cubicBezTo>
                  <a:pt x="46442" y="22547"/>
                  <a:pt x="42712" y="24706"/>
                  <a:pt x="38970" y="26877"/>
                </a:cubicBezTo>
                <a:lnTo>
                  <a:pt x="38970" y="26877"/>
                </a:lnTo>
                <a:cubicBezTo>
                  <a:pt x="36753" y="18990"/>
                  <a:pt x="34554" y="11079"/>
                  <a:pt x="32326" y="3206"/>
                </a:cubicBezTo>
                <a:cubicBezTo>
                  <a:pt x="31756" y="1258"/>
                  <a:pt x="29909" y="0"/>
                  <a:pt x="2801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5"/>
          <p:cNvSpPr txBox="1">
            <a:spLocks noGrp="1"/>
          </p:cNvSpPr>
          <p:nvPr>
            <p:ph type="title"/>
          </p:nvPr>
        </p:nvSpPr>
        <p:spPr>
          <a:xfrm>
            <a:off x="3489850" y="365760"/>
            <a:ext cx="4827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 of a portfolio</a:t>
            </a:r>
            <a:endParaRPr/>
          </a:p>
        </p:txBody>
      </p:sp>
      <p:sp>
        <p:nvSpPr>
          <p:cNvPr id="436" name="Google Shape;436;p35"/>
          <p:cNvSpPr txBox="1">
            <a:spLocks noGrp="1"/>
          </p:cNvSpPr>
          <p:nvPr>
            <p:ph type="subTitle" idx="1"/>
          </p:nvPr>
        </p:nvSpPr>
        <p:spPr>
          <a:xfrm>
            <a:off x="3489850" y="1296425"/>
            <a:ext cx="4827900" cy="261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</a:pPr>
            <a:r>
              <a:rPr lang="en"/>
              <a:t>A portfolio is composed of three main elements:</a:t>
            </a:r>
            <a:endParaRPr/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b="1"/>
              <a:t>Content</a:t>
            </a:r>
            <a:r>
              <a:rPr lang="en"/>
              <a:t> - this includes the actual work you want to showcase and can be anything from writing samples to photographs or videos</a:t>
            </a:r>
            <a:endParaRPr/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b="1"/>
              <a:t>Design</a:t>
            </a:r>
            <a:r>
              <a:rPr lang="en"/>
              <a:t> - the design should reflect your personality and style while remaining professional. It should also make it easy to navigate the portfolio</a:t>
            </a:r>
            <a:endParaRPr/>
          </a:p>
          <a:p>
            <a:pPr marL="457200" lvl="0" indent="-304800" algn="l" rtl="0">
              <a:spcBef>
                <a:spcPts val="1000"/>
              </a:spcBef>
              <a:spcAft>
                <a:spcPts val="1000"/>
              </a:spcAft>
              <a:buSzPts val="1200"/>
              <a:buChar char="●"/>
            </a:pPr>
            <a:r>
              <a:rPr lang="en" b="1"/>
              <a:t>Summary</a:t>
            </a:r>
            <a:r>
              <a:rPr lang="en"/>
              <a:t> - a brief summary at the beginning of the portfolio will help provide an introduction to your work and give visitors a better understanding of yourself and what you have created</a:t>
            </a:r>
            <a:endParaRPr/>
          </a:p>
        </p:txBody>
      </p:sp>
      <p:grpSp>
        <p:nvGrpSpPr>
          <p:cNvPr id="438" name="Google Shape;438;p35"/>
          <p:cNvGrpSpPr/>
          <p:nvPr/>
        </p:nvGrpSpPr>
        <p:grpSpPr>
          <a:xfrm>
            <a:off x="-1175262" y="-429006"/>
            <a:ext cx="2620515" cy="2602088"/>
            <a:chOff x="-1175262" y="-429006"/>
            <a:chExt cx="2620515" cy="2602088"/>
          </a:xfrm>
        </p:grpSpPr>
        <p:sp>
          <p:nvSpPr>
            <p:cNvPr id="439" name="Google Shape;439;p35"/>
            <p:cNvSpPr/>
            <p:nvPr/>
          </p:nvSpPr>
          <p:spPr>
            <a:xfrm>
              <a:off x="-475336" y="-429006"/>
              <a:ext cx="1920589" cy="1044180"/>
            </a:xfrm>
            <a:custGeom>
              <a:avLst/>
              <a:gdLst/>
              <a:ahLst/>
              <a:cxnLst/>
              <a:rect l="l" t="t" r="r" b="b"/>
              <a:pathLst>
                <a:path w="86338" h="46940" extrusionOk="0">
                  <a:moveTo>
                    <a:pt x="21438" y="8862"/>
                  </a:moveTo>
                  <a:cubicBezTo>
                    <a:pt x="28773" y="8862"/>
                    <a:pt x="34921" y="16171"/>
                    <a:pt x="40509" y="20013"/>
                  </a:cubicBezTo>
                  <a:cubicBezTo>
                    <a:pt x="46002" y="23760"/>
                    <a:pt x="51630" y="25400"/>
                    <a:pt x="58007" y="25400"/>
                  </a:cubicBezTo>
                  <a:cubicBezTo>
                    <a:pt x="58834" y="25400"/>
                    <a:pt x="59674" y="25372"/>
                    <a:pt x="60528" y="25318"/>
                  </a:cubicBezTo>
                  <a:cubicBezTo>
                    <a:pt x="62537" y="25211"/>
                    <a:pt x="64815" y="24996"/>
                    <a:pt x="67096" y="24996"/>
                  </a:cubicBezTo>
                  <a:cubicBezTo>
                    <a:pt x="71180" y="24996"/>
                    <a:pt x="75276" y="25682"/>
                    <a:pt x="77872" y="28893"/>
                  </a:cubicBezTo>
                  <a:cubicBezTo>
                    <a:pt x="79717" y="31095"/>
                    <a:pt x="79474" y="33898"/>
                    <a:pt x="77815" y="36214"/>
                  </a:cubicBezTo>
                  <a:cubicBezTo>
                    <a:pt x="75613" y="39131"/>
                    <a:pt x="71967" y="40203"/>
                    <a:pt x="68463" y="40203"/>
                  </a:cubicBezTo>
                  <a:cubicBezTo>
                    <a:pt x="60242" y="40146"/>
                    <a:pt x="52792" y="35556"/>
                    <a:pt x="44684" y="34541"/>
                  </a:cubicBezTo>
                  <a:cubicBezTo>
                    <a:pt x="43279" y="34374"/>
                    <a:pt x="41862" y="34313"/>
                    <a:pt x="40439" y="34313"/>
                  </a:cubicBezTo>
                  <a:cubicBezTo>
                    <a:pt x="40321" y="34313"/>
                    <a:pt x="40203" y="34313"/>
                    <a:pt x="40086" y="34314"/>
                  </a:cubicBezTo>
                  <a:lnTo>
                    <a:pt x="40086" y="34314"/>
                  </a:lnTo>
                  <a:cubicBezTo>
                    <a:pt x="39892" y="34294"/>
                    <a:pt x="39699" y="34274"/>
                    <a:pt x="39508" y="34255"/>
                  </a:cubicBezTo>
                  <a:cubicBezTo>
                    <a:pt x="33488" y="33597"/>
                    <a:pt x="27111" y="33469"/>
                    <a:pt x="21277" y="31681"/>
                  </a:cubicBezTo>
                  <a:cubicBezTo>
                    <a:pt x="15843" y="30023"/>
                    <a:pt x="11625" y="25790"/>
                    <a:pt x="11196" y="19885"/>
                  </a:cubicBezTo>
                  <a:cubicBezTo>
                    <a:pt x="10910" y="14408"/>
                    <a:pt x="15371" y="9103"/>
                    <a:pt x="20919" y="8874"/>
                  </a:cubicBezTo>
                  <a:cubicBezTo>
                    <a:pt x="21093" y="8866"/>
                    <a:pt x="21266" y="8862"/>
                    <a:pt x="21438" y="8862"/>
                  </a:cubicBezTo>
                  <a:close/>
                  <a:moveTo>
                    <a:pt x="20535" y="0"/>
                  </a:moveTo>
                  <a:cubicBezTo>
                    <a:pt x="13755" y="0"/>
                    <a:pt x="7403" y="3704"/>
                    <a:pt x="3990" y="9761"/>
                  </a:cubicBezTo>
                  <a:cubicBezTo>
                    <a:pt x="0" y="16853"/>
                    <a:pt x="887" y="25490"/>
                    <a:pt x="5548" y="31981"/>
                  </a:cubicBezTo>
                  <a:cubicBezTo>
                    <a:pt x="10421" y="38865"/>
                    <a:pt x="18716" y="41868"/>
                    <a:pt x="26854" y="41868"/>
                  </a:cubicBezTo>
                  <a:cubicBezTo>
                    <a:pt x="27456" y="41868"/>
                    <a:pt x="28057" y="41852"/>
                    <a:pt x="28655" y="41819"/>
                  </a:cubicBezTo>
                  <a:cubicBezTo>
                    <a:pt x="31778" y="41649"/>
                    <a:pt x="34839" y="41250"/>
                    <a:pt x="37920" y="40922"/>
                  </a:cubicBezTo>
                  <a:lnTo>
                    <a:pt x="37920" y="40922"/>
                  </a:lnTo>
                  <a:cubicBezTo>
                    <a:pt x="40207" y="40952"/>
                    <a:pt x="42501" y="41059"/>
                    <a:pt x="44799" y="41404"/>
                  </a:cubicBezTo>
                  <a:cubicBezTo>
                    <a:pt x="52936" y="42545"/>
                    <a:pt x="60378" y="46939"/>
                    <a:pt x="68718" y="46939"/>
                  </a:cubicBezTo>
                  <a:cubicBezTo>
                    <a:pt x="69479" y="46939"/>
                    <a:pt x="70246" y="46903"/>
                    <a:pt x="71023" y="46824"/>
                  </a:cubicBezTo>
                  <a:cubicBezTo>
                    <a:pt x="78401" y="46109"/>
                    <a:pt x="85737" y="40690"/>
                    <a:pt x="86037" y="32754"/>
                  </a:cubicBezTo>
                  <a:cubicBezTo>
                    <a:pt x="86337" y="25375"/>
                    <a:pt x="79960" y="20542"/>
                    <a:pt x="73468" y="18641"/>
                  </a:cubicBezTo>
                  <a:cubicBezTo>
                    <a:pt x="65361" y="16195"/>
                    <a:pt x="56181" y="19055"/>
                    <a:pt x="48502" y="15009"/>
                  </a:cubicBezTo>
                  <a:cubicBezTo>
                    <a:pt x="39980" y="10590"/>
                    <a:pt x="34260" y="2497"/>
                    <a:pt x="24423" y="409"/>
                  </a:cubicBezTo>
                  <a:cubicBezTo>
                    <a:pt x="23123" y="134"/>
                    <a:pt x="21821" y="0"/>
                    <a:pt x="205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5"/>
            <p:cNvSpPr/>
            <p:nvPr/>
          </p:nvSpPr>
          <p:spPr>
            <a:xfrm rot="-648672">
              <a:off x="-1083571" y="839904"/>
              <a:ext cx="1599139" cy="1129641"/>
            </a:xfrm>
            <a:custGeom>
              <a:avLst/>
              <a:gdLst/>
              <a:ahLst/>
              <a:cxnLst/>
              <a:rect l="l" t="t" r="r" b="b"/>
              <a:pathLst>
                <a:path w="72982" h="51556" extrusionOk="0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5"/>
            <p:cNvSpPr/>
            <p:nvPr/>
          </p:nvSpPr>
          <p:spPr>
            <a:xfrm rot="733865">
              <a:off x="-180113" y="1448337"/>
              <a:ext cx="646703" cy="663775"/>
            </a:xfrm>
            <a:custGeom>
              <a:avLst/>
              <a:gdLst/>
              <a:ahLst/>
              <a:cxnLst/>
              <a:rect l="l" t="t" r="r" b="b"/>
              <a:pathLst>
                <a:path w="8523" h="8748" extrusionOk="0">
                  <a:moveTo>
                    <a:pt x="6861" y="0"/>
                  </a:moveTo>
                  <a:cubicBezTo>
                    <a:pt x="6190" y="0"/>
                    <a:pt x="5461" y="510"/>
                    <a:pt x="5363" y="1298"/>
                  </a:cubicBezTo>
                  <a:cubicBezTo>
                    <a:pt x="5306" y="2256"/>
                    <a:pt x="5420" y="3328"/>
                    <a:pt x="5477" y="4343"/>
                  </a:cubicBezTo>
                  <a:cubicBezTo>
                    <a:pt x="5477" y="4815"/>
                    <a:pt x="5534" y="5344"/>
                    <a:pt x="5534" y="5830"/>
                  </a:cubicBezTo>
                  <a:lnTo>
                    <a:pt x="3876" y="5830"/>
                  </a:lnTo>
                  <a:cubicBezTo>
                    <a:pt x="3262" y="5830"/>
                    <a:pt x="2627" y="5762"/>
                    <a:pt x="1997" y="5762"/>
                  </a:cubicBezTo>
                  <a:cubicBezTo>
                    <a:pt x="1584" y="5762"/>
                    <a:pt x="1174" y="5791"/>
                    <a:pt x="773" y="5888"/>
                  </a:cubicBezTo>
                  <a:cubicBezTo>
                    <a:pt x="472" y="6002"/>
                    <a:pt x="115" y="6302"/>
                    <a:pt x="58" y="6602"/>
                  </a:cubicBezTo>
                  <a:lnTo>
                    <a:pt x="58" y="6846"/>
                  </a:lnTo>
                  <a:lnTo>
                    <a:pt x="58" y="6903"/>
                  </a:lnTo>
                  <a:cubicBezTo>
                    <a:pt x="1" y="7203"/>
                    <a:pt x="301" y="7560"/>
                    <a:pt x="530" y="7732"/>
                  </a:cubicBezTo>
                  <a:cubicBezTo>
                    <a:pt x="1488" y="8275"/>
                    <a:pt x="2617" y="8390"/>
                    <a:pt x="3690" y="8561"/>
                  </a:cubicBezTo>
                  <a:cubicBezTo>
                    <a:pt x="4819" y="8747"/>
                    <a:pt x="5963" y="8747"/>
                    <a:pt x="7093" y="8747"/>
                  </a:cubicBezTo>
                  <a:cubicBezTo>
                    <a:pt x="7808" y="8747"/>
                    <a:pt x="8523" y="8090"/>
                    <a:pt x="8466" y="7317"/>
                  </a:cubicBezTo>
                  <a:cubicBezTo>
                    <a:pt x="8394" y="6245"/>
                    <a:pt x="8337" y="5173"/>
                    <a:pt x="8280" y="4157"/>
                  </a:cubicBezTo>
                  <a:cubicBezTo>
                    <a:pt x="8165" y="3085"/>
                    <a:pt x="8165" y="1955"/>
                    <a:pt x="7979" y="940"/>
                  </a:cubicBezTo>
                  <a:cubicBezTo>
                    <a:pt x="7827" y="282"/>
                    <a:pt x="7360" y="0"/>
                    <a:pt x="68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5"/>
            <p:cNvSpPr/>
            <p:nvPr/>
          </p:nvSpPr>
          <p:spPr>
            <a:xfrm>
              <a:off x="573577" y="699946"/>
              <a:ext cx="279300" cy="279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3" name="Google Shape;443;p35"/>
          <p:cNvSpPr/>
          <p:nvPr/>
        </p:nvSpPr>
        <p:spPr>
          <a:xfrm rot="6986443">
            <a:off x="7407955" y="3893913"/>
            <a:ext cx="606051" cy="745913"/>
          </a:xfrm>
          <a:custGeom>
            <a:avLst/>
            <a:gdLst/>
            <a:ahLst/>
            <a:cxnLst/>
            <a:rect l="l" t="t" r="r" b="b"/>
            <a:pathLst>
              <a:path w="12003" h="14773" extrusionOk="0">
                <a:moveTo>
                  <a:pt x="2808" y="1"/>
                </a:moveTo>
                <a:cubicBezTo>
                  <a:pt x="2045" y="1"/>
                  <a:pt x="1284" y="485"/>
                  <a:pt x="1016" y="1297"/>
                </a:cubicBezTo>
                <a:cubicBezTo>
                  <a:pt x="1" y="4271"/>
                  <a:pt x="358" y="7617"/>
                  <a:pt x="2146" y="10234"/>
                </a:cubicBezTo>
                <a:cubicBezTo>
                  <a:pt x="3089" y="11907"/>
                  <a:pt x="4519" y="13265"/>
                  <a:pt x="6435" y="14051"/>
                </a:cubicBezTo>
                <a:cubicBezTo>
                  <a:pt x="7451" y="14466"/>
                  <a:pt x="8523" y="14695"/>
                  <a:pt x="9524" y="14766"/>
                </a:cubicBezTo>
                <a:cubicBezTo>
                  <a:pt x="9575" y="14770"/>
                  <a:pt x="9625" y="14772"/>
                  <a:pt x="9674" y="14772"/>
                </a:cubicBezTo>
                <a:cubicBezTo>
                  <a:pt x="11091" y="14772"/>
                  <a:pt x="12002" y="13221"/>
                  <a:pt x="11311" y="11964"/>
                </a:cubicBezTo>
                <a:lnTo>
                  <a:pt x="11254" y="11964"/>
                </a:lnTo>
                <a:cubicBezTo>
                  <a:pt x="10954" y="11420"/>
                  <a:pt x="10425" y="11063"/>
                  <a:pt x="9824" y="11006"/>
                </a:cubicBezTo>
                <a:cubicBezTo>
                  <a:pt x="9653" y="11006"/>
                  <a:pt x="9524" y="11006"/>
                  <a:pt x="9410" y="10949"/>
                </a:cubicBezTo>
                <a:lnTo>
                  <a:pt x="9167" y="10949"/>
                </a:lnTo>
                <a:cubicBezTo>
                  <a:pt x="7737" y="10534"/>
                  <a:pt x="6493" y="9819"/>
                  <a:pt x="5592" y="8747"/>
                </a:cubicBezTo>
                <a:cubicBezTo>
                  <a:pt x="5477" y="8689"/>
                  <a:pt x="5420" y="8561"/>
                  <a:pt x="5363" y="8446"/>
                </a:cubicBezTo>
                <a:cubicBezTo>
                  <a:pt x="5234" y="8260"/>
                  <a:pt x="5120" y="8032"/>
                  <a:pt x="5063" y="7789"/>
                </a:cubicBezTo>
                <a:cubicBezTo>
                  <a:pt x="4405" y="6058"/>
                  <a:pt x="4462" y="4271"/>
                  <a:pt x="4877" y="2484"/>
                </a:cubicBezTo>
                <a:cubicBezTo>
                  <a:pt x="5006" y="1769"/>
                  <a:pt x="4762" y="1111"/>
                  <a:pt x="4233" y="639"/>
                </a:cubicBezTo>
                <a:cubicBezTo>
                  <a:pt x="4162" y="582"/>
                  <a:pt x="4105" y="525"/>
                  <a:pt x="3990" y="467"/>
                </a:cubicBezTo>
                <a:cubicBezTo>
                  <a:pt x="3650" y="148"/>
                  <a:pt x="3229" y="1"/>
                  <a:pt x="280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Рисунок 1"/>
          <p:cNvSpPr>
            <a:spLocks noGrp="1"/>
          </p:cNvSpPr>
          <p:nvPr>
            <p:ph type="pic" idx="2"/>
          </p:nvPr>
        </p:nvSpPr>
        <p:spPr/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6"/>
          <p:cNvSpPr/>
          <p:nvPr/>
        </p:nvSpPr>
        <p:spPr>
          <a:xfrm rot="-7091837">
            <a:off x="5947891" y="4067273"/>
            <a:ext cx="711190" cy="1771232"/>
          </a:xfrm>
          <a:custGeom>
            <a:avLst/>
            <a:gdLst/>
            <a:ahLst/>
            <a:cxnLst/>
            <a:rect l="l" t="t" r="r" b="b"/>
            <a:pathLst>
              <a:path w="18776" h="46762" extrusionOk="0">
                <a:moveTo>
                  <a:pt x="6789" y="1"/>
                </a:moveTo>
                <a:cubicBezTo>
                  <a:pt x="3426" y="1"/>
                  <a:pt x="2347" y="5490"/>
                  <a:pt x="6078" y="6724"/>
                </a:cubicBezTo>
                <a:cubicBezTo>
                  <a:pt x="7565" y="7211"/>
                  <a:pt x="7150" y="8640"/>
                  <a:pt x="6135" y="9355"/>
                </a:cubicBezTo>
                <a:cubicBezTo>
                  <a:pt x="4176" y="10657"/>
                  <a:pt x="2260" y="11500"/>
                  <a:pt x="1259" y="13702"/>
                </a:cubicBezTo>
                <a:cubicBezTo>
                  <a:pt x="1" y="16319"/>
                  <a:pt x="716" y="19422"/>
                  <a:pt x="2389" y="21681"/>
                </a:cubicBezTo>
                <a:cubicBezTo>
                  <a:pt x="4047" y="23826"/>
                  <a:pt x="6435" y="24841"/>
                  <a:pt x="8408" y="26629"/>
                </a:cubicBezTo>
                <a:cubicBezTo>
                  <a:pt x="9896" y="28058"/>
                  <a:pt x="9409" y="28959"/>
                  <a:pt x="8337" y="30561"/>
                </a:cubicBezTo>
                <a:cubicBezTo>
                  <a:pt x="7036" y="32648"/>
                  <a:pt x="5720" y="34793"/>
                  <a:pt x="5720" y="37353"/>
                </a:cubicBezTo>
                <a:cubicBezTo>
                  <a:pt x="5771" y="41864"/>
                  <a:pt x="10603" y="46761"/>
                  <a:pt x="15328" y="46761"/>
                </a:cubicBezTo>
                <a:cubicBezTo>
                  <a:pt x="15905" y="46761"/>
                  <a:pt x="16480" y="46688"/>
                  <a:pt x="17045" y="46533"/>
                </a:cubicBezTo>
                <a:cubicBezTo>
                  <a:pt x="18232" y="46175"/>
                  <a:pt x="18775" y="44802"/>
                  <a:pt x="18175" y="43673"/>
                </a:cubicBezTo>
                <a:cubicBezTo>
                  <a:pt x="16916" y="41399"/>
                  <a:pt x="13885" y="40813"/>
                  <a:pt x="12698" y="38425"/>
                </a:cubicBezTo>
                <a:cubicBezTo>
                  <a:pt x="11854" y="36695"/>
                  <a:pt x="13227" y="35322"/>
                  <a:pt x="14185" y="33964"/>
                </a:cubicBezTo>
                <a:cubicBezTo>
                  <a:pt x="15615" y="31748"/>
                  <a:pt x="16559" y="29317"/>
                  <a:pt x="16030" y="26686"/>
                </a:cubicBezTo>
                <a:cubicBezTo>
                  <a:pt x="15429" y="24012"/>
                  <a:pt x="13470" y="21981"/>
                  <a:pt x="11325" y="20437"/>
                </a:cubicBezTo>
                <a:cubicBezTo>
                  <a:pt x="10425" y="19779"/>
                  <a:pt x="6850" y="17749"/>
                  <a:pt x="7265" y="16619"/>
                </a:cubicBezTo>
                <a:cubicBezTo>
                  <a:pt x="7450" y="16090"/>
                  <a:pt x="8580" y="15733"/>
                  <a:pt x="9052" y="15432"/>
                </a:cubicBezTo>
                <a:cubicBezTo>
                  <a:pt x="10196" y="14775"/>
                  <a:pt x="11197" y="14060"/>
                  <a:pt x="12040" y="13045"/>
                </a:cubicBezTo>
                <a:cubicBezTo>
                  <a:pt x="15729" y="8397"/>
                  <a:pt x="13284" y="1963"/>
                  <a:pt x="7865" y="176"/>
                </a:cubicBezTo>
                <a:cubicBezTo>
                  <a:pt x="7485" y="56"/>
                  <a:pt x="7126" y="1"/>
                  <a:pt x="678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36"/>
          <p:cNvSpPr txBox="1">
            <a:spLocks noGrp="1"/>
          </p:cNvSpPr>
          <p:nvPr>
            <p:ph type="title"/>
          </p:nvPr>
        </p:nvSpPr>
        <p:spPr>
          <a:xfrm>
            <a:off x="948600" y="365760"/>
            <a:ext cx="748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should include in your portfolio…</a:t>
            </a:r>
            <a:endParaRPr/>
          </a:p>
        </p:txBody>
      </p:sp>
      <p:sp>
        <p:nvSpPr>
          <p:cNvPr id="450" name="Google Shape;450;p36"/>
          <p:cNvSpPr txBox="1">
            <a:spLocks noGrp="1"/>
          </p:cNvSpPr>
          <p:nvPr>
            <p:ph type="subTitle" idx="4"/>
          </p:nvPr>
        </p:nvSpPr>
        <p:spPr>
          <a:xfrm>
            <a:off x="713225" y="2270600"/>
            <a:ext cx="2435100" cy="45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 samples</a:t>
            </a:r>
            <a:endParaRPr/>
          </a:p>
        </p:txBody>
      </p:sp>
      <p:sp>
        <p:nvSpPr>
          <p:cNvPr id="451" name="Google Shape;451;p36"/>
          <p:cNvSpPr txBox="1">
            <a:spLocks noGrp="1"/>
          </p:cNvSpPr>
          <p:nvPr>
            <p:ph type="subTitle" idx="5"/>
          </p:nvPr>
        </p:nvSpPr>
        <p:spPr>
          <a:xfrm>
            <a:off x="3354425" y="2270600"/>
            <a:ext cx="2435100" cy="45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Skills</a:t>
            </a:r>
            <a:endParaRPr/>
          </a:p>
        </p:txBody>
      </p:sp>
      <p:sp>
        <p:nvSpPr>
          <p:cNvPr id="452" name="Google Shape;452;p36"/>
          <p:cNvSpPr txBox="1">
            <a:spLocks noGrp="1"/>
          </p:cNvSpPr>
          <p:nvPr>
            <p:ph type="subTitle" idx="1"/>
          </p:nvPr>
        </p:nvSpPr>
        <p:spPr>
          <a:xfrm>
            <a:off x="713225" y="2644574"/>
            <a:ext cx="2435100" cy="107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 samples can be anything from graphics to writing, videos or websites that showcase your design, development or the writing skills you have</a:t>
            </a:r>
            <a:endParaRPr/>
          </a:p>
        </p:txBody>
      </p:sp>
      <p:sp>
        <p:nvSpPr>
          <p:cNvPr id="453" name="Google Shape;453;p36"/>
          <p:cNvSpPr txBox="1">
            <a:spLocks noGrp="1"/>
          </p:cNvSpPr>
          <p:nvPr>
            <p:ph type="subTitle" idx="2"/>
          </p:nvPr>
        </p:nvSpPr>
        <p:spPr>
          <a:xfrm>
            <a:off x="3354422" y="2644574"/>
            <a:ext cx="2435100" cy="107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Skills and qualifications are the credentials you have that show employers your experience and abilities in various areas related to your field</a:t>
            </a:r>
            <a:endParaRPr/>
          </a:p>
        </p:txBody>
      </p:sp>
      <p:sp>
        <p:nvSpPr>
          <p:cNvPr id="454" name="Google Shape;454;p36"/>
          <p:cNvSpPr txBox="1">
            <a:spLocks noGrp="1"/>
          </p:cNvSpPr>
          <p:nvPr>
            <p:ph type="subTitle" idx="3"/>
          </p:nvPr>
        </p:nvSpPr>
        <p:spPr>
          <a:xfrm>
            <a:off x="5995619" y="2644575"/>
            <a:ext cx="2435100" cy="107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overview of past project or other accomplishments as well as a summary of relevant knowledge and skills gained over the course of your career</a:t>
            </a:r>
            <a:endParaRPr/>
          </a:p>
        </p:txBody>
      </p:sp>
      <p:sp>
        <p:nvSpPr>
          <p:cNvPr id="455" name="Google Shape;455;p36"/>
          <p:cNvSpPr txBox="1">
            <a:spLocks noGrp="1"/>
          </p:cNvSpPr>
          <p:nvPr>
            <p:ph type="subTitle" idx="6"/>
          </p:nvPr>
        </p:nvSpPr>
        <p:spPr>
          <a:xfrm>
            <a:off x="5995618" y="2270600"/>
            <a:ext cx="2435100" cy="45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Narrative</a:t>
            </a:r>
            <a:endParaRPr/>
          </a:p>
        </p:txBody>
      </p:sp>
      <p:grpSp>
        <p:nvGrpSpPr>
          <p:cNvPr id="456" name="Google Shape;456;p36"/>
          <p:cNvGrpSpPr/>
          <p:nvPr/>
        </p:nvGrpSpPr>
        <p:grpSpPr>
          <a:xfrm>
            <a:off x="956245" y="1819722"/>
            <a:ext cx="381760" cy="381239"/>
            <a:chOff x="1475445" y="4222759"/>
            <a:chExt cx="381760" cy="381239"/>
          </a:xfrm>
        </p:grpSpPr>
        <p:sp>
          <p:nvSpPr>
            <p:cNvPr id="457" name="Google Shape;457;p36"/>
            <p:cNvSpPr/>
            <p:nvPr/>
          </p:nvSpPr>
          <p:spPr>
            <a:xfrm>
              <a:off x="1475445" y="4273302"/>
              <a:ext cx="381760" cy="330696"/>
            </a:xfrm>
            <a:custGeom>
              <a:avLst/>
              <a:gdLst/>
              <a:ahLst/>
              <a:cxnLst/>
              <a:rect l="l" t="t" r="r" b="b"/>
              <a:pathLst>
                <a:path w="4396" h="3808" extrusionOk="0">
                  <a:moveTo>
                    <a:pt x="620" y="253"/>
                  </a:moveTo>
                  <a:cubicBezTo>
                    <a:pt x="635" y="253"/>
                    <a:pt x="649" y="254"/>
                    <a:pt x="664" y="256"/>
                  </a:cubicBezTo>
                  <a:cubicBezTo>
                    <a:pt x="873" y="256"/>
                    <a:pt x="1025" y="437"/>
                    <a:pt x="1025" y="646"/>
                  </a:cubicBezTo>
                  <a:lnTo>
                    <a:pt x="1025" y="2154"/>
                  </a:lnTo>
                  <a:cubicBezTo>
                    <a:pt x="931" y="2060"/>
                    <a:pt x="787" y="2003"/>
                    <a:pt x="635" y="2003"/>
                  </a:cubicBezTo>
                  <a:cubicBezTo>
                    <a:pt x="512" y="2003"/>
                    <a:pt x="361" y="2060"/>
                    <a:pt x="274" y="2154"/>
                  </a:cubicBezTo>
                  <a:lnTo>
                    <a:pt x="274" y="646"/>
                  </a:lnTo>
                  <a:cubicBezTo>
                    <a:pt x="274" y="424"/>
                    <a:pt x="430" y="253"/>
                    <a:pt x="620" y="253"/>
                  </a:cubicBezTo>
                  <a:close/>
                  <a:moveTo>
                    <a:pt x="787" y="2306"/>
                  </a:moveTo>
                  <a:cubicBezTo>
                    <a:pt x="931" y="2335"/>
                    <a:pt x="1025" y="2486"/>
                    <a:pt x="1025" y="2667"/>
                  </a:cubicBezTo>
                  <a:cubicBezTo>
                    <a:pt x="1025" y="2811"/>
                    <a:pt x="931" y="2963"/>
                    <a:pt x="787" y="3028"/>
                  </a:cubicBezTo>
                  <a:lnTo>
                    <a:pt x="787" y="2306"/>
                  </a:lnTo>
                  <a:close/>
                  <a:moveTo>
                    <a:pt x="4150" y="769"/>
                  </a:moveTo>
                  <a:lnTo>
                    <a:pt x="4150" y="3056"/>
                  </a:lnTo>
                  <a:lnTo>
                    <a:pt x="1148" y="3056"/>
                  </a:lnTo>
                  <a:cubicBezTo>
                    <a:pt x="1234" y="2934"/>
                    <a:pt x="1292" y="2811"/>
                    <a:pt x="1292" y="2667"/>
                  </a:cubicBezTo>
                  <a:lnTo>
                    <a:pt x="1292" y="769"/>
                  </a:lnTo>
                  <a:close/>
                  <a:moveTo>
                    <a:pt x="512" y="2306"/>
                  </a:moveTo>
                  <a:lnTo>
                    <a:pt x="512" y="3172"/>
                  </a:lnTo>
                  <a:cubicBezTo>
                    <a:pt x="512" y="3237"/>
                    <a:pt x="570" y="3295"/>
                    <a:pt x="635" y="3295"/>
                  </a:cubicBezTo>
                  <a:lnTo>
                    <a:pt x="3609" y="3295"/>
                  </a:lnTo>
                  <a:lnTo>
                    <a:pt x="3609" y="3569"/>
                  </a:lnTo>
                  <a:lnTo>
                    <a:pt x="787" y="3569"/>
                  </a:lnTo>
                  <a:cubicBezTo>
                    <a:pt x="484" y="3569"/>
                    <a:pt x="274" y="3324"/>
                    <a:pt x="274" y="3056"/>
                  </a:cubicBezTo>
                  <a:lnTo>
                    <a:pt x="274" y="2667"/>
                  </a:lnTo>
                  <a:cubicBezTo>
                    <a:pt x="274" y="2486"/>
                    <a:pt x="361" y="2335"/>
                    <a:pt x="512" y="2306"/>
                  </a:cubicBezTo>
                  <a:close/>
                  <a:moveTo>
                    <a:pt x="640" y="0"/>
                  </a:moveTo>
                  <a:cubicBezTo>
                    <a:pt x="487" y="0"/>
                    <a:pt x="319" y="51"/>
                    <a:pt x="152" y="169"/>
                  </a:cubicBezTo>
                  <a:cubicBezTo>
                    <a:pt x="65" y="256"/>
                    <a:pt x="0" y="408"/>
                    <a:pt x="0" y="530"/>
                  </a:cubicBezTo>
                  <a:lnTo>
                    <a:pt x="0" y="3295"/>
                  </a:lnTo>
                  <a:cubicBezTo>
                    <a:pt x="0" y="3598"/>
                    <a:pt x="245" y="3807"/>
                    <a:pt x="512" y="3807"/>
                  </a:cubicBezTo>
                  <a:lnTo>
                    <a:pt x="3789" y="3807"/>
                  </a:lnTo>
                  <a:cubicBezTo>
                    <a:pt x="3854" y="3807"/>
                    <a:pt x="3883" y="3778"/>
                    <a:pt x="3883" y="3713"/>
                  </a:cubicBezTo>
                  <a:lnTo>
                    <a:pt x="3883" y="3295"/>
                  </a:lnTo>
                  <a:lnTo>
                    <a:pt x="4273" y="3295"/>
                  </a:lnTo>
                  <a:cubicBezTo>
                    <a:pt x="4331" y="3295"/>
                    <a:pt x="4396" y="3237"/>
                    <a:pt x="4396" y="3172"/>
                  </a:cubicBezTo>
                  <a:lnTo>
                    <a:pt x="4396" y="646"/>
                  </a:lnTo>
                  <a:cubicBezTo>
                    <a:pt x="4396" y="559"/>
                    <a:pt x="4331" y="501"/>
                    <a:pt x="4273" y="501"/>
                  </a:cubicBezTo>
                  <a:lnTo>
                    <a:pt x="1263" y="501"/>
                  </a:lnTo>
                  <a:cubicBezTo>
                    <a:pt x="1205" y="215"/>
                    <a:pt x="954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6"/>
            <p:cNvSpPr/>
            <p:nvPr/>
          </p:nvSpPr>
          <p:spPr>
            <a:xfrm>
              <a:off x="1637754" y="4362924"/>
              <a:ext cx="146156" cy="152061"/>
            </a:xfrm>
            <a:custGeom>
              <a:avLst/>
              <a:gdLst/>
              <a:ahLst/>
              <a:cxnLst/>
              <a:rect l="l" t="t" r="r" b="b"/>
              <a:pathLst>
                <a:path w="1683" h="1751" extrusionOk="0">
                  <a:moveTo>
                    <a:pt x="1083" y="458"/>
                  </a:moveTo>
                  <a:cubicBezTo>
                    <a:pt x="1263" y="458"/>
                    <a:pt x="1444" y="610"/>
                    <a:pt x="1444" y="819"/>
                  </a:cubicBezTo>
                  <a:cubicBezTo>
                    <a:pt x="1444" y="942"/>
                    <a:pt x="1379" y="1122"/>
                    <a:pt x="1292" y="1274"/>
                  </a:cubicBezTo>
                  <a:cubicBezTo>
                    <a:pt x="1227" y="1389"/>
                    <a:pt x="1141" y="1483"/>
                    <a:pt x="1083" y="1483"/>
                  </a:cubicBezTo>
                  <a:cubicBezTo>
                    <a:pt x="1018" y="1483"/>
                    <a:pt x="960" y="1483"/>
                    <a:pt x="903" y="1454"/>
                  </a:cubicBezTo>
                  <a:lnTo>
                    <a:pt x="780" y="1454"/>
                  </a:lnTo>
                  <a:cubicBezTo>
                    <a:pt x="722" y="1483"/>
                    <a:pt x="686" y="1483"/>
                    <a:pt x="628" y="1483"/>
                  </a:cubicBezTo>
                  <a:cubicBezTo>
                    <a:pt x="542" y="1483"/>
                    <a:pt x="448" y="1389"/>
                    <a:pt x="390" y="1274"/>
                  </a:cubicBezTo>
                  <a:cubicBezTo>
                    <a:pt x="296" y="1122"/>
                    <a:pt x="267" y="942"/>
                    <a:pt x="267" y="819"/>
                  </a:cubicBezTo>
                  <a:cubicBezTo>
                    <a:pt x="267" y="610"/>
                    <a:pt x="419" y="458"/>
                    <a:pt x="628" y="458"/>
                  </a:cubicBezTo>
                  <a:cubicBezTo>
                    <a:pt x="686" y="458"/>
                    <a:pt x="722" y="458"/>
                    <a:pt x="780" y="487"/>
                  </a:cubicBezTo>
                  <a:cubicBezTo>
                    <a:pt x="794" y="502"/>
                    <a:pt x="816" y="509"/>
                    <a:pt x="839" y="509"/>
                  </a:cubicBezTo>
                  <a:cubicBezTo>
                    <a:pt x="861" y="509"/>
                    <a:pt x="885" y="502"/>
                    <a:pt x="903" y="487"/>
                  </a:cubicBezTo>
                  <a:cubicBezTo>
                    <a:pt x="960" y="458"/>
                    <a:pt x="1018" y="458"/>
                    <a:pt x="1083" y="458"/>
                  </a:cubicBezTo>
                  <a:close/>
                  <a:moveTo>
                    <a:pt x="820" y="1"/>
                  </a:moveTo>
                  <a:cubicBezTo>
                    <a:pt x="760" y="1"/>
                    <a:pt x="722" y="56"/>
                    <a:pt x="722" y="126"/>
                  </a:cubicBezTo>
                  <a:lnTo>
                    <a:pt x="722" y="191"/>
                  </a:lnTo>
                  <a:lnTo>
                    <a:pt x="628" y="191"/>
                  </a:lnTo>
                  <a:cubicBezTo>
                    <a:pt x="267" y="191"/>
                    <a:pt x="0" y="458"/>
                    <a:pt x="0" y="819"/>
                  </a:cubicBezTo>
                  <a:cubicBezTo>
                    <a:pt x="0" y="971"/>
                    <a:pt x="58" y="1180"/>
                    <a:pt x="145" y="1389"/>
                  </a:cubicBezTo>
                  <a:cubicBezTo>
                    <a:pt x="267" y="1635"/>
                    <a:pt x="448" y="1750"/>
                    <a:pt x="628" y="1750"/>
                  </a:cubicBezTo>
                  <a:cubicBezTo>
                    <a:pt x="686" y="1750"/>
                    <a:pt x="780" y="1721"/>
                    <a:pt x="838" y="1721"/>
                  </a:cubicBezTo>
                  <a:cubicBezTo>
                    <a:pt x="931" y="1721"/>
                    <a:pt x="989" y="1750"/>
                    <a:pt x="1083" y="1750"/>
                  </a:cubicBezTo>
                  <a:cubicBezTo>
                    <a:pt x="1227" y="1750"/>
                    <a:pt x="1408" y="1635"/>
                    <a:pt x="1531" y="1389"/>
                  </a:cubicBezTo>
                  <a:cubicBezTo>
                    <a:pt x="1624" y="1180"/>
                    <a:pt x="1682" y="971"/>
                    <a:pt x="1682" y="819"/>
                  </a:cubicBezTo>
                  <a:cubicBezTo>
                    <a:pt x="1682" y="458"/>
                    <a:pt x="1408" y="191"/>
                    <a:pt x="1083" y="191"/>
                  </a:cubicBezTo>
                  <a:lnTo>
                    <a:pt x="960" y="191"/>
                  </a:lnTo>
                  <a:lnTo>
                    <a:pt x="960" y="126"/>
                  </a:lnTo>
                  <a:cubicBezTo>
                    <a:pt x="960" y="69"/>
                    <a:pt x="931" y="11"/>
                    <a:pt x="866" y="11"/>
                  </a:cubicBezTo>
                  <a:cubicBezTo>
                    <a:pt x="850" y="4"/>
                    <a:pt x="834" y="1"/>
                    <a:pt x="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6"/>
            <p:cNvSpPr/>
            <p:nvPr/>
          </p:nvSpPr>
          <p:spPr>
            <a:xfrm>
              <a:off x="1577572" y="4222759"/>
              <a:ext cx="279633" cy="72861"/>
            </a:xfrm>
            <a:custGeom>
              <a:avLst/>
              <a:gdLst/>
              <a:ahLst/>
              <a:cxnLst/>
              <a:rect l="l" t="t" r="r" b="b"/>
              <a:pathLst>
                <a:path w="3220" h="839" extrusionOk="0">
                  <a:moveTo>
                    <a:pt x="693" y="326"/>
                  </a:moveTo>
                  <a:lnTo>
                    <a:pt x="693" y="506"/>
                  </a:lnTo>
                  <a:lnTo>
                    <a:pt x="477" y="419"/>
                  </a:lnTo>
                  <a:lnTo>
                    <a:pt x="693" y="326"/>
                  </a:lnTo>
                  <a:close/>
                  <a:moveTo>
                    <a:pt x="2433" y="268"/>
                  </a:moveTo>
                  <a:lnTo>
                    <a:pt x="2433" y="571"/>
                  </a:lnTo>
                  <a:lnTo>
                    <a:pt x="960" y="571"/>
                  </a:lnTo>
                  <a:lnTo>
                    <a:pt x="960" y="268"/>
                  </a:lnTo>
                  <a:close/>
                  <a:moveTo>
                    <a:pt x="2974" y="268"/>
                  </a:moveTo>
                  <a:lnTo>
                    <a:pt x="2974" y="571"/>
                  </a:lnTo>
                  <a:lnTo>
                    <a:pt x="2707" y="571"/>
                  </a:lnTo>
                  <a:lnTo>
                    <a:pt x="2707" y="268"/>
                  </a:lnTo>
                  <a:close/>
                  <a:moveTo>
                    <a:pt x="780" y="1"/>
                  </a:moveTo>
                  <a:lnTo>
                    <a:pt x="87" y="297"/>
                  </a:lnTo>
                  <a:cubicBezTo>
                    <a:pt x="29" y="297"/>
                    <a:pt x="0" y="362"/>
                    <a:pt x="0" y="391"/>
                  </a:cubicBezTo>
                  <a:cubicBezTo>
                    <a:pt x="0" y="448"/>
                    <a:pt x="29" y="506"/>
                    <a:pt x="87" y="542"/>
                  </a:cubicBezTo>
                  <a:lnTo>
                    <a:pt x="780" y="809"/>
                  </a:lnTo>
                  <a:cubicBezTo>
                    <a:pt x="780" y="838"/>
                    <a:pt x="809" y="838"/>
                    <a:pt x="809" y="838"/>
                  </a:cubicBezTo>
                  <a:lnTo>
                    <a:pt x="3097" y="838"/>
                  </a:lnTo>
                  <a:cubicBezTo>
                    <a:pt x="3155" y="838"/>
                    <a:pt x="3220" y="780"/>
                    <a:pt x="3220" y="723"/>
                  </a:cubicBezTo>
                  <a:lnTo>
                    <a:pt x="3220" y="116"/>
                  </a:lnTo>
                  <a:cubicBezTo>
                    <a:pt x="3220" y="59"/>
                    <a:pt x="3155" y="1"/>
                    <a:pt x="3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0" name="Google Shape;460;p36"/>
          <p:cNvGrpSpPr/>
          <p:nvPr/>
        </p:nvGrpSpPr>
        <p:grpSpPr>
          <a:xfrm>
            <a:off x="6044524" y="1852332"/>
            <a:ext cx="381152" cy="316020"/>
            <a:chOff x="1496721" y="3616680"/>
            <a:chExt cx="381152" cy="316020"/>
          </a:xfrm>
        </p:grpSpPr>
        <p:sp>
          <p:nvSpPr>
            <p:cNvPr id="461" name="Google Shape;461;p36"/>
            <p:cNvSpPr/>
            <p:nvPr/>
          </p:nvSpPr>
          <p:spPr>
            <a:xfrm>
              <a:off x="1496721" y="3616680"/>
              <a:ext cx="381152" cy="316020"/>
            </a:xfrm>
            <a:custGeom>
              <a:avLst/>
              <a:gdLst/>
              <a:ahLst/>
              <a:cxnLst/>
              <a:rect l="l" t="t" r="r" b="b"/>
              <a:pathLst>
                <a:path w="4389" h="3639" extrusionOk="0">
                  <a:moveTo>
                    <a:pt x="3609" y="268"/>
                  </a:moveTo>
                  <a:lnTo>
                    <a:pt x="3609" y="1054"/>
                  </a:lnTo>
                  <a:lnTo>
                    <a:pt x="3544" y="1025"/>
                  </a:lnTo>
                  <a:cubicBezTo>
                    <a:pt x="3515" y="1007"/>
                    <a:pt x="3494" y="998"/>
                    <a:pt x="3476" y="998"/>
                  </a:cubicBezTo>
                  <a:cubicBezTo>
                    <a:pt x="3458" y="998"/>
                    <a:pt x="3443" y="1007"/>
                    <a:pt x="3429" y="1025"/>
                  </a:cubicBezTo>
                  <a:lnTo>
                    <a:pt x="3364" y="1054"/>
                  </a:lnTo>
                  <a:lnTo>
                    <a:pt x="3364" y="268"/>
                  </a:lnTo>
                  <a:close/>
                  <a:moveTo>
                    <a:pt x="1805" y="268"/>
                  </a:moveTo>
                  <a:cubicBezTo>
                    <a:pt x="1949" y="268"/>
                    <a:pt x="2072" y="390"/>
                    <a:pt x="2072" y="513"/>
                  </a:cubicBezTo>
                  <a:lnTo>
                    <a:pt x="2072" y="2830"/>
                  </a:lnTo>
                  <a:cubicBezTo>
                    <a:pt x="1985" y="2765"/>
                    <a:pt x="1891" y="2736"/>
                    <a:pt x="1805" y="2736"/>
                  </a:cubicBezTo>
                  <a:lnTo>
                    <a:pt x="267" y="2736"/>
                  </a:lnTo>
                  <a:lnTo>
                    <a:pt x="267" y="268"/>
                  </a:lnTo>
                  <a:close/>
                  <a:moveTo>
                    <a:pt x="4151" y="268"/>
                  </a:moveTo>
                  <a:lnTo>
                    <a:pt x="4151" y="2736"/>
                  </a:lnTo>
                  <a:lnTo>
                    <a:pt x="2584" y="2736"/>
                  </a:lnTo>
                  <a:cubicBezTo>
                    <a:pt x="2490" y="2736"/>
                    <a:pt x="2404" y="2765"/>
                    <a:pt x="2310" y="2830"/>
                  </a:cubicBezTo>
                  <a:lnTo>
                    <a:pt x="2310" y="513"/>
                  </a:lnTo>
                  <a:cubicBezTo>
                    <a:pt x="2310" y="390"/>
                    <a:pt x="2433" y="268"/>
                    <a:pt x="2584" y="268"/>
                  </a:cubicBezTo>
                  <a:lnTo>
                    <a:pt x="3097" y="268"/>
                  </a:lnTo>
                  <a:lnTo>
                    <a:pt x="3097" y="1264"/>
                  </a:lnTo>
                  <a:cubicBezTo>
                    <a:pt x="3097" y="1292"/>
                    <a:pt x="3126" y="1321"/>
                    <a:pt x="3155" y="1350"/>
                  </a:cubicBezTo>
                  <a:cubicBezTo>
                    <a:pt x="3169" y="1368"/>
                    <a:pt x="3192" y="1377"/>
                    <a:pt x="3216" y="1377"/>
                  </a:cubicBezTo>
                  <a:cubicBezTo>
                    <a:pt x="3239" y="1377"/>
                    <a:pt x="3263" y="1368"/>
                    <a:pt x="3277" y="1350"/>
                  </a:cubicBezTo>
                  <a:lnTo>
                    <a:pt x="3487" y="1264"/>
                  </a:lnTo>
                  <a:lnTo>
                    <a:pt x="3696" y="1350"/>
                  </a:lnTo>
                  <a:cubicBezTo>
                    <a:pt x="3696" y="1386"/>
                    <a:pt x="3725" y="1386"/>
                    <a:pt x="3725" y="1386"/>
                  </a:cubicBezTo>
                  <a:cubicBezTo>
                    <a:pt x="3790" y="1386"/>
                    <a:pt x="3819" y="1350"/>
                    <a:pt x="3847" y="1321"/>
                  </a:cubicBezTo>
                  <a:cubicBezTo>
                    <a:pt x="3847" y="1292"/>
                    <a:pt x="3876" y="1264"/>
                    <a:pt x="3876" y="1235"/>
                  </a:cubicBezTo>
                  <a:lnTo>
                    <a:pt x="3876" y="268"/>
                  </a:lnTo>
                  <a:close/>
                  <a:moveTo>
                    <a:pt x="1805" y="3010"/>
                  </a:moveTo>
                  <a:cubicBezTo>
                    <a:pt x="1949" y="3010"/>
                    <a:pt x="2072" y="3126"/>
                    <a:pt x="2072" y="3277"/>
                  </a:cubicBezTo>
                  <a:lnTo>
                    <a:pt x="2072" y="3400"/>
                  </a:lnTo>
                  <a:lnTo>
                    <a:pt x="267" y="3400"/>
                  </a:lnTo>
                  <a:lnTo>
                    <a:pt x="267" y="3010"/>
                  </a:lnTo>
                  <a:close/>
                  <a:moveTo>
                    <a:pt x="4151" y="3010"/>
                  </a:moveTo>
                  <a:lnTo>
                    <a:pt x="4151" y="3400"/>
                  </a:lnTo>
                  <a:lnTo>
                    <a:pt x="2310" y="3400"/>
                  </a:lnTo>
                  <a:lnTo>
                    <a:pt x="2310" y="3277"/>
                  </a:lnTo>
                  <a:cubicBezTo>
                    <a:pt x="2310" y="3126"/>
                    <a:pt x="2433" y="3010"/>
                    <a:pt x="2584" y="3010"/>
                  </a:cubicBezTo>
                  <a:close/>
                  <a:moveTo>
                    <a:pt x="116" y="0"/>
                  </a:moveTo>
                  <a:cubicBezTo>
                    <a:pt x="58" y="0"/>
                    <a:pt x="0" y="58"/>
                    <a:pt x="0" y="123"/>
                  </a:cubicBezTo>
                  <a:lnTo>
                    <a:pt x="0" y="3515"/>
                  </a:lnTo>
                  <a:cubicBezTo>
                    <a:pt x="0" y="3609"/>
                    <a:pt x="58" y="3638"/>
                    <a:pt x="116" y="3638"/>
                  </a:cubicBezTo>
                  <a:lnTo>
                    <a:pt x="4266" y="3638"/>
                  </a:lnTo>
                  <a:cubicBezTo>
                    <a:pt x="4331" y="3638"/>
                    <a:pt x="4389" y="3609"/>
                    <a:pt x="4389" y="3515"/>
                  </a:cubicBezTo>
                  <a:lnTo>
                    <a:pt x="4389" y="123"/>
                  </a:lnTo>
                  <a:cubicBezTo>
                    <a:pt x="4389" y="58"/>
                    <a:pt x="4331" y="0"/>
                    <a:pt x="4266" y="0"/>
                  </a:cubicBezTo>
                  <a:lnTo>
                    <a:pt x="2584" y="0"/>
                  </a:lnTo>
                  <a:cubicBezTo>
                    <a:pt x="2433" y="0"/>
                    <a:pt x="2281" y="58"/>
                    <a:pt x="2195" y="181"/>
                  </a:cubicBezTo>
                  <a:cubicBezTo>
                    <a:pt x="2101" y="58"/>
                    <a:pt x="1949" y="0"/>
                    <a:pt x="1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6"/>
            <p:cNvSpPr/>
            <p:nvPr/>
          </p:nvSpPr>
          <p:spPr>
            <a:xfrm>
              <a:off x="1540577" y="3757714"/>
              <a:ext cx="112895" cy="23274"/>
            </a:xfrm>
            <a:custGeom>
              <a:avLst/>
              <a:gdLst/>
              <a:ahLst/>
              <a:cxnLst/>
              <a:rect l="l" t="t" r="r" b="b"/>
              <a:pathLst>
                <a:path w="1300" h="268" extrusionOk="0">
                  <a:moveTo>
                    <a:pt x="123" y="0"/>
                  </a:moveTo>
                  <a:cubicBezTo>
                    <a:pt x="66" y="0"/>
                    <a:pt x="1" y="58"/>
                    <a:pt x="1" y="123"/>
                  </a:cubicBezTo>
                  <a:cubicBezTo>
                    <a:pt x="1" y="210"/>
                    <a:pt x="66" y="267"/>
                    <a:pt x="123" y="267"/>
                  </a:cubicBezTo>
                  <a:lnTo>
                    <a:pt x="1177" y="267"/>
                  </a:lnTo>
                  <a:cubicBezTo>
                    <a:pt x="1235" y="267"/>
                    <a:pt x="1300" y="210"/>
                    <a:pt x="1300" y="152"/>
                  </a:cubicBezTo>
                  <a:cubicBezTo>
                    <a:pt x="1300" y="87"/>
                    <a:pt x="1235" y="0"/>
                    <a:pt x="1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6"/>
            <p:cNvSpPr/>
            <p:nvPr/>
          </p:nvSpPr>
          <p:spPr>
            <a:xfrm>
              <a:off x="1540577" y="3668699"/>
              <a:ext cx="112895" cy="23882"/>
            </a:xfrm>
            <a:custGeom>
              <a:avLst/>
              <a:gdLst/>
              <a:ahLst/>
              <a:cxnLst/>
              <a:rect l="l" t="t" r="r" b="b"/>
              <a:pathLst>
                <a:path w="1300" h="275" extrusionOk="0">
                  <a:moveTo>
                    <a:pt x="123" y="1"/>
                  </a:moveTo>
                  <a:cubicBezTo>
                    <a:pt x="66" y="1"/>
                    <a:pt x="1" y="66"/>
                    <a:pt x="1" y="123"/>
                  </a:cubicBezTo>
                  <a:cubicBezTo>
                    <a:pt x="1" y="181"/>
                    <a:pt x="66" y="275"/>
                    <a:pt x="123" y="275"/>
                  </a:cubicBezTo>
                  <a:lnTo>
                    <a:pt x="1177" y="275"/>
                  </a:lnTo>
                  <a:cubicBezTo>
                    <a:pt x="1235" y="275"/>
                    <a:pt x="1300" y="210"/>
                    <a:pt x="1300" y="152"/>
                  </a:cubicBezTo>
                  <a:cubicBezTo>
                    <a:pt x="1300" y="66"/>
                    <a:pt x="1235" y="1"/>
                    <a:pt x="11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6"/>
            <p:cNvSpPr/>
            <p:nvPr/>
          </p:nvSpPr>
          <p:spPr>
            <a:xfrm>
              <a:off x="1540577" y="3713163"/>
              <a:ext cx="112895" cy="23969"/>
            </a:xfrm>
            <a:custGeom>
              <a:avLst/>
              <a:gdLst/>
              <a:ahLst/>
              <a:cxnLst/>
              <a:rect l="l" t="t" r="r" b="b"/>
              <a:pathLst>
                <a:path w="1300" h="276" extrusionOk="0">
                  <a:moveTo>
                    <a:pt x="123" y="1"/>
                  </a:moveTo>
                  <a:cubicBezTo>
                    <a:pt x="66" y="1"/>
                    <a:pt x="1" y="59"/>
                    <a:pt x="1" y="124"/>
                  </a:cubicBezTo>
                  <a:cubicBezTo>
                    <a:pt x="1" y="210"/>
                    <a:pt x="66" y="275"/>
                    <a:pt x="123" y="275"/>
                  </a:cubicBezTo>
                  <a:lnTo>
                    <a:pt x="1177" y="275"/>
                  </a:lnTo>
                  <a:cubicBezTo>
                    <a:pt x="1235" y="275"/>
                    <a:pt x="1300" y="210"/>
                    <a:pt x="1300" y="153"/>
                  </a:cubicBezTo>
                  <a:cubicBezTo>
                    <a:pt x="1300" y="59"/>
                    <a:pt x="1235" y="1"/>
                    <a:pt x="11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6"/>
            <p:cNvSpPr/>
            <p:nvPr/>
          </p:nvSpPr>
          <p:spPr>
            <a:xfrm>
              <a:off x="1540577" y="3802177"/>
              <a:ext cx="112895" cy="23274"/>
            </a:xfrm>
            <a:custGeom>
              <a:avLst/>
              <a:gdLst/>
              <a:ahLst/>
              <a:cxnLst/>
              <a:rect l="l" t="t" r="r" b="b"/>
              <a:pathLst>
                <a:path w="1300" h="268" extrusionOk="0">
                  <a:moveTo>
                    <a:pt x="123" y="1"/>
                  </a:moveTo>
                  <a:cubicBezTo>
                    <a:pt x="66" y="1"/>
                    <a:pt x="1" y="59"/>
                    <a:pt x="1" y="116"/>
                  </a:cubicBezTo>
                  <a:cubicBezTo>
                    <a:pt x="1" y="210"/>
                    <a:pt x="66" y="268"/>
                    <a:pt x="123" y="268"/>
                  </a:cubicBezTo>
                  <a:lnTo>
                    <a:pt x="1177" y="268"/>
                  </a:lnTo>
                  <a:cubicBezTo>
                    <a:pt x="1235" y="268"/>
                    <a:pt x="1300" y="210"/>
                    <a:pt x="1300" y="152"/>
                  </a:cubicBezTo>
                  <a:cubicBezTo>
                    <a:pt x="1300" y="87"/>
                    <a:pt x="1235" y="1"/>
                    <a:pt x="11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6"/>
            <p:cNvSpPr/>
            <p:nvPr/>
          </p:nvSpPr>
          <p:spPr>
            <a:xfrm>
              <a:off x="1721123" y="3757714"/>
              <a:ext cx="112287" cy="23274"/>
            </a:xfrm>
            <a:custGeom>
              <a:avLst/>
              <a:gdLst/>
              <a:ahLst/>
              <a:cxnLst/>
              <a:rect l="l" t="t" r="r" b="b"/>
              <a:pathLst>
                <a:path w="1293" h="268" extrusionOk="0">
                  <a:moveTo>
                    <a:pt x="123" y="0"/>
                  </a:moveTo>
                  <a:cubicBezTo>
                    <a:pt x="58" y="0"/>
                    <a:pt x="0" y="58"/>
                    <a:pt x="0" y="123"/>
                  </a:cubicBezTo>
                  <a:cubicBezTo>
                    <a:pt x="0" y="210"/>
                    <a:pt x="58" y="267"/>
                    <a:pt x="123" y="267"/>
                  </a:cubicBezTo>
                  <a:lnTo>
                    <a:pt x="1170" y="267"/>
                  </a:lnTo>
                  <a:cubicBezTo>
                    <a:pt x="1235" y="267"/>
                    <a:pt x="1292" y="210"/>
                    <a:pt x="1292" y="152"/>
                  </a:cubicBezTo>
                  <a:cubicBezTo>
                    <a:pt x="1292" y="87"/>
                    <a:pt x="1235" y="0"/>
                    <a:pt x="11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6"/>
            <p:cNvSpPr/>
            <p:nvPr/>
          </p:nvSpPr>
          <p:spPr>
            <a:xfrm>
              <a:off x="1721123" y="3802177"/>
              <a:ext cx="112287" cy="23274"/>
            </a:xfrm>
            <a:custGeom>
              <a:avLst/>
              <a:gdLst/>
              <a:ahLst/>
              <a:cxnLst/>
              <a:rect l="l" t="t" r="r" b="b"/>
              <a:pathLst>
                <a:path w="1293" h="268" extrusionOk="0">
                  <a:moveTo>
                    <a:pt x="123" y="1"/>
                  </a:moveTo>
                  <a:cubicBezTo>
                    <a:pt x="58" y="1"/>
                    <a:pt x="0" y="59"/>
                    <a:pt x="0" y="116"/>
                  </a:cubicBezTo>
                  <a:cubicBezTo>
                    <a:pt x="0" y="210"/>
                    <a:pt x="58" y="268"/>
                    <a:pt x="123" y="268"/>
                  </a:cubicBezTo>
                  <a:lnTo>
                    <a:pt x="1170" y="268"/>
                  </a:lnTo>
                  <a:cubicBezTo>
                    <a:pt x="1235" y="268"/>
                    <a:pt x="1292" y="210"/>
                    <a:pt x="1292" y="152"/>
                  </a:cubicBezTo>
                  <a:cubicBezTo>
                    <a:pt x="1292" y="87"/>
                    <a:pt x="1235" y="1"/>
                    <a:pt x="1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6"/>
            <p:cNvSpPr/>
            <p:nvPr/>
          </p:nvSpPr>
          <p:spPr>
            <a:xfrm>
              <a:off x="1721123" y="3668699"/>
              <a:ext cx="20755" cy="23882"/>
            </a:xfrm>
            <a:custGeom>
              <a:avLst/>
              <a:gdLst/>
              <a:ahLst/>
              <a:cxnLst/>
              <a:rect l="l" t="t" r="r" b="b"/>
              <a:pathLst>
                <a:path w="239" h="275" extrusionOk="0">
                  <a:moveTo>
                    <a:pt x="123" y="1"/>
                  </a:moveTo>
                  <a:cubicBezTo>
                    <a:pt x="58" y="1"/>
                    <a:pt x="0" y="66"/>
                    <a:pt x="0" y="123"/>
                  </a:cubicBezTo>
                  <a:cubicBezTo>
                    <a:pt x="0" y="210"/>
                    <a:pt x="58" y="275"/>
                    <a:pt x="123" y="275"/>
                  </a:cubicBezTo>
                  <a:cubicBezTo>
                    <a:pt x="181" y="275"/>
                    <a:pt x="238" y="210"/>
                    <a:pt x="238" y="123"/>
                  </a:cubicBezTo>
                  <a:cubicBezTo>
                    <a:pt x="238" y="66"/>
                    <a:pt x="181" y="1"/>
                    <a:pt x="1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6"/>
            <p:cNvSpPr/>
            <p:nvPr/>
          </p:nvSpPr>
          <p:spPr>
            <a:xfrm>
              <a:off x="1721123" y="3713163"/>
              <a:ext cx="20755" cy="23969"/>
            </a:xfrm>
            <a:custGeom>
              <a:avLst/>
              <a:gdLst/>
              <a:ahLst/>
              <a:cxnLst/>
              <a:rect l="l" t="t" r="r" b="b"/>
              <a:pathLst>
                <a:path w="239" h="276" extrusionOk="0">
                  <a:moveTo>
                    <a:pt x="123" y="1"/>
                  </a:moveTo>
                  <a:cubicBezTo>
                    <a:pt x="58" y="1"/>
                    <a:pt x="0" y="59"/>
                    <a:pt x="0" y="124"/>
                  </a:cubicBezTo>
                  <a:cubicBezTo>
                    <a:pt x="0" y="210"/>
                    <a:pt x="58" y="275"/>
                    <a:pt x="123" y="275"/>
                  </a:cubicBezTo>
                  <a:cubicBezTo>
                    <a:pt x="181" y="275"/>
                    <a:pt x="238" y="210"/>
                    <a:pt x="238" y="124"/>
                  </a:cubicBezTo>
                  <a:cubicBezTo>
                    <a:pt x="238" y="59"/>
                    <a:pt x="181" y="1"/>
                    <a:pt x="1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537342" y="1819631"/>
            <a:ext cx="307857" cy="381412"/>
            <a:chOff x="8078018" y="3616680"/>
            <a:chExt cx="307857" cy="381412"/>
          </a:xfrm>
        </p:grpSpPr>
        <p:sp>
          <p:nvSpPr>
            <p:cNvPr id="471" name="Google Shape;471;p36"/>
            <p:cNvSpPr/>
            <p:nvPr/>
          </p:nvSpPr>
          <p:spPr>
            <a:xfrm>
              <a:off x="8078018" y="3616680"/>
              <a:ext cx="307857" cy="381412"/>
            </a:xfrm>
            <a:custGeom>
              <a:avLst/>
              <a:gdLst/>
              <a:ahLst/>
              <a:cxnLst/>
              <a:rect l="l" t="t" r="r" b="b"/>
              <a:pathLst>
                <a:path w="3545" h="4392" extrusionOk="0">
                  <a:moveTo>
                    <a:pt x="1379" y="268"/>
                  </a:moveTo>
                  <a:cubicBezTo>
                    <a:pt x="1473" y="268"/>
                    <a:pt x="1560" y="268"/>
                    <a:pt x="1654" y="304"/>
                  </a:cubicBezTo>
                  <a:lnTo>
                    <a:pt x="1654" y="722"/>
                  </a:lnTo>
                  <a:cubicBezTo>
                    <a:pt x="1625" y="693"/>
                    <a:pt x="1589" y="665"/>
                    <a:pt x="1560" y="628"/>
                  </a:cubicBezTo>
                  <a:cubicBezTo>
                    <a:pt x="1539" y="586"/>
                    <a:pt x="1502" y="559"/>
                    <a:pt x="1473" y="559"/>
                  </a:cubicBezTo>
                  <a:cubicBezTo>
                    <a:pt x="1462" y="559"/>
                    <a:pt x="1452" y="563"/>
                    <a:pt x="1444" y="571"/>
                  </a:cubicBezTo>
                  <a:cubicBezTo>
                    <a:pt x="1322" y="571"/>
                    <a:pt x="1293" y="693"/>
                    <a:pt x="1350" y="751"/>
                  </a:cubicBezTo>
                  <a:cubicBezTo>
                    <a:pt x="1408" y="874"/>
                    <a:pt x="1531" y="960"/>
                    <a:pt x="1654" y="989"/>
                  </a:cubicBezTo>
                  <a:lnTo>
                    <a:pt x="1654" y="1321"/>
                  </a:lnTo>
                  <a:cubicBezTo>
                    <a:pt x="1531" y="1350"/>
                    <a:pt x="1408" y="1444"/>
                    <a:pt x="1350" y="1531"/>
                  </a:cubicBezTo>
                  <a:cubicBezTo>
                    <a:pt x="1293" y="1596"/>
                    <a:pt x="1322" y="1682"/>
                    <a:pt x="1379" y="1711"/>
                  </a:cubicBezTo>
                  <a:cubicBezTo>
                    <a:pt x="1405" y="1737"/>
                    <a:pt x="1434" y="1748"/>
                    <a:pt x="1461" y="1748"/>
                  </a:cubicBezTo>
                  <a:cubicBezTo>
                    <a:pt x="1503" y="1748"/>
                    <a:pt x="1542" y="1722"/>
                    <a:pt x="1560" y="1682"/>
                  </a:cubicBezTo>
                  <a:cubicBezTo>
                    <a:pt x="1589" y="1653"/>
                    <a:pt x="1625" y="1624"/>
                    <a:pt x="1654" y="1596"/>
                  </a:cubicBezTo>
                  <a:lnTo>
                    <a:pt x="1654" y="2317"/>
                  </a:lnTo>
                  <a:lnTo>
                    <a:pt x="1018" y="2317"/>
                  </a:lnTo>
                  <a:cubicBezTo>
                    <a:pt x="600" y="2317"/>
                    <a:pt x="268" y="1956"/>
                    <a:pt x="268" y="1531"/>
                  </a:cubicBezTo>
                  <a:cubicBezTo>
                    <a:pt x="268" y="1350"/>
                    <a:pt x="326" y="1170"/>
                    <a:pt x="448" y="1025"/>
                  </a:cubicBezTo>
                  <a:cubicBezTo>
                    <a:pt x="448" y="1112"/>
                    <a:pt x="477" y="1206"/>
                    <a:pt x="506" y="1292"/>
                  </a:cubicBezTo>
                  <a:cubicBezTo>
                    <a:pt x="542" y="1350"/>
                    <a:pt x="571" y="1386"/>
                    <a:pt x="629" y="1386"/>
                  </a:cubicBezTo>
                  <a:lnTo>
                    <a:pt x="686" y="1386"/>
                  </a:lnTo>
                  <a:cubicBezTo>
                    <a:pt x="751" y="1350"/>
                    <a:pt x="780" y="1264"/>
                    <a:pt x="751" y="1206"/>
                  </a:cubicBezTo>
                  <a:cubicBezTo>
                    <a:pt x="722" y="1141"/>
                    <a:pt x="686" y="1054"/>
                    <a:pt x="686" y="960"/>
                  </a:cubicBezTo>
                  <a:cubicBezTo>
                    <a:pt x="686" y="903"/>
                    <a:pt x="722" y="845"/>
                    <a:pt x="722" y="780"/>
                  </a:cubicBezTo>
                  <a:cubicBezTo>
                    <a:pt x="809" y="484"/>
                    <a:pt x="1083" y="268"/>
                    <a:pt x="1379" y="268"/>
                  </a:cubicBezTo>
                  <a:close/>
                  <a:moveTo>
                    <a:pt x="2166" y="268"/>
                  </a:moveTo>
                  <a:cubicBezTo>
                    <a:pt x="2462" y="268"/>
                    <a:pt x="2736" y="484"/>
                    <a:pt x="2823" y="780"/>
                  </a:cubicBezTo>
                  <a:cubicBezTo>
                    <a:pt x="2852" y="845"/>
                    <a:pt x="2852" y="903"/>
                    <a:pt x="2852" y="960"/>
                  </a:cubicBezTo>
                  <a:cubicBezTo>
                    <a:pt x="2852" y="1054"/>
                    <a:pt x="2823" y="1141"/>
                    <a:pt x="2794" y="1206"/>
                  </a:cubicBezTo>
                  <a:cubicBezTo>
                    <a:pt x="2765" y="1264"/>
                    <a:pt x="2794" y="1350"/>
                    <a:pt x="2852" y="1386"/>
                  </a:cubicBezTo>
                  <a:lnTo>
                    <a:pt x="2917" y="1386"/>
                  </a:lnTo>
                  <a:cubicBezTo>
                    <a:pt x="2974" y="1386"/>
                    <a:pt x="3032" y="1350"/>
                    <a:pt x="3032" y="1292"/>
                  </a:cubicBezTo>
                  <a:cubicBezTo>
                    <a:pt x="3068" y="1206"/>
                    <a:pt x="3097" y="1112"/>
                    <a:pt x="3097" y="1025"/>
                  </a:cubicBezTo>
                  <a:cubicBezTo>
                    <a:pt x="3249" y="1206"/>
                    <a:pt x="3306" y="1415"/>
                    <a:pt x="3277" y="1624"/>
                  </a:cubicBezTo>
                  <a:cubicBezTo>
                    <a:pt x="3249" y="2014"/>
                    <a:pt x="2917" y="2317"/>
                    <a:pt x="2527" y="2317"/>
                  </a:cubicBezTo>
                  <a:lnTo>
                    <a:pt x="1892" y="2317"/>
                  </a:lnTo>
                  <a:lnTo>
                    <a:pt x="1892" y="1596"/>
                  </a:lnTo>
                  <a:cubicBezTo>
                    <a:pt x="1921" y="1624"/>
                    <a:pt x="1949" y="1653"/>
                    <a:pt x="1986" y="1682"/>
                  </a:cubicBezTo>
                  <a:cubicBezTo>
                    <a:pt x="2014" y="1711"/>
                    <a:pt x="2043" y="1747"/>
                    <a:pt x="2101" y="1747"/>
                  </a:cubicBezTo>
                  <a:lnTo>
                    <a:pt x="2166" y="1747"/>
                  </a:lnTo>
                  <a:cubicBezTo>
                    <a:pt x="2224" y="1682"/>
                    <a:pt x="2253" y="1624"/>
                    <a:pt x="2195" y="1567"/>
                  </a:cubicBezTo>
                  <a:cubicBezTo>
                    <a:pt x="2130" y="1444"/>
                    <a:pt x="2043" y="1350"/>
                    <a:pt x="1892" y="1321"/>
                  </a:cubicBezTo>
                  <a:lnTo>
                    <a:pt x="1892" y="989"/>
                  </a:lnTo>
                  <a:cubicBezTo>
                    <a:pt x="2043" y="960"/>
                    <a:pt x="2130" y="874"/>
                    <a:pt x="2195" y="751"/>
                  </a:cubicBezTo>
                  <a:cubicBezTo>
                    <a:pt x="2253" y="693"/>
                    <a:pt x="2224" y="571"/>
                    <a:pt x="2101" y="571"/>
                  </a:cubicBezTo>
                  <a:cubicBezTo>
                    <a:pt x="2093" y="563"/>
                    <a:pt x="2083" y="559"/>
                    <a:pt x="2073" y="559"/>
                  </a:cubicBezTo>
                  <a:cubicBezTo>
                    <a:pt x="2043" y="559"/>
                    <a:pt x="2007" y="586"/>
                    <a:pt x="1986" y="628"/>
                  </a:cubicBezTo>
                  <a:cubicBezTo>
                    <a:pt x="1949" y="665"/>
                    <a:pt x="1921" y="693"/>
                    <a:pt x="1892" y="722"/>
                  </a:cubicBezTo>
                  <a:lnTo>
                    <a:pt x="1892" y="304"/>
                  </a:lnTo>
                  <a:cubicBezTo>
                    <a:pt x="1986" y="268"/>
                    <a:pt x="2072" y="268"/>
                    <a:pt x="2166" y="268"/>
                  </a:cubicBezTo>
                  <a:close/>
                  <a:moveTo>
                    <a:pt x="600" y="3876"/>
                  </a:moveTo>
                  <a:cubicBezTo>
                    <a:pt x="686" y="3876"/>
                    <a:pt x="751" y="3941"/>
                    <a:pt x="751" y="3999"/>
                  </a:cubicBezTo>
                  <a:cubicBezTo>
                    <a:pt x="751" y="4093"/>
                    <a:pt x="686" y="4151"/>
                    <a:pt x="600" y="4151"/>
                  </a:cubicBezTo>
                  <a:cubicBezTo>
                    <a:pt x="542" y="4151"/>
                    <a:pt x="477" y="4093"/>
                    <a:pt x="477" y="3999"/>
                  </a:cubicBezTo>
                  <a:cubicBezTo>
                    <a:pt x="477" y="3941"/>
                    <a:pt x="542" y="3876"/>
                    <a:pt x="600" y="3876"/>
                  </a:cubicBezTo>
                  <a:close/>
                  <a:moveTo>
                    <a:pt x="1769" y="3876"/>
                  </a:moveTo>
                  <a:cubicBezTo>
                    <a:pt x="1834" y="3876"/>
                    <a:pt x="1892" y="3941"/>
                    <a:pt x="1892" y="3999"/>
                  </a:cubicBezTo>
                  <a:cubicBezTo>
                    <a:pt x="1892" y="4093"/>
                    <a:pt x="1834" y="4151"/>
                    <a:pt x="1769" y="4151"/>
                  </a:cubicBezTo>
                  <a:cubicBezTo>
                    <a:pt x="1711" y="4151"/>
                    <a:pt x="1654" y="4093"/>
                    <a:pt x="1654" y="3999"/>
                  </a:cubicBezTo>
                  <a:cubicBezTo>
                    <a:pt x="1654" y="3941"/>
                    <a:pt x="1711" y="3876"/>
                    <a:pt x="1769" y="3876"/>
                  </a:cubicBezTo>
                  <a:close/>
                  <a:moveTo>
                    <a:pt x="2917" y="3876"/>
                  </a:moveTo>
                  <a:cubicBezTo>
                    <a:pt x="3003" y="3876"/>
                    <a:pt x="3068" y="3941"/>
                    <a:pt x="3068" y="3999"/>
                  </a:cubicBezTo>
                  <a:cubicBezTo>
                    <a:pt x="3068" y="4093"/>
                    <a:pt x="3003" y="4151"/>
                    <a:pt x="2917" y="4151"/>
                  </a:cubicBezTo>
                  <a:cubicBezTo>
                    <a:pt x="2852" y="4151"/>
                    <a:pt x="2794" y="4093"/>
                    <a:pt x="2794" y="3999"/>
                  </a:cubicBezTo>
                  <a:cubicBezTo>
                    <a:pt x="2794" y="3941"/>
                    <a:pt x="2852" y="3876"/>
                    <a:pt x="2917" y="3876"/>
                  </a:cubicBezTo>
                  <a:close/>
                  <a:moveTo>
                    <a:pt x="1379" y="0"/>
                  </a:moveTo>
                  <a:cubicBezTo>
                    <a:pt x="990" y="0"/>
                    <a:pt x="629" y="268"/>
                    <a:pt x="477" y="665"/>
                  </a:cubicBezTo>
                  <a:cubicBezTo>
                    <a:pt x="181" y="845"/>
                    <a:pt x="1" y="1170"/>
                    <a:pt x="1" y="1531"/>
                  </a:cubicBezTo>
                  <a:cubicBezTo>
                    <a:pt x="1" y="2108"/>
                    <a:pt x="448" y="2555"/>
                    <a:pt x="1018" y="2555"/>
                  </a:cubicBezTo>
                  <a:lnTo>
                    <a:pt x="1141" y="2555"/>
                  </a:lnTo>
                  <a:lnTo>
                    <a:pt x="1141" y="2859"/>
                  </a:lnTo>
                  <a:lnTo>
                    <a:pt x="571" y="3097"/>
                  </a:lnTo>
                  <a:cubicBezTo>
                    <a:pt x="506" y="3126"/>
                    <a:pt x="477" y="3220"/>
                    <a:pt x="477" y="3220"/>
                  </a:cubicBezTo>
                  <a:lnTo>
                    <a:pt x="477" y="3638"/>
                  </a:lnTo>
                  <a:cubicBezTo>
                    <a:pt x="326" y="3696"/>
                    <a:pt x="210" y="3847"/>
                    <a:pt x="239" y="4028"/>
                  </a:cubicBezTo>
                  <a:cubicBezTo>
                    <a:pt x="239" y="4237"/>
                    <a:pt x="390" y="4389"/>
                    <a:pt x="600" y="4389"/>
                  </a:cubicBezTo>
                  <a:cubicBezTo>
                    <a:pt x="615" y="4391"/>
                    <a:pt x="629" y="4392"/>
                    <a:pt x="644" y="4392"/>
                  </a:cubicBezTo>
                  <a:cubicBezTo>
                    <a:pt x="834" y="4392"/>
                    <a:pt x="990" y="4220"/>
                    <a:pt x="990" y="3999"/>
                  </a:cubicBezTo>
                  <a:cubicBezTo>
                    <a:pt x="990" y="3847"/>
                    <a:pt x="903" y="3696"/>
                    <a:pt x="751" y="3638"/>
                  </a:cubicBezTo>
                  <a:lnTo>
                    <a:pt x="751" y="3306"/>
                  </a:lnTo>
                  <a:lnTo>
                    <a:pt x="1322" y="3068"/>
                  </a:lnTo>
                  <a:cubicBezTo>
                    <a:pt x="1350" y="3039"/>
                    <a:pt x="1379" y="2974"/>
                    <a:pt x="1379" y="2945"/>
                  </a:cubicBezTo>
                  <a:lnTo>
                    <a:pt x="1379" y="2555"/>
                  </a:lnTo>
                  <a:lnTo>
                    <a:pt x="1654" y="2555"/>
                  </a:lnTo>
                  <a:lnTo>
                    <a:pt x="1654" y="3638"/>
                  </a:lnTo>
                  <a:cubicBezTo>
                    <a:pt x="1502" y="3696"/>
                    <a:pt x="1379" y="3847"/>
                    <a:pt x="1379" y="3999"/>
                  </a:cubicBezTo>
                  <a:cubicBezTo>
                    <a:pt x="1379" y="4208"/>
                    <a:pt x="1560" y="4389"/>
                    <a:pt x="1769" y="4389"/>
                  </a:cubicBezTo>
                  <a:cubicBezTo>
                    <a:pt x="1986" y="4389"/>
                    <a:pt x="2166" y="4208"/>
                    <a:pt x="2166" y="3999"/>
                  </a:cubicBezTo>
                  <a:cubicBezTo>
                    <a:pt x="2166" y="3847"/>
                    <a:pt x="2043" y="3696"/>
                    <a:pt x="1892" y="3638"/>
                  </a:cubicBezTo>
                  <a:lnTo>
                    <a:pt x="1892" y="2555"/>
                  </a:lnTo>
                  <a:lnTo>
                    <a:pt x="2166" y="2555"/>
                  </a:lnTo>
                  <a:lnTo>
                    <a:pt x="2166" y="2945"/>
                  </a:lnTo>
                  <a:cubicBezTo>
                    <a:pt x="2166" y="3010"/>
                    <a:pt x="2195" y="3039"/>
                    <a:pt x="2224" y="3068"/>
                  </a:cubicBezTo>
                  <a:lnTo>
                    <a:pt x="2794" y="3306"/>
                  </a:lnTo>
                  <a:lnTo>
                    <a:pt x="2794" y="3638"/>
                  </a:lnTo>
                  <a:cubicBezTo>
                    <a:pt x="2642" y="3696"/>
                    <a:pt x="2527" y="3847"/>
                    <a:pt x="2556" y="4028"/>
                  </a:cubicBezTo>
                  <a:cubicBezTo>
                    <a:pt x="2556" y="4237"/>
                    <a:pt x="2707" y="4389"/>
                    <a:pt x="2917" y="4389"/>
                  </a:cubicBezTo>
                  <a:cubicBezTo>
                    <a:pt x="2931" y="4391"/>
                    <a:pt x="2946" y="4392"/>
                    <a:pt x="2961" y="4392"/>
                  </a:cubicBezTo>
                  <a:cubicBezTo>
                    <a:pt x="3151" y="4392"/>
                    <a:pt x="3306" y="4220"/>
                    <a:pt x="3306" y="3999"/>
                  </a:cubicBezTo>
                  <a:cubicBezTo>
                    <a:pt x="3306" y="3847"/>
                    <a:pt x="3213" y="3696"/>
                    <a:pt x="3068" y="3638"/>
                  </a:cubicBezTo>
                  <a:lnTo>
                    <a:pt x="3068" y="3220"/>
                  </a:lnTo>
                  <a:cubicBezTo>
                    <a:pt x="3068" y="3155"/>
                    <a:pt x="3032" y="3126"/>
                    <a:pt x="2974" y="3097"/>
                  </a:cubicBezTo>
                  <a:lnTo>
                    <a:pt x="2404" y="2859"/>
                  </a:lnTo>
                  <a:lnTo>
                    <a:pt x="2404" y="2555"/>
                  </a:lnTo>
                  <a:lnTo>
                    <a:pt x="2527" y="2555"/>
                  </a:lnTo>
                  <a:cubicBezTo>
                    <a:pt x="2527" y="2555"/>
                    <a:pt x="3545" y="2108"/>
                    <a:pt x="3545" y="1531"/>
                  </a:cubicBezTo>
                  <a:cubicBezTo>
                    <a:pt x="3545" y="1170"/>
                    <a:pt x="3364" y="845"/>
                    <a:pt x="3068" y="665"/>
                  </a:cubicBezTo>
                  <a:cubicBezTo>
                    <a:pt x="2917" y="268"/>
                    <a:pt x="2556" y="0"/>
                    <a:pt x="2166" y="0"/>
                  </a:cubicBezTo>
                  <a:cubicBezTo>
                    <a:pt x="2014" y="0"/>
                    <a:pt x="1892" y="29"/>
                    <a:pt x="1769" y="87"/>
                  </a:cubicBezTo>
                  <a:cubicBezTo>
                    <a:pt x="1654" y="29"/>
                    <a:pt x="1531" y="0"/>
                    <a:pt x="13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6"/>
            <p:cNvSpPr/>
            <p:nvPr/>
          </p:nvSpPr>
          <p:spPr>
            <a:xfrm>
              <a:off x="8286788" y="3758582"/>
              <a:ext cx="49587" cy="35605"/>
            </a:xfrm>
            <a:custGeom>
              <a:avLst/>
              <a:gdLst/>
              <a:ahLst/>
              <a:cxnLst/>
              <a:rect l="l" t="t" r="r" b="b"/>
              <a:pathLst>
                <a:path w="571" h="410" extrusionOk="0">
                  <a:moveTo>
                    <a:pt x="419" y="0"/>
                  </a:moveTo>
                  <a:cubicBezTo>
                    <a:pt x="381" y="0"/>
                    <a:pt x="337" y="14"/>
                    <a:pt x="303" y="48"/>
                  </a:cubicBezTo>
                  <a:cubicBezTo>
                    <a:pt x="267" y="113"/>
                    <a:pt x="181" y="142"/>
                    <a:pt x="123" y="142"/>
                  </a:cubicBezTo>
                  <a:cubicBezTo>
                    <a:pt x="29" y="142"/>
                    <a:pt x="0" y="200"/>
                    <a:pt x="0" y="294"/>
                  </a:cubicBezTo>
                  <a:cubicBezTo>
                    <a:pt x="0" y="351"/>
                    <a:pt x="29" y="409"/>
                    <a:pt x="123" y="409"/>
                  </a:cubicBezTo>
                  <a:cubicBezTo>
                    <a:pt x="267" y="409"/>
                    <a:pt x="419" y="351"/>
                    <a:pt x="513" y="200"/>
                  </a:cubicBezTo>
                  <a:cubicBezTo>
                    <a:pt x="570" y="171"/>
                    <a:pt x="541" y="77"/>
                    <a:pt x="484" y="19"/>
                  </a:cubicBezTo>
                  <a:cubicBezTo>
                    <a:pt x="469" y="7"/>
                    <a:pt x="445" y="0"/>
                    <a:pt x="4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6"/>
            <p:cNvSpPr/>
            <p:nvPr/>
          </p:nvSpPr>
          <p:spPr>
            <a:xfrm>
              <a:off x="8127519" y="3758582"/>
              <a:ext cx="49674" cy="35605"/>
            </a:xfrm>
            <a:custGeom>
              <a:avLst/>
              <a:gdLst/>
              <a:ahLst/>
              <a:cxnLst/>
              <a:rect l="l" t="t" r="r" b="b"/>
              <a:pathLst>
                <a:path w="572" h="410" extrusionOk="0">
                  <a:moveTo>
                    <a:pt x="142" y="0"/>
                  </a:moveTo>
                  <a:cubicBezTo>
                    <a:pt x="113" y="0"/>
                    <a:pt x="83" y="7"/>
                    <a:pt x="59" y="19"/>
                  </a:cubicBezTo>
                  <a:cubicBezTo>
                    <a:pt x="30" y="77"/>
                    <a:pt x="1" y="171"/>
                    <a:pt x="59" y="200"/>
                  </a:cubicBezTo>
                  <a:cubicBezTo>
                    <a:pt x="152" y="351"/>
                    <a:pt x="297" y="409"/>
                    <a:pt x="448" y="409"/>
                  </a:cubicBezTo>
                  <a:cubicBezTo>
                    <a:pt x="513" y="409"/>
                    <a:pt x="571" y="351"/>
                    <a:pt x="571" y="294"/>
                  </a:cubicBezTo>
                  <a:cubicBezTo>
                    <a:pt x="571" y="200"/>
                    <a:pt x="513" y="142"/>
                    <a:pt x="448" y="142"/>
                  </a:cubicBezTo>
                  <a:cubicBezTo>
                    <a:pt x="362" y="142"/>
                    <a:pt x="297" y="113"/>
                    <a:pt x="239" y="48"/>
                  </a:cubicBezTo>
                  <a:cubicBezTo>
                    <a:pt x="222" y="14"/>
                    <a:pt x="183" y="0"/>
                    <a:pt x="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7"/>
          <p:cNvSpPr txBox="1">
            <a:spLocks noGrp="1"/>
          </p:cNvSpPr>
          <p:nvPr>
            <p:ph type="title"/>
          </p:nvPr>
        </p:nvSpPr>
        <p:spPr>
          <a:xfrm>
            <a:off x="2380200" y="2571975"/>
            <a:ext cx="4383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Resume</a:t>
            </a:r>
            <a:endParaRPr/>
          </a:p>
        </p:txBody>
      </p:sp>
      <p:sp>
        <p:nvSpPr>
          <p:cNvPr id="479" name="Google Shape;479;p37"/>
          <p:cNvSpPr txBox="1">
            <a:spLocks noGrp="1"/>
          </p:cNvSpPr>
          <p:nvPr>
            <p:ph type="title" idx="2"/>
          </p:nvPr>
        </p:nvSpPr>
        <p:spPr>
          <a:xfrm>
            <a:off x="3991800" y="1422250"/>
            <a:ext cx="1160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80" name="Google Shape;480;p37"/>
          <p:cNvSpPr/>
          <p:nvPr/>
        </p:nvSpPr>
        <p:spPr>
          <a:xfrm>
            <a:off x="3991800" y="2264050"/>
            <a:ext cx="1160400" cy="9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37"/>
          <p:cNvSpPr/>
          <p:nvPr/>
        </p:nvSpPr>
        <p:spPr>
          <a:xfrm rot="-8100000">
            <a:off x="178501" y="2545446"/>
            <a:ext cx="1301206" cy="1844769"/>
          </a:xfrm>
          <a:custGeom>
            <a:avLst/>
            <a:gdLst/>
            <a:ahLst/>
            <a:cxnLst/>
            <a:rect l="l" t="t" r="r" b="b"/>
            <a:pathLst>
              <a:path w="32202" h="45654" extrusionOk="0">
                <a:moveTo>
                  <a:pt x="22078" y="34625"/>
                </a:moveTo>
                <a:lnTo>
                  <a:pt x="22078" y="34625"/>
                </a:lnTo>
                <a:cubicBezTo>
                  <a:pt x="23679" y="35040"/>
                  <a:pt x="25167" y="35755"/>
                  <a:pt x="25881" y="37070"/>
                </a:cubicBezTo>
                <a:cubicBezTo>
                  <a:pt x="26399" y="38037"/>
                  <a:pt x="26424" y="39757"/>
                  <a:pt x="25189" y="39757"/>
                </a:cubicBezTo>
                <a:cubicBezTo>
                  <a:pt x="25127" y="39757"/>
                  <a:pt x="25063" y="39753"/>
                  <a:pt x="24995" y="39744"/>
                </a:cubicBezTo>
                <a:cubicBezTo>
                  <a:pt x="23622" y="39630"/>
                  <a:pt x="22907" y="37242"/>
                  <a:pt x="22550" y="36169"/>
                </a:cubicBezTo>
                <a:cubicBezTo>
                  <a:pt x="22364" y="35640"/>
                  <a:pt x="22192" y="35168"/>
                  <a:pt x="22078" y="34625"/>
                </a:cubicBezTo>
                <a:close/>
                <a:moveTo>
                  <a:pt x="28344" y="0"/>
                </a:moveTo>
                <a:cubicBezTo>
                  <a:pt x="27800" y="0"/>
                  <a:pt x="27234" y="214"/>
                  <a:pt x="26725" y="722"/>
                </a:cubicBezTo>
                <a:cubicBezTo>
                  <a:pt x="25410" y="2038"/>
                  <a:pt x="24280" y="3411"/>
                  <a:pt x="23208" y="4898"/>
                </a:cubicBezTo>
                <a:cubicBezTo>
                  <a:pt x="19390" y="10203"/>
                  <a:pt x="17002" y="16451"/>
                  <a:pt x="16358" y="23014"/>
                </a:cubicBezTo>
                <a:cubicBezTo>
                  <a:pt x="16173" y="23958"/>
                  <a:pt x="16058" y="24973"/>
                  <a:pt x="15929" y="25931"/>
                </a:cubicBezTo>
                <a:cubicBezTo>
                  <a:pt x="15815" y="27004"/>
                  <a:pt x="15758" y="28191"/>
                  <a:pt x="15701" y="29506"/>
                </a:cubicBezTo>
                <a:cubicBezTo>
                  <a:pt x="9381" y="30693"/>
                  <a:pt x="3604" y="36055"/>
                  <a:pt x="801" y="41360"/>
                </a:cubicBezTo>
                <a:cubicBezTo>
                  <a:pt x="0" y="42823"/>
                  <a:pt x="1297" y="44525"/>
                  <a:pt x="2695" y="44525"/>
                </a:cubicBezTo>
                <a:cubicBezTo>
                  <a:pt x="3170" y="44525"/>
                  <a:pt x="3656" y="44329"/>
                  <a:pt x="4076" y="43862"/>
                </a:cubicBezTo>
                <a:cubicBezTo>
                  <a:pt x="7178" y="40345"/>
                  <a:pt x="10696" y="36412"/>
                  <a:pt x="15043" y="34453"/>
                </a:cubicBezTo>
                <a:cubicBezTo>
                  <a:pt x="15286" y="34382"/>
                  <a:pt x="15515" y="34382"/>
                  <a:pt x="15758" y="34325"/>
                </a:cubicBezTo>
                <a:cubicBezTo>
                  <a:pt x="16223" y="40086"/>
                  <a:pt x="18367" y="45653"/>
                  <a:pt x="24993" y="45653"/>
                </a:cubicBezTo>
                <a:cubicBezTo>
                  <a:pt x="25092" y="45653"/>
                  <a:pt x="25193" y="45652"/>
                  <a:pt x="25295" y="45650"/>
                </a:cubicBezTo>
                <a:cubicBezTo>
                  <a:pt x="28927" y="45535"/>
                  <a:pt x="31658" y="42604"/>
                  <a:pt x="31901" y="39029"/>
                </a:cubicBezTo>
                <a:cubicBezTo>
                  <a:pt x="32202" y="34925"/>
                  <a:pt x="29285" y="31594"/>
                  <a:pt x="25653" y="30035"/>
                </a:cubicBezTo>
                <a:cubicBezTo>
                  <a:pt x="24094" y="29449"/>
                  <a:pt x="22550" y="29091"/>
                  <a:pt x="21063" y="29020"/>
                </a:cubicBezTo>
                <a:cubicBezTo>
                  <a:pt x="20348" y="19912"/>
                  <a:pt x="23737" y="10617"/>
                  <a:pt x="30114" y="4068"/>
                </a:cubicBezTo>
                <a:cubicBezTo>
                  <a:pt x="31719" y="2364"/>
                  <a:pt x="30154" y="0"/>
                  <a:pt x="283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2" name="Google Shape;482;p37"/>
          <p:cNvGrpSpPr/>
          <p:nvPr/>
        </p:nvGrpSpPr>
        <p:grpSpPr>
          <a:xfrm>
            <a:off x="6345595" y="-517476"/>
            <a:ext cx="2973707" cy="3304176"/>
            <a:chOff x="6345595" y="-517476"/>
            <a:chExt cx="2973707" cy="3304176"/>
          </a:xfrm>
        </p:grpSpPr>
        <p:sp>
          <p:nvSpPr>
            <p:cNvPr id="483" name="Google Shape;483;p37"/>
            <p:cNvSpPr/>
            <p:nvPr/>
          </p:nvSpPr>
          <p:spPr>
            <a:xfrm rot="7561359">
              <a:off x="6562640" y="-84581"/>
              <a:ext cx="1814412" cy="1460757"/>
            </a:xfrm>
            <a:custGeom>
              <a:avLst/>
              <a:gdLst/>
              <a:ahLst/>
              <a:cxnLst/>
              <a:rect l="l" t="t" r="r" b="b"/>
              <a:pathLst>
                <a:path w="62612" h="50408" extrusionOk="0">
                  <a:moveTo>
                    <a:pt x="31782" y="6106"/>
                  </a:moveTo>
                  <a:cubicBezTo>
                    <a:pt x="34043" y="6106"/>
                    <a:pt x="35239" y="9407"/>
                    <a:pt x="35329" y="11838"/>
                  </a:cubicBezTo>
                  <a:cubicBezTo>
                    <a:pt x="35572" y="17858"/>
                    <a:pt x="33542" y="23821"/>
                    <a:pt x="30324" y="28940"/>
                  </a:cubicBezTo>
                  <a:cubicBezTo>
                    <a:pt x="27293" y="25608"/>
                    <a:pt x="25792" y="20418"/>
                    <a:pt x="25792" y="16185"/>
                  </a:cubicBezTo>
                  <a:cubicBezTo>
                    <a:pt x="25863" y="12853"/>
                    <a:pt x="26864" y="9036"/>
                    <a:pt x="29667" y="6948"/>
                  </a:cubicBezTo>
                  <a:cubicBezTo>
                    <a:pt x="30452" y="6357"/>
                    <a:pt x="31158" y="6106"/>
                    <a:pt x="31782" y="6106"/>
                  </a:cubicBezTo>
                  <a:close/>
                  <a:moveTo>
                    <a:pt x="31814" y="1"/>
                  </a:moveTo>
                  <a:cubicBezTo>
                    <a:pt x="31045" y="1"/>
                    <a:pt x="30251" y="109"/>
                    <a:pt x="29438" y="342"/>
                  </a:cubicBezTo>
                  <a:cubicBezTo>
                    <a:pt x="24605" y="1657"/>
                    <a:pt x="21387" y="6533"/>
                    <a:pt x="20258" y="11123"/>
                  </a:cubicBezTo>
                  <a:cubicBezTo>
                    <a:pt x="19185" y="15470"/>
                    <a:pt x="19486" y="20603"/>
                    <a:pt x="21030" y="25251"/>
                  </a:cubicBezTo>
                  <a:cubicBezTo>
                    <a:pt x="21387" y="26194"/>
                    <a:pt x="21688" y="27210"/>
                    <a:pt x="22102" y="28168"/>
                  </a:cubicBezTo>
                  <a:cubicBezTo>
                    <a:pt x="23060" y="30613"/>
                    <a:pt x="24190" y="32929"/>
                    <a:pt x="25734" y="34831"/>
                  </a:cubicBezTo>
                  <a:cubicBezTo>
                    <a:pt x="25563" y="35017"/>
                    <a:pt x="25377" y="35260"/>
                    <a:pt x="25148" y="35431"/>
                  </a:cubicBezTo>
                  <a:cubicBezTo>
                    <a:pt x="19243" y="40550"/>
                    <a:pt x="11679" y="43596"/>
                    <a:pt x="3928" y="44254"/>
                  </a:cubicBezTo>
                  <a:cubicBezTo>
                    <a:pt x="122" y="44545"/>
                    <a:pt x="0" y="50408"/>
                    <a:pt x="3562" y="50408"/>
                  </a:cubicBezTo>
                  <a:cubicBezTo>
                    <a:pt x="3680" y="50408"/>
                    <a:pt x="3802" y="50401"/>
                    <a:pt x="3928" y="50388"/>
                  </a:cubicBezTo>
                  <a:cubicBezTo>
                    <a:pt x="5187" y="50274"/>
                    <a:pt x="6488" y="50088"/>
                    <a:pt x="7746" y="49845"/>
                  </a:cubicBezTo>
                  <a:cubicBezTo>
                    <a:pt x="8516" y="49964"/>
                    <a:pt x="9287" y="50020"/>
                    <a:pt x="10058" y="50020"/>
                  </a:cubicBezTo>
                  <a:cubicBezTo>
                    <a:pt x="17823" y="50020"/>
                    <a:pt x="25520" y="44281"/>
                    <a:pt x="30567" y="38649"/>
                  </a:cubicBezTo>
                  <a:cubicBezTo>
                    <a:pt x="30982" y="38892"/>
                    <a:pt x="31454" y="39063"/>
                    <a:pt x="31940" y="39249"/>
                  </a:cubicBezTo>
                  <a:cubicBezTo>
                    <a:pt x="33550" y="39795"/>
                    <a:pt x="35215" y="40037"/>
                    <a:pt x="36889" y="40037"/>
                  </a:cubicBezTo>
                  <a:cubicBezTo>
                    <a:pt x="41223" y="40037"/>
                    <a:pt x="45619" y="38417"/>
                    <a:pt x="49270" y="36261"/>
                  </a:cubicBezTo>
                  <a:cubicBezTo>
                    <a:pt x="54389" y="33229"/>
                    <a:pt x="58679" y="28883"/>
                    <a:pt x="61725" y="23749"/>
                  </a:cubicBezTo>
                  <a:cubicBezTo>
                    <a:pt x="62611" y="22262"/>
                    <a:pt x="62082" y="20175"/>
                    <a:pt x="60538" y="19288"/>
                  </a:cubicBezTo>
                  <a:cubicBezTo>
                    <a:pt x="60012" y="18987"/>
                    <a:pt x="59479" y="18851"/>
                    <a:pt x="58964" y="18851"/>
                  </a:cubicBezTo>
                  <a:cubicBezTo>
                    <a:pt x="57841" y="18851"/>
                    <a:pt x="56797" y="19495"/>
                    <a:pt x="56062" y="20475"/>
                  </a:cubicBezTo>
                  <a:cubicBezTo>
                    <a:pt x="51751" y="26076"/>
                    <a:pt x="45811" y="32409"/>
                    <a:pt x="38243" y="32409"/>
                  </a:cubicBezTo>
                  <a:cubicBezTo>
                    <a:pt x="37755" y="32409"/>
                    <a:pt x="37260" y="32383"/>
                    <a:pt x="36759" y="32329"/>
                  </a:cubicBezTo>
                  <a:cubicBezTo>
                    <a:pt x="36344" y="32271"/>
                    <a:pt x="35930" y="32214"/>
                    <a:pt x="35515" y="32100"/>
                  </a:cubicBezTo>
                  <a:cubicBezTo>
                    <a:pt x="39919" y="25065"/>
                    <a:pt x="42664" y="16485"/>
                    <a:pt x="40934" y="8378"/>
                  </a:cubicBezTo>
                  <a:cubicBezTo>
                    <a:pt x="40016" y="3849"/>
                    <a:pt x="36384" y="1"/>
                    <a:pt x="318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7"/>
            <p:cNvSpPr/>
            <p:nvPr/>
          </p:nvSpPr>
          <p:spPr>
            <a:xfrm rot="-3015578">
              <a:off x="7172542" y="892047"/>
              <a:ext cx="1967805" cy="1388489"/>
            </a:xfrm>
            <a:custGeom>
              <a:avLst/>
              <a:gdLst/>
              <a:ahLst/>
              <a:cxnLst/>
              <a:rect l="l" t="t" r="r" b="b"/>
              <a:pathLst>
                <a:path w="78615" h="55471" extrusionOk="0">
                  <a:moveTo>
                    <a:pt x="28010" y="0"/>
                  </a:moveTo>
                  <a:cubicBezTo>
                    <a:pt x="27289" y="0"/>
                    <a:pt x="26561" y="182"/>
                    <a:pt x="25892" y="575"/>
                  </a:cubicBezTo>
                  <a:cubicBezTo>
                    <a:pt x="21359" y="3320"/>
                    <a:pt x="17069" y="6423"/>
                    <a:pt x="12665" y="9397"/>
                  </a:cubicBezTo>
                  <a:cubicBezTo>
                    <a:pt x="8547" y="12143"/>
                    <a:pt x="4200" y="14702"/>
                    <a:pt x="1040" y="18577"/>
                  </a:cubicBezTo>
                  <a:cubicBezTo>
                    <a:pt x="0" y="19894"/>
                    <a:pt x="827" y="21708"/>
                    <a:pt x="2405" y="21708"/>
                  </a:cubicBezTo>
                  <a:cubicBezTo>
                    <a:pt x="2540" y="21708"/>
                    <a:pt x="2682" y="21694"/>
                    <a:pt x="2828" y="21666"/>
                  </a:cubicBezTo>
                  <a:cubicBezTo>
                    <a:pt x="7718" y="20722"/>
                    <a:pt x="12008" y="18034"/>
                    <a:pt x="16354" y="15718"/>
                  </a:cubicBezTo>
                  <a:cubicBezTo>
                    <a:pt x="19364" y="14097"/>
                    <a:pt x="22445" y="12549"/>
                    <a:pt x="25458" y="10917"/>
                  </a:cubicBezTo>
                  <a:lnTo>
                    <a:pt x="25458" y="10917"/>
                  </a:lnTo>
                  <a:cubicBezTo>
                    <a:pt x="27706" y="18771"/>
                    <a:pt x="29975" y="26624"/>
                    <a:pt x="32198" y="34478"/>
                  </a:cubicBezTo>
                  <a:cubicBezTo>
                    <a:pt x="32709" y="36440"/>
                    <a:pt x="34469" y="37635"/>
                    <a:pt x="36324" y="37635"/>
                  </a:cubicBezTo>
                  <a:cubicBezTo>
                    <a:pt x="37065" y="37635"/>
                    <a:pt x="37820" y="37445"/>
                    <a:pt x="38518" y="37037"/>
                  </a:cubicBezTo>
                  <a:cubicBezTo>
                    <a:pt x="42207" y="34964"/>
                    <a:pt x="45968" y="32819"/>
                    <a:pt x="49714" y="30731"/>
                  </a:cubicBezTo>
                  <a:cubicBezTo>
                    <a:pt x="51330" y="29773"/>
                    <a:pt x="53532" y="27986"/>
                    <a:pt x="55319" y="27571"/>
                  </a:cubicBezTo>
                  <a:cubicBezTo>
                    <a:pt x="55870" y="27444"/>
                    <a:pt x="56186" y="27369"/>
                    <a:pt x="56408" y="27369"/>
                  </a:cubicBezTo>
                  <a:cubicBezTo>
                    <a:pt x="56809" y="27369"/>
                    <a:pt x="56905" y="27613"/>
                    <a:pt x="57521" y="28229"/>
                  </a:cubicBezTo>
                  <a:cubicBezTo>
                    <a:pt x="58293" y="29001"/>
                    <a:pt x="58708" y="30431"/>
                    <a:pt x="59194" y="31389"/>
                  </a:cubicBezTo>
                  <a:cubicBezTo>
                    <a:pt x="61096" y="35193"/>
                    <a:pt x="63069" y="39068"/>
                    <a:pt x="65028" y="42885"/>
                  </a:cubicBezTo>
                  <a:cubicBezTo>
                    <a:pt x="66930" y="46689"/>
                    <a:pt x="68488" y="51165"/>
                    <a:pt x="71520" y="54267"/>
                  </a:cubicBezTo>
                  <a:cubicBezTo>
                    <a:pt x="72352" y="55111"/>
                    <a:pt x="73284" y="55471"/>
                    <a:pt x="74183" y="55471"/>
                  </a:cubicBezTo>
                  <a:cubicBezTo>
                    <a:pt x="76513" y="55471"/>
                    <a:pt x="78615" y="53055"/>
                    <a:pt x="78140" y="50392"/>
                  </a:cubicBezTo>
                  <a:cubicBezTo>
                    <a:pt x="77239" y="45088"/>
                    <a:pt x="73250" y="39668"/>
                    <a:pt x="70805" y="34835"/>
                  </a:cubicBezTo>
                  <a:cubicBezTo>
                    <a:pt x="68431" y="30245"/>
                    <a:pt x="66458" y="24297"/>
                    <a:pt x="62712" y="20594"/>
                  </a:cubicBezTo>
                  <a:cubicBezTo>
                    <a:pt x="60979" y="18920"/>
                    <a:pt x="59070" y="18258"/>
                    <a:pt x="57108" y="18258"/>
                  </a:cubicBezTo>
                  <a:cubicBezTo>
                    <a:pt x="54812" y="18258"/>
                    <a:pt x="52444" y="19165"/>
                    <a:pt x="50200" y="20422"/>
                  </a:cubicBezTo>
                  <a:cubicBezTo>
                    <a:pt x="46442" y="22547"/>
                    <a:pt x="42712" y="24706"/>
                    <a:pt x="38970" y="26877"/>
                  </a:cubicBezTo>
                  <a:lnTo>
                    <a:pt x="38970" y="26877"/>
                  </a:lnTo>
                  <a:cubicBezTo>
                    <a:pt x="36753" y="18990"/>
                    <a:pt x="34554" y="11079"/>
                    <a:pt x="32326" y="3206"/>
                  </a:cubicBezTo>
                  <a:cubicBezTo>
                    <a:pt x="31756" y="1258"/>
                    <a:pt x="29909" y="0"/>
                    <a:pt x="280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7"/>
            <p:cNvSpPr/>
            <p:nvPr/>
          </p:nvSpPr>
          <p:spPr>
            <a:xfrm rot="9867581">
              <a:off x="7757066" y="2020354"/>
              <a:ext cx="496325" cy="653358"/>
            </a:xfrm>
            <a:custGeom>
              <a:avLst/>
              <a:gdLst/>
              <a:ahLst/>
              <a:cxnLst/>
              <a:rect l="l" t="t" r="r" b="b"/>
              <a:pathLst>
                <a:path w="22311" h="29370" extrusionOk="0">
                  <a:moveTo>
                    <a:pt x="19104" y="1"/>
                  </a:moveTo>
                  <a:cubicBezTo>
                    <a:pt x="18248" y="1"/>
                    <a:pt x="17441" y="421"/>
                    <a:pt x="17063" y="1416"/>
                  </a:cubicBezTo>
                  <a:cubicBezTo>
                    <a:pt x="15633" y="2488"/>
                    <a:pt x="14618" y="3975"/>
                    <a:pt x="14089" y="5706"/>
                  </a:cubicBezTo>
                  <a:cubicBezTo>
                    <a:pt x="13960" y="5877"/>
                    <a:pt x="13846" y="6120"/>
                    <a:pt x="13731" y="6306"/>
                  </a:cubicBezTo>
                  <a:cubicBezTo>
                    <a:pt x="12716" y="8380"/>
                    <a:pt x="11815" y="10467"/>
                    <a:pt x="10929" y="12555"/>
                  </a:cubicBezTo>
                  <a:cubicBezTo>
                    <a:pt x="10457" y="13742"/>
                    <a:pt x="9971" y="14886"/>
                    <a:pt x="9499" y="16072"/>
                  </a:cubicBezTo>
                  <a:cubicBezTo>
                    <a:pt x="8598" y="14585"/>
                    <a:pt x="7654" y="13213"/>
                    <a:pt x="6639" y="11783"/>
                  </a:cubicBezTo>
                  <a:cubicBezTo>
                    <a:pt x="5896" y="10707"/>
                    <a:pt x="4838" y="10235"/>
                    <a:pt x="3805" y="10235"/>
                  </a:cubicBezTo>
                  <a:cubicBezTo>
                    <a:pt x="1858" y="10235"/>
                    <a:pt x="0" y="11914"/>
                    <a:pt x="505" y="14399"/>
                  </a:cubicBezTo>
                  <a:cubicBezTo>
                    <a:pt x="1391" y="18746"/>
                    <a:pt x="2950" y="22979"/>
                    <a:pt x="5924" y="26139"/>
                  </a:cubicBezTo>
                  <a:cubicBezTo>
                    <a:pt x="5924" y="26253"/>
                    <a:pt x="5981" y="26439"/>
                    <a:pt x="6038" y="26553"/>
                  </a:cubicBezTo>
                  <a:cubicBezTo>
                    <a:pt x="6742" y="28460"/>
                    <a:pt x="8255" y="29369"/>
                    <a:pt x="9794" y="29369"/>
                  </a:cubicBezTo>
                  <a:cubicBezTo>
                    <a:pt x="11385" y="29369"/>
                    <a:pt x="13004" y="28399"/>
                    <a:pt x="13788" y="26553"/>
                  </a:cubicBezTo>
                  <a:cubicBezTo>
                    <a:pt x="13903" y="26253"/>
                    <a:pt x="14031" y="25967"/>
                    <a:pt x="14146" y="25667"/>
                  </a:cubicBezTo>
                  <a:cubicBezTo>
                    <a:pt x="15576" y="23393"/>
                    <a:pt x="16820" y="20891"/>
                    <a:pt x="17835" y="18332"/>
                  </a:cubicBezTo>
                  <a:cubicBezTo>
                    <a:pt x="20109" y="13384"/>
                    <a:pt x="21538" y="8094"/>
                    <a:pt x="22182" y="2488"/>
                  </a:cubicBezTo>
                  <a:cubicBezTo>
                    <a:pt x="22311" y="1173"/>
                    <a:pt x="21295" y="401"/>
                    <a:pt x="20223" y="229"/>
                  </a:cubicBezTo>
                  <a:cubicBezTo>
                    <a:pt x="19862" y="81"/>
                    <a:pt x="19478" y="1"/>
                    <a:pt x="191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6" name="Google Shape;486;p37"/>
          <p:cNvSpPr/>
          <p:nvPr/>
        </p:nvSpPr>
        <p:spPr>
          <a:xfrm rot="-10381501">
            <a:off x="1659281" y="4126145"/>
            <a:ext cx="855547" cy="526643"/>
          </a:xfrm>
          <a:custGeom>
            <a:avLst/>
            <a:gdLst/>
            <a:ahLst/>
            <a:cxnLst/>
            <a:rect l="l" t="t" r="r" b="b"/>
            <a:pathLst>
              <a:path w="10783" h="6638" extrusionOk="0">
                <a:moveTo>
                  <a:pt x="4716" y="1"/>
                </a:moveTo>
                <a:cubicBezTo>
                  <a:pt x="4067" y="1"/>
                  <a:pt x="3427" y="476"/>
                  <a:pt x="3575" y="1454"/>
                </a:cubicBezTo>
                <a:cubicBezTo>
                  <a:pt x="3575" y="1625"/>
                  <a:pt x="3633" y="1811"/>
                  <a:pt x="3633" y="2054"/>
                </a:cubicBezTo>
                <a:cubicBezTo>
                  <a:pt x="2675" y="2226"/>
                  <a:pt x="1717" y="2412"/>
                  <a:pt x="887" y="2641"/>
                </a:cubicBezTo>
                <a:cubicBezTo>
                  <a:pt x="1" y="2941"/>
                  <a:pt x="172" y="4256"/>
                  <a:pt x="1073" y="4256"/>
                </a:cubicBezTo>
                <a:lnTo>
                  <a:pt x="3804" y="4256"/>
                </a:lnTo>
                <a:cubicBezTo>
                  <a:pt x="3804" y="4843"/>
                  <a:pt x="3861" y="5500"/>
                  <a:pt x="3990" y="6101"/>
                </a:cubicBezTo>
                <a:cubicBezTo>
                  <a:pt x="4076" y="6458"/>
                  <a:pt x="4401" y="6637"/>
                  <a:pt x="4721" y="6637"/>
                </a:cubicBezTo>
                <a:cubicBezTo>
                  <a:pt x="5041" y="6637"/>
                  <a:pt x="5356" y="6458"/>
                  <a:pt x="5420" y="6101"/>
                </a:cubicBezTo>
                <a:cubicBezTo>
                  <a:pt x="5534" y="5500"/>
                  <a:pt x="5592" y="4914"/>
                  <a:pt x="5649" y="4314"/>
                </a:cubicBezTo>
                <a:cubicBezTo>
                  <a:pt x="6584" y="4413"/>
                  <a:pt x="7573" y="4567"/>
                  <a:pt x="8522" y="4567"/>
                </a:cubicBezTo>
                <a:cubicBezTo>
                  <a:pt x="8661" y="4567"/>
                  <a:pt x="8800" y="4564"/>
                  <a:pt x="8938" y="4557"/>
                </a:cubicBezTo>
                <a:cubicBezTo>
                  <a:pt x="10367" y="4485"/>
                  <a:pt x="10782" y="2340"/>
                  <a:pt x="9295" y="1983"/>
                </a:cubicBezTo>
                <a:cubicBezTo>
                  <a:pt x="8519" y="1808"/>
                  <a:pt x="7602" y="1734"/>
                  <a:pt x="6683" y="1734"/>
                </a:cubicBezTo>
                <a:cubicBezTo>
                  <a:pt x="6399" y="1734"/>
                  <a:pt x="6115" y="1741"/>
                  <a:pt x="5835" y="1754"/>
                </a:cubicBezTo>
                <a:cubicBezTo>
                  <a:pt x="5835" y="1697"/>
                  <a:pt x="5835" y="1568"/>
                  <a:pt x="5892" y="1454"/>
                </a:cubicBezTo>
                <a:cubicBezTo>
                  <a:pt x="6043" y="494"/>
                  <a:pt x="5376" y="1"/>
                  <a:pt x="471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37"/>
          <p:cNvSpPr/>
          <p:nvPr/>
        </p:nvSpPr>
        <p:spPr>
          <a:xfrm rot="-4011386">
            <a:off x="1194592" y="3226848"/>
            <a:ext cx="757387" cy="1158335"/>
          </a:xfrm>
          <a:custGeom>
            <a:avLst/>
            <a:gdLst/>
            <a:ahLst/>
            <a:cxnLst/>
            <a:rect l="l" t="t" r="r" b="b"/>
            <a:pathLst>
              <a:path w="11912" h="18218" extrusionOk="0">
                <a:moveTo>
                  <a:pt x="4357" y="1"/>
                </a:moveTo>
                <a:cubicBezTo>
                  <a:pt x="4022" y="1"/>
                  <a:pt x="3666" y="136"/>
                  <a:pt x="3332" y="456"/>
                </a:cubicBezTo>
                <a:cubicBezTo>
                  <a:pt x="1845" y="1943"/>
                  <a:pt x="716" y="3845"/>
                  <a:pt x="358" y="5875"/>
                </a:cubicBezTo>
                <a:cubicBezTo>
                  <a:pt x="1" y="7420"/>
                  <a:pt x="229" y="9093"/>
                  <a:pt x="1431" y="10580"/>
                </a:cubicBezTo>
                <a:cubicBezTo>
                  <a:pt x="1659" y="10823"/>
                  <a:pt x="1902" y="11052"/>
                  <a:pt x="2203" y="11237"/>
                </a:cubicBezTo>
                <a:cubicBezTo>
                  <a:pt x="3362" y="12334"/>
                  <a:pt x="4699" y="12564"/>
                  <a:pt x="6224" y="12564"/>
                </a:cubicBezTo>
                <a:cubicBezTo>
                  <a:pt x="6429" y="12564"/>
                  <a:pt x="6638" y="12560"/>
                  <a:pt x="6850" y="12553"/>
                </a:cubicBezTo>
                <a:cubicBezTo>
                  <a:pt x="7264" y="12610"/>
                  <a:pt x="7679" y="12782"/>
                  <a:pt x="7922" y="13139"/>
                </a:cubicBezTo>
                <a:cubicBezTo>
                  <a:pt x="7979" y="13325"/>
                  <a:pt x="8037" y="13497"/>
                  <a:pt x="8037" y="13740"/>
                </a:cubicBezTo>
                <a:cubicBezTo>
                  <a:pt x="8094" y="14455"/>
                  <a:pt x="7808" y="14984"/>
                  <a:pt x="7322" y="15413"/>
                </a:cubicBezTo>
                <a:cubicBezTo>
                  <a:pt x="6132" y="16400"/>
                  <a:pt x="7208" y="18218"/>
                  <a:pt x="8501" y="18218"/>
                </a:cubicBezTo>
                <a:cubicBezTo>
                  <a:pt x="8762" y="18218"/>
                  <a:pt x="9033" y="18143"/>
                  <a:pt x="9295" y="17972"/>
                </a:cubicBezTo>
                <a:cubicBezTo>
                  <a:pt x="10954" y="16843"/>
                  <a:pt x="11912" y="14812"/>
                  <a:pt x="11254" y="12839"/>
                </a:cubicBezTo>
                <a:cubicBezTo>
                  <a:pt x="11082" y="12253"/>
                  <a:pt x="10839" y="11767"/>
                  <a:pt x="10482" y="11352"/>
                </a:cubicBezTo>
                <a:cubicBezTo>
                  <a:pt x="10010" y="10337"/>
                  <a:pt x="8937" y="9750"/>
                  <a:pt x="7736" y="9622"/>
                </a:cubicBezTo>
                <a:cubicBezTo>
                  <a:pt x="7450" y="9564"/>
                  <a:pt x="7150" y="9450"/>
                  <a:pt x="6850" y="9450"/>
                </a:cubicBezTo>
                <a:cubicBezTo>
                  <a:pt x="5720" y="9264"/>
                  <a:pt x="4519" y="9264"/>
                  <a:pt x="3804" y="8549"/>
                </a:cubicBezTo>
                <a:cubicBezTo>
                  <a:pt x="3633" y="8263"/>
                  <a:pt x="3447" y="7963"/>
                  <a:pt x="3389" y="7606"/>
                </a:cubicBezTo>
                <a:cubicBezTo>
                  <a:pt x="3275" y="7305"/>
                  <a:pt x="3275" y="7005"/>
                  <a:pt x="3275" y="6705"/>
                </a:cubicBezTo>
                <a:cubicBezTo>
                  <a:pt x="3389" y="5160"/>
                  <a:pt x="4519" y="3788"/>
                  <a:pt x="5477" y="2601"/>
                </a:cubicBezTo>
                <a:cubicBezTo>
                  <a:pt x="6343" y="1461"/>
                  <a:pt x="5461" y="1"/>
                  <a:pt x="435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8"/>
          <p:cNvSpPr txBox="1"/>
          <p:nvPr/>
        </p:nvSpPr>
        <p:spPr>
          <a:xfrm>
            <a:off x="713225" y="2191950"/>
            <a:ext cx="182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20XX- 20XX</a:t>
            </a:r>
            <a:endParaRPr sz="1200">
              <a:solidFill>
                <a:schemeClr val="dk1"/>
              </a:solidFill>
              <a:latin typeface="Albert Sans ExtraBold"/>
              <a:ea typeface="Albert Sans ExtraBold"/>
              <a:cs typeface="Albert Sans ExtraBold"/>
              <a:sym typeface="Albert Sans ExtraBold"/>
            </a:endParaRPr>
          </a:p>
        </p:txBody>
      </p:sp>
      <p:sp>
        <p:nvSpPr>
          <p:cNvPr id="493" name="Google Shape;493;p38"/>
          <p:cNvSpPr txBox="1"/>
          <p:nvPr/>
        </p:nvSpPr>
        <p:spPr>
          <a:xfrm>
            <a:off x="713225" y="2515170"/>
            <a:ext cx="1828200" cy="3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Marketing degree</a:t>
            </a:r>
            <a:endParaRPr sz="12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94" name="Google Shape;494;p38"/>
          <p:cNvSpPr txBox="1"/>
          <p:nvPr/>
        </p:nvSpPr>
        <p:spPr>
          <a:xfrm>
            <a:off x="1130659" y="1689609"/>
            <a:ext cx="1878900" cy="4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Education</a:t>
            </a:r>
            <a:endParaRPr sz="2100">
              <a:solidFill>
                <a:schemeClr val="dk1"/>
              </a:solidFill>
              <a:latin typeface="Albert Sans ExtraBold"/>
              <a:ea typeface="Albert Sans ExtraBold"/>
              <a:cs typeface="Albert Sans ExtraBold"/>
              <a:sym typeface="Albert Sans ExtraBold"/>
            </a:endParaRPr>
          </a:p>
        </p:txBody>
      </p:sp>
      <p:sp>
        <p:nvSpPr>
          <p:cNvPr id="495" name="Google Shape;495;p38"/>
          <p:cNvSpPr txBox="1"/>
          <p:nvPr/>
        </p:nvSpPr>
        <p:spPr>
          <a:xfrm>
            <a:off x="4229325" y="2191950"/>
            <a:ext cx="1181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20XX- 20XX</a:t>
            </a:r>
            <a:endParaRPr sz="1200">
              <a:solidFill>
                <a:schemeClr val="dk1"/>
              </a:solidFill>
              <a:latin typeface="Albert Sans ExtraBold"/>
              <a:ea typeface="Albert Sans ExtraBold"/>
              <a:cs typeface="Albert Sans ExtraBold"/>
              <a:sym typeface="Albert Sans ExtraBold"/>
            </a:endParaRPr>
          </a:p>
        </p:txBody>
      </p:sp>
      <p:sp>
        <p:nvSpPr>
          <p:cNvPr id="496" name="Google Shape;496;p38"/>
          <p:cNvSpPr txBox="1"/>
          <p:nvPr/>
        </p:nvSpPr>
        <p:spPr>
          <a:xfrm>
            <a:off x="5392813" y="2191950"/>
            <a:ext cx="1703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Marketing technician</a:t>
            </a:r>
            <a:endParaRPr sz="12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97" name="Google Shape;497;p38"/>
          <p:cNvSpPr txBox="1"/>
          <p:nvPr/>
        </p:nvSpPr>
        <p:spPr>
          <a:xfrm>
            <a:off x="7078600" y="2191950"/>
            <a:ext cx="1351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Marketing agency</a:t>
            </a:r>
            <a:endParaRPr sz="11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98" name="Google Shape;498;p38"/>
          <p:cNvSpPr txBox="1"/>
          <p:nvPr/>
        </p:nvSpPr>
        <p:spPr>
          <a:xfrm>
            <a:off x="4227500" y="2520100"/>
            <a:ext cx="4205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91425" rIns="91425" bIns="91425" anchor="t" anchorCtr="0">
            <a:noAutofit/>
          </a:bodyPr>
          <a:lstStyle/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Tracking and analyzing data to optimize campaigns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Coordinating promotional activities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99" name="Google Shape;499;p38"/>
          <p:cNvSpPr txBox="1">
            <a:spLocks noGrp="1"/>
          </p:cNvSpPr>
          <p:nvPr>
            <p:ph type="title"/>
          </p:nvPr>
        </p:nvSpPr>
        <p:spPr>
          <a:xfrm>
            <a:off x="2034600" y="365760"/>
            <a:ext cx="2112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 Doe</a:t>
            </a:r>
            <a:endParaRPr/>
          </a:p>
        </p:txBody>
      </p:sp>
      <p:pic>
        <p:nvPicPr>
          <p:cNvPr id="500" name="Google Shape;500;p38"/>
          <p:cNvPicPr preferRelativeResize="0"/>
          <p:nvPr/>
        </p:nvPicPr>
        <p:blipFill rotWithShape="1">
          <a:blip r:embed="rId3">
            <a:alphaModFix/>
          </a:blip>
          <a:srcRect b="10128"/>
          <a:stretch/>
        </p:blipFill>
        <p:spPr>
          <a:xfrm>
            <a:off x="713225" y="0"/>
            <a:ext cx="1140600" cy="1535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 txBox="1"/>
          <p:nvPr/>
        </p:nvSpPr>
        <p:spPr>
          <a:xfrm>
            <a:off x="4278213" y="365760"/>
            <a:ext cx="2835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+34 654 321 432 | jane@freepik.com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02" name="Google Shape;502;p38"/>
          <p:cNvSpPr txBox="1"/>
          <p:nvPr/>
        </p:nvSpPr>
        <p:spPr>
          <a:xfrm>
            <a:off x="2041075" y="1022132"/>
            <a:ext cx="6389400" cy="5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“I always strive for </a:t>
            </a:r>
            <a:r>
              <a:rPr lang="en" sz="1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excellence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. I believe in the power of </a:t>
            </a:r>
            <a:r>
              <a:rPr lang="en" sz="1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collaboration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 love to build </a:t>
            </a:r>
            <a:r>
              <a:rPr lang="en" sz="1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meaningful relationships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with clients throughout the </a:t>
            </a:r>
            <a:r>
              <a:rPr lang="en" sz="1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creative process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”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03" name="Google Shape;503;p38"/>
          <p:cNvSpPr txBox="1"/>
          <p:nvPr/>
        </p:nvSpPr>
        <p:spPr>
          <a:xfrm>
            <a:off x="2592125" y="2191950"/>
            <a:ext cx="1635300" cy="6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91425" rIns="91425" bIns="91425" anchor="t" anchorCtr="0">
            <a:noAutofit/>
          </a:bodyPr>
          <a:lstStyle/>
          <a:p>
            <a:pPr marL="5715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Communication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5715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Writing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5715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Leadership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04" name="Google Shape;504;p38"/>
          <p:cNvSpPr/>
          <p:nvPr/>
        </p:nvSpPr>
        <p:spPr>
          <a:xfrm>
            <a:off x="714640" y="2499275"/>
            <a:ext cx="1828200" cy="18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38"/>
          <p:cNvSpPr txBox="1"/>
          <p:nvPr/>
        </p:nvSpPr>
        <p:spPr>
          <a:xfrm>
            <a:off x="4706925" y="1689609"/>
            <a:ext cx="1874400" cy="4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Experience</a:t>
            </a:r>
            <a:endParaRPr sz="2100">
              <a:solidFill>
                <a:schemeClr val="dk1"/>
              </a:solidFill>
              <a:latin typeface="Albert Sans ExtraBold"/>
              <a:ea typeface="Albert Sans ExtraBold"/>
              <a:cs typeface="Albert Sans ExtraBold"/>
              <a:sym typeface="Albert Sans ExtraBold"/>
            </a:endParaRPr>
          </a:p>
        </p:txBody>
      </p:sp>
      <p:sp>
        <p:nvSpPr>
          <p:cNvPr id="506" name="Google Shape;506;p38"/>
          <p:cNvSpPr/>
          <p:nvPr/>
        </p:nvSpPr>
        <p:spPr>
          <a:xfrm>
            <a:off x="4229325" y="2499275"/>
            <a:ext cx="4205100" cy="18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38"/>
          <p:cNvSpPr txBox="1"/>
          <p:nvPr/>
        </p:nvSpPr>
        <p:spPr>
          <a:xfrm>
            <a:off x="713225" y="3011525"/>
            <a:ext cx="182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20XX- 20XX</a:t>
            </a:r>
            <a:endParaRPr sz="1200">
              <a:solidFill>
                <a:schemeClr val="dk1"/>
              </a:solidFill>
              <a:latin typeface="Albert Sans ExtraBold"/>
              <a:ea typeface="Albert Sans ExtraBold"/>
              <a:cs typeface="Albert Sans ExtraBold"/>
              <a:sym typeface="Albert Sans ExtraBold"/>
            </a:endParaRPr>
          </a:p>
        </p:txBody>
      </p:sp>
      <p:sp>
        <p:nvSpPr>
          <p:cNvPr id="508" name="Google Shape;508;p38"/>
          <p:cNvSpPr txBox="1"/>
          <p:nvPr/>
        </p:nvSpPr>
        <p:spPr>
          <a:xfrm>
            <a:off x="713225" y="3334745"/>
            <a:ext cx="1828200" cy="3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Graphic design master</a:t>
            </a:r>
            <a:endParaRPr sz="12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09" name="Google Shape;509;p38"/>
          <p:cNvSpPr txBox="1"/>
          <p:nvPr/>
        </p:nvSpPr>
        <p:spPr>
          <a:xfrm>
            <a:off x="4229325" y="3011525"/>
            <a:ext cx="1181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20XX- 20XX</a:t>
            </a:r>
            <a:endParaRPr sz="1200">
              <a:solidFill>
                <a:schemeClr val="dk1"/>
              </a:solidFill>
              <a:latin typeface="Albert Sans ExtraBold"/>
              <a:ea typeface="Albert Sans ExtraBold"/>
              <a:cs typeface="Albert Sans ExtraBold"/>
              <a:sym typeface="Albert Sans ExtraBold"/>
            </a:endParaRPr>
          </a:p>
        </p:txBody>
      </p:sp>
      <p:sp>
        <p:nvSpPr>
          <p:cNvPr id="510" name="Google Shape;510;p38"/>
          <p:cNvSpPr txBox="1"/>
          <p:nvPr/>
        </p:nvSpPr>
        <p:spPr>
          <a:xfrm>
            <a:off x="5392813" y="3011525"/>
            <a:ext cx="1703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Content creator</a:t>
            </a:r>
            <a:endParaRPr sz="12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11" name="Google Shape;511;p38"/>
          <p:cNvSpPr txBox="1"/>
          <p:nvPr/>
        </p:nvSpPr>
        <p:spPr>
          <a:xfrm>
            <a:off x="7078600" y="3011525"/>
            <a:ext cx="1351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Creation Studio</a:t>
            </a:r>
            <a:endParaRPr sz="11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12" name="Google Shape;512;p38"/>
          <p:cNvSpPr txBox="1"/>
          <p:nvPr/>
        </p:nvSpPr>
        <p:spPr>
          <a:xfrm>
            <a:off x="4227500" y="3339675"/>
            <a:ext cx="4205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91425" rIns="91425" bIns="91425" anchor="t" anchorCtr="0">
            <a:noAutofit/>
          </a:bodyPr>
          <a:lstStyle/>
          <a:p>
            <a:pPr marL="1143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Creating videos, podcasts, graphics and infographics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1143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Developing unique and engaging content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13" name="Google Shape;513;p38"/>
          <p:cNvSpPr txBox="1"/>
          <p:nvPr/>
        </p:nvSpPr>
        <p:spPr>
          <a:xfrm>
            <a:off x="2592125" y="3011525"/>
            <a:ext cx="1635300" cy="6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91425" rIns="91425" bIns="91425" anchor="t" anchorCtr="0">
            <a:noAutofit/>
          </a:bodyPr>
          <a:lstStyle/>
          <a:p>
            <a:pPr marL="5715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Graphic Design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5715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Creativity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5715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Curiosity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14" name="Google Shape;514;p38"/>
          <p:cNvSpPr/>
          <p:nvPr/>
        </p:nvSpPr>
        <p:spPr>
          <a:xfrm>
            <a:off x="714640" y="3318850"/>
            <a:ext cx="1828200" cy="18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38"/>
          <p:cNvSpPr/>
          <p:nvPr/>
        </p:nvSpPr>
        <p:spPr>
          <a:xfrm>
            <a:off x="4229325" y="3318850"/>
            <a:ext cx="4205100" cy="18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38"/>
          <p:cNvSpPr txBox="1"/>
          <p:nvPr/>
        </p:nvSpPr>
        <p:spPr>
          <a:xfrm>
            <a:off x="713225" y="3824025"/>
            <a:ext cx="182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20XX- 20XX</a:t>
            </a:r>
            <a:endParaRPr sz="1200">
              <a:solidFill>
                <a:schemeClr val="dk1"/>
              </a:solidFill>
              <a:latin typeface="Albert Sans ExtraBold"/>
              <a:ea typeface="Albert Sans ExtraBold"/>
              <a:cs typeface="Albert Sans ExtraBold"/>
              <a:sym typeface="Albert Sans ExtraBold"/>
            </a:endParaRPr>
          </a:p>
        </p:txBody>
      </p:sp>
      <p:sp>
        <p:nvSpPr>
          <p:cNvPr id="517" name="Google Shape;517;p38"/>
          <p:cNvSpPr txBox="1"/>
          <p:nvPr/>
        </p:nvSpPr>
        <p:spPr>
          <a:xfrm>
            <a:off x="713225" y="4147245"/>
            <a:ext cx="1828200" cy="3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Content master</a:t>
            </a:r>
            <a:endParaRPr sz="12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18" name="Google Shape;518;p38"/>
          <p:cNvSpPr txBox="1"/>
          <p:nvPr/>
        </p:nvSpPr>
        <p:spPr>
          <a:xfrm>
            <a:off x="4229325" y="3824025"/>
            <a:ext cx="1181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20XX- 20XX</a:t>
            </a:r>
            <a:endParaRPr sz="1200">
              <a:solidFill>
                <a:schemeClr val="dk1"/>
              </a:solidFill>
              <a:latin typeface="Albert Sans ExtraBold"/>
              <a:ea typeface="Albert Sans ExtraBold"/>
              <a:cs typeface="Albert Sans ExtraBold"/>
              <a:sym typeface="Albert Sans ExtraBold"/>
            </a:endParaRPr>
          </a:p>
        </p:txBody>
      </p:sp>
      <p:sp>
        <p:nvSpPr>
          <p:cNvPr id="519" name="Google Shape;519;p38"/>
          <p:cNvSpPr txBox="1"/>
          <p:nvPr/>
        </p:nvSpPr>
        <p:spPr>
          <a:xfrm>
            <a:off x="5392813" y="3824025"/>
            <a:ext cx="1703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Team leader</a:t>
            </a:r>
            <a:endParaRPr sz="12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20" name="Google Shape;520;p38"/>
          <p:cNvSpPr txBox="1"/>
          <p:nvPr/>
        </p:nvSpPr>
        <p:spPr>
          <a:xfrm>
            <a:off x="7078600" y="3824025"/>
            <a:ext cx="1351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Creation Studio</a:t>
            </a:r>
            <a:endParaRPr sz="11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21" name="Google Shape;521;p38"/>
          <p:cNvSpPr txBox="1"/>
          <p:nvPr/>
        </p:nvSpPr>
        <p:spPr>
          <a:xfrm>
            <a:off x="4227500" y="4152175"/>
            <a:ext cx="4205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91425" rIns="91425" bIns="91425" anchor="t" anchorCtr="0">
            <a:noAutofit/>
          </a:bodyPr>
          <a:lstStyle/>
          <a:p>
            <a:pPr marL="1143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Motivating and leading team members in tasks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1143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Setting clear objectives and goals for the team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22" name="Google Shape;522;p38"/>
          <p:cNvSpPr txBox="1"/>
          <p:nvPr/>
        </p:nvSpPr>
        <p:spPr>
          <a:xfrm>
            <a:off x="2592125" y="3824025"/>
            <a:ext cx="1635300" cy="6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91425" rIns="91425" bIns="91425" anchor="t" anchorCtr="0">
            <a:noAutofit/>
          </a:bodyPr>
          <a:lstStyle/>
          <a:p>
            <a:pPr marL="5715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Creativity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5715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Adaptability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5715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Management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23" name="Google Shape;523;p38"/>
          <p:cNvSpPr/>
          <p:nvPr/>
        </p:nvSpPr>
        <p:spPr>
          <a:xfrm>
            <a:off x="714640" y="4131350"/>
            <a:ext cx="1828200" cy="18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38"/>
          <p:cNvSpPr/>
          <p:nvPr/>
        </p:nvSpPr>
        <p:spPr>
          <a:xfrm>
            <a:off x="4229325" y="4131350"/>
            <a:ext cx="4205100" cy="18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5" name="Google Shape;525;p38"/>
          <p:cNvGrpSpPr/>
          <p:nvPr/>
        </p:nvGrpSpPr>
        <p:grpSpPr>
          <a:xfrm>
            <a:off x="4227510" y="1705386"/>
            <a:ext cx="405034" cy="381846"/>
            <a:chOff x="7179195" y="1819634"/>
            <a:chExt cx="405034" cy="381846"/>
          </a:xfrm>
        </p:grpSpPr>
        <p:sp>
          <p:nvSpPr>
            <p:cNvPr id="526" name="Google Shape;526;p38"/>
            <p:cNvSpPr/>
            <p:nvPr/>
          </p:nvSpPr>
          <p:spPr>
            <a:xfrm>
              <a:off x="7250059" y="1819634"/>
              <a:ext cx="260788" cy="381846"/>
            </a:xfrm>
            <a:custGeom>
              <a:avLst/>
              <a:gdLst/>
              <a:ahLst/>
              <a:cxnLst/>
              <a:rect l="l" t="t" r="r" b="b"/>
              <a:pathLst>
                <a:path w="3003" h="4397" extrusionOk="0">
                  <a:moveTo>
                    <a:pt x="1502" y="275"/>
                  </a:moveTo>
                  <a:cubicBezTo>
                    <a:pt x="1805" y="275"/>
                    <a:pt x="2072" y="484"/>
                    <a:pt x="2137" y="788"/>
                  </a:cubicBezTo>
                  <a:cubicBezTo>
                    <a:pt x="2072" y="788"/>
                    <a:pt x="2043" y="816"/>
                    <a:pt x="1985" y="816"/>
                  </a:cubicBezTo>
                  <a:cubicBezTo>
                    <a:pt x="1920" y="845"/>
                    <a:pt x="1891" y="903"/>
                    <a:pt x="1920" y="997"/>
                  </a:cubicBezTo>
                  <a:cubicBezTo>
                    <a:pt x="1920" y="1026"/>
                    <a:pt x="1985" y="1084"/>
                    <a:pt x="2043" y="1084"/>
                  </a:cubicBezTo>
                  <a:cubicBezTo>
                    <a:pt x="2043" y="1084"/>
                    <a:pt x="2072" y="1084"/>
                    <a:pt x="2072" y="1055"/>
                  </a:cubicBezTo>
                  <a:cubicBezTo>
                    <a:pt x="2137" y="1026"/>
                    <a:pt x="2194" y="1026"/>
                    <a:pt x="2252" y="1026"/>
                  </a:cubicBezTo>
                  <a:cubicBezTo>
                    <a:pt x="2526" y="1026"/>
                    <a:pt x="2765" y="1264"/>
                    <a:pt x="2736" y="1538"/>
                  </a:cubicBezTo>
                  <a:cubicBezTo>
                    <a:pt x="2707" y="1776"/>
                    <a:pt x="2498" y="1957"/>
                    <a:pt x="2252" y="1957"/>
                  </a:cubicBezTo>
                  <a:lnTo>
                    <a:pt x="2014" y="1957"/>
                  </a:lnTo>
                  <a:lnTo>
                    <a:pt x="2014" y="1776"/>
                  </a:lnTo>
                  <a:cubicBezTo>
                    <a:pt x="2014" y="1690"/>
                    <a:pt x="1956" y="1625"/>
                    <a:pt x="1891" y="1625"/>
                  </a:cubicBezTo>
                  <a:cubicBezTo>
                    <a:pt x="1805" y="1625"/>
                    <a:pt x="1776" y="1690"/>
                    <a:pt x="1776" y="1776"/>
                  </a:cubicBezTo>
                  <a:lnTo>
                    <a:pt x="1776" y="1957"/>
                  </a:lnTo>
                  <a:lnTo>
                    <a:pt x="1235" y="1957"/>
                  </a:lnTo>
                  <a:lnTo>
                    <a:pt x="1235" y="1776"/>
                  </a:lnTo>
                  <a:cubicBezTo>
                    <a:pt x="1235" y="1719"/>
                    <a:pt x="1198" y="1654"/>
                    <a:pt x="1141" y="1625"/>
                  </a:cubicBezTo>
                  <a:cubicBezTo>
                    <a:pt x="1054" y="1625"/>
                    <a:pt x="989" y="1690"/>
                    <a:pt x="989" y="1776"/>
                  </a:cubicBezTo>
                  <a:lnTo>
                    <a:pt x="989" y="1957"/>
                  </a:lnTo>
                  <a:lnTo>
                    <a:pt x="751" y="1957"/>
                  </a:lnTo>
                  <a:cubicBezTo>
                    <a:pt x="513" y="1957"/>
                    <a:pt x="296" y="1776"/>
                    <a:pt x="267" y="1538"/>
                  </a:cubicBezTo>
                  <a:cubicBezTo>
                    <a:pt x="239" y="1264"/>
                    <a:pt x="477" y="1026"/>
                    <a:pt x="751" y="1026"/>
                  </a:cubicBezTo>
                  <a:cubicBezTo>
                    <a:pt x="809" y="1026"/>
                    <a:pt x="874" y="1026"/>
                    <a:pt x="931" y="1055"/>
                  </a:cubicBezTo>
                  <a:cubicBezTo>
                    <a:pt x="931" y="1084"/>
                    <a:pt x="960" y="1084"/>
                    <a:pt x="960" y="1084"/>
                  </a:cubicBezTo>
                  <a:cubicBezTo>
                    <a:pt x="1018" y="1084"/>
                    <a:pt x="1083" y="1055"/>
                    <a:pt x="1083" y="997"/>
                  </a:cubicBezTo>
                  <a:cubicBezTo>
                    <a:pt x="1112" y="932"/>
                    <a:pt x="1083" y="845"/>
                    <a:pt x="1018" y="816"/>
                  </a:cubicBezTo>
                  <a:cubicBezTo>
                    <a:pt x="960" y="816"/>
                    <a:pt x="931" y="788"/>
                    <a:pt x="874" y="788"/>
                  </a:cubicBezTo>
                  <a:cubicBezTo>
                    <a:pt x="931" y="484"/>
                    <a:pt x="1198" y="275"/>
                    <a:pt x="1502" y="275"/>
                  </a:cubicBezTo>
                  <a:close/>
                  <a:moveTo>
                    <a:pt x="1776" y="2231"/>
                  </a:moveTo>
                  <a:lnTo>
                    <a:pt x="1776" y="2556"/>
                  </a:lnTo>
                  <a:lnTo>
                    <a:pt x="1235" y="2556"/>
                  </a:lnTo>
                  <a:lnTo>
                    <a:pt x="1235" y="2231"/>
                  </a:lnTo>
                  <a:close/>
                  <a:moveTo>
                    <a:pt x="1776" y="2830"/>
                  </a:moveTo>
                  <a:lnTo>
                    <a:pt x="1776" y="3162"/>
                  </a:lnTo>
                  <a:lnTo>
                    <a:pt x="1235" y="3162"/>
                  </a:lnTo>
                  <a:lnTo>
                    <a:pt x="1235" y="2830"/>
                  </a:lnTo>
                  <a:close/>
                  <a:moveTo>
                    <a:pt x="1776" y="3429"/>
                  </a:moveTo>
                  <a:lnTo>
                    <a:pt x="1776" y="3761"/>
                  </a:lnTo>
                  <a:lnTo>
                    <a:pt x="1235" y="3761"/>
                  </a:lnTo>
                  <a:lnTo>
                    <a:pt x="1235" y="3429"/>
                  </a:lnTo>
                  <a:close/>
                  <a:moveTo>
                    <a:pt x="1502" y="1"/>
                  </a:moveTo>
                  <a:cubicBezTo>
                    <a:pt x="1054" y="1"/>
                    <a:pt x="693" y="333"/>
                    <a:pt x="628" y="788"/>
                  </a:cubicBezTo>
                  <a:cubicBezTo>
                    <a:pt x="267" y="845"/>
                    <a:pt x="0" y="1148"/>
                    <a:pt x="0" y="1509"/>
                  </a:cubicBezTo>
                  <a:cubicBezTo>
                    <a:pt x="0" y="1899"/>
                    <a:pt x="751" y="2231"/>
                    <a:pt x="751" y="2231"/>
                  </a:cubicBezTo>
                  <a:lnTo>
                    <a:pt x="989" y="2231"/>
                  </a:lnTo>
                  <a:lnTo>
                    <a:pt x="989" y="4274"/>
                  </a:lnTo>
                  <a:cubicBezTo>
                    <a:pt x="989" y="4331"/>
                    <a:pt x="1018" y="4396"/>
                    <a:pt x="1112" y="4396"/>
                  </a:cubicBezTo>
                  <a:cubicBezTo>
                    <a:pt x="1170" y="4396"/>
                    <a:pt x="1235" y="4331"/>
                    <a:pt x="1235" y="4274"/>
                  </a:cubicBezTo>
                  <a:lnTo>
                    <a:pt x="1235" y="4035"/>
                  </a:lnTo>
                  <a:lnTo>
                    <a:pt x="1776" y="4035"/>
                  </a:lnTo>
                  <a:lnTo>
                    <a:pt x="1776" y="4274"/>
                  </a:lnTo>
                  <a:cubicBezTo>
                    <a:pt x="1776" y="4274"/>
                    <a:pt x="1834" y="4396"/>
                    <a:pt x="1891" y="4396"/>
                  </a:cubicBezTo>
                  <a:cubicBezTo>
                    <a:pt x="1956" y="4396"/>
                    <a:pt x="2014" y="4331"/>
                    <a:pt x="2014" y="4274"/>
                  </a:cubicBezTo>
                  <a:lnTo>
                    <a:pt x="2014" y="2231"/>
                  </a:lnTo>
                  <a:lnTo>
                    <a:pt x="2252" y="2231"/>
                  </a:lnTo>
                  <a:cubicBezTo>
                    <a:pt x="2678" y="2231"/>
                    <a:pt x="3003" y="1899"/>
                    <a:pt x="3003" y="1509"/>
                  </a:cubicBezTo>
                  <a:cubicBezTo>
                    <a:pt x="3003" y="1148"/>
                    <a:pt x="2736" y="845"/>
                    <a:pt x="2375" y="788"/>
                  </a:cubicBezTo>
                  <a:cubicBezTo>
                    <a:pt x="2317" y="333"/>
                    <a:pt x="1956" y="1"/>
                    <a:pt x="15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8"/>
            <p:cNvSpPr/>
            <p:nvPr/>
          </p:nvSpPr>
          <p:spPr>
            <a:xfrm>
              <a:off x="7179195" y="2031532"/>
              <a:ext cx="146764" cy="94137"/>
            </a:xfrm>
            <a:custGeom>
              <a:avLst/>
              <a:gdLst/>
              <a:ahLst/>
              <a:cxnLst/>
              <a:rect l="l" t="t" r="r" b="b"/>
              <a:pathLst>
                <a:path w="1690" h="1084" extrusionOk="0">
                  <a:moveTo>
                    <a:pt x="1026" y="267"/>
                  </a:moveTo>
                  <a:cubicBezTo>
                    <a:pt x="1177" y="267"/>
                    <a:pt x="1293" y="390"/>
                    <a:pt x="1293" y="571"/>
                  </a:cubicBezTo>
                  <a:cubicBezTo>
                    <a:pt x="1293" y="722"/>
                    <a:pt x="1177" y="838"/>
                    <a:pt x="1026" y="838"/>
                  </a:cubicBezTo>
                  <a:lnTo>
                    <a:pt x="542" y="838"/>
                  </a:lnTo>
                  <a:cubicBezTo>
                    <a:pt x="455" y="838"/>
                    <a:pt x="390" y="780"/>
                    <a:pt x="362" y="693"/>
                  </a:cubicBezTo>
                  <a:cubicBezTo>
                    <a:pt x="362" y="599"/>
                    <a:pt x="455" y="542"/>
                    <a:pt x="513" y="542"/>
                  </a:cubicBezTo>
                  <a:lnTo>
                    <a:pt x="571" y="542"/>
                  </a:lnTo>
                  <a:cubicBezTo>
                    <a:pt x="590" y="550"/>
                    <a:pt x="606" y="554"/>
                    <a:pt x="620" y="554"/>
                  </a:cubicBezTo>
                  <a:cubicBezTo>
                    <a:pt x="655" y="554"/>
                    <a:pt x="682" y="533"/>
                    <a:pt x="722" y="513"/>
                  </a:cubicBezTo>
                  <a:cubicBezTo>
                    <a:pt x="722" y="513"/>
                    <a:pt x="722" y="477"/>
                    <a:pt x="751" y="477"/>
                  </a:cubicBezTo>
                  <a:cubicBezTo>
                    <a:pt x="787" y="361"/>
                    <a:pt x="903" y="267"/>
                    <a:pt x="1026" y="267"/>
                  </a:cubicBezTo>
                  <a:close/>
                  <a:moveTo>
                    <a:pt x="1026" y="0"/>
                  </a:moveTo>
                  <a:cubicBezTo>
                    <a:pt x="816" y="0"/>
                    <a:pt x="636" y="116"/>
                    <a:pt x="542" y="267"/>
                  </a:cubicBezTo>
                  <a:lnTo>
                    <a:pt x="427" y="267"/>
                  </a:lnTo>
                  <a:cubicBezTo>
                    <a:pt x="304" y="296"/>
                    <a:pt x="246" y="361"/>
                    <a:pt x="181" y="448"/>
                  </a:cubicBezTo>
                  <a:cubicBezTo>
                    <a:pt x="1" y="780"/>
                    <a:pt x="246" y="1083"/>
                    <a:pt x="513" y="1083"/>
                  </a:cubicBezTo>
                  <a:lnTo>
                    <a:pt x="1055" y="1083"/>
                  </a:lnTo>
                  <a:cubicBezTo>
                    <a:pt x="1235" y="1083"/>
                    <a:pt x="1387" y="989"/>
                    <a:pt x="1473" y="838"/>
                  </a:cubicBezTo>
                  <a:cubicBezTo>
                    <a:pt x="1690" y="419"/>
                    <a:pt x="1415" y="0"/>
                    <a:pt x="10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8"/>
            <p:cNvSpPr/>
            <p:nvPr/>
          </p:nvSpPr>
          <p:spPr>
            <a:xfrm>
              <a:off x="7432429" y="2075995"/>
              <a:ext cx="151801" cy="94137"/>
            </a:xfrm>
            <a:custGeom>
              <a:avLst/>
              <a:gdLst/>
              <a:ahLst/>
              <a:cxnLst/>
              <a:rect l="l" t="t" r="r" b="b"/>
              <a:pathLst>
                <a:path w="1748" h="1084" extrusionOk="0">
                  <a:moveTo>
                    <a:pt x="694" y="268"/>
                  </a:moveTo>
                  <a:cubicBezTo>
                    <a:pt x="816" y="268"/>
                    <a:pt x="939" y="362"/>
                    <a:pt x="968" y="448"/>
                  </a:cubicBezTo>
                  <a:cubicBezTo>
                    <a:pt x="968" y="477"/>
                    <a:pt x="997" y="506"/>
                    <a:pt x="997" y="506"/>
                  </a:cubicBezTo>
                  <a:cubicBezTo>
                    <a:pt x="1017" y="532"/>
                    <a:pt x="1053" y="554"/>
                    <a:pt x="1095" y="554"/>
                  </a:cubicBezTo>
                  <a:cubicBezTo>
                    <a:pt x="1112" y="554"/>
                    <a:pt x="1130" y="550"/>
                    <a:pt x="1148" y="542"/>
                  </a:cubicBezTo>
                  <a:lnTo>
                    <a:pt x="1177" y="542"/>
                  </a:lnTo>
                  <a:cubicBezTo>
                    <a:pt x="1264" y="542"/>
                    <a:pt x="1329" y="600"/>
                    <a:pt x="1329" y="658"/>
                  </a:cubicBezTo>
                  <a:cubicBezTo>
                    <a:pt x="1358" y="751"/>
                    <a:pt x="1264" y="838"/>
                    <a:pt x="1177" y="838"/>
                  </a:cubicBezTo>
                  <a:lnTo>
                    <a:pt x="722" y="838"/>
                  </a:lnTo>
                  <a:cubicBezTo>
                    <a:pt x="578" y="838"/>
                    <a:pt x="426" y="723"/>
                    <a:pt x="426" y="571"/>
                  </a:cubicBezTo>
                  <a:cubicBezTo>
                    <a:pt x="426" y="419"/>
                    <a:pt x="542" y="268"/>
                    <a:pt x="694" y="268"/>
                  </a:cubicBezTo>
                  <a:close/>
                  <a:moveTo>
                    <a:pt x="694" y="1"/>
                  </a:moveTo>
                  <a:cubicBezTo>
                    <a:pt x="304" y="1"/>
                    <a:pt x="1" y="477"/>
                    <a:pt x="304" y="903"/>
                  </a:cubicBezTo>
                  <a:cubicBezTo>
                    <a:pt x="362" y="1019"/>
                    <a:pt x="484" y="1083"/>
                    <a:pt x="636" y="1083"/>
                  </a:cubicBezTo>
                  <a:lnTo>
                    <a:pt x="1235" y="1083"/>
                  </a:lnTo>
                  <a:cubicBezTo>
                    <a:pt x="1358" y="1083"/>
                    <a:pt x="1444" y="1047"/>
                    <a:pt x="1509" y="961"/>
                  </a:cubicBezTo>
                  <a:cubicBezTo>
                    <a:pt x="1747" y="629"/>
                    <a:pt x="1509" y="268"/>
                    <a:pt x="1177" y="268"/>
                  </a:cubicBezTo>
                  <a:cubicBezTo>
                    <a:pt x="1083" y="116"/>
                    <a:pt x="903" y="1"/>
                    <a:pt x="6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8"/>
            <p:cNvSpPr/>
            <p:nvPr/>
          </p:nvSpPr>
          <p:spPr>
            <a:xfrm>
              <a:off x="7503292" y="2002700"/>
              <a:ext cx="54624" cy="52713"/>
            </a:xfrm>
            <a:custGeom>
              <a:avLst/>
              <a:gdLst/>
              <a:ahLst/>
              <a:cxnLst/>
              <a:rect l="l" t="t" r="r" b="b"/>
              <a:pathLst>
                <a:path w="629" h="607" extrusionOk="0">
                  <a:moveTo>
                    <a:pt x="332" y="0"/>
                  </a:moveTo>
                  <a:cubicBezTo>
                    <a:pt x="238" y="0"/>
                    <a:pt x="181" y="58"/>
                    <a:pt x="181" y="152"/>
                  </a:cubicBezTo>
                  <a:lnTo>
                    <a:pt x="181" y="181"/>
                  </a:lnTo>
                  <a:lnTo>
                    <a:pt x="152" y="181"/>
                  </a:lnTo>
                  <a:cubicBezTo>
                    <a:pt x="58" y="181"/>
                    <a:pt x="0" y="239"/>
                    <a:pt x="0" y="332"/>
                  </a:cubicBezTo>
                  <a:cubicBezTo>
                    <a:pt x="29" y="390"/>
                    <a:pt x="87" y="448"/>
                    <a:pt x="152" y="448"/>
                  </a:cubicBezTo>
                  <a:lnTo>
                    <a:pt x="181" y="448"/>
                  </a:lnTo>
                  <a:lnTo>
                    <a:pt x="181" y="484"/>
                  </a:lnTo>
                  <a:cubicBezTo>
                    <a:pt x="181" y="542"/>
                    <a:pt x="238" y="599"/>
                    <a:pt x="303" y="599"/>
                  </a:cubicBezTo>
                  <a:cubicBezTo>
                    <a:pt x="314" y="605"/>
                    <a:pt x="325" y="607"/>
                    <a:pt x="336" y="607"/>
                  </a:cubicBezTo>
                  <a:cubicBezTo>
                    <a:pt x="389" y="607"/>
                    <a:pt x="448" y="555"/>
                    <a:pt x="448" y="484"/>
                  </a:cubicBezTo>
                  <a:lnTo>
                    <a:pt x="448" y="448"/>
                  </a:lnTo>
                  <a:lnTo>
                    <a:pt x="484" y="448"/>
                  </a:lnTo>
                  <a:cubicBezTo>
                    <a:pt x="542" y="448"/>
                    <a:pt x="599" y="390"/>
                    <a:pt x="599" y="332"/>
                  </a:cubicBezTo>
                  <a:cubicBezTo>
                    <a:pt x="628" y="239"/>
                    <a:pt x="570" y="181"/>
                    <a:pt x="484" y="181"/>
                  </a:cubicBezTo>
                  <a:lnTo>
                    <a:pt x="448" y="181"/>
                  </a:lnTo>
                  <a:lnTo>
                    <a:pt x="448" y="152"/>
                  </a:lnTo>
                  <a:cubicBezTo>
                    <a:pt x="448" y="87"/>
                    <a:pt x="390" y="29"/>
                    <a:pt x="3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8"/>
            <p:cNvSpPr/>
            <p:nvPr/>
          </p:nvSpPr>
          <p:spPr>
            <a:xfrm>
              <a:off x="7210545" y="1842821"/>
              <a:ext cx="55232" cy="52800"/>
            </a:xfrm>
            <a:custGeom>
              <a:avLst/>
              <a:gdLst/>
              <a:ahLst/>
              <a:cxnLst/>
              <a:rect l="l" t="t" r="r" b="b"/>
              <a:pathLst>
                <a:path w="636" h="608" extrusionOk="0">
                  <a:moveTo>
                    <a:pt x="299" y="1"/>
                  </a:moveTo>
                  <a:cubicBezTo>
                    <a:pt x="245" y="1"/>
                    <a:pt x="181" y="52"/>
                    <a:pt x="181" y="124"/>
                  </a:cubicBezTo>
                  <a:lnTo>
                    <a:pt x="181" y="160"/>
                  </a:lnTo>
                  <a:lnTo>
                    <a:pt x="152" y="160"/>
                  </a:lnTo>
                  <a:cubicBezTo>
                    <a:pt x="66" y="160"/>
                    <a:pt x="1" y="246"/>
                    <a:pt x="29" y="304"/>
                  </a:cubicBezTo>
                  <a:cubicBezTo>
                    <a:pt x="29" y="369"/>
                    <a:pt x="94" y="427"/>
                    <a:pt x="152" y="427"/>
                  </a:cubicBezTo>
                  <a:lnTo>
                    <a:pt x="181" y="427"/>
                  </a:lnTo>
                  <a:lnTo>
                    <a:pt x="181" y="456"/>
                  </a:lnTo>
                  <a:cubicBezTo>
                    <a:pt x="181" y="521"/>
                    <a:pt x="246" y="578"/>
                    <a:pt x="304" y="607"/>
                  </a:cubicBezTo>
                  <a:cubicBezTo>
                    <a:pt x="361" y="607"/>
                    <a:pt x="455" y="549"/>
                    <a:pt x="455" y="456"/>
                  </a:cubicBezTo>
                  <a:lnTo>
                    <a:pt x="455" y="427"/>
                  </a:lnTo>
                  <a:lnTo>
                    <a:pt x="484" y="427"/>
                  </a:lnTo>
                  <a:cubicBezTo>
                    <a:pt x="542" y="427"/>
                    <a:pt x="607" y="369"/>
                    <a:pt x="607" y="304"/>
                  </a:cubicBezTo>
                  <a:cubicBezTo>
                    <a:pt x="636" y="246"/>
                    <a:pt x="571" y="160"/>
                    <a:pt x="484" y="160"/>
                  </a:cubicBezTo>
                  <a:lnTo>
                    <a:pt x="455" y="160"/>
                  </a:lnTo>
                  <a:lnTo>
                    <a:pt x="455" y="124"/>
                  </a:lnTo>
                  <a:cubicBezTo>
                    <a:pt x="455" y="66"/>
                    <a:pt x="390" y="8"/>
                    <a:pt x="333" y="8"/>
                  </a:cubicBezTo>
                  <a:cubicBezTo>
                    <a:pt x="322" y="3"/>
                    <a:pt x="311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1" name="Google Shape;531;p38"/>
          <p:cNvGrpSpPr/>
          <p:nvPr/>
        </p:nvGrpSpPr>
        <p:grpSpPr>
          <a:xfrm>
            <a:off x="714643" y="1705385"/>
            <a:ext cx="339816" cy="381849"/>
            <a:chOff x="4734743" y="1819634"/>
            <a:chExt cx="339816" cy="381849"/>
          </a:xfrm>
        </p:grpSpPr>
        <p:sp>
          <p:nvSpPr>
            <p:cNvPr id="532" name="Google Shape;532;p38"/>
            <p:cNvSpPr/>
            <p:nvPr/>
          </p:nvSpPr>
          <p:spPr>
            <a:xfrm>
              <a:off x="4828707" y="1908648"/>
              <a:ext cx="151801" cy="203819"/>
            </a:xfrm>
            <a:custGeom>
              <a:avLst/>
              <a:gdLst/>
              <a:ahLst/>
              <a:cxnLst/>
              <a:rect l="l" t="t" r="r" b="b"/>
              <a:pathLst>
                <a:path w="1748" h="2347" extrusionOk="0">
                  <a:moveTo>
                    <a:pt x="874" y="268"/>
                  </a:moveTo>
                  <a:cubicBezTo>
                    <a:pt x="1206" y="268"/>
                    <a:pt x="1473" y="542"/>
                    <a:pt x="1473" y="874"/>
                  </a:cubicBezTo>
                  <a:cubicBezTo>
                    <a:pt x="1473" y="1083"/>
                    <a:pt x="1387" y="1206"/>
                    <a:pt x="1293" y="1322"/>
                  </a:cubicBezTo>
                  <a:cubicBezTo>
                    <a:pt x="1235" y="1387"/>
                    <a:pt x="1177" y="1473"/>
                    <a:pt x="1149" y="1567"/>
                  </a:cubicBezTo>
                  <a:lnTo>
                    <a:pt x="997" y="1567"/>
                  </a:lnTo>
                  <a:lnTo>
                    <a:pt x="997" y="1112"/>
                  </a:lnTo>
                  <a:lnTo>
                    <a:pt x="1177" y="990"/>
                  </a:lnTo>
                  <a:cubicBezTo>
                    <a:pt x="1206" y="932"/>
                    <a:pt x="1235" y="845"/>
                    <a:pt x="1177" y="809"/>
                  </a:cubicBezTo>
                  <a:cubicBezTo>
                    <a:pt x="1160" y="773"/>
                    <a:pt x="1117" y="749"/>
                    <a:pt x="1073" y="749"/>
                  </a:cubicBezTo>
                  <a:cubicBezTo>
                    <a:pt x="1046" y="749"/>
                    <a:pt x="1019" y="758"/>
                    <a:pt x="997" y="780"/>
                  </a:cubicBezTo>
                  <a:lnTo>
                    <a:pt x="874" y="874"/>
                  </a:lnTo>
                  <a:lnTo>
                    <a:pt x="752" y="780"/>
                  </a:lnTo>
                  <a:cubicBezTo>
                    <a:pt x="723" y="766"/>
                    <a:pt x="694" y="759"/>
                    <a:pt x="664" y="759"/>
                  </a:cubicBezTo>
                  <a:cubicBezTo>
                    <a:pt x="634" y="759"/>
                    <a:pt x="604" y="766"/>
                    <a:pt x="571" y="780"/>
                  </a:cubicBezTo>
                  <a:cubicBezTo>
                    <a:pt x="513" y="845"/>
                    <a:pt x="542" y="932"/>
                    <a:pt x="607" y="990"/>
                  </a:cubicBezTo>
                  <a:lnTo>
                    <a:pt x="752" y="1112"/>
                  </a:lnTo>
                  <a:lnTo>
                    <a:pt x="752" y="1567"/>
                  </a:lnTo>
                  <a:lnTo>
                    <a:pt x="607" y="1567"/>
                  </a:lnTo>
                  <a:cubicBezTo>
                    <a:pt x="571" y="1473"/>
                    <a:pt x="513" y="1387"/>
                    <a:pt x="456" y="1322"/>
                  </a:cubicBezTo>
                  <a:cubicBezTo>
                    <a:pt x="362" y="1206"/>
                    <a:pt x="275" y="1083"/>
                    <a:pt x="275" y="874"/>
                  </a:cubicBezTo>
                  <a:cubicBezTo>
                    <a:pt x="275" y="542"/>
                    <a:pt x="542" y="268"/>
                    <a:pt x="874" y="268"/>
                  </a:cubicBezTo>
                  <a:close/>
                  <a:moveTo>
                    <a:pt x="1112" y="1834"/>
                  </a:moveTo>
                  <a:lnTo>
                    <a:pt x="1112" y="2072"/>
                  </a:lnTo>
                  <a:lnTo>
                    <a:pt x="636" y="2072"/>
                  </a:lnTo>
                  <a:lnTo>
                    <a:pt x="636" y="1834"/>
                  </a:lnTo>
                  <a:close/>
                  <a:moveTo>
                    <a:pt x="874" y="1"/>
                  </a:moveTo>
                  <a:cubicBezTo>
                    <a:pt x="391" y="1"/>
                    <a:pt x="1" y="391"/>
                    <a:pt x="1" y="874"/>
                  </a:cubicBezTo>
                  <a:cubicBezTo>
                    <a:pt x="1" y="1170"/>
                    <a:pt x="152" y="1322"/>
                    <a:pt x="246" y="1473"/>
                  </a:cubicBezTo>
                  <a:cubicBezTo>
                    <a:pt x="333" y="1567"/>
                    <a:pt x="362" y="1625"/>
                    <a:pt x="362" y="1711"/>
                  </a:cubicBezTo>
                  <a:lnTo>
                    <a:pt x="362" y="2224"/>
                  </a:lnTo>
                  <a:cubicBezTo>
                    <a:pt x="362" y="2289"/>
                    <a:pt x="427" y="2346"/>
                    <a:pt x="513" y="2346"/>
                  </a:cubicBezTo>
                  <a:lnTo>
                    <a:pt x="1235" y="2346"/>
                  </a:lnTo>
                  <a:cubicBezTo>
                    <a:pt x="1329" y="2346"/>
                    <a:pt x="1387" y="2289"/>
                    <a:pt x="1387" y="2224"/>
                  </a:cubicBezTo>
                  <a:lnTo>
                    <a:pt x="1387" y="1711"/>
                  </a:lnTo>
                  <a:cubicBezTo>
                    <a:pt x="1387" y="1625"/>
                    <a:pt x="1416" y="1567"/>
                    <a:pt x="1509" y="1473"/>
                  </a:cubicBezTo>
                  <a:cubicBezTo>
                    <a:pt x="1596" y="1322"/>
                    <a:pt x="1748" y="1170"/>
                    <a:pt x="1748" y="874"/>
                  </a:cubicBezTo>
                  <a:cubicBezTo>
                    <a:pt x="1748" y="391"/>
                    <a:pt x="1358" y="1"/>
                    <a:pt x="8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8"/>
            <p:cNvSpPr/>
            <p:nvPr/>
          </p:nvSpPr>
          <p:spPr>
            <a:xfrm>
              <a:off x="4870739" y="1819634"/>
              <a:ext cx="136082" cy="75987"/>
            </a:xfrm>
            <a:custGeom>
              <a:avLst/>
              <a:gdLst/>
              <a:ahLst/>
              <a:cxnLst/>
              <a:rect l="l" t="t" r="r" b="b"/>
              <a:pathLst>
                <a:path w="1567" h="875" extrusionOk="0">
                  <a:moveTo>
                    <a:pt x="390" y="275"/>
                  </a:moveTo>
                  <a:cubicBezTo>
                    <a:pt x="448" y="275"/>
                    <a:pt x="513" y="333"/>
                    <a:pt x="513" y="391"/>
                  </a:cubicBezTo>
                  <a:cubicBezTo>
                    <a:pt x="513" y="456"/>
                    <a:pt x="448" y="513"/>
                    <a:pt x="390" y="513"/>
                  </a:cubicBezTo>
                  <a:cubicBezTo>
                    <a:pt x="333" y="513"/>
                    <a:pt x="268" y="456"/>
                    <a:pt x="268" y="391"/>
                  </a:cubicBezTo>
                  <a:cubicBezTo>
                    <a:pt x="268" y="333"/>
                    <a:pt x="333" y="275"/>
                    <a:pt x="390" y="275"/>
                  </a:cubicBezTo>
                  <a:close/>
                  <a:moveTo>
                    <a:pt x="390" y="1"/>
                  </a:moveTo>
                  <a:cubicBezTo>
                    <a:pt x="181" y="1"/>
                    <a:pt x="1" y="181"/>
                    <a:pt x="1" y="391"/>
                  </a:cubicBezTo>
                  <a:cubicBezTo>
                    <a:pt x="1" y="607"/>
                    <a:pt x="181" y="788"/>
                    <a:pt x="390" y="788"/>
                  </a:cubicBezTo>
                  <a:cubicBezTo>
                    <a:pt x="513" y="788"/>
                    <a:pt x="665" y="694"/>
                    <a:pt x="722" y="607"/>
                  </a:cubicBezTo>
                  <a:cubicBezTo>
                    <a:pt x="932" y="636"/>
                    <a:pt x="1141" y="723"/>
                    <a:pt x="1321" y="874"/>
                  </a:cubicBezTo>
                  <a:lnTo>
                    <a:pt x="1415" y="874"/>
                  </a:lnTo>
                  <a:cubicBezTo>
                    <a:pt x="1444" y="874"/>
                    <a:pt x="1473" y="874"/>
                    <a:pt x="1502" y="845"/>
                  </a:cubicBezTo>
                  <a:cubicBezTo>
                    <a:pt x="1567" y="788"/>
                    <a:pt x="1531" y="694"/>
                    <a:pt x="1473" y="665"/>
                  </a:cubicBezTo>
                  <a:cubicBezTo>
                    <a:pt x="1264" y="513"/>
                    <a:pt x="1025" y="391"/>
                    <a:pt x="780" y="333"/>
                  </a:cubicBezTo>
                  <a:cubicBezTo>
                    <a:pt x="751" y="152"/>
                    <a:pt x="571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8"/>
            <p:cNvSpPr/>
            <p:nvPr/>
          </p:nvSpPr>
          <p:spPr>
            <a:xfrm>
              <a:off x="4803088" y="2125322"/>
              <a:ext cx="135387" cy="76161"/>
            </a:xfrm>
            <a:custGeom>
              <a:avLst/>
              <a:gdLst/>
              <a:ahLst/>
              <a:cxnLst/>
              <a:rect l="l" t="t" r="r" b="b"/>
              <a:pathLst>
                <a:path w="1559" h="877" extrusionOk="0">
                  <a:moveTo>
                    <a:pt x="1169" y="364"/>
                  </a:moveTo>
                  <a:cubicBezTo>
                    <a:pt x="1227" y="364"/>
                    <a:pt x="1292" y="422"/>
                    <a:pt x="1292" y="479"/>
                  </a:cubicBezTo>
                  <a:cubicBezTo>
                    <a:pt x="1292" y="573"/>
                    <a:pt x="1227" y="631"/>
                    <a:pt x="1169" y="631"/>
                  </a:cubicBezTo>
                  <a:cubicBezTo>
                    <a:pt x="1112" y="631"/>
                    <a:pt x="1047" y="573"/>
                    <a:pt x="1047" y="479"/>
                  </a:cubicBezTo>
                  <a:cubicBezTo>
                    <a:pt x="1047" y="422"/>
                    <a:pt x="1112" y="364"/>
                    <a:pt x="1169" y="364"/>
                  </a:cubicBezTo>
                  <a:close/>
                  <a:moveTo>
                    <a:pt x="162" y="0"/>
                  </a:moveTo>
                  <a:cubicBezTo>
                    <a:pt x="118" y="0"/>
                    <a:pt x="76" y="25"/>
                    <a:pt x="58" y="61"/>
                  </a:cubicBezTo>
                  <a:cubicBezTo>
                    <a:pt x="0" y="119"/>
                    <a:pt x="29" y="183"/>
                    <a:pt x="87" y="241"/>
                  </a:cubicBezTo>
                  <a:cubicBezTo>
                    <a:pt x="296" y="393"/>
                    <a:pt x="541" y="479"/>
                    <a:pt x="780" y="544"/>
                  </a:cubicBezTo>
                  <a:cubicBezTo>
                    <a:pt x="808" y="725"/>
                    <a:pt x="960" y="876"/>
                    <a:pt x="1169" y="876"/>
                  </a:cubicBezTo>
                  <a:cubicBezTo>
                    <a:pt x="1379" y="876"/>
                    <a:pt x="1559" y="696"/>
                    <a:pt x="1559" y="479"/>
                  </a:cubicBezTo>
                  <a:cubicBezTo>
                    <a:pt x="1559" y="270"/>
                    <a:pt x="1379" y="119"/>
                    <a:pt x="1169" y="119"/>
                  </a:cubicBezTo>
                  <a:cubicBezTo>
                    <a:pt x="1018" y="119"/>
                    <a:pt x="902" y="183"/>
                    <a:pt x="837" y="299"/>
                  </a:cubicBezTo>
                  <a:cubicBezTo>
                    <a:pt x="628" y="241"/>
                    <a:pt x="419" y="155"/>
                    <a:pt x="238" y="32"/>
                  </a:cubicBezTo>
                  <a:cubicBezTo>
                    <a:pt x="216" y="10"/>
                    <a:pt x="189" y="0"/>
                    <a:pt x="1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8"/>
            <p:cNvSpPr/>
            <p:nvPr/>
          </p:nvSpPr>
          <p:spPr>
            <a:xfrm>
              <a:off x="4956626" y="2054719"/>
              <a:ext cx="117932" cy="107250"/>
            </a:xfrm>
            <a:custGeom>
              <a:avLst/>
              <a:gdLst/>
              <a:ahLst/>
              <a:cxnLst/>
              <a:rect l="l" t="t" r="r" b="b"/>
              <a:pathLst>
                <a:path w="1358" h="1235" extrusionOk="0">
                  <a:moveTo>
                    <a:pt x="967" y="275"/>
                  </a:moveTo>
                  <a:cubicBezTo>
                    <a:pt x="1025" y="275"/>
                    <a:pt x="1083" y="332"/>
                    <a:pt x="1083" y="390"/>
                  </a:cubicBezTo>
                  <a:cubicBezTo>
                    <a:pt x="1083" y="484"/>
                    <a:pt x="1025" y="542"/>
                    <a:pt x="967" y="542"/>
                  </a:cubicBezTo>
                  <a:cubicBezTo>
                    <a:pt x="903" y="542"/>
                    <a:pt x="845" y="484"/>
                    <a:pt x="845" y="390"/>
                  </a:cubicBezTo>
                  <a:cubicBezTo>
                    <a:pt x="845" y="332"/>
                    <a:pt x="903" y="275"/>
                    <a:pt x="967" y="275"/>
                  </a:cubicBezTo>
                  <a:close/>
                  <a:moveTo>
                    <a:pt x="967" y="0"/>
                  </a:moveTo>
                  <a:cubicBezTo>
                    <a:pt x="758" y="0"/>
                    <a:pt x="578" y="181"/>
                    <a:pt x="578" y="390"/>
                  </a:cubicBezTo>
                  <a:cubicBezTo>
                    <a:pt x="578" y="455"/>
                    <a:pt x="607" y="542"/>
                    <a:pt x="635" y="571"/>
                  </a:cubicBezTo>
                  <a:cubicBezTo>
                    <a:pt x="484" y="751"/>
                    <a:pt x="303" y="874"/>
                    <a:pt x="94" y="996"/>
                  </a:cubicBezTo>
                  <a:cubicBezTo>
                    <a:pt x="36" y="1025"/>
                    <a:pt x="0" y="1083"/>
                    <a:pt x="36" y="1148"/>
                  </a:cubicBezTo>
                  <a:cubicBezTo>
                    <a:pt x="36" y="1206"/>
                    <a:pt x="94" y="1235"/>
                    <a:pt x="152" y="1235"/>
                  </a:cubicBezTo>
                  <a:cubicBezTo>
                    <a:pt x="152" y="1235"/>
                    <a:pt x="181" y="1235"/>
                    <a:pt x="181" y="1206"/>
                  </a:cubicBezTo>
                  <a:cubicBezTo>
                    <a:pt x="426" y="1112"/>
                    <a:pt x="635" y="968"/>
                    <a:pt x="816" y="751"/>
                  </a:cubicBezTo>
                  <a:cubicBezTo>
                    <a:pt x="874" y="787"/>
                    <a:pt x="903" y="787"/>
                    <a:pt x="967" y="787"/>
                  </a:cubicBezTo>
                  <a:cubicBezTo>
                    <a:pt x="1177" y="787"/>
                    <a:pt x="1357" y="607"/>
                    <a:pt x="1357" y="390"/>
                  </a:cubicBezTo>
                  <a:cubicBezTo>
                    <a:pt x="1357" y="181"/>
                    <a:pt x="1177" y="0"/>
                    <a:pt x="9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8"/>
            <p:cNvSpPr/>
            <p:nvPr/>
          </p:nvSpPr>
          <p:spPr>
            <a:xfrm>
              <a:off x="4734743" y="1986373"/>
              <a:ext cx="68345" cy="136777"/>
            </a:xfrm>
            <a:custGeom>
              <a:avLst/>
              <a:gdLst/>
              <a:ahLst/>
              <a:cxnLst/>
              <a:rect l="l" t="t" r="r" b="b"/>
              <a:pathLst>
                <a:path w="787" h="1575" extrusionOk="0">
                  <a:moveTo>
                    <a:pt x="390" y="1062"/>
                  </a:moveTo>
                  <a:cubicBezTo>
                    <a:pt x="455" y="1062"/>
                    <a:pt x="513" y="1119"/>
                    <a:pt x="513" y="1177"/>
                  </a:cubicBezTo>
                  <a:cubicBezTo>
                    <a:pt x="513" y="1271"/>
                    <a:pt x="455" y="1329"/>
                    <a:pt x="390" y="1329"/>
                  </a:cubicBezTo>
                  <a:cubicBezTo>
                    <a:pt x="303" y="1329"/>
                    <a:pt x="246" y="1271"/>
                    <a:pt x="246" y="1177"/>
                  </a:cubicBezTo>
                  <a:cubicBezTo>
                    <a:pt x="246" y="1119"/>
                    <a:pt x="303" y="1062"/>
                    <a:pt x="390" y="1062"/>
                  </a:cubicBezTo>
                  <a:close/>
                  <a:moveTo>
                    <a:pt x="167" y="0"/>
                  </a:moveTo>
                  <a:cubicBezTo>
                    <a:pt x="104" y="0"/>
                    <a:pt x="65" y="53"/>
                    <a:pt x="65" y="131"/>
                  </a:cubicBezTo>
                  <a:lnTo>
                    <a:pt x="65" y="275"/>
                  </a:lnTo>
                  <a:cubicBezTo>
                    <a:pt x="65" y="492"/>
                    <a:pt x="94" y="701"/>
                    <a:pt x="152" y="881"/>
                  </a:cubicBezTo>
                  <a:cubicBezTo>
                    <a:pt x="65" y="939"/>
                    <a:pt x="0" y="1062"/>
                    <a:pt x="0" y="1177"/>
                  </a:cubicBezTo>
                  <a:cubicBezTo>
                    <a:pt x="0" y="1394"/>
                    <a:pt x="181" y="1574"/>
                    <a:pt x="390" y="1574"/>
                  </a:cubicBezTo>
                  <a:cubicBezTo>
                    <a:pt x="607" y="1574"/>
                    <a:pt x="787" y="1394"/>
                    <a:pt x="787" y="1177"/>
                  </a:cubicBezTo>
                  <a:cubicBezTo>
                    <a:pt x="787" y="968"/>
                    <a:pt x="607" y="816"/>
                    <a:pt x="390" y="787"/>
                  </a:cubicBezTo>
                  <a:cubicBezTo>
                    <a:pt x="332" y="636"/>
                    <a:pt x="303" y="455"/>
                    <a:pt x="303" y="275"/>
                  </a:cubicBezTo>
                  <a:cubicBezTo>
                    <a:pt x="303" y="246"/>
                    <a:pt x="303" y="188"/>
                    <a:pt x="332" y="131"/>
                  </a:cubicBezTo>
                  <a:cubicBezTo>
                    <a:pt x="332" y="66"/>
                    <a:pt x="275" y="8"/>
                    <a:pt x="210" y="8"/>
                  </a:cubicBezTo>
                  <a:cubicBezTo>
                    <a:pt x="194" y="3"/>
                    <a:pt x="180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8"/>
            <p:cNvSpPr/>
            <p:nvPr/>
          </p:nvSpPr>
          <p:spPr>
            <a:xfrm>
              <a:off x="5006735" y="1898054"/>
              <a:ext cx="67824" cy="122882"/>
            </a:xfrm>
            <a:custGeom>
              <a:avLst/>
              <a:gdLst/>
              <a:ahLst/>
              <a:cxnLst/>
              <a:rect l="l" t="t" r="r" b="b"/>
              <a:pathLst>
                <a:path w="781" h="1415" extrusionOk="0">
                  <a:moveTo>
                    <a:pt x="390" y="274"/>
                  </a:moveTo>
                  <a:cubicBezTo>
                    <a:pt x="448" y="274"/>
                    <a:pt x="506" y="332"/>
                    <a:pt x="506" y="390"/>
                  </a:cubicBezTo>
                  <a:cubicBezTo>
                    <a:pt x="506" y="455"/>
                    <a:pt x="448" y="513"/>
                    <a:pt x="390" y="513"/>
                  </a:cubicBezTo>
                  <a:cubicBezTo>
                    <a:pt x="326" y="513"/>
                    <a:pt x="268" y="455"/>
                    <a:pt x="268" y="390"/>
                  </a:cubicBezTo>
                  <a:cubicBezTo>
                    <a:pt x="268" y="332"/>
                    <a:pt x="326" y="274"/>
                    <a:pt x="390" y="274"/>
                  </a:cubicBezTo>
                  <a:close/>
                  <a:moveTo>
                    <a:pt x="390" y="0"/>
                  </a:moveTo>
                  <a:cubicBezTo>
                    <a:pt x="181" y="0"/>
                    <a:pt x="1" y="181"/>
                    <a:pt x="1" y="390"/>
                  </a:cubicBezTo>
                  <a:cubicBezTo>
                    <a:pt x="1" y="606"/>
                    <a:pt x="181" y="787"/>
                    <a:pt x="390" y="787"/>
                  </a:cubicBezTo>
                  <a:cubicBezTo>
                    <a:pt x="419" y="931"/>
                    <a:pt x="448" y="1112"/>
                    <a:pt x="448" y="1292"/>
                  </a:cubicBezTo>
                  <a:cubicBezTo>
                    <a:pt x="448" y="1386"/>
                    <a:pt x="506" y="1415"/>
                    <a:pt x="600" y="1415"/>
                  </a:cubicBezTo>
                  <a:cubicBezTo>
                    <a:pt x="658" y="1415"/>
                    <a:pt x="722" y="1386"/>
                    <a:pt x="722" y="1292"/>
                  </a:cubicBezTo>
                  <a:cubicBezTo>
                    <a:pt x="722" y="1083"/>
                    <a:pt x="686" y="902"/>
                    <a:pt x="629" y="693"/>
                  </a:cubicBezTo>
                  <a:cubicBezTo>
                    <a:pt x="722" y="635"/>
                    <a:pt x="780" y="513"/>
                    <a:pt x="780" y="390"/>
                  </a:cubicBezTo>
                  <a:cubicBezTo>
                    <a:pt x="780" y="181"/>
                    <a:pt x="600" y="0"/>
                    <a:pt x="3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8"/>
            <p:cNvSpPr/>
            <p:nvPr/>
          </p:nvSpPr>
          <p:spPr>
            <a:xfrm>
              <a:off x="4734743" y="1860711"/>
              <a:ext cx="117932" cy="105687"/>
            </a:xfrm>
            <a:custGeom>
              <a:avLst/>
              <a:gdLst/>
              <a:ahLst/>
              <a:cxnLst/>
              <a:rect l="l" t="t" r="r" b="b"/>
              <a:pathLst>
                <a:path w="1358" h="1217" extrusionOk="0">
                  <a:moveTo>
                    <a:pt x="390" y="704"/>
                  </a:moveTo>
                  <a:cubicBezTo>
                    <a:pt x="455" y="704"/>
                    <a:pt x="513" y="762"/>
                    <a:pt x="513" y="820"/>
                  </a:cubicBezTo>
                  <a:cubicBezTo>
                    <a:pt x="513" y="885"/>
                    <a:pt x="455" y="943"/>
                    <a:pt x="390" y="943"/>
                  </a:cubicBezTo>
                  <a:cubicBezTo>
                    <a:pt x="303" y="943"/>
                    <a:pt x="246" y="885"/>
                    <a:pt x="246" y="820"/>
                  </a:cubicBezTo>
                  <a:cubicBezTo>
                    <a:pt x="246" y="762"/>
                    <a:pt x="303" y="704"/>
                    <a:pt x="390" y="704"/>
                  </a:cubicBezTo>
                  <a:close/>
                  <a:moveTo>
                    <a:pt x="1199" y="0"/>
                  </a:moveTo>
                  <a:cubicBezTo>
                    <a:pt x="1181" y="0"/>
                    <a:pt x="1163" y="4"/>
                    <a:pt x="1148" y="11"/>
                  </a:cubicBezTo>
                  <a:cubicBezTo>
                    <a:pt x="931" y="134"/>
                    <a:pt x="693" y="278"/>
                    <a:pt x="542" y="459"/>
                  </a:cubicBezTo>
                  <a:cubicBezTo>
                    <a:pt x="484" y="459"/>
                    <a:pt x="455" y="430"/>
                    <a:pt x="390" y="430"/>
                  </a:cubicBezTo>
                  <a:cubicBezTo>
                    <a:pt x="181" y="430"/>
                    <a:pt x="0" y="611"/>
                    <a:pt x="0" y="820"/>
                  </a:cubicBezTo>
                  <a:cubicBezTo>
                    <a:pt x="0" y="1036"/>
                    <a:pt x="181" y="1217"/>
                    <a:pt x="390" y="1217"/>
                  </a:cubicBezTo>
                  <a:cubicBezTo>
                    <a:pt x="607" y="1217"/>
                    <a:pt x="787" y="1036"/>
                    <a:pt x="787" y="820"/>
                  </a:cubicBezTo>
                  <a:cubicBezTo>
                    <a:pt x="787" y="762"/>
                    <a:pt x="751" y="704"/>
                    <a:pt x="722" y="639"/>
                  </a:cubicBezTo>
                  <a:cubicBezTo>
                    <a:pt x="874" y="459"/>
                    <a:pt x="1054" y="343"/>
                    <a:pt x="1263" y="250"/>
                  </a:cubicBezTo>
                  <a:cubicBezTo>
                    <a:pt x="1328" y="221"/>
                    <a:pt x="1357" y="134"/>
                    <a:pt x="1328" y="69"/>
                  </a:cubicBezTo>
                  <a:cubicBezTo>
                    <a:pt x="1302" y="27"/>
                    <a:pt x="1248" y="0"/>
                    <a:pt x="11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9"/>
          <p:cNvSpPr txBox="1">
            <a:spLocks noGrp="1"/>
          </p:cNvSpPr>
          <p:nvPr>
            <p:ph type="subTitle" idx="4"/>
          </p:nvPr>
        </p:nvSpPr>
        <p:spPr>
          <a:xfrm>
            <a:off x="4711725" y="2598925"/>
            <a:ext cx="3712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creation projects</a:t>
            </a:r>
            <a:endParaRPr/>
          </a:p>
        </p:txBody>
      </p:sp>
      <p:sp>
        <p:nvSpPr>
          <p:cNvPr id="544" name="Google Shape;544;p39"/>
          <p:cNvSpPr txBox="1">
            <a:spLocks noGrp="1"/>
          </p:cNvSpPr>
          <p:nvPr>
            <p:ph type="title"/>
          </p:nvPr>
        </p:nvSpPr>
        <p:spPr>
          <a:xfrm>
            <a:off x="948600" y="365760"/>
            <a:ext cx="748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 projects</a:t>
            </a:r>
            <a:endParaRPr/>
          </a:p>
        </p:txBody>
      </p:sp>
      <p:sp>
        <p:nvSpPr>
          <p:cNvPr id="545" name="Google Shape;545;p39"/>
          <p:cNvSpPr txBox="1">
            <a:spLocks noGrp="1"/>
          </p:cNvSpPr>
          <p:nvPr>
            <p:ph type="subTitle" idx="1"/>
          </p:nvPr>
        </p:nvSpPr>
        <p:spPr>
          <a:xfrm>
            <a:off x="4711725" y="3039900"/>
            <a:ext cx="3712200" cy="129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“I have participated throughout my career in crafting seo-friendly copy, creating promotional videos, designing newsletters and brochures and more. My work has been well received with several pieces being featured in prominent and important, widely-read publications”</a:t>
            </a:r>
            <a:endParaRPr/>
          </a:p>
        </p:txBody>
      </p:sp>
      <p:sp>
        <p:nvSpPr>
          <p:cNvPr id="546" name="Google Shape;546;p39"/>
          <p:cNvSpPr txBox="1">
            <a:spLocks noGrp="1"/>
          </p:cNvSpPr>
          <p:nvPr>
            <p:ph type="subTitle" idx="2"/>
          </p:nvPr>
        </p:nvSpPr>
        <p:spPr>
          <a:xfrm>
            <a:off x="948600" y="2159214"/>
            <a:ext cx="3712500" cy="129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“I was responsible for managing campaigns across all major social media platforms; creating, curating and optimizing content for maximum engagement; analyzing data to gain insights into customer behavior and maintaining a strong relationship with customers”</a:t>
            </a:r>
            <a:endParaRPr/>
          </a:p>
        </p:txBody>
      </p:sp>
      <p:sp>
        <p:nvSpPr>
          <p:cNvPr id="547" name="Google Shape;547;p39"/>
          <p:cNvSpPr txBox="1">
            <a:spLocks noGrp="1"/>
          </p:cNvSpPr>
          <p:nvPr>
            <p:ph type="subTitle" idx="3"/>
          </p:nvPr>
        </p:nvSpPr>
        <p:spPr>
          <a:xfrm>
            <a:off x="948600" y="1718238"/>
            <a:ext cx="37125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Marketing</a:t>
            </a:r>
            <a:endParaRPr/>
          </a:p>
        </p:txBody>
      </p:sp>
      <p:sp>
        <p:nvSpPr>
          <p:cNvPr id="548" name="Google Shape;548;p39"/>
          <p:cNvSpPr/>
          <p:nvPr/>
        </p:nvSpPr>
        <p:spPr>
          <a:xfrm>
            <a:off x="4807424" y="2218003"/>
            <a:ext cx="321506" cy="379352"/>
          </a:xfrm>
          <a:custGeom>
            <a:avLst/>
            <a:gdLst/>
            <a:ahLst/>
            <a:cxnLst/>
            <a:rect l="l" t="t" r="r" b="b"/>
            <a:pathLst>
              <a:path w="3696" h="4361" extrusionOk="0">
                <a:moveTo>
                  <a:pt x="3086" y="759"/>
                </a:moveTo>
                <a:cubicBezTo>
                  <a:pt x="3097" y="759"/>
                  <a:pt x="3111" y="766"/>
                  <a:pt x="3126" y="780"/>
                </a:cubicBezTo>
                <a:lnTo>
                  <a:pt x="3429" y="1083"/>
                </a:lnTo>
                <a:lnTo>
                  <a:pt x="3429" y="1112"/>
                </a:lnTo>
                <a:lnTo>
                  <a:pt x="3429" y="1141"/>
                </a:lnTo>
                <a:lnTo>
                  <a:pt x="2555" y="1986"/>
                </a:lnTo>
                <a:lnTo>
                  <a:pt x="2194" y="1625"/>
                </a:lnTo>
                <a:lnTo>
                  <a:pt x="3068" y="780"/>
                </a:lnTo>
                <a:cubicBezTo>
                  <a:pt x="3068" y="766"/>
                  <a:pt x="3075" y="759"/>
                  <a:pt x="3086" y="759"/>
                </a:cubicBezTo>
                <a:close/>
                <a:moveTo>
                  <a:pt x="2101" y="1899"/>
                </a:moveTo>
                <a:lnTo>
                  <a:pt x="2310" y="2108"/>
                </a:lnTo>
                <a:lnTo>
                  <a:pt x="2014" y="2166"/>
                </a:lnTo>
                <a:lnTo>
                  <a:pt x="2101" y="1899"/>
                </a:lnTo>
                <a:close/>
                <a:moveTo>
                  <a:pt x="2707" y="751"/>
                </a:moveTo>
                <a:lnTo>
                  <a:pt x="1920" y="1538"/>
                </a:lnTo>
                <a:lnTo>
                  <a:pt x="1920" y="1567"/>
                </a:lnTo>
                <a:lnTo>
                  <a:pt x="1891" y="1567"/>
                </a:lnTo>
                <a:lnTo>
                  <a:pt x="1891" y="1596"/>
                </a:lnTo>
                <a:lnTo>
                  <a:pt x="1740" y="2195"/>
                </a:lnTo>
                <a:cubicBezTo>
                  <a:pt x="1740" y="2260"/>
                  <a:pt x="1769" y="2318"/>
                  <a:pt x="1805" y="2375"/>
                </a:cubicBezTo>
                <a:cubicBezTo>
                  <a:pt x="1862" y="2440"/>
                  <a:pt x="1920" y="2440"/>
                  <a:pt x="1949" y="2440"/>
                </a:cubicBezTo>
                <a:lnTo>
                  <a:pt x="2014" y="2440"/>
                </a:lnTo>
                <a:lnTo>
                  <a:pt x="2584" y="2318"/>
                </a:lnTo>
                <a:cubicBezTo>
                  <a:pt x="2584" y="2318"/>
                  <a:pt x="2584" y="2289"/>
                  <a:pt x="2613" y="2289"/>
                </a:cubicBezTo>
                <a:lnTo>
                  <a:pt x="2642" y="2289"/>
                </a:lnTo>
                <a:lnTo>
                  <a:pt x="2642" y="2260"/>
                </a:lnTo>
                <a:lnTo>
                  <a:pt x="2916" y="2014"/>
                </a:lnTo>
                <a:lnTo>
                  <a:pt x="2916" y="3068"/>
                </a:lnTo>
                <a:lnTo>
                  <a:pt x="780" y="3068"/>
                </a:lnTo>
                <a:lnTo>
                  <a:pt x="780" y="751"/>
                </a:lnTo>
                <a:close/>
                <a:moveTo>
                  <a:pt x="3306" y="239"/>
                </a:moveTo>
                <a:cubicBezTo>
                  <a:pt x="3364" y="239"/>
                  <a:pt x="3429" y="304"/>
                  <a:pt x="3429" y="362"/>
                </a:cubicBezTo>
                <a:lnTo>
                  <a:pt x="3429" y="722"/>
                </a:lnTo>
                <a:lnTo>
                  <a:pt x="3306" y="600"/>
                </a:lnTo>
                <a:cubicBezTo>
                  <a:pt x="3248" y="542"/>
                  <a:pt x="3154" y="513"/>
                  <a:pt x="3068" y="513"/>
                </a:cubicBezTo>
                <a:lnTo>
                  <a:pt x="657" y="513"/>
                </a:lnTo>
                <a:cubicBezTo>
                  <a:pt x="571" y="513"/>
                  <a:pt x="506" y="571"/>
                  <a:pt x="506" y="636"/>
                </a:cubicBezTo>
                <a:lnTo>
                  <a:pt x="506" y="3220"/>
                </a:lnTo>
                <a:cubicBezTo>
                  <a:pt x="506" y="3277"/>
                  <a:pt x="571" y="3342"/>
                  <a:pt x="657" y="3342"/>
                </a:cubicBezTo>
                <a:lnTo>
                  <a:pt x="3032" y="3342"/>
                </a:lnTo>
                <a:cubicBezTo>
                  <a:pt x="3126" y="3342"/>
                  <a:pt x="3183" y="3277"/>
                  <a:pt x="3183" y="3220"/>
                </a:cubicBezTo>
                <a:lnTo>
                  <a:pt x="3183" y="1747"/>
                </a:lnTo>
                <a:lnTo>
                  <a:pt x="3429" y="1502"/>
                </a:lnTo>
                <a:lnTo>
                  <a:pt x="3429" y="3999"/>
                </a:lnTo>
                <a:cubicBezTo>
                  <a:pt x="3429" y="4064"/>
                  <a:pt x="3364" y="4122"/>
                  <a:pt x="3306" y="4122"/>
                </a:cubicBezTo>
                <a:lnTo>
                  <a:pt x="390" y="4122"/>
                </a:lnTo>
                <a:cubicBezTo>
                  <a:pt x="325" y="4122"/>
                  <a:pt x="267" y="4064"/>
                  <a:pt x="267" y="3999"/>
                </a:cubicBezTo>
                <a:lnTo>
                  <a:pt x="267" y="362"/>
                </a:lnTo>
                <a:cubicBezTo>
                  <a:pt x="267" y="304"/>
                  <a:pt x="325" y="239"/>
                  <a:pt x="390" y="239"/>
                </a:cubicBezTo>
                <a:close/>
                <a:moveTo>
                  <a:pt x="390" y="1"/>
                </a:moveTo>
                <a:cubicBezTo>
                  <a:pt x="181" y="1"/>
                  <a:pt x="0" y="152"/>
                  <a:pt x="0" y="362"/>
                </a:cubicBezTo>
                <a:lnTo>
                  <a:pt x="0" y="3999"/>
                </a:lnTo>
                <a:cubicBezTo>
                  <a:pt x="0" y="4209"/>
                  <a:pt x="181" y="4360"/>
                  <a:pt x="390" y="4360"/>
                </a:cubicBezTo>
                <a:lnTo>
                  <a:pt x="3306" y="4360"/>
                </a:lnTo>
                <a:cubicBezTo>
                  <a:pt x="3515" y="4360"/>
                  <a:pt x="3696" y="4209"/>
                  <a:pt x="3696" y="3999"/>
                </a:cubicBezTo>
                <a:lnTo>
                  <a:pt x="3696" y="362"/>
                </a:lnTo>
                <a:cubicBezTo>
                  <a:pt x="3696" y="152"/>
                  <a:pt x="3515" y="1"/>
                  <a:pt x="330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9" name="Google Shape;549;p39"/>
          <p:cNvGrpSpPr/>
          <p:nvPr/>
        </p:nvGrpSpPr>
        <p:grpSpPr>
          <a:xfrm>
            <a:off x="1027350" y="1335752"/>
            <a:ext cx="382401" cy="382486"/>
            <a:chOff x="3130467" y="1803747"/>
            <a:chExt cx="382401" cy="382486"/>
          </a:xfrm>
        </p:grpSpPr>
        <p:sp>
          <p:nvSpPr>
            <p:cNvPr id="550" name="Google Shape;550;p39"/>
            <p:cNvSpPr/>
            <p:nvPr/>
          </p:nvSpPr>
          <p:spPr>
            <a:xfrm>
              <a:off x="3130467" y="1803747"/>
              <a:ext cx="104907" cy="104994"/>
            </a:xfrm>
            <a:custGeom>
              <a:avLst/>
              <a:gdLst/>
              <a:ahLst/>
              <a:cxnLst/>
              <a:rect l="l" t="t" r="r" b="b"/>
              <a:pathLst>
                <a:path w="1206" h="1207" extrusionOk="0">
                  <a:moveTo>
                    <a:pt x="607" y="391"/>
                  </a:moveTo>
                  <a:cubicBezTo>
                    <a:pt x="664" y="484"/>
                    <a:pt x="751" y="571"/>
                    <a:pt x="816" y="607"/>
                  </a:cubicBezTo>
                  <a:cubicBezTo>
                    <a:pt x="751" y="665"/>
                    <a:pt x="664" y="751"/>
                    <a:pt x="607" y="845"/>
                  </a:cubicBezTo>
                  <a:cubicBezTo>
                    <a:pt x="542" y="751"/>
                    <a:pt x="484" y="665"/>
                    <a:pt x="390" y="607"/>
                  </a:cubicBezTo>
                  <a:cubicBezTo>
                    <a:pt x="484" y="571"/>
                    <a:pt x="542" y="484"/>
                    <a:pt x="607" y="391"/>
                  </a:cubicBezTo>
                  <a:close/>
                  <a:moveTo>
                    <a:pt x="607" y="1"/>
                  </a:moveTo>
                  <a:cubicBezTo>
                    <a:pt x="542" y="1"/>
                    <a:pt x="484" y="66"/>
                    <a:pt x="455" y="124"/>
                  </a:cubicBezTo>
                  <a:cubicBezTo>
                    <a:pt x="390" y="275"/>
                    <a:pt x="275" y="427"/>
                    <a:pt x="123" y="456"/>
                  </a:cubicBezTo>
                  <a:cubicBezTo>
                    <a:pt x="65" y="484"/>
                    <a:pt x="0" y="542"/>
                    <a:pt x="0" y="607"/>
                  </a:cubicBezTo>
                  <a:cubicBezTo>
                    <a:pt x="0" y="694"/>
                    <a:pt x="65" y="751"/>
                    <a:pt x="123" y="751"/>
                  </a:cubicBezTo>
                  <a:cubicBezTo>
                    <a:pt x="275" y="816"/>
                    <a:pt x="390" y="932"/>
                    <a:pt x="455" y="1112"/>
                  </a:cubicBezTo>
                  <a:cubicBezTo>
                    <a:pt x="484" y="1177"/>
                    <a:pt x="542" y="1206"/>
                    <a:pt x="607" y="1206"/>
                  </a:cubicBezTo>
                  <a:cubicBezTo>
                    <a:pt x="693" y="1206"/>
                    <a:pt x="751" y="1177"/>
                    <a:pt x="751" y="1112"/>
                  </a:cubicBezTo>
                  <a:cubicBezTo>
                    <a:pt x="816" y="932"/>
                    <a:pt x="932" y="816"/>
                    <a:pt x="1083" y="751"/>
                  </a:cubicBezTo>
                  <a:cubicBezTo>
                    <a:pt x="1177" y="751"/>
                    <a:pt x="1206" y="694"/>
                    <a:pt x="1206" y="607"/>
                  </a:cubicBezTo>
                  <a:cubicBezTo>
                    <a:pt x="1206" y="542"/>
                    <a:pt x="1177" y="484"/>
                    <a:pt x="1083" y="456"/>
                  </a:cubicBezTo>
                  <a:cubicBezTo>
                    <a:pt x="932" y="427"/>
                    <a:pt x="816" y="275"/>
                    <a:pt x="751" y="124"/>
                  </a:cubicBezTo>
                  <a:cubicBezTo>
                    <a:pt x="751" y="66"/>
                    <a:pt x="693" y="1"/>
                    <a:pt x="6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9"/>
            <p:cNvSpPr/>
            <p:nvPr/>
          </p:nvSpPr>
          <p:spPr>
            <a:xfrm>
              <a:off x="3407961" y="1803747"/>
              <a:ext cx="104907" cy="104994"/>
            </a:xfrm>
            <a:custGeom>
              <a:avLst/>
              <a:gdLst/>
              <a:ahLst/>
              <a:cxnLst/>
              <a:rect l="l" t="t" r="r" b="b"/>
              <a:pathLst>
                <a:path w="1206" h="1207" extrusionOk="0">
                  <a:moveTo>
                    <a:pt x="600" y="391"/>
                  </a:moveTo>
                  <a:cubicBezTo>
                    <a:pt x="665" y="484"/>
                    <a:pt x="751" y="571"/>
                    <a:pt x="809" y="607"/>
                  </a:cubicBezTo>
                  <a:cubicBezTo>
                    <a:pt x="751" y="665"/>
                    <a:pt x="665" y="751"/>
                    <a:pt x="600" y="845"/>
                  </a:cubicBezTo>
                  <a:cubicBezTo>
                    <a:pt x="542" y="751"/>
                    <a:pt x="484" y="665"/>
                    <a:pt x="390" y="607"/>
                  </a:cubicBezTo>
                  <a:cubicBezTo>
                    <a:pt x="484" y="571"/>
                    <a:pt x="542" y="484"/>
                    <a:pt x="600" y="391"/>
                  </a:cubicBezTo>
                  <a:close/>
                  <a:moveTo>
                    <a:pt x="600" y="1"/>
                  </a:moveTo>
                  <a:cubicBezTo>
                    <a:pt x="542" y="1"/>
                    <a:pt x="484" y="66"/>
                    <a:pt x="448" y="124"/>
                  </a:cubicBezTo>
                  <a:cubicBezTo>
                    <a:pt x="390" y="275"/>
                    <a:pt x="268" y="427"/>
                    <a:pt x="123" y="456"/>
                  </a:cubicBezTo>
                  <a:cubicBezTo>
                    <a:pt x="58" y="484"/>
                    <a:pt x="1" y="542"/>
                    <a:pt x="1" y="607"/>
                  </a:cubicBezTo>
                  <a:cubicBezTo>
                    <a:pt x="1" y="694"/>
                    <a:pt x="58" y="751"/>
                    <a:pt x="123" y="751"/>
                  </a:cubicBezTo>
                  <a:cubicBezTo>
                    <a:pt x="268" y="816"/>
                    <a:pt x="390" y="932"/>
                    <a:pt x="448" y="1112"/>
                  </a:cubicBezTo>
                  <a:cubicBezTo>
                    <a:pt x="484" y="1177"/>
                    <a:pt x="542" y="1206"/>
                    <a:pt x="600" y="1206"/>
                  </a:cubicBezTo>
                  <a:cubicBezTo>
                    <a:pt x="665" y="1206"/>
                    <a:pt x="751" y="1177"/>
                    <a:pt x="751" y="1112"/>
                  </a:cubicBezTo>
                  <a:cubicBezTo>
                    <a:pt x="809" y="932"/>
                    <a:pt x="932" y="816"/>
                    <a:pt x="1083" y="751"/>
                  </a:cubicBezTo>
                  <a:cubicBezTo>
                    <a:pt x="1170" y="751"/>
                    <a:pt x="1206" y="694"/>
                    <a:pt x="1206" y="607"/>
                  </a:cubicBezTo>
                  <a:cubicBezTo>
                    <a:pt x="1206" y="542"/>
                    <a:pt x="1170" y="484"/>
                    <a:pt x="1083" y="456"/>
                  </a:cubicBezTo>
                  <a:cubicBezTo>
                    <a:pt x="932" y="427"/>
                    <a:pt x="809" y="275"/>
                    <a:pt x="751" y="124"/>
                  </a:cubicBezTo>
                  <a:cubicBezTo>
                    <a:pt x="751" y="66"/>
                    <a:pt x="665" y="1"/>
                    <a:pt x="6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9"/>
            <p:cNvSpPr/>
            <p:nvPr/>
          </p:nvSpPr>
          <p:spPr>
            <a:xfrm>
              <a:off x="3269214" y="1803747"/>
              <a:ext cx="104907" cy="104994"/>
            </a:xfrm>
            <a:custGeom>
              <a:avLst/>
              <a:gdLst/>
              <a:ahLst/>
              <a:cxnLst/>
              <a:rect l="l" t="t" r="r" b="b"/>
              <a:pathLst>
                <a:path w="1206" h="1207" extrusionOk="0">
                  <a:moveTo>
                    <a:pt x="600" y="391"/>
                  </a:moveTo>
                  <a:cubicBezTo>
                    <a:pt x="665" y="484"/>
                    <a:pt x="751" y="571"/>
                    <a:pt x="816" y="607"/>
                  </a:cubicBezTo>
                  <a:cubicBezTo>
                    <a:pt x="751" y="665"/>
                    <a:pt x="665" y="751"/>
                    <a:pt x="600" y="845"/>
                  </a:cubicBezTo>
                  <a:cubicBezTo>
                    <a:pt x="542" y="751"/>
                    <a:pt x="484" y="665"/>
                    <a:pt x="390" y="607"/>
                  </a:cubicBezTo>
                  <a:cubicBezTo>
                    <a:pt x="484" y="571"/>
                    <a:pt x="542" y="484"/>
                    <a:pt x="600" y="391"/>
                  </a:cubicBezTo>
                  <a:close/>
                  <a:moveTo>
                    <a:pt x="600" y="1"/>
                  </a:moveTo>
                  <a:cubicBezTo>
                    <a:pt x="542" y="1"/>
                    <a:pt x="484" y="66"/>
                    <a:pt x="455" y="124"/>
                  </a:cubicBezTo>
                  <a:cubicBezTo>
                    <a:pt x="390" y="275"/>
                    <a:pt x="275" y="427"/>
                    <a:pt x="123" y="456"/>
                  </a:cubicBezTo>
                  <a:cubicBezTo>
                    <a:pt x="58" y="484"/>
                    <a:pt x="1" y="542"/>
                    <a:pt x="1" y="607"/>
                  </a:cubicBezTo>
                  <a:cubicBezTo>
                    <a:pt x="1" y="694"/>
                    <a:pt x="58" y="751"/>
                    <a:pt x="123" y="751"/>
                  </a:cubicBezTo>
                  <a:cubicBezTo>
                    <a:pt x="275" y="816"/>
                    <a:pt x="390" y="932"/>
                    <a:pt x="455" y="1112"/>
                  </a:cubicBezTo>
                  <a:cubicBezTo>
                    <a:pt x="484" y="1177"/>
                    <a:pt x="542" y="1206"/>
                    <a:pt x="600" y="1206"/>
                  </a:cubicBezTo>
                  <a:cubicBezTo>
                    <a:pt x="693" y="1206"/>
                    <a:pt x="751" y="1177"/>
                    <a:pt x="751" y="1112"/>
                  </a:cubicBezTo>
                  <a:cubicBezTo>
                    <a:pt x="816" y="932"/>
                    <a:pt x="932" y="816"/>
                    <a:pt x="1083" y="751"/>
                  </a:cubicBezTo>
                  <a:cubicBezTo>
                    <a:pt x="1177" y="751"/>
                    <a:pt x="1206" y="694"/>
                    <a:pt x="1206" y="607"/>
                  </a:cubicBezTo>
                  <a:cubicBezTo>
                    <a:pt x="1206" y="542"/>
                    <a:pt x="1177" y="484"/>
                    <a:pt x="1083" y="456"/>
                  </a:cubicBezTo>
                  <a:cubicBezTo>
                    <a:pt x="932" y="427"/>
                    <a:pt x="816" y="275"/>
                    <a:pt x="751" y="124"/>
                  </a:cubicBezTo>
                  <a:cubicBezTo>
                    <a:pt x="751" y="66"/>
                    <a:pt x="693" y="1"/>
                    <a:pt x="6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9"/>
            <p:cNvSpPr/>
            <p:nvPr/>
          </p:nvSpPr>
          <p:spPr>
            <a:xfrm>
              <a:off x="3130467" y="1935013"/>
              <a:ext cx="382397" cy="251220"/>
            </a:xfrm>
            <a:custGeom>
              <a:avLst/>
              <a:gdLst/>
              <a:ahLst/>
              <a:cxnLst/>
              <a:rect l="l" t="t" r="r" b="b"/>
              <a:pathLst>
                <a:path w="4396" h="2888" extrusionOk="0">
                  <a:moveTo>
                    <a:pt x="1928" y="239"/>
                  </a:moveTo>
                  <a:lnTo>
                    <a:pt x="1538" y="751"/>
                  </a:lnTo>
                  <a:lnTo>
                    <a:pt x="1509" y="751"/>
                  </a:lnTo>
                  <a:lnTo>
                    <a:pt x="1083" y="239"/>
                  </a:lnTo>
                  <a:close/>
                  <a:moveTo>
                    <a:pt x="3313" y="239"/>
                  </a:moveTo>
                  <a:lnTo>
                    <a:pt x="2887" y="751"/>
                  </a:lnTo>
                  <a:lnTo>
                    <a:pt x="2469" y="239"/>
                  </a:lnTo>
                  <a:close/>
                  <a:moveTo>
                    <a:pt x="816" y="325"/>
                  </a:moveTo>
                  <a:lnTo>
                    <a:pt x="1235" y="838"/>
                  </a:lnTo>
                  <a:lnTo>
                    <a:pt x="390" y="838"/>
                  </a:lnTo>
                  <a:lnTo>
                    <a:pt x="816" y="325"/>
                  </a:lnTo>
                  <a:close/>
                  <a:moveTo>
                    <a:pt x="2231" y="325"/>
                  </a:moveTo>
                  <a:lnTo>
                    <a:pt x="2620" y="838"/>
                  </a:lnTo>
                  <a:lnTo>
                    <a:pt x="1776" y="838"/>
                  </a:lnTo>
                  <a:lnTo>
                    <a:pt x="2195" y="325"/>
                  </a:lnTo>
                  <a:close/>
                  <a:moveTo>
                    <a:pt x="3580" y="325"/>
                  </a:moveTo>
                  <a:lnTo>
                    <a:pt x="3999" y="838"/>
                  </a:lnTo>
                  <a:lnTo>
                    <a:pt x="3162" y="838"/>
                  </a:lnTo>
                  <a:lnTo>
                    <a:pt x="3580" y="325"/>
                  </a:lnTo>
                  <a:close/>
                  <a:moveTo>
                    <a:pt x="1415" y="1112"/>
                  </a:moveTo>
                  <a:lnTo>
                    <a:pt x="1899" y="2346"/>
                  </a:lnTo>
                  <a:lnTo>
                    <a:pt x="484" y="1112"/>
                  </a:lnTo>
                  <a:close/>
                  <a:moveTo>
                    <a:pt x="3912" y="1112"/>
                  </a:moveTo>
                  <a:lnTo>
                    <a:pt x="2498" y="2346"/>
                  </a:lnTo>
                  <a:lnTo>
                    <a:pt x="2981" y="1112"/>
                  </a:lnTo>
                  <a:close/>
                  <a:moveTo>
                    <a:pt x="2707" y="1112"/>
                  </a:moveTo>
                  <a:lnTo>
                    <a:pt x="2195" y="2404"/>
                  </a:lnTo>
                  <a:lnTo>
                    <a:pt x="1718" y="1112"/>
                  </a:lnTo>
                  <a:close/>
                  <a:moveTo>
                    <a:pt x="751" y="0"/>
                  </a:moveTo>
                  <a:cubicBezTo>
                    <a:pt x="751" y="29"/>
                    <a:pt x="751" y="29"/>
                    <a:pt x="722" y="29"/>
                  </a:cubicBezTo>
                  <a:lnTo>
                    <a:pt x="29" y="903"/>
                  </a:lnTo>
                  <a:lnTo>
                    <a:pt x="29" y="931"/>
                  </a:lnTo>
                  <a:lnTo>
                    <a:pt x="0" y="931"/>
                  </a:lnTo>
                  <a:lnTo>
                    <a:pt x="0" y="960"/>
                  </a:lnTo>
                  <a:lnTo>
                    <a:pt x="0" y="989"/>
                  </a:lnTo>
                  <a:cubicBezTo>
                    <a:pt x="0" y="989"/>
                    <a:pt x="0" y="1018"/>
                    <a:pt x="29" y="1018"/>
                  </a:cubicBezTo>
                  <a:lnTo>
                    <a:pt x="29" y="1047"/>
                  </a:lnTo>
                  <a:lnTo>
                    <a:pt x="65" y="1047"/>
                  </a:lnTo>
                  <a:lnTo>
                    <a:pt x="2108" y="2851"/>
                  </a:lnTo>
                  <a:cubicBezTo>
                    <a:pt x="2137" y="2887"/>
                    <a:pt x="2166" y="2887"/>
                    <a:pt x="2195" y="2887"/>
                  </a:cubicBezTo>
                  <a:cubicBezTo>
                    <a:pt x="2231" y="2887"/>
                    <a:pt x="2260" y="2887"/>
                    <a:pt x="2288" y="2851"/>
                  </a:cubicBezTo>
                  <a:lnTo>
                    <a:pt x="4360" y="1047"/>
                  </a:lnTo>
                  <a:lnTo>
                    <a:pt x="4360" y="1018"/>
                  </a:lnTo>
                  <a:lnTo>
                    <a:pt x="4396" y="1018"/>
                  </a:lnTo>
                  <a:lnTo>
                    <a:pt x="4396" y="989"/>
                  </a:lnTo>
                  <a:lnTo>
                    <a:pt x="4396" y="960"/>
                  </a:lnTo>
                  <a:lnTo>
                    <a:pt x="4396" y="931"/>
                  </a:lnTo>
                  <a:lnTo>
                    <a:pt x="4396" y="903"/>
                  </a:lnTo>
                  <a:lnTo>
                    <a:pt x="4360" y="903"/>
                  </a:lnTo>
                  <a:lnTo>
                    <a:pt x="3674" y="29"/>
                  </a:lnTo>
                  <a:lnTo>
                    <a:pt x="36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0"/>
          <p:cNvSpPr txBox="1">
            <a:spLocks noGrp="1"/>
          </p:cNvSpPr>
          <p:nvPr>
            <p:ph type="subTitle" idx="1"/>
          </p:nvPr>
        </p:nvSpPr>
        <p:spPr>
          <a:xfrm>
            <a:off x="941825" y="1262475"/>
            <a:ext cx="6711600" cy="25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b="1"/>
              <a:t>Welcome to my portfolio!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I'm [name], a highly creative and motivated individual, with a passion for [field of expertise]. My portfolio is filled with unique and inspiring content, which showcases my skills in the field.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Here you will find everything ranging from writing samples, photographs, videos and more. I strive for excellence in all that i do, and this portfolio serves as a testament to my capabilities and accomplishments.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Have a look around, get to know me better, and don't hesitate to reach out if you have any questions or would like to collaborate!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Sincerely,</a:t>
            </a:r>
            <a:endParaRPr/>
          </a:p>
        </p:txBody>
      </p:sp>
      <p:sp>
        <p:nvSpPr>
          <p:cNvPr id="559" name="Google Shape;559;p40"/>
          <p:cNvSpPr txBox="1">
            <a:spLocks noGrp="1"/>
          </p:cNvSpPr>
          <p:nvPr>
            <p:ph type="title"/>
          </p:nvPr>
        </p:nvSpPr>
        <p:spPr>
          <a:xfrm>
            <a:off x="941850" y="365760"/>
            <a:ext cx="4635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Cover letter</a:t>
            </a:r>
            <a:endParaRPr/>
          </a:p>
        </p:txBody>
      </p:sp>
      <p:sp>
        <p:nvSpPr>
          <p:cNvPr id="560" name="Google Shape;560;p40"/>
          <p:cNvSpPr txBox="1"/>
          <p:nvPr/>
        </p:nvSpPr>
        <p:spPr>
          <a:xfrm>
            <a:off x="4627161" y="3904150"/>
            <a:ext cx="3330300" cy="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Jane Doe</a:t>
            </a:r>
            <a:endParaRPr sz="2100">
              <a:solidFill>
                <a:schemeClr val="dk1"/>
              </a:solidFill>
              <a:latin typeface="Albert Sans ExtraBold"/>
              <a:ea typeface="Albert Sans ExtraBold"/>
              <a:cs typeface="Albert Sans ExtraBold"/>
              <a:sym typeface="Albert Sans ExtraBold"/>
            </a:endParaRPr>
          </a:p>
        </p:txBody>
      </p:sp>
      <p:sp>
        <p:nvSpPr>
          <p:cNvPr id="561" name="Google Shape;561;p40"/>
          <p:cNvSpPr txBox="1"/>
          <p:nvPr/>
        </p:nvSpPr>
        <p:spPr>
          <a:xfrm>
            <a:off x="4627161" y="4321225"/>
            <a:ext cx="33303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+91  620 421 838 | jane@freepik.com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62" name="Google Shape;562;p40"/>
          <p:cNvSpPr txBox="1"/>
          <p:nvPr/>
        </p:nvSpPr>
        <p:spPr>
          <a:xfrm>
            <a:off x="5340561" y="539500"/>
            <a:ext cx="2616900" cy="2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Freepik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63" name="Google Shape;563;p40"/>
          <p:cNvSpPr txBox="1"/>
          <p:nvPr/>
        </p:nvSpPr>
        <p:spPr>
          <a:xfrm>
            <a:off x="5340561" y="771938"/>
            <a:ext cx="2616900" cy="2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+91  620 421 838 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64" name="Google Shape;564;p40"/>
          <p:cNvSpPr txBox="1"/>
          <p:nvPr/>
        </p:nvSpPr>
        <p:spPr>
          <a:xfrm>
            <a:off x="5340561" y="1004375"/>
            <a:ext cx="2616900" cy="2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jane@freepik.com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2"/>
          <p:cNvSpPr txBox="1">
            <a:spLocks noGrp="1"/>
          </p:cNvSpPr>
          <p:nvPr>
            <p:ph type="title"/>
          </p:nvPr>
        </p:nvSpPr>
        <p:spPr>
          <a:xfrm>
            <a:off x="713225" y="3404151"/>
            <a:ext cx="4655700" cy="6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best work</a:t>
            </a:r>
            <a:endParaRPr/>
          </a:p>
        </p:txBody>
      </p:sp>
      <p:sp>
        <p:nvSpPr>
          <p:cNvPr id="588" name="Google Shape;588;p42"/>
          <p:cNvSpPr txBox="1">
            <a:spLocks noGrp="1"/>
          </p:cNvSpPr>
          <p:nvPr>
            <p:ph type="subTitle" idx="1"/>
          </p:nvPr>
        </p:nvSpPr>
        <p:spPr>
          <a:xfrm>
            <a:off x="713225" y="3975200"/>
            <a:ext cx="4655700" cy="6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“As an artist, it's my job to capture the beauty, joy and emotion of the world around me. I strive to create something unique in each piece, combining technique and detail”</a:t>
            </a:r>
            <a:endParaRPr/>
          </a:p>
        </p:txBody>
      </p:sp>
      <p:pic>
        <p:nvPicPr>
          <p:cNvPr id="589" name="Google Shape;589;p42"/>
          <p:cNvPicPr preferRelativeResize="0"/>
          <p:nvPr/>
        </p:nvPicPr>
        <p:blipFill rotWithShape="1">
          <a:blip r:embed="rId3">
            <a:alphaModFix/>
          </a:blip>
          <a:srcRect l="23778" t="9395" r="17508"/>
          <a:stretch/>
        </p:blipFill>
        <p:spPr>
          <a:xfrm rot="10800000">
            <a:off x="293700" y="293700"/>
            <a:ext cx="2754550" cy="2833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42"/>
          <p:cNvPicPr preferRelativeResize="0"/>
          <p:nvPr/>
        </p:nvPicPr>
        <p:blipFill rotWithShape="1">
          <a:blip r:embed="rId4">
            <a:alphaModFix/>
          </a:blip>
          <a:srcRect l="14757" t="2069" r="17514" b="14157"/>
          <a:stretch/>
        </p:blipFill>
        <p:spPr>
          <a:xfrm>
            <a:off x="5673600" y="0"/>
            <a:ext cx="3470398" cy="514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42"/>
          <p:cNvPicPr preferRelativeResize="0"/>
          <p:nvPr/>
        </p:nvPicPr>
        <p:blipFill rotWithShape="1">
          <a:blip r:embed="rId5">
            <a:alphaModFix/>
          </a:blip>
          <a:srcRect l="12769" t="9395" r="12769"/>
          <a:stretch/>
        </p:blipFill>
        <p:spPr>
          <a:xfrm>
            <a:off x="3196750" y="293700"/>
            <a:ext cx="2328351" cy="2833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2" name="Google Shape;592;p42"/>
          <p:cNvGrpSpPr/>
          <p:nvPr/>
        </p:nvGrpSpPr>
        <p:grpSpPr>
          <a:xfrm>
            <a:off x="-950868" y="-781410"/>
            <a:ext cx="3418672" cy="3300175"/>
            <a:chOff x="-950868" y="-781410"/>
            <a:chExt cx="3418672" cy="3300175"/>
          </a:xfrm>
        </p:grpSpPr>
        <p:sp>
          <p:nvSpPr>
            <p:cNvPr id="593" name="Google Shape;593;p42"/>
            <p:cNvSpPr/>
            <p:nvPr/>
          </p:nvSpPr>
          <p:spPr>
            <a:xfrm rot="7077598">
              <a:off x="-787592" y="-134248"/>
              <a:ext cx="1814508" cy="1460834"/>
            </a:xfrm>
            <a:custGeom>
              <a:avLst/>
              <a:gdLst/>
              <a:ahLst/>
              <a:cxnLst/>
              <a:rect l="l" t="t" r="r" b="b"/>
              <a:pathLst>
                <a:path w="62612" h="50408" extrusionOk="0">
                  <a:moveTo>
                    <a:pt x="31782" y="6106"/>
                  </a:moveTo>
                  <a:cubicBezTo>
                    <a:pt x="34043" y="6106"/>
                    <a:pt x="35239" y="9407"/>
                    <a:pt x="35329" y="11838"/>
                  </a:cubicBezTo>
                  <a:cubicBezTo>
                    <a:pt x="35572" y="17858"/>
                    <a:pt x="33542" y="23821"/>
                    <a:pt x="30324" y="28940"/>
                  </a:cubicBezTo>
                  <a:cubicBezTo>
                    <a:pt x="27293" y="25608"/>
                    <a:pt x="25792" y="20418"/>
                    <a:pt x="25792" y="16185"/>
                  </a:cubicBezTo>
                  <a:cubicBezTo>
                    <a:pt x="25863" y="12853"/>
                    <a:pt x="26864" y="9036"/>
                    <a:pt x="29667" y="6948"/>
                  </a:cubicBezTo>
                  <a:cubicBezTo>
                    <a:pt x="30452" y="6357"/>
                    <a:pt x="31158" y="6106"/>
                    <a:pt x="31782" y="6106"/>
                  </a:cubicBezTo>
                  <a:close/>
                  <a:moveTo>
                    <a:pt x="31814" y="1"/>
                  </a:moveTo>
                  <a:cubicBezTo>
                    <a:pt x="31045" y="1"/>
                    <a:pt x="30251" y="109"/>
                    <a:pt x="29438" y="342"/>
                  </a:cubicBezTo>
                  <a:cubicBezTo>
                    <a:pt x="24605" y="1657"/>
                    <a:pt x="21387" y="6533"/>
                    <a:pt x="20258" y="11123"/>
                  </a:cubicBezTo>
                  <a:cubicBezTo>
                    <a:pt x="19185" y="15470"/>
                    <a:pt x="19486" y="20603"/>
                    <a:pt x="21030" y="25251"/>
                  </a:cubicBezTo>
                  <a:cubicBezTo>
                    <a:pt x="21387" y="26194"/>
                    <a:pt x="21688" y="27210"/>
                    <a:pt x="22102" y="28168"/>
                  </a:cubicBezTo>
                  <a:cubicBezTo>
                    <a:pt x="23060" y="30613"/>
                    <a:pt x="24190" y="32929"/>
                    <a:pt x="25734" y="34831"/>
                  </a:cubicBezTo>
                  <a:cubicBezTo>
                    <a:pt x="25563" y="35017"/>
                    <a:pt x="25377" y="35260"/>
                    <a:pt x="25148" y="35431"/>
                  </a:cubicBezTo>
                  <a:cubicBezTo>
                    <a:pt x="19243" y="40550"/>
                    <a:pt x="11679" y="43596"/>
                    <a:pt x="3928" y="44254"/>
                  </a:cubicBezTo>
                  <a:cubicBezTo>
                    <a:pt x="122" y="44545"/>
                    <a:pt x="0" y="50408"/>
                    <a:pt x="3562" y="50408"/>
                  </a:cubicBezTo>
                  <a:cubicBezTo>
                    <a:pt x="3680" y="50408"/>
                    <a:pt x="3802" y="50401"/>
                    <a:pt x="3928" y="50388"/>
                  </a:cubicBezTo>
                  <a:cubicBezTo>
                    <a:pt x="5187" y="50274"/>
                    <a:pt x="6488" y="50088"/>
                    <a:pt x="7746" y="49845"/>
                  </a:cubicBezTo>
                  <a:cubicBezTo>
                    <a:pt x="8516" y="49964"/>
                    <a:pt x="9287" y="50020"/>
                    <a:pt x="10058" y="50020"/>
                  </a:cubicBezTo>
                  <a:cubicBezTo>
                    <a:pt x="17823" y="50020"/>
                    <a:pt x="25520" y="44281"/>
                    <a:pt x="30567" y="38649"/>
                  </a:cubicBezTo>
                  <a:cubicBezTo>
                    <a:pt x="30982" y="38892"/>
                    <a:pt x="31454" y="39063"/>
                    <a:pt x="31940" y="39249"/>
                  </a:cubicBezTo>
                  <a:cubicBezTo>
                    <a:pt x="33550" y="39795"/>
                    <a:pt x="35215" y="40037"/>
                    <a:pt x="36889" y="40037"/>
                  </a:cubicBezTo>
                  <a:cubicBezTo>
                    <a:pt x="41223" y="40037"/>
                    <a:pt x="45619" y="38417"/>
                    <a:pt x="49270" y="36261"/>
                  </a:cubicBezTo>
                  <a:cubicBezTo>
                    <a:pt x="54389" y="33229"/>
                    <a:pt x="58679" y="28883"/>
                    <a:pt x="61725" y="23749"/>
                  </a:cubicBezTo>
                  <a:cubicBezTo>
                    <a:pt x="62611" y="22262"/>
                    <a:pt x="62082" y="20175"/>
                    <a:pt x="60538" y="19288"/>
                  </a:cubicBezTo>
                  <a:cubicBezTo>
                    <a:pt x="60012" y="18987"/>
                    <a:pt x="59479" y="18851"/>
                    <a:pt x="58964" y="18851"/>
                  </a:cubicBezTo>
                  <a:cubicBezTo>
                    <a:pt x="57841" y="18851"/>
                    <a:pt x="56797" y="19495"/>
                    <a:pt x="56062" y="20475"/>
                  </a:cubicBezTo>
                  <a:cubicBezTo>
                    <a:pt x="51751" y="26076"/>
                    <a:pt x="45811" y="32409"/>
                    <a:pt x="38243" y="32409"/>
                  </a:cubicBezTo>
                  <a:cubicBezTo>
                    <a:pt x="37755" y="32409"/>
                    <a:pt x="37260" y="32383"/>
                    <a:pt x="36759" y="32329"/>
                  </a:cubicBezTo>
                  <a:cubicBezTo>
                    <a:pt x="36344" y="32271"/>
                    <a:pt x="35930" y="32214"/>
                    <a:pt x="35515" y="32100"/>
                  </a:cubicBezTo>
                  <a:cubicBezTo>
                    <a:pt x="39919" y="25065"/>
                    <a:pt x="42664" y="16485"/>
                    <a:pt x="40934" y="8378"/>
                  </a:cubicBezTo>
                  <a:cubicBezTo>
                    <a:pt x="40016" y="3849"/>
                    <a:pt x="36384" y="1"/>
                    <a:pt x="318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42"/>
            <p:cNvSpPr/>
            <p:nvPr/>
          </p:nvSpPr>
          <p:spPr>
            <a:xfrm rot="-10600231">
              <a:off x="1840590" y="-175637"/>
              <a:ext cx="606064" cy="745929"/>
            </a:xfrm>
            <a:custGeom>
              <a:avLst/>
              <a:gdLst/>
              <a:ahLst/>
              <a:cxnLst/>
              <a:rect l="l" t="t" r="r" b="b"/>
              <a:pathLst>
                <a:path w="12003" h="14773" extrusionOk="0">
                  <a:moveTo>
                    <a:pt x="2808" y="1"/>
                  </a:moveTo>
                  <a:cubicBezTo>
                    <a:pt x="2045" y="1"/>
                    <a:pt x="1284" y="485"/>
                    <a:pt x="1016" y="1297"/>
                  </a:cubicBezTo>
                  <a:cubicBezTo>
                    <a:pt x="1" y="4271"/>
                    <a:pt x="358" y="7617"/>
                    <a:pt x="2146" y="10234"/>
                  </a:cubicBezTo>
                  <a:cubicBezTo>
                    <a:pt x="3089" y="11907"/>
                    <a:pt x="4519" y="13265"/>
                    <a:pt x="6435" y="14051"/>
                  </a:cubicBezTo>
                  <a:cubicBezTo>
                    <a:pt x="7451" y="14466"/>
                    <a:pt x="8523" y="14695"/>
                    <a:pt x="9524" y="14766"/>
                  </a:cubicBezTo>
                  <a:cubicBezTo>
                    <a:pt x="9575" y="14770"/>
                    <a:pt x="9625" y="14772"/>
                    <a:pt x="9674" y="14772"/>
                  </a:cubicBezTo>
                  <a:cubicBezTo>
                    <a:pt x="11091" y="14772"/>
                    <a:pt x="12002" y="13221"/>
                    <a:pt x="11311" y="11964"/>
                  </a:cubicBezTo>
                  <a:lnTo>
                    <a:pt x="11254" y="11964"/>
                  </a:lnTo>
                  <a:cubicBezTo>
                    <a:pt x="10954" y="11420"/>
                    <a:pt x="10425" y="11063"/>
                    <a:pt x="9824" y="11006"/>
                  </a:cubicBezTo>
                  <a:cubicBezTo>
                    <a:pt x="9653" y="11006"/>
                    <a:pt x="9524" y="11006"/>
                    <a:pt x="9410" y="10949"/>
                  </a:cubicBezTo>
                  <a:lnTo>
                    <a:pt x="9167" y="10949"/>
                  </a:lnTo>
                  <a:cubicBezTo>
                    <a:pt x="7737" y="10534"/>
                    <a:pt x="6493" y="9819"/>
                    <a:pt x="5592" y="8747"/>
                  </a:cubicBezTo>
                  <a:cubicBezTo>
                    <a:pt x="5477" y="8689"/>
                    <a:pt x="5420" y="8561"/>
                    <a:pt x="5363" y="8446"/>
                  </a:cubicBezTo>
                  <a:cubicBezTo>
                    <a:pt x="5234" y="8260"/>
                    <a:pt x="5120" y="8032"/>
                    <a:pt x="5063" y="7789"/>
                  </a:cubicBezTo>
                  <a:cubicBezTo>
                    <a:pt x="4405" y="6058"/>
                    <a:pt x="4462" y="4271"/>
                    <a:pt x="4877" y="2484"/>
                  </a:cubicBezTo>
                  <a:cubicBezTo>
                    <a:pt x="5006" y="1769"/>
                    <a:pt x="4762" y="1111"/>
                    <a:pt x="4233" y="639"/>
                  </a:cubicBezTo>
                  <a:cubicBezTo>
                    <a:pt x="4162" y="582"/>
                    <a:pt x="4105" y="525"/>
                    <a:pt x="3990" y="467"/>
                  </a:cubicBezTo>
                  <a:cubicBezTo>
                    <a:pt x="3650" y="148"/>
                    <a:pt x="3229" y="1"/>
                    <a:pt x="28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42"/>
            <p:cNvSpPr/>
            <p:nvPr/>
          </p:nvSpPr>
          <p:spPr>
            <a:xfrm rot="3222872">
              <a:off x="302580" y="-367528"/>
              <a:ext cx="1599155" cy="1129704"/>
            </a:xfrm>
            <a:custGeom>
              <a:avLst/>
              <a:gdLst/>
              <a:ahLst/>
              <a:cxnLst/>
              <a:rect l="l" t="t" r="r" b="b"/>
              <a:pathLst>
                <a:path w="72982" h="51556" extrusionOk="0">
                  <a:moveTo>
                    <a:pt x="67508" y="1"/>
                  </a:moveTo>
                  <a:cubicBezTo>
                    <a:pt x="65429" y="1"/>
                    <a:pt x="63502" y="1313"/>
                    <a:pt x="63802" y="3958"/>
                  </a:cubicBezTo>
                  <a:cubicBezTo>
                    <a:pt x="64345" y="8419"/>
                    <a:pt x="64460" y="12895"/>
                    <a:pt x="64102" y="17356"/>
                  </a:cubicBezTo>
                  <a:cubicBezTo>
                    <a:pt x="58683" y="14024"/>
                    <a:pt x="53264" y="10807"/>
                    <a:pt x="47773" y="7704"/>
                  </a:cubicBezTo>
                  <a:cubicBezTo>
                    <a:pt x="47114" y="7318"/>
                    <a:pt x="46413" y="7142"/>
                    <a:pt x="45727" y="7142"/>
                  </a:cubicBezTo>
                  <a:cubicBezTo>
                    <a:pt x="43570" y="7142"/>
                    <a:pt x="41568" y="8881"/>
                    <a:pt x="41524" y="11279"/>
                  </a:cubicBezTo>
                  <a:cubicBezTo>
                    <a:pt x="41467" y="14854"/>
                    <a:pt x="41395" y="18428"/>
                    <a:pt x="41395" y="22003"/>
                  </a:cubicBezTo>
                  <a:cubicBezTo>
                    <a:pt x="41338" y="22718"/>
                    <a:pt x="41524" y="25464"/>
                    <a:pt x="41581" y="27551"/>
                  </a:cubicBezTo>
                  <a:cubicBezTo>
                    <a:pt x="36820" y="24563"/>
                    <a:pt x="31930" y="21946"/>
                    <a:pt x="26811" y="19558"/>
                  </a:cubicBezTo>
                  <a:cubicBezTo>
                    <a:pt x="26087" y="19235"/>
                    <a:pt x="25374" y="19083"/>
                    <a:pt x="24703" y="19083"/>
                  </a:cubicBezTo>
                  <a:cubicBezTo>
                    <a:pt x="22547" y="19083"/>
                    <a:pt x="20820" y="20653"/>
                    <a:pt x="20548" y="23204"/>
                  </a:cubicBezTo>
                  <a:cubicBezTo>
                    <a:pt x="20133" y="27065"/>
                    <a:pt x="19590" y="30940"/>
                    <a:pt x="18946" y="34815"/>
                  </a:cubicBezTo>
                  <a:cubicBezTo>
                    <a:pt x="14714" y="32370"/>
                    <a:pt x="10481" y="29868"/>
                    <a:pt x="6249" y="27422"/>
                  </a:cubicBezTo>
                  <a:cubicBezTo>
                    <a:pt x="5602" y="27059"/>
                    <a:pt x="4917" y="26893"/>
                    <a:pt x="4246" y="26893"/>
                  </a:cubicBezTo>
                  <a:cubicBezTo>
                    <a:pt x="2071" y="26893"/>
                    <a:pt x="57" y="28636"/>
                    <a:pt x="57" y="30997"/>
                  </a:cubicBezTo>
                  <a:cubicBezTo>
                    <a:pt x="0" y="37203"/>
                    <a:pt x="229" y="43509"/>
                    <a:pt x="1358" y="49657"/>
                  </a:cubicBezTo>
                  <a:cubicBezTo>
                    <a:pt x="1600" y="50930"/>
                    <a:pt x="2750" y="51556"/>
                    <a:pt x="3905" y="51556"/>
                  </a:cubicBezTo>
                  <a:cubicBezTo>
                    <a:pt x="5074" y="51556"/>
                    <a:pt x="6247" y="50916"/>
                    <a:pt x="6492" y="49657"/>
                  </a:cubicBezTo>
                  <a:cubicBezTo>
                    <a:pt x="7321" y="45839"/>
                    <a:pt x="7736" y="41907"/>
                    <a:pt x="7979" y="37975"/>
                  </a:cubicBezTo>
                  <a:cubicBezTo>
                    <a:pt x="11968" y="40292"/>
                    <a:pt x="15900" y="42622"/>
                    <a:pt x="19833" y="44881"/>
                  </a:cubicBezTo>
                  <a:cubicBezTo>
                    <a:pt x="20443" y="45256"/>
                    <a:pt x="21156" y="45432"/>
                    <a:pt x="21875" y="45432"/>
                  </a:cubicBezTo>
                  <a:cubicBezTo>
                    <a:pt x="23682" y="45432"/>
                    <a:pt x="25531" y="44318"/>
                    <a:pt x="25910" y="42436"/>
                  </a:cubicBezTo>
                  <a:cubicBezTo>
                    <a:pt x="26811" y="38089"/>
                    <a:pt x="27525" y="33800"/>
                    <a:pt x="28112" y="29453"/>
                  </a:cubicBezTo>
                  <a:cubicBezTo>
                    <a:pt x="32702" y="31841"/>
                    <a:pt x="37106" y="34458"/>
                    <a:pt x="41395" y="37317"/>
                  </a:cubicBezTo>
                  <a:cubicBezTo>
                    <a:pt x="41978" y="37710"/>
                    <a:pt x="42756" y="37918"/>
                    <a:pt x="43537" y="37918"/>
                  </a:cubicBezTo>
                  <a:cubicBezTo>
                    <a:pt x="44290" y="37918"/>
                    <a:pt x="45045" y="37725"/>
                    <a:pt x="45628" y="37317"/>
                  </a:cubicBezTo>
                  <a:cubicBezTo>
                    <a:pt x="48902" y="35058"/>
                    <a:pt x="49503" y="32070"/>
                    <a:pt x="49617" y="28266"/>
                  </a:cubicBezTo>
                  <a:cubicBezTo>
                    <a:pt x="49689" y="24992"/>
                    <a:pt x="49746" y="21703"/>
                    <a:pt x="49746" y="18486"/>
                  </a:cubicBezTo>
                  <a:cubicBezTo>
                    <a:pt x="54979" y="21531"/>
                    <a:pt x="60170" y="24634"/>
                    <a:pt x="65289" y="27851"/>
                  </a:cubicBezTo>
                  <a:cubicBezTo>
                    <a:pt x="65885" y="28213"/>
                    <a:pt x="66592" y="28383"/>
                    <a:pt x="67310" y="28383"/>
                  </a:cubicBezTo>
                  <a:cubicBezTo>
                    <a:pt x="69177" y="28383"/>
                    <a:pt x="71124" y="27239"/>
                    <a:pt x="71423" y="25349"/>
                  </a:cubicBezTo>
                  <a:cubicBezTo>
                    <a:pt x="72624" y="18200"/>
                    <a:pt x="72982" y="11165"/>
                    <a:pt x="72138" y="3958"/>
                  </a:cubicBezTo>
                  <a:cubicBezTo>
                    <a:pt x="71844" y="1327"/>
                    <a:pt x="69599" y="1"/>
                    <a:pt x="675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42"/>
            <p:cNvSpPr/>
            <p:nvPr/>
          </p:nvSpPr>
          <p:spPr>
            <a:xfrm rot="7606918">
              <a:off x="-433139" y="863657"/>
              <a:ext cx="1716010" cy="1210822"/>
            </a:xfrm>
            <a:custGeom>
              <a:avLst/>
              <a:gdLst/>
              <a:ahLst/>
              <a:cxnLst/>
              <a:rect l="l" t="t" r="r" b="b"/>
              <a:pathLst>
                <a:path w="78615" h="55471" extrusionOk="0">
                  <a:moveTo>
                    <a:pt x="28010" y="0"/>
                  </a:moveTo>
                  <a:cubicBezTo>
                    <a:pt x="27289" y="0"/>
                    <a:pt x="26561" y="182"/>
                    <a:pt x="25892" y="575"/>
                  </a:cubicBezTo>
                  <a:cubicBezTo>
                    <a:pt x="21359" y="3320"/>
                    <a:pt x="17069" y="6423"/>
                    <a:pt x="12665" y="9397"/>
                  </a:cubicBezTo>
                  <a:cubicBezTo>
                    <a:pt x="8547" y="12143"/>
                    <a:pt x="4200" y="14702"/>
                    <a:pt x="1040" y="18577"/>
                  </a:cubicBezTo>
                  <a:cubicBezTo>
                    <a:pt x="0" y="19894"/>
                    <a:pt x="827" y="21708"/>
                    <a:pt x="2405" y="21708"/>
                  </a:cubicBezTo>
                  <a:cubicBezTo>
                    <a:pt x="2540" y="21708"/>
                    <a:pt x="2682" y="21694"/>
                    <a:pt x="2828" y="21666"/>
                  </a:cubicBezTo>
                  <a:cubicBezTo>
                    <a:pt x="7718" y="20722"/>
                    <a:pt x="12008" y="18034"/>
                    <a:pt x="16354" y="15718"/>
                  </a:cubicBezTo>
                  <a:cubicBezTo>
                    <a:pt x="19364" y="14097"/>
                    <a:pt x="22445" y="12549"/>
                    <a:pt x="25458" y="10917"/>
                  </a:cubicBezTo>
                  <a:lnTo>
                    <a:pt x="25458" y="10917"/>
                  </a:lnTo>
                  <a:cubicBezTo>
                    <a:pt x="27706" y="18771"/>
                    <a:pt x="29975" y="26624"/>
                    <a:pt x="32198" y="34478"/>
                  </a:cubicBezTo>
                  <a:cubicBezTo>
                    <a:pt x="32709" y="36440"/>
                    <a:pt x="34469" y="37635"/>
                    <a:pt x="36324" y="37635"/>
                  </a:cubicBezTo>
                  <a:cubicBezTo>
                    <a:pt x="37065" y="37635"/>
                    <a:pt x="37820" y="37445"/>
                    <a:pt x="38518" y="37037"/>
                  </a:cubicBezTo>
                  <a:cubicBezTo>
                    <a:pt x="42207" y="34964"/>
                    <a:pt x="45968" y="32819"/>
                    <a:pt x="49714" y="30731"/>
                  </a:cubicBezTo>
                  <a:cubicBezTo>
                    <a:pt x="51330" y="29773"/>
                    <a:pt x="53532" y="27986"/>
                    <a:pt x="55319" y="27571"/>
                  </a:cubicBezTo>
                  <a:cubicBezTo>
                    <a:pt x="55870" y="27444"/>
                    <a:pt x="56186" y="27369"/>
                    <a:pt x="56408" y="27369"/>
                  </a:cubicBezTo>
                  <a:cubicBezTo>
                    <a:pt x="56809" y="27369"/>
                    <a:pt x="56905" y="27613"/>
                    <a:pt x="57521" y="28229"/>
                  </a:cubicBezTo>
                  <a:cubicBezTo>
                    <a:pt x="58293" y="29001"/>
                    <a:pt x="58708" y="30431"/>
                    <a:pt x="59194" y="31389"/>
                  </a:cubicBezTo>
                  <a:cubicBezTo>
                    <a:pt x="61096" y="35193"/>
                    <a:pt x="63069" y="39068"/>
                    <a:pt x="65028" y="42885"/>
                  </a:cubicBezTo>
                  <a:cubicBezTo>
                    <a:pt x="66930" y="46689"/>
                    <a:pt x="68488" y="51165"/>
                    <a:pt x="71520" y="54267"/>
                  </a:cubicBezTo>
                  <a:cubicBezTo>
                    <a:pt x="72352" y="55111"/>
                    <a:pt x="73284" y="55471"/>
                    <a:pt x="74183" y="55471"/>
                  </a:cubicBezTo>
                  <a:cubicBezTo>
                    <a:pt x="76513" y="55471"/>
                    <a:pt x="78615" y="53055"/>
                    <a:pt x="78140" y="50392"/>
                  </a:cubicBezTo>
                  <a:cubicBezTo>
                    <a:pt x="77239" y="45088"/>
                    <a:pt x="73250" y="39668"/>
                    <a:pt x="70805" y="34835"/>
                  </a:cubicBezTo>
                  <a:cubicBezTo>
                    <a:pt x="68431" y="30245"/>
                    <a:pt x="66458" y="24297"/>
                    <a:pt x="62712" y="20594"/>
                  </a:cubicBezTo>
                  <a:cubicBezTo>
                    <a:pt x="60979" y="18920"/>
                    <a:pt x="59070" y="18258"/>
                    <a:pt x="57108" y="18258"/>
                  </a:cubicBezTo>
                  <a:cubicBezTo>
                    <a:pt x="54812" y="18258"/>
                    <a:pt x="52444" y="19165"/>
                    <a:pt x="50200" y="20422"/>
                  </a:cubicBezTo>
                  <a:cubicBezTo>
                    <a:pt x="46442" y="22547"/>
                    <a:pt x="42712" y="24706"/>
                    <a:pt x="38970" y="26877"/>
                  </a:cubicBezTo>
                  <a:lnTo>
                    <a:pt x="38970" y="26877"/>
                  </a:lnTo>
                  <a:cubicBezTo>
                    <a:pt x="36753" y="18990"/>
                    <a:pt x="34554" y="11079"/>
                    <a:pt x="32326" y="3206"/>
                  </a:cubicBezTo>
                  <a:cubicBezTo>
                    <a:pt x="31756" y="1258"/>
                    <a:pt x="29909" y="0"/>
                    <a:pt x="280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7" name="Google Shape;597;p42"/>
          <p:cNvGrpSpPr/>
          <p:nvPr/>
        </p:nvGrpSpPr>
        <p:grpSpPr>
          <a:xfrm>
            <a:off x="7530903" y="3535122"/>
            <a:ext cx="2381637" cy="2810936"/>
            <a:chOff x="7530903" y="3535122"/>
            <a:chExt cx="2381637" cy="2810936"/>
          </a:xfrm>
        </p:grpSpPr>
        <p:sp>
          <p:nvSpPr>
            <p:cNvPr id="598" name="Google Shape;598;p42"/>
            <p:cNvSpPr/>
            <p:nvPr/>
          </p:nvSpPr>
          <p:spPr>
            <a:xfrm rot="-6595045">
              <a:off x="8650323" y="3294607"/>
              <a:ext cx="685639" cy="1707377"/>
            </a:xfrm>
            <a:custGeom>
              <a:avLst/>
              <a:gdLst/>
              <a:ahLst/>
              <a:cxnLst/>
              <a:rect l="l" t="t" r="r" b="b"/>
              <a:pathLst>
                <a:path w="18776" h="46762" extrusionOk="0">
                  <a:moveTo>
                    <a:pt x="6789" y="1"/>
                  </a:moveTo>
                  <a:cubicBezTo>
                    <a:pt x="3426" y="1"/>
                    <a:pt x="2347" y="5490"/>
                    <a:pt x="6078" y="6724"/>
                  </a:cubicBezTo>
                  <a:cubicBezTo>
                    <a:pt x="7565" y="7211"/>
                    <a:pt x="7150" y="8640"/>
                    <a:pt x="6135" y="9355"/>
                  </a:cubicBezTo>
                  <a:cubicBezTo>
                    <a:pt x="4176" y="10657"/>
                    <a:pt x="2260" y="11500"/>
                    <a:pt x="1259" y="13702"/>
                  </a:cubicBezTo>
                  <a:cubicBezTo>
                    <a:pt x="1" y="16319"/>
                    <a:pt x="716" y="19422"/>
                    <a:pt x="2389" y="21681"/>
                  </a:cubicBezTo>
                  <a:cubicBezTo>
                    <a:pt x="4047" y="23826"/>
                    <a:pt x="6435" y="24841"/>
                    <a:pt x="8408" y="26629"/>
                  </a:cubicBezTo>
                  <a:cubicBezTo>
                    <a:pt x="9896" y="28058"/>
                    <a:pt x="9409" y="28959"/>
                    <a:pt x="8337" y="30561"/>
                  </a:cubicBezTo>
                  <a:cubicBezTo>
                    <a:pt x="7036" y="32648"/>
                    <a:pt x="5720" y="34793"/>
                    <a:pt x="5720" y="37353"/>
                  </a:cubicBezTo>
                  <a:cubicBezTo>
                    <a:pt x="5771" y="41864"/>
                    <a:pt x="10603" y="46761"/>
                    <a:pt x="15328" y="46761"/>
                  </a:cubicBezTo>
                  <a:cubicBezTo>
                    <a:pt x="15905" y="46761"/>
                    <a:pt x="16480" y="46688"/>
                    <a:pt x="17045" y="46533"/>
                  </a:cubicBezTo>
                  <a:cubicBezTo>
                    <a:pt x="18232" y="46175"/>
                    <a:pt x="18775" y="44802"/>
                    <a:pt x="18175" y="43673"/>
                  </a:cubicBezTo>
                  <a:cubicBezTo>
                    <a:pt x="16916" y="41399"/>
                    <a:pt x="13885" y="40813"/>
                    <a:pt x="12698" y="38425"/>
                  </a:cubicBezTo>
                  <a:cubicBezTo>
                    <a:pt x="11854" y="36695"/>
                    <a:pt x="13227" y="35322"/>
                    <a:pt x="14185" y="33964"/>
                  </a:cubicBezTo>
                  <a:cubicBezTo>
                    <a:pt x="15615" y="31748"/>
                    <a:pt x="16559" y="29317"/>
                    <a:pt x="16030" y="26686"/>
                  </a:cubicBezTo>
                  <a:cubicBezTo>
                    <a:pt x="15429" y="24012"/>
                    <a:pt x="13470" y="21981"/>
                    <a:pt x="11325" y="20437"/>
                  </a:cubicBezTo>
                  <a:cubicBezTo>
                    <a:pt x="10425" y="19779"/>
                    <a:pt x="6850" y="17749"/>
                    <a:pt x="7265" y="16619"/>
                  </a:cubicBezTo>
                  <a:cubicBezTo>
                    <a:pt x="7450" y="16090"/>
                    <a:pt x="8580" y="15733"/>
                    <a:pt x="9052" y="15432"/>
                  </a:cubicBezTo>
                  <a:cubicBezTo>
                    <a:pt x="10196" y="14775"/>
                    <a:pt x="11197" y="14060"/>
                    <a:pt x="12040" y="13045"/>
                  </a:cubicBezTo>
                  <a:cubicBezTo>
                    <a:pt x="15729" y="8397"/>
                    <a:pt x="13284" y="1963"/>
                    <a:pt x="7865" y="176"/>
                  </a:cubicBezTo>
                  <a:cubicBezTo>
                    <a:pt x="7485" y="56"/>
                    <a:pt x="7126" y="1"/>
                    <a:pt x="67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99" name="Google Shape;599;p42"/>
            <p:cNvGrpSpPr/>
            <p:nvPr/>
          </p:nvGrpSpPr>
          <p:grpSpPr>
            <a:xfrm rot="-1468348">
              <a:off x="8753184" y="4410273"/>
              <a:ext cx="871717" cy="950677"/>
              <a:chOff x="7406400" y="661950"/>
              <a:chExt cx="759600" cy="828375"/>
            </a:xfrm>
          </p:grpSpPr>
          <p:sp>
            <p:nvSpPr>
              <p:cNvPr id="600" name="Google Shape;600;p42"/>
              <p:cNvSpPr/>
              <p:nvPr/>
            </p:nvSpPr>
            <p:spPr>
              <a:xfrm>
                <a:off x="7406400" y="661950"/>
                <a:ext cx="759600" cy="828375"/>
              </a:xfrm>
              <a:custGeom>
                <a:avLst/>
                <a:gdLst/>
                <a:ahLst/>
                <a:cxnLst/>
                <a:rect l="l" t="t" r="r" b="b"/>
                <a:pathLst>
                  <a:path w="30384" h="33135" extrusionOk="0">
                    <a:moveTo>
                      <a:pt x="27744" y="1"/>
                    </a:moveTo>
                    <a:cubicBezTo>
                      <a:pt x="27408" y="1"/>
                      <a:pt x="27068" y="72"/>
                      <a:pt x="26755" y="227"/>
                    </a:cubicBezTo>
                    <a:cubicBezTo>
                      <a:pt x="24081" y="1600"/>
                      <a:pt x="22351" y="4160"/>
                      <a:pt x="20378" y="6476"/>
                    </a:cubicBezTo>
                    <a:cubicBezTo>
                      <a:pt x="18233" y="8978"/>
                      <a:pt x="16031" y="11552"/>
                      <a:pt x="13829" y="14112"/>
                    </a:cubicBezTo>
                    <a:cubicBezTo>
                      <a:pt x="9425" y="19231"/>
                      <a:pt x="5250" y="24421"/>
                      <a:pt x="1146" y="29783"/>
                    </a:cubicBezTo>
                    <a:cubicBezTo>
                      <a:pt x="0" y="31234"/>
                      <a:pt x="1152" y="33135"/>
                      <a:pt x="2557" y="33135"/>
                    </a:cubicBezTo>
                    <a:cubicBezTo>
                      <a:pt x="2993" y="33135"/>
                      <a:pt x="3453" y="32951"/>
                      <a:pt x="3877" y="32514"/>
                    </a:cubicBezTo>
                    <a:cubicBezTo>
                      <a:pt x="8767" y="27510"/>
                      <a:pt x="13529" y="22448"/>
                      <a:pt x="18176" y="17200"/>
                    </a:cubicBezTo>
                    <a:cubicBezTo>
                      <a:pt x="20378" y="14698"/>
                      <a:pt x="22594" y="12196"/>
                      <a:pt x="24796" y="9693"/>
                    </a:cubicBezTo>
                    <a:cubicBezTo>
                      <a:pt x="26812" y="7377"/>
                      <a:pt x="28900" y="5532"/>
                      <a:pt x="29858" y="2615"/>
                    </a:cubicBezTo>
                    <a:cubicBezTo>
                      <a:pt x="30384" y="1130"/>
                      <a:pt x="29083" y="1"/>
                      <a:pt x="277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42"/>
              <p:cNvSpPr/>
              <p:nvPr/>
            </p:nvSpPr>
            <p:spPr>
              <a:xfrm>
                <a:off x="7484000" y="747575"/>
                <a:ext cx="648850" cy="685075"/>
              </a:xfrm>
              <a:custGeom>
                <a:avLst/>
                <a:gdLst/>
                <a:ahLst/>
                <a:cxnLst/>
                <a:rect l="l" t="t" r="r" b="b"/>
                <a:pathLst>
                  <a:path w="25954" h="27403" extrusionOk="0">
                    <a:moveTo>
                      <a:pt x="2540" y="1"/>
                    </a:moveTo>
                    <a:cubicBezTo>
                      <a:pt x="2392" y="1"/>
                      <a:pt x="2242" y="7"/>
                      <a:pt x="2088" y="20"/>
                    </a:cubicBezTo>
                    <a:cubicBezTo>
                      <a:pt x="1016" y="134"/>
                      <a:pt x="1" y="906"/>
                      <a:pt x="58" y="2050"/>
                    </a:cubicBezTo>
                    <a:cubicBezTo>
                      <a:pt x="187" y="4667"/>
                      <a:pt x="1316" y="5625"/>
                      <a:pt x="3046" y="7469"/>
                    </a:cubicBezTo>
                    <a:cubicBezTo>
                      <a:pt x="5306" y="9914"/>
                      <a:pt x="7393" y="12474"/>
                      <a:pt x="9595" y="14919"/>
                    </a:cubicBezTo>
                    <a:cubicBezTo>
                      <a:pt x="11683" y="17178"/>
                      <a:pt x="13699" y="19380"/>
                      <a:pt x="15672" y="21711"/>
                    </a:cubicBezTo>
                    <a:cubicBezTo>
                      <a:pt x="17703" y="24142"/>
                      <a:pt x="18890" y="26115"/>
                      <a:pt x="21864" y="27245"/>
                    </a:cubicBezTo>
                    <a:cubicBezTo>
                      <a:pt x="22134" y="27353"/>
                      <a:pt x="22416" y="27402"/>
                      <a:pt x="22701" y="27402"/>
                    </a:cubicBezTo>
                    <a:cubicBezTo>
                      <a:pt x="24298" y="27402"/>
                      <a:pt x="25954" y="25836"/>
                      <a:pt x="25796" y="24271"/>
                    </a:cubicBezTo>
                    <a:cubicBezTo>
                      <a:pt x="25324" y="18723"/>
                      <a:pt x="19547" y="13604"/>
                      <a:pt x="15844" y="9729"/>
                    </a:cubicBezTo>
                    <a:cubicBezTo>
                      <a:pt x="13771" y="7527"/>
                      <a:pt x="11440" y="5553"/>
                      <a:pt x="9052" y="3652"/>
                    </a:cubicBezTo>
                    <a:cubicBezTo>
                      <a:pt x="7020" y="2012"/>
                      <a:pt x="5206" y="1"/>
                      <a:pt x="254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02" name="Google Shape;602;p42"/>
            <p:cNvSpPr/>
            <p:nvPr/>
          </p:nvSpPr>
          <p:spPr>
            <a:xfrm>
              <a:off x="8510952" y="3753646"/>
              <a:ext cx="279300" cy="279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42"/>
            <p:cNvSpPr/>
            <p:nvPr/>
          </p:nvSpPr>
          <p:spPr>
            <a:xfrm rot="5400000">
              <a:off x="7433290" y="4766569"/>
              <a:ext cx="1677103" cy="1481876"/>
            </a:xfrm>
            <a:custGeom>
              <a:avLst/>
              <a:gdLst/>
              <a:ahLst/>
              <a:cxnLst/>
              <a:rect l="l" t="t" r="r" b="b"/>
              <a:pathLst>
                <a:path w="44456" h="39281" extrusionOk="0">
                  <a:moveTo>
                    <a:pt x="21582" y="0"/>
                  </a:moveTo>
                  <a:cubicBezTo>
                    <a:pt x="19219" y="0"/>
                    <a:pt x="16858" y="349"/>
                    <a:pt x="14600" y="1063"/>
                  </a:cubicBezTo>
                  <a:cubicBezTo>
                    <a:pt x="8580" y="2964"/>
                    <a:pt x="4062" y="7140"/>
                    <a:pt x="1917" y="13102"/>
                  </a:cubicBezTo>
                  <a:cubicBezTo>
                    <a:pt x="658" y="16734"/>
                    <a:pt x="186" y="20781"/>
                    <a:pt x="129" y="24656"/>
                  </a:cubicBezTo>
                  <a:cubicBezTo>
                    <a:pt x="1" y="28531"/>
                    <a:pt x="58" y="32821"/>
                    <a:pt x="1016" y="36638"/>
                  </a:cubicBezTo>
                  <a:cubicBezTo>
                    <a:pt x="1351" y="37981"/>
                    <a:pt x="2363" y="38572"/>
                    <a:pt x="3419" y="38572"/>
                  </a:cubicBezTo>
                  <a:cubicBezTo>
                    <a:pt x="4792" y="38572"/>
                    <a:pt x="6241" y="37572"/>
                    <a:pt x="6378" y="35923"/>
                  </a:cubicBezTo>
                  <a:cubicBezTo>
                    <a:pt x="6621" y="32992"/>
                    <a:pt x="6206" y="30018"/>
                    <a:pt x="6135" y="27158"/>
                  </a:cubicBezTo>
                  <a:cubicBezTo>
                    <a:pt x="6078" y="24184"/>
                    <a:pt x="6206" y="21196"/>
                    <a:pt x="6735" y="18336"/>
                  </a:cubicBezTo>
                  <a:cubicBezTo>
                    <a:pt x="7751" y="13403"/>
                    <a:pt x="10010" y="9399"/>
                    <a:pt x="14714" y="7383"/>
                  </a:cubicBezTo>
                  <a:cubicBezTo>
                    <a:pt x="16909" y="6461"/>
                    <a:pt x="19269" y="6014"/>
                    <a:pt x="21637" y="6014"/>
                  </a:cubicBezTo>
                  <a:cubicBezTo>
                    <a:pt x="23712" y="6014"/>
                    <a:pt x="25792" y="6357"/>
                    <a:pt x="27769" y="7025"/>
                  </a:cubicBezTo>
                  <a:cubicBezTo>
                    <a:pt x="32116" y="8512"/>
                    <a:pt x="35219" y="11844"/>
                    <a:pt x="36520" y="16320"/>
                  </a:cubicBezTo>
                  <a:cubicBezTo>
                    <a:pt x="38379" y="22697"/>
                    <a:pt x="38436" y="29775"/>
                    <a:pt x="38079" y="36395"/>
                  </a:cubicBezTo>
                  <a:cubicBezTo>
                    <a:pt x="37958" y="38326"/>
                    <a:pt x="39391" y="39280"/>
                    <a:pt x="40890" y="39280"/>
                  </a:cubicBezTo>
                  <a:cubicBezTo>
                    <a:pt x="42400" y="39280"/>
                    <a:pt x="43977" y="38311"/>
                    <a:pt x="44099" y="36395"/>
                  </a:cubicBezTo>
                  <a:cubicBezTo>
                    <a:pt x="44456" y="29417"/>
                    <a:pt x="44270" y="21982"/>
                    <a:pt x="42483" y="15247"/>
                  </a:cubicBezTo>
                  <a:cubicBezTo>
                    <a:pt x="40881" y="9342"/>
                    <a:pt x="37063" y="4523"/>
                    <a:pt x="31401" y="2078"/>
                  </a:cubicBezTo>
                  <a:cubicBezTo>
                    <a:pt x="28318" y="708"/>
                    <a:pt x="24948" y="0"/>
                    <a:pt x="215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44"/>
          <p:cNvSpPr txBox="1">
            <a:spLocks noGrp="1"/>
          </p:cNvSpPr>
          <p:nvPr>
            <p:ph type="subTitle" idx="6"/>
          </p:nvPr>
        </p:nvSpPr>
        <p:spPr>
          <a:xfrm>
            <a:off x="1206425" y="2972843"/>
            <a:ext cx="3179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Employer 3</a:t>
            </a:r>
            <a:endParaRPr/>
          </a:p>
        </p:txBody>
      </p:sp>
      <p:sp>
        <p:nvSpPr>
          <p:cNvPr id="637" name="Google Shape;637;p44"/>
          <p:cNvSpPr txBox="1">
            <a:spLocks noGrp="1"/>
          </p:cNvSpPr>
          <p:nvPr>
            <p:ph type="title"/>
          </p:nvPr>
        </p:nvSpPr>
        <p:spPr>
          <a:xfrm>
            <a:off x="948600" y="365760"/>
            <a:ext cx="748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people say about me</a:t>
            </a:r>
            <a:endParaRPr/>
          </a:p>
        </p:txBody>
      </p:sp>
      <p:sp>
        <p:nvSpPr>
          <p:cNvPr id="638" name="Google Shape;638;p44"/>
          <p:cNvSpPr txBox="1">
            <a:spLocks noGrp="1"/>
          </p:cNvSpPr>
          <p:nvPr>
            <p:ph type="subTitle" idx="1"/>
          </p:nvPr>
        </p:nvSpPr>
        <p:spPr>
          <a:xfrm>
            <a:off x="1206425" y="1819678"/>
            <a:ext cx="3179400" cy="9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“I have been impressed by the quality, attention to detail and creative approach brought to every project”</a:t>
            </a:r>
            <a:endParaRPr/>
          </a:p>
        </p:txBody>
      </p:sp>
      <p:sp>
        <p:nvSpPr>
          <p:cNvPr id="639" name="Google Shape;639;p44"/>
          <p:cNvSpPr txBox="1">
            <a:spLocks noGrp="1"/>
          </p:cNvSpPr>
          <p:nvPr>
            <p:ph type="subTitle" idx="2"/>
          </p:nvPr>
        </p:nvSpPr>
        <p:spPr>
          <a:xfrm>
            <a:off x="4964673" y="1819677"/>
            <a:ext cx="3179400" cy="9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“Projects and campaigns are always taken to another level with ideas that come from this person. Digital marketing and content creation experience is quite evident”</a:t>
            </a:r>
            <a:endParaRPr/>
          </a:p>
        </p:txBody>
      </p:sp>
      <p:sp>
        <p:nvSpPr>
          <p:cNvPr id="640" name="Google Shape;640;p44"/>
          <p:cNvSpPr txBox="1">
            <a:spLocks noGrp="1"/>
          </p:cNvSpPr>
          <p:nvPr>
            <p:ph type="subTitle" idx="3"/>
          </p:nvPr>
        </p:nvSpPr>
        <p:spPr>
          <a:xfrm>
            <a:off x="1206425" y="3287000"/>
            <a:ext cx="3179400" cy="9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“This person has a strong technical understanding in order to develop successful marketing strategies. Highly recommended for any kind of project”</a:t>
            </a:r>
            <a:endParaRPr/>
          </a:p>
        </p:txBody>
      </p:sp>
      <p:sp>
        <p:nvSpPr>
          <p:cNvPr id="641" name="Google Shape;641;p44"/>
          <p:cNvSpPr txBox="1">
            <a:spLocks noGrp="1"/>
          </p:cNvSpPr>
          <p:nvPr>
            <p:ph type="subTitle" idx="4"/>
          </p:nvPr>
        </p:nvSpPr>
        <p:spPr>
          <a:xfrm>
            <a:off x="4964672" y="3287000"/>
            <a:ext cx="3179400" cy="9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“Content creation is top-notch, with engaging yet professional writing style tailored to different audiences while keeping a steady brand message”</a:t>
            </a:r>
            <a:endParaRPr/>
          </a:p>
        </p:txBody>
      </p:sp>
      <p:sp>
        <p:nvSpPr>
          <p:cNvPr id="642" name="Google Shape;642;p44"/>
          <p:cNvSpPr txBox="1">
            <a:spLocks noGrp="1"/>
          </p:cNvSpPr>
          <p:nvPr>
            <p:ph type="subTitle" idx="5"/>
          </p:nvPr>
        </p:nvSpPr>
        <p:spPr>
          <a:xfrm>
            <a:off x="1206425" y="1521827"/>
            <a:ext cx="3179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Employer 1</a:t>
            </a:r>
            <a:endParaRPr/>
          </a:p>
        </p:txBody>
      </p:sp>
      <p:sp>
        <p:nvSpPr>
          <p:cNvPr id="643" name="Google Shape;643;p44"/>
          <p:cNvSpPr txBox="1">
            <a:spLocks noGrp="1"/>
          </p:cNvSpPr>
          <p:nvPr>
            <p:ph type="subTitle" idx="7"/>
          </p:nvPr>
        </p:nvSpPr>
        <p:spPr>
          <a:xfrm>
            <a:off x="4964646" y="1521825"/>
            <a:ext cx="3179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Employer 2</a:t>
            </a:r>
            <a:endParaRPr/>
          </a:p>
        </p:txBody>
      </p:sp>
      <p:sp>
        <p:nvSpPr>
          <p:cNvPr id="644" name="Google Shape;644;p44"/>
          <p:cNvSpPr txBox="1">
            <a:spLocks noGrp="1"/>
          </p:cNvSpPr>
          <p:nvPr>
            <p:ph type="subTitle" idx="8"/>
          </p:nvPr>
        </p:nvSpPr>
        <p:spPr>
          <a:xfrm>
            <a:off x="4964647" y="2972843"/>
            <a:ext cx="3179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Employer 4</a:t>
            </a:r>
            <a:endParaRPr/>
          </a:p>
        </p:txBody>
      </p:sp>
      <p:sp>
        <p:nvSpPr>
          <p:cNvPr id="645" name="Google Shape;645;p44"/>
          <p:cNvSpPr/>
          <p:nvPr/>
        </p:nvSpPr>
        <p:spPr>
          <a:xfrm>
            <a:off x="4597135" y="2970773"/>
            <a:ext cx="284670" cy="381239"/>
          </a:xfrm>
          <a:custGeom>
            <a:avLst/>
            <a:gdLst/>
            <a:ahLst/>
            <a:cxnLst/>
            <a:rect l="l" t="t" r="r" b="b"/>
            <a:pathLst>
              <a:path w="3278" h="4390" extrusionOk="0">
                <a:moveTo>
                  <a:pt x="2224" y="362"/>
                </a:moveTo>
                <a:lnTo>
                  <a:pt x="2433" y="686"/>
                </a:lnTo>
                <a:cubicBezTo>
                  <a:pt x="2404" y="723"/>
                  <a:pt x="2318" y="751"/>
                  <a:pt x="2224" y="751"/>
                </a:cubicBezTo>
                <a:cubicBezTo>
                  <a:pt x="2166" y="751"/>
                  <a:pt x="2072" y="723"/>
                  <a:pt x="2043" y="686"/>
                </a:cubicBezTo>
                <a:lnTo>
                  <a:pt x="2224" y="362"/>
                </a:lnTo>
                <a:close/>
                <a:moveTo>
                  <a:pt x="2498" y="961"/>
                </a:moveTo>
                <a:lnTo>
                  <a:pt x="2498" y="2072"/>
                </a:lnTo>
                <a:lnTo>
                  <a:pt x="1986" y="2072"/>
                </a:lnTo>
                <a:lnTo>
                  <a:pt x="1986" y="961"/>
                </a:lnTo>
                <a:cubicBezTo>
                  <a:pt x="2043" y="990"/>
                  <a:pt x="2137" y="1019"/>
                  <a:pt x="2224" y="1019"/>
                </a:cubicBezTo>
                <a:cubicBezTo>
                  <a:pt x="2347" y="1019"/>
                  <a:pt x="2433" y="990"/>
                  <a:pt x="2498" y="961"/>
                </a:cubicBezTo>
                <a:close/>
                <a:moveTo>
                  <a:pt x="571" y="2224"/>
                </a:moveTo>
                <a:lnTo>
                  <a:pt x="571" y="4151"/>
                </a:lnTo>
                <a:lnTo>
                  <a:pt x="268" y="4151"/>
                </a:lnTo>
                <a:lnTo>
                  <a:pt x="268" y="2224"/>
                </a:lnTo>
                <a:close/>
                <a:moveTo>
                  <a:pt x="1473" y="1473"/>
                </a:moveTo>
                <a:cubicBezTo>
                  <a:pt x="1596" y="1473"/>
                  <a:pt x="1711" y="1560"/>
                  <a:pt x="1711" y="1711"/>
                </a:cubicBezTo>
                <a:lnTo>
                  <a:pt x="1711" y="2195"/>
                </a:lnTo>
                <a:cubicBezTo>
                  <a:pt x="1711" y="2282"/>
                  <a:pt x="1776" y="2347"/>
                  <a:pt x="1863" y="2347"/>
                </a:cubicBezTo>
                <a:lnTo>
                  <a:pt x="2888" y="2347"/>
                </a:lnTo>
                <a:cubicBezTo>
                  <a:pt x="2946" y="2347"/>
                  <a:pt x="3011" y="2404"/>
                  <a:pt x="3011" y="2462"/>
                </a:cubicBezTo>
                <a:cubicBezTo>
                  <a:pt x="3011" y="2527"/>
                  <a:pt x="2946" y="2585"/>
                  <a:pt x="2888" y="2585"/>
                </a:cubicBezTo>
                <a:lnTo>
                  <a:pt x="2765" y="2585"/>
                </a:lnTo>
                <a:cubicBezTo>
                  <a:pt x="2708" y="2585"/>
                  <a:pt x="2650" y="2642"/>
                  <a:pt x="2614" y="2707"/>
                </a:cubicBezTo>
                <a:cubicBezTo>
                  <a:pt x="2614" y="2794"/>
                  <a:pt x="2679" y="2852"/>
                  <a:pt x="2765" y="2852"/>
                </a:cubicBezTo>
                <a:lnTo>
                  <a:pt x="2888" y="2852"/>
                </a:lnTo>
                <a:cubicBezTo>
                  <a:pt x="2946" y="2852"/>
                  <a:pt x="3011" y="2917"/>
                  <a:pt x="3011" y="2974"/>
                </a:cubicBezTo>
                <a:cubicBezTo>
                  <a:pt x="3011" y="3068"/>
                  <a:pt x="2946" y="3097"/>
                  <a:pt x="2888" y="3097"/>
                </a:cubicBezTo>
                <a:lnTo>
                  <a:pt x="2765" y="3097"/>
                </a:lnTo>
                <a:cubicBezTo>
                  <a:pt x="2708" y="3097"/>
                  <a:pt x="2650" y="3155"/>
                  <a:pt x="2614" y="3213"/>
                </a:cubicBezTo>
                <a:cubicBezTo>
                  <a:pt x="2614" y="3306"/>
                  <a:pt x="2679" y="3364"/>
                  <a:pt x="2765" y="3364"/>
                </a:cubicBezTo>
                <a:lnTo>
                  <a:pt x="2888" y="3364"/>
                </a:lnTo>
                <a:cubicBezTo>
                  <a:pt x="2946" y="3364"/>
                  <a:pt x="3011" y="3429"/>
                  <a:pt x="3011" y="3487"/>
                </a:cubicBezTo>
                <a:cubicBezTo>
                  <a:pt x="3011" y="3545"/>
                  <a:pt x="2946" y="3638"/>
                  <a:pt x="2888" y="3638"/>
                </a:cubicBezTo>
                <a:lnTo>
                  <a:pt x="2765" y="3638"/>
                </a:lnTo>
                <a:cubicBezTo>
                  <a:pt x="2708" y="3638"/>
                  <a:pt x="2650" y="3667"/>
                  <a:pt x="2614" y="3725"/>
                </a:cubicBezTo>
                <a:cubicBezTo>
                  <a:pt x="2614" y="3819"/>
                  <a:pt x="2679" y="3877"/>
                  <a:pt x="2765" y="3877"/>
                </a:cubicBezTo>
                <a:lnTo>
                  <a:pt x="2888" y="3877"/>
                </a:lnTo>
                <a:cubicBezTo>
                  <a:pt x="2946" y="3877"/>
                  <a:pt x="3011" y="3934"/>
                  <a:pt x="3011" y="4028"/>
                </a:cubicBezTo>
                <a:cubicBezTo>
                  <a:pt x="3011" y="4086"/>
                  <a:pt x="2946" y="4151"/>
                  <a:pt x="2888" y="4151"/>
                </a:cubicBezTo>
                <a:lnTo>
                  <a:pt x="845" y="4151"/>
                </a:lnTo>
                <a:lnTo>
                  <a:pt x="845" y="2224"/>
                </a:lnTo>
                <a:lnTo>
                  <a:pt x="961" y="2224"/>
                </a:lnTo>
                <a:cubicBezTo>
                  <a:pt x="1170" y="2224"/>
                  <a:pt x="1322" y="2043"/>
                  <a:pt x="1322" y="1834"/>
                </a:cubicBezTo>
                <a:lnTo>
                  <a:pt x="1322" y="1473"/>
                </a:lnTo>
                <a:close/>
                <a:moveTo>
                  <a:pt x="2224" y="1"/>
                </a:moveTo>
                <a:cubicBezTo>
                  <a:pt x="2195" y="1"/>
                  <a:pt x="2166" y="30"/>
                  <a:pt x="2137" y="59"/>
                </a:cubicBezTo>
                <a:lnTo>
                  <a:pt x="1748" y="658"/>
                </a:lnTo>
                <a:cubicBezTo>
                  <a:pt x="1748" y="686"/>
                  <a:pt x="1711" y="723"/>
                  <a:pt x="1711" y="723"/>
                </a:cubicBezTo>
                <a:lnTo>
                  <a:pt x="1711" y="1264"/>
                </a:lnTo>
                <a:cubicBezTo>
                  <a:pt x="1654" y="1228"/>
                  <a:pt x="1567" y="1199"/>
                  <a:pt x="1473" y="1199"/>
                </a:cubicBezTo>
                <a:lnTo>
                  <a:pt x="1206" y="1199"/>
                </a:lnTo>
                <a:cubicBezTo>
                  <a:pt x="1141" y="1199"/>
                  <a:pt x="1084" y="1264"/>
                  <a:pt x="1084" y="1322"/>
                </a:cubicBezTo>
                <a:lnTo>
                  <a:pt x="1084" y="1834"/>
                </a:lnTo>
                <a:cubicBezTo>
                  <a:pt x="1084" y="1892"/>
                  <a:pt x="1026" y="1950"/>
                  <a:pt x="961" y="1950"/>
                </a:cubicBezTo>
                <a:lnTo>
                  <a:pt x="124" y="1950"/>
                </a:lnTo>
                <a:cubicBezTo>
                  <a:pt x="59" y="1950"/>
                  <a:pt x="1" y="2015"/>
                  <a:pt x="1" y="2072"/>
                </a:cubicBezTo>
                <a:lnTo>
                  <a:pt x="1" y="4266"/>
                </a:lnTo>
                <a:cubicBezTo>
                  <a:pt x="1" y="4331"/>
                  <a:pt x="59" y="4389"/>
                  <a:pt x="124" y="4389"/>
                </a:cubicBezTo>
                <a:lnTo>
                  <a:pt x="2888" y="4389"/>
                </a:lnTo>
                <a:cubicBezTo>
                  <a:pt x="3068" y="4389"/>
                  <a:pt x="3249" y="4238"/>
                  <a:pt x="3278" y="4028"/>
                </a:cubicBezTo>
                <a:cubicBezTo>
                  <a:pt x="3278" y="3934"/>
                  <a:pt x="3249" y="3819"/>
                  <a:pt x="3155" y="3754"/>
                </a:cubicBezTo>
                <a:cubicBezTo>
                  <a:pt x="3220" y="3696"/>
                  <a:pt x="3278" y="3610"/>
                  <a:pt x="3278" y="3487"/>
                </a:cubicBezTo>
                <a:cubicBezTo>
                  <a:pt x="3278" y="3393"/>
                  <a:pt x="3220" y="3306"/>
                  <a:pt x="3155" y="3249"/>
                </a:cubicBezTo>
                <a:cubicBezTo>
                  <a:pt x="3220" y="3155"/>
                  <a:pt x="3278" y="3068"/>
                  <a:pt x="3278" y="2974"/>
                </a:cubicBezTo>
                <a:cubicBezTo>
                  <a:pt x="3278" y="2888"/>
                  <a:pt x="3220" y="2794"/>
                  <a:pt x="3155" y="2736"/>
                </a:cubicBezTo>
                <a:cubicBezTo>
                  <a:pt x="3249" y="2642"/>
                  <a:pt x="3278" y="2556"/>
                  <a:pt x="3278" y="2433"/>
                </a:cubicBezTo>
                <a:cubicBezTo>
                  <a:pt x="3249" y="2253"/>
                  <a:pt x="3068" y="2072"/>
                  <a:pt x="2888" y="2072"/>
                </a:cubicBezTo>
                <a:lnTo>
                  <a:pt x="2765" y="2072"/>
                </a:lnTo>
                <a:lnTo>
                  <a:pt x="2765" y="723"/>
                </a:lnTo>
                <a:cubicBezTo>
                  <a:pt x="2765" y="723"/>
                  <a:pt x="2736" y="686"/>
                  <a:pt x="2736" y="658"/>
                </a:cubicBezTo>
                <a:lnTo>
                  <a:pt x="2347" y="59"/>
                </a:lnTo>
                <a:cubicBezTo>
                  <a:pt x="2318" y="30"/>
                  <a:pt x="2289" y="1"/>
                  <a:pt x="222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6" name="Google Shape;646;p44"/>
          <p:cNvGrpSpPr/>
          <p:nvPr/>
        </p:nvGrpSpPr>
        <p:grpSpPr>
          <a:xfrm>
            <a:off x="4598387" y="1519797"/>
            <a:ext cx="282151" cy="381152"/>
            <a:chOff x="3220378" y="3616680"/>
            <a:chExt cx="282151" cy="381152"/>
          </a:xfrm>
        </p:grpSpPr>
        <p:sp>
          <p:nvSpPr>
            <p:cNvPr id="647" name="Google Shape;647;p44"/>
            <p:cNvSpPr/>
            <p:nvPr/>
          </p:nvSpPr>
          <p:spPr>
            <a:xfrm>
              <a:off x="3220378" y="3616680"/>
              <a:ext cx="282151" cy="381152"/>
            </a:xfrm>
            <a:custGeom>
              <a:avLst/>
              <a:gdLst/>
              <a:ahLst/>
              <a:cxnLst/>
              <a:rect l="l" t="t" r="r" b="b"/>
              <a:pathLst>
                <a:path w="3249" h="4389" extrusionOk="0">
                  <a:moveTo>
                    <a:pt x="1637" y="261"/>
                  </a:moveTo>
                  <a:cubicBezTo>
                    <a:pt x="1652" y="261"/>
                    <a:pt x="1667" y="263"/>
                    <a:pt x="1682" y="268"/>
                  </a:cubicBezTo>
                  <a:cubicBezTo>
                    <a:pt x="1740" y="304"/>
                    <a:pt x="1740" y="333"/>
                    <a:pt x="1740" y="390"/>
                  </a:cubicBezTo>
                  <a:cubicBezTo>
                    <a:pt x="1740" y="448"/>
                    <a:pt x="1805" y="513"/>
                    <a:pt x="1892" y="513"/>
                  </a:cubicBezTo>
                  <a:lnTo>
                    <a:pt x="2281" y="513"/>
                  </a:lnTo>
                  <a:lnTo>
                    <a:pt x="2281" y="780"/>
                  </a:lnTo>
                  <a:lnTo>
                    <a:pt x="989" y="780"/>
                  </a:lnTo>
                  <a:lnTo>
                    <a:pt x="989" y="513"/>
                  </a:lnTo>
                  <a:lnTo>
                    <a:pt x="1379" y="513"/>
                  </a:lnTo>
                  <a:cubicBezTo>
                    <a:pt x="1444" y="513"/>
                    <a:pt x="1502" y="448"/>
                    <a:pt x="1502" y="390"/>
                  </a:cubicBezTo>
                  <a:cubicBezTo>
                    <a:pt x="1502" y="318"/>
                    <a:pt x="1562" y="261"/>
                    <a:pt x="1637" y="261"/>
                  </a:cubicBezTo>
                  <a:close/>
                  <a:moveTo>
                    <a:pt x="3003" y="780"/>
                  </a:moveTo>
                  <a:lnTo>
                    <a:pt x="3003" y="4151"/>
                  </a:lnTo>
                  <a:lnTo>
                    <a:pt x="268" y="4151"/>
                  </a:lnTo>
                  <a:lnTo>
                    <a:pt x="268" y="780"/>
                  </a:lnTo>
                  <a:lnTo>
                    <a:pt x="722" y="780"/>
                  </a:lnTo>
                  <a:lnTo>
                    <a:pt x="722" y="903"/>
                  </a:lnTo>
                  <a:cubicBezTo>
                    <a:pt x="722" y="960"/>
                    <a:pt x="780" y="1025"/>
                    <a:pt x="838" y="1025"/>
                  </a:cubicBezTo>
                  <a:lnTo>
                    <a:pt x="2404" y="1025"/>
                  </a:lnTo>
                  <a:cubicBezTo>
                    <a:pt x="2462" y="1025"/>
                    <a:pt x="2527" y="960"/>
                    <a:pt x="2527" y="903"/>
                  </a:cubicBezTo>
                  <a:lnTo>
                    <a:pt x="2527" y="780"/>
                  </a:lnTo>
                  <a:close/>
                  <a:moveTo>
                    <a:pt x="1625" y="0"/>
                  </a:moveTo>
                  <a:cubicBezTo>
                    <a:pt x="1473" y="0"/>
                    <a:pt x="1322" y="123"/>
                    <a:pt x="1264" y="268"/>
                  </a:cubicBezTo>
                  <a:lnTo>
                    <a:pt x="838" y="268"/>
                  </a:lnTo>
                  <a:cubicBezTo>
                    <a:pt x="780" y="268"/>
                    <a:pt x="722" y="333"/>
                    <a:pt x="722" y="390"/>
                  </a:cubicBezTo>
                  <a:lnTo>
                    <a:pt x="722" y="513"/>
                  </a:lnTo>
                  <a:lnTo>
                    <a:pt x="116" y="513"/>
                  </a:lnTo>
                  <a:cubicBezTo>
                    <a:pt x="58" y="513"/>
                    <a:pt x="1" y="571"/>
                    <a:pt x="1" y="665"/>
                  </a:cubicBezTo>
                  <a:lnTo>
                    <a:pt x="1" y="4273"/>
                  </a:lnTo>
                  <a:cubicBezTo>
                    <a:pt x="1" y="4331"/>
                    <a:pt x="58" y="4389"/>
                    <a:pt x="116" y="4389"/>
                  </a:cubicBezTo>
                  <a:lnTo>
                    <a:pt x="3126" y="4389"/>
                  </a:lnTo>
                  <a:cubicBezTo>
                    <a:pt x="3184" y="4389"/>
                    <a:pt x="3249" y="4331"/>
                    <a:pt x="3249" y="4273"/>
                  </a:cubicBezTo>
                  <a:lnTo>
                    <a:pt x="3249" y="665"/>
                  </a:lnTo>
                  <a:cubicBezTo>
                    <a:pt x="3249" y="571"/>
                    <a:pt x="3184" y="513"/>
                    <a:pt x="3126" y="513"/>
                  </a:cubicBezTo>
                  <a:lnTo>
                    <a:pt x="2527" y="513"/>
                  </a:lnTo>
                  <a:lnTo>
                    <a:pt x="2527" y="390"/>
                  </a:lnTo>
                  <a:cubicBezTo>
                    <a:pt x="2527" y="333"/>
                    <a:pt x="2462" y="268"/>
                    <a:pt x="2404" y="268"/>
                  </a:cubicBezTo>
                  <a:lnTo>
                    <a:pt x="1986" y="268"/>
                  </a:lnTo>
                  <a:cubicBezTo>
                    <a:pt x="1949" y="123"/>
                    <a:pt x="1805" y="0"/>
                    <a:pt x="1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44"/>
            <p:cNvSpPr/>
            <p:nvPr/>
          </p:nvSpPr>
          <p:spPr>
            <a:xfrm>
              <a:off x="3389634" y="3803046"/>
              <a:ext cx="62787" cy="59400"/>
            </a:xfrm>
            <a:custGeom>
              <a:avLst/>
              <a:gdLst/>
              <a:ahLst/>
              <a:cxnLst/>
              <a:rect l="l" t="t" r="r" b="b"/>
              <a:pathLst>
                <a:path w="723" h="684" extrusionOk="0">
                  <a:moveTo>
                    <a:pt x="581" y="1"/>
                  </a:moveTo>
                  <a:cubicBezTo>
                    <a:pt x="540" y="1"/>
                    <a:pt x="501" y="15"/>
                    <a:pt x="484" y="49"/>
                  </a:cubicBezTo>
                  <a:lnTo>
                    <a:pt x="275" y="352"/>
                  </a:lnTo>
                  <a:lnTo>
                    <a:pt x="246" y="323"/>
                  </a:lnTo>
                  <a:cubicBezTo>
                    <a:pt x="228" y="282"/>
                    <a:pt x="184" y="256"/>
                    <a:pt x="140" y="256"/>
                  </a:cubicBezTo>
                  <a:cubicBezTo>
                    <a:pt x="114" y="256"/>
                    <a:pt x="87" y="265"/>
                    <a:pt x="65" y="287"/>
                  </a:cubicBezTo>
                  <a:cubicBezTo>
                    <a:pt x="0" y="323"/>
                    <a:pt x="0" y="409"/>
                    <a:pt x="37" y="467"/>
                  </a:cubicBezTo>
                  <a:lnTo>
                    <a:pt x="152" y="619"/>
                  </a:lnTo>
                  <a:cubicBezTo>
                    <a:pt x="181" y="684"/>
                    <a:pt x="217" y="684"/>
                    <a:pt x="275" y="684"/>
                  </a:cubicBezTo>
                  <a:cubicBezTo>
                    <a:pt x="304" y="684"/>
                    <a:pt x="332" y="684"/>
                    <a:pt x="361" y="648"/>
                  </a:cubicBezTo>
                  <a:lnTo>
                    <a:pt x="693" y="200"/>
                  </a:lnTo>
                  <a:cubicBezTo>
                    <a:pt x="722" y="142"/>
                    <a:pt x="722" y="77"/>
                    <a:pt x="664" y="20"/>
                  </a:cubicBezTo>
                  <a:cubicBezTo>
                    <a:pt x="641" y="8"/>
                    <a:pt x="610" y="1"/>
                    <a:pt x="5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44"/>
            <p:cNvSpPr/>
            <p:nvPr/>
          </p:nvSpPr>
          <p:spPr>
            <a:xfrm>
              <a:off x="3389634" y="3728621"/>
              <a:ext cx="62787" cy="60529"/>
            </a:xfrm>
            <a:custGeom>
              <a:avLst/>
              <a:gdLst/>
              <a:ahLst/>
              <a:cxnLst/>
              <a:rect l="l" t="t" r="r" b="b"/>
              <a:pathLst>
                <a:path w="723" h="697" extrusionOk="0">
                  <a:moveTo>
                    <a:pt x="588" y="1"/>
                  </a:moveTo>
                  <a:cubicBezTo>
                    <a:pt x="545" y="1"/>
                    <a:pt x="502" y="25"/>
                    <a:pt x="484" y="61"/>
                  </a:cubicBezTo>
                  <a:lnTo>
                    <a:pt x="275" y="335"/>
                  </a:lnTo>
                  <a:lnTo>
                    <a:pt x="246" y="307"/>
                  </a:lnTo>
                  <a:cubicBezTo>
                    <a:pt x="229" y="269"/>
                    <a:pt x="191" y="253"/>
                    <a:pt x="151" y="253"/>
                  </a:cubicBezTo>
                  <a:cubicBezTo>
                    <a:pt x="121" y="253"/>
                    <a:pt x="90" y="262"/>
                    <a:pt x="65" y="278"/>
                  </a:cubicBezTo>
                  <a:cubicBezTo>
                    <a:pt x="0" y="307"/>
                    <a:pt x="0" y="393"/>
                    <a:pt x="37" y="458"/>
                  </a:cubicBezTo>
                  <a:lnTo>
                    <a:pt x="152" y="639"/>
                  </a:lnTo>
                  <a:cubicBezTo>
                    <a:pt x="181" y="667"/>
                    <a:pt x="217" y="696"/>
                    <a:pt x="275" y="696"/>
                  </a:cubicBezTo>
                  <a:cubicBezTo>
                    <a:pt x="304" y="696"/>
                    <a:pt x="332" y="667"/>
                    <a:pt x="361" y="639"/>
                  </a:cubicBezTo>
                  <a:lnTo>
                    <a:pt x="693" y="213"/>
                  </a:lnTo>
                  <a:cubicBezTo>
                    <a:pt x="722" y="155"/>
                    <a:pt x="722" y="61"/>
                    <a:pt x="664" y="32"/>
                  </a:cubicBezTo>
                  <a:cubicBezTo>
                    <a:pt x="642" y="10"/>
                    <a:pt x="615" y="1"/>
                    <a:pt x="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44"/>
            <p:cNvSpPr/>
            <p:nvPr/>
          </p:nvSpPr>
          <p:spPr>
            <a:xfrm>
              <a:off x="3316947" y="3747032"/>
              <a:ext cx="44550" cy="23882"/>
            </a:xfrm>
            <a:custGeom>
              <a:avLst/>
              <a:gdLst/>
              <a:ahLst/>
              <a:cxnLst/>
              <a:rect l="l" t="t" r="r" b="b"/>
              <a:pathLst>
                <a:path w="513" h="275" extrusionOk="0">
                  <a:moveTo>
                    <a:pt x="116" y="1"/>
                  </a:moveTo>
                  <a:cubicBezTo>
                    <a:pt x="58" y="1"/>
                    <a:pt x="0" y="66"/>
                    <a:pt x="0" y="123"/>
                  </a:cubicBezTo>
                  <a:cubicBezTo>
                    <a:pt x="0" y="181"/>
                    <a:pt x="58" y="275"/>
                    <a:pt x="116" y="275"/>
                  </a:cubicBezTo>
                  <a:lnTo>
                    <a:pt x="390" y="275"/>
                  </a:lnTo>
                  <a:cubicBezTo>
                    <a:pt x="448" y="275"/>
                    <a:pt x="513" y="210"/>
                    <a:pt x="513" y="152"/>
                  </a:cubicBezTo>
                  <a:cubicBezTo>
                    <a:pt x="513" y="66"/>
                    <a:pt x="448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44"/>
            <p:cNvSpPr/>
            <p:nvPr/>
          </p:nvSpPr>
          <p:spPr>
            <a:xfrm>
              <a:off x="3316947" y="3822933"/>
              <a:ext cx="44550" cy="20755"/>
            </a:xfrm>
            <a:custGeom>
              <a:avLst/>
              <a:gdLst/>
              <a:ahLst/>
              <a:cxnLst/>
              <a:rect l="l" t="t" r="r" b="b"/>
              <a:pathLst>
                <a:path w="513" h="239" extrusionOk="0">
                  <a:moveTo>
                    <a:pt x="116" y="0"/>
                  </a:moveTo>
                  <a:cubicBezTo>
                    <a:pt x="58" y="0"/>
                    <a:pt x="0" y="29"/>
                    <a:pt x="0" y="94"/>
                  </a:cubicBezTo>
                  <a:cubicBezTo>
                    <a:pt x="0" y="180"/>
                    <a:pt x="58" y="238"/>
                    <a:pt x="116" y="238"/>
                  </a:cubicBezTo>
                  <a:lnTo>
                    <a:pt x="390" y="238"/>
                  </a:lnTo>
                  <a:cubicBezTo>
                    <a:pt x="448" y="238"/>
                    <a:pt x="513" y="209"/>
                    <a:pt x="513" y="123"/>
                  </a:cubicBezTo>
                  <a:cubicBezTo>
                    <a:pt x="513" y="58"/>
                    <a:pt x="448" y="0"/>
                    <a:pt x="3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44"/>
            <p:cNvSpPr/>
            <p:nvPr/>
          </p:nvSpPr>
          <p:spPr>
            <a:xfrm>
              <a:off x="3389634" y="3877557"/>
              <a:ext cx="62787" cy="60095"/>
            </a:xfrm>
            <a:custGeom>
              <a:avLst/>
              <a:gdLst/>
              <a:ahLst/>
              <a:cxnLst/>
              <a:rect l="l" t="t" r="r" b="b"/>
              <a:pathLst>
                <a:path w="723" h="692" extrusionOk="0">
                  <a:moveTo>
                    <a:pt x="589" y="0"/>
                  </a:moveTo>
                  <a:cubicBezTo>
                    <a:pt x="545" y="0"/>
                    <a:pt x="502" y="28"/>
                    <a:pt x="484" y="64"/>
                  </a:cubicBezTo>
                  <a:lnTo>
                    <a:pt x="275" y="331"/>
                  </a:lnTo>
                  <a:lnTo>
                    <a:pt x="246" y="302"/>
                  </a:lnTo>
                  <a:cubicBezTo>
                    <a:pt x="229" y="268"/>
                    <a:pt x="190" y="254"/>
                    <a:pt x="149" y="254"/>
                  </a:cubicBezTo>
                  <a:cubicBezTo>
                    <a:pt x="119" y="254"/>
                    <a:pt x="89" y="261"/>
                    <a:pt x="65" y="273"/>
                  </a:cubicBezTo>
                  <a:cubicBezTo>
                    <a:pt x="0" y="331"/>
                    <a:pt x="0" y="396"/>
                    <a:pt x="37" y="454"/>
                  </a:cubicBezTo>
                  <a:lnTo>
                    <a:pt x="152" y="634"/>
                  </a:lnTo>
                  <a:cubicBezTo>
                    <a:pt x="181" y="663"/>
                    <a:pt x="217" y="692"/>
                    <a:pt x="275" y="692"/>
                  </a:cubicBezTo>
                  <a:cubicBezTo>
                    <a:pt x="304" y="692"/>
                    <a:pt x="332" y="663"/>
                    <a:pt x="361" y="634"/>
                  </a:cubicBezTo>
                  <a:lnTo>
                    <a:pt x="693" y="216"/>
                  </a:lnTo>
                  <a:cubicBezTo>
                    <a:pt x="722" y="151"/>
                    <a:pt x="722" y="64"/>
                    <a:pt x="664" y="35"/>
                  </a:cubicBezTo>
                  <a:cubicBezTo>
                    <a:pt x="643" y="11"/>
                    <a:pt x="616" y="0"/>
                    <a:pt x="5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44"/>
            <p:cNvSpPr/>
            <p:nvPr/>
          </p:nvSpPr>
          <p:spPr>
            <a:xfrm>
              <a:off x="3316947" y="3896229"/>
              <a:ext cx="44550" cy="23274"/>
            </a:xfrm>
            <a:custGeom>
              <a:avLst/>
              <a:gdLst/>
              <a:ahLst/>
              <a:cxnLst/>
              <a:rect l="l" t="t" r="r" b="b"/>
              <a:pathLst>
                <a:path w="513" h="268" extrusionOk="0">
                  <a:moveTo>
                    <a:pt x="116" y="1"/>
                  </a:moveTo>
                  <a:cubicBezTo>
                    <a:pt x="58" y="1"/>
                    <a:pt x="0" y="58"/>
                    <a:pt x="0" y="116"/>
                  </a:cubicBezTo>
                  <a:cubicBezTo>
                    <a:pt x="0" y="210"/>
                    <a:pt x="58" y="268"/>
                    <a:pt x="116" y="268"/>
                  </a:cubicBezTo>
                  <a:lnTo>
                    <a:pt x="390" y="268"/>
                  </a:lnTo>
                  <a:cubicBezTo>
                    <a:pt x="448" y="268"/>
                    <a:pt x="513" y="210"/>
                    <a:pt x="513" y="152"/>
                  </a:cubicBezTo>
                  <a:cubicBezTo>
                    <a:pt x="513" y="58"/>
                    <a:pt x="448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44"/>
            <p:cNvSpPr/>
            <p:nvPr/>
          </p:nvSpPr>
          <p:spPr>
            <a:xfrm>
              <a:off x="3272396" y="3747032"/>
              <a:ext cx="20755" cy="23882"/>
            </a:xfrm>
            <a:custGeom>
              <a:avLst/>
              <a:gdLst/>
              <a:ahLst/>
              <a:cxnLst/>
              <a:rect l="l" t="t" r="r" b="b"/>
              <a:pathLst>
                <a:path w="239" h="275" extrusionOk="0">
                  <a:moveTo>
                    <a:pt x="123" y="1"/>
                  </a:moveTo>
                  <a:cubicBezTo>
                    <a:pt x="58" y="1"/>
                    <a:pt x="1" y="66"/>
                    <a:pt x="1" y="123"/>
                  </a:cubicBezTo>
                  <a:cubicBezTo>
                    <a:pt x="1" y="210"/>
                    <a:pt x="58" y="275"/>
                    <a:pt x="123" y="275"/>
                  </a:cubicBezTo>
                  <a:cubicBezTo>
                    <a:pt x="210" y="275"/>
                    <a:pt x="239" y="210"/>
                    <a:pt x="239" y="123"/>
                  </a:cubicBezTo>
                  <a:cubicBezTo>
                    <a:pt x="239" y="66"/>
                    <a:pt x="210" y="1"/>
                    <a:pt x="1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44"/>
            <p:cNvSpPr/>
            <p:nvPr/>
          </p:nvSpPr>
          <p:spPr>
            <a:xfrm>
              <a:off x="3272396" y="3822933"/>
              <a:ext cx="20755" cy="20755"/>
            </a:xfrm>
            <a:custGeom>
              <a:avLst/>
              <a:gdLst/>
              <a:ahLst/>
              <a:cxnLst/>
              <a:rect l="l" t="t" r="r" b="b"/>
              <a:pathLst>
                <a:path w="239" h="239" extrusionOk="0">
                  <a:moveTo>
                    <a:pt x="123" y="0"/>
                  </a:moveTo>
                  <a:cubicBezTo>
                    <a:pt x="58" y="0"/>
                    <a:pt x="1" y="58"/>
                    <a:pt x="1" y="123"/>
                  </a:cubicBezTo>
                  <a:cubicBezTo>
                    <a:pt x="1" y="180"/>
                    <a:pt x="58" y="238"/>
                    <a:pt x="123" y="238"/>
                  </a:cubicBezTo>
                  <a:cubicBezTo>
                    <a:pt x="210" y="238"/>
                    <a:pt x="239" y="180"/>
                    <a:pt x="239" y="123"/>
                  </a:cubicBezTo>
                  <a:cubicBezTo>
                    <a:pt x="239" y="58"/>
                    <a:pt x="210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44"/>
            <p:cNvSpPr/>
            <p:nvPr/>
          </p:nvSpPr>
          <p:spPr>
            <a:xfrm>
              <a:off x="3272396" y="3896229"/>
              <a:ext cx="20755" cy="23274"/>
            </a:xfrm>
            <a:custGeom>
              <a:avLst/>
              <a:gdLst/>
              <a:ahLst/>
              <a:cxnLst/>
              <a:rect l="l" t="t" r="r" b="b"/>
              <a:pathLst>
                <a:path w="239" h="268" extrusionOk="0">
                  <a:moveTo>
                    <a:pt x="123" y="1"/>
                  </a:moveTo>
                  <a:cubicBezTo>
                    <a:pt x="58" y="1"/>
                    <a:pt x="1" y="58"/>
                    <a:pt x="1" y="116"/>
                  </a:cubicBezTo>
                  <a:cubicBezTo>
                    <a:pt x="1" y="210"/>
                    <a:pt x="58" y="268"/>
                    <a:pt x="123" y="268"/>
                  </a:cubicBezTo>
                  <a:cubicBezTo>
                    <a:pt x="210" y="268"/>
                    <a:pt x="239" y="210"/>
                    <a:pt x="239" y="116"/>
                  </a:cubicBezTo>
                  <a:cubicBezTo>
                    <a:pt x="239" y="58"/>
                    <a:pt x="210" y="1"/>
                    <a:pt x="1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7" name="Google Shape;657;p44"/>
          <p:cNvGrpSpPr/>
          <p:nvPr/>
        </p:nvGrpSpPr>
        <p:grpSpPr>
          <a:xfrm>
            <a:off x="884713" y="2970730"/>
            <a:ext cx="255838" cy="381325"/>
            <a:chOff x="6437731" y="3021197"/>
            <a:chExt cx="255838" cy="381325"/>
          </a:xfrm>
        </p:grpSpPr>
        <p:sp>
          <p:nvSpPr>
            <p:cNvPr id="658" name="Google Shape;658;p44"/>
            <p:cNvSpPr/>
            <p:nvPr/>
          </p:nvSpPr>
          <p:spPr>
            <a:xfrm>
              <a:off x="6437731" y="3021197"/>
              <a:ext cx="255838" cy="381325"/>
            </a:xfrm>
            <a:custGeom>
              <a:avLst/>
              <a:gdLst/>
              <a:ahLst/>
              <a:cxnLst/>
              <a:rect l="l" t="t" r="r" b="b"/>
              <a:pathLst>
                <a:path w="2946" h="4391" extrusionOk="0">
                  <a:moveTo>
                    <a:pt x="1891" y="268"/>
                  </a:moveTo>
                  <a:lnTo>
                    <a:pt x="1891" y="665"/>
                  </a:lnTo>
                  <a:lnTo>
                    <a:pt x="1653" y="665"/>
                  </a:lnTo>
                  <a:lnTo>
                    <a:pt x="1653" y="391"/>
                  </a:lnTo>
                  <a:cubicBezTo>
                    <a:pt x="1653" y="333"/>
                    <a:pt x="1711" y="268"/>
                    <a:pt x="1776" y="268"/>
                  </a:cubicBezTo>
                  <a:close/>
                  <a:moveTo>
                    <a:pt x="2288" y="268"/>
                  </a:moveTo>
                  <a:cubicBezTo>
                    <a:pt x="2375" y="268"/>
                    <a:pt x="2404" y="333"/>
                    <a:pt x="2404" y="391"/>
                  </a:cubicBezTo>
                  <a:lnTo>
                    <a:pt x="2404" y="665"/>
                  </a:lnTo>
                  <a:lnTo>
                    <a:pt x="2166" y="665"/>
                  </a:lnTo>
                  <a:lnTo>
                    <a:pt x="2166" y="268"/>
                  </a:lnTo>
                  <a:close/>
                  <a:moveTo>
                    <a:pt x="571" y="809"/>
                  </a:moveTo>
                  <a:lnTo>
                    <a:pt x="571" y="2072"/>
                  </a:lnTo>
                  <a:lnTo>
                    <a:pt x="267" y="2072"/>
                  </a:lnTo>
                  <a:lnTo>
                    <a:pt x="267" y="809"/>
                  </a:lnTo>
                  <a:close/>
                  <a:moveTo>
                    <a:pt x="1141" y="268"/>
                  </a:moveTo>
                  <a:cubicBezTo>
                    <a:pt x="1263" y="268"/>
                    <a:pt x="1386" y="391"/>
                    <a:pt x="1386" y="513"/>
                  </a:cubicBezTo>
                  <a:lnTo>
                    <a:pt x="1386" y="780"/>
                  </a:lnTo>
                  <a:cubicBezTo>
                    <a:pt x="1386" y="845"/>
                    <a:pt x="1444" y="903"/>
                    <a:pt x="1502" y="932"/>
                  </a:cubicBezTo>
                  <a:lnTo>
                    <a:pt x="2555" y="932"/>
                  </a:lnTo>
                  <a:cubicBezTo>
                    <a:pt x="2613" y="932"/>
                    <a:pt x="2678" y="990"/>
                    <a:pt x="2678" y="1055"/>
                  </a:cubicBezTo>
                  <a:lnTo>
                    <a:pt x="2678" y="1957"/>
                  </a:lnTo>
                  <a:cubicBezTo>
                    <a:pt x="2678" y="2015"/>
                    <a:pt x="2613" y="2072"/>
                    <a:pt x="2555" y="2072"/>
                  </a:cubicBezTo>
                  <a:lnTo>
                    <a:pt x="845" y="2072"/>
                  </a:lnTo>
                  <a:lnTo>
                    <a:pt x="845" y="780"/>
                  </a:lnTo>
                  <a:cubicBezTo>
                    <a:pt x="989" y="723"/>
                    <a:pt x="1083" y="600"/>
                    <a:pt x="1083" y="419"/>
                  </a:cubicBezTo>
                  <a:lnTo>
                    <a:pt x="1083" y="268"/>
                  </a:lnTo>
                  <a:close/>
                  <a:moveTo>
                    <a:pt x="1891" y="2347"/>
                  </a:moveTo>
                  <a:lnTo>
                    <a:pt x="1891" y="2765"/>
                  </a:lnTo>
                  <a:lnTo>
                    <a:pt x="1653" y="2650"/>
                  </a:lnTo>
                  <a:lnTo>
                    <a:pt x="1653" y="2347"/>
                  </a:lnTo>
                  <a:close/>
                  <a:moveTo>
                    <a:pt x="2404" y="2347"/>
                  </a:moveTo>
                  <a:lnTo>
                    <a:pt x="2404" y="2650"/>
                  </a:lnTo>
                  <a:lnTo>
                    <a:pt x="2166" y="2765"/>
                  </a:lnTo>
                  <a:lnTo>
                    <a:pt x="2166" y="2347"/>
                  </a:lnTo>
                  <a:close/>
                  <a:moveTo>
                    <a:pt x="2014" y="3097"/>
                  </a:moveTo>
                  <a:cubicBezTo>
                    <a:pt x="2317" y="3097"/>
                    <a:pt x="2555" y="3335"/>
                    <a:pt x="2555" y="3638"/>
                  </a:cubicBezTo>
                  <a:cubicBezTo>
                    <a:pt x="2555" y="3913"/>
                    <a:pt x="2317" y="4151"/>
                    <a:pt x="2014" y="4151"/>
                  </a:cubicBezTo>
                  <a:cubicBezTo>
                    <a:pt x="1747" y="4151"/>
                    <a:pt x="1502" y="3913"/>
                    <a:pt x="1502" y="3638"/>
                  </a:cubicBezTo>
                  <a:cubicBezTo>
                    <a:pt x="1502" y="3335"/>
                    <a:pt x="1747" y="3097"/>
                    <a:pt x="2014" y="3097"/>
                  </a:cubicBezTo>
                  <a:close/>
                  <a:moveTo>
                    <a:pt x="960" y="1"/>
                  </a:moveTo>
                  <a:cubicBezTo>
                    <a:pt x="903" y="1"/>
                    <a:pt x="845" y="59"/>
                    <a:pt x="845" y="124"/>
                  </a:cubicBezTo>
                  <a:lnTo>
                    <a:pt x="845" y="419"/>
                  </a:lnTo>
                  <a:cubicBezTo>
                    <a:pt x="845" y="484"/>
                    <a:pt x="780" y="542"/>
                    <a:pt x="693" y="542"/>
                  </a:cubicBezTo>
                  <a:lnTo>
                    <a:pt x="123" y="542"/>
                  </a:lnTo>
                  <a:cubicBezTo>
                    <a:pt x="58" y="542"/>
                    <a:pt x="0" y="600"/>
                    <a:pt x="0" y="665"/>
                  </a:cubicBezTo>
                  <a:lnTo>
                    <a:pt x="0" y="2195"/>
                  </a:lnTo>
                  <a:cubicBezTo>
                    <a:pt x="0" y="2289"/>
                    <a:pt x="58" y="2347"/>
                    <a:pt x="123" y="2347"/>
                  </a:cubicBezTo>
                  <a:lnTo>
                    <a:pt x="1386" y="2347"/>
                  </a:lnTo>
                  <a:lnTo>
                    <a:pt x="1386" y="2736"/>
                  </a:lnTo>
                  <a:cubicBezTo>
                    <a:pt x="1386" y="2765"/>
                    <a:pt x="1415" y="2830"/>
                    <a:pt x="1473" y="2830"/>
                  </a:cubicBezTo>
                  <a:lnTo>
                    <a:pt x="1682" y="2946"/>
                  </a:lnTo>
                  <a:cubicBezTo>
                    <a:pt x="1415" y="3068"/>
                    <a:pt x="1263" y="3335"/>
                    <a:pt x="1263" y="3638"/>
                  </a:cubicBezTo>
                  <a:cubicBezTo>
                    <a:pt x="1263" y="4028"/>
                    <a:pt x="1595" y="4389"/>
                    <a:pt x="2014" y="4389"/>
                  </a:cubicBezTo>
                  <a:cubicBezTo>
                    <a:pt x="2030" y="4390"/>
                    <a:pt x="2046" y="4391"/>
                    <a:pt x="2061" y="4391"/>
                  </a:cubicBezTo>
                  <a:cubicBezTo>
                    <a:pt x="2459" y="4391"/>
                    <a:pt x="2794" y="4041"/>
                    <a:pt x="2794" y="3638"/>
                  </a:cubicBezTo>
                  <a:cubicBezTo>
                    <a:pt x="2794" y="3335"/>
                    <a:pt x="2649" y="3068"/>
                    <a:pt x="2404" y="2946"/>
                  </a:cubicBezTo>
                  <a:lnTo>
                    <a:pt x="2613" y="2830"/>
                  </a:lnTo>
                  <a:cubicBezTo>
                    <a:pt x="2649" y="2830"/>
                    <a:pt x="2678" y="2765"/>
                    <a:pt x="2678" y="2736"/>
                  </a:cubicBezTo>
                  <a:lnTo>
                    <a:pt x="2678" y="2318"/>
                  </a:lnTo>
                  <a:cubicBezTo>
                    <a:pt x="2830" y="2253"/>
                    <a:pt x="2945" y="2108"/>
                    <a:pt x="2945" y="1957"/>
                  </a:cubicBezTo>
                  <a:lnTo>
                    <a:pt x="2945" y="1055"/>
                  </a:lnTo>
                  <a:cubicBezTo>
                    <a:pt x="2945" y="874"/>
                    <a:pt x="2830" y="751"/>
                    <a:pt x="2678" y="694"/>
                  </a:cubicBezTo>
                  <a:lnTo>
                    <a:pt x="2678" y="391"/>
                  </a:lnTo>
                  <a:cubicBezTo>
                    <a:pt x="2678" y="181"/>
                    <a:pt x="2498" y="1"/>
                    <a:pt x="2288" y="1"/>
                  </a:cubicBezTo>
                  <a:lnTo>
                    <a:pt x="1776" y="1"/>
                  </a:lnTo>
                  <a:cubicBezTo>
                    <a:pt x="1653" y="1"/>
                    <a:pt x="1567" y="59"/>
                    <a:pt x="1473" y="152"/>
                  </a:cubicBezTo>
                  <a:cubicBezTo>
                    <a:pt x="1386" y="59"/>
                    <a:pt x="1263" y="1"/>
                    <a:pt x="1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44"/>
            <p:cNvSpPr/>
            <p:nvPr/>
          </p:nvSpPr>
          <p:spPr>
            <a:xfrm>
              <a:off x="6601951" y="3323932"/>
              <a:ext cx="23882" cy="23969"/>
            </a:xfrm>
            <a:custGeom>
              <a:avLst/>
              <a:gdLst/>
              <a:ahLst/>
              <a:cxnLst/>
              <a:rect l="l" t="t" r="r" b="b"/>
              <a:pathLst>
                <a:path w="275" h="276" extrusionOk="0">
                  <a:moveTo>
                    <a:pt x="123" y="1"/>
                  </a:moveTo>
                  <a:cubicBezTo>
                    <a:pt x="65" y="1"/>
                    <a:pt x="0" y="66"/>
                    <a:pt x="0" y="152"/>
                  </a:cubicBezTo>
                  <a:cubicBezTo>
                    <a:pt x="0" y="210"/>
                    <a:pt x="65" y="275"/>
                    <a:pt x="123" y="275"/>
                  </a:cubicBezTo>
                  <a:cubicBezTo>
                    <a:pt x="217" y="275"/>
                    <a:pt x="275" y="210"/>
                    <a:pt x="275" y="152"/>
                  </a:cubicBezTo>
                  <a:cubicBezTo>
                    <a:pt x="275" y="66"/>
                    <a:pt x="217" y="1"/>
                    <a:pt x="1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0" name="Google Shape;660;p44"/>
          <p:cNvGrpSpPr/>
          <p:nvPr/>
        </p:nvGrpSpPr>
        <p:grpSpPr>
          <a:xfrm>
            <a:off x="895047" y="1519754"/>
            <a:ext cx="235169" cy="381239"/>
            <a:chOff x="2413087" y="2436395"/>
            <a:chExt cx="235169" cy="381239"/>
          </a:xfrm>
        </p:grpSpPr>
        <p:sp>
          <p:nvSpPr>
            <p:cNvPr id="661" name="Google Shape;661;p44"/>
            <p:cNvSpPr/>
            <p:nvPr/>
          </p:nvSpPr>
          <p:spPr>
            <a:xfrm>
              <a:off x="2520251" y="2587502"/>
              <a:ext cx="20755" cy="44550"/>
            </a:xfrm>
            <a:custGeom>
              <a:avLst/>
              <a:gdLst/>
              <a:ahLst/>
              <a:cxnLst/>
              <a:rect l="l" t="t" r="r" b="b"/>
              <a:pathLst>
                <a:path w="239" h="513" extrusionOk="0">
                  <a:moveTo>
                    <a:pt x="123" y="0"/>
                  </a:moveTo>
                  <a:cubicBezTo>
                    <a:pt x="58" y="0"/>
                    <a:pt x="1" y="65"/>
                    <a:pt x="1" y="123"/>
                  </a:cubicBezTo>
                  <a:lnTo>
                    <a:pt x="1" y="390"/>
                  </a:lnTo>
                  <a:cubicBezTo>
                    <a:pt x="1" y="455"/>
                    <a:pt x="58" y="513"/>
                    <a:pt x="123" y="513"/>
                  </a:cubicBezTo>
                  <a:cubicBezTo>
                    <a:pt x="181" y="513"/>
                    <a:pt x="239" y="455"/>
                    <a:pt x="239" y="390"/>
                  </a:cubicBezTo>
                  <a:lnTo>
                    <a:pt x="239" y="123"/>
                  </a:lnTo>
                  <a:cubicBezTo>
                    <a:pt x="239" y="65"/>
                    <a:pt x="210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44"/>
            <p:cNvSpPr/>
            <p:nvPr/>
          </p:nvSpPr>
          <p:spPr>
            <a:xfrm>
              <a:off x="2413087" y="2436395"/>
              <a:ext cx="235169" cy="381239"/>
            </a:xfrm>
            <a:custGeom>
              <a:avLst/>
              <a:gdLst/>
              <a:ahLst/>
              <a:cxnLst/>
              <a:rect l="l" t="t" r="r" b="b"/>
              <a:pathLst>
                <a:path w="2708" h="4390" extrusionOk="0">
                  <a:moveTo>
                    <a:pt x="1357" y="268"/>
                  </a:moveTo>
                  <a:cubicBezTo>
                    <a:pt x="1473" y="326"/>
                    <a:pt x="1776" y="506"/>
                    <a:pt x="1834" y="932"/>
                  </a:cubicBezTo>
                  <a:lnTo>
                    <a:pt x="903" y="932"/>
                  </a:lnTo>
                  <a:cubicBezTo>
                    <a:pt x="932" y="506"/>
                    <a:pt x="1235" y="326"/>
                    <a:pt x="1357" y="268"/>
                  </a:cubicBezTo>
                  <a:close/>
                  <a:moveTo>
                    <a:pt x="636" y="2195"/>
                  </a:moveTo>
                  <a:lnTo>
                    <a:pt x="636" y="2736"/>
                  </a:lnTo>
                  <a:lnTo>
                    <a:pt x="304" y="2736"/>
                  </a:lnTo>
                  <a:cubicBezTo>
                    <a:pt x="332" y="2404"/>
                    <a:pt x="513" y="2253"/>
                    <a:pt x="636" y="2195"/>
                  </a:cubicBezTo>
                  <a:close/>
                  <a:moveTo>
                    <a:pt x="1834" y="1199"/>
                  </a:moveTo>
                  <a:lnTo>
                    <a:pt x="1834" y="2736"/>
                  </a:lnTo>
                  <a:lnTo>
                    <a:pt x="874" y="2736"/>
                  </a:lnTo>
                  <a:lnTo>
                    <a:pt x="874" y="1199"/>
                  </a:lnTo>
                  <a:close/>
                  <a:moveTo>
                    <a:pt x="2079" y="2195"/>
                  </a:moveTo>
                  <a:cubicBezTo>
                    <a:pt x="2108" y="2195"/>
                    <a:pt x="2137" y="2224"/>
                    <a:pt x="2195" y="2253"/>
                  </a:cubicBezTo>
                  <a:cubicBezTo>
                    <a:pt x="2317" y="2347"/>
                    <a:pt x="2404" y="2527"/>
                    <a:pt x="2440" y="2736"/>
                  </a:cubicBezTo>
                  <a:lnTo>
                    <a:pt x="2079" y="2736"/>
                  </a:lnTo>
                  <a:lnTo>
                    <a:pt x="2079" y="2195"/>
                  </a:lnTo>
                  <a:close/>
                  <a:moveTo>
                    <a:pt x="1473" y="2975"/>
                  </a:moveTo>
                  <a:lnTo>
                    <a:pt x="1473" y="3335"/>
                  </a:lnTo>
                  <a:cubicBezTo>
                    <a:pt x="1473" y="3393"/>
                    <a:pt x="1502" y="3429"/>
                    <a:pt x="1567" y="3458"/>
                  </a:cubicBezTo>
                  <a:cubicBezTo>
                    <a:pt x="1624" y="3516"/>
                    <a:pt x="1682" y="3574"/>
                    <a:pt x="1718" y="3667"/>
                  </a:cubicBezTo>
                  <a:cubicBezTo>
                    <a:pt x="1747" y="3725"/>
                    <a:pt x="1805" y="3754"/>
                    <a:pt x="1863" y="3754"/>
                  </a:cubicBezTo>
                  <a:cubicBezTo>
                    <a:pt x="2014" y="3754"/>
                    <a:pt x="2137" y="3877"/>
                    <a:pt x="2137" y="3999"/>
                  </a:cubicBezTo>
                  <a:cubicBezTo>
                    <a:pt x="2137" y="4057"/>
                    <a:pt x="2108" y="4086"/>
                    <a:pt x="2108" y="4151"/>
                  </a:cubicBezTo>
                  <a:lnTo>
                    <a:pt x="636" y="4151"/>
                  </a:lnTo>
                  <a:cubicBezTo>
                    <a:pt x="600" y="4086"/>
                    <a:pt x="571" y="4028"/>
                    <a:pt x="600" y="3971"/>
                  </a:cubicBezTo>
                  <a:cubicBezTo>
                    <a:pt x="600" y="3848"/>
                    <a:pt x="693" y="3754"/>
                    <a:pt x="816" y="3754"/>
                  </a:cubicBezTo>
                  <a:lnTo>
                    <a:pt x="874" y="3754"/>
                  </a:lnTo>
                  <a:cubicBezTo>
                    <a:pt x="932" y="3754"/>
                    <a:pt x="960" y="3725"/>
                    <a:pt x="997" y="3667"/>
                  </a:cubicBezTo>
                  <a:cubicBezTo>
                    <a:pt x="1025" y="3574"/>
                    <a:pt x="1083" y="3516"/>
                    <a:pt x="1177" y="3458"/>
                  </a:cubicBezTo>
                  <a:cubicBezTo>
                    <a:pt x="1206" y="3429"/>
                    <a:pt x="1235" y="3393"/>
                    <a:pt x="1235" y="3335"/>
                  </a:cubicBezTo>
                  <a:lnTo>
                    <a:pt x="1235" y="2975"/>
                  </a:lnTo>
                  <a:close/>
                  <a:moveTo>
                    <a:pt x="1321" y="1"/>
                  </a:moveTo>
                  <a:cubicBezTo>
                    <a:pt x="1321" y="1"/>
                    <a:pt x="1141" y="59"/>
                    <a:pt x="960" y="239"/>
                  </a:cubicBezTo>
                  <a:cubicBezTo>
                    <a:pt x="816" y="391"/>
                    <a:pt x="636" y="629"/>
                    <a:pt x="636" y="1047"/>
                  </a:cubicBezTo>
                  <a:lnTo>
                    <a:pt x="636" y="1892"/>
                  </a:lnTo>
                  <a:cubicBezTo>
                    <a:pt x="571" y="1921"/>
                    <a:pt x="484" y="1950"/>
                    <a:pt x="390" y="2043"/>
                  </a:cubicBezTo>
                  <a:cubicBezTo>
                    <a:pt x="210" y="2166"/>
                    <a:pt x="29" y="2404"/>
                    <a:pt x="29" y="2852"/>
                  </a:cubicBezTo>
                  <a:cubicBezTo>
                    <a:pt x="29" y="2946"/>
                    <a:pt x="94" y="2975"/>
                    <a:pt x="152" y="2975"/>
                  </a:cubicBezTo>
                  <a:lnTo>
                    <a:pt x="960" y="2975"/>
                  </a:lnTo>
                  <a:lnTo>
                    <a:pt x="960" y="3278"/>
                  </a:lnTo>
                  <a:cubicBezTo>
                    <a:pt x="903" y="3335"/>
                    <a:pt x="845" y="3429"/>
                    <a:pt x="780" y="3487"/>
                  </a:cubicBezTo>
                  <a:cubicBezTo>
                    <a:pt x="542" y="3516"/>
                    <a:pt x="332" y="3754"/>
                    <a:pt x="332" y="3999"/>
                  </a:cubicBezTo>
                  <a:lnTo>
                    <a:pt x="332" y="4151"/>
                  </a:lnTo>
                  <a:lnTo>
                    <a:pt x="152" y="4151"/>
                  </a:lnTo>
                  <a:cubicBezTo>
                    <a:pt x="94" y="4151"/>
                    <a:pt x="58" y="4180"/>
                    <a:pt x="29" y="4209"/>
                  </a:cubicBezTo>
                  <a:cubicBezTo>
                    <a:pt x="0" y="4295"/>
                    <a:pt x="58" y="4389"/>
                    <a:pt x="152" y="4389"/>
                  </a:cubicBezTo>
                  <a:lnTo>
                    <a:pt x="2556" y="4389"/>
                  </a:lnTo>
                  <a:cubicBezTo>
                    <a:pt x="2620" y="4389"/>
                    <a:pt x="2678" y="4360"/>
                    <a:pt x="2678" y="4331"/>
                  </a:cubicBezTo>
                  <a:cubicBezTo>
                    <a:pt x="2707" y="4238"/>
                    <a:pt x="2649" y="4151"/>
                    <a:pt x="2556" y="4151"/>
                  </a:cubicBezTo>
                  <a:lnTo>
                    <a:pt x="2375" y="4151"/>
                  </a:lnTo>
                  <a:lnTo>
                    <a:pt x="2375" y="3999"/>
                  </a:lnTo>
                  <a:cubicBezTo>
                    <a:pt x="2375" y="3754"/>
                    <a:pt x="2195" y="3516"/>
                    <a:pt x="1928" y="3487"/>
                  </a:cubicBezTo>
                  <a:cubicBezTo>
                    <a:pt x="1899" y="3429"/>
                    <a:pt x="1834" y="3335"/>
                    <a:pt x="1747" y="3278"/>
                  </a:cubicBezTo>
                  <a:lnTo>
                    <a:pt x="1747" y="2975"/>
                  </a:lnTo>
                  <a:lnTo>
                    <a:pt x="2556" y="2975"/>
                  </a:lnTo>
                  <a:cubicBezTo>
                    <a:pt x="2620" y="2975"/>
                    <a:pt x="2678" y="2946"/>
                    <a:pt x="2678" y="2852"/>
                  </a:cubicBezTo>
                  <a:cubicBezTo>
                    <a:pt x="2678" y="2404"/>
                    <a:pt x="2498" y="2166"/>
                    <a:pt x="2346" y="2043"/>
                  </a:cubicBezTo>
                  <a:cubicBezTo>
                    <a:pt x="2260" y="1950"/>
                    <a:pt x="2166" y="1921"/>
                    <a:pt x="2079" y="1892"/>
                  </a:cubicBezTo>
                  <a:lnTo>
                    <a:pt x="2079" y="1047"/>
                  </a:lnTo>
                  <a:cubicBezTo>
                    <a:pt x="2079" y="629"/>
                    <a:pt x="1899" y="391"/>
                    <a:pt x="1747" y="239"/>
                  </a:cubicBezTo>
                  <a:cubicBezTo>
                    <a:pt x="1596" y="59"/>
                    <a:pt x="1415" y="1"/>
                    <a:pt x="1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45"/>
          <p:cNvSpPr txBox="1">
            <a:spLocks noGrp="1"/>
          </p:cNvSpPr>
          <p:nvPr>
            <p:ph type="title"/>
          </p:nvPr>
        </p:nvSpPr>
        <p:spPr>
          <a:xfrm>
            <a:off x="948600" y="365750"/>
            <a:ext cx="748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skills and qualifications</a:t>
            </a:r>
            <a:endParaRPr/>
          </a:p>
        </p:txBody>
      </p:sp>
      <p:sp>
        <p:nvSpPr>
          <p:cNvPr id="668" name="Google Shape;668;p45"/>
          <p:cNvSpPr txBox="1">
            <a:spLocks noGrp="1"/>
          </p:cNvSpPr>
          <p:nvPr>
            <p:ph type="subTitle" idx="1"/>
          </p:nvPr>
        </p:nvSpPr>
        <p:spPr>
          <a:xfrm>
            <a:off x="789422" y="1816037"/>
            <a:ext cx="2469300" cy="8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“I possess leadership abilities that have been sharpened through past roles where I was responsible for the teams”</a:t>
            </a:r>
            <a:endParaRPr/>
          </a:p>
        </p:txBody>
      </p:sp>
      <p:sp>
        <p:nvSpPr>
          <p:cNvPr id="669" name="Google Shape;669;p45"/>
          <p:cNvSpPr txBox="1">
            <a:spLocks noGrp="1"/>
          </p:cNvSpPr>
          <p:nvPr>
            <p:ph type="subTitle" idx="2"/>
          </p:nvPr>
        </p:nvSpPr>
        <p:spPr>
          <a:xfrm>
            <a:off x="3282145" y="1816046"/>
            <a:ext cx="2579700" cy="8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“My problem-solving capabilities have enabled me to solve difficult issues in the past, using lot of creative solutions”</a:t>
            </a:r>
            <a:endParaRPr/>
          </a:p>
        </p:txBody>
      </p:sp>
      <p:sp>
        <p:nvSpPr>
          <p:cNvPr id="670" name="Google Shape;670;p45"/>
          <p:cNvSpPr txBox="1">
            <a:spLocks noGrp="1"/>
          </p:cNvSpPr>
          <p:nvPr>
            <p:ph type="subTitle" idx="3"/>
          </p:nvPr>
        </p:nvSpPr>
        <p:spPr>
          <a:xfrm>
            <a:off x="789422" y="3570900"/>
            <a:ext cx="2469300" cy="8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“My proactivity allows me to plan ahead and prioritize tasks according to objectives and different deadlines”</a:t>
            </a:r>
            <a:endParaRPr/>
          </a:p>
        </p:txBody>
      </p:sp>
      <p:sp>
        <p:nvSpPr>
          <p:cNvPr id="671" name="Google Shape;671;p45"/>
          <p:cNvSpPr txBox="1">
            <a:spLocks noGrp="1"/>
          </p:cNvSpPr>
          <p:nvPr>
            <p:ph type="subTitle" idx="4"/>
          </p:nvPr>
        </p:nvSpPr>
        <p:spPr>
          <a:xfrm>
            <a:off x="3282148" y="3570901"/>
            <a:ext cx="2579700" cy="8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“I am knowledgeable in several technical areas such as programming languages which support my ambitions in my field”</a:t>
            </a:r>
            <a:endParaRPr/>
          </a:p>
        </p:txBody>
      </p:sp>
      <p:sp>
        <p:nvSpPr>
          <p:cNvPr id="672" name="Google Shape;672;p45"/>
          <p:cNvSpPr txBox="1">
            <a:spLocks noGrp="1"/>
          </p:cNvSpPr>
          <p:nvPr>
            <p:ph type="subTitle" idx="7"/>
          </p:nvPr>
        </p:nvSpPr>
        <p:spPr>
          <a:xfrm>
            <a:off x="789422" y="1480275"/>
            <a:ext cx="2469300" cy="50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Leadership</a:t>
            </a:r>
            <a:endParaRPr/>
          </a:p>
        </p:txBody>
      </p:sp>
      <p:sp>
        <p:nvSpPr>
          <p:cNvPr id="673" name="Google Shape;673;p45"/>
          <p:cNvSpPr txBox="1">
            <a:spLocks noGrp="1"/>
          </p:cNvSpPr>
          <p:nvPr>
            <p:ph type="subTitle" idx="8"/>
          </p:nvPr>
        </p:nvSpPr>
        <p:spPr>
          <a:xfrm>
            <a:off x="3282147" y="1480275"/>
            <a:ext cx="2577300" cy="50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Problem-solving</a:t>
            </a:r>
            <a:endParaRPr/>
          </a:p>
        </p:txBody>
      </p:sp>
      <p:sp>
        <p:nvSpPr>
          <p:cNvPr id="674" name="Google Shape;674;p45"/>
          <p:cNvSpPr txBox="1">
            <a:spLocks noGrp="1"/>
          </p:cNvSpPr>
          <p:nvPr>
            <p:ph type="subTitle" idx="9"/>
          </p:nvPr>
        </p:nvSpPr>
        <p:spPr>
          <a:xfrm>
            <a:off x="5885278" y="1480275"/>
            <a:ext cx="2466900" cy="50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Communications</a:t>
            </a:r>
            <a:endParaRPr/>
          </a:p>
        </p:txBody>
      </p:sp>
      <p:sp>
        <p:nvSpPr>
          <p:cNvPr id="675" name="Google Shape;675;p45"/>
          <p:cNvSpPr txBox="1">
            <a:spLocks noGrp="1"/>
          </p:cNvSpPr>
          <p:nvPr>
            <p:ph type="subTitle" idx="5"/>
          </p:nvPr>
        </p:nvSpPr>
        <p:spPr>
          <a:xfrm>
            <a:off x="5885273" y="1816043"/>
            <a:ext cx="2469300" cy="8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“With excellent verbal and written skills, I can effectively convey complex messages to a variety of audiences”</a:t>
            </a:r>
            <a:endParaRPr/>
          </a:p>
        </p:txBody>
      </p:sp>
      <p:sp>
        <p:nvSpPr>
          <p:cNvPr id="676" name="Google Shape;676;p45"/>
          <p:cNvSpPr txBox="1">
            <a:spLocks noGrp="1"/>
          </p:cNvSpPr>
          <p:nvPr>
            <p:ph type="subTitle" idx="6"/>
          </p:nvPr>
        </p:nvSpPr>
        <p:spPr>
          <a:xfrm>
            <a:off x="5885274" y="3570900"/>
            <a:ext cx="2469300" cy="8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“Teamwork is one of the essential part of my daily job, and i am sensitive towards different cultures”</a:t>
            </a:r>
            <a:endParaRPr/>
          </a:p>
        </p:txBody>
      </p:sp>
      <p:sp>
        <p:nvSpPr>
          <p:cNvPr id="677" name="Google Shape;677;p45"/>
          <p:cNvSpPr txBox="1">
            <a:spLocks noGrp="1"/>
          </p:cNvSpPr>
          <p:nvPr>
            <p:ph type="subTitle" idx="13"/>
          </p:nvPr>
        </p:nvSpPr>
        <p:spPr>
          <a:xfrm>
            <a:off x="789422" y="3225461"/>
            <a:ext cx="2469300" cy="50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Organization</a:t>
            </a:r>
            <a:endParaRPr/>
          </a:p>
        </p:txBody>
      </p:sp>
      <p:sp>
        <p:nvSpPr>
          <p:cNvPr id="678" name="Google Shape;678;p45"/>
          <p:cNvSpPr txBox="1">
            <a:spLocks noGrp="1"/>
          </p:cNvSpPr>
          <p:nvPr>
            <p:ph type="subTitle" idx="14"/>
          </p:nvPr>
        </p:nvSpPr>
        <p:spPr>
          <a:xfrm>
            <a:off x="3282147" y="3225457"/>
            <a:ext cx="2577300" cy="50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skill</a:t>
            </a:r>
            <a:endParaRPr/>
          </a:p>
        </p:txBody>
      </p:sp>
      <p:sp>
        <p:nvSpPr>
          <p:cNvPr id="679" name="Google Shape;679;p45"/>
          <p:cNvSpPr txBox="1">
            <a:spLocks noGrp="1"/>
          </p:cNvSpPr>
          <p:nvPr>
            <p:ph type="subTitle" idx="15"/>
          </p:nvPr>
        </p:nvSpPr>
        <p:spPr>
          <a:xfrm>
            <a:off x="5885278" y="3225453"/>
            <a:ext cx="2469300" cy="50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Interpersonal skill</a:t>
            </a:r>
            <a:endParaRPr/>
          </a:p>
        </p:txBody>
      </p:sp>
      <p:grpSp>
        <p:nvGrpSpPr>
          <p:cNvPr id="680" name="Google Shape;680;p45"/>
          <p:cNvGrpSpPr/>
          <p:nvPr/>
        </p:nvGrpSpPr>
        <p:grpSpPr>
          <a:xfrm>
            <a:off x="889209" y="1099029"/>
            <a:ext cx="334778" cy="381239"/>
            <a:chOff x="4766093" y="4222759"/>
            <a:chExt cx="334778" cy="381239"/>
          </a:xfrm>
        </p:grpSpPr>
        <p:sp>
          <p:nvSpPr>
            <p:cNvPr id="681" name="Google Shape;681;p45"/>
            <p:cNvSpPr/>
            <p:nvPr/>
          </p:nvSpPr>
          <p:spPr>
            <a:xfrm>
              <a:off x="4766093" y="4285460"/>
              <a:ext cx="334778" cy="318538"/>
            </a:xfrm>
            <a:custGeom>
              <a:avLst/>
              <a:gdLst/>
              <a:ahLst/>
              <a:cxnLst/>
              <a:rect l="l" t="t" r="r" b="b"/>
              <a:pathLst>
                <a:path w="3855" h="3668" extrusionOk="0">
                  <a:moveTo>
                    <a:pt x="2050" y="239"/>
                  </a:moveTo>
                  <a:cubicBezTo>
                    <a:pt x="2411" y="239"/>
                    <a:pt x="2707" y="542"/>
                    <a:pt x="2707" y="867"/>
                  </a:cubicBezTo>
                  <a:cubicBezTo>
                    <a:pt x="2707" y="1083"/>
                    <a:pt x="2591" y="1199"/>
                    <a:pt x="2497" y="1350"/>
                  </a:cubicBezTo>
                  <a:cubicBezTo>
                    <a:pt x="2440" y="1444"/>
                    <a:pt x="2346" y="1502"/>
                    <a:pt x="2317" y="1625"/>
                  </a:cubicBezTo>
                  <a:lnTo>
                    <a:pt x="2165" y="1625"/>
                  </a:lnTo>
                  <a:lnTo>
                    <a:pt x="2165" y="1112"/>
                  </a:lnTo>
                  <a:lnTo>
                    <a:pt x="2346" y="989"/>
                  </a:lnTo>
                  <a:cubicBezTo>
                    <a:pt x="2411" y="932"/>
                    <a:pt x="2411" y="867"/>
                    <a:pt x="2375" y="809"/>
                  </a:cubicBezTo>
                  <a:cubicBezTo>
                    <a:pt x="2341" y="775"/>
                    <a:pt x="2297" y="761"/>
                    <a:pt x="2260" y="761"/>
                  </a:cubicBezTo>
                  <a:cubicBezTo>
                    <a:pt x="2233" y="761"/>
                    <a:pt x="2209" y="768"/>
                    <a:pt x="2194" y="780"/>
                  </a:cubicBezTo>
                  <a:lnTo>
                    <a:pt x="2050" y="903"/>
                  </a:lnTo>
                  <a:lnTo>
                    <a:pt x="1927" y="780"/>
                  </a:lnTo>
                  <a:cubicBezTo>
                    <a:pt x="1898" y="766"/>
                    <a:pt x="1868" y="758"/>
                    <a:pt x="1837" y="758"/>
                  </a:cubicBezTo>
                  <a:cubicBezTo>
                    <a:pt x="1806" y="758"/>
                    <a:pt x="1776" y="766"/>
                    <a:pt x="1747" y="780"/>
                  </a:cubicBezTo>
                  <a:cubicBezTo>
                    <a:pt x="1689" y="838"/>
                    <a:pt x="1689" y="932"/>
                    <a:pt x="1747" y="989"/>
                  </a:cubicBezTo>
                  <a:lnTo>
                    <a:pt x="1927" y="1112"/>
                  </a:lnTo>
                  <a:lnTo>
                    <a:pt x="1927" y="1625"/>
                  </a:lnTo>
                  <a:lnTo>
                    <a:pt x="1776" y="1625"/>
                  </a:lnTo>
                  <a:cubicBezTo>
                    <a:pt x="1747" y="1502"/>
                    <a:pt x="1689" y="1444"/>
                    <a:pt x="1595" y="1350"/>
                  </a:cubicBezTo>
                  <a:cubicBezTo>
                    <a:pt x="1509" y="1199"/>
                    <a:pt x="1415" y="1083"/>
                    <a:pt x="1415" y="867"/>
                  </a:cubicBezTo>
                  <a:cubicBezTo>
                    <a:pt x="1415" y="542"/>
                    <a:pt x="1689" y="239"/>
                    <a:pt x="2050" y="239"/>
                  </a:cubicBezTo>
                  <a:close/>
                  <a:moveTo>
                    <a:pt x="2317" y="1863"/>
                  </a:moveTo>
                  <a:lnTo>
                    <a:pt x="2317" y="2130"/>
                  </a:lnTo>
                  <a:lnTo>
                    <a:pt x="1805" y="2130"/>
                  </a:lnTo>
                  <a:lnTo>
                    <a:pt x="1805" y="1863"/>
                  </a:lnTo>
                  <a:close/>
                  <a:moveTo>
                    <a:pt x="2317" y="2375"/>
                  </a:moveTo>
                  <a:lnTo>
                    <a:pt x="2317" y="2642"/>
                  </a:lnTo>
                  <a:cubicBezTo>
                    <a:pt x="2317" y="2765"/>
                    <a:pt x="2194" y="2888"/>
                    <a:pt x="2079" y="2916"/>
                  </a:cubicBezTo>
                  <a:cubicBezTo>
                    <a:pt x="1927" y="2916"/>
                    <a:pt x="1805" y="2794"/>
                    <a:pt x="1805" y="2642"/>
                  </a:cubicBezTo>
                  <a:lnTo>
                    <a:pt x="1805" y="2375"/>
                  </a:lnTo>
                  <a:close/>
                  <a:moveTo>
                    <a:pt x="513" y="2642"/>
                  </a:moveTo>
                  <a:lnTo>
                    <a:pt x="513" y="3429"/>
                  </a:lnTo>
                  <a:lnTo>
                    <a:pt x="274" y="3429"/>
                  </a:lnTo>
                  <a:lnTo>
                    <a:pt x="274" y="2642"/>
                  </a:lnTo>
                  <a:close/>
                  <a:moveTo>
                    <a:pt x="2678" y="2130"/>
                  </a:moveTo>
                  <a:cubicBezTo>
                    <a:pt x="2772" y="2130"/>
                    <a:pt x="2829" y="2195"/>
                    <a:pt x="2829" y="2252"/>
                  </a:cubicBezTo>
                  <a:lnTo>
                    <a:pt x="2829" y="2642"/>
                  </a:lnTo>
                  <a:cubicBezTo>
                    <a:pt x="2829" y="3068"/>
                    <a:pt x="2469" y="3429"/>
                    <a:pt x="2050" y="3429"/>
                  </a:cubicBezTo>
                  <a:lnTo>
                    <a:pt x="787" y="3429"/>
                  </a:lnTo>
                  <a:lnTo>
                    <a:pt x="787" y="2642"/>
                  </a:lnTo>
                  <a:lnTo>
                    <a:pt x="1054" y="2642"/>
                  </a:lnTo>
                  <a:cubicBezTo>
                    <a:pt x="1148" y="2642"/>
                    <a:pt x="1206" y="2584"/>
                    <a:pt x="1206" y="2527"/>
                  </a:cubicBezTo>
                  <a:lnTo>
                    <a:pt x="1206" y="2130"/>
                  </a:lnTo>
                  <a:lnTo>
                    <a:pt x="1444" y="2130"/>
                  </a:lnTo>
                  <a:cubicBezTo>
                    <a:pt x="1509" y="2130"/>
                    <a:pt x="1538" y="2166"/>
                    <a:pt x="1538" y="2224"/>
                  </a:cubicBezTo>
                  <a:lnTo>
                    <a:pt x="1538" y="2736"/>
                  </a:lnTo>
                  <a:cubicBezTo>
                    <a:pt x="1538" y="2852"/>
                    <a:pt x="1595" y="2945"/>
                    <a:pt x="1653" y="3003"/>
                  </a:cubicBezTo>
                  <a:cubicBezTo>
                    <a:pt x="1787" y="3117"/>
                    <a:pt x="1926" y="3165"/>
                    <a:pt x="2053" y="3165"/>
                  </a:cubicBezTo>
                  <a:cubicBezTo>
                    <a:pt x="2331" y="3165"/>
                    <a:pt x="2555" y="2934"/>
                    <a:pt x="2555" y="2642"/>
                  </a:cubicBezTo>
                  <a:lnTo>
                    <a:pt x="2555" y="2252"/>
                  </a:lnTo>
                  <a:cubicBezTo>
                    <a:pt x="2555" y="2195"/>
                    <a:pt x="2620" y="2130"/>
                    <a:pt x="2678" y="2130"/>
                  </a:cubicBezTo>
                  <a:close/>
                  <a:moveTo>
                    <a:pt x="3457" y="3155"/>
                  </a:moveTo>
                  <a:cubicBezTo>
                    <a:pt x="3522" y="3155"/>
                    <a:pt x="3580" y="3212"/>
                    <a:pt x="3580" y="3277"/>
                  </a:cubicBezTo>
                  <a:cubicBezTo>
                    <a:pt x="3609" y="3335"/>
                    <a:pt x="3551" y="3429"/>
                    <a:pt x="3457" y="3429"/>
                  </a:cubicBezTo>
                  <a:lnTo>
                    <a:pt x="2736" y="3429"/>
                  </a:lnTo>
                  <a:cubicBezTo>
                    <a:pt x="2829" y="3335"/>
                    <a:pt x="2887" y="3248"/>
                    <a:pt x="2952" y="3155"/>
                  </a:cubicBezTo>
                  <a:close/>
                  <a:moveTo>
                    <a:pt x="2050" y="1"/>
                  </a:moveTo>
                  <a:cubicBezTo>
                    <a:pt x="1566" y="1"/>
                    <a:pt x="1148" y="390"/>
                    <a:pt x="1148" y="867"/>
                  </a:cubicBezTo>
                  <a:cubicBezTo>
                    <a:pt x="1148" y="1170"/>
                    <a:pt x="1292" y="1350"/>
                    <a:pt x="1415" y="1502"/>
                  </a:cubicBezTo>
                  <a:cubicBezTo>
                    <a:pt x="1473" y="1588"/>
                    <a:pt x="1538" y="1682"/>
                    <a:pt x="1538" y="1740"/>
                  </a:cubicBezTo>
                  <a:lnTo>
                    <a:pt x="1538" y="1892"/>
                  </a:lnTo>
                  <a:cubicBezTo>
                    <a:pt x="1509" y="1892"/>
                    <a:pt x="1444" y="1863"/>
                    <a:pt x="1415" y="1863"/>
                  </a:cubicBezTo>
                  <a:lnTo>
                    <a:pt x="1054" y="1863"/>
                  </a:lnTo>
                  <a:cubicBezTo>
                    <a:pt x="996" y="1863"/>
                    <a:pt x="931" y="1920"/>
                    <a:pt x="931" y="2014"/>
                  </a:cubicBezTo>
                  <a:lnTo>
                    <a:pt x="931" y="2375"/>
                  </a:lnTo>
                  <a:lnTo>
                    <a:pt x="123" y="2375"/>
                  </a:lnTo>
                  <a:cubicBezTo>
                    <a:pt x="65" y="2375"/>
                    <a:pt x="0" y="2433"/>
                    <a:pt x="0" y="2527"/>
                  </a:cubicBezTo>
                  <a:lnTo>
                    <a:pt x="0" y="3544"/>
                  </a:lnTo>
                  <a:cubicBezTo>
                    <a:pt x="0" y="3609"/>
                    <a:pt x="65" y="3667"/>
                    <a:pt x="123" y="3667"/>
                  </a:cubicBezTo>
                  <a:lnTo>
                    <a:pt x="3457" y="3667"/>
                  </a:lnTo>
                  <a:cubicBezTo>
                    <a:pt x="3674" y="3667"/>
                    <a:pt x="3854" y="3516"/>
                    <a:pt x="3854" y="3306"/>
                  </a:cubicBezTo>
                  <a:cubicBezTo>
                    <a:pt x="3854" y="3097"/>
                    <a:pt x="3703" y="2916"/>
                    <a:pt x="3457" y="2916"/>
                  </a:cubicBezTo>
                  <a:lnTo>
                    <a:pt x="3039" y="2916"/>
                  </a:lnTo>
                  <a:cubicBezTo>
                    <a:pt x="3068" y="2823"/>
                    <a:pt x="3068" y="2736"/>
                    <a:pt x="3068" y="2642"/>
                  </a:cubicBezTo>
                  <a:lnTo>
                    <a:pt x="3068" y="2252"/>
                  </a:lnTo>
                  <a:cubicBezTo>
                    <a:pt x="3068" y="2072"/>
                    <a:pt x="2916" y="1892"/>
                    <a:pt x="2736" y="1863"/>
                  </a:cubicBezTo>
                  <a:cubicBezTo>
                    <a:pt x="2678" y="1863"/>
                    <a:pt x="2620" y="1863"/>
                    <a:pt x="2555" y="1892"/>
                  </a:cubicBezTo>
                  <a:lnTo>
                    <a:pt x="2555" y="1740"/>
                  </a:lnTo>
                  <a:cubicBezTo>
                    <a:pt x="2555" y="1682"/>
                    <a:pt x="2620" y="1588"/>
                    <a:pt x="2707" y="1502"/>
                  </a:cubicBezTo>
                  <a:cubicBezTo>
                    <a:pt x="2801" y="1350"/>
                    <a:pt x="2952" y="1170"/>
                    <a:pt x="2952" y="867"/>
                  </a:cubicBezTo>
                  <a:cubicBezTo>
                    <a:pt x="2952" y="390"/>
                    <a:pt x="2555" y="1"/>
                    <a:pt x="20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5"/>
            <p:cNvSpPr/>
            <p:nvPr/>
          </p:nvSpPr>
          <p:spPr>
            <a:xfrm>
              <a:off x="4933439" y="4222759"/>
              <a:ext cx="20755" cy="38992"/>
            </a:xfrm>
            <a:custGeom>
              <a:avLst/>
              <a:gdLst/>
              <a:ahLst/>
              <a:cxnLst/>
              <a:rect l="l" t="t" r="r" b="b"/>
              <a:pathLst>
                <a:path w="239" h="449" extrusionOk="0">
                  <a:moveTo>
                    <a:pt x="123" y="1"/>
                  </a:moveTo>
                  <a:cubicBezTo>
                    <a:pt x="58" y="1"/>
                    <a:pt x="0" y="59"/>
                    <a:pt x="0" y="116"/>
                  </a:cubicBezTo>
                  <a:lnTo>
                    <a:pt x="0" y="326"/>
                  </a:lnTo>
                  <a:cubicBezTo>
                    <a:pt x="0" y="391"/>
                    <a:pt x="58" y="448"/>
                    <a:pt x="123" y="448"/>
                  </a:cubicBezTo>
                  <a:cubicBezTo>
                    <a:pt x="210" y="448"/>
                    <a:pt x="238" y="391"/>
                    <a:pt x="238" y="326"/>
                  </a:cubicBezTo>
                  <a:lnTo>
                    <a:pt x="238" y="116"/>
                  </a:lnTo>
                  <a:cubicBezTo>
                    <a:pt x="238" y="59"/>
                    <a:pt x="210" y="1"/>
                    <a:pt x="1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45"/>
            <p:cNvSpPr/>
            <p:nvPr/>
          </p:nvSpPr>
          <p:spPr>
            <a:xfrm>
              <a:off x="4841907" y="4260362"/>
              <a:ext cx="36474" cy="35258"/>
            </a:xfrm>
            <a:custGeom>
              <a:avLst/>
              <a:gdLst/>
              <a:ahLst/>
              <a:cxnLst/>
              <a:rect l="l" t="t" r="r" b="b"/>
              <a:pathLst>
                <a:path w="420" h="406" extrusionOk="0">
                  <a:moveTo>
                    <a:pt x="133" y="1"/>
                  </a:moveTo>
                  <a:cubicBezTo>
                    <a:pt x="100" y="1"/>
                    <a:pt x="62" y="15"/>
                    <a:pt x="29" y="44"/>
                  </a:cubicBezTo>
                  <a:cubicBezTo>
                    <a:pt x="0" y="73"/>
                    <a:pt x="0" y="167"/>
                    <a:pt x="29" y="225"/>
                  </a:cubicBezTo>
                  <a:lnTo>
                    <a:pt x="181" y="347"/>
                  </a:lnTo>
                  <a:cubicBezTo>
                    <a:pt x="210" y="376"/>
                    <a:pt x="239" y="405"/>
                    <a:pt x="275" y="405"/>
                  </a:cubicBezTo>
                  <a:cubicBezTo>
                    <a:pt x="304" y="405"/>
                    <a:pt x="333" y="376"/>
                    <a:pt x="361" y="347"/>
                  </a:cubicBezTo>
                  <a:cubicBezTo>
                    <a:pt x="419" y="318"/>
                    <a:pt x="419" y="225"/>
                    <a:pt x="361" y="167"/>
                  </a:cubicBezTo>
                  <a:lnTo>
                    <a:pt x="210" y="44"/>
                  </a:lnTo>
                  <a:cubicBezTo>
                    <a:pt x="195" y="15"/>
                    <a:pt x="166" y="1"/>
                    <a:pt x="1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5"/>
            <p:cNvSpPr/>
            <p:nvPr/>
          </p:nvSpPr>
          <p:spPr>
            <a:xfrm>
              <a:off x="4805520" y="4350679"/>
              <a:ext cx="38992" cy="23274"/>
            </a:xfrm>
            <a:custGeom>
              <a:avLst/>
              <a:gdLst/>
              <a:ahLst/>
              <a:cxnLst/>
              <a:rect l="l" t="t" r="r" b="b"/>
              <a:pathLst>
                <a:path w="449" h="268" extrusionOk="0">
                  <a:moveTo>
                    <a:pt x="116" y="0"/>
                  </a:moveTo>
                  <a:cubicBezTo>
                    <a:pt x="59" y="0"/>
                    <a:pt x="1" y="58"/>
                    <a:pt x="1" y="116"/>
                  </a:cubicBezTo>
                  <a:cubicBezTo>
                    <a:pt x="1" y="210"/>
                    <a:pt x="59" y="267"/>
                    <a:pt x="116" y="267"/>
                  </a:cubicBezTo>
                  <a:lnTo>
                    <a:pt x="297" y="267"/>
                  </a:lnTo>
                  <a:cubicBezTo>
                    <a:pt x="362" y="267"/>
                    <a:pt x="419" y="210"/>
                    <a:pt x="448" y="152"/>
                  </a:cubicBezTo>
                  <a:cubicBezTo>
                    <a:pt x="448" y="58"/>
                    <a:pt x="391" y="0"/>
                    <a:pt x="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5"/>
            <p:cNvSpPr/>
            <p:nvPr/>
          </p:nvSpPr>
          <p:spPr>
            <a:xfrm>
              <a:off x="5043122" y="4350679"/>
              <a:ext cx="42032" cy="23274"/>
            </a:xfrm>
            <a:custGeom>
              <a:avLst/>
              <a:gdLst/>
              <a:ahLst/>
              <a:cxnLst/>
              <a:rect l="l" t="t" r="r" b="b"/>
              <a:pathLst>
                <a:path w="484" h="268" extrusionOk="0">
                  <a:moveTo>
                    <a:pt x="152" y="0"/>
                  </a:moveTo>
                  <a:cubicBezTo>
                    <a:pt x="87" y="0"/>
                    <a:pt x="29" y="58"/>
                    <a:pt x="29" y="116"/>
                  </a:cubicBezTo>
                  <a:cubicBezTo>
                    <a:pt x="0" y="210"/>
                    <a:pt x="58" y="267"/>
                    <a:pt x="152" y="267"/>
                  </a:cubicBezTo>
                  <a:lnTo>
                    <a:pt x="332" y="267"/>
                  </a:lnTo>
                  <a:cubicBezTo>
                    <a:pt x="390" y="267"/>
                    <a:pt x="448" y="210"/>
                    <a:pt x="448" y="152"/>
                  </a:cubicBezTo>
                  <a:cubicBezTo>
                    <a:pt x="484" y="58"/>
                    <a:pt x="419" y="0"/>
                    <a:pt x="3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5"/>
            <p:cNvSpPr/>
            <p:nvPr/>
          </p:nvSpPr>
          <p:spPr>
            <a:xfrm>
              <a:off x="5011772" y="4260362"/>
              <a:ext cx="36474" cy="35258"/>
            </a:xfrm>
            <a:custGeom>
              <a:avLst/>
              <a:gdLst/>
              <a:ahLst/>
              <a:cxnLst/>
              <a:rect l="l" t="t" r="r" b="b"/>
              <a:pathLst>
                <a:path w="420" h="406" extrusionOk="0">
                  <a:moveTo>
                    <a:pt x="271" y="1"/>
                  </a:moveTo>
                  <a:cubicBezTo>
                    <a:pt x="240" y="1"/>
                    <a:pt x="210" y="15"/>
                    <a:pt x="181" y="44"/>
                  </a:cubicBezTo>
                  <a:lnTo>
                    <a:pt x="29" y="167"/>
                  </a:lnTo>
                  <a:cubicBezTo>
                    <a:pt x="0" y="225"/>
                    <a:pt x="0" y="318"/>
                    <a:pt x="29" y="347"/>
                  </a:cubicBezTo>
                  <a:cubicBezTo>
                    <a:pt x="58" y="376"/>
                    <a:pt x="87" y="405"/>
                    <a:pt x="123" y="405"/>
                  </a:cubicBezTo>
                  <a:cubicBezTo>
                    <a:pt x="181" y="405"/>
                    <a:pt x="210" y="376"/>
                    <a:pt x="210" y="347"/>
                  </a:cubicBezTo>
                  <a:lnTo>
                    <a:pt x="361" y="225"/>
                  </a:lnTo>
                  <a:cubicBezTo>
                    <a:pt x="419" y="167"/>
                    <a:pt x="419" y="73"/>
                    <a:pt x="361" y="44"/>
                  </a:cubicBezTo>
                  <a:cubicBezTo>
                    <a:pt x="332" y="15"/>
                    <a:pt x="302" y="1"/>
                    <a:pt x="2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7" name="Google Shape;687;p45"/>
          <p:cNvGrpSpPr/>
          <p:nvPr/>
        </p:nvGrpSpPr>
        <p:grpSpPr>
          <a:xfrm>
            <a:off x="5954106" y="1099073"/>
            <a:ext cx="337296" cy="381152"/>
            <a:chOff x="6427049" y="3616680"/>
            <a:chExt cx="337296" cy="381152"/>
          </a:xfrm>
        </p:grpSpPr>
        <p:sp>
          <p:nvSpPr>
            <p:cNvPr id="688" name="Google Shape;688;p45"/>
            <p:cNvSpPr/>
            <p:nvPr/>
          </p:nvSpPr>
          <p:spPr>
            <a:xfrm>
              <a:off x="6427049" y="3616680"/>
              <a:ext cx="337296" cy="381152"/>
            </a:xfrm>
            <a:custGeom>
              <a:avLst/>
              <a:gdLst/>
              <a:ahLst/>
              <a:cxnLst/>
              <a:rect l="l" t="t" r="r" b="b"/>
              <a:pathLst>
                <a:path w="3884" h="4389" extrusionOk="0">
                  <a:moveTo>
                    <a:pt x="1567" y="268"/>
                  </a:moveTo>
                  <a:cubicBezTo>
                    <a:pt x="1654" y="268"/>
                    <a:pt x="1747" y="268"/>
                    <a:pt x="1805" y="304"/>
                  </a:cubicBezTo>
                  <a:lnTo>
                    <a:pt x="1805" y="722"/>
                  </a:lnTo>
                  <a:cubicBezTo>
                    <a:pt x="1776" y="693"/>
                    <a:pt x="1747" y="665"/>
                    <a:pt x="1718" y="628"/>
                  </a:cubicBezTo>
                  <a:cubicBezTo>
                    <a:pt x="1697" y="586"/>
                    <a:pt x="1672" y="559"/>
                    <a:pt x="1638" y="559"/>
                  </a:cubicBezTo>
                  <a:cubicBezTo>
                    <a:pt x="1625" y="559"/>
                    <a:pt x="1611" y="563"/>
                    <a:pt x="1596" y="571"/>
                  </a:cubicBezTo>
                  <a:cubicBezTo>
                    <a:pt x="1509" y="571"/>
                    <a:pt x="1473" y="693"/>
                    <a:pt x="1509" y="751"/>
                  </a:cubicBezTo>
                  <a:cubicBezTo>
                    <a:pt x="1567" y="874"/>
                    <a:pt x="1690" y="960"/>
                    <a:pt x="1805" y="989"/>
                  </a:cubicBezTo>
                  <a:lnTo>
                    <a:pt x="1805" y="1321"/>
                  </a:lnTo>
                  <a:cubicBezTo>
                    <a:pt x="1690" y="1350"/>
                    <a:pt x="1567" y="1444"/>
                    <a:pt x="1509" y="1567"/>
                  </a:cubicBezTo>
                  <a:cubicBezTo>
                    <a:pt x="1473" y="1624"/>
                    <a:pt x="1509" y="1711"/>
                    <a:pt x="1596" y="1747"/>
                  </a:cubicBezTo>
                  <a:cubicBezTo>
                    <a:pt x="1654" y="1747"/>
                    <a:pt x="1690" y="1711"/>
                    <a:pt x="1718" y="1682"/>
                  </a:cubicBezTo>
                  <a:cubicBezTo>
                    <a:pt x="1747" y="1653"/>
                    <a:pt x="1776" y="1624"/>
                    <a:pt x="1805" y="1596"/>
                  </a:cubicBezTo>
                  <a:lnTo>
                    <a:pt x="1805" y="2317"/>
                  </a:lnTo>
                  <a:lnTo>
                    <a:pt x="1206" y="2317"/>
                  </a:lnTo>
                  <a:cubicBezTo>
                    <a:pt x="751" y="2317"/>
                    <a:pt x="427" y="1956"/>
                    <a:pt x="427" y="1531"/>
                  </a:cubicBezTo>
                  <a:cubicBezTo>
                    <a:pt x="427" y="1350"/>
                    <a:pt x="484" y="1170"/>
                    <a:pt x="607" y="1025"/>
                  </a:cubicBezTo>
                  <a:cubicBezTo>
                    <a:pt x="607" y="1112"/>
                    <a:pt x="636" y="1206"/>
                    <a:pt x="665" y="1292"/>
                  </a:cubicBezTo>
                  <a:cubicBezTo>
                    <a:pt x="694" y="1350"/>
                    <a:pt x="751" y="1386"/>
                    <a:pt x="787" y="1386"/>
                  </a:cubicBezTo>
                  <a:lnTo>
                    <a:pt x="845" y="1386"/>
                  </a:lnTo>
                  <a:cubicBezTo>
                    <a:pt x="903" y="1350"/>
                    <a:pt x="932" y="1264"/>
                    <a:pt x="903" y="1206"/>
                  </a:cubicBezTo>
                  <a:cubicBezTo>
                    <a:pt x="874" y="1141"/>
                    <a:pt x="874" y="1054"/>
                    <a:pt x="874" y="960"/>
                  </a:cubicBezTo>
                  <a:cubicBezTo>
                    <a:pt x="874" y="903"/>
                    <a:pt x="874" y="845"/>
                    <a:pt x="903" y="780"/>
                  </a:cubicBezTo>
                  <a:cubicBezTo>
                    <a:pt x="968" y="484"/>
                    <a:pt x="1235" y="268"/>
                    <a:pt x="1567" y="268"/>
                  </a:cubicBezTo>
                  <a:close/>
                  <a:moveTo>
                    <a:pt x="2318" y="268"/>
                  </a:moveTo>
                  <a:cubicBezTo>
                    <a:pt x="2621" y="268"/>
                    <a:pt x="2888" y="484"/>
                    <a:pt x="2982" y="780"/>
                  </a:cubicBezTo>
                  <a:cubicBezTo>
                    <a:pt x="3010" y="845"/>
                    <a:pt x="3010" y="903"/>
                    <a:pt x="3010" y="960"/>
                  </a:cubicBezTo>
                  <a:cubicBezTo>
                    <a:pt x="3010" y="1054"/>
                    <a:pt x="2982" y="1141"/>
                    <a:pt x="2953" y="1206"/>
                  </a:cubicBezTo>
                  <a:cubicBezTo>
                    <a:pt x="2953" y="1264"/>
                    <a:pt x="2953" y="1350"/>
                    <a:pt x="3010" y="1386"/>
                  </a:cubicBezTo>
                  <a:lnTo>
                    <a:pt x="3068" y="1386"/>
                  </a:lnTo>
                  <a:cubicBezTo>
                    <a:pt x="3133" y="1386"/>
                    <a:pt x="3191" y="1350"/>
                    <a:pt x="3191" y="1292"/>
                  </a:cubicBezTo>
                  <a:cubicBezTo>
                    <a:pt x="3220" y="1206"/>
                    <a:pt x="3249" y="1112"/>
                    <a:pt x="3249" y="1025"/>
                  </a:cubicBezTo>
                  <a:cubicBezTo>
                    <a:pt x="3400" y="1206"/>
                    <a:pt x="3458" y="1415"/>
                    <a:pt x="3429" y="1624"/>
                  </a:cubicBezTo>
                  <a:cubicBezTo>
                    <a:pt x="3400" y="2014"/>
                    <a:pt x="3068" y="2317"/>
                    <a:pt x="2678" y="2317"/>
                  </a:cubicBezTo>
                  <a:lnTo>
                    <a:pt x="2050" y="2317"/>
                  </a:lnTo>
                  <a:lnTo>
                    <a:pt x="2050" y="1596"/>
                  </a:lnTo>
                  <a:cubicBezTo>
                    <a:pt x="2108" y="1624"/>
                    <a:pt x="2137" y="1653"/>
                    <a:pt x="2137" y="1682"/>
                  </a:cubicBezTo>
                  <a:cubicBezTo>
                    <a:pt x="2166" y="1711"/>
                    <a:pt x="2195" y="1747"/>
                    <a:pt x="2260" y="1747"/>
                  </a:cubicBezTo>
                  <a:lnTo>
                    <a:pt x="2318" y="1747"/>
                  </a:lnTo>
                  <a:cubicBezTo>
                    <a:pt x="2375" y="1682"/>
                    <a:pt x="2411" y="1624"/>
                    <a:pt x="2375" y="1567"/>
                  </a:cubicBezTo>
                  <a:cubicBezTo>
                    <a:pt x="2289" y="1444"/>
                    <a:pt x="2195" y="1350"/>
                    <a:pt x="2050" y="1321"/>
                  </a:cubicBezTo>
                  <a:lnTo>
                    <a:pt x="2050" y="989"/>
                  </a:lnTo>
                  <a:cubicBezTo>
                    <a:pt x="2195" y="960"/>
                    <a:pt x="2289" y="874"/>
                    <a:pt x="2375" y="751"/>
                  </a:cubicBezTo>
                  <a:cubicBezTo>
                    <a:pt x="2411" y="693"/>
                    <a:pt x="2375" y="571"/>
                    <a:pt x="2289" y="571"/>
                  </a:cubicBezTo>
                  <a:cubicBezTo>
                    <a:pt x="2273" y="563"/>
                    <a:pt x="2257" y="559"/>
                    <a:pt x="2242" y="559"/>
                  </a:cubicBezTo>
                  <a:cubicBezTo>
                    <a:pt x="2199" y="559"/>
                    <a:pt x="2158" y="586"/>
                    <a:pt x="2137" y="628"/>
                  </a:cubicBezTo>
                  <a:cubicBezTo>
                    <a:pt x="2137" y="665"/>
                    <a:pt x="2108" y="693"/>
                    <a:pt x="2050" y="722"/>
                  </a:cubicBezTo>
                  <a:lnTo>
                    <a:pt x="2050" y="304"/>
                  </a:lnTo>
                  <a:cubicBezTo>
                    <a:pt x="2137" y="268"/>
                    <a:pt x="2231" y="268"/>
                    <a:pt x="2318" y="268"/>
                  </a:cubicBezTo>
                  <a:close/>
                  <a:moveTo>
                    <a:pt x="997" y="3371"/>
                  </a:moveTo>
                  <a:cubicBezTo>
                    <a:pt x="1206" y="3371"/>
                    <a:pt x="1386" y="3552"/>
                    <a:pt x="1386" y="3761"/>
                  </a:cubicBezTo>
                  <a:cubicBezTo>
                    <a:pt x="1386" y="3970"/>
                    <a:pt x="1206" y="4151"/>
                    <a:pt x="997" y="4151"/>
                  </a:cubicBezTo>
                  <a:lnTo>
                    <a:pt x="694" y="4151"/>
                  </a:lnTo>
                  <a:lnTo>
                    <a:pt x="694" y="3371"/>
                  </a:lnTo>
                  <a:close/>
                  <a:moveTo>
                    <a:pt x="1567" y="0"/>
                  </a:moveTo>
                  <a:cubicBezTo>
                    <a:pt x="1148" y="0"/>
                    <a:pt x="787" y="268"/>
                    <a:pt x="665" y="665"/>
                  </a:cubicBezTo>
                  <a:cubicBezTo>
                    <a:pt x="362" y="845"/>
                    <a:pt x="152" y="1170"/>
                    <a:pt x="152" y="1531"/>
                  </a:cubicBezTo>
                  <a:cubicBezTo>
                    <a:pt x="152" y="2108"/>
                    <a:pt x="636" y="2555"/>
                    <a:pt x="1177" y="2555"/>
                  </a:cubicBezTo>
                  <a:lnTo>
                    <a:pt x="1805" y="2555"/>
                  </a:lnTo>
                  <a:lnTo>
                    <a:pt x="1805" y="2794"/>
                  </a:lnTo>
                  <a:cubicBezTo>
                    <a:pt x="1805" y="3039"/>
                    <a:pt x="2014" y="3248"/>
                    <a:pt x="2289" y="3248"/>
                  </a:cubicBezTo>
                  <a:lnTo>
                    <a:pt x="3400" y="3248"/>
                  </a:lnTo>
                  <a:cubicBezTo>
                    <a:pt x="3523" y="3248"/>
                    <a:pt x="3609" y="3335"/>
                    <a:pt x="3609" y="3429"/>
                  </a:cubicBezTo>
                  <a:cubicBezTo>
                    <a:pt x="3609" y="3552"/>
                    <a:pt x="3523" y="3638"/>
                    <a:pt x="3400" y="3638"/>
                  </a:cubicBezTo>
                  <a:lnTo>
                    <a:pt x="1625" y="3638"/>
                  </a:lnTo>
                  <a:cubicBezTo>
                    <a:pt x="1567" y="3335"/>
                    <a:pt x="1293" y="3097"/>
                    <a:pt x="997" y="3097"/>
                  </a:cubicBezTo>
                  <a:lnTo>
                    <a:pt x="542" y="3097"/>
                  </a:lnTo>
                  <a:cubicBezTo>
                    <a:pt x="484" y="3097"/>
                    <a:pt x="427" y="3155"/>
                    <a:pt x="427" y="3248"/>
                  </a:cubicBezTo>
                  <a:lnTo>
                    <a:pt x="427" y="3335"/>
                  </a:lnTo>
                  <a:lnTo>
                    <a:pt x="123" y="3335"/>
                  </a:lnTo>
                  <a:cubicBezTo>
                    <a:pt x="66" y="3335"/>
                    <a:pt x="1" y="3371"/>
                    <a:pt x="1" y="3429"/>
                  </a:cubicBezTo>
                  <a:cubicBezTo>
                    <a:pt x="1" y="3515"/>
                    <a:pt x="66" y="3580"/>
                    <a:pt x="123" y="3580"/>
                  </a:cubicBezTo>
                  <a:lnTo>
                    <a:pt x="427" y="3580"/>
                  </a:lnTo>
                  <a:lnTo>
                    <a:pt x="427" y="3941"/>
                  </a:lnTo>
                  <a:lnTo>
                    <a:pt x="123" y="3941"/>
                  </a:lnTo>
                  <a:cubicBezTo>
                    <a:pt x="66" y="3941"/>
                    <a:pt x="1" y="3970"/>
                    <a:pt x="1" y="4028"/>
                  </a:cubicBezTo>
                  <a:cubicBezTo>
                    <a:pt x="1" y="4122"/>
                    <a:pt x="66" y="4179"/>
                    <a:pt x="123" y="4179"/>
                  </a:cubicBezTo>
                  <a:lnTo>
                    <a:pt x="427" y="4179"/>
                  </a:lnTo>
                  <a:lnTo>
                    <a:pt x="427" y="4273"/>
                  </a:lnTo>
                  <a:cubicBezTo>
                    <a:pt x="427" y="4331"/>
                    <a:pt x="484" y="4389"/>
                    <a:pt x="542" y="4389"/>
                  </a:cubicBezTo>
                  <a:lnTo>
                    <a:pt x="997" y="4389"/>
                  </a:lnTo>
                  <a:cubicBezTo>
                    <a:pt x="1293" y="4389"/>
                    <a:pt x="1567" y="4179"/>
                    <a:pt x="1625" y="3876"/>
                  </a:cubicBezTo>
                  <a:lnTo>
                    <a:pt x="3400" y="3876"/>
                  </a:lnTo>
                  <a:cubicBezTo>
                    <a:pt x="3674" y="3876"/>
                    <a:pt x="3884" y="3667"/>
                    <a:pt x="3884" y="3429"/>
                  </a:cubicBezTo>
                  <a:cubicBezTo>
                    <a:pt x="3884" y="3191"/>
                    <a:pt x="3674" y="2974"/>
                    <a:pt x="3400" y="2974"/>
                  </a:cubicBezTo>
                  <a:lnTo>
                    <a:pt x="2289" y="2974"/>
                  </a:lnTo>
                  <a:cubicBezTo>
                    <a:pt x="2166" y="2974"/>
                    <a:pt x="2050" y="2888"/>
                    <a:pt x="2050" y="2794"/>
                  </a:cubicBezTo>
                  <a:lnTo>
                    <a:pt x="2050" y="2555"/>
                  </a:lnTo>
                  <a:lnTo>
                    <a:pt x="2678" y="2555"/>
                  </a:lnTo>
                  <a:cubicBezTo>
                    <a:pt x="3249" y="2555"/>
                    <a:pt x="3703" y="2108"/>
                    <a:pt x="3703" y="1531"/>
                  </a:cubicBezTo>
                  <a:cubicBezTo>
                    <a:pt x="3703" y="1170"/>
                    <a:pt x="3523" y="845"/>
                    <a:pt x="3220" y="665"/>
                  </a:cubicBezTo>
                  <a:cubicBezTo>
                    <a:pt x="3097" y="268"/>
                    <a:pt x="2736" y="0"/>
                    <a:pt x="2318" y="0"/>
                  </a:cubicBezTo>
                  <a:cubicBezTo>
                    <a:pt x="2195" y="0"/>
                    <a:pt x="2050" y="29"/>
                    <a:pt x="1928" y="87"/>
                  </a:cubicBezTo>
                  <a:cubicBezTo>
                    <a:pt x="1805" y="29"/>
                    <a:pt x="1690" y="0"/>
                    <a:pt x="15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5"/>
            <p:cNvSpPr/>
            <p:nvPr/>
          </p:nvSpPr>
          <p:spPr>
            <a:xfrm>
              <a:off x="6648933" y="3758582"/>
              <a:ext cx="50282" cy="35605"/>
            </a:xfrm>
            <a:custGeom>
              <a:avLst/>
              <a:gdLst/>
              <a:ahLst/>
              <a:cxnLst/>
              <a:rect l="l" t="t" r="r" b="b"/>
              <a:pathLst>
                <a:path w="579" h="410" extrusionOk="0">
                  <a:moveTo>
                    <a:pt x="430" y="0"/>
                  </a:moveTo>
                  <a:cubicBezTo>
                    <a:pt x="389" y="0"/>
                    <a:pt x="350" y="14"/>
                    <a:pt x="333" y="48"/>
                  </a:cubicBezTo>
                  <a:cubicBezTo>
                    <a:pt x="275" y="113"/>
                    <a:pt x="217" y="142"/>
                    <a:pt x="123" y="142"/>
                  </a:cubicBezTo>
                  <a:cubicBezTo>
                    <a:pt x="66" y="142"/>
                    <a:pt x="1" y="200"/>
                    <a:pt x="1" y="294"/>
                  </a:cubicBezTo>
                  <a:cubicBezTo>
                    <a:pt x="1" y="351"/>
                    <a:pt x="66" y="409"/>
                    <a:pt x="123" y="409"/>
                  </a:cubicBezTo>
                  <a:cubicBezTo>
                    <a:pt x="275" y="409"/>
                    <a:pt x="427" y="351"/>
                    <a:pt x="542" y="200"/>
                  </a:cubicBezTo>
                  <a:cubicBezTo>
                    <a:pt x="578" y="171"/>
                    <a:pt x="578" y="77"/>
                    <a:pt x="513" y="19"/>
                  </a:cubicBezTo>
                  <a:cubicBezTo>
                    <a:pt x="489" y="7"/>
                    <a:pt x="459" y="0"/>
                    <a:pt x="4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5"/>
            <p:cNvSpPr/>
            <p:nvPr/>
          </p:nvSpPr>
          <p:spPr>
            <a:xfrm>
              <a:off x="6492268" y="3758582"/>
              <a:ext cx="50195" cy="35605"/>
            </a:xfrm>
            <a:custGeom>
              <a:avLst/>
              <a:gdLst/>
              <a:ahLst/>
              <a:cxnLst/>
              <a:rect l="l" t="t" r="r" b="b"/>
              <a:pathLst>
                <a:path w="578" h="410" extrusionOk="0">
                  <a:moveTo>
                    <a:pt x="138" y="0"/>
                  </a:moveTo>
                  <a:cubicBezTo>
                    <a:pt x="113" y="0"/>
                    <a:pt x="89" y="7"/>
                    <a:pt x="65" y="19"/>
                  </a:cubicBezTo>
                  <a:cubicBezTo>
                    <a:pt x="0" y="77"/>
                    <a:pt x="0" y="171"/>
                    <a:pt x="36" y="200"/>
                  </a:cubicBezTo>
                  <a:cubicBezTo>
                    <a:pt x="123" y="351"/>
                    <a:pt x="275" y="409"/>
                    <a:pt x="426" y="409"/>
                  </a:cubicBezTo>
                  <a:cubicBezTo>
                    <a:pt x="513" y="409"/>
                    <a:pt x="578" y="351"/>
                    <a:pt x="578" y="294"/>
                  </a:cubicBezTo>
                  <a:cubicBezTo>
                    <a:pt x="578" y="200"/>
                    <a:pt x="513" y="142"/>
                    <a:pt x="426" y="142"/>
                  </a:cubicBezTo>
                  <a:cubicBezTo>
                    <a:pt x="361" y="142"/>
                    <a:pt x="275" y="113"/>
                    <a:pt x="246" y="48"/>
                  </a:cubicBezTo>
                  <a:cubicBezTo>
                    <a:pt x="208" y="14"/>
                    <a:pt x="172" y="0"/>
                    <a:pt x="1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1" name="Google Shape;691;p45"/>
          <p:cNvSpPr/>
          <p:nvPr/>
        </p:nvSpPr>
        <p:spPr>
          <a:xfrm>
            <a:off x="3362704" y="1099073"/>
            <a:ext cx="326007" cy="381152"/>
          </a:xfrm>
          <a:custGeom>
            <a:avLst/>
            <a:gdLst/>
            <a:ahLst/>
            <a:cxnLst/>
            <a:rect l="l" t="t" r="r" b="b"/>
            <a:pathLst>
              <a:path w="3754" h="4389" extrusionOk="0">
                <a:moveTo>
                  <a:pt x="2224" y="261"/>
                </a:moveTo>
                <a:cubicBezTo>
                  <a:pt x="2233" y="261"/>
                  <a:pt x="2243" y="263"/>
                  <a:pt x="2252" y="268"/>
                </a:cubicBezTo>
                <a:cubicBezTo>
                  <a:pt x="2346" y="268"/>
                  <a:pt x="2375" y="333"/>
                  <a:pt x="2375" y="390"/>
                </a:cubicBezTo>
                <a:lnTo>
                  <a:pt x="2375" y="513"/>
                </a:lnTo>
                <a:lnTo>
                  <a:pt x="2130" y="513"/>
                </a:lnTo>
                <a:lnTo>
                  <a:pt x="2130" y="390"/>
                </a:lnTo>
                <a:cubicBezTo>
                  <a:pt x="2130" y="318"/>
                  <a:pt x="2175" y="261"/>
                  <a:pt x="2224" y="261"/>
                </a:cubicBezTo>
                <a:close/>
                <a:moveTo>
                  <a:pt x="866" y="780"/>
                </a:moveTo>
                <a:lnTo>
                  <a:pt x="866" y="1083"/>
                </a:lnTo>
                <a:lnTo>
                  <a:pt x="838" y="1083"/>
                </a:lnTo>
                <a:lnTo>
                  <a:pt x="448" y="932"/>
                </a:lnTo>
                <a:lnTo>
                  <a:pt x="838" y="780"/>
                </a:lnTo>
                <a:close/>
                <a:moveTo>
                  <a:pt x="1350" y="780"/>
                </a:moveTo>
                <a:lnTo>
                  <a:pt x="1350" y="1083"/>
                </a:lnTo>
                <a:lnTo>
                  <a:pt x="1112" y="1083"/>
                </a:lnTo>
                <a:lnTo>
                  <a:pt x="1112" y="780"/>
                </a:lnTo>
                <a:close/>
                <a:moveTo>
                  <a:pt x="2707" y="780"/>
                </a:moveTo>
                <a:lnTo>
                  <a:pt x="2707" y="1083"/>
                </a:lnTo>
                <a:lnTo>
                  <a:pt x="2130" y="1083"/>
                </a:lnTo>
                <a:lnTo>
                  <a:pt x="2130" y="780"/>
                </a:lnTo>
                <a:close/>
                <a:moveTo>
                  <a:pt x="3212" y="780"/>
                </a:moveTo>
                <a:lnTo>
                  <a:pt x="3212" y="1083"/>
                </a:lnTo>
                <a:lnTo>
                  <a:pt x="2974" y="1083"/>
                </a:lnTo>
                <a:lnTo>
                  <a:pt x="2974" y="780"/>
                </a:lnTo>
                <a:close/>
                <a:moveTo>
                  <a:pt x="722" y="1863"/>
                </a:moveTo>
                <a:cubicBezTo>
                  <a:pt x="780" y="1863"/>
                  <a:pt x="838" y="1928"/>
                  <a:pt x="838" y="1985"/>
                </a:cubicBezTo>
                <a:lnTo>
                  <a:pt x="838" y="2375"/>
                </a:lnTo>
                <a:cubicBezTo>
                  <a:pt x="838" y="2433"/>
                  <a:pt x="780" y="2498"/>
                  <a:pt x="722" y="2498"/>
                </a:cubicBezTo>
                <a:cubicBezTo>
                  <a:pt x="657" y="2498"/>
                  <a:pt x="571" y="2433"/>
                  <a:pt x="571" y="2375"/>
                </a:cubicBezTo>
                <a:lnTo>
                  <a:pt x="571" y="1985"/>
                </a:lnTo>
                <a:cubicBezTo>
                  <a:pt x="571" y="1928"/>
                  <a:pt x="628" y="1863"/>
                  <a:pt x="722" y="1863"/>
                </a:cubicBezTo>
                <a:close/>
                <a:moveTo>
                  <a:pt x="1227" y="1863"/>
                </a:moveTo>
                <a:cubicBezTo>
                  <a:pt x="1292" y="1863"/>
                  <a:pt x="1350" y="1928"/>
                  <a:pt x="1350" y="1985"/>
                </a:cubicBezTo>
                <a:lnTo>
                  <a:pt x="1350" y="2375"/>
                </a:lnTo>
                <a:cubicBezTo>
                  <a:pt x="1350" y="2433"/>
                  <a:pt x="1292" y="2498"/>
                  <a:pt x="1227" y="2498"/>
                </a:cubicBezTo>
                <a:cubicBezTo>
                  <a:pt x="1170" y="2498"/>
                  <a:pt x="1083" y="2433"/>
                  <a:pt x="1083" y="2375"/>
                </a:cubicBezTo>
                <a:lnTo>
                  <a:pt x="1083" y="1985"/>
                </a:lnTo>
                <a:cubicBezTo>
                  <a:pt x="1083" y="1928"/>
                  <a:pt x="1170" y="1863"/>
                  <a:pt x="1227" y="1863"/>
                </a:cubicBezTo>
                <a:close/>
                <a:moveTo>
                  <a:pt x="1754" y="261"/>
                </a:moveTo>
                <a:cubicBezTo>
                  <a:pt x="1822" y="261"/>
                  <a:pt x="1863" y="318"/>
                  <a:pt x="1863" y="390"/>
                </a:cubicBezTo>
                <a:lnTo>
                  <a:pt x="1863" y="1863"/>
                </a:lnTo>
                <a:cubicBezTo>
                  <a:pt x="1863" y="1956"/>
                  <a:pt x="1920" y="1985"/>
                  <a:pt x="1985" y="2014"/>
                </a:cubicBezTo>
                <a:cubicBezTo>
                  <a:pt x="2072" y="2014"/>
                  <a:pt x="2130" y="1956"/>
                  <a:pt x="2130" y="1863"/>
                </a:cubicBezTo>
                <a:lnTo>
                  <a:pt x="2130" y="1350"/>
                </a:lnTo>
                <a:lnTo>
                  <a:pt x="2375" y="1350"/>
                </a:lnTo>
                <a:lnTo>
                  <a:pt x="2375" y="2584"/>
                </a:lnTo>
                <a:cubicBezTo>
                  <a:pt x="2375" y="2649"/>
                  <a:pt x="2404" y="2678"/>
                  <a:pt x="2433" y="2707"/>
                </a:cubicBezTo>
                <a:cubicBezTo>
                  <a:pt x="2462" y="2722"/>
                  <a:pt x="2492" y="2729"/>
                  <a:pt x="2519" y="2729"/>
                </a:cubicBezTo>
                <a:cubicBezTo>
                  <a:pt x="2546" y="2729"/>
                  <a:pt x="2570" y="2722"/>
                  <a:pt x="2584" y="2707"/>
                </a:cubicBezTo>
                <a:cubicBezTo>
                  <a:pt x="2584" y="2707"/>
                  <a:pt x="2851" y="2498"/>
                  <a:pt x="3097" y="2252"/>
                </a:cubicBezTo>
                <a:cubicBezTo>
                  <a:pt x="3137" y="2212"/>
                  <a:pt x="3195" y="2158"/>
                  <a:pt x="3265" y="2158"/>
                </a:cubicBezTo>
                <a:cubicBezTo>
                  <a:pt x="3296" y="2158"/>
                  <a:pt x="3329" y="2168"/>
                  <a:pt x="3364" y="2195"/>
                </a:cubicBezTo>
                <a:cubicBezTo>
                  <a:pt x="3393" y="2223"/>
                  <a:pt x="3429" y="2252"/>
                  <a:pt x="3458" y="2288"/>
                </a:cubicBezTo>
                <a:lnTo>
                  <a:pt x="2671" y="3487"/>
                </a:lnTo>
                <a:lnTo>
                  <a:pt x="780" y="3487"/>
                </a:lnTo>
                <a:lnTo>
                  <a:pt x="571" y="3039"/>
                </a:lnTo>
                <a:lnTo>
                  <a:pt x="571" y="2736"/>
                </a:lnTo>
                <a:cubicBezTo>
                  <a:pt x="628" y="2765"/>
                  <a:pt x="657" y="2765"/>
                  <a:pt x="722" y="2765"/>
                </a:cubicBezTo>
                <a:cubicBezTo>
                  <a:pt x="809" y="2765"/>
                  <a:pt x="903" y="2736"/>
                  <a:pt x="960" y="2678"/>
                </a:cubicBezTo>
                <a:cubicBezTo>
                  <a:pt x="1047" y="2736"/>
                  <a:pt x="1141" y="2765"/>
                  <a:pt x="1263" y="2765"/>
                </a:cubicBezTo>
                <a:cubicBezTo>
                  <a:pt x="1444" y="2736"/>
                  <a:pt x="1624" y="2584"/>
                  <a:pt x="1624" y="2375"/>
                </a:cubicBezTo>
                <a:lnTo>
                  <a:pt x="1624" y="1985"/>
                </a:lnTo>
                <a:lnTo>
                  <a:pt x="1624" y="390"/>
                </a:lnTo>
                <a:cubicBezTo>
                  <a:pt x="1624" y="333"/>
                  <a:pt x="1653" y="268"/>
                  <a:pt x="1711" y="268"/>
                </a:cubicBezTo>
                <a:cubicBezTo>
                  <a:pt x="1726" y="263"/>
                  <a:pt x="1741" y="261"/>
                  <a:pt x="1754" y="261"/>
                </a:cubicBezTo>
                <a:close/>
                <a:moveTo>
                  <a:pt x="2613" y="3761"/>
                </a:moveTo>
                <a:lnTo>
                  <a:pt x="2613" y="4151"/>
                </a:lnTo>
                <a:lnTo>
                  <a:pt x="838" y="4151"/>
                </a:lnTo>
                <a:lnTo>
                  <a:pt x="838" y="3761"/>
                </a:lnTo>
                <a:close/>
                <a:moveTo>
                  <a:pt x="1711" y="0"/>
                </a:moveTo>
                <a:cubicBezTo>
                  <a:pt x="1502" y="29"/>
                  <a:pt x="1350" y="181"/>
                  <a:pt x="1350" y="390"/>
                </a:cubicBezTo>
                <a:lnTo>
                  <a:pt x="1350" y="513"/>
                </a:lnTo>
                <a:lnTo>
                  <a:pt x="809" y="513"/>
                </a:lnTo>
                <a:cubicBezTo>
                  <a:pt x="809" y="513"/>
                  <a:pt x="780" y="513"/>
                  <a:pt x="780" y="542"/>
                </a:cubicBezTo>
                <a:lnTo>
                  <a:pt x="87" y="809"/>
                </a:lnTo>
                <a:cubicBezTo>
                  <a:pt x="29" y="845"/>
                  <a:pt x="0" y="874"/>
                  <a:pt x="0" y="932"/>
                </a:cubicBezTo>
                <a:cubicBezTo>
                  <a:pt x="0" y="989"/>
                  <a:pt x="29" y="1025"/>
                  <a:pt x="87" y="1054"/>
                </a:cubicBezTo>
                <a:lnTo>
                  <a:pt x="780" y="1350"/>
                </a:lnTo>
                <a:lnTo>
                  <a:pt x="1350" y="1350"/>
                </a:lnTo>
                <a:lnTo>
                  <a:pt x="1350" y="1624"/>
                </a:lnTo>
                <a:cubicBezTo>
                  <a:pt x="1321" y="1624"/>
                  <a:pt x="1263" y="1596"/>
                  <a:pt x="1227" y="1596"/>
                </a:cubicBezTo>
                <a:cubicBezTo>
                  <a:pt x="1112" y="1596"/>
                  <a:pt x="1018" y="1653"/>
                  <a:pt x="960" y="1711"/>
                </a:cubicBezTo>
                <a:cubicBezTo>
                  <a:pt x="903" y="1653"/>
                  <a:pt x="809" y="1596"/>
                  <a:pt x="722" y="1596"/>
                </a:cubicBezTo>
                <a:cubicBezTo>
                  <a:pt x="506" y="1596"/>
                  <a:pt x="325" y="1776"/>
                  <a:pt x="325" y="1985"/>
                </a:cubicBezTo>
                <a:lnTo>
                  <a:pt x="325" y="3068"/>
                </a:lnTo>
                <a:lnTo>
                  <a:pt x="325" y="3126"/>
                </a:lnTo>
                <a:lnTo>
                  <a:pt x="571" y="3638"/>
                </a:lnTo>
                <a:lnTo>
                  <a:pt x="571" y="4273"/>
                </a:lnTo>
                <a:cubicBezTo>
                  <a:pt x="571" y="4331"/>
                  <a:pt x="628" y="4389"/>
                  <a:pt x="722" y="4389"/>
                </a:cubicBezTo>
                <a:lnTo>
                  <a:pt x="2765" y="4389"/>
                </a:lnTo>
                <a:cubicBezTo>
                  <a:pt x="2822" y="4389"/>
                  <a:pt x="2887" y="4331"/>
                  <a:pt x="2887" y="4273"/>
                </a:cubicBezTo>
                <a:lnTo>
                  <a:pt x="2887" y="3667"/>
                </a:lnTo>
                <a:lnTo>
                  <a:pt x="3725" y="2346"/>
                </a:lnTo>
                <a:cubicBezTo>
                  <a:pt x="3754" y="2317"/>
                  <a:pt x="3754" y="2252"/>
                  <a:pt x="3725" y="2223"/>
                </a:cubicBezTo>
                <a:cubicBezTo>
                  <a:pt x="3725" y="2195"/>
                  <a:pt x="3667" y="2072"/>
                  <a:pt x="3486" y="1985"/>
                </a:cubicBezTo>
                <a:cubicBezTo>
                  <a:pt x="3423" y="1934"/>
                  <a:pt x="3343" y="1909"/>
                  <a:pt x="3259" y="1909"/>
                </a:cubicBezTo>
                <a:cubicBezTo>
                  <a:pt x="3144" y="1909"/>
                  <a:pt x="3021" y="1955"/>
                  <a:pt x="2916" y="2043"/>
                </a:cubicBezTo>
                <a:cubicBezTo>
                  <a:pt x="2822" y="2166"/>
                  <a:pt x="2736" y="2252"/>
                  <a:pt x="2642" y="2317"/>
                </a:cubicBezTo>
                <a:lnTo>
                  <a:pt x="2642" y="1350"/>
                </a:lnTo>
                <a:lnTo>
                  <a:pt x="3364" y="1350"/>
                </a:lnTo>
                <a:cubicBezTo>
                  <a:pt x="3429" y="1350"/>
                  <a:pt x="3486" y="1292"/>
                  <a:pt x="3486" y="1235"/>
                </a:cubicBezTo>
                <a:lnTo>
                  <a:pt x="3486" y="665"/>
                </a:lnTo>
                <a:cubicBezTo>
                  <a:pt x="3486" y="571"/>
                  <a:pt x="3429" y="513"/>
                  <a:pt x="3364" y="513"/>
                </a:cubicBezTo>
                <a:lnTo>
                  <a:pt x="2642" y="513"/>
                </a:lnTo>
                <a:lnTo>
                  <a:pt x="2642" y="390"/>
                </a:lnTo>
                <a:cubicBezTo>
                  <a:pt x="2642" y="181"/>
                  <a:pt x="2490" y="29"/>
                  <a:pt x="2281" y="0"/>
                </a:cubicBezTo>
                <a:cubicBezTo>
                  <a:pt x="2166" y="0"/>
                  <a:pt x="2072" y="29"/>
                  <a:pt x="1985" y="87"/>
                </a:cubicBezTo>
                <a:cubicBezTo>
                  <a:pt x="1920" y="29"/>
                  <a:pt x="1834" y="0"/>
                  <a:pt x="1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2" name="Google Shape;692;p45"/>
          <p:cNvGrpSpPr/>
          <p:nvPr/>
        </p:nvGrpSpPr>
        <p:grpSpPr>
          <a:xfrm>
            <a:off x="866021" y="2876817"/>
            <a:ext cx="381152" cy="316020"/>
            <a:chOff x="1496721" y="3616680"/>
            <a:chExt cx="381152" cy="316020"/>
          </a:xfrm>
        </p:grpSpPr>
        <p:sp>
          <p:nvSpPr>
            <p:cNvPr id="693" name="Google Shape;693;p45"/>
            <p:cNvSpPr/>
            <p:nvPr/>
          </p:nvSpPr>
          <p:spPr>
            <a:xfrm>
              <a:off x="1496721" y="3616680"/>
              <a:ext cx="381152" cy="316020"/>
            </a:xfrm>
            <a:custGeom>
              <a:avLst/>
              <a:gdLst/>
              <a:ahLst/>
              <a:cxnLst/>
              <a:rect l="l" t="t" r="r" b="b"/>
              <a:pathLst>
                <a:path w="4389" h="3639" extrusionOk="0">
                  <a:moveTo>
                    <a:pt x="3609" y="268"/>
                  </a:moveTo>
                  <a:lnTo>
                    <a:pt x="3609" y="1054"/>
                  </a:lnTo>
                  <a:lnTo>
                    <a:pt x="3544" y="1025"/>
                  </a:lnTo>
                  <a:cubicBezTo>
                    <a:pt x="3515" y="1007"/>
                    <a:pt x="3494" y="998"/>
                    <a:pt x="3476" y="998"/>
                  </a:cubicBezTo>
                  <a:cubicBezTo>
                    <a:pt x="3458" y="998"/>
                    <a:pt x="3443" y="1007"/>
                    <a:pt x="3429" y="1025"/>
                  </a:cubicBezTo>
                  <a:lnTo>
                    <a:pt x="3364" y="1054"/>
                  </a:lnTo>
                  <a:lnTo>
                    <a:pt x="3364" y="268"/>
                  </a:lnTo>
                  <a:close/>
                  <a:moveTo>
                    <a:pt x="1805" y="268"/>
                  </a:moveTo>
                  <a:cubicBezTo>
                    <a:pt x="1949" y="268"/>
                    <a:pt x="2072" y="390"/>
                    <a:pt x="2072" y="513"/>
                  </a:cubicBezTo>
                  <a:lnTo>
                    <a:pt x="2072" y="2830"/>
                  </a:lnTo>
                  <a:cubicBezTo>
                    <a:pt x="1985" y="2765"/>
                    <a:pt x="1891" y="2736"/>
                    <a:pt x="1805" y="2736"/>
                  </a:cubicBezTo>
                  <a:lnTo>
                    <a:pt x="267" y="2736"/>
                  </a:lnTo>
                  <a:lnTo>
                    <a:pt x="267" y="268"/>
                  </a:lnTo>
                  <a:close/>
                  <a:moveTo>
                    <a:pt x="4151" y="268"/>
                  </a:moveTo>
                  <a:lnTo>
                    <a:pt x="4151" y="2736"/>
                  </a:lnTo>
                  <a:lnTo>
                    <a:pt x="2584" y="2736"/>
                  </a:lnTo>
                  <a:cubicBezTo>
                    <a:pt x="2490" y="2736"/>
                    <a:pt x="2404" y="2765"/>
                    <a:pt x="2310" y="2830"/>
                  </a:cubicBezTo>
                  <a:lnTo>
                    <a:pt x="2310" y="513"/>
                  </a:lnTo>
                  <a:cubicBezTo>
                    <a:pt x="2310" y="390"/>
                    <a:pt x="2433" y="268"/>
                    <a:pt x="2584" y="268"/>
                  </a:cubicBezTo>
                  <a:lnTo>
                    <a:pt x="3097" y="268"/>
                  </a:lnTo>
                  <a:lnTo>
                    <a:pt x="3097" y="1264"/>
                  </a:lnTo>
                  <a:cubicBezTo>
                    <a:pt x="3097" y="1292"/>
                    <a:pt x="3126" y="1321"/>
                    <a:pt x="3155" y="1350"/>
                  </a:cubicBezTo>
                  <a:cubicBezTo>
                    <a:pt x="3169" y="1368"/>
                    <a:pt x="3192" y="1377"/>
                    <a:pt x="3216" y="1377"/>
                  </a:cubicBezTo>
                  <a:cubicBezTo>
                    <a:pt x="3239" y="1377"/>
                    <a:pt x="3263" y="1368"/>
                    <a:pt x="3277" y="1350"/>
                  </a:cubicBezTo>
                  <a:lnTo>
                    <a:pt x="3487" y="1264"/>
                  </a:lnTo>
                  <a:lnTo>
                    <a:pt x="3696" y="1350"/>
                  </a:lnTo>
                  <a:cubicBezTo>
                    <a:pt x="3696" y="1386"/>
                    <a:pt x="3725" y="1386"/>
                    <a:pt x="3725" y="1386"/>
                  </a:cubicBezTo>
                  <a:cubicBezTo>
                    <a:pt x="3790" y="1386"/>
                    <a:pt x="3819" y="1350"/>
                    <a:pt x="3847" y="1321"/>
                  </a:cubicBezTo>
                  <a:cubicBezTo>
                    <a:pt x="3847" y="1292"/>
                    <a:pt x="3876" y="1264"/>
                    <a:pt x="3876" y="1235"/>
                  </a:cubicBezTo>
                  <a:lnTo>
                    <a:pt x="3876" y="268"/>
                  </a:lnTo>
                  <a:close/>
                  <a:moveTo>
                    <a:pt x="1805" y="3010"/>
                  </a:moveTo>
                  <a:cubicBezTo>
                    <a:pt x="1949" y="3010"/>
                    <a:pt x="2072" y="3126"/>
                    <a:pt x="2072" y="3277"/>
                  </a:cubicBezTo>
                  <a:lnTo>
                    <a:pt x="2072" y="3400"/>
                  </a:lnTo>
                  <a:lnTo>
                    <a:pt x="267" y="3400"/>
                  </a:lnTo>
                  <a:lnTo>
                    <a:pt x="267" y="3010"/>
                  </a:lnTo>
                  <a:close/>
                  <a:moveTo>
                    <a:pt x="4151" y="3010"/>
                  </a:moveTo>
                  <a:lnTo>
                    <a:pt x="4151" y="3400"/>
                  </a:lnTo>
                  <a:lnTo>
                    <a:pt x="2310" y="3400"/>
                  </a:lnTo>
                  <a:lnTo>
                    <a:pt x="2310" y="3277"/>
                  </a:lnTo>
                  <a:cubicBezTo>
                    <a:pt x="2310" y="3126"/>
                    <a:pt x="2433" y="3010"/>
                    <a:pt x="2584" y="3010"/>
                  </a:cubicBezTo>
                  <a:close/>
                  <a:moveTo>
                    <a:pt x="116" y="0"/>
                  </a:moveTo>
                  <a:cubicBezTo>
                    <a:pt x="58" y="0"/>
                    <a:pt x="0" y="58"/>
                    <a:pt x="0" y="123"/>
                  </a:cubicBezTo>
                  <a:lnTo>
                    <a:pt x="0" y="3515"/>
                  </a:lnTo>
                  <a:cubicBezTo>
                    <a:pt x="0" y="3609"/>
                    <a:pt x="58" y="3638"/>
                    <a:pt x="116" y="3638"/>
                  </a:cubicBezTo>
                  <a:lnTo>
                    <a:pt x="4266" y="3638"/>
                  </a:lnTo>
                  <a:cubicBezTo>
                    <a:pt x="4331" y="3638"/>
                    <a:pt x="4389" y="3609"/>
                    <a:pt x="4389" y="3515"/>
                  </a:cubicBezTo>
                  <a:lnTo>
                    <a:pt x="4389" y="123"/>
                  </a:lnTo>
                  <a:cubicBezTo>
                    <a:pt x="4389" y="58"/>
                    <a:pt x="4331" y="0"/>
                    <a:pt x="4266" y="0"/>
                  </a:cubicBezTo>
                  <a:lnTo>
                    <a:pt x="2584" y="0"/>
                  </a:lnTo>
                  <a:cubicBezTo>
                    <a:pt x="2433" y="0"/>
                    <a:pt x="2281" y="58"/>
                    <a:pt x="2195" y="181"/>
                  </a:cubicBezTo>
                  <a:cubicBezTo>
                    <a:pt x="2101" y="58"/>
                    <a:pt x="1949" y="0"/>
                    <a:pt x="1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45"/>
            <p:cNvSpPr/>
            <p:nvPr/>
          </p:nvSpPr>
          <p:spPr>
            <a:xfrm>
              <a:off x="1540577" y="3757714"/>
              <a:ext cx="112895" cy="23274"/>
            </a:xfrm>
            <a:custGeom>
              <a:avLst/>
              <a:gdLst/>
              <a:ahLst/>
              <a:cxnLst/>
              <a:rect l="l" t="t" r="r" b="b"/>
              <a:pathLst>
                <a:path w="1300" h="268" extrusionOk="0">
                  <a:moveTo>
                    <a:pt x="123" y="0"/>
                  </a:moveTo>
                  <a:cubicBezTo>
                    <a:pt x="66" y="0"/>
                    <a:pt x="1" y="58"/>
                    <a:pt x="1" y="123"/>
                  </a:cubicBezTo>
                  <a:cubicBezTo>
                    <a:pt x="1" y="210"/>
                    <a:pt x="66" y="267"/>
                    <a:pt x="123" y="267"/>
                  </a:cubicBezTo>
                  <a:lnTo>
                    <a:pt x="1177" y="267"/>
                  </a:lnTo>
                  <a:cubicBezTo>
                    <a:pt x="1235" y="267"/>
                    <a:pt x="1300" y="210"/>
                    <a:pt x="1300" y="152"/>
                  </a:cubicBezTo>
                  <a:cubicBezTo>
                    <a:pt x="1300" y="87"/>
                    <a:pt x="1235" y="0"/>
                    <a:pt x="1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45"/>
            <p:cNvSpPr/>
            <p:nvPr/>
          </p:nvSpPr>
          <p:spPr>
            <a:xfrm>
              <a:off x="1540577" y="3668699"/>
              <a:ext cx="112895" cy="23882"/>
            </a:xfrm>
            <a:custGeom>
              <a:avLst/>
              <a:gdLst/>
              <a:ahLst/>
              <a:cxnLst/>
              <a:rect l="l" t="t" r="r" b="b"/>
              <a:pathLst>
                <a:path w="1300" h="275" extrusionOk="0">
                  <a:moveTo>
                    <a:pt x="123" y="1"/>
                  </a:moveTo>
                  <a:cubicBezTo>
                    <a:pt x="66" y="1"/>
                    <a:pt x="1" y="66"/>
                    <a:pt x="1" y="123"/>
                  </a:cubicBezTo>
                  <a:cubicBezTo>
                    <a:pt x="1" y="181"/>
                    <a:pt x="66" y="275"/>
                    <a:pt x="123" y="275"/>
                  </a:cubicBezTo>
                  <a:lnTo>
                    <a:pt x="1177" y="275"/>
                  </a:lnTo>
                  <a:cubicBezTo>
                    <a:pt x="1235" y="275"/>
                    <a:pt x="1300" y="210"/>
                    <a:pt x="1300" y="152"/>
                  </a:cubicBezTo>
                  <a:cubicBezTo>
                    <a:pt x="1300" y="66"/>
                    <a:pt x="1235" y="1"/>
                    <a:pt x="11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45"/>
            <p:cNvSpPr/>
            <p:nvPr/>
          </p:nvSpPr>
          <p:spPr>
            <a:xfrm>
              <a:off x="1540577" y="3713163"/>
              <a:ext cx="112895" cy="23969"/>
            </a:xfrm>
            <a:custGeom>
              <a:avLst/>
              <a:gdLst/>
              <a:ahLst/>
              <a:cxnLst/>
              <a:rect l="l" t="t" r="r" b="b"/>
              <a:pathLst>
                <a:path w="1300" h="276" extrusionOk="0">
                  <a:moveTo>
                    <a:pt x="123" y="1"/>
                  </a:moveTo>
                  <a:cubicBezTo>
                    <a:pt x="66" y="1"/>
                    <a:pt x="1" y="59"/>
                    <a:pt x="1" y="124"/>
                  </a:cubicBezTo>
                  <a:cubicBezTo>
                    <a:pt x="1" y="210"/>
                    <a:pt x="66" y="275"/>
                    <a:pt x="123" y="275"/>
                  </a:cubicBezTo>
                  <a:lnTo>
                    <a:pt x="1177" y="275"/>
                  </a:lnTo>
                  <a:cubicBezTo>
                    <a:pt x="1235" y="275"/>
                    <a:pt x="1300" y="210"/>
                    <a:pt x="1300" y="153"/>
                  </a:cubicBezTo>
                  <a:cubicBezTo>
                    <a:pt x="1300" y="59"/>
                    <a:pt x="1235" y="1"/>
                    <a:pt x="11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45"/>
            <p:cNvSpPr/>
            <p:nvPr/>
          </p:nvSpPr>
          <p:spPr>
            <a:xfrm>
              <a:off x="1540577" y="3802177"/>
              <a:ext cx="112895" cy="23274"/>
            </a:xfrm>
            <a:custGeom>
              <a:avLst/>
              <a:gdLst/>
              <a:ahLst/>
              <a:cxnLst/>
              <a:rect l="l" t="t" r="r" b="b"/>
              <a:pathLst>
                <a:path w="1300" h="268" extrusionOk="0">
                  <a:moveTo>
                    <a:pt x="123" y="1"/>
                  </a:moveTo>
                  <a:cubicBezTo>
                    <a:pt x="66" y="1"/>
                    <a:pt x="1" y="59"/>
                    <a:pt x="1" y="116"/>
                  </a:cubicBezTo>
                  <a:cubicBezTo>
                    <a:pt x="1" y="210"/>
                    <a:pt x="66" y="268"/>
                    <a:pt x="123" y="268"/>
                  </a:cubicBezTo>
                  <a:lnTo>
                    <a:pt x="1177" y="268"/>
                  </a:lnTo>
                  <a:cubicBezTo>
                    <a:pt x="1235" y="268"/>
                    <a:pt x="1300" y="210"/>
                    <a:pt x="1300" y="152"/>
                  </a:cubicBezTo>
                  <a:cubicBezTo>
                    <a:pt x="1300" y="87"/>
                    <a:pt x="1235" y="1"/>
                    <a:pt x="11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5"/>
            <p:cNvSpPr/>
            <p:nvPr/>
          </p:nvSpPr>
          <p:spPr>
            <a:xfrm>
              <a:off x="1721123" y="3757714"/>
              <a:ext cx="112287" cy="23274"/>
            </a:xfrm>
            <a:custGeom>
              <a:avLst/>
              <a:gdLst/>
              <a:ahLst/>
              <a:cxnLst/>
              <a:rect l="l" t="t" r="r" b="b"/>
              <a:pathLst>
                <a:path w="1293" h="268" extrusionOk="0">
                  <a:moveTo>
                    <a:pt x="123" y="0"/>
                  </a:moveTo>
                  <a:cubicBezTo>
                    <a:pt x="58" y="0"/>
                    <a:pt x="0" y="58"/>
                    <a:pt x="0" y="123"/>
                  </a:cubicBezTo>
                  <a:cubicBezTo>
                    <a:pt x="0" y="210"/>
                    <a:pt x="58" y="267"/>
                    <a:pt x="123" y="267"/>
                  </a:cubicBezTo>
                  <a:lnTo>
                    <a:pt x="1170" y="267"/>
                  </a:lnTo>
                  <a:cubicBezTo>
                    <a:pt x="1235" y="267"/>
                    <a:pt x="1292" y="210"/>
                    <a:pt x="1292" y="152"/>
                  </a:cubicBezTo>
                  <a:cubicBezTo>
                    <a:pt x="1292" y="87"/>
                    <a:pt x="1235" y="0"/>
                    <a:pt x="11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5"/>
            <p:cNvSpPr/>
            <p:nvPr/>
          </p:nvSpPr>
          <p:spPr>
            <a:xfrm>
              <a:off x="1721123" y="3802177"/>
              <a:ext cx="112287" cy="23274"/>
            </a:xfrm>
            <a:custGeom>
              <a:avLst/>
              <a:gdLst/>
              <a:ahLst/>
              <a:cxnLst/>
              <a:rect l="l" t="t" r="r" b="b"/>
              <a:pathLst>
                <a:path w="1293" h="268" extrusionOk="0">
                  <a:moveTo>
                    <a:pt x="123" y="1"/>
                  </a:moveTo>
                  <a:cubicBezTo>
                    <a:pt x="58" y="1"/>
                    <a:pt x="0" y="59"/>
                    <a:pt x="0" y="116"/>
                  </a:cubicBezTo>
                  <a:cubicBezTo>
                    <a:pt x="0" y="210"/>
                    <a:pt x="58" y="268"/>
                    <a:pt x="123" y="268"/>
                  </a:cubicBezTo>
                  <a:lnTo>
                    <a:pt x="1170" y="268"/>
                  </a:lnTo>
                  <a:cubicBezTo>
                    <a:pt x="1235" y="268"/>
                    <a:pt x="1292" y="210"/>
                    <a:pt x="1292" y="152"/>
                  </a:cubicBezTo>
                  <a:cubicBezTo>
                    <a:pt x="1292" y="87"/>
                    <a:pt x="1235" y="1"/>
                    <a:pt x="1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45"/>
            <p:cNvSpPr/>
            <p:nvPr/>
          </p:nvSpPr>
          <p:spPr>
            <a:xfrm>
              <a:off x="1721123" y="3668699"/>
              <a:ext cx="20755" cy="23882"/>
            </a:xfrm>
            <a:custGeom>
              <a:avLst/>
              <a:gdLst/>
              <a:ahLst/>
              <a:cxnLst/>
              <a:rect l="l" t="t" r="r" b="b"/>
              <a:pathLst>
                <a:path w="239" h="275" extrusionOk="0">
                  <a:moveTo>
                    <a:pt x="123" y="1"/>
                  </a:moveTo>
                  <a:cubicBezTo>
                    <a:pt x="58" y="1"/>
                    <a:pt x="0" y="66"/>
                    <a:pt x="0" y="123"/>
                  </a:cubicBezTo>
                  <a:cubicBezTo>
                    <a:pt x="0" y="210"/>
                    <a:pt x="58" y="275"/>
                    <a:pt x="123" y="275"/>
                  </a:cubicBezTo>
                  <a:cubicBezTo>
                    <a:pt x="181" y="275"/>
                    <a:pt x="238" y="210"/>
                    <a:pt x="238" y="123"/>
                  </a:cubicBezTo>
                  <a:cubicBezTo>
                    <a:pt x="238" y="66"/>
                    <a:pt x="181" y="1"/>
                    <a:pt x="1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45"/>
            <p:cNvSpPr/>
            <p:nvPr/>
          </p:nvSpPr>
          <p:spPr>
            <a:xfrm>
              <a:off x="1721123" y="3713163"/>
              <a:ext cx="20755" cy="23969"/>
            </a:xfrm>
            <a:custGeom>
              <a:avLst/>
              <a:gdLst/>
              <a:ahLst/>
              <a:cxnLst/>
              <a:rect l="l" t="t" r="r" b="b"/>
              <a:pathLst>
                <a:path w="239" h="276" extrusionOk="0">
                  <a:moveTo>
                    <a:pt x="123" y="1"/>
                  </a:moveTo>
                  <a:cubicBezTo>
                    <a:pt x="58" y="1"/>
                    <a:pt x="0" y="59"/>
                    <a:pt x="0" y="124"/>
                  </a:cubicBezTo>
                  <a:cubicBezTo>
                    <a:pt x="0" y="210"/>
                    <a:pt x="58" y="275"/>
                    <a:pt x="123" y="275"/>
                  </a:cubicBezTo>
                  <a:cubicBezTo>
                    <a:pt x="181" y="275"/>
                    <a:pt x="238" y="210"/>
                    <a:pt x="238" y="124"/>
                  </a:cubicBezTo>
                  <a:cubicBezTo>
                    <a:pt x="238" y="59"/>
                    <a:pt x="181" y="1"/>
                    <a:pt x="1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2" name="Google Shape;702;p45"/>
          <p:cNvSpPr/>
          <p:nvPr/>
        </p:nvSpPr>
        <p:spPr>
          <a:xfrm>
            <a:off x="5954093" y="2844208"/>
            <a:ext cx="279633" cy="381239"/>
          </a:xfrm>
          <a:custGeom>
            <a:avLst/>
            <a:gdLst/>
            <a:ahLst/>
            <a:cxnLst/>
            <a:rect l="l" t="t" r="r" b="b"/>
            <a:pathLst>
              <a:path w="3220" h="4390" extrusionOk="0">
                <a:moveTo>
                  <a:pt x="1595" y="1047"/>
                </a:moveTo>
                <a:cubicBezTo>
                  <a:pt x="2050" y="1047"/>
                  <a:pt x="2411" y="1408"/>
                  <a:pt x="2411" y="1834"/>
                </a:cubicBezTo>
                <a:cubicBezTo>
                  <a:pt x="2411" y="1921"/>
                  <a:pt x="2346" y="1950"/>
                  <a:pt x="2288" y="1950"/>
                </a:cubicBezTo>
                <a:lnTo>
                  <a:pt x="1747" y="1950"/>
                </a:lnTo>
                <a:cubicBezTo>
                  <a:pt x="1653" y="1950"/>
                  <a:pt x="1595" y="1892"/>
                  <a:pt x="1595" y="1834"/>
                </a:cubicBezTo>
                <a:cubicBezTo>
                  <a:pt x="1624" y="1769"/>
                  <a:pt x="1689" y="1711"/>
                  <a:pt x="1747" y="1711"/>
                </a:cubicBezTo>
                <a:lnTo>
                  <a:pt x="1870" y="1711"/>
                </a:lnTo>
                <a:cubicBezTo>
                  <a:pt x="1927" y="1711"/>
                  <a:pt x="1985" y="1654"/>
                  <a:pt x="1985" y="1589"/>
                </a:cubicBezTo>
                <a:cubicBezTo>
                  <a:pt x="2014" y="1531"/>
                  <a:pt x="1956" y="1444"/>
                  <a:pt x="1870" y="1444"/>
                </a:cubicBezTo>
                <a:lnTo>
                  <a:pt x="1747" y="1444"/>
                </a:lnTo>
                <a:cubicBezTo>
                  <a:pt x="1538" y="1444"/>
                  <a:pt x="1357" y="1589"/>
                  <a:pt x="1357" y="1805"/>
                </a:cubicBezTo>
                <a:cubicBezTo>
                  <a:pt x="1357" y="1863"/>
                  <a:pt x="1357" y="1921"/>
                  <a:pt x="1386" y="1950"/>
                </a:cubicBezTo>
                <a:lnTo>
                  <a:pt x="931" y="1950"/>
                </a:lnTo>
                <a:cubicBezTo>
                  <a:pt x="873" y="1950"/>
                  <a:pt x="816" y="1921"/>
                  <a:pt x="816" y="1834"/>
                </a:cubicBezTo>
                <a:cubicBezTo>
                  <a:pt x="816" y="1408"/>
                  <a:pt x="1177" y="1047"/>
                  <a:pt x="1595" y="1047"/>
                </a:cubicBezTo>
                <a:close/>
                <a:moveTo>
                  <a:pt x="2649" y="2224"/>
                </a:moveTo>
                <a:cubicBezTo>
                  <a:pt x="2620" y="2556"/>
                  <a:pt x="2497" y="2794"/>
                  <a:pt x="2411" y="2975"/>
                </a:cubicBezTo>
                <a:cubicBezTo>
                  <a:pt x="2317" y="3126"/>
                  <a:pt x="2230" y="3278"/>
                  <a:pt x="2230" y="3393"/>
                </a:cubicBezTo>
                <a:lnTo>
                  <a:pt x="2230" y="4151"/>
                </a:lnTo>
                <a:lnTo>
                  <a:pt x="1148" y="4151"/>
                </a:lnTo>
                <a:lnTo>
                  <a:pt x="1148" y="3877"/>
                </a:lnTo>
                <a:cubicBezTo>
                  <a:pt x="1148" y="3790"/>
                  <a:pt x="1083" y="3754"/>
                  <a:pt x="996" y="3754"/>
                </a:cubicBezTo>
                <a:lnTo>
                  <a:pt x="541" y="3754"/>
                </a:lnTo>
                <a:lnTo>
                  <a:pt x="541" y="3032"/>
                </a:lnTo>
                <a:cubicBezTo>
                  <a:pt x="541" y="2975"/>
                  <a:pt x="513" y="2917"/>
                  <a:pt x="426" y="2917"/>
                </a:cubicBezTo>
                <a:lnTo>
                  <a:pt x="361" y="2917"/>
                </a:lnTo>
                <a:lnTo>
                  <a:pt x="541" y="2404"/>
                </a:lnTo>
                <a:lnTo>
                  <a:pt x="541" y="2347"/>
                </a:lnTo>
                <a:lnTo>
                  <a:pt x="541" y="2224"/>
                </a:lnTo>
                <a:close/>
                <a:moveTo>
                  <a:pt x="1595" y="1"/>
                </a:moveTo>
                <a:cubicBezTo>
                  <a:pt x="1566" y="1"/>
                  <a:pt x="1538" y="30"/>
                  <a:pt x="1509" y="30"/>
                </a:cubicBezTo>
                <a:lnTo>
                  <a:pt x="1263" y="297"/>
                </a:lnTo>
                <a:cubicBezTo>
                  <a:pt x="1206" y="362"/>
                  <a:pt x="1206" y="448"/>
                  <a:pt x="1263" y="477"/>
                </a:cubicBezTo>
                <a:cubicBezTo>
                  <a:pt x="1290" y="504"/>
                  <a:pt x="1316" y="514"/>
                  <a:pt x="1340" y="514"/>
                </a:cubicBezTo>
                <a:cubicBezTo>
                  <a:pt x="1376" y="514"/>
                  <a:pt x="1410" y="494"/>
                  <a:pt x="1444" y="477"/>
                </a:cubicBezTo>
                <a:lnTo>
                  <a:pt x="1473" y="448"/>
                </a:lnTo>
                <a:lnTo>
                  <a:pt x="1473" y="809"/>
                </a:lnTo>
                <a:cubicBezTo>
                  <a:pt x="1177" y="838"/>
                  <a:pt x="931" y="990"/>
                  <a:pt x="787" y="1199"/>
                </a:cubicBezTo>
                <a:lnTo>
                  <a:pt x="455" y="1019"/>
                </a:lnTo>
                <a:lnTo>
                  <a:pt x="541" y="990"/>
                </a:lnTo>
                <a:lnTo>
                  <a:pt x="570" y="990"/>
                </a:lnTo>
                <a:cubicBezTo>
                  <a:pt x="652" y="858"/>
                  <a:pt x="569" y="775"/>
                  <a:pt x="490" y="775"/>
                </a:cubicBezTo>
                <a:cubicBezTo>
                  <a:pt x="478" y="775"/>
                  <a:pt x="466" y="777"/>
                  <a:pt x="455" y="780"/>
                </a:cubicBezTo>
                <a:lnTo>
                  <a:pt x="94" y="867"/>
                </a:lnTo>
                <a:cubicBezTo>
                  <a:pt x="65" y="867"/>
                  <a:pt x="29" y="903"/>
                  <a:pt x="29" y="932"/>
                </a:cubicBezTo>
                <a:cubicBezTo>
                  <a:pt x="0" y="961"/>
                  <a:pt x="0" y="990"/>
                  <a:pt x="0" y="1019"/>
                </a:cubicBezTo>
                <a:lnTo>
                  <a:pt x="94" y="1379"/>
                </a:lnTo>
                <a:cubicBezTo>
                  <a:pt x="123" y="1444"/>
                  <a:pt x="152" y="1473"/>
                  <a:pt x="209" y="1473"/>
                </a:cubicBezTo>
                <a:cubicBezTo>
                  <a:pt x="274" y="1473"/>
                  <a:pt x="332" y="1444"/>
                  <a:pt x="361" y="1379"/>
                </a:cubicBezTo>
                <a:lnTo>
                  <a:pt x="361" y="1351"/>
                </a:lnTo>
                <a:lnTo>
                  <a:pt x="332" y="1264"/>
                </a:lnTo>
                <a:lnTo>
                  <a:pt x="635" y="1444"/>
                </a:lnTo>
                <a:cubicBezTo>
                  <a:pt x="570" y="1560"/>
                  <a:pt x="541" y="1683"/>
                  <a:pt x="541" y="1834"/>
                </a:cubicBezTo>
                <a:cubicBezTo>
                  <a:pt x="541" y="1892"/>
                  <a:pt x="570" y="1921"/>
                  <a:pt x="570" y="1950"/>
                </a:cubicBezTo>
                <a:lnTo>
                  <a:pt x="332" y="1950"/>
                </a:lnTo>
                <a:cubicBezTo>
                  <a:pt x="332" y="1950"/>
                  <a:pt x="303" y="1986"/>
                  <a:pt x="303" y="2015"/>
                </a:cubicBezTo>
                <a:lnTo>
                  <a:pt x="303" y="2347"/>
                </a:lnTo>
                <a:lnTo>
                  <a:pt x="65" y="3003"/>
                </a:lnTo>
                <a:cubicBezTo>
                  <a:pt x="29" y="3068"/>
                  <a:pt x="65" y="3155"/>
                  <a:pt x="152" y="3184"/>
                </a:cubicBezTo>
                <a:lnTo>
                  <a:pt x="303" y="3184"/>
                </a:lnTo>
                <a:lnTo>
                  <a:pt x="303" y="3877"/>
                </a:lnTo>
                <a:cubicBezTo>
                  <a:pt x="303" y="3934"/>
                  <a:pt x="361" y="3999"/>
                  <a:pt x="426" y="3999"/>
                </a:cubicBezTo>
                <a:lnTo>
                  <a:pt x="873" y="3999"/>
                </a:lnTo>
                <a:lnTo>
                  <a:pt x="873" y="4266"/>
                </a:lnTo>
                <a:cubicBezTo>
                  <a:pt x="873" y="4331"/>
                  <a:pt x="931" y="4389"/>
                  <a:pt x="996" y="4389"/>
                </a:cubicBezTo>
                <a:lnTo>
                  <a:pt x="2440" y="4389"/>
                </a:lnTo>
                <a:cubicBezTo>
                  <a:pt x="2469" y="4389"/>
                  <a:pt x="2497" y="4389"/>
                  <a:pt x="2497" y="4360"/>
                </a:cubicBezTo>
                <a:lnTo>
                  <a:pt x="2497" y="3393"/>
                </a:lnTo>
                <a:cubicBezTo>
                  <a:pt x="2497" y="3335"/>
                  <a:pt x="2555" y="3249"/>
                  <a:pt x="2620" y="3126"/>
                </a:cubicBezTo>
                <a:cubicBezTo>
                  <a:pt x="2736" y="2852"/>
                  <a:pt x="2952" y="2527"/>
                  <a:pt x="2916" y="2015"/>
                </a:cubicBezTo>
                <a:cubicBezTo>
                  <a:pt x="2916" y="1986"/>
                  <a:pt x="2887" y="1950"/>
                  <a:pt x="2858" y="1950"/>
                </a:cubicBezTo>
                <a:lnTo>
                  <a:pt x="2620" y="1950"/>
                </a:lnTo>
                <a:cubicBezTo>
                  <a:pt x="2649" y="1921"/>
                  <a:pt x="2649" y="1892"/>
                  <a:pt x="2649" y="1834"/>
                </a:cubicBezTo>
                <a:cubicBezTo>
                  <a:pt x="2649" y="1683"/>
                  <a:pt x="2620" y="1560"/>
                  <a:pt x="2555" y="1444"/>
                </a:cubicBezTo>
                <a:lnTo>
                  <a:pt x="2887" y="1264"/>
                </a:lnTo>
                <a:lnTo>
                  <a:pt x="2858" y="1351"/>
                </a:lnTo>
                <a:lnTo>
                  <a:pt x="2858" y="1379"/>
                </a:lnTo>
                <a:cubicBezTo>
                  <a:pt x="2887" y="1444"/>
                  <a:pt x="2952" y="1473"/>
                  <a:pt x="2981" y="1473"/>
                </a:cubicBezTo>
                <a:cubicBezTo>
                  <a:pt x="3039" y="1473"/>
                  <a:pt x="3097" y="1408"/>
                  <a:pt x="3097" y="1379"/>
                </a:cubicBezTo>
                <a:lnTo>
                  <a:pt x="3219" y="1019"/>
                </a:lnTo>
                <a:cubicBezTo>
                  <a:pt x="3219" y="990"/>
                  <a:pt x="3219" y="961"/>
                  <a:pt x="3190" y="932"/>
                </a:cubicBezTo>
                <a:cubicBezTo>
                  <a:pt x="3190" y="903"/>
                  <a:pt x="3161" y="867"/>
                  <a:pt x="3133" y="867"/>
                </a:cubicBezTo>
                <a:lnTo>
                  <a:pt x="2772" y="752"/>
                </a:lnTo>
                <a:cubicBezTo>
                  <a:pt x="2649" y="752"/>
                  <a:pt x="2555" y="838"/>
                  <a:pt x="2620" y="990"/>
                </a:cubicBezTo>
                <a:lnTo>
                  <a:pt x="2649" y="990"/>
                </a:lnTo>
                <a:lnTo>
                  <a:pt x="2736" y="1019"/>
                </a:lnTo>
                <a:lnTo>
                  <a:pt x="2440" y="1199"/>
                </a:lnTo>
                <a:cubicBezTo>
                  <a:pt x="2288" y="990"/>
                  <a:pt x="2014" y="838"/>
                  <a:pt x="1747" y="780"/>
                </a:cubicBezTo>
                <a:lnTo>
                  <a:pt x="1747" y="448"/>
                </a:lnTo>
                <a:lnTo>
                  <a:pt x="1776" y="477"/>
                </a:lnTo>
                <a:cubicBezTo>
                  <a:pt x="1805" y="506"/>
                  <a:pt x="1833" y="506"/>
                  <a:pt x="1870" y="506"/>
                </a:cubicBezTo>
                <a:cubicBezTo>
                  <a:pt x="1898" y="506"/>
                  <a:pt x="1927" y="506"/>
                  <a:pt x="1956" y="477"/>
                </a:cubicBezTo>
                <a:cubicBezTo>
                  <a:pt x="2014" y="420"/>
                  <a:pt x="2014" y="362"/>
                  <a:pt x="1956" y="297"/>
                </a:cubicBezTo>
                <a:lnTo>
                  <a:pt x="1689" y="30"/>
                </a:lnTo>
                <a:cubicBezTo>
                  <a:pt x="1689" y="30"/>
                  <a:pt x="1624" y="1"/>
                  <a:pt x="1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3" name="Google Shape;703;p45"/>
          <p:cNvGrpSpPr/>
          <p:nvPr/>
        </p:nvGrpSpPr>
        <p:grpSpPr>
          <a:xfrm>
            <a:off x="3362698" y="2869001"/>
            <a:ext cx="381152" cy="331652"/>
            <a:chOff x="713225" y="1861666"/>
            <a:chExt cx="381152" cy="331652"/>
          </a:xfrm>
        </p:grpSpPr>
        <p:sp>
          <p:nvSpPr>
            <p:cNvPr id="704" name="Google Shape;704;p45"/>
            <p:cNvSpPr/>
            <p:nvPr/>
          </p:nvSpPr>
          <p:spPr>
            <a:xfrm>
              <a:off x="713225" y="1861666"/>
              <a:ext cx="381152" cy="331652"/>
            </a:xfrm>
            <a:custGeom>
              <a:avLst/>
              <a:gdLst/>
              <a:ahLst/>
              <a:cxnLst/>
              <a:rect l="l" t="t" r="r" b="b"/>
              <a:pathLst>
                <a:path w="4389" h="3819" extrusionOk="0">
                  <a:moveTo>
                    <a:pt x="506" y="267"/>
                  </a:moveTo>
                  <a:lnTo>
                    <a:pt x="506" y="513"/>
                  </a:lnTo>
                  <a:lnTo>
                    <a:pt x="268" y="513"/>
                  </a:lnTo>
                  <a:lnTo>
                    <a:pt x="268" y="267"/>
                  </a:lnTo>
                  <a:close/>
                  <a:moveTo>
                    <a:pt x="2310" y="267"/>
                  </a:moveTo>
                  <a:lnTo>
                    <a:pt x="2310" y="513"/>
                  </a:lnTo>
                  <a:lnTo>
                    <a:pt x="2072" y="513"/>
                  </a:lnTo>
                  <a:lnTo>
                    <a:pt x="2072" y="267"/>
                  </a:lnTo>
                  <a:close/>
                  <a:moveTo>
                    <a:pt x="4151" y="267"/>
                  </a:moveTo>
                  <a:lnTo>
                    <a:pt x="4151" y="513"/>
                  </a:lnTo>
                  <a:lnTo>
                    <a:pt x="3876" y="513"/>
                  </a:lnTo>
                  <a:lnTo>
                    <a:pt x="3876" y="267"/>
                  </a:lnTo>
                  <a:close/>
                  <a:moveTo>
                    <a:pt x="506" y="1776"/>
                  </a:moveTo>
                  <a:lnTo>
                    <a:pt x="506" y="2043"/>
                  </a:lnTo>
                  <a:lnTo>
                    <a:pt x="268" y="2043"/>
                  </a:lnTo>
                  <a:lnTo>
                    <a:pt x="268" y="1776"/>
                  </a:lnTo>
                  <a:close/>
                  <a:moveTo>
                    <a:pt x="4151" y="1776"/>
                  </a:moveTo>
                  <a:lnTo>
                    <a:pt x="4151" y="2043"/>
                  </a:lnTo>
                  <a:lnTo>
                    <a:pt x="3876" y="2043"/>
                  </a:lnTo>
                  <a:lnTo>
                    <a:pt x="3876" y="1776"/>
                  </a:lnTo>
                  <a:close/>
                  <a:moveTo>
                    <a:pt x="3609" y="513"/>
                  </a:moveTo>
                  <a:lnTo>
                    <a:pt x="3609" y="664"/>
                  </a:lnTo>
                  <a:cubicBezTo>
                    <a:pt x="3609" y="722"/>
                    <a:pt x="3667" y="780"/>
                    <a:pt x="3754" y="780"/>
                  </a:cubicBezTo>
                  <a:lnTo>
                    <a:pt x="3876" y="780"/>
                  </a:lnTo>
                  <a:lnTo>
                    <a:pt x="3876" y="1531"/>
                  </a:lnTo>
                  <a:lnTo>
                    <a:pt x="3754" y="1531"/>
                  </a:lnTo>
                  <a:cubicBezTo>
                    <a:pt x="3667" y="1531"/>
                    <a:pt x="3609" y="1596"/>
                    <a:pt x="3609" y="1653"/>
                  </a:cubicBezTo>
                  <a:lnTo>
                    <a:pt x="3609" y="2166"/>
                  </a:lnTo>
                  <a:cubicBezTo>
                    <a:pt x="3609" y="2223"/>
                    <a:pt x="3667" y="2288"/>
                    <a:pt x="3754" y="2288"/>
                  </a:cubicBezTo>
                  <a:lnTo>
                    <a:pt x="3876" y="2288"/>
                  </a:lnTo>
                  <a:lnTo>
                    <a:pt x="3876" y="3039"/>
                  </a:lnTo>
                  <a:lnTo>
                    <a:pt x="3754" y="3039"/>
                  </a:lnTo>
                  <a:cubicBezTo>
                    <a:pt x="3667" y="3039"/>
                    <a:pt x="3609" y="3097"/>
                    <a:pt x="3609" y="3155"/>
                  </a:cubicBezTo>
                  <a:lnTo>
                    <a:pt x="3609" y="3306"/>
                  </a:lnTo>
                  <a:lnTo>
                    <a:pt x="2584" y="3306"/>
                  </a:lnTo>
                  <a:lnTo>
                    <a:pt x="2584" y="3155"/>
                  </a:lnTo>
                  <a:cubicBezTo>
                    <a:pt x="2584" y="3097"/>
                    <a:pt x="2527" y="3039"/>
                    <a:pt x="2462" y="3039"/>
                  </a:cubicBezTo>
                  <a:lnTo>
                    <a:pt x="1920" y="3039"/>
                  </a:lnTo>
                  <a:cubicBezTo>
                    <a:pt x="1863" y="3039"/>
                    <a:pt x="1805" y="3097"/>
                    <a:pt x="1805" y="3155"/>
                  </a:cubicBezTo>
                  <a:lnTo>
                    <a:pt x="1805" y="3306"/>
                  </a:lnTo>
                  <a:lnTo>
                    <a:pt x="780" y="3306"/>
                  </a:lnTo>
                  <a:lnTo>
                    <a:pt x="780" y="3155"/>
                  </a:lnTo>
                  <a:cubicBezTo>
                    <a:pt x="780" y="3097"/>
                    <a:pt x="722" y="3039"/>
                    <a:pt x="628" y="3039"/>
                  </a:cubicBezTo>
                  <a:lnTo>
                    <a:pt x="506" y="3039"/>
                  </a:lnTo>
                  <a:lnTo>
                    <a:pt x="506" y="2288"/>
                  </a:lnTo>
                  <a:lnTo>
                    <a:pt x="628" y="2288"/>
                  </a:lnTo>
                  <a:cubicBezTo>
                    <a:pt x="722" y="2288"/>
                    <a:pt x="780" y="2223"/>
                    <a:pt x="780" y="2166"/>
                  </a:cubicBezTo>
                  <a:lnTo>
                    <a:pt x="780" y="1653"/>
                  </a:lnTo>
                  <a:cubicBezTo>
                    <a:pt x="780" y="1596"/>
                    <a:pt x="722" y="1531"/>
                    <a:pt x="628" y="1531"/>
                  </a:cubicBezTo>
                  <a:lnTo>
                    <a:pt x="506" y="1531"/>
                  </a:lnTo>
                  <a:lnTo>
                    <a:pt x="506" y="780"/>
                  </a:lnTo>
                  <a:lnTo>
                    <a:pt x="628" y="780"/>
                  </a:lnTo>
                  <a:cubicBezTo>
                    <a:pt x="722" y="780"/>
                    <a:pt x="780" y="722"/>
                    <a:pt x="780" y="664"/>
                  </a:cubicBezTo>
                  <a:lnTo>
                    <a:pt x="780" y="513"/>
                  </a:lnTo>
                  <a:lnTo>
                    <a:pt x="1805" y="513"/>
                  </a:lnTo>
                  <a:lnTo>
                    <a:pt x="1805" y="664"/>
                  </a:lnTo>
                  <a:cubicBezTo>
                    <a:pt x="1805" y="722"/>
                    <a:pt x="1863" y="780"/>
                    <a:pt x="1920" y="780"/>
                  </a:cubicBezTo>
                  <a:lnTo>
                    <a:pt x="2462" y="780"/>
                  </a:lnTo>
                  <a:cubicBezTo>
                    <a:pt x="2527" y="780"/>
                    <a:pt x="2584" y="722"/>
                    <a:pt x="2584" y="664"/>
                  </a:cubicBezTo>
                  <a:lnTo>
                    <a:pt x="2584" y="513"/>
                  </a:lnTo>
                  <a:close/>
                  <a:moveTo>
                    <a:pt x="506" y="3306"/>
                  </a:moveTo>
                  <a:lnTo>
                    <a:pt x="506" y="3551"/>
                  </a:lnTo>
                  <a:lnTo>
                    <a:pt x="268" y="3551"/>
                  </a:lnTo>
                  <a:lnTo>
                    <a:pt x="268" y="3306"/>
                  </a:lnTo>
                  <a:close/>
                  <a:moveTo>
                    <a:pt x="2310" y="3306"/>
                  </a:moveTo>
                  <a:lnTo>
                    <a:pt x="2310" y="3551"/>
                  </a:lnTo>
                  <a:lnTo>
                    <a:pt x="2072" y="3551"/>
                  </a:lnTo>
                  <a:lnTo>
                    <a:pt x="2072" y="3306"/>
                  </a:lnTo>
                  <a:close/>
                  <a:moveTo>
                    <a:pt x="4151" y="3306"/>
                  </a:moveTo>
                  <a:lnTo>
                    <a:pt x="4151" y="3551"/>
                  </a:lnTo>
                  <a:lnTo>
                    <a:pt x="3876" y="3551"/>
                  </a:lnTo>
                  <a:lnTo>
                    <a:pt x="3876" y="3306"/>
                  </a:lnTo>
                  <a:close/>
                  <a:moveTo>
                    <a:pt x="116" y="0"/>
                  </a:moveTo>
                  <a:cubicBezTo>
                    <a:pt x="58" y="0"/>
                    <a:pt x="0" y="58"/>
                    <a:pt x="0" y="123"/>
                  </a:cubicBezTo>
                  <a:lnTo>
                    <a:pt x="0" y="664"/>
                  </a:lnTo>
                  <a:cubicBezTo>
                    <a:pt x="0" y="722"/>
                    <a:pt x="58" y="780"/>
                    <a:pt x="116" y="780"/>
                  </a:cubicBezTo>
                  <a:lnTo>
                    <a:pt x="268" y="780"/>
                  </a:lnTo>
                  <a:lnTo>
                    <a:pt x="268" y="1531"/>
                  </a:lnTo>
                  <a:lnTo>
                    <a:pt x="116" y="1531"/>
                  </a:lnTo>
                  <a:cubicBezTo>
                    <a:pt x="58" y="1531"/>
                    <a:pt x="0" y="1596"/>
                    <a:pt x="0" y="1653"/>
                  </a:cubicBezTo>
                  <a:lnTo>
                    <a:pt x="0" y="2166"/>
                  </a:lnTo>
                  <a:cubicBezTo>
                    <a:pt x="0" y="2223"/>
                    <a:pt x="58" y="2288"/>
                    <a:pt x="116" y="2288"/>
                  </a:cubicBezTo>
                  <a:lnTo>
                    <a:pt x="268" y="2288"/>
                  </a:lnTo>
                  <a:lnTo>
                    <a:pt x="268" y="3039"/>
                  </a:lnTo>
                  <a:lnTo>
                    <a:pt x="116" y="3039"/>
                  </a:lnTo>
                  <a:cubicBezTo>
                    <a:pt x="58" y="3039"/>
                    <a:pt x="0" y="3097"/>
                    <a:pt x="0" y="3155"/>
                  </a:cubicBezTo>
                  <a:lnTo>
                    <a:pt x="0" y="3696"/>
                  </a:lnTo>
                  <a:cubicBezTo>
                    <a:pt x="0" y="3761"/>
                    <a:pt x="58" y="3819"/>
                    <a:pt x="116" y="3819"/>
                  </a:cubicBezTo>
                  <a:lnTo>
                    <a:pt x="628" y="3819"/>
                  </a:lnTo>
                  <a:cubicBezTo>
                    <a:pt x="722" y="3819"/>
                    <a:pt x="780" y="3761"/>
                    <a:pt x="780" y="3696"/>
                  </a:cubicBezTo>
                  <a:lnTo>
                    <a:pt x="780" y="3551"/>
                  </a:lnTo>
                  <a:lnTo>
                    <a:pt x="1805" y="3551"/>
                  </a:lnTo>
                  <a:lnTo>
                    <a:pt x="1805" y="3696"/>
                  </a:lnTo>
                  <a:cubicBezTo>
                    <a:pt x="1805" y="3761"/>
                    <a:pt x="1863" y="3819"/>
                    <a:pt x="1920" y="3819"/>
                  </a:cubicBezTo>
                  <a:lnTo>
                    <a:pt x="2462" y="3819"/>
                  </a:lnTo>
                  <a:cubicBezTo>
                    <a:pt x="2527" y="3819"/>
                    <a:pt x="2584" y="3761"/>
                    <a:pt x="2584" y="3696"/>
                  </a:cubicBezTo>
                  <a:lnTo>
                    <a:pt x="2584" y="3551"/>
                  </a:lnTo>
                  <a:lnTo>
                    <a:pt x="3609" y="3551"/>
                  </a:lnTo>
                  <a:lnTo>
                    <a:pt x="3609" y="3696"/>
                  </a:lnTo>
                  <a:cubicBezTo>
                    <a:pt x="3609" y="3761"/>
                    <a:pt x="3667" y="3819"/>
                    <a:pt x="3754" y="3819"/>
                  </a:cubicBezTo>
                  <a:lnTo>
                    <a:pt x="4266" y="3819"/>
                  </a:lnTo>
                  <a:cubicBezTo>
                    <a:pt x="4331" y="3819"/>
                    <a:pt x="4389" y="3761"/>
                    <a:pt x="4389" y="3696"/>
                  </a:cubicBezTo>
                  <a:lnTo>
                    <a:pt x="4389" y="3155"/>
                  </a:lnTo>
                  <a:cubicBezTo>
                    <a:pt x="4389" y="3097"/>
                    <a:pt x="4331" y="3039"/>
                    <a:pt x="4266" y="3039"/>
                  </a:cubicBezTo>
                  <a:lnTo>
                    <a:pt x="4151" y="3039"/>
                  </a:lnTo>
                  <a:lnTo>
                    <a:pt x="4151" y="2288"/>
                  </a:lnTo>
                  <a:lnTo>
                    <a:pt x="4266" y="2288"/>
                  </a:lnTo>
                  <a:cubicBezTo>
                    <a:pt x="4331" y="2288"/>
                    <a:pt x="4389" y="2223"/>
                    <a:pt x="4389" y="2166"/>
                  </a:cubicBezTo>
                  <a:lnTo>
                    <a:pt x="4389" y="1653"/>
                  </a:lnTo>
                  <a:cubicBezTo>
                    <a:pt x="4389" y="1596"/>
                    <a:pt x="4331" y="1531"/>
                    <a:pt x="4266" y="1531"/>
                  </a:cubicBezTo>
                  <a:lnTo>
                    <a:pt x="4151" y="1531"/>
                  </a:lnTo>
                  <a:lnTo>
                    <a:pt x="4151" y="780"/>
                  </a:lnTo>
                  <a:lnTo>
                    <a:pt x="4266" y="780"/>
                  </a:lnTo>
                  <a:cubicBezTo>
                    <a:pt x="4331" y="780"/>
                    <a:pt x="4389" y="722"/>
                    <a:pt x="4389" y="664"/>
                  </a:cubicBezTo>
                  <a:lnTo>
                    <a:pt x="4389" y="123"/>
                  </a:lnTo>
                  <a:cubicBezTo>
                    <a:pt x="4389" y="58"/>
                    <a:pt x="4331" y="0"/>
                    <a:pt x="4266" y="0"/>
                  </a:cubicBezTo>
                  <a:lnTo>
                    <a:pt x="3754" y="0"/>
                  </a:lnTo>
                  <a:cubicBezTo>
                    <a:pt x="3667" y="0"/>
                    <a:pt x="3609" y="58"/>
                    <a:pt x="3609" y="123"/>
                  </a:cubicBezTo>
                  <a:lnTo>
                    <a:pt x="3609" y="267"/>
                  </a:lnTo>
                  <a:lnTo>
                    <a:pt x="2584" y="267"/>
                  </a:lnTo>
                  <a:lnTo>
                    <a:pt x="2584" y="123"/>
                  </a:lnTo>
                  <a:cubicBezTo>
                    <a:pt x="2584" y="58"/>
                    <a:pt x="2527" y="0"/>
                    <a:pt x="2462" y="0"/>
                  </a:cubicBezTo>
                  <a:lnTo>
                    <a:pt x="1920" y="0"/>
                  </a:lnTo>
                  <a:cubicBezTo>
                    <a:pt x="1863" y="0"/>
                    <a:pt x="1805" y="58"/>
                    <a:pt x="1805" y="123"/>
                  </a:cubicBezTo>
                  <a:lnTo>
                    <a:pt x="1805" y="267"/>
                  </a:lnTo>
                  <a:lnTo>
                    <a:pt x="780" y="267"/>
                  </a:lnTo>
                  <a:lnTo>
                    <a:pt x="780" y="123"/>
                  </a:lnTo>
                  <a:cubicBezTo>
                    <a:pt x="780" y="58"/>
                    <a:pt x="722" y="0"/>
                    <a:pt x="6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45"/>
            <p:cNvSpPr/>
            <p:nvPr/>
          </p:nvSpPr>
          <p:spPr>
            <a:xfrm>
              <a:off x="924427" y="2002700"/>
              <a:ext cx="62787" cy="94137"/>
            </a:xfrm>
            <a:custGeom>
              <a:avLst/>
              <a:gdLst/>
              <a:ahLst/>
              <a:cxnLst/>
              <a:rect l="l" t="t" r="r" b="b"/>
              <a:pathLst>
                <a:path w="723" h="1084" extrusionOk="0">
                  <a:moveTo>
                    <a:pt x="362" y="0"/>
                  </a:moveTo>
                  <a:cubicBezTo>
                    <a:pt x="275" y="0"/>
                    <a:pt x="210" y="58"/>
                    <a:pt x="210" y="152"/>
                  </a:cubicBezTo>
                  <a:lnTo>
                    <a:pt x="210" y="304"/>
                  </a:lnTo>
                  <a:lnTo>
                    <a:pt x="152" y="304"/>
                  </a:lnTo>
                  <a:cubicBezTo>
                    <a:pt x="59" y="304"/>
                    <a:pt x="1" y="361"/>
                    <a:pt x="1" y="419"/>
                  </a:cubicBezTo>
                  <a:cubicBezTo>
                    <a:pt x="1" y="484"/>
                    <a:pt x="59" y="571"/>
                    <a:pt x="124" y="571"/>
                  </a:cubicBezTo>
                  <a:lnTo>
                    <a:pt x="210" y="571"/>
                  </a:lnTo>
                  <a:lnTo>
                    <a:pt x="210" y="693"/>
                  </a:lnTo>
                  <a:cubicBezTo>
                    <a:pt x="210" y="903"/>
                    <a:pt x="391" y="1083"/>
                    <a:pt x="600" y="1083"/>
                  </a:cubicBezTo>
                  <a:cubicBezTo>
                    <a:pt x="665" y="1083"/>
                    <a:pt x="723" y="1025"/>
                    <a:pt x="723" y="960"/>
                  </a:cubicBezTo>
                  <a:cubicBezTo>
                    <a:pt x="723" y="874"/>
                    <a:pt x="665" y="809"/>
                    <a:pt x="600" y="809"/>
                  </a:cubicBezTo>
                  <a:cubicBezTo>
                    <a:pt x="542" y="809"/>
                    <a:pt x="484" y="751"/>
                    <a:pt x="484" y="693"/>
                  </a:cubicBezTo>
                  <a:lnTo>
                    <a:pt x="484" y="571"/>
                  </a:lnTo>
                  <a:lnTo>
                    <a:pt x="542" y="571"/>
                  </a:lnTo>
                  <a:cubicBezTo>
                    <a:pt x="636" y="571"/>
                    <a:pt x="665" y="513"/>
                    <a:pt x="694" y="448"/>
                  </a:cubicBezTo>
                  <a:cubicBezTo>
                    <a:pt x="694" y="361"/>
                    <a:pt x="636" y="304"/>
                    <a:pt x="542" y="304"/>
                  </a:cubicBezTo>
                  <a:lnTo>
                    <a:pt x="484" y="304"/>
                  </a:lnTo>
                  <a:lnTo>
                    <a:pt x="484" y="152"/>
                  </a:lnTo>
                  <a:cubicBezTo>
                    <a:pt x="484" y="58"/>
                    <a:pt x="419" y="29"/>
                    <a:pt x="3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45"/>
            <p:cNvSpPr/>
            <p:nvPr/>
          </p:nvSpPr>
          <p:spPr>
            <a:xfrm>
              <a:off x="819781" y="1958149"/>
              <a:ext cx="112895" cy="138687"/>
            </a:xfrm>
            <a:custGeom>
              <a:avLst/>
              <a:gdLst/>
              <a:ahLst/>
              <a:cxnLst/>
              <a:rect l="l" t="t" r="r" b="b"/>
              <a:pathLst>
                <a:path w="1300" h="1597" extrusionOk="0">
                  <a:moveTo>
                    <a:pt x="123" y="1"/>
                  </a:moveTo>
                  <a:cubicBezTo>
                    <a:pt x="65" y="1"/>
                    <a:pt x="0" y="59"/>
                    <a:pt x="0" y="153"/>
                  </a:cubicBezTo>
                  <a:lnTo>
                    <a:pt x="0" y="333"/>
                  </a:lnTo>
                  <a:cubicBezTo>
                    <a:pt x="0" y="391"/>
                    <a:pt x="37" y="456"/>
                    <a:pt x="123" y="456"/>
                  </a:cubicBezTo>
                  <a:cubicBezTo>
                    <a:pt x="133" y="460"/>
                    <a:pt x="142" y="463"/>
                    <a:pt x="152" y="463"/>
                  </a:cubicBezTo>
                  <a:cubicBezTo>
                    <a:pt x="201" y="463"/>
                    <a:pt x="246" y="405"/>
                    <a:pt x="246" y="333"/>
                  </a:cubicBezTo>
                  <a:lnTo>
                    <a:pt x="246" y="275"/>
                  </a:lnTo>
                  <a:lnTo>
                    <a:pt x="513" y="275"/>
                  </a:lnTo>
                  <a:lnTo>
                    <a:pt x="513" y="1322"/>
                  </a:lnTo>
                  <a:lnTo>
                    <a:pt x="426" y="1322"/>
                  </a:lnTo>
                  <a:cubicBezTo>
                    <a:pt x="426" y="1322"/>
                    <a:pt x="397" y="1358"/>
                    <a:pt x="361" y="1358"/>
                  </a:cubicBezTo>
                  <a:cubicBezTo>
                    <a:pt x="275" y="1473"/>
                    <a:pt x="361" y="1596"/>
                    <a:pt x="455" y="1596"/>
                  </a:cubicBezTo>
                  <a:lnTo>
                    <a:pt x="874" y="1596"/>
                  </a:lnTo>
                  <a:cubicBezTo>
                    <a:pt x="874" y="1596"/>
                    <a:pt x="903" y="1567"/>
                    <a:pt x="939" y="1567"/>
                  </a:cubicBezTo>
                  <a:cubicBezTo>
                    <a:pt x="997" y="1444"/>
                    <a:pt x="939" y="1322"/>
                    <a:pt x="845" y="1322"/>
                  </a:cubicBezTo>
                  <a:lnTo>
                    <a:pt x="787" y="1322"/>
                  </a:lnTo>
                  <a:lnTo>
                    <a:pt x="787" y="275"/>
                  </a:lnTo>
                  <a:lnTo>
                    <a:pt x="1054" y="275"/>
                  </a:lnTo>
                  <a:lnTo>
                    <a:pt x="1054" y="362"/>
                  </a:lnTo>
                  <a:cubicBezTo>
                    <a:pt x="1054" y="391"/>
                    <a:pt x="1054" y="420"/>
                    <a:pt x="1083" y="420"/>
                  </a:cubicBezTo>
                  <a:cubicBezTo>
                    <a:pt x="1125" y="452"/>
                    <a:pt x="1164" y="466"/>
                    <a:pt x="1197" y="466"/>
                  </a:cubicBezTo>
                  <a:cubicBezTo>
                    <a:pt x="1259" y="466"/>
                    <a:pt x="1300" y="414"/>
                    <a:pt x="1300" y="333"/>
                  </a:cubicBezTo>
                  <a:lnTo>
                    <a:pt x="1300" y="95"/>
                  </a:lnTo>
                  <a:cubicBezTo>
                    <a:pt x="1300" y="59"/>
                    <a:pt x="1264" y="1"/>
                    <a:pt x="1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7" name="Google Shape;707;p45"/>
          <p:cNvSpPr/>
          <p:nvPr/>
        </p:nvSpPr>
        <p:spPr>
          <a:xfrm>
            <a:off x="7989852" y="819721"/>
            <a:ext cx="279300" cy="27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47"/>
          <p:cNvSpPr txBox="1">
            <a:spLocks noGrp="1"/>
          </p:cNvSpPr>
          <p:nvPr>
            <p:ph type="title"/>
          </p:nvPr>
        </p:nvSpPr>
        <p:spPr>
          <a:xfrm>
            <a:off x="948600" y="368825"/>
            <a:ext cx="748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chart of the areas I work in</a:t>
            </a:r>
            <a:endParaRPr/>
          </a:p>
        </p:txBody>
      </p:sp>
      <p:sp>
        <p:nvSpPr>
          <p:cNvPr id="728" name="Google Shape;728;p47"/>
          <p:cNvSpPr txBox="1"/>
          <p:nvPr/>
        </p:nvSpPr>
        <p:spPr>
          <a:xfrm>
            <a:off x="981900" y="4435100"/>
            <a:ext cx="7180200" cy="2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Follow the link in the graph to modify its data and then paste the new one here. </a:t>
            </a:r>
            <a:r>
              <a:rPr lang="en" sz="1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For more info, click here</a:t>
            </a:r>
            <a:endParaRPr sz="10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729" name="Google Shape;729;p47"/>
          <p:cNvSpPr txBox="1"/>
          <p:nvPr/>
        </p:nvSpPr>
        <p:spPr>
          <a:xfrm>
            <a:off x="5953954" y="3574366"/>
            <a:ext cx="23079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Copywriting</a:t>
            </a:r>
            <a:endParaRPr sz="2100">
              <a:solidFill>
                <a:schemeClr val="dk1"/>
              </a:solidFill>
              <a:latin typeface="Albert Sans ExtraBold"/>
              <a:ea typeface="Albert Sans ExtraBold"/>
              <a:cs typeface="Albert Sans ExtraBold"/>
              <a:sym typeface="Albert Sans ExtraBold"/>
            </a:endParaRPr>
          </a:p>
        </p:txBody>
      </p:sp>
      <p:sp>
        <p:nvSpPr>
          <p:cNvPr id="730" name="Google Shape;730;p47"/>
          <p:cNvSpPr txBox="1"/>
          <p:nvPr/>
        </p:nvSpPr>
        <p:spPr>
          <a:xfrm>
            <a:off x="5953954" y="3781725"/>
            <a:ext cx="23079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SEO copywriting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731" name="Google Shape;731;p47"/>
          <p:cNvSpPr txBox="1"/>
          <p:nvPr/>
        </p:nvSpPr>
        <p:spPr>
          <a:xfrm>
            <a:off x="5953971" y="2837334"/>
            <a:ext cx="23079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Graphic design</a:t>
            </a:r>
            <a:endParaRPr sz="2100">
              <a:solidFill>
                <a:schemeClr val="dk1"/>
              </a:solidFill>
              <a:latin typeface="Albert Sans ExtraBold"/>
              <a:ea typeface="Albert Sans ExtraBold"/>
              <a:cs typeface="Albert Sans ExtraBold"/>
              <a:sym typeface="Albert Sans ExtraBold"/>
            </a:endParaRPr>
          </a:p>
        </p:txBody>
      </p:sp>
      <p:sp>
        <p:nvSpPr>
          <p:cNvPr id="732" name="Google Shape;732;p47"/>
          <p:cNvSpPr txBox="1"/>
          <p:nvPr/>
        </p:nvSpPr>
        <p:spPr>
          <a:xfrm>
            <a:off x="5953954" y="3046238"/>
            <a:ext cx="23079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Illustrations, vectors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733" name="Google Shape;733;p47"/>
          <p:cNvSpPr txBox="1"/>
          <p:nvPr/>
        </p:nvSpPr>
        <p:spPr>
          <a:xfrm>
            <a:off x="5953954" y="2100302"/>
            <a:ext cx="23079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Marketing</a:t>
            </a:r>
            <a:endParaRPr sz="2100">
              <a:solidFill>
                <a:schemeClr val="dk1"/>
              </a:solidFill>
              <a:latin typeface="Albert Sans ExtraBold"/>
              <a:ea typeface="Albert Sans ExtraBold"/>
              <a:cs typeface="Albert Sans ExtraBold"/>
              <a:sym typeface="Albert Sans ExtraBold"/>
            </a:endParaRPr>
          </a:p>
        </p:txBody>
      </p:sp>
      <p:sp>
        <p:nvSpPr>
          <p:cNvPr id="734" name="Google Shape;734;p47"/>
          <p:cNvSpPr txBox="1"/>
          <p:nvPr/>
        </p:nvSpPr>
        <p:spPr>
          <a:xfrm>
            <a:off x="5953954" y="2310751"/>
            <a:ext cx="23079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Promotion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735" name="Google Shape;735;p47"/>
          <p:cNvSpPr txBox="1"/>
          <p:nvPr/>
        </p:nvSpPr>
        <p:spPr>
          <a:xfrm>
            <a:off x="5953954" y="1363271"/>
            <a:ext cx="23079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Social media</a:t>
            </a:r>
            <a:endParaRPr sz="2100">
              <a:solidFill>
                <a:schemeClr val="dk1"/>
              </a:solidFill>
              <a:latin typeface="Albert Sans ExtraBold"/>
              <a:ea typeface="Albert Sans ExtraBold"/>
              <a:cs typeface="Albert Sans ExtraBold"/>
              <a:sym typeface="Albert Sans ExtraBold"/>
            </a:endParaRPr>
          </a:p>
        </p:txBody>
      </p:sp>
      <p:sp>
        <p:nvSpPr>
          <p:cNvPr id="736" name="Google Shape;736;p47"/>
          <p:cNvSpPr txBox="1"/>
          <p:nvPr/>
        </p:nvSpPr>
        <p:spPr>
          <a:xfrm>
            <a:off x="5953954" y="1575264"/>
            <a:ext cx="23079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Instagram, Twitter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737" name="Google Shape;737;p47"/>
          <p:cNvSpPr/>
          <p:nvPr/>
        </p:nvSpPr>
        <p:spPr>
          <a:xfrm>
            <a:off x="5437303" y="1351531"/>
            <a:ext cx="381152" cy="382281"/>
          </a:xfrm>
          <a:custGeom>
            <a:avLst/>
            <a:gdLst/>
            <a:ahLst/>
            <a:cxnLst/>
            <a:rect l="l" t="t" r="r" b="b"/>
            <a:pathLst>
              <a:path w="4389" h="4402" extrusionOk="0">
                <a:moveTo>
                  <a:pt x="931" y="751"/>
                </a:moveTo>
                <a:lnTo>
                  <a:pt x="1624" y="1444"/>
                </a:lnTo>
                <a:lnTo>
                  <a:pt x="1047" y="2015"/>
                </a:lnTo>
                <a:lnTo>
                  <a:pt x="867" y="1567"/>
                </a:lnTo>
                <a:cubicBezTo>
                  <a:pt x="838" y="1531"/>
                  <a:pt x="838" y="1531"/>
                  <a:pt x="809" y="1502"/>
                </a:cubicBezTo>
                <a:lnTo>
                  <a:pt x="361" y="1322"/>
                </a:lnTo>
                <a:lnTo>
                  <a:pt x="931" y="751"/>
                </a:lnTo>
                <a:close/>
                <a:moveTo>
                  <a:pt x="1112" y="268"/>
                </a:moveTo>
                <a:cubicBezTo>
                  <a:pt x="1141" y="268"/>
                  <a:pt x="1170" y="268"/>
                  <a:pt x="1199" y="304"/>
                </a:cubicBezTo>
                <a:lnTo>
                  <a:pt x="2822" y="1928"/>
                </a:lnTo>
                <a:lnTo>
                  <a:pt x="2642" y="2108"/>
                </a:lnTo>
                <a:lnTo>
                  <a:pt x="1018" y="484"/>
                </a:lnTo>
                <a:cubicBezTo>
                  <a:pt x="960" y="419"/>
                  <a:pt x="960" y="362"/>
                  <a:pt x="1018" y="304"/>
                </a:cubicBezTo>
                <a:cubicBezTo>
                  <a:pt x="1018" y="268"/>
                  <a:pt x="1083" y="268"/>
                  <a:pt x="1112" y="268"/>
                </a:cubicBezTo>
                <a:close/>
                <a:moveTo>
                  <a:pt x="3999" y="3097"/>
                </a:moveTo>
                <a:lnTo>
                  <a:pt x="4086" y="3191"/>
                </a:lnTo>
                <a:cubicBezTo>
                  <a:pt x="4114" y="3220"/>
                  <a:pt x="4114" y="3249"/>
                  <a:pt x="4114" y="3278"/>
                </a:cubicBezTo>
                <a:cubicBezTo>
                  <a:pt x="4114" y="3335"/>
                  <a:pt x="4114" y="3371"/>
                  <a:pt x="4086" y="3371"/>
                </a:cubicBezTo>
                <a:cubicBezTo>
                  <a:pt x="4057" y="3400"/>
                  <a:pt x="4028" y="3415"/>
                  <a:pt x="3998" y="3415"/>
                </a:cubicBezTo>
                <a:cubicBezTo>
                  <a:pt x="3968" y="3415"/>
                  <a:pt x="3938" y="3400"/>
                  <a:pt x="3905" y="3371"/>
                </a:cubicBezTo>
                <a:lnTo>
                  <a:pt x="3819" y="3278"/>
                </a:lnTo>
                <a:lnTo>
                  <a:pt x="3999" y="3097"/>
                </a:lnTo>
                <a:close/>
                <a:moveTo>
                  <a:pt x="3184" y="1971"/>
                </a:moveTo>
                <a:cubicBezTo>
                  <a:pt x="3214" y="1971"/>
                  <a:pt x="3245" y="1986"/>
                  <a:pt x="3277" y="2015"/>
                </a:cubicBezTo>
                <a:lnTo>
                  <a:pt x="3905" y="2650"/>
                </a:lnTo>
                <a:cubicBezTo>
                  <a:pt x="3970" y="2707"/>
                  <a:pt x="3970" y="2794"/>
                  <a:pt x="3905" y="2830"/>
                </a:cubicBezTo>
                <a:lnTo>
                  <a:pt x="3068" y="3667"/>
                </a:lnTo>
                <a:lnTo>
                  <a:pt x="2130" y="2765"/>
                </a:lnTo>
                <a:cubicBezTo>
                  <a:pt x="2223" y="2614"/>
                  <a:pt x="2195" y="2433"/>
                  <a:pt x="2072" y="2318"/>
                </a:cubicBezTo>
                <a:lnTo>
                  <a:pt x="1949" y="2224"/>
                </a:lnTo>
                <a:lnTo>
                  <a:pt x="1985" y="2195"/>
                </a:lnTo>
                <a:cubicBezTo>
                  <a:pt x="2029" y="2134"/>
                  <a:pt x="2095" y="2103"/>
                  <a:pt x="2163" y="2103"/>
                </a:cubicBezTo>
                <a:cubicBezTo>
                  <a:pt x="2231" y="2103"/>
                  <a:pt x="2299" y="2134"/>
                  <a:pt x="2346" y="2195"/>
                </a:cubicBezTo>
                <a:lnTo>
                  <a:pt x="2555" y="2375"/>
                </a:lnTo>
                <a:cubicBezTo>
                  <a:pt x="2555" y="2375"/>
                  <a:pt x="2594" y="2417"/>
                  <a:pt x="2647" y="2417"/>
                </a:cubicBezTo>
                <a:cubicBezTo>
                  <a:pt x="2674" y="2417"/>
                  <a:pt x="2705" y="2407"/>
                  <a:pt x="2736" y="2375"/>
                </a:cubicBezTo>
                <a:lnTo>
                  <a:pt x="3097" y="2015"/>
                </a:lnTo>
                <a:cubicBezTo>
                  <a:pt x="3126" y="1986"/>
                  <a:pt x="3155" y="1971"/>
                  <a:pt x="3184" y="1971"/>
                </a:cubicBezTo>
                <a:close/>
                <a:moveTo>
                  <a:pt x="1985" y="2974"/>
                </a:moveTo>
                <a:lnTo>
                  <a:pt x="2887" y="3877"/>
                </a:lnTo>
                <a:lnTo>
                  <a:pt x="2642" y="4093"/>
                </a:lnTo>
                <a:lnTo>
                  <a:pt x="1740" y="3191"/>
                </a:lnTo>
                <a:lnTo>
                  <a:pt x="1985" y="2974"/>
                </a:lnTo>
                <a:close/>
                <a:moveTo>
                  <a:pt x="1112" y="1"/>
                </a:moveTo>
                <a:cubicBezTo>
                  <a:pt x="989" y="1"/>
                  <a:pt x="903" y="30"/>
                  <a:pt x="838" y="124"/>
                </a:cubicBezTo>
                <a:cubicBezTo>
                  <a:pt x="722" y="239"/>
                  <a:pt x="686" y="419"/>
                  <a:pt x="751" y="542"/>
                </a:cubicBezTo>
                <a:lnTo>
                  <a:pt x="29" y="1264"/>
                </a:lnTo>
                <a:cubicBezTo>
                  <a:pt x="0" y="1293"/>
                  <a:pt x="0" y="1351"/>
                  <a:pt x="0" y="1387"/>
                </a:cubicBezTo>
                <a:cubicBezTo>
                  <a:pt x="0" y="1444"/>
                  <a:pt x="29" y="1473"/>
                  <a:pt x="87" y="1473"/>
                </a:cubicBezTo>
                <a:lnTo>
                  <a:pt x="657" y="1711"/>
                </a:lnTo>
                <a:lnTo>
                  <a:pt x="903" y="2318"/>
                </a:lnTo>
                <a:cubicBezTo>
                  <a:pt x="903" y="2347"/>
                  <a:pt x="960" y="2375"/>
                  <a:pt x="989" y="2375"/>
                </a:cubicBezTo>
                <a:cubicBezTo>
                  <a:pt x="1018" y="2375"/>
                  <a:pt x="1083" y="2375"/>
                  <a:pt x="1112" y="2347"/>
                </a:cubicBezTo>
                <a:lnTo>
                  <a:pt x="1805" y="1654"/>
                </a:lnTo>
                <a:lnTo>
                  <a:pt x="2043" y="1863"/>
                </a:lnTo>
                <a:cubicBezTo>
                  <a:pt x="1949" y="1892"/>
                  <a:pt x="1863" y="1928"/>
                  <a:pt x="1805" y="2015"/>
                </a:cubicBezTo>
                <a:lnTo>
                  <a:pt x="1682" y="2137"/>
                </a:lnTo>
                <a:cubicBezTo>
                  <a:pt x="1653" y="2137"/>
                  <a:pt x="1653" y="2195"/>
                  <a:pt x="1653" y="2224"/>
                </a:cubicBezTo>
                <a:cubicBezTo>
                  <a:pt x="1653" y="2253"/>
                  <a:pt x="1653" y="2289"/>
                  <a:pt x="1682" y="2318"/>
                </a:cubicBezTo>
                <a:lnTo>
                  <a:pt x="1891" y="2498"/>
                </a:lnTo>
                <a:cubicBezTo>
                  <a:pt x="1949" y="2556"/>
                  <a:pt x="1949" y="2650"/>
                  <a:pt x="1891" y="2679"/>
                </a:cubicBezTo>
                <a:lnTo>
                  <a:pt x="1473" y="3097"/>
                </a:lnTo>
                <a:cubicBezTo>
                  <a:pt x="1473" y="3126"/>
                  <a:pt x="1444" y="3155"/>
                  <a:pt x="1444" y="3191"/>
                </a:cubicBezTo>
                <a:cubicBezTo>
                  <a:pt x="1444" y="3220"/>
                  <a:pt x="1473" y="3249"/>
                  <a:pt x="1473" y="3278"/>
                </a:cubicBezTo>
                <a:lnTo>
                  <a:pt x="2555" y="4360"/>
                </a:lnTo>
                <a:cubicBezTo>
                  <a:pt x="2584" y="4360"/>
                  <a:pt x="2584" y="4389"/>
                  <a:pt x="2613" y="4389"/>
                </a:cubicBezTo>
                <a:cubicBezTo>
                  <a:pt x="2622" y="4398"/>
                  <a:pt x="2633" y="4401"/>
                  <a:pt x="2647" y="4401"/>
                </a:cubicBezTo>
                <a:cubicBezTo>
                  <a:pt x="2679" y="4401"/>
                  <a:pt x="2724" y="4381"/>
                  <a:pt x="2765" y="4360"/>
                </a:cubicBezTo>
                <a:lnTo>
                  <a:pt x="3155" y="3970"/>
                </a:lnTo>
                <a:lnTo>
                  <a:pt x="3638" y="3458"/>
                </a:lnTo>
                <a:lnTo>
                  <a:pt x="3725" y="3552"/>
                </a:lnTo>
                <a:cubicBezTo>
                  <a:pt x="3800" y="3624"/>
                  <a:pt x="3898" y="3660"/>
                  <a:pt x="3995" y="3660"/>
                </a:cubicBezTo>
                <a:cubicBezTo>
                  <a:pt x="4093" y="3660"/>
                  <a:pt x="4190" y="3624"/>
                  <a:pt x="4266" y="3552"/>
                </a:cubicBezTo>
                <a:cubicBezTo>
                  <a:pt x="4360" y="3487"/>
                  <a:pt x="4389" y="3400"/>
                  <a:pt x="4389" y="3278"/>
                </a:cubicBezTo>
                <a:cubicBezTo>
                  <a:pt x="4389" y="3191"/>
                  <a:pt x="4360" y="3097"/>
                  <a:pt x="4266" y="3011"/>
                </a:cubicBezTo>
                <a:lnTo>
                  <a:pt x="4179" y="2917"/>
                </a:lnTo>
                <a:cubicBezTo>
                  <a:pt x="4237" y="2765"/>
                  <a:pt x="4208" y="2585"/>
                  <a:pt x="4086" y="2469"/>
                </a:cubicBezTo>
                <a:lnTo>
                  <a:pt x="3458" y="1834"/>
                </a:lnTo>
                <a:cubicBezTo>
                  <a:pt x="3377" y="1754"/>
                  <a:pt x="3273" y="1714"/>
                  <a:pt x="3167" y="1714"/>
                </a:cubicBezTo>
                <a:cubicBezTo>
                  <a:pt x="3111" y="1714"/>
                  <a:pt x="3055" y="1725"/>
                  <a:pt x="3003" y="1747"/>
                </a:cubicBezTo>
                <a:lnTo>
                  <a:pt x="1379" y="124"/>
                </a:lnTo>
                <a:cubicBezTo>
                  <a:pt x="1292" y="30"/>
                  <a:pt x="1199" y="1"/>
                  <a:pt x="111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738" name="Google Shape;738;p47"/>
          <p:cNvGrpSpPr/>
          <p:nvPr/>
        </p:nvGrpSpPr>
        <p:grpSpPr>
          <a:xfrm>
            <a:off x="5495346" y="2109723"/>
            <a:ext cx="396871" cy="354231"/>
            <a:chOff x="7189877" y="2437089"/>
            <a:chExt cx="396871" cy="354231"/>
          </a:xfrm>
        </p:grpSpPr>
        <p:sp>
          <p:nvSpPr>
            <p:cNvPr id="739" name="Google Shape;739;p47"/>
            <p:cNvSpPr/>
            <p:nvPr/>
          </p:nvSpPr>
          <p:spPr>
            <a:xfrm>
              <a:off x="7189877" y="2571783"/>
              <a:ext cx="112287" cy="84150"/>
            </a:xfrm>
            <a:custGeom>
              <a:avLst/>
              <a:gdLst/>
              <a:ahLst/>
              <a:cxnLst/>
              <a:rect l="l" t="t" r="r" b="b"/>
              <a:pathLst>
                <a:path w="1293" h="969" extrusionOk="0">
                  <a:moveTo>
                    <a:pt x="845" y="246"/>
                  </a:moveTo>
                  <a:cubicBezTo>
                    <a:pt x="932" y="275"/>
                    <a:pt x="1025" y="362"/>
                    <a:pt x="1025" y="484"/>
                  </a:cubicBezTo>
                  <a:cubicBezTo>
                    <a:pt x="1054" y="607"/>
                    <a:pt x="932" y="723"/>
                    <a:pt x="809" y="723"/>
                  </a:cubicBezTo>
                  <a:lnTo>
                    <a:pt x="361" y="723"/>
                  </a:lnTo>
                  <a:cubicBezTo>
                    <a:pt x="304" y="723"/>
                    <a:pt x="239" y="665"/>
                    <a:pt x="239" y="607"/>
                  </a:cubicBezTo>
                  <a:cubicBezTo>
                    <a:pt x="267" y="513"/>
                    <a:pt x="332" y="484"/>
                    <a:pt x="390" y="484"/>
                  </a:cubicBezTo>
                  <a:lnTo>
                    <a:pt x="448" y="484"/>
                  </a:lnTo>
                  <a:cubicBezTo>
                    <a:pt x="513" y="484"/>
                    <a:pt x="571" y="456"/>
                    <a:pt x="571" y="391"/>
                  </a:cubicBezTo>
                  <a:cubicBezTo>
                    <a:pt x="599" y="304"/>
                    <a:pt x="722" y="246"/>
                    <a:pt x="845" y="246"/>
                  </a:cubicBezTo>
                  <a:close/>
                  <a:moveTo>
                    <a:pt x="809" y="1"/>
                  </a:moveTo>
                  <a:cubicBezTo>
                    <a:pt x="628" y="1"/>
                    <a:pt x="484" y="95"/>
                    <a:pt x="390" y="210"/>
                  </a:cubicBezTo>
                  <a:lnTo>
                    <a:pt x="361" y="210"/>
                  </a:lnTo>
                  <a:cubicBezTo>
                    <a:pt x="152" y="210"/>
                    <a:pt x="0" y="391"/>
                    <a:pt x="0" y="636"/>
                  </a:cubicBezTo>
                  <a:cubicBezTo>
                    <a:pt x="0" y="816"/>
                    <a:pt x="181" y="968"/>
                    <a:pt x="390" y="968"/>
                  </a:cubicBezTo>
                  <a:lnTo>
                    <a:pt x="809" y="968"/>
                  </a:lnTo>
                  <a:cubicBezTo>
                    <a:pt x="1083" y="968"/>
                    <a:pt x="1292" y="752"/>
                    <a:pt x="1292" y="484"/>
                  </a:cubicBezTo>
                  <a:cubicBezTo>
                    <a:pt x="1292" y="210"/>
                    <a:pt x="1083" y="1"/>
                    <a:pt x="8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40" name="Google Shape;740;p47"/>
            <p:cNvSpPr/>
            <p:nvPr/>
          </p:nvSpPr>
          <p:spPr>
            <a:xfrm>
              <a:off x="7443110" y="2570220"/>
              <a:ext cx="143637" cy="85714"/>
            </a:xfrm>
            <a:custGeom>
              <a:avLst/>
              <a:gdLst/>
              <a:ahLst/>
              <a:cxnLst/>
              <a:rect l="l" t="t" r="r" b="b"/>
              <a:pathLst>
                <a:path w="1654" h="987" extrusionOk="0">
                  <a:moveTo>
                    <a:pt x="664" y="264"/>
                  </a:moveTo>
                  <a:cubicBezTo>
                    <a:pt x="780" y="264"/>
                    <a:pt x="874" y="322"/>
                    <a:pt x="903" y="409"/>
                  </a:cubicBezTo>
                  <a:cubicBezTo>
                    <a:pt x="903" y="445"/>
                    <a:pt x="903" y="474"/>
                    <a:pt x="931" y="474"/>
                  </a:cubicBezTo>
                  <a:cubicBezTo>
                    <a:pt x="952" y="494"/>
                    <a:pt x="990" y="514"/>
                    <a:pt x="1021" y="514"/>
                  </a:cubicBezTo>
                  <a:cubicBezTo>
                    <a:pt x="1034" y="514"/>
                    <a:pt x="1046" y="511"/>
                    <a:pt x="1054" y="502"/>
                  </a:cubicBezTo>
                  <a:lnTo>
                    <a:pt x="1083" y="502"/>
                  </a:lnTo>
                  <a:cubicBezTo>
                    <a:pt x="1141" y="502"/>
                    <a:pt x="1206" y="531"/>
                    <a:pt x="1206" y="589"/>
                  </a:cubicBezTo>
                  <a:cubicBezTo>
                    <a:pt x="1235" y="683"/>
                    <a:pt x="1177" y="741"/>
                    <a:pt x="1112" y="741"/>
                  </a:cubicBezTo>
                  <a:lnTo>
                    <a:pt x="664" y="741"/>
                  </a:lnTo>
                  <a:cubicBezTo>
                    <a:pt x="542" y="741"/>
                    <a:pt x="455" y="654"/>
                    <a:pt x="455" y="531"/>
                  </a:cubicBezTo>
                  <a:cubicBezTo>
                    <a:pt x="419" y="380"/>
                    <a:pt x="542" y="264"/>
                    <a:pt x="664" y="264"/>
                  </a:cubicBezTo>
                  <a:close/>
                  <a:moveTo>
                    <a:pt x="672" y="0"/>
                  </a:moveTo>
                  <a:cubicBezTo>
                    <a:pt x="553" y="0"/>
                    <a:pt x="425" y="43"/>
                    <a:pt x="303" y="142"/>
                  </a:cubicBezTo>
                  <a:lnTo>
                    <a:pt x="303" y="170"/>
                  </a:lnTo>
                  <a:cubicBezTo>
                    <a:pt x="0" y="560"/>
                    <a:pt x="303" y="986"/>
                    <a:pt x="664" y="986"/>
                  </a:cubicBezTo>
                  <a:lnTo>
                    <a:pt x="1292" y="986"/>
                  </a:lnTo>
                  <a:cubicBezTo>
                    <a:pt x="1653" y="654"/>
                    <a:pt x="1415" y="228"/>
                    <a:pt x="1112" y="228"/>
                  </a:cubicBezTo>
                  <a:lnTo>
                    <a:pt x="1083" y="228"/>
                  </a:lnTo>
                  <a:cubicBezTo>
                    <a:pt x="994" y="88"/>
                    <a:pt x="842" y="0"/>
                    <a:pt x="6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41" name="Google Shape;741;p47"/>
            <p:cNvSpPr/>
            <p:nvPr/>
          </p:nvSpPr>
          <p:spPr>
            <a:xfrm>
              <a:off x="7234340" y="2437089"/>
              <a:ext cx="292225" cy="354231"/>
            </a:xfrm>
            <a:custGeom>
              <a:avLst/>
              <a:gdLst/>
              <a:ahLst/>
              <a:cxnLst/>
              <a:rect l="l" t="t" r="r" b="b"/>
              <a:pathLst>
                <a:path w="3365" h="4079" extrusionOk="0">
                  <a:moveTo>
                    <a:pt x="1683" y="289"/>
                  </a:moveTo>
                  <a:lnTo>
                    <a:pt x="2282" y="830"/>
                  </a:lnTo>
                  <a:lnTo>
                    <a:pt x="2195" y="830"/>
                  </a:lnTo>
                  <a:cubicBezTo>
                    <a:pt x="2137" y="830"/>
                    <a:pt x="2072" y="895"/>
                    <a:pt x="2072" y="953"/>
                  </a:cubicBezTo>
                  <a:lnTo>
                    <a:pt x="2072" y="2035"/>
                  </a:lnTo>
                  <a:cubicBezTo>
                    <a:pt x="2072" y="2728"/>
                    <a:pt x="2375" y="3241"/>
                    <a:pt x="2614" y="3537"/>
                  </a:cubicBezTo>
                  <a:cubicBezTo>
                    <a:pt x="2707" y="3659"/>
                    <a:pt x="2794" y="3746"/>
                    <a:pt x="2859" y="3811"/>
                  </a:cubicBezTo>
                  <a:lnTo>
                    <a:pt x="513" y="3811"/>
                  </a:lnTo>
                  <a:cubicBezTo>
                    <a:pt x="571" y="3746"/>
                    <a:pt x="658" y="3659"/>
                    <a:pt x="752" y="3537"/>
                  </a:cubicBezTo>
                  <a:cubicBezTo>
                    <a:pt x="990" y="3241"/>
                    <a:pt x="1293" y="2728"/>
                    <a:pt x="1293" y="2035"/>
                  </a:cubicBezTo>
                  <a:lnTo>
                    <a:pt x="1293" y="953"/>
                  </a:lnTo>
                  <a:cubicBezTo>
                    <a:pt x="1293" y="895"/>
                    <a:pt x="1235" y="830"/>
                    <a:pt x="1170" y="830"/>
                  </a:cubicBezTo>
                  <a:lnTo>
                    <a:pt x="1084" y="830"/>
                  </a:lnTo>
                  <a:lnTo>
                    <a:pt x="1683" y="289"/>
                  </a:lnTo>
                  <a:close/>
                  <a:moveTo>
                    <a:pt x="1683" y="0"/>
                  </a:moveTo>
                  <a:cubicBezTo>
                    <a:pt x="1654" y="0"/>
                    <a:pt x="1625" y="7"/>
                    <a:pt x="1596" y="22"/>
                  </a:cubicBezTo>
                  <a:lnTo>
                    <a:pt x="658" y="859"/>
                  </a:lnTo>
                  <a:cubicBezTo>
                    <a:pt x="600" y="895"/>
                    <a:pt x="600" y="982"/>
                    <a:pt x="629" y="1039"/>
                  </a:cubicBezTo>
                  <a:cubicBezTo>
                    <a:pt x="658" y="1076"/>
                    <a:pt x="694" y="1076"/>
                    <a:pt x="752" y="1076"/>
                  </a:cubicBezTo>
                  <a:lnTo>
                    <a:pt x="1055" y="1076"/>
                  </a:lnTo>
                  <a:lnTo>
                    <a:pt x="1055" y="2035"/>
                  </a:lnTo>
                  <a:cubicBezTo>
                    <a:pt x="1055" y="2548"/>
                    <a:pt x="874" y="2995"/>
                    <a:pt x="571" y="3385"/>
                  </a:cubicBezTo>
                  <a:cubicBezTo>
                    <a:pt x="333" y="3688"/>
                    <a:pt x="59" y="3840"/>
                    <a:pt x="59" y="3840"/>
                  </a:cubicBezTo>
                  <a:cubicBezTo>
                    <a:pt x="1" y="3869"/>
                    <a:pt x="1" y="3926"/>
                    <a:pt x="30" y="4020"/>
                  </a:cubicBezTo>
                  <a:cubicBezTo>
                    <a:pt x="59" y="4049"/>
                    <a:pt x="87" y="4078"/>
                    <a:pt x="152" y="4078"/>
                  </a:cubicBezTo>
                  <a:lnTo>
                    <a:pt x="3220" y="4078"/>
                  </a:lnTo>
                  <a:cubicBezTo>
                    <a:pt x="3278" y="4078"/>
                    <a:pt x="3335" y="4049"/>
                    <a:pt x="3335" y="3991"/>
                  </a:cubicBezTo>
                  <a:cubicBezTo>
                    <a:pt x="3364" y="3926"/>
                    <a:pt x="3335" y="3869"/>
                    <a:pt x="3307" y="3840"/>
                  </a:cubicBezTo>
                  <a:cubicBezTo>
                    <a:pt x="3278" y="3840"/>
                    <a:pt x="2318" y="3241"/>
                    <a:pt x="2318" y="2035"/>
                  </a:cubicBezTo>
                  <a:lnTo>
                    <a:pt x="2318" y="1076"/>
                  </a:lnTo>
                  <a:lnTo>
                    <a:pt x="2614" y="1076"/>
                  </a:lnTo>
                  <a:cubicBezTo>
                    <a:pt x="2679" y="1076"/>
                    <a:pt x="2736" y="1039"/>
                    <a:pt x="2736" y="982"/>
                  </a:cubicBezTo>
                  <a:cubicBezTo>
                    <a:pt x="2765" y="953"/>
                    <a:pt x="2736" y="895"/>
                    <a:pt x="2707" y="859"/>
                  </a:cubicBezTo>
                  <a:lnTo>
                    <a:pt x="1776" y="22"/>
                  </a:lnTo>
                  <a:cubicBezTo>
                    <a:pt x="1744" y="7"/>
                    <a:pt x="1713" y="0"/>
                    <a:pt x="16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42" name="Google Shape;742;p47"/>
            <p:cNvSpPr/>
            <p:nvPr/>
          </p:nvSpPr>
          <p:spPr>
            <a:xfrm>
              <a:off x="7369728" y="2504132"/>
              <a:ext cx="21450" cy="34563"/>
            </a:xfrm>
            <a:custGeom>
              <a:avLst/>
              <a:gdLst/>
              <a:ahLst/>
              <a:cxnLst/>
              <a:rect l="l" t="t" r="r" b="b"/>
              <a:pathLst>
                <a:path w="247" h="398" extrusionOk="0">
                  <a:moveTo>
                    <a:pt x="124" y="0"/>
                  </a:moveTo>
                  <a:cubicBezTo>
                    <a:pt x="37" y="0"/>
                    <a:pt x="1" y="58"/>
                    <a:pt x="1" y="123"/>
                  </a:cubicBezTo>
                  <a:lnTo>
                    <a:pt x="1" y="267"/>
                  </a:lnTo>
                  <a:cubicBezTo>
                    <a:pt x="1" y="332"/>
                    <a:pt x="37" y="390"/>
                    <a:pt x="124" y="390"/>
                  </a:cubicBezTo>
                  <a:cubicBezTo>
                    <a:pt x="134" y="395"/>
                    <a:pt x="144" y="398"/>
                    <a:pt x="154" y="398"/>
                  </a:cubicBezTo>
                  <a:cubicBezTo>
                    <a:pt x="202" y="398"/>
                    <a:pt x="246" y="345"/>
                    <a:pt x="246" y="267"/>
                  </a:cubicBezTo>
                  <a:lnTo>
                    <a:pt x="246" y="123"/>
                  </a:lnTo>
                  <a:cubicBezTo>
                    <a:pt x="246" y="58"/>
                    <a:pt x="181" y="0"/>
                    <a:pt x="1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43" name="Google Shape;743;p47"/>
            <p:cNvSpPr/>
            <p:nvPr/>
          </p:nvSpPr>
          <p:spPr>
            <a:xfrm>
              <a:off x="7369728" y="2569351"/>
              <a:ext cx="21450" cy="36387"/>
            </a:xfrm>
            <a:custGeom>
              <a:avLst/>
              <a:gdLst/>
              <a:ahLst/>
              <a:cxnLst/>
              <a:rect l="l" t="t" r="r" b="b"/>
              <a:pathLst>
                <a:path w="247" h="419" extrusionOk="0">
                  <a:moveTo>
                    <a:pt x="124" y="0"/>
                  </a:moveTo>
                  <a:cubicBezTo>
                    <a:pt x="37" y="0"/>
                    <a:pt x="1" y="58"/>
                    <a:pt x="1" y="123"/>
                  </a:cubicBezTo>
                  <a:lnTo>
                    <a:pt x="1" y="274"/>
                  </a:lnTo>
                  <a:cubicBezTo>
                    <a:pt x="1" y="332"/>
                    <a:pt x="37" y="390"/>
                    <a:pt x="124" y="419"/>
                  </a:cubicBezTo>
                  <a:cubicBezTo>
                    <a:pt x="181" y="419"/>
                    <a:pt x="246" y="361"/>
                    <a:pt x="246" y="274"/>
                  </a:cubicBezTo>
                  <a:lnTo>
                    <a:pt x="246" y="123"/>
                  </a:lnTo>
                  <a:cubicBezTo>
                    <a:pt x="246" y="58"/>
                    <a:pt x="181" y="0"/>
                    <a:pt x="1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44" name="Google Shape;744;p47"/>
            <p:cNvSpPr/>
            <p:nvPr/>
          </p:nvSpPr>
          <p:spPr>
            <a:xfrm>
              <a:off x="7369728" y="2634484"/>
              <a:ext cx="21450" cy="37082"/>
            </a:xfrm>
            <a:custGeom>
              <a:avLst/>
              <a:gdLst/>
              <a:ahLst/>
              <a:cxnLst/>
              <a:rect l="l" t="t" r="r" b="b"/>
              <a:pathLst>
                <a:path w="247" h="427" extrusionOk="0">
                  <a:moveTo>
                    <a:pt x="124" y="1"/>
                  </a:moveTo>
                  <a:cubicBezTo>
                    <a:pt x="37" y="1"/>
                    <a:pt x="1" y="66"/>
                    <a:pt x="1" y="152"/>
                  </a:cubicBezTo>
                  <a:lnTo>
                    <a:pt x="1" y="275"/>
                  </a:lnTo>
                  <a:cubicBezTo>
                    <a:pt x="1" y="362"/>
                    <a:pt x="37" y="426"/>
                    <a:pt x="124" y="426"/>
                  </a:cubicBezTo>
                  <a:cubicBezTo>
                    <a:pt x="181" y="426"/>
                    <a:pt x="246" y="362"/>
                    <a:pt x="246" y="275"/>
                  </a:cubicBezTo>
                  <a:lnTo>
                    <a:pt x="246" y="123"/>
                  </a:lnTo>
                  <a:cubicBezTo>
                    <a:pt x="246" y="66"/>
                    <a:pt x="181" y="1"/>
                    <a:pt x="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45" name="Google Shape;745;p47"/>
            <p:cNvSpPr/>
            <p:nvPr/>
          </p:nvSpPr>
          <p:spPr>
            <a:xfrm>
              <a:off x="7369728" y="2699703"/>
              <a:ext cx="21450" cy="37082"/>
            </a:xfrm>
            <a:custGeom>
              <a:avLst/>
              <a:gdLst/>
              <a:ahLst/>
              <a:cxnLst/>
              <a:rect l="l" t="t" r="r" b="b"/>
              <a:pathLst>
                <a:path w="247" h="427" extrusionOk="0">
                  <a:moveTo>
                    <a:pt x="124" y="0"/>
                  </a:moveTo>
                  <a:cubicBezTo>
                    <a:pt x="37" y="36"/>
                    <a:pt x="1" y="94"/>
                    <a:pt x="1" y="152"/>
                  </a:cubicBezTo>
                  <a:lnTo>
                    <a:pt x="1" y="303"/>
                  </a:lnTo>
                  <a:cubicBezTo>
                    <a:pt x="1" y="361"/>
                    <a:pt x="37" y="426"/>
                    <a:pt x="124" y="426"/>
                  </a:cubicBezTo>
                  <a:cubicBezTo>
                    <a:pt x="181" y="426"/>
                    <a:pt x="246" y="361"/>
                    <a:pt x="246" y="303"/>
                  </a:cubicBezTo>
                  <a:lnTo>
                    <a:pt x="246" y="152"/>
                  </a:lnTo>
                  <a:cubicBezTo>
                    <a:pt x="246" y="65"/>
                    <a:pt x="181" y="0"/>
                    <a:pt x="1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746" name="Google Shape;746;p47"/>
          <p:cNvGrpSpPr/>
          <p:nvPr/>
        </p:nvGrpSpPr>
        <p:grpSpPr>
          <a:xfrm>
            <a:off x="5465930" y="3563146"/>
            <a:ext cx="381846" cy="381239"/>
            <a:chOff x="1569408" y="2436395"/>
            <a:chExt cx="381846" cy="381239"/>
          </a:xfrm>
        </p:grpSpPr>
        <p:sp>
          <p:nvSpPr>
            <p:cNvPr id="747" name="Google Shape;747;p47"/>
            <p:cNvSpPr/>
            <p:nvPr/>
          </p:nvSpPr>
          <p:spPr>
            <a:xfrm>
              <a:off x="1655904" y="2683984"/>
              <a:ext cx="128006" cy="21450"/>
            </a:xfrm>
            <a:custGeom>
              <a:avLst/>
              <a:gdLst/>
              <a:ahLst/>
              <a:cxnLst/>
              <a:rect l="l" t="t" r="r" b="b"/>
              <a:pathLst>
                <a:path w="1474" h="247" extrusionOk="0">
                  <a:moveTo>
                    <a:pt x="152" y="1"/>
                  </a:moveTo>
                  <a:cubicBezTo>
                    <a:pt x="87" y="1"/>
                    <a:pt x="30" y="37"/>
                    <a:pt x="30" y="95"/>
                  </a:cubicBezTo>
                  <a:cubicBezTo>
                    <a:pt x="1" y="181"/>
                    <a:pt x="87" y="246"/>
                    <a:pt x="152" y="246"/>
                  </a:cubicBezTo>
                  <a:lnTo>
                    <a:pt x="1322" y="246"/>
                  </a:lnTo>
                  <a:cubicBezTo>
                    <a:pt x="1379" y="246"/>
                    <a:pt x="1444" y="217"/>
                    <a:pt x="1444" y="152"/>
                  </a:cubicBezTo>
                  <a:cubicBezTo>
                    <a:pt x="1473" y="66"/>
                    <a:pt x="1415" y="1"/>
                    <a:pt x="1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48" name="Google Shape;748;p47"/>
            <p:cNvSpPr/>
            <p:nvPr/>
          </p:nvSpPr>
          <p:spPr>
            <a:xfrm>
              <a:off x="1655904" y="2637002"/>
              <a:ext cx="114806" cy="23882"/>
            </a:xfrm>
            <a:custGeom>
              <a:avLst/>
              <a:gdLst/>
              <a:ahLst/>
              <a:cxnLst/>
              <a:rect l="l" t="t" r="r" b="b"/>
              <a:pathLst>
                <a:path w="1322" h="275" extrusionOk="0">
                  <a:moveTo>
                    <a:pt x="152" y="1"/>
                  </a:moveTo>
                  <a:cubicBezTo>
                    <a:pt x="87" y="1"/>
                    <a:pt x="30" y="65"/>
                    <a:pt x="30" y="123"/>
                  </a:cubicBezTo>
                  <a:cubicBezTo>
                    <a:pt x="1" y="217"/>
                    <a:pt x="87" y="275"/>
                    <a:pt x="152" y="275"/>
                  </a:cubicBezTo>
                  <a:lnTo>
                    <a:pt x="1170" y="275"/>
                  </a:lnTo>
                  <a:cubicBezTo>
                    <a:pt x="1235" y="275"/>
                    <a:pt x="1293" y="246"/>
                    <a:pt x="1322" y="181"/>
                  </a:cubicBezTo>
                  <a:cubicBezTo>
                    <a:pt x="1322" y="94"/>
                    <a:pt x="1264" y="1"/>
                    <a:pt x="1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49" name="Google Shape;749;p47"/>
            <p:cNvSpPr/>
            <p:nvPr/>
          </p:nvSpPr>
          <p:spPr>
            <a:xfrm>
              <a:off x="1655904" y="2593147"/>
              <a:ext cx="122969" cy="23274"/>
            </a:xfrm>
            <a:custGeom>
              <a:avLst/>
              <a:gdLst/>
              <a:ahLst/>
              <a:cxnLst/>
              <a:rect l="l" t="t" r="r" b="b"/>
              <a:pathLst>
                <a:path w="1416" h="268" extrusionOk="0">
                  <a:moveTo>
                    <a:pt x="152" y="0"/>
                  </a:moveTo>
                  <a:cubicBezTo>
                    <a:pt x="87" y="0"/>
                    <a:pt x="30" y="58"/>
                    <a:pt x="30" y="116"/>
                  </a:cubicBezTo>
                  <a:cubicBezTo>
                    <a:pt x="1" y="210"/>
                    <a:pt x="87" y="267"/>
                    <a:pt x="152" y="267"/>
                  </a:cubicBezTo>
                  <a:lnTo>
                    <a:pt x="1264" y="267"/>
                  </a:lnTo>
                  <a:cubicBezTo>
                    <a:pt x="1322" y="267"/>
                    <a:pt x="1379" y="210"/>
                    <a:pt x="1415" y="145"/>
                  </a:cubicBezTo>
                  <a:cubicBezTo>
                    <a:pt x="1415" y="87"/>
                    <a:pt x="1350" y="0"/>
                    <a:pt x="12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50" name="Google Shape;750;p47"/>
            <p:cNvSpPr/>
            <p:nvPr/>
          </p:nvSpPr>
          <p:spPr>
            <a:xfrm>
              <a:off x="1658422" y="2504132"/>
              <a:ext cx="83456" cy="67737"/>
            </a:xfrm>
            <a:custGeom>
              <a:avLst/>
              <a:gdLst/>
              <a:ahLst/>
              <a:cxnLst/>
              <a:rect l="l" t="t" r="r" b="b"/>
              <a:pathLst>
                <a:path w="961" h="780" extrusionOk="0">
                  <a:moveTo>
                    <a:pt x="693" y="239"/>
                  </a:moveTo>
                  <a:lnTo>
                    <a:pt x="693" y="513"/>
                  </a:lnTo>
                  <a:lnTo>
                    <a:pt x="239" y="513"/>
                  </a:lnTo>
                  <a:lnTo>
                    <a:pt x="239" y="239"/>
                  </a:lnTo>
                  <a:close/>
                  <a:moveTo>
                    <a:pt x="123" y="0"/>
                  </a:moveTo>
                  <a:cubicBezTo>
                    <a:pt x="58" y="0"/>
                    <a:pt x="1" y="29"/>
                    <a:pt x="1" y="123"/>
                  </a:cubicBezTo>
                  <a:lnTo>
                    <a:pt x="1" y="664"/>
                  </a:lnTo>
                  <a:cubicBezTo>
                    <a:pt x="1" y="722"/>
                    <a:pt x="58" y="780"/>
                    <a:pt x="123" y="780"/>
                  </a:cubicBezTo>
                  <a:lnTo>
                    <a:pt x="845" y="780"/>
                  </a:lnTo>
                  <a:cubicBezTo>
                    <a:pt x="903" y="780"/>
                    <a:pt x="960" y="722"/>
                    <a:pt x="960" y="664"/>
                  </a:cubicBezTo>
                  <a:lnTo>
                    <a:pt x="960" y="123"/>
                  </a:lnTo>
                  <a:cubicBezTo>
                    <a:pt x="960" y="29"/>
                    <a:pt x="903" y="0"/>
                    <a:pt x="8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51" name="Google Shape;751;p47"/>
            <p:cNvSpPr/>
            <p:nvPr/>
          </p:nvSpPr>
          <p:spPr>
            <a:xfrm>
              <a:off x="1569408" y="2436395"/>
              <a:ext cx="381846" cy="381239"/>
            </a:xfrm>
            <a:custGeom>
              <a:avLst/>
              <a:gdLst/>
              <a:ahLst/>
              <a:cxnLst/>
              <a:rect l="l" t="t" r="r" b="b"/>
              <a:pathLst>
                <a:path w="4397" h="4390" extrusionOk="0">
                  <a:moveTo>
                    <a:pt x="2678" y="448"/>
                  </a:moveTo>
                  <a:lnTo>
                    <a:pt x="3010" y="780"/>
                  </a:lnTo>
                  <a:lnTo>
                    <a:pt x="2678" y="780"/>
                  </a:lnTo>
                  <a:lnTo>
                    <a:pt x="2678" y="448"/>
                  </a:lnTo>
                  <a:close/>
                  <a:moveTo>
                    <a:pt x="3342" y="1892"/>
                  </a:moveTo>
                  <a:cubicBezTo>
                    <a:pt x="3609" y="1892"/>
                    <a:pt x="3855" y="2130"/>
                    <a:pt x="3855" y="2404"/>
                  </a:cubicBezTo>
                  <a:cubicBezTo>
                    <a:pt x="3855" y="2556"/>
                    <a:pt x="3790" y="2671"/>
                    <a:pt x="3703" y="2765"/>
                  </a:cubicBezTo>
                  <a:cubicBezTo>
                    <a:pt x="3609" y="2852"/>
                    <a:pt x="3458" y="2917"/>
                    <a:pt x="3342" y="2917"/>
                  </a:cubicBezTo>
                  <a:cubicBezTo>
                    <a:pt x="3039" y="2917"/>
                    <a:pt x="2830" y="2671"/>
                    <a:pt x="2830" y="2404"/>
                  </a:cubicBezTo>
                  <a:cubicBezTo>
                    <a:pt x="2830" y="2130"/>
                    <a:pt x="3039" y="1892"/>
                    <a:pt x="3342" y="1892"/>
                  </a:cubicBezTo>
                  <a:close/>
                  <a:moveTo>
                    <a:pt x="2440" y="268"/>
                  </a:moveTo>
                  <a:lnTo>
                    <a:pt x="2440" y="903"/>
                  </a:lnTo>
                  <a:cubicBezTo>
                    <a:pt x="2440" y="961"/>
                    <a:pt x="2498" y="1019"/>
                    <a:pt x="2556" y="1019"/>
                  </a:cubicBezTo>
                  <a:lnTo>
                    <a:pt x="3191" y="1019"/>
                  </a:lnTo>
                  <a:lnTo>
                    <a:pt x="3191" y="1654"/>
                  </a:lnTo>
                  <a:cubicBezTo>
                    <a:pt x="2830" y="1711"/>
                    <a:pt x="2556" y="2015"/>
                    <a:pt x="2556" y="2404"/>
                  </a:cubicBezTo>
                  <a:cubicBezTo>
                    <a:pt x="2556" y="2794"/>
                    <a:pt x="2830" y="3097"/>
                    <a:pt x="3191" y="3155"/>
                  </a:cubicBezTo>
                  <a:lnTo>
                    <a:pt x="3191" y="3639"/>
                  </a:lnTo>
                  <a:lnTo>
                    <a:pt x="787" y="3639"/>
                  </a:lnTo>
                  <a:lnTo>
                    <a:pt x="787" y="268"/>
                  </a:lnTo>
                  <a:close/>
                  <a:moveTo>
                    <a:pt x="513" y="780"/>
                  </a:moveTo>
                  <a:lnTo>
                    <a:pt x="513" y="3754"/>
                  </a:lnTo>
                  <a:cubicBezTo>
                    <a:pt x="513" y="3819"/>
                    <a:pt x="571" y="3877"/>
                    <a:pt x="636" y="3877"/>
                  </a:cubicBezTo>
                  <a:lnTo>
                    <a:pt x="2678" y="3877"/>
                  </a:lnTo>
                  <a:lnTo>
                    <a:pt x="2678" y="4151"/>
                  </a:lnTo>
                  <a:lnTo>
                    <a:pt x="275" y="4151"/>
                  </a:lnTo>
                  <a:lnTo>
                    <a:pt x="275" y="780"/>
                  </a:lnTo>
                  <a:close/>
                  <a:moveTo>
                    <a:pt x="636" y="1"/>
                  </a:moveTo>
                  <a:cubicBezTo>
                    <a:pt x="571" y="1"/>
                    <a:pt x="513" y="59"/>
                    <a:pt x="513" y="116"/>
                  </a:cubicBezTo>
                  <a:lnTo>
                    <a:pt x="513" y="506"/>
                  </a:lnTo>
                  <a:lnTo>
                    <a:pt x="123" y="506"/>
                  </a:lnTo>
                  <a:cubicBezTo>
                    <a:pt x="66" y="506"/>
                    <a:pt x="1" y="571"/>
                    <a:pt x="1" y="658"/>
                  </a:cubicBezTo>
                  <a:lnTo>
                    <a:pt x="1" y="4266"/>
                  </a:lnTo>
                  <a:cubicBezTo>
                    <a:pt x="1" y="4331"/>
                    <a:pt x="66" y="4389"/>
                    <a:pt x="123" y="4389"/>
                  </a:cubicBezTo>
                  <a:lnTo>
                    <a:pt x="2830" y="4389"/>
                  </a:lnTo>
                  <a:cubicBezTo>
                    <a:pt x="2888" y="4389"/>
                    <a:pt x="2953" y="4331"/>
                    <a:pt x="2953" y="4266"/>
                  </a:cubicBezTo>
                  <a:lnTo>
                    <a:pt x="2953" y="3877"/>
                  </a:lnTo>
                  <a:lnTo>
                    <a:pt x="3342" y="3877"/>
                  </a:lnTo>
                  <a:cubicBezTo>
                    <a:pt x="3400" y="3877"/>
                    <a:pt x="3458" y="3819"/>
                    <a:pt x="3458" y="3754"/>
                  </a:cubicBezTo>
                  <a:lnTo>
                    <a:pt x="3458" y="3155"/>
                  </a:lnTo>
                  <a:cubicBezTo>
                    <a:pt x="3581" y="3126"/>
                    <a:pt x="3674" y="3097"/>
                    <a:pt x="3790" y="3032"/>
                  </a:cubicBezTo>
                  <a:lnTo>
                    <a:pt x="4151" y="3393"/>
                  </a:lnTo>
                  <a:cubicBezTo>
                    <a:pt x="4180" y="3429"/>
                    <a:pt x="4216" y="3458"/>
                    <a:pt x="4245" y="3458"/>
                  </a:cubicBezTo>
                  <a:cubicBezTo>
                    <a:pt x="4273" y="3458"/>
                    <a:pt x="4331" y="3429"/>
                    <a:pt x="4331" y="3393"/>
                  </a:cubicBezTo>
                  <a:cubicBezTo>
                    <a:pt x="4396" y="3364"/>
                    <a:pt x="4396" y="3278"/>
                    <a:pt x="4331" y="3213"/>
                  </a:cubicBezTo>
                  <a:lnTo>
                    <a:pt x="3970" y="2852"/>
                  </a:lnTo>
                  <a:cubicBezTo>
                    <a:pt x="4064" y="2707"/>
                    <a:pt x="4093" y="2556"/>
                    <a:pt x="4093" y="2404"/>
                  </a:cubicBezTo>
                  <a:cubicBezTo>
                    <a:pt x="4093" y="2015"/>
                    <a:pt x="3819" y="1683"/>
                    <a:pt x="3458" y="1625"/>
                  </a:cubicBezTo>
                  <a:lnTo>
                    <a:pt x="3458" y="903"/>
                  </a:lnTo>
                  <a:cubicBezTo>
                    <a:pt x="3458" y="867"/>
                    <a:pt x="3429" y="838"/>
                    <a:pt x="3429" y="809"/>
                  </a:cubicBezTo>
                  <a:lnTo>
                    <a:pt x="2650" y="30"/>
                  </a:lnTo>
                  <a:cubicBezTo>
                    <a:pt x="2621" y="30"/>
                    <a:pt x="2592" y="1"/>
                    <a:pt x="25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752" name="Google Shape;752;p47"/>
          <p:cNvGrpSpPr/>
          <p:nvPr/>
        </p:nvGrpSpPr>
        <p:grpSpPr>
          <a:xfrm>
            <a:off x="5466288" y="2839865"/>
            <a:ext cx="381152" cy="347370"/>
            <a:chOff x="5622885" y="1819634"/>
            <a:chExt cx="381152" cy="347370"/>
          </a:xfrm>
        </p:grpSpPr>
        <p:sp>
          <p:nvSpPr>
            <p:cNvPr id="753" name="Google Shape;753;p47"/>
            <p:cNvSpPr/>
            <p:nvPr/>
          </p:nvSpPr>
          <p:spPr>
            <a:xfrm>
              <a:off x="5622885" y="1819634"/>
              <a:ext cx="381152" cy="347370"/>
            </a:xfrm>
            <a:custGeom>
              <a:avLst/>
              <a:gdLst/>
              <a:ahLst/>
              <a:cxnLst/>
              <a:rect l="l" t="t" r="r" b="b"/>
              <a:pathLst>
                <a:path w="4389" h="4000" extrusionOk="0">
                  <a:moveTo>
                    <a:pt x="4151" y="275"/>
                  </a:moveTo>
                  <a:lnTo>
                    <a:pt x="4151" y="2592"/>
                  </a:lnTo>
                  <a:lnTo>
                    <a:pt x="268" y="2592"/>
                  </a:lnTo>
                  <a:lnTo>
                    <a:pt x="268" y="275"/>
                  </a:lnTo>
                  <a:close/>
                  <a:moveTo>
                    <a:pt x="4151" y="2830"/>
                  </a:moveTo>
                  <a:lnTo>
                    <a:pt x="4151" y="3097"/>
                  </a:lnTo>
                  <a:lnTo>
                    <a:pt x="268" y="3097"/>
                  </a:lnTo>
                  <a:lnTo>
                    <a:pt x="268" y="2830"/>
                  </a:lnTo>
                  <a:close/>
                  <a:moveTo>
                    <a:pt x="2469" y="3343"/>
                  </a:moveTo>
                  <a:lnTo>
                    <a:pt x="2469" y="3732"/>
                  </a:lnTo>
                  <a:lnTo>
                    <a:pt x="1928" y="3732"/>
                  </a:lnTo>
                  <a:lnTo>
                    <a:pt x="1928" y="3343"/>
                  </a:lnTo>
                  <a:close/>
                  <a:moveTo>
                    <a:pt x="123" y="1"/>
                  </a:moveTo>
                  <a:cubicBezTo>
                    <a:pt x="58" y="1"/>
                    <a:pt x="1" y="66"/>
                    <a:pt x="1" y="124"/>
                  </a:cubicBezTo>
                  <a:lnTo>
                    <a:pt x="1" y="3220"/>
                  </a:lnTo>
                  <a:cubicBezTo>
                    <a:pt x="1" y="3314"/>
                    <a:pt x="58" y="3343"/>
                    <a:pt x="123" y="3343"/>
                  </a:cubicBezTo>
                  <a:lnTo>
                    <a:pt x="1682" y="3343"/>
                  </a:lnTo>
                  <a:lnTo>
                    <a:pt x="1682" y="3732"/>
                  </a:lnTo>
                  <a:lnTo>
                    <a:pt x="1567" y="3732"/>
                  </a:lnTo>
                  <a:cubicBezTo>
                    <a:pt x="1502" y="3732"/>
                    <a:pt x="1444" y="3761"/>
                    <a:pt x="1444" y="3819"/>
                  </a:cubicBezTo>
                  <a:cubicBezTo>
                    <a:pt x="1415" y="3913"/>
                    <a:pt x="1473" y="3999"/>
                    <a:pt x="1567" y="3999"/>
                  </a:cubicBezTo>
                  <a:lnTo>
                    <a:pt x="2830" y="3999"/>
                  </a:lnTo>
                  <a:cubicBezTo>
                    <a:pt x="2888" y="3999"/>
                    <a:pt x="2945" y="3971"/>
                    <a:pt x="2945" y="3913"/>
                  </a:cubicBezTo>
                  <a:cubicBezTo>
                    <a:pt x="2974" y="3819"/>
                    <a:pt x="2916" y="3732"/>
                    <a:pt x="2830" y="3732"/>
                  </a:cubicBezTo>
                  <a:lnTo>
                    <a:pt x="2707" y="3732"/>
                  </a:lnTo>
                  <a:lnTo>
                    <a:pt x="2707" y="3343"/>
                  </a:lnTo>
                  <a:lnTo>
                    <a:pt x="4273" y="3343"/>
                  </a:lnTo>
                  <a:cubicBezTo>
                    <a:pt x="4331" y="3343"/>
                    <a:pt x="4389" y="3314"/>
                    <a:pt x="4389" y="3220"/>
                  </a:cubicBezTo>
                  <a:lnTo>
                    <a:pt x="4389" y="124"/>
                  </a:lnTo>
                  <a:cubicBezTo>
                    <a:pt x="4389" y="66"/>
                    <a:pt x="4331" y="1"/>
                    <a:pt x="42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54" name="Google Shape;754;p47"/>
            <p:cNvSpPr/>
            <p:nvPr/>
          </p:nvSpPr>
          <p:spPr>
            <a:xfrm>
              <a:off x="5667435" y="1864185"/>
              <a:ext cx="112201" cy="156751"/>
            </a:xfrm>
            <a:custGeom>
              <a:avLst/>
              <a:gdLst/>
              <a:ahLst/>
              <a:cxnLst/>
              <a:rect l="l" t="t" r="r" b="b"/>
              <a:pathLst>
                <a:path w="1292" h="1805" extrusionOk="0">
                  <a:moveTo>
                    <a:pt x="512" y="275"/>
                  </a:moveTo>
                  <a:lnTo>
                    <a:pt x="512" y="513"/>
                  </a:lnTo>
                  <a:lnTo>
                    <a:pt x="267" y="513"/>
                  </a:lnTo>
                  <a:lnTo>
                    <a:pt x="267" y="275"/>
                  </a:lnTo>
                  <a:close/>
                  <a:moveTo>
                    <a:pt x="1018" y="275"/>
                  </a:moveTo>
                  <a:lnTo>
                    <a:pt x="1018" y="513"/>
                  </a:lnTo>
                  <a:lnTo>
                    <a:pt x="780" y="513"/>
                  </a:lnTo>
                  <a:lnTo>
                    <a:pt x="780" y="275"/>
                  </a:lnTo>
                  <a:close/>
                  <a:moveTo>
                    <a:pt x="512" y="780"/>
                  </a:moveTo>
                  <a:lnTo>
                    <a:pt x="512" y="1025"/>
                  </a:lnTo>
                  <a:lnTo>
                    <a:pt x="267" y="1025"/>
                  </a:lnTo>
                  <a:lnTo>
                    <a:pt x="267" y="780"/>
                  </a:lnTo>
                  <a:close/>
                  <a:moveTo>
                    <a:pt x="1018" y="780"/>
                  </a:moveTo>
                  <a:lnTo>
                    <a:pt x="1018" y="1025"/>
                  </a:lnTo>
                  <a:lnTo>
                    <a:pt x="780" y="1025"/>
                  </a:lnTo>
                  <a:lnTo>
                    <a:pt x="780" y="780"/>
                  </a:lnTo>
                  <a:close/>
                  <a:moveTo>
                    <a:pt x="512" y="1292"/>
                  </a:moveTo>
                  <a:lnTo>
                    <a:pt x="512" y="1567"/>
                  </a:lnTo>
                  <a:lnTo>
                    <a:pt x="267" y="1567"/>
                  </a:lnTo>
                  <a:lnTo>
                    <a:pt x="267" y="1292"/>
                  </a:lnTo>
                  <a:close/>
                  <a:moveTo>
                    <a:pt x="1018" y="1292"/>
                  </a:moveTo>
                  <a:lnTo>
                    <a:pt x="1018" y="1567"/>
                  </a:lnTo>
                  <a:lnTo>
                    <a:pt x="780" y="1567"/>
                  </a:lnTo>
                  <a:lnTo>
                    <a:pt x="780" y="1292"/>
                  </a:lnTo>
                  <a:close/>
                  <a:moveTo>
                    <a:pt x="115" y="0"/>
                  </a:moveTo>
                  <a:cubicBezTo>
                    <a:pt x="58" y="0"/>
                    <a:pt x="0" y="58"/>
                    <a:pt x="0" y="152"/>
                  </a:cubicBezTo>
                  <a:lnTo>
                    <a:pt x="0" y="1682"/>
                  </a:lnTo>
                  <a:cubicBezTo>
                    <a:pt x="0" y="1747"/>
                    <a:pt x="58" y="1805"/>
                    <a:pt x="115" y="1805"/>
                  </a:cubicBezTo>
                  <a:lnTo>
                    <a:pt x="1169" y="1805"/>
                  </a:lnTo>
                  <a:cubicBezTo>
                    <a:pt x="1234" y="1805"/>
                    <a:pt x="1292" y="1747"/>
                    <a:pt x="1292" y="1682"/>
                  </a:cubicBezTo>
                  <a:lnTo>
                    <a:pt x="1292" y="152"/>
                  </a:lnTo>
                  <a:cubicBezTo>
                    <a:pt x="1292" y="58"/>
                    <a:pt x="1234" y="0"/>
                    <a:pt x="11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55" name="Google Shape;755;p47"/>
            <p:cNvSpPr/>
            <p:nvPr/>
          </p:nvSpPr>
          <p:spPr>
            <a:xfrm>
              <a:off x="5813418" y="1864793"/>
              <a:ext cx="146156" cy="156143"/>
            </a:xfrm>
            <a:custGeom>
              <a:avLst/>
              <a:gdLst/>
              <a:ahLst/>
              <a:cxnLst/>
              <a:rect l="l" t="t" r="r" b="b"/>
              <a:pathLst>
                <a:path w="1683" h="1798" extrusionOk="0">
                  <a:moveTo>
                    <a:pt x="845" y="268"/>
                  </a:moveTo>
                  <a:lnTo>
                    <a:pt x="1293" y="535"/>
                  </a:lnTo>
                  <a:lnTo>
                    <a:pt x="845" y="773"/>
                  </a:lnTo>
                  <a:lnTo>
                    <a:pt x="390" y="535"/>
                  </a:lnTo>
                  <a:lnTo>
                    <a:pt x="845" y="268"/>
                  </a:lnTo>
                  <a:close/>
                  <a:moveTo>
                    <a:pt x="275" y="744"/>
                  </a:moveTo>
                  <a:lnTo>
                    <a:pt x="722" y="1018"/>
                  </a:lnTo>
                  <a:lnTo>
                    <a:pt x="722" y="1466"/>
                  </a:lnTo>
                  <a:lnTo>
                    <a:pt x="275" y="1199"/>
                  </a:lnTo>
                  <a:lnTo>
                    <a:pt x="275" y="744"/>
                  </a:lnTo>
                  <a:close/>
                  <a:moveTo>
                    <a:pt x="1415" y="744"/>
                  </a:moveTo>
                  <a:lnTo>
                    <a:pt x="1415" y="1199"/>
                  </a:lnTo>
                  <a:lnTo>
                    <a:pt x="961" y="1466"/>
                  </a:lnTo>
                  <a:lnTo>
                    <a:pt x="961" y="1018"/>
                  </a:lnTo>
                  <a:lnTo>
                    <a:pt x="1415" y="744"/>
                  </a:lnTo>
                  <a:close/>
                  <a:moveTo>
                    <a:pt x="844" y="1"/>
                  </a:moveTo>
                  <a:cubicBezTo>
                    <a:pt x="822" y="1"/>
                    <a:pt x="798" y="8"/>
                    <a:pt x="780" y="22"/>
                  </a:cubicBezTo>
                  <a:lnTo>
                    <a:pt x="58" y="412"/>
                  </a:lnTo>
                  <a:cubicBezTo>
                    <a:pt x="30" y="448"/>
                    <a:pt x="1" y="477"/>
                    <a:pt x="1" y="535"/>
                  </a:cubicBezTo>
                  <a:lnTo>
                    <a:pt x="1" y="1285"/>
                  </a:lnTo>
                  <a:cubicBezTo>
                    <a:pt x="1" y="1314"/>
                    <a:pt x="30" y="1379"/>
                    <a:pt x="58" y="1379"/>
                  </a:cubicBezTo>
                  <a:lnTo>
                    <a:pt x="780" y="1798"/>
                  </a:lnTo>
                  <a:lnTo>
                    <a:pt x="903" y="1798"/>
                  </a:lnTo>
                  <a:lnTo>
                    <a:pt x="1625" y="1379"/>
                  </a:lnTo>
                  <a:cubicBezTo>
                    <a:pt x="1654" y="1379"/>
                    <a:pt x="1682" y="1314"/>
                    <a:pt x="1682" y="1285"/>
                  </a:cubicBezTo>
                  <a:lnTo>
                    <a:pt x="1682" y="535"/>
                  </a:lnTo>
                  <a:cubicBezTo>
                    <a:pt x="1682" y="477"/>
                    <a:pt x="1654" y="448"/>
                    <a:pt x="1625" y="412"/>
                  </a:cubicBezTo>
                  <a:lnTo>
                    <a:pt x="903" y="22"/>
                  </a:lnTo>
                  <a:cubicBezTo>
                    <a:pt x="888" y="8"/>
                    <a:pt x="867" y="1"/>
                    <a:pt x="8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756" name="Google Shape;756;p47"/>
          <p:cNvSpPr txBox="1">
            <a:spLocks noGrp="1"/>
          </p:cNvSpPr>
          <p:nvPr>
            <p:ph type="title" idx="4294967295"/>
          </p:nvPr>
        </p:nvSpPr>
        <p:spPr>
          <a:xfrm>
            <a:off x="4297707" y="1351525"/>
            <a:ext cx="10023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55%</a:t>
            </a:r>
            <a:endParaRPr sz="2800"/>
          </a:p>
        </p:txBody>
      </p:sp>
      <p:sp>
        <p:nvSpPr>
          <p:cNvPr id="757" name="Google Shape;757;p47"/>
          <p:cNvSpPr/>
          <p:nvPr/>
        </p:nvSpPr>
        <p:spPr>
          <a:xfrm>
            <a:off x="4295907" y="1805738"/>
            <a:ext cx="1005900" cy="54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758" name="Google Shape;758;p47"/>
          <p:cNvSpPr txBox="1">
            <a:spLocks noGrp="1"/>
          </p:cNvSpPr>
          <p:nvPr>
            <p:ph type="title" idx="4294967295"/>
          </p:nvPr>
        </p:nvSpPr>
        <p:spPr>
          <a:xfrm>
            <a:off x="4297707" y="2089183"/>
            <a:ext cx="10023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20%</a:t>
            </a:r>
            <a:endParaRPr sz="2800"/>
          </a:p>
        </p:txBody>
      </p:sp>
      <p:sp>
        <p:nvSpPr>
          <p:cNvPr id="759" name="Google Shape;759;p47"/>
          <p:cNvSpPr/>
          <p:nvPr/>
        </p:nvSpPr>
        <p:spPr>
          <a:xfrm>
            <a:off x="4295907" y="2556188"/>
            <a:ext cx="1005900" cy="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760" name="Google Shape;760;p47"/>
          <p:cNvSpPr txBox="1">
            <a:spLocks noGrp="1"/>
          </p:cNvSpPr>
          <p:nvPr>
            <p:ph type="title" idx="4294967295"/>
          </p:nvPr>
        </p:nvSpPr>
        <p:spPr>
          <a:xfrm>
            <a:off x="4297707" y="2826842"/>
            <a:ext cx="10023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15%</a:t>
            </a:r>
            <a:endParaRPr sz="2800"/>
          </a:p>
        </p:txBody>
      </p:sp>
      <p:sp>
        <p:nvSpPr>
          <p:cNvPr id="761" name="Google Shape;761;p47"/>
          <p:cNvSpPr/>
          <p:nvPr/>
        </p:nvSpPr>
        <p:spPr>
          <a:xfrm>
            <a:off x="4295907" y="3283913"/>
            <a:ext cx="1005900" cy="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762" name="Google Shape;762;p47"/>
          <p:cNvSpPr txBox="1">
            <a:spLocks noGrp="1"/>
          </p:cNvSpPr>
          <p:nvPr>
            <p:ph type="title" idx="4294967295"/>
          </p:nvPr>
        </p:nvSpPr>
        <p:spPr>
          <a:xfrm>
            <a:off x="4297707" y="3564500"/>
            <a:ext cx="10023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10%</a:t>
            </a:r>
            <a:endParaRPr sz="2800"/>
          </a:p>
        </p:txBody>
      </p:sp>
      <p:sp>
        <p:nvSpPr>
          <p:cNvPr id="763" name="Google Shape;763;p47"/>
          <p:cNvSpPr/>
          <p:nvPr/>
        </p:nvSpPr>
        <p:spPr>
          <a:xfrm>
            <a:off x="4295903" y="4018713"/>
            <a:ext cx="1005900" cy="5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pic>
        <p:nvPicPr>
          <p:cNvPr id="764" name="Google Shape;764;p47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2129" y="1124350"/>
            <a:ext cx="3144750" cy="3127899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47"/>
          <p:cNvSpPr/>
          <p:nvPr/>
        </p:nvSpPr>
        <p:spPr>
          <a:xfrm>
            <a:off x="7982564" y="928721"/>
            <a:ext cx="279300" cy="279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48"/>
          <p:cNvSpPr txBox="1">
            <a:spLocks noGrp="1"/>
          </p:cNvSpPr>
          <p:nvPr>
            <p:ph type="title"/>
          </p:nvPr>
        </p:nvSpPr>
        <p:spPr>
          <a:xfrm>
            <a:off x="948600" y="368825"/>
            <a:ext cx="748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</a:t>
            </a:r>
            <a:endParaRPr/>
          </a:p>
        </p:txBody>
      </p:sp>
      <p:graphicFrame>
        <p:nvGraphicFramePr>
          <p:cNvPr id="771" name="Google Shape;771;p48"/>
          <p:cNvGraphicFramePr/>
          <p:nvPr/>
        </p:nvGraphicFramePr>
        <p:xfrm>
          <a:off x="719975" y="11561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{2F59831B-0B70-43C8-8F5D-E7B08A6C41D5}</a:tableStyleId>
              </a:tblPr>
              <a:tblGrid>
                <a:gridCol w="1431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8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8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8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8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4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Albert Sans ExtraBold"/>
                          <a:ea typeface="Albert Sans ExtraBold"/>
                          <a:cs typeface="Albert Sans ExtraBold"/>
                          <a:sym typeface="Albert Sans ExtraBold"/>
                        </a:rPr>
                        <a:t>Project Title</a:t>
                      </a:r>
                      <a:endParaRPr sz="1700">
                        <a:solidFill>
                          <a:schemeClr val="dk1"/>
                        </a:solidFill>
                        <a:latin typeface="Albert Sans ExtraBold"/>
                        <a:ea typeface="Albert Sans ExtraBold"/>
                        <a:cs typeface="Albert Sans ExtraBold"/>
                        <a:sym typeface="Albert Sans ExtraBold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Albert Sans ExtraBold"/>
                          <a:ea typeface="Albert Sans ExtraBold"/>
                          <a:cs typeface="Albert Sans ExtraBold"/>
                          <a:sym typeface="Albert Sans ExtraBold"/>
                        </a:rPr>
                        <a:t>Skills</a:t>
                      </a:r>
                      <a:endParaRPr sz="1700">
                        <a:solidFill>
                          <a:schemeClr val="dk1"/>
                        </a:solidFill>
                        <a:latin typeface="Albert Sans ExtraBold"/>
                        <a:ea typeface="Albert Sans ExtraBold"/>
                        <a:cs typeface="Albert Sans ExtraBold"/>
                        <a:sym typeface="Albert Sans ExtraBold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Albert Sans ExtraBold"/>
                          <a:ea typeface="Albert Sans ExtraBold"/>
                          <a:cs typeface="Albert Sans ExtraBold"/>
                          <a:sym typeface="Albert Sans ExtraBold"/>
                        </a:rPr>
                        <a:t>Date</a:t>
                      </a:r>
                      <a:endParaRPr sz="1700">
                        <a:solidFill>
                          <a:schemeClr val="dk1"/>
                        </a:solidFill>
                        <a:latin typeface="Albert Sans ExtraBold"/>
                        <a:ea typeface="Albert Sans ExtraBold"/>
                        <a:cs typeface="Albert Sans ExtraBold"/>
                        <a:sym typeface="Albert Sans ExtraBold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Albert Sans ExtraBold"/>
                          <a:ea typeface="Albert Sans ExtraBold"/>
                          <a:cs typeface="Albert Sans ExtraBold"/>
                          <a:sym typeface="Albert Sans ExtraBold"/>
                        </a:rPr>
                        <a:t>Ref</a:t>
                      </a:r>
                      <a:endParaRPr sz="1700">
                        <a:solidFill>
                          <a:schemeClr val="dk1"/>
                        </a:solidFill>
                        <a:latin typeface="Albert Sans ExtraBold"/>
                        <a:ea typeface="Albert Sans ExtraBold"/>
                        <a:cs typeface="Albert Sans ExtraBold"/>
                        <a:sym typeface="Albert Sans ExtraBold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Albert Sans ExtraBold"/>
                          <a:ea typeface="Albert Sans ExtraBold"/>
                          <a:cs typeface="Albert Sans ExtraBold"/>
                          <a:sym typeface="Albert Sans ExtraBold"/>
                        </a:rPr>
                        <a:t>Category</a:t>
                      </a:r>
                      <a:endParaRPr sz="1700">
                        <a:solidFill>
                          <a:schemeClr val="dk1"/>
                        </a:solidFill>
                        <a:latin typeface="Albert Sans ExtraBold"/>
                        <a:ea typeface="Albert Sans ExtraBold"/>
                        <a:cs typeface="Albert Sans ExtraBold"/>
                        <a:sym typeface="Albert Sans ExtraBold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 ExtraBold"/>
                          <a:ea typeface="Albert Sans ExtraBold"/>
                          <a:cs typeface="Albert Sans ExtraBold"/>
                          <a:sym typeface="Albert Sans ExtraBold"/>
                        </a:rPr>
                        <a:t>Project 1</a:t>
                      </a:r>
                      <a:endParaRPr sz="1200">
                        <a:solidFill>
                          <a:schemeClr val="dk1"/>
                        </a:solidFill>
                        <a:latin typeface="Albert Sans ExtraBold"/>
                        <a:ea typeface="Albert Sans ExtraBold"/>
                        <a:cs typeface="Albert Sans ExtraBold"/>
                        <a:sym typeface="Albert Sa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Graphic design</a:t>
                      </a:r>
                      <a:endParaRPr sz="11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Jan 20XX</a:t>
                      </a:r>
                      <a:endParaRPr sz="11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[Link or reference]</a:t>
                      </a:r>
                      <a:endParaRPr sz="11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Print</a:t>
                      </a:r>
                      <a:endParaRPr sz="11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 ExtraBold"/>
                          <a:ea typeface="Albert Sans ExtraBold"/>
                          <a:cs typeface="Albert Sans ExtraBold"/>
                          <a:sym typeface="Albert Sans ExtraBold"/>
                        </a:rPr>
                        <a:t>Project 2</a:t>
                      </a:r>
                      <a:endParaRPr sz="1200">
                        <a:solidFill>
                          <a:schemeClr val="dk1"/>
                        </a:solidFill>
                        <a:latin typeface="Albert Sans ExtraBold"/>
                        <a:ea typeface="Albert Sans ExtraBold"/>
                        <a:cs typeface="Albert Sans ExtraBold"/>
                        <a:sym typeface="Albert Sa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Copywriting</a:t>
                      </a:r>
                      <a:endParaRPr sz="11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Feb 20XX</a:t>
                      </a:r>
                      <a:endParaRPr sz="11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[Link or reference]</a:t>
                      </a:r>
                      <a:endParaRPr sz="11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Content</a:t>
                      </a:r>
                      <a:endParaRPr sz="11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 ExtraBold"/>
                          <a:ea typeface="Albert Sans ExtraBold"/>
                          <a:cs typeface="Albert Sans ExtraBold"/>
                          <a:sym typeface="Albert Sans ExtraBold"/>
                        </a:rPr>
                        <a:t>Project 3</a:t>
                      </a:r>
                      <a:endParaRPr sz="1200">
                        <a:solidFill>
                          <a:schemeClr val="dk1"/>
                        </a:solidFill>
                        <a:latin typeface="Albert Sans ExtraBold"/>
                        <a:ea typeface="Albert Sans ExtraBold"/>
                        <a:cs typeface="Albert Sans ExtraBold"/>
                        <a:sym typeface="Albert Sa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Video production</a:t>
                      </a:r>
                      <a:endParaRPr sz="11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Mar 20XX</a:t>
                      </a:r>
                      <a:endParaRPr sz="11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[Link or reference]</a:t>
                      </a:r>
                      <a:endParaRPr sz="11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Motion</a:t>
                      </a:r>
                      <a:endParaRPr sz="11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 ExtraBold"/>
                          <a:ea typeface="Albert Sans ExtraBold"/>
                          <a:cs typeface="Albert Sans ExtraBold"/>
                          <a:sym typeface="Albert Sans ExtraBold"/>
                        </a:rPr>
                        <a:t>Project 4</a:t>
                      </a:r>
                      <a:endParaRPr sz="1200">
                        <a:solidFill>
                          <a:schemeClr val="dk1"/>
                        </a:solidFill>
                        <a:latin typeface="Albert Sans ExtraBold"/>
                        <a:ea typeface="Albert Sans ExtraBold"/>
                        <a:cs typeface="Albert Sans ExtraBold"/>
                        <a:sym typeface="Albert Sa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3D modeling</a:t>
                      </a:r>
                      <a:endParaRPr sz="11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Apr 20XX</a:t>
                      </a:r>
                      <a:endParaRPr sz="11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[Link or reference]</a:t>
                      </a:r>
                      <a:endParaRPr sz="11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3D</a:t>
                      </a:r>
                      <a:endParaRPr sz="11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 ExtraBold"/>
                          <a:ea typeface="Albert Sans ExtraBold"/>
                          <a:cs typeface="Albert Sans ExtraBold"/>
                          <a:sym typeface="Albert Sans ExtraBold"/>
                        </a:rPr>
                        <a:t>Project 5</a:t>
                      </a:r>
                      <a:endParaRPr sz="1200">
                        <a:solidFill>
                          <a:schemeClr val="dk1"/>
                        </a:solidFill>
                        <a:latin typeface="Albert Sans ExtraBold"/>
                        <a:ea typeface="Albert Sans ExtraBold"/>
                        <a:cs typeface="Albert Sans ExtraBold"/>
                        <a:sym typeface="Albert Sa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UI/UX design</a:t>
                      </a:r>
                      <a:endParaRPr sz="11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May 20XX</a:t>
                      </a:r>
                      <a:endParaRPr sz="11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[Link or reference]</a:t>
                      </a:r>
                      <a:endParaRPr sz="11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Web</a:t>
                      </a:r>
                      <a:endParaRPr sz="11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 ExtraBold"/>
                          <a:ea typeface="Albert Sans ExtraBold"/>
                          <a:cs typeface="Albert Sans ExtraBold"/>
                          <a:sym typeface="Albert Sans ExtraBold"/>
                        </a:rPr>
                        <a:t>Project 6</a:t>
                      </a:r>
                      <a:endParaRPr sz="1200">
                        <a:solidFill>
                          <a:schemeClr val="dk1"/>
                        </a:solidFill>
                        <a:latin typeface="Albert Sans ExtraBold"/>
                        <a:ea typeface="Albert Sans ExtraBold"/>
                        <a:cs typeface="Albert Sans ExtraBold"/>
                        <a:sym typeface="Albert Sa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HTML/CSS</a:t>
                      </a:r>
                      <a:endParaRPr sz="11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Jun 20XX</a:t>
                      </a:r>
                      <a:endParaRPr sz="11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[Link or reference]</a:t>
                      </a:r>
                      <a:endParaRPr sz="11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Web</a:t>
                      </a:r>
                      <a:endParaRPr sz="11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49"/>
          <p:cNvSpPr txBox="1">
            <a:spLocks noGrp="1"/>
          </p:cNvSpPr>
          <p:nvPr>
            <p:ph type="title"/>
          </p:nvPr>
        </p:nvSpPr>
        <p:spPr>
          <a:xfrm>
            <a:off x="948600" y="368825"/>
            <a:ext cx="748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did I achieve success? </a:t>
            </a:r>
            <a:endParaRPr/>
          </a:p>
        </p:txBody>
      </p:sp>
      <p:sp>
        <p:nvSpPr>
          <p:cNvPr id="777" name="Google Shape;777;p49"/>
          <p:cNvSpPr txBox="1"/>
          <p:nvPr/>
        </p:nvSpPr>
        <p:spPr>
          <a:xfrm flipH="1">
            <a:off x="1340457" y="2138258"/>
            <a:ext cx="2112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Step 2</a:t>
            </a:r>
            <a:endParaRPr sz="2100">
              <a:solidFill>
                <a:schemeClr val="dk1"/>
              </a:solidFill>
              <a:latin typeface="Albert Sans ExtraBold"/>
              <a:ea typeface="Albert Sans ExtraBold"/>
              <a:cs typeface="Albert Sans ExtraBold"/>
              <a:sym typeface="Albert Sans ExtraBold"/>
            </a:endParaRPr>
          </a:p>
        </p:txBody>
      </p:sp>
      <p:sp>
        <p:nvSpPr>
          <p:cNvPr id="778" name="Google Shape;778;p49"/>
          <p:cNvSpPr txBox="1"/>
          <p:nvPr/>
        </p:nvSpPr>
        <p:spPr>
          <a:xfrm flipH="1">
            <a:off x="1340457" y="2436066"/>
            <a:ext cx="21123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Identifying objectives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779" name="Google Shape;779;p49"/>
          <p:cNvSpPr txBox="1"/>
          <p:nvPr/>
        </p:nvSpPr>
        <p:spPr>
          <a:xfrm flipH="1">
            <a:off x="6299193" y="1362638"/>
            <a:ext cx="2112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Step 5</a:t>
            </a:r>
            <a:endParaRPr sz="2100">
              <a:solidFill>
                <a:schemeClr val="dk1"/>
              </a:solidFill>
              <a:latin typeface="Albert Sans ExtraBold"/>
              <a:ea typeface="Albert Sans ExtraBold"/>
              <a:cs typeface="Albert Sans ExtraBold"/>
              <a:sym typeface="Albert Sans ExtraBold"/>
            </a:endParaRPr>
          </a:p>
        </p:txBody>
      </p:sp>
      <p:sp>
        <p:nvSpPr>
          <p:cNvPr id="780" name="Google Shape;780;p49"/>
          <p:cNvSpPr txBox="1"/>
          <p:nvPr/>
        </p:nvSpPr>
        <p:spPr>
          <a:xfrm flipH="1">
            <a:off x="6297543" y="1665161"/>
            <a:ext cx="21156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Research and preparation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781" name="Google Shape;781;p49"/>
          <p:cNvSpPr txBox="1"/>
          <p:nvPr/>
        </p:nvSpPr>
        <p:spPr>
          <a:xfrm flipH="1">
            <a:off x="5994393" y="2138258"/>
            <a:ext cx="2112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Step 6</a:t>
            </a:r>
            <a:endParaRPr sz="2100">
              <a:solidFill>
                <a:schemeClr val="dk1"/>
              </a:solidFill>
              <a:latin typeface="Albert Sans ExtraBold"/>
              <a:ea typeface="Albert Sans ExtraBold"/>
              <a:cs typeface="Albert Sans ExtraBold"/>
              <a:sym typeface="Albert Sans ExtraBold"/>
            </a:endParaRPr>
          </a:p>
        </p:txBody>
      </p:sp>
      <p:sp>
        <p:nvSpPr>
          <p:cNvPr id="782" name="Google Shape;782;p49"/>
          <p:cNvSpPr txBox="1"/>
          <p:nvPr/>
        </p:nvSpPr>
        <p:spPr>
          <a:xfrm flipH="1">
            <a:off x="5994393" y="2436065"/>
            <a:ext cx="21123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Developing strategies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783" name="Google Shape;783;p49"/>
          <p:cNvSpPr txBox="1"/>
          <p:nvPr/>
        </p:nvSpPr>
        <p:spPr>
          <a:xfrm flipH="1">
            <a:off x="5689593" y="2913879"/>
            <a:ext cx="2112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Step 7</a:t>
            </a:r>
            <a:endParaRPr sz="2100">
              <a:solidFill>
                <a:schemeClr val="dk1"/>
              </a:solidFill>
              <a:latin typeface="Albert Sans ExtraBold"/>
              <a:ea typeface="Albert Sans ExtraBold"/>
              <a:cs typeface="Albert Sans ExtraBold"/>
              <a:sym typeface="Albert Sans ExtraBold"/>
            </a:endParaRPr>
          </a:p>
        </p:txBody>
      </p:sp>
      <p:sp>
        <p:nvSpPr>
          <p:cNvPr id="784" name="Google Shape;784;p49"/>
          <p:cNvSpPr txBox="1"/>
          <p:nvPr/>
        </p:nvSpPr>
        <p:spPr>
          <a:xfrm flipH="1">
            <a:off x="5689593" y="3206969"/>
            <a:ext cx="21123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Plans of action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785" name="Google Shape;785;p49"/>
          <p:cNvSpPr txBox="1"/>
          <p:nvPr/>
        </p:nvSpPr>
        <p:spPr>
          <a:xfrm flipH="1">
            <a:off x="1035657" y="2913879"/>
            <a:ext cx="2112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Step 3</a:t>
            </a:r>
            <a:endParaRPr sz="2100">
              <a:solidFill>
                <a:schemeClr val="dk1"/>
              </a:solidFill>
              <a:latin typeface="Albert Sans ExtraBold"/>
              <a:ea typeface="Albert Sans ExtraBold"/>
              <a:cs typeface="Albert Sans ExtraBold"/>
              <a:sym typeface="Albert Sans ExtraBold"/>
            </a:endParaRPr>
          </a:p>
        </p:txBody>
      </p:sp>
      <p:sp>
        <p:nvSpPr>
          <p:cNvPr id="786" name="Google Shape;786;p49"/>
          <p:cNvSpPr txBox="1"/>
          <p:nvPr/>
        </p:nvSpPr>
        <p:spPr>
          <a:xfrm flipH="1">
            <a:off x="1035657" y="3206970"/>
            <a:ext cx="21123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Measuring progress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787" name="Google Shape;787;p49"/>
          <p:cNvSpPr txBox="1"/>
          <p:nvPr/>
        </p:nvSpPr>
        <p:spPr>
          <a:xfrm flipH="1">
            <a:off x="730857" y="3689500"/>
            <a:ext cx="2112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Step 4</a:t>
            </a:r>
            <a:endParaRPr sz="2100">
              <a:solidFill>
                <a:schemeClr val="dk1"/>
              </a:solidFill>
              <a:latin typeface="Albert Sans ExtraBold"/>
              <a:ea typeface="Albert Sans ExtraBold"/>
              <a:cs typeface="Albert Sans ExtraBold"/>
              <a:sym typeface="Albert Sans ExtraBold"/>
            </a:endParaRPr>
          </a:p>
        </p:txBody>
      </p:sp>
      <p:sp>
        <p:nvSpPr>
          <p:cNvPr id="788" name="Google Shape;788;p49"/>
          <p:cNvSpPr txBox="1"/>
          <p:nvPr/>
        </p:nvSpPr>
        <p:spPr>
          <a:xfrm flipH="1">
            <a:off x="730857" y="3977875"/>
            <a:ext cx="21123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Continuous improvement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789" name="Google Shape;789;p49"/>
          <p:cNvSpPr txBox="1"/>
          <p:nvPr/>
        </p:nvSpPr>
        <p:spPr>
          <a:xfrm flipH="1">
            <a:off x="1645257" y="1362638"/>
            <a:ext cx="2112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Step 1</a:t>
            </a:r>
            <a:endParaRPr sz="2100">
              <a:solidFill>
                <a:schemeClr val="dk1"/>
              </a:solidFill>
              <a:latin typeface="Albert Sans ExtraBold"/>
              <a:ea typeface="Albert Sans ExtraBold"/>
              <a:cs typeface="Albert Sans ExtraBold"/>
              <a:sym typeface="Albert Sans ExtraBold"/>
            </a:endParaRPr>
          </a:p>
        </p:txBody>
      </p:sp>
      <p:sp>
        <p:nvSpPr>
          <p:cNvPr id="790" name="Google Shape;790;p49"/>
          <p:cNvSpPr txBox="1"/>
          <p:nvPr/>
        </p:nvSpPr>
        <p:spPr>
          <a:xfrm flipH="1">
            <a:off x="1645257" y="1665161"/>
            <a:ext cx="21123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Analyzing outcomes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791" name="Google Shape;791;p49"/>
          <p:cNvSpPr txBox="1"/>
          <p:nvPr/>
        </p:nvSpPr>
        <p:spPr>
          <a:xfrm flipH="1">
            <a:off x="5384793" y="3689500"/>
            <a:ext cx="2112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rPr>
              <a:t>Step 8</a:t>
            </a:r>
            <a:endParaRPr sz="2100">
              <a:solidFill>
                <a:schemeClr val="dk1"/>
              </a:solidFill>
              <a:latin typeface="Albert Sans ExtraBold"/>
              <a:ea typeface="Albert Sans ExtraBold"/>
              <a:cs typeface="Albert Sans ExtraBold"/>
              <a:sym typeface="Albert Sans ExtraBold"/>
            </a:endParaRPr>
          </a:p>
        </p:txBody>
      </p:sp>
      <p:sp>
        <p:nvSpPr>
          <p:cNvPr id="792" name="Google Shape;792;p49"/>
          <p:cNvSpPr txBox="1"/>
          <p:nvPr/>
        </p:nvSpPr>
        <p:spPr>
          <a:xfrm flipH="1">
            <a:off x="5384793" y="3977873"/>
            <a:ext cx="21123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Focusing on the future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793" name="Google Shape;793;p49"/>
          <p:cNvSpPr/>
          <p:nvPr/>
        </p:nvSpPr>
        <p:spPr>
          <a:xfrm>
            <a:off x="3833750" y="1362650"/>
            <a:ext cx="6036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p49"/>
          <p:cNvSpPr/>
          <p:nvPr/>
        </p:nvSpPr>
        <p:spPr>
          <a:xfrm>
            <a:off x="3528950" y="2138267"/>
            <a:ext cx="6036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49"/>
          <p:cNvSpPr/>
          <p:nvPr/>
        </p:nvSpPr>
        <p:spPr>
          <a:xfrm>
            <a:off x="3224150" y="2913883"/>
            <a:ext cx="6036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p49"/>
          <p:cNvSpPr/>
          <p:nvPr/>
        </p:nvSpPr>
        <p:spPr>
          <a:xfrm>
            <a:off x="2919350" y="3689500"/>
            <a:ext cx="6036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49"/>
          <p:cNvSpPr/>
          <p:nvPr/>
        </p:nvSpPr>
        <p:spPr>
          <a:xfrm>
            <a:off x="5651900" y="1362650"/>
            <a:ext cx="6036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49"/>
          <p:cNvSpPr/>
          <p:nvPr/>
        </p:nvSpPr>
        <p:spPr>
          <a:xfrm>
            <a:off x="5347100" y="2138267"/>
            <a:ext cx="6036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49"/>
          <p:cNvSpPr/>
          <p:nvPr/>
        </p:nvSpPr>
        <p:spPr>
          <a:xfrm>
            <a:off x="5042300" y="2913883"/>
            <a:ext cx="6036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49"/>
          <p:cNvSpPr/>
          <p:nvPr/>
        </p:nvSpPr>
        <p:spPr>
          <a:xfrm>
            <a:off x="4737500" y="3689500"/>
            <a:ext cx="6036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01" name="Google Shape;801;p49"/>
          <p:cNvCxnSpPr>
            <a:stCxn id="796" idx="2"/>
            <a:endCxn id="797" idx="0"/>
          </p:cNvCxnSpPr>
          <p:nvPr/>
        </p:nvCxnSpPr>
        <p:spPr>
          <a:xfrm rot="-5400000">
            <a:off x="3113150" y="1470700"/>
            <a:ext cx="2948700" cy="2732700"/>
          </a:xfrm>
          <a:prstGeom prst="bentConnector5">
            <a:avLst>
              <a:gd name="adj1" fmla="val -8076"/>
              <a:gd name="adj2" fmla="val 49997"/>
              <a:gd name="adj3" fmla="val 10807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802" name="Google Shape;802;p49"/>
          <p:cNvCxnSpPr>
            <a:stCxn id="793" idx="2"/>
            <a:endCxn id="794" idx="0"/>
          </p:cNvCxnSpPr>
          <p:nvPr/>
        </p:nvCxnSpPr>
        <p:spPr>
          <a:xfrm rot="5400000">
            <a:off x="3906350" y="1908950"/>
            <a:ext cx="153600" cy="304800"/>
          </a:xfrm>
          <a:prstGeom prst="bentConnector3">
            <a:avLst>
              <a:gd name="adj1" fmla="val 50038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803" name="Google Shape;803;p49"/>
          <p:cNvCxnSpPr>
            <a:stCxn id="794" idx="2"/>
            <a:endCxn id="795" idx="0"/>
          </p:cNvCxnSpPr>
          <p:nvPr/>
        </p:nvCxnSpPr>
        <p:spPr>
          <a:xfrm rot="5400000">
            <a:off x="3601550" y="2684567"/>
            <a:ext cx="153600" cy="304800"/>
          </a:xfrm>
          <a:prstGeom prst="bentConnector3">
            <a:avLst>
              <a:gd name="adj1" fmla="val 50038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804" name="Google Shape;804;p49"/>
          <p:cNvCxnSpPr>
            <a:stCxn id="795" idx="2"/>
            <a:endCxn id="796" idx="0"/>
          </p:cNvCxnSpPr>
          <p:nvPr/>
        </p:nvCxnSpPr>
        <p:spPr>
          <a:xfrm rot="5400000">
            <a:off x="3296750" y="3460183"/>
            <a:ext cx="153600" cy="304800"/>
          </a:xfrm>
          <a:prstGeom prst="bentConnector3">
            <a:avLst>
              <a:gd name="adj1" fmla="val 50038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805" name="Google Shape;805;p49"/>
          <p:cNvCxnSpPr>
            <a:stCxn id="797" idx="2"/>
            <a:endCxn id="798" idx="0"/>
          </p:cNvCxnSpPr>
          <p:nvPr/>
        </p:nvCxnSpPr>
        <p:spPr>
          <a:xfrm rot="5400000">
            <a:off x="5724500" y="1908950"/>
            <a:ext cx="153600" cy="304800"/>
          </a:xfrm>
          <a:prstGeom prst="bentConnector3">
            <a:avLst>
              <a:gd name="adj1" fmla="val 50038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806" name="Google Shape;806;p49"/>
          <p:cNvCxnSpPr>
            <a:stCxn id="798" idx="2"/>
            <a:endCxn id="799" idx="0"/>
          </p:cNvCxnSpPr>
          <p:nvPr/>
        </p:nvCxnSpPr>
        <p:spPr>
          <a:xfrm rot="5400000">
            <a:off x="5419700" y="2684567"/>
            <a:ext cx="153600" cy="304800"/>
          </a:xfrm>
          <a:prstGeom prst="bentConnector3">
            <a:avLst>
              <a:gd name="adj1" fmla="val 50038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807" name="Google Shape;807;p49"/>
          <p:cNvCxnSpPr>
            <a:stCxn id="799" idx="2"/>
            <a:endCxn id="800" idx="0"/>
          </p:cNvCxnSpPr>
          <p:nvPr/>
        </p:nvCxnSpPr>
        <p:spPr>
          <a:xfrm rot="5400000">
            <a:off x="5114900" y="3460183"/>
            <a:ext cx="153600" cy="304800"/>
          </a:xfrm>
          <a:prstGeom prst="bentConnector3">
            <a:avLst>
              <a:gd name="adj1" fmla="val 50038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808" name="Google Shape;808;p49"/>
          <p:cNvSpPr/>
          <p:nvPr/>
        </p:nvSpPr>
        <p:spPr>
          <a:xfrm rot="7193399">
            <a:off x="7404253" y="3381278"/>
            <a:ext cx="855567" cy="526649"/>
          </a:xfrm>
          <a:custGeom>
            <a:avLst/>
            <a:gdLst/>
            <a:ahLst/>
            <a:cxnLst/>
            <a:rect l="l" t="t" r="r" b="b"/>
            <a:pathLst>
              <a:path w="10783" h="6638" extrusionOk="0">
                <a:moveTo>
                  <a:pt x="4716" y="1"/>
                </a:moveTo>
                <a:cubicBezTo>
                  <a:pt x="4067" y="1"/>
                  <a:pt x="3427" y="476"/>
                  <a:pt x="3575" y="1454"/>
                </a:cubicBezTo>
                <a:cubicBezTo>
                  <a:pt x="3575" y="1625"/>
                  <a:pt x="3633" y="1811"/>
                  <a:pt x="3633" y="2054"/>
                </a:cubicBezTo>
                <a:cubicBezTo>
                  <a:pt x="2675" y="2226"/>
                  <a:pt x="1717" y="2412"/>
                  <a:pt x="887" y="2641"/>
                </a:cubicBezTo>
                <a:cubicBezTo>
                  <a:pt x="1" y="2941"/>
                  <a:pt x="172" y="4256"/>
                  <a:pt x="1073" y="4256"/>
                </a:cubicBezTo>
                <a:lnTo>
                  <a:pt x="3804" y="4256"/>
                </a:lnTo>
                <a:cubicBezTo>
                  <a:pt x="3804" y="4843"/>
                  <a:pt x="3861" y="5500"/>
                  <a:pt x="3990" y="6101"/>
                </a:cubicBezTo>
                <a:cubicBezTo>
                  <a:pt x="4076" y="6458"/>
                  <a:pt x="4401" y="6637"/>
                  <a:pt x="4721" y="6637"/>
                </a:cubicBezTo>
                <a:cubicBezTo>
                  <a:pt x="5041" y="6637"/>
                  <a:pt x="5356" y="6458"/>
                  <a:pt x="5420" y="6101"/>
                </a:cubicBezTo>
                <a:cubicBezTo>
                  <a:pt x="5534" y="5500"/>
                  <a:pt x="5592" y="4914"/>
                  <a:pt x="5649" y="4314"/>
                </a:cubicBezTo>
                <a:cubicBezTo>
                  <a:pt x="6584" y="4413"/>
                  <a:pt x="7573" y="4567"/>
                  <a:pt x="8522" y="4567"/>
                </a:cubicBezTo>
                <a:cubicBezTo>
                  <a:pt x="8661" y="4567"/>
                  <a:pt x="8800" y="4564"/>
                  <a:pt x="8938" y="4557"/>
                </a:cubicBezTo>
                <a:cubicBezTo>
                  <a:pt x="10367" y="4485"/>
                  <a:pt x="10782" y="2340"/>
                  <a:pt x="9295" y="1983"/>
                </a:cubicBezTo>
                <a:cubicBezTo>
                  <a:pt x="8519" y="1808"/>
                  <a:pt x="7602" y="1734"/>
                  <a:pt x="6683" y="1734"/>
                </a:cubicBezTo>
                <a:cubicBezTo>
                  <a:pt x="6399" y="1734"/>
                  <a:pt x="6115" y="1741"/>
                  <a:pt x="5835" y="1754"/>
                </a:cubicBezTo>
                <a:cubicBezTo>
                  <a:pt x="5835" y="1697"/>
                  <a:pt x="5835" y="1568"/>
                  <a:pt x="5892" y="1454"/>
                </a:cubicBezTo>
                <a:cubicBezTo>
                  <a:pt x="6043" y="494"/>
                  <a:pt x="5376" y="1"/>
                  <a:pt x="471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9" name="Google Shape;809;p49"/>
          <p:cNvGrpSpPr/>
          <p:nvPr/>
        </p:nvGrpSpPr>
        <p:grpSpPr>
          <a:xfrm>
            <a:off x="3335056" y="3035157"/>
            <a:ext cx="381788" cy="379352"/>
            <a:chOff x="8038369" y="4213421"/>
            <a:chExt cx="381788" cy="379352"/>
          </a:xfrm>
        </p:grpSpPr>
        <p:sp>
          <p:nvSpPr>
            <p:cNvPr id="810" name="Google Shape;810;p49"/>
            <p:cNvSpPr/>
            <p:nvPr/>
          </p:nvSpPr>
          <p:spPr>
            <a:xfrm>
              <a:off x="8098565" y="4467080"/>
              <a:ext cx="67937" cy="65415"/>
            </a:xfrm>
            <a:custGeom>
              <a:avLst/>
              <a:gdLst/>
              <a:ahLst/>
              <a:cxnLst/>
              <a:rect l="l" t="t" r="r" b="b"/>
              <a:pathLst>
                <a:path w="781" h="752" extrusionOk="0">
                  <a:moveTo>
                    <a:pt x="391" y="239"/>
                  </a:moveTo>
                  <a:cubicBezTo>
                    <a:pt x="448" y="239"/>
                    <a:pt x="513" y="304"/>
                    <a:pt x="513" y="390"/>
                  </a:cubicBezTo>
                  <a:cubicBezTo>
                    <a:pt x="513" y="448"/>
                    <a:pt x="448" y="513"/>
                    <a:pt x="391" y="513"/>
                  </a:cubicBezTo>
                  <a:cubicBezTo>
                    <a:pt x="333" y="513"/>
                    <a:pt x="268" y="448"/>
                    <a:pt x="268" y="390"/>
                  </a:cubicBezTo>
                  <a:cubicBezTo>
                    <a:pt x="268" y="304"/>
                    <a:pt x="333" y="239"/>
                    <a:pt x="391" y="239"/>
                  </a:cubicBezTo>
                  <a:close/>
                  <a:moveTo>
                    <a:pt x="391" y="1"/>
                  </a:moveTo>
                  <a:cubicBezTo>
                    <a:pt x="181" y="1"/>
                    <a:pt x="1" y="181"/>
                    <a:pt x="1" y="390"/>
                  </a:cubicBezTo>
                  <a:cubicBezTo>
                    <a:pt x="1" y="600"/>
                    <a:pt x="181" y="751"/>
                    <a:pt x="391" y="751"/>
                  </a:cubicBezTo>
                  <a:cubicBezTo>
                    <a:pt x="600" y="751"/>
                    <a:pt x="780" y="600"/>
                    <a:pt x="780" y="390"/>
                  </a:cubicBezTo>
                  <a:cubicBezTo>
                    <a:pt x="780" y="181"/>
                    <a:pt x="600" y="1"/>
                    <a:pt x="3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9"/>
            <p:cNvSpPr/>
            <p:nvPr/>
          </p:nvSpPr>
          <p:spPr>
            <a:xfrm>
              <a:off x="8038369" y="4213421"/>
              <a:ext cx="381788" cy="379352"/>
            </a:xfrm>
            <a:custGeom>
              <a:avLst/>
              <a:gdLst/>
              <a:ahLst/>
              <a:cxnLst/>
              <a:rect l="l" t="t" r="r" b="b"/>
              <a:pathLst>
                <a:path w="4389" h="4361" extrusionOk="0">
                  <a:moveTo>
                    <a:pt x="1862" y="239"/>
                  </a:moveTo>
                  <a:lnTo>
                    <a:pt x="1891" y="268"/>
                  </a:lnTo>
                  <a:lnTo>
                    <a:pt x="1891" y="751"/>
                  </a:lnTo>
                  <a:lnTo>
                    <a:pt x="267" y="751"/>
                  </a:lnTo>
                  <a:lnTo>
                    <a:pt x="267" y="268"/>
                  </a:lnTo>
                  <a:cubicBezTo>
                    <a:pt x="267" y="268"/>
                    <a:pt x="267" y="239"/>
                    <a:pt x="303" y="239"/>
                  </a:cubicBezTo>
                  <a:close/>
                  <a:moveTo>
                    <a:pt x="1862" y="1018"/>
                  </a:moveTo>
                  <a:lnTo>
                    <a:pt x="1321" y="1531"/>
                  </a:lnTo>
                  <a:lnTo>
                    <a:pt x="267" y="1531"/>
                  </a:lnTo>
                  <a:lnTo>
                    <a:pt x="267" y="1018"/>
                  </a:lnTo>
                  <a:close/>
                  <a:moveTo>
                    <a:pt x="2707" y="571"/>
                  </a:moveTo>
                  <a:lnTo>
                    <a:pt x="2707" y="600"/>
                  </a:lnTo>
                  <a:lnTo>
                    <a:pt x="3789" y="1682"/>
                  </a:lnTo>
                  <a:cubicBezTo>
                    <a:pt x="3818" y="1682"/>
                    <a:pt x="3818" y="1711"/>
                    <a:pt x="3789" y="1740"/>
                  </a:cubicBezTo>
                  <a:lnTo>
                    <a:pt x="3457" y="2072"/>
                  </a:lnTo>
                  <a:lnTo>
                    <a:pt x="2317" y="932"/>
                  </a:lnTo>
                  <a:lnTo>
                    <a:pt x="2375" y="874"/>
                  </a:lnTo>
                  <a:lnTo>
                    <a:pt x="2649" y="600"/>
                  </a:lnTo>
                  <a:lnTo>
                    <a:pt x="2649" y="571"/>
                  </a:lnTo>
                  <a:close/>
                  <a:moveTo>
                    <a:pt x="1595" y="1654"/>
                  </a:moveTo>
                  <a:lnTo>
                    <a:pt x="2165" y="2224"/>
                  </a:lnTo>
                  <a:lnTo>
                    <a:pt x="989" y="2224"/>
                  </a:lnTo>
                  <a:lnTo>
                    <a:pt x="1595" y="1654"/>
                  </a:lnTo>
                  <a:close/>
                  <a:moveTo>
                    <a:pt x="2136" y="1112"/>
                  </a:moveTo>
                  <a:lnTo>
                    <a:pt x="3248" y="2224"/>
                  </a:lnTo>
                  <a:lnTo>
                    <a:pt x="2526" y="2224"/>
                  </a:lnTo>
                  <a:lnTo>
                    <a:pt x="1776" y="1473"/>
                  </a:lnTo>
                  <a:lnTo>
                    <a:pt x="2136" y="1112"/>
                  </a:lnTo>
                  <a:close/>
                  <a:moveTo>
                    <a:pt x="1083" y="1776"/>
                  </a:moveTo>
                  <a:lnTo>
                    <a:pt x="332" y="2556"/>
                  </a:lnTo>
                  <a:cubicBezTo>
                    <a:pt x="303" y="2556"/>
                    <a:pt x="267" y="2585"/>
                    <a:pt x="267" y="2613"/>
                  </a:cubicBezTo>
                  <a:lnTo>
                    <a:pt x="267" y="1776"/>
                  </a:lnTo>
                  <a:close/>
                  <a:moveTo>
                    <a:pt x="1833" y="2498"/>
                  </a:moveTo>
                  <a:lnTo>
                    <a:pt x="1833" y="4122"/>
                  </a:lnTo>
                  <a:lnTo>
                    <a:pt x="1083" y="4122"/>
                  </a:lnTo>
                  <a:cubicBezTo>
                    <a:pt x="628" y="4122"/>
                    <a:pt x="267" y="3761"/>
                    <a:pt x="267" y="3306"/>
                  </a:cubicBezTo>
                  <a:lnTo>
                    <a:pt x="267" y="3277"/>
                  </a:lnTo>
                  <a:lnTo>
                    <a:pt x="267" y="3249"/>
                  </a:lnTo>
                  <a:cubicBezTo>
                    <a:pt x="303" y="2859"/>
                    <a:pt x="628" y="2498"/>
                    <a:pt x="1025" y="2498"/>
                  </a:cubicBezTo>
                  <a:close/>
                  <a:moveTo>
                    <a:pt x="2584" y="2498"/>
                  </a:moveTo>
                  <a:lnTo>
                    <a:pt x="2584" y="4122"/>
                  </a:lnTo>
                  <a:lnTo>
                    <a:pt x="2071" y="4122"/>
                  </a:lnTo>
                  <a:lnTo>
                    <a:pt x="2071" y="2498"/>
                  </a:lnTo>
                  <a:close/>
                  <a:moveTo>
                    <a:pt x="3371" y="2498"/>
                  </a:moveTo>
                  <a:lnTo>
                    <a:pt x="3371" y="4122"/>
                  </a:lnTo>
                  <a:lnTo>
                    <a:pt x="2858" y="4122"/>
                  </a:lnTo>
                  <a:lnTo>
                    <a:pt x="2858" y="2498"/>
                  </a:lnTo>
                  <a:close/>
                  <a:moveTo>
                    <a:pt x="4092" y="2498"/>
                  </a:moveTo>
                  <a:cubicBezTo>
                    <a:pt x="4121" y="2498"/>
                    <a:pt x="4150" y="2498"/>
                    <a:pt x="4150" y="2527"/>
                  </a:cubicBezTo>
                  <a:lnTo>
                    <a:pt x="4150" y="4057"/>
                  </a:lnTo>
                  <a:cubicBezTo>
                    <a:pt x="4150" y="4086"/>
                    <a:pt x="4121" y="4122"/>
                    <a:pt x="4092" y="4122"/>
                  </a:cubicBezTo>
                  <a:lnTo>
                    <a:pt x="3609" y="4122"/>
                  </a:lnTo>
                  <a:lnTo>
                    <a:pt x="3609" y="2498"/>
                  </a:lnTo>
                  <a:close/>
                  <a:moveTo>
                    <a:pt x="303" y="1"/>
                  </a:moveTo>
                  <a:cubicBezTo>
                    <a:pt x="152" y="1"/>
                    <a:pt x="0" y="116"/>
                    <a:pt x="0" y="268"/>
                  </a:cubicBezTo>
                  <a:lnTo>
                    <a:pt x="0" y="3306"/>
                  </a:lnTo>
                  <a:cubicBezTo>
                    <a:pt x="0" y="3877"/>
                    <a:pt x="484" y="4360"/>
                    <a:pt x="1083" y="4360"/>
                  </a:cubicBezTo>
                  <a:lnTo>
                    <a:pt x="4092" y="4360"/>
                  </a:lnTo>
                  <a:cubicBezTo>
                    <a:pt x="4273" y="4360"/>
                    <a:pt x="4388" y="4237"/>
                    <a:pt x="4388" y="4057"/>
                  </a:cubicBezTo>
                  <a:lnTo>
                    <a:pt x="4388" y="2527"/>
                  </a:lnTo>
                  <a:cubicBezTo>
                    <a:pt x="4388" y="2375"/>
                    <a:pt x="4273" y="2224"/>
                    <a:pt x="4092" y="2224"/>
                  </a:cubicBezTo>
                  <a:lnTo>
                    <a:pt x="3667" y="2224"/>
                  </a:lnTo>
                  <a:lnTo>
                    <a:pt x="3970" y="1921"/>
                  </a:lnTo>
                  <a:cubicBezTo>
                    <a:pt x="3999" y="1892"/>
                    <a:pt x="4027" y="1863"/>
                    <a:pt x="4027" y="1834"/>
                  </a:cubicBezTo>
                  <a:lnTo>
                    <a:pt x="4027" y="1805"/>
                  </a:lnTo>
                  <a:cubicBezTo>
                    <a:pt x="4056" y="1711"/>
                    <a:pt x="4056" y="1596"/>
                    <a:pt x="3970" y="1502"/>
                  </a:cubicBezTo>
                  <a:lnTo>
                    <a:pt x="2887" y="419"/>
                  </a:lnTo>
                  <a:lnTo>
                    <a:pt x="2858" y="390"/>
                  </a:lnTo>
                  <a:cubicBezTo>
                    <a:pt x="2793" y="362"/>
                    <a:pt x="2735" y="333"/>
                    <a:pt x="2678" y="333"/>
                  </a:cubicBezTo>
                  <a:cubicBezTo>
                    <a:pt x="2584" y="333"/>
                    <a:pt x="2526" y="362"/>
                    <a:pt x="2468" y="390"/>
                  </a:cubicBezTo>
                  <a:lnTo>
                    <a:pt x="2468" y="419"/>
                  </a:lnTo>
                  <a:lnTo>
                    <a:pt x="2136" y="722"/>
                  </a:lnTo>
                  <a:lnTo>
                    <a:pt x="2136" y="268"/>
                  </a:lnTo>
                  <a:cubicBezTo>
                    <a:pt x="2136" y="116"/>
                    <a:pt x="2014" y="1"/>
                    <a:pt x="1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2" name="Google Shape;812;p49"/>
          <p:cNvSpPr/>
          <p:nvPr/>
        </p:nvSpPr>
        <p:spPr>
          <a:xfrm>
            <a:off x="3030256" y="3810774"/>
            <a:ext cx="381788" cy="379352"/>
          </a:xfrm>
          <a:custGeom>
            <a:avLst/>
            <a:gdLst/>
            <a:ahLst/>
            <a:cxnLst/>
            <a:rect l="l" t="t" r="r" b="b"/>
            <a:pathLst>
              <a:path w="4389" h="4361" extrusionOk="0">
                <a:moveTo>
                  <a:pt x="2490" y="239"/>
                </a:moveTo>
                <a:lnTo>
                  <a:pt x="2490" y="838"/>
                </a:lnTo>
                <a:lnTo>
                  <a:pt x="1891" y="838"/>
                </a:lnTo>
                <a:lnTo>
                  <a:pt x="1891" y="239"/>
                </a:lnTo>
                <a:close/>
                <a:moveTo>
                  <a:pt x="866" y="1863"/>
                </a:moveTo>
                <a:lnTo>
                  <a:pt x="866" y="2462"/>
                </a:lnTo>
                <a:lnTo>
                  <a:pt x="267" y="2462"/>
                </a:lnTo>
                <a:lnTo>
                  <a:pt x="267" y="1863"/>
                </a:lnTo>
                <a:close/>
                <a:moveTo>
                  <a:pt x="4150" y="1863"/>
                </a:moveTo>
                <a:lnTo>
                  <a:pt x="4150" y="2462"/>
                </a:lnTo>
                <a:lnTo>
                  <a:pt x="3544" y="2462"/>
                </a:lnTo>
                <a:lnTo>
                  <a:pt x="3544" y="1863"/>
                </a:lnTo>
                <a:close/>
                <a:moveTo>
                  <a:pt x="2764" y="751"/>
                </a:moveTo>
                <a:cubicBezTo>
                  <a:pt x="3154" y="932"/>
                  <a:pt x="3457" y="1235"/>
                  <a:pt x="3609" y="1625"/>
                </a:cubicBezTo>
                <a:lnTo>
                  <a:pt x="3486" y="1625"/>
                </a:lnTo>
                <a:cubicBezTo>
                  <a:pt x="3363" y="1625"/>
                  <a:pt x="3277" y="1711"/>
                  <a:pt x="3277" y="1834"/>
                </a:cubicBezTo>
                <a:lnTo>
                  <a:pt x="3277" y="2527"/>
                </a:lnTo>
                <a:cubicBezTo>
                  <a:pt x="3277" y="2642"/>
                  <a:pt x="3363" y="2736"/>
                  <a:pt x="3486" y="2736"/>
                </a:cubicBezTo>
                <a:lnTo>
                  <a:pt x="3609" y="2736"/>
                </a:lnTo>
                <a:cubicBezTo>
                  <a:pt x="3457" y="3126"/>
                  <a:pt x="3154" y="3429"/>
                  <a:pt x="2764" y="3581"/>
                </a:cubicBezTo>
                <a:lnTo>
                  <a:pt x="2764" y="3458"/>
                </a:lnTo>
                <a:cubicBezTo>
                  <a:pt x="2764" y="3335"/>
                  <a:pt x="2671" y="3249"/>
                  <a:pt x="2555" y="3249"/>
                </a:cubicBezTo>
                <a:lnTo>
                  <a:pt x="1862" y="3249"/>
                </a:lnTo>
                <a:cubicBezTo>
                  <a:pt x="1739" y="3249"/>
                  <a:pt x="1653" y="3335"/>
                  <a:pt x="1653" y="3458"/>
                </a:cubicBezTo>
                <a:lnTo>
                  <a:pt x="1653" y="3581"/>
                </a:lnTo>
                <a:cubicBezTo>
                  <a:pt x="1263" y="3429"/>
                  <a:pt x="931" y="3126"/>
                  <a:pt x="780" y="2736"/>
                </a:cubicBezTo>
                <a:lnTo>
                  <a:pt x="902" y="2736"/>
                </a:lnTo>
                <a:cubicBezTo>
                  <a:pt x="1018" y="2736"/>
                  <a:pt x="1112" y="2642"/>
                  <a:pt x="1112" y="2527"/>
                </a:cubicBezTo>
                <a:lnTo>
                  <a:pt x="1112" y="1834"/>
                </a:lnTo>
                <a:cubicBezTo>
                  <a:pt x="1112" y="1711"/>
                  <a:pt x="1018" y="1625"/>
                  <a:pt x="902" y="1625"/>
                </a:cubicBezTo>
                <a:lnTo>
                  <a:pt x="780" y="1625"/>
                </a:lnTo>
                <a:cubicBezTo>
                  <a:pt x="931" y="1235"/>
                  <a:pt x="1263" y="932"/>
                  <a:pt x="1653" y="751"/>
                </a:cubicBezTo>
                <a:lnTo>
                  <a:pt x="1653" y="874"/>
                </a:lnTo>
                <a:cubicBezTo>
                  <a:pt x="1653" y="990"/>
                  <a:pt x="1739" y="1112"/>
                  <a:pt x="1862" y="1112"/>
                </a:cubicBezTo>
                <a:lnTo>
                  <a:pt x="2555" y="1112"/>
                </a:lnTo>
                <a:cubicBezTo>
                  <a:pt x="2671" y="1112"/>
                  <a:pt x="2764" y="990"/>
                  <a:pt x="2764" y="874"/>
                </a:cubicBezTo>
                <a:lnTo>
                  <a:pt x="2764" y="751"/>
                </a:lnTo>
                <a:close/>
                <a:moveTo>
                  <a:pt x="2490" y="3516"/>
                </a:moveTo>
                <a:lnTo>
                  <a:pt x="2490" y="4122"/>
                </a:lnTo>
                <a:lnTo>
                  <a:pt x="1891" y="4122"/>
                </a:lnTo>
                <a:lnTo>
                  <a:pt x="1891" y="3516"/>
                </a:lnTo>
                <a:close/>
                <a:moveTo>
                  <a:pt x="1862" y="1"/>
                </a:moveTo>
                <a:cubicBezTo>
                  <a:pt x="1739" y="1"/>
                  <a:pt x="1653" y="87"/>
                  <a:pt x="1653" y="210"/>
                </a:cubicBezTo>
                <a:lnTo>
                  <a:pt x="1653" y="477"/>
                </a:lnTo>
                <a:cubicBezTo>
                  <a:pt x="1112" y="657"/>
                  <a:pt x="686" y="1083"/>
                  <a:pt x="505" y="1625"/>
                </a:cubicBezTo>
                <a:lnTo>
                  <a:pt x="209" y="1625"/>
                </a:lnTo>
                <a:cubicBezTo>
                  <a:pt x="87" y="1625"/>
                  <a:pt x="0" y="1711"/>
                  <a:pt x="0" y="1834"/>
                </a:cubicBezTo>
                <a:lnTo>
                  <a:pt x="0" y="2527"/>
                </a:lnTo>
                <a:cubicBezTo>
                  <a:pt x="0" y="2642"/>
                  <a:pt x="87" y="2736"/>
                  <a:pt x="209" y="2736"/>
                </a:cubicBezTo>
                <a:lnTo>
                  <a:pt x="505" y="2736"/>
                </a:lnTo>
                <a:cubicBezTo>
                  <a:pt x="686" y="3277"/>
                  <a:pt x="1112" y="3696"/>
                  <a:pt x="1653" y="3877"/>
                </a:cubicBezTo>
                <a:lnTo>
                  <a:pt x="1653" y="4151"/>
                </a:lnTo>
                <a:cubicBezTo>
                  <a:pt x="1653" y="4266"/>
                  <a:pt x="1739" y="4360"/>
                  <a:pt x="1862" y="4360"/>
                </a:cubicBezTo>
                <a:lnTo>
                  <a:pt x="2555" y="4360"/>
                </a:lnTo>
                <a:cubicBezTo>
                  <a:pt x="2671" y="4360"/>
                  <a:pt x="2764" y="4266"/>
                  <a:pt x="2764" y="4151"/>
                </a:cubicBezTo>
                <a:lnTo>
                  <a:pt x="2764" y="3877"/>
                </a:lnTo>
                <a:cubicBezTo>
                  <a:pt x="3277" y="3696"/>
                  <a:pt x="3695" y="3277"/>
                  <a:pt x="3876" y="2736"/>
                </a:cubicBezTo>
                <a:lnTo>
                  <a:pt x="4179" y="2736"/>
                </a:lnTo>
                <a:cubicBezTo>
                  <a:pt x="4294" y="2736"/>
                  <a:pt x="4388" y="2642"/>
                  <a:pt x="4388" y="2527"/>
                </a:cubicBezTo>
                <a:lnTo>
                  <a:pt x="4388" y="1834"/>
                </a:lnTo>
                <a:cubicBezTo>
                  <a:pt x="4388" y="1711"/>
                  <a:pt x="4294" y="1625"/>
                  <a:pt x="4179" y="1625"/>
                </a:cubicBezTo>
                <a:lnTo>
                  <a:pt x="3876" y="1625"/>
                </a:lnTo>
                <a:cubicBezTo>
                  <a:pt x="3695" y="1083"/>
                  <a:pt x="3277" y="657"/>
                  <a:pt x="2764" y="477"/>
                </a:cubicBezTo>
                <a:lnTo>
                  <a:pt x="2764" y="210"/>
                </a:lnTo>
                <a:cubicBezTo>
                  <a:pt x="2764" y="87"/>
                  <a:pt x="2671" y="1"/>
                  <a:pt x="255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3" name="Google Shape;813;p49"/>
          <p:cNvGrpSpPr/>
          <p:nvPr/>
        </p:nvGrpSpPr>
        <p:grpSpPr>
          <a:xfrm>
            <a:off x="4856463" y="3822430"/>
            <a:ext cx="381788" cy="356040"/>
            <a:chOff x="3967994" y="4212812"/>
            <a:chExt cx="381788" cy="356040"/>
          </a:xfrm>
        </p:grpSpPr>
        <p:sp>
          <p:nvSpPr>
            <p:cNvPr id="814" name="Google Shape;814;p49"/>
            <p:cNvSpPr/>
            <p:nvPr/>
          </p:nvSpPr>
          <p:spPr>
            <a:xfrm>
              <a:off x="3967994" y="4212812"/>
              <a:ext cx="381788" cy="356040"/>
            </a:xfrm>
            <a:custGeom>
              <a:avLst/>
              <a:gdLst/>
              <a:ahLst/>
              <a:cxnLst/>
              <a:rect l="l" t="t" r="r" b="b"/>
              <a:pathLst>
                <a:path w="4389" h="4093" extrusionOk="0">
                  <a:moveTo>
                    <a:pt x="4086" y="1025"/>
                  </a:moveTo>
                  <a:cubicBezTo>
                    <a:pt x="4115" y="1025"/>
                    <a:pt x="4151" y="1025"/>
                    <a:pt x="4151" y="1061"/>
                  </a:cubicBezTo>
                  <a:lnTo>
                    <a:pt x="4151" y="1271"/>
                  </a:lnTo>
                  <a:lnTo>
                    <a:pt x="3638" y="1271"/>
                  </a:lnTo>
                  <a:cubicBezTo>
                    <a:pt x="3609" y="1242"/>
                    <a:pt x="3609" y="1177"/>
                    <a:pt x="3544" y="1148"/>
                  </a:cubicBezTo>
                  <a:lnTo>
                    <a:pt x="3429" y="1025"/>
                  </a:lnTo>
                  <a:close/>
                  <a:moveTo>
                    <a:pt x="3068" y="1025"/>
                  </a:moveTo>
                  <a:lnTo>
                    <a:pt x="3364" y="1329"/>
                  </a:lnTo>
                  <a:cubicBezTo>
                    <a:pt x="3393" y="1357"/>
                    <a:pt x="3393" y="1386"/>
                    <a:pt x="3364" y="1386"/>
                  </a:cubicBezTo>
                  <a:lnTo>
                    <a:pt x="2527" y="2260"/>
                  </a:lnTo>
                  <a:lnTo>
                    <a:pt x="2166" y="1899"/>
                  </a:lnTo>
                  <a:lnTo>
                    <a:pt x="3003" y="1025"/>
                  </a:lnTo>
                  <a:close/>
                  <a:moveTo>
                    <a:pt x="2043" y="2144"/>
                  </a:moveTo>
                  <a:lnTo>
                    <a:pt x="2281" y="2353"/>
                  </a:lnTo>
                  <a:lnTo>
                    <a:pt x="1985" y="2440"/>
                  </a:lnTo>
                  <a:lnTo>
                    <a:pt x="2043" y="2144"/>
                  </a:lnTo>
                  <a:close/>
                  <a:moveTo>
                    <a:pt x="4151" y="1538"/>
                  </a:moveTo>
                  <a:lnTo>
                    <a:pt x="4151" y="3342"/>
                  </a:lnTo>
                  <a:lnTo>
                    <a:pt x="1293" y="3342"/>
                  </a:lnTo>
                  <a:lnTo>
                    <a:pt x="1293" y="1538"/>
                  </a:lnTo>
                  <a:lnTo>
                    <a:pt x="2166" y="1538"/>
                  </a:lnTo>
                  <a:lnTo>
                    <a:pt x="1892" y="1783"/>
                  </a:lnTo>
                  <a:lnTo>
                    <a:pt x="1892" y="1812"/>
                  </a:lnTo>
                  <a:lnTo>
                    <a:pt x="1863" y="1812"/>
                  </a:lnTo>
                  <a:lnTo>
                    <a:pt x="1863" y="1841"/>
                  </a:lnTo>
                  <a:lnTo>
                    <a:pt x="1863" y="1870"/>
                  </a:lnTo>
                  <a:lnTo>
                    <a:pt x="1711" y="2440"/>
                  </a:lnTo>
                  <a:cubicBezTo>
                    <a:pt x="1711" y="2505"/>
                    <a:pt x="1711" y="2592"/>
                    <a:pt x="1769" y="2620"/>
                  </a:cubicBezTo>
                  <a:cubicBezTo>
                    <a:pt x="1805" y="2685"/>
                    <a:pt x="1863" y="2714"/>
                    <a:pt x="1921" y="2714"/>
                  </a:cubicBezTo>
                  <a:cubicBezTo>
                    <a:pt x="1949" y="2714"/>
                    <a:pt x="1949" y="2714"/>
                    <a:pt x="1985" y="2685"/>
                  </a:cubicBezTo>
                  <a:lnTo>
                    <a:pt x="2556" y="2563"/>
                  </a:lnTo>
                  <a:lnTo>
                    <a:pt x="2585" y="2563"/>
                  </a:lnTo>
                  <a:lnTo>
                    <a:pt x="2585" y="2534"/>
                  </a:lnTo>
                  <a:lnTo>
                    <a:pt x="2613" y="2534"/>
                  </a:lnTo>
                  <a:lnTo>
                    <a:pt x="3544" y="1567"/>
                  </a:lnTo>
                  <a:cubicBezTo>
                    <a:pt x="3573" y="1567"/>
                    <a:pt x="3573" y="1538"/>
                    <a:pt x="3609" y="1538"/>
                  </a:cubicBezTo>
                  <a:close/>
                  <a:moveTo>
                    <a:pt x="2671" y="1025"/>
                  </a:moveTo>
                  <a:lnTo>
                    <a:pt x="2404" y="1271"/>
                  </a:lnTo>
                  <a:lnTo>
                    <a:pt x="1141" y="1271"/>
                  </a:lnTo>
                  <a:cubicBezTo>
                    <a:pt x="1083" y="1271"/>
                    <a:pt x="1018" y="1329"/>
                    <a:pt x="1018" y="1422"/>
                  </a:cubicBezTo>
                  <a:lnTo>
                    <a:pt x="1018" y="3465"/>
                  </a:lnTo>
                  <a:cubicBezTo>
                    <a:pt x="1018" y="3523"/>
                    <a:pt x="1083" y="3588"/>
                    <a:pt x="1141" y="3588"/>
                  </a:cubicBezTo>
                  <a:lnTo>
                    <a:pt x="4151" y="3588"/>
                  </a:lnTo>
                  <a:lnTo>
                    <a:pt x="4151" y="3797"/>
                  </a:lnTo>
                  <a:cubicBezTo>
                    <a:pt x="4151" y="3826"/>
                    <a:pt x="4115" y="3855"/>
                    <a:pt x="4086" y="3855"/>
                  </a:cubicBezTo>
                  <a:lnTo>
                    <a:pt x="297" y="3855"/>
                  </a:lnTo>
                  <a:cubicBezTo>
                    <a:pt x="268" y="3855"/>
                    <a:pt x="268" y="3826"/>
                    <a:pt x="268" y="3797"/>
                  </a:cubicBezTo>
                  <a:lnTo>
                    <a:pt x="268" y="1061"/>
                  </a:lnTo>
                  <a:cubicBezTo>
                    <a:pt x="268" y="1025"/>
                    <a:pt x="268" y="1025"/>
                    <a:pt x="297" y="1025"/>
                  </a:cubicBezTo>
                  <a:close/>
                  <a:moveTo>
                    <a:pt x="2177" y="0"/>
                  </a:moveTo>
                  <a:cubicBezTo>
                    <a:pt x="2111" y="0"/>
                    <a:pt x="2072" y="52"/>
                    <a:pt x="2072" y="123"/>
                  </a:cubicBezTo>
                  <a:lnTo>
                    <a:pt x="2072" y="758"/>
                  </a:lnTo>
                  <a:lnTo>
                    <a:pt x="297" y="758"/>
                  </a:lnTo>
                  <a:cubicBezTo>
                    <a:pt x="145" y="758"/>
                    <a:pt x="1" y="910"/>
                    <a:pt x="1" y="1061"/>
                  </a:cubicBezTo>
                  <a:lnTo>
                    <a:pt x="1" y="3797"/>
                  </a:lnTo>
                  <a:cubicBezTo>
                    <a:pt x="1" y="3977"/>
                    <a:pt x="145" y="4093"/>
                    <a:pt x="297" y="4093"/>
                  </a:cubicBezTo>
                  <a:lnTo>
                    <a:pt x="4086" y="4093"/>
                  </a:lnTo>
                  <a:cubicBezTo>
                    <a:pt x="4266" y="4093"/>
                    <a:pt x="4389" y="3977"/>
                    <a:pt x="4389" y="3797"/>
                  </a:cubicBezTo>
                  <a:lnTo>
                    <a:pt x="4389" y="1061"/>
                  </a:lnTo>
                  <a:cubicBezTo>
                    <a:pt x="4389" y="910"/>
                    <a:pt x="4266" y="758"/>
                    <a:pt x="4086" y="758"/>
                  </a:cubicBezTo>
                  <a:lnTo>
                    <a:pt x="2310" y="758"/>
                  </a:lnTo>
                  <a:lnTo>
                    <a:pt x="2310" y="123"/>
                  </a:lnTo>
                  <a:cubicBezTo>
                    <a:pt x="2310" y="65"/>
                    <a:pt x="2281" y="8"/>
                    <a:pt x="2224" y="8"/>
                  </a:cubicBezTo>
                  <a:cubicBezTo>
                    <a:pt x="2207" y="3"/>
                    <a:pt x="2192" y="0"/>
                    <a:pt x="2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9"/>
            <p:cNvSpPr/>
            <p:nvPr/>
          </p:nvSpPr>
          <p:spPr>
            <a:xfrm>
              <a:off x="4011923" y="4323287"/>
              <a:ext cx="24009" cy="37144"/>
            </a:xfrm>
            <a:custGeom>
              <a:avLst/>
              <a:gdLst/>
              <a:ahLst/>
              <a:cxnLst/>
              <a:rect l="l" t="t" r="r" b="b"/>
              <a:pathLst>
                <a:path w="276" h="427" extrusionOk="0">
                  <a:moveTo>
                    <a:pt x="124" y="1"/>
                  </a:moveTo>
                  <a:cubicBezTo>
                    <a:pt x="66" y="30"/>
                    <a:pt x="1" y="59"/>
                    <a:pt x="1" y="152"/>
                  </a:cubicBezTo>
                  <a:lnTo>
                    <a:pt x="1" y="297"/>
                  </a:lnTo>
                  <a:cubicBezTo>
                    <a:pt x="1" y="362"/>
                    <a:pt x="66" y="419"/>
                    <a:pt x="124" y="419"/>
                  </a:cubicBezTo>
                  <a:cubicBezTo>
                    <a:pt x="140" y="424"/>
                    <a:pt x="155" y="427"/>
                    <a:pt x="170" y="427"/>
                  </a:cubicBezTo>
                  <a:cubicBezTo>
                    <a:pt x="236" y="427"/>
                    <a:pt x="275" y="374"/>
                    <a:pt x="275" y="297"/>
                  </a:cubicBezTo>
                  <a:lnTo>
                    <a:pt x="275" y="152"/>
                  </a:lnTo>
                  <a:cubicBezTo>
                    <a:pt x="275" y="59"/>
                    <a:pt x="217" y="1"/>
                    <a:pt x="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9"/>
            <p:cNvSpPr/>
            <p:nvPr/>
          </p:nvSpPr>
          <p:spPr>
            <a:xfrm>
              <a:off x="4011923" y="4386093"/>
              <a:ext cx="24009" cy="39057"/>
            </a:xfrm>
            <a:custGeom>
              <a:avLst/>
              <a:gdLst/>
              <a:ahLst/>
              <a:cxnLst/>
              <a:rect l="l" t="t" r="r" b="b"/>
              <a:pathLst>
                <a:path w="276" h="449" extrusionOk="0">
                  <a:moveTo>
                    <a:pt x="124" y="1"/>
                  </a:moveTo>
                  <a:cubicBezTo>
                    <a:pt x="66" y="29"/>
                    <a:pt x="1" y="87"/>
                    <a:pt x="1" y="152"/>
                  </a:cubicBezTo>
                  <a:lnTo>
                    <a:pt x="1" y="296"/>
                  </a:lnTo>
                  <a:cubicBezTo>
                    <a:pt x="1" y="361"/>
                    <a:pt x="66" y="419"/>
                    <a:pt x="124" y="448"/>
                  </a:cubicBezTo>
                  <a:cubicBezTo>
                    <a:pt x="217" y="448"/>
                    <a:pt x="275" y="390"/>
                    <a:pt x="275" y="296"/>
                  </a:cubicBezTo>
                  <a:lnTo>
                    <a:pt x="275" y="152"/>
                  </a:lnTo>
                  <a:cubicBezTo>
                    <a:pt x="275" y="58"/>
                    <a:pt x="217" y="1"/>
                    <a:pt x="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7" name="Google Shape;817;p49"/>
          <p:cNvSpPr/>
          <p:nvPr/>
        </p:nvSpPr>
        <p:spPr>
          <a:xfrm>
            <a:off x="5191176" y="3035157"/>
            <a:ext cx="305848" cy="379352"/>
          </a:xfrm>
          <a:custGeom>
            <a:avLst/>
            <a:gdLst/>
            <a:ahLst/>
            <a:cxnLst/>
            <a:rect l="l" t="t" r="r" b="b"/>
            <a:pathLst>
              <a:path w="3516" h="4361" extrusionOk="0">
                <a:moveTo>
                  <a:pt x="1769" y="903"/>
                </a:moveTo>
                <a:lnTo>
                  <a:pt x="1921" y="1177"/>
                </a:lnTo>
                <a:lnTo>
                  <a:pt x="1589" y="1177"/>
                </a:lnTo>
                <a:lnTo>
                  <a:pt x="1740" y="903"/>
                </a:lnTo>
                <a:close/>
                <a:moveTo>
                  <a:pt x="2101" y="1415"/>
                </a:moveTo>
                <a:lnTo>
                  <a:pt x="2310" y="1747"/>
                </a:lnTo>
                <a:lnTo>
                  <a:pt x="1228" y="1747"/>
                </a:lnTo>
                <a:lnTo>
                  <a:pt x="1444" y="1415"/>
                </a:lnTo>
                <a:close/>
                <a:moveTo>
                  <a:pt x="1769" y="239"/>
                </a:moveTo>
                <a:cubicBezTo>
                  <a:pt x="2585" y="239"/>
                  <a:pt x="3249" y="903"/>
                  <a:pt x="3249" y="1747"/>
                </a:cubicBezTo>
                <a:cubicBezTo>
                  <a:pt x="3249" y="2224"/>
                  <a:pt x="3032" y="2650"/>
                  <a:pt x="2671" y="2945"/>
                </a:cubicBezTo>
                <a:lnTo>
                  <a:pt x="2671" y="1899"/>
                </a:lnTo>
                <a:lnTo>
                  <a:pt x="2671" y="1863"/>
                </a:lnTo>
                <a:lnTo>
                  <a:pt x="2642" y="1863"/>
                </a:lnTo>
                <a:lnTo>
                  <a:pt x="2642" y="1834"/>
                </a:lnTo>
                <a:lnTo>
                  <a:pt x="2014" y="780"/>
                </a:lnTo>
                <a:cubicBezTo>
                  <a:pt x="1986" y="751"/>
                  <a:pt x="1949" y="722"/>
                  <a:pt x="1949" y="722"/>
                </a:cubicBezTo>
                <a:cubicBezTo>
                  <a:pt x="1892" y="665"/>
                  <a:pt x="1834" y="665"/>
                  <a:pt x="1769" y="665"/>
                </a:cubicBezTo>
                <a:cubicBezTo>
                  <a:pt x="1654" y="665"/>
                  <a:pt x="1560" y="694"/>
                  <a:pt x="1531" y="780"/>
                </a:cubicBezTo>
                <a:lnTo>
                  <a:pt x="1264" y="1235"/>
                </a:lnTo>
                <a:lnTo>
                  <a:pt x="867" y="1834"/>
                </a:lnTo>
                <a:lnTo>
                  <a:pt x="867" y="1863"/>
                </a:lnTo>
                <a:lnTo>
                  <a:pt x="867" y="1899"/>
                </a:lnTo>
                <a:lnTo>
                  <a:pt x="867" y="2945"/>
                </a:lnTo>
                <a:cubicBezTo>
                  <a:pt x="477" y="2650"/>
                  <a:pt x="268" y="2224"/>
                  <a:pt x="268" y="1747"/>
                </a:cubicBezTo>
                <a:cubicBezTo>
                  <a:pt x="268" y="903"/>
                  <a:pt x="932" y="239"/>
                  <a:pt x="1769" y="239"/>
                </a:cubicBezTo>
                <a:close/>
                <a:moveTo>
                  <a:pt x="1379" y="2014"/>
                </a:moveTo>
                <a:lnTo>
                  <a:pt x="1379" y="3039"/>
                </a:lnTo>
                <a:lnTo>
                  <a:pt x="1112" y="3039"/>
                </a:lnTo>
                <a:lnTo>
                  <a:pt x="1112" y="2014"/>
                </a:lnTo>
                <a:close/>
                <a:moveTo>
                  <a:pt x="1892" y="2014"/>
                </a:moveTo>
                <a:lnTo>
                  <a:pt x="1892" y="3039"/>
                </a:lnTo>
                <a:lnTo>
                  <a:pt x="1625" y="3039"/>
                </a:lnTo>
                <a:lnTo>
                  <a:pt x="1625" y="2014"/>
                </a:lnTo>
                <a:close/>
                <a:moveTo>
                  <a:pt x="2404" y="2014"/>
                </a:moveTo>
                <a:lnTo>
                  <a:pt x="2404" y="3039"/>
                </a:lnTo>
                <a:lnTo>
                  <a:pt x="2130" y="3039"/>
                </a:lnTo>
                <a:lnTo>
                  <a:pt x="2130" y="2014"/>
                </a:lnTo>
                <a:close/>
                <a:moveTo>
                  <a:pt x="2404" y="3306"/>
                </a:moveTo>
                <a:lnTo>
                  <a:pt x="2404" y="3458"/>
                </a:lnTo>
                <a:cubicBezTo>
                  <a:pt x="2404" y="3552"/>
                  <a:pt x="2346" y="3609"/>
                  <a:pt x="2281" y="3609"/>
                </a:cubicBezTo>
                <a:lnTo>
                  <a:pt x="1264" y="3609"/>
                </a:lnTo>
                <a:cubicBezTo>
                  <a:pt x="1170" y="3609"/>
                  <a:pt x="1112" y="3552"/>
                  <a:pt x="1112" y="3458"/>
                </a:cubicBezTo>
                <a:lnTo>
                  <a:pt x="1112" y="3306"/>
                </a:lnTo>
                <a:close/>
                <a:moveTo>
                  <a:pt x="2130" y="3848"/>
                </a:moveTo>
                <a:cubicBezTo>
                  <a:pt x="2072" y="3999"/>
                  <a:pt x="1921" y="4122"/>
                  <a:pt x="1769" y="4122"/>
                </a:cubicBezTo>
                <a:cubicBezTo>
                  <a:pt x="1589" y="4122"/>
                  <a:pt x="1444" y="3999"/>
                  <a:pt x="1408" y="3848"/>
                </a:cubicBezTo>
                <a:close/>
                <a:moveTo>
                  <a:pt x="1769" y="1"/>
                </a:moveTo>
                <a:cubicBezTo>
                  <a:pt x="780" y="1"/>
                  <a:pt x="1" y="780"/>
                  <a:pt x="1" y="1747"/>
                </a:cubicBezTo>
                <a:cubicBezTo>
                  <a:pt x="1" y="2375"/>
                  <a:pt x="326" y="2945"/>
                  <a:pt x="867" y="3249"/>
                </a:cubicBezTo>
                <a:lnTo>
                  <a:pt x="867" y="3458"/>
                </a:lnTo>
                <a:cubicBezTo>
                  <a:pt x="867" y="3638"/>
                  <a:pt x="961" y="3790"/>
                  <a:pt x="1141" y="3848"/>
                </a:cubicBezTo>
                <a:cubicBezTo>
                  <a:pt x="1170" y="4151"/>
                  <a:pt x="1444" y="4360"/>
                  <a:pt x="1769" y="4360"/>
                </a:cubicBezTo>
                <a:cubicBezTo>
                  <a:pt x="2072" y="4360"/>
                  <a:pt x="2346" y="4151"/>
                  <a:pt x="2404" y="3848"/>
                </a:cubicBezTo>
                <a:cubicBezTo>
                  <a:pt x="2556" y="3790"/>
                  <a:pt x="2671" y="3638"/>
                  <a:pt x="2671" y="3458"/>
                </a:cubicBezTo>
                <a:lnTo>
                  <a:pt x="2671" y="3249"/>
                </a:lnTo>
                <a:cubicBezTo>
                  <a:pt x="3184" y="2945"/>
                  <a:pt x="3516" y="2375"/>
                  <a:pt x="3516" y="1747"/>
                </a:cubicBezTo>
                <a:cubicBezTo>
                  <a:pt x="3516" y="780"/>
                  <a:pt x="2736" y="1"/>
                  <a:pt x="17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p49"/>
          <p:cNvSpPr/>
          <p:nvPr/>
        </p:nvSpPr>
        <p:spPr>
          <a:xfrm>
            <a:off x="3944302" y="1489665"/>
            <a:ext cx="382484" cy="367870"/>
          </a:xfrm>
          <a:custGeom>
            <a:avLst/>
            <a:gdLst/>
            <a:ahLst/>
            <a:cxnLst/>
            <a:rect l="l" t="t" r="r" b="b"/>
            <a:pathLst>
              <a:path w="4397" h="4229" extrusionOk="0">
                <a:moveTo>
                  <a:pt x="3596" y="268"/>
                </a:moveTo>
                <a:cubicBezTo>
                  <a:pt x="3701" y="268"/>
                  <a:pt x="3808" y="306"/>
                  <a:pt x="3884" y="382"/>
                </a:cubicBezTo>
                <a:cubicBezTo>
                  <a:pt x="3941" y="439"/>
                  <a:pt x="3970" y="533"/>
                  <a:pt x="3970" y="656"/>
                </a:cubicBezTo>
                <a:cubicBezTo>
                  <a:pt x="3970" y="742"/>
                  <a:pt x="3941" y="865"/>
                  <a:pt x="3884" y="923"/>
                </a:cubicBezTo>
                <a:lnTo>
                  <a:pt x="3790" y="1017"/>
                </a:lnTo>
                <a:lnTo>
                  <a:pt x="3220" y="475"/>
                </a:lnTo>
                <a:lnTo>
                  <a:pt x="3314" y="382"/>
                </a:lnTo>
                <a:cubicBezTo>
                  <a:pt x="3386" y="306"/>
                  <a:pt x="3490" y="268"/>
                  <a:pt x="3596" y="268"/>
                </a:cubicBezTo>
                <a:close/>
                <a:moveTo>
                  <a:pt x="3039" y="656"/>
                </a:moveTo>
                <a:lnTo>
                  <a:pt x="3581" y="1197"/>
                </a:lnTo>
                <a:lnTo>
                  <a:pt x="2137" y="2641"/>
                </a:lnTo>
                <a:cubicBezTo>
                  <a:pt x="2079" y="2727"/>
                  <a:pt x="1957" y="2756"/>
                  <a:pt x="1834" y="2756"/>
                </a:cubicBezTo>
                <a:lnTo>
                  <a:pt x="1473" y="2756"/>
                </a:lnTo>
                <a:lnTo>
                  <a:pt x="1473" y="2395"/>
                </a:lnTo>
                <a:cubicBezTo>
                  <a:pt x="1473" y="2280"/>
                  <a:pt x="1538" y="2186"/>
                  <a:pt x="1596" y="2099"/>
                </a:cubicBezTo>
                <a:lnTo>
                  <a:pt x="3039" y="656"/>
                </a:lnTo>
                <a:close/>
                <a:moveTo>
                  <a:pt x="1235" y="2698"/>
                </a:moveTo>
                <a:lnTo>
                  <a:pt x="1235" y="2850"/>
                </a:lnTo>
                <a:lnTo>
                  <a:pt x="1083" y="3002"/>
                </a:lnTo>
                <a:cubicBezTo>
                  <a:pt x="1026" y="3030"/>
                  <a:pt x="1026" y="3117"/>
                  <a:pt x="1083" y="3182"/>
                </a:cubicBezTo>
                <a:cubicBezTo>
                  <a:pt x="1112" y="3182"/>
                  <a:pt x="1148" y="3211"/>
                  <a:pt x="1177" y="3211"/>
                </a:cubicBezTo>
                <a:cubicBezTo>
                  <a:pt x="1206" y="3211"/>
                  <a:pt x="1235" y="3182"/>
                  <a:pt x="1264" y="3182"/>
                </a:cubicBezTo>
                <a:lnTo>
                  <a:pt x="1415" y="3030"/>
                </a:lnTo>
                <a:lnTo>
                  <a:pt x="1567" y="3030"/>
                </a:lnTo>
                <a:lnTo>
                  <a:pt x="1567" y="3449"/>
                </a:lnTo>
                <a:lnTo>
                  <a:pt x="787" y="3449"/>
                </a:lnTo>
                <a:lnTo>
                  <a:pt x="787" y="2698"/>
                </a:lnTo>
                <a:close/>
                <a:moveTo>
                  <a:pt x="2592" y="2698"/>
                </a:moveTo>
                <a:lnTo>
                  <a:pt x="2592" y="3449"/>
                </a:lnTo>
                <a:lnTo>
                  <a:pt x="1805" y="3449"/>
                </a:lnTo>
                <a:lnTo>
                  <a:pt x="1805" y="3030"/>
                </a:lnTo>
                <a:lnTo>
                  <a:pt x="1834" y="3030"/>
                </a:lnTo>
                <a:cubicBezTo>
                  <a:pt x="1986" y="3030"/>
                  <a:pt x="2108" y="3002"/>
                  <a:pt x="2195" y="2908"/>
                </a:cubicBezTo>
                <a:cubicBezTo>
                  <a:pt x="2260" y="2908"/>
                  <a:pt x="2289" y="2879"/>
                  <a:pt x="2318" y="2821"/>
                </a:cubicBezTo>
                <a:lnTo>
                  <a:pt x="2469" y="2698"/>
                </a:lnTo>
                <a:close/>
                <a:moveTo>
                  <a:pt x="3609" y="2698"/>
                </a:moveTo>
                <a:lnTo>
                  <a:pt x="3609" y="3449"/>
                </a:lnTo>
                <a:lnTo>
                  <a:pt x="2859" y="3449"/>
                </a:lnTo>
                <a:lnTo>
                  <a:pt x="2859" y="2698"/>
                </a:lnTo>
                <a:close/>
                <a:moveTo>
                  <a:pt x="3913" y="2157"/>
                </a:moveTo>
                <a:cubicBezTo>
                  <a:pt x="4035" y="2157"/>
                  <a:pt x="4151" y="2244"/>
                  <a:pt x="4151" y="2366"/>
                </a:cubicBezTo>
                <a:lnTo>
                  <a:pt x="4151" y="3781"/>
                </a:lnTo>
                <a:cubicBezTo>
                  <a:pt x="4151" y="3868"/>
                  <a:pt x="4035" y="3990"/>
                  <a:pt x="3913" y="3990"/>
                </a:cubicBezTo>
                <a:lnTo>
                  <a:pt x="484" y="3990"/>
                </a:lnTo>
                <a:cubicBezTo>
                  <a:pt x="362" y="3990"/>
                  <a:pt x="275" y="3868"/>
                  <a:pt x="275" y="3781"/>
                </a:cubicBezTo>
                <a:lnTo>
                  <a:pt x="275" y="2366"/>
                </a:lnTo>
                <a:cubicBezTo>
                  <a:pt x="275" y="2244"/>
                  <a:pt x="362" y="2157"/>
                  <a:pt x="484" y="2157"/>
                </a:cubicBezTo>
                <a:lnTo>
                  <a:pt x="1264" y="2157"/>
                </a:lnTo>
                <a:cubicBezTo>
                  <a:pt x="1235" y="2244"/>
                  <a:pt x="1235" y="2309"/>
                  <a:pt x="1235" y="2395"/>
                </a:cubicBezTo>
                <a:lnTo>
                  <a:pt x="1235" y="2424"/>
                </a:lnTo>
                <a:lnTo>
                  <a:pt x="751" y="2424"/>
                </a:lnTo>
                <a:cubicBezTo>
                  <a:pt x="636" y="2424"/>
                  <a:pt x="542" y="2518"/>
                  <a:pt x="542" y="2641"/>
                </a:cubicBezTo>
                <a:lnTo>
                  <a:pt x="542" y="3507"/>
                </a:lnTo>
                <a:cubicBezTo>
                  <a:pt x="542" y="3629"/>
                  <a:pt x="636" y="3723"/>
                  <a:pt x="751" y="3723"/>
                </a:cubicBezTo>
                <a:lnTo>
                  <a:pt x="3674" y="3723"/>
                </a:lnTo>
                <a:cubicBezTo>
                  <a:pt x="3790" y="3723"/>
                  <a:pt x="3884" y="3629"/>
                  <a:pt x="3884" y="3507"/>
                </a:cubicBezTo>
                <a:lnTo>
                  <a:pt x="3884" y="2641"/>
                </a:lnTo>
                <a:cubicBezTo>
                  <a:pt x="3884" y="2518"/>
                  <a:pt x="3790" y="2424"/>
                  <a:pt x="3674" y="2424"/>
                </a:cubicBezTo>
                <a:lnTo>
                  <a:pt x="2736" y="2424"/>
                </a:lnTo>
                <a:lnTo>
                  <a:pt x="2982" y="2157"/>
                </a:lnTo>
                <a:close/>
                <a:moveTo>
                  <a:pt x="3596" y="1"/>
                </a:moveTo>
                <a:cubicBezTo>
                  <a:pt x="3431" y="1"/>
                  <a:pt x="3267" y="68"/>
                  <a:pt x="3133" y="201"/>
                </a:cubicBezTo>
                <a:lnTo>
                  <a:pt x="3039" y="295"/>
                </a:lnTo>
                <a:lnTo>
                  <a:pt x="3039" y="259"/>
                </a:lnTo>
                <a:cubicBezTo>
                  <a:pt x="3010" y="230"/>
                  <a:pt x="2973" y="216"/>
                  <a:pt x="2938" y="216"/>
                </a:cubicBezTo>
                <a:cubicBezTo>
                  <a:pt x="2904" y="216"/>
                  <a:pt x="2873" y="230"/>
                  <a:pt x="2859" y="259"/>
                </a:cubicBezTo>
                <a:cubicBezTo>
                  <a:pt x="2801" y="295"/>
                  <a:pt x="2801" y="382"/>
                  <a:pt x="2830" y="439"/>
                </a:cubicBezTo>
                <a:lnTo>
                  <a:pt x="2859" y="475"/>
                </a:lnTo>
                <a:lnTo>
                  <a:pt x="1444" y="1919"/>
                </a:lnTo>
                <a:lnTo>
                  <a:pt x="484" y="1919"/>
                </a:lnTo>
                <a:cubicBezTo>
                  <a:pt x="210" y="1919"/>
                  <a:pt x="1" y="2128"/>
                  <a:pt x="1" y="2366"/>
                </a:cubicBezTo>
                <a:lnTo>
                  <a:pt x="1" y="3781"/>
                </a:lnTo>
                <a:cubicBezTo>
                  <a:pt x="1" y="4019"/>
                  <a:pt x="210" y="4229"/>
                  <a:pt x="484" y="4229"/>
                </a:cubicBezTo>
                <a:lnTo>
                  <a:pt x="3913" y="4229"/>
                </a:lnTo>
                <a:cubicBezTo>
                  <a:pt x="4180" y="4229"/>
                  <a:pt x="4396" y="4019"/>
                  <a:pt x="4396" y="3781"/>
                </a:cubicBezTo>
                <a:lnTo>
                  <a:pt x="4396" y="2366"/>
                </a:lnTo>
                <a:cubicBezTo>
                  <a:pt x="4396" y="2128"/>
                  <a:pt x="4180" y="1919"/>
                  <a:pt x="3913" y="1919"/>
                </a:cubicBezTo>
                <a:lnTo>
                  <a:pt x="3249" y="1919"/>
                </a:lnTo>
                <a:lnTo>
                  <a:pt x="3790" y="1378"/>
                </a:lnTo>
                <a:lnTo>
                  <a:pt x="3819" y="1406"/>
                </a:lnTo>
                <a:cubicBezTo>
                  <a:pt x="3819" y="1435"/>
                  <a:pt x="3884" y="1435"/>
                  <a:pt x="3913" y="1435"/>
                </a:cubicBezTo>
                <a:cubicBezTo>
                  <a:pt x="3941" y="1435"/>
                  <a:pt x="3970" y="1435"/>
                  <a:pt x="3999" y="1406"/>
                </a:cubicBezTo>
                <a:cubicBezTo>
                  <a:pt x="4035" y="1342"/>
                  <a:pt x="4035" y="1284"/>
                  <a:pt x="3999" y="1226"/>
                </a:cubicBezTo>
                <a:lnTo>
                  <a:pt x="3970" y="1197"/>
                </a:lnTo>
                <a:lnTo>
                  <a:pt x="4064" y="1103"/>
                </a:lnTo>
                <a:cubicBezTo>
                  <a:pt x="4180" y="981"/>
                  <a:pt x="4245" y="836"/>
                  <a:pt x="4245" y="656"/>
                </a:cubicBezTo>
                <a:cubicBezTo>
                  <a:pt x="4245" y="475"/>
                  <a:pt x="4180" y="324"/>
                  <a:pt x="4064" y="201"/>
                </a:cubicBezTo>
                <a:cubicBezTo>
                  <a:pt x="3927" y="68"/>
                  <a:pt x="3761" y="1"/>
                  <a:pt x="359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9" name="Google Shape;819;p49"/>
          <p:cNvGrpSpPr/>
          <p:nvPr/>
        </p:nvGrpSpPr>
        <p:grpSpPr>
          <a:xfrm>
            <a:off x="3662125" y="2259279"/>
            <a:ext cx="337251" cy="379874"/>
            <a:chOff x="1519436" y="2402751"/>
            <a:chExt cx="337251" cy="379874"/>
          </a:xfrm>
        </p:grpSpPr>
        <p:sp>
          <p:nvSpPr>
            <p:cNvPr id="820" name="Google Shape;820;p49"/>
            <p:cNvSpPr/>
            <p:nvPr/>
          </p:nvSpPr>
          <p:spPr>
            <a:xfrm>
              <a:off x="1594768" y="2476170"/>
              <a:ext cx="180847" cy="178063"/>
            </a:xfrm>
            <a:custGeom>
              <a:avLst/>
              <a:gdLst/>
              <a:ahLst/>
              <a:cxnLst/>
              <a:rect l="l" t="t" r="r" b="b"/>
              <a:pathLst>
                <a:path w="2079" h="2047" extrusionOk="0">
                  <a:moveTo>
                    <a:pt x="1206" y="275"/>
                  </a:moveTo>
                  <a:lnTo>
                    <a:pt x="1206" y="419"/>
                  </a:lnTo>
                  <a:cubicBezTo>
                    <a:pt x="787" y="456"/>
                    <a:pt x="455" y="780"/>
                    <a:pt x="455" y="1206"/>
                  </a:cubicBezTo>
                  <a:lnTo>
                    <a:pt x="246" y="1206"/>
                  </a:lnTo>
                  <a:lnTo>
                    <a:pt x="246" y="275"/>
                  </a:lnTo>
                  <a:close/>
                  <a:moveTo>
                    <a:pt x="1206" y="694"/>
                  </a:moveTo>
                  <a:lnTo>
                    <a:pt x="1206" y="1206"/>
                  </a:lnTo>
                  <a:lnTo>
                    <a:pt x="693" y="1206"/>
                  </a:lnTo>
                  <a:cubicBezTo>
                    <a:pt x="722" y="932"/>
                    <a:pt x="939" y="723"/>
                    <a:pt x="1206" y="694"/>
                  </a:cubicBezTo>
                  <a:close/>
                  <a:moveTo>
                    <a:pt x="1444" y="723"/>
                  </a:moveTo>
                  <a:cubicBezTo>
                    <a:pt x="1660" y="816"/>
                    <a:pt x="1841" y="1026"/>
                    <a:pt x="1805" y="1264"/>
                  </a:cubicBezTo>
                  <a:cubicBezTo>
                    <a:pt x="1805" y="1567"/>
                    <a:pt x="1567" y="1776"/>
                    <a:pt x="1263" y="1805"/>
                  </a:cubicBezTo>
                  <a:cubicBezTo>
                    <a:pt x="1025" y="1805"/>
                    <a:pt x="816" y="1654"/>
                    <a:pt x="758" y="1444"/>
                  </a:cubicBezTo>
                  <a:lnTo>
                    <a:pt x="1235" y="1444"/>
                  </a:lnTo>
                  <a:cubicBezTo>
                    <a:pt x="1357" y="1444"/>
                    <a:pt x="1444" y="1358"/>
                    <a:pt x="1444" y="1235"/>
                  </a:cubicBezTo>
                  <a:lnTo>
                    <a:pt x="1444" y="723"/>
                  </a:lnTo>
                  <a:close/>
                  <a:moveTo>
                    <a:pt x="217" y="1"/>
                  </a:moveTo>
                  <a:cubicBezTo>
                    <a:pt x="94" y="1"/>
                    <a:pt x="0" y="95"/>
                    <a:pt x="0" y="210"/>
                  </a:cubicBezTo>
                  <a:lnTo>
                    <a:pt x="0" y="1235"/>
                  </a:lnTo>
                  <a:cubicBezTo>
                    <a:pt x="0" y="1358"/>
                    <a:pt x="94" y="1444"/>
                    <a:pt x="217" y="1444"/>
                  </a:cubicBezTo>
                  <a:lnTo>
                    <a:pt x="484" y="1444"/>
                  </a:lnTo>
                  <a:cubicBezTo>
                    <a:pt x="572" y="1784"/>
                    <a:pt x="865" y="2047"/>
                    <a:pt x="1199" y="2047"/>
                  </a:cubicBezTo>
                  <a:cubicBezTo>
                    <a:pt x="1221" y="2047"/>
                    <a:pt x="1242" y="2046"/>
                    <a:pt x="1263" y="2043"/>
                  </a:cubicBezTo>
                  <a:cubicBezTo>
                    <a:pt x="1718" y="2043"/>
                    <a:pt x="2050" y="1683"/>
                    <a:pt x="2079" y="1264"/>
                  </a:cubicBezTo>
                  <a:cubicBezTo>
                    <a:pt x="2079" y="874"/>
                    <a:pt x="1805" y="542"/>
                    <a:pt x="1444" y="456"/>
                  </a:cubicBezTo>
                  <a:lnTo>
                    <a:pt x="1444" y="210"/>
                  </a:lnTo>
                  <a:cubicBezTo>
                    <a:pt x="1444" y="95"/>
                    <a:pt x="1357" y="1"/>
                    <a:pt x="12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9"/>
            <p:cNvSpPr/>
            <p:nvPr/>
          </p:nvSpPr>
          <p:spPr>
            <a:xfrm>
              <a:off x="1519436" y="2402751"/>
              <a:ext cx="337251" cy="379874"/>
            </a:xfrm>
            <a:custGeom>
              <a:avLst/>
              <a:gdLst/>
              <a:ahLst/>
              <a:cxnLst/>
              <a:rect l="l" t="t" r="r" b="b"/>
              <a:pathLst>
                <a:path w="3877" h="4367" extrusionOk="0">
                  <a:moveTo>
                    <a:pt x="3609" y="246"/>
                  </a:moveTo>
                  <a:lnTo>
                    <a:pt x="3609" y="903"/>
                  </a:lnTo>
                  <a:lnTo>
                    <a:pt x="3429" y="787"/>
                  </a:lnTo>
                  <a:cubicBezTo>
                    <a:pt x="3429" y="758"/>
                    <a:pt x="3392" y="758"/>
                    <a:pt x="3364" y="758"/>
                  </a:cubicBezTo>
                  <a:cubicBezTo>
                    <a:pt x="3335" y="758"/>
                    <a:pt x="3306" y="758"/>
                    <a:pt x="3306" y="787"/>
                  </a:cubicBezTo>
                  <a:lnTo>
                    <a:pt x="3097" y="903"/>
                  </a:lnTo>
                  <a:lnTo>
                    <a:pt x="3097" y="246"/>
                  </a:lnTo>
                  <a:close/>
                  <a:moveTo>
                    <a:pt x="2851" y="246"/>
                  </a:moveTo>
                  <a:lnTo>
                    <a:pt x="2851" y="1148"/>
                  </a:lnTo>
                  <a:cubicBezTo>
                    <a:pt x="2851" y="1206"/>
                    <a:pt x="2887" y="1235"/>
                    <a:pt x="2916" y="1263"/>
                  </a:cubicBezTo>
                  <a:lnTo>
                    <a:pt x="3032" y="1263"/>
                  </a:lnTo>
                  <a:lnTo>
                    <a:pt x="3364" y="1054"/>
                  </a:lnTo>
                  <a:lnTo>
                    <a:pt x="3609" y="1206"/>
                  </a:lnTo>
                  <a:lnTo>
                    <a:pt x="3609" y="3342"/>
                  </a:lnTo>
                  <a:lnTo>
                    <a:pt x="505" y="3342"/>
                  </a:lnTo>
                  <a:cubicBezTo>
                    <a:pt x="419" y="3342"/>
                    <a:pt x="325" y="3371"/>
                    <a:pt x="267" y="3400"/>
                  </a:cubicBezTo>
                  <a:lnTo>
                    <a:pt x="267" y="513"/>
                  </a:lnTo>
                  <a:cubicBezTo>
                    <a:pt x="267" y="361"/>
                    <a:pt x="390" y="246"/>
                    <a:pt x="505" y="246"/>
                  </a:cubicBezTo>
                  <a:close/>
                  <a:moveTo>
                    <a:pt x="3609" y="3609"/>
                  </a:moveTo>
                  <a:lnTo>
                    <a:pt x="3609" y="4122"/>
                  </a:lnTo>
                  <a:lnTo>
                    <a:pt x="542" y="4122"/>
                  </a:lnTo>
                  <a:cubicBezTo>
                    <a:pt x="390" y="4122"/>
                    <a:pt x="267" y="4006"/>
                    <a:pt x="267" y="3883"/>
                  </a:cubicBezTo>
                  <a:cubicBezTo>
                    <a:pt x="238" y="3732"/>
                    <a:pt x="361" y="3609"/>
                    <a:pt x="505" y="3609"/>
                  </a:cubicBezTo>
                  <a:close/>
                  <a:moveTo>
                    <a:pt x="505" y="0"/>
                  </a:moveTo>
                  <a:cubicBezTo>
                    <a:pt x="238" y="0"/>
                    <a:pt x="0" y="217"/>
                    <a:pt x="0" y="513"/>
                  </a:cubicBezTo>
                  <a:lnTo>
                    <a:pt x="0" y="3855"/>
                  </a:lnTo>
                  <a:cubicBezTo>
                    <a:pt x="0" y="4150"/>
                    <a:pt x="238" y="4367"/>
                    <a:pt x="505" y="4367"/>
                  </a:cubicBezTo>
                  <a:lnTo>
                    <a:pt x="3753" y="4367"/>
                  </a:lnTo>
                  <a:cubicBezTo>
                    <a:pt x="3818" y="4367"/>
                    <a:pt x="3876" y="4302"/>
                    <a:pt x="3876" y="4244"/>
                  </a:cubicBezTo>
                  <a:lnTo>
                    <a:pt x="3876" y="217"/>
                  </a:lnTo>
                  <a:cubicBezTo>
                    <a:pt x="3876" y="94"/>
                    <a:pt x="3789" y="0"/>
                    <a:pt x="36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2" name="Google Shape;822;p49"/>
          <p:cNvGrpSpPr/>
          <p:nvPr/>
        </p:nvGrpSpPr>
        <p:grpSpPr>
          <a:xfrm>
            <a:off x="5457701" y="2257975"/>
            <a:ext cx="382399" cy="382484"/>
            <a:chOff x="7996266" y="1803747"/>
            <a:chExt cx="382399" cy="382484"/>
          </a:xfrm>
        </p:grpSpPr>
        <p:sp>
          <p:nvSpPr>
            <p:cNvPr id="823" name="Google Shape;823;p49"/>
            <p:cNvSpPr/>
            <p:nvPr/>
          </p:nvSpPr>
          <p:spPr>
            <a:xfrm>
              <a:off x="8132491" y="1806270"/>
              <a:ext cx="246175" cy="379961"/>
            </a:xfrm>
            <a:custGeom>
              <a:avLst/>
              <a:gdLst/>
              <a:ahLst/>
              <a:cxnLst/>
              <a:rect l="l" t="t" r="r" b="b"/>
              <a:pathLst>
                <a:path w="2830" h="4368" extrusionOk="0">
                  <a:moveTo>
                    <a:pt x="1415" y="246"/>
                  </a:moveTo>
                  <a:cubicBezTo>
                    <a:pt x="1863" y="246"/>
                    <a:pt x="2224" y="578"/>
                    <a:pt x="2289" y="1026"/>
                  </a:cubicBezTo>
                  <a:lnTo>
                    <a:pt x="513" y="1026"/>
                  </a:lnTo>
                  <a:cubicBezTo>
                    <a:pt x="513" y="903"/>
                    <a:pt x="571" y="787"/>
                    <a:pt x="629" y="694"/>
                  </a:cubicBezTo>
                  <a:lnTo>
                    <a:pt x="629" y="578"/>
                  </a:lnTo>
                  <a:cubicBezTo>
                    <a:pt x="600" y="513"/>
                    <a:pt x="542" y="513"/>
                    <a:pt x="513" y="513"/>
                  </a:cubicBezTo>
                  <a:lnTo>
                    <a:pt x="239" y="513"/>
                  </a:lnTo>
                  <a:lnTo>
                    <a:pt x="239" y="246"/>
                  </a:lnTo>
                  <a:close/>
                  <a:moveTo>
                    <a:pt x="2556" y="1264"/>
                  </a:moveTo>
                  <a:lnTo>
                    <a:pt x="2556" y="4064"/>
                  </a:lnTo>
                  <a:cubicBezTo>
                    <a:pt x="2556" y="4093"/>
                    <a:pt x="2527" y="4122"/>
                    <a:pt x="2527" y="4122"/>
                  </a:cubicBezTo>
                  <a:lnTo>
                    <a:pt x="304" y="4122"/>
                  </a:lnTo>
                  <a:cubicBezTo>
                    <a:pt x="268" y="4122"/>
                    <a:pt x="239" y="4093"/>
                    <a:pt x="239" y="4064"/>
                  </a:cubicBezTo>
                  <a:lnTo>
                    <a:pt x="239" y="1264"/>
                  </a:lnTo>
                  <a:close/>
                  <a:moveTo>
                    <a:pt x="123" y="1"/>
                  </a:moveTo>
                  <a:cubicBezTo>
                    <a:pt x="30" y="1"/>
                    <a:pt x="1" y="37"/>
                    <a:pt x="1" y="123"/>
                  </a:cubicBezTo>
                  <a:lnTo>
                    <a:pt x="1" y="636"/>
                  </a:lnTo>
                  <a:cubicBezTo>
                    <a:pt x="1" y="694"/>
                    <a:pt x="30" y="759"/>
                    <a:pt x="123" y="759"/>
                  </a:cubicBezTo>
                  <a:lnTo>
                    <a:pt x="304" y="759"/>
                  </a:lnTo>
                  <a:cubicBezTo>
                    <a:pt x="268" y="845"/>
                    <a:pt x="268" y="939"/>
                    <a:pt x="239" y="1026"/>
                  </a:cubicBezTo>
                  <a:lnTo>
                    <a:pt x="87" y="1026"/>
                  </a:lnTo>
                  <a:cubicBezTo>
                    <a:pt x="30" y="1026"/>
                    <a:pt x="1" y="1055"/>
                    <a:pt x="1" y="1119"/>
                  </a:cubicBezTo>
                  <a:lnTo>
                    <a:pt x="1" y="4122"/>
                  </a:lnTo>
                  <a:cubicBezTo>
                    <a:pt x="1" y="4245"/>
                    <a:pt x="87" y="4367"/>
                    <a:pt x="239" y="4367"/>
                  </a:cubicBezTo>
                  <a:lnTo>
                    <a:pt x="2556" y="4367"/>
                  </a:lnTo>
                  <a:cubicBezTo>
                    <a:pt x="2707" y="4367"/>
                    <a:pt x="2830" y="4245"/>
                    <a:pt x="2830" y="4122"/>
                  </a:cubicBezTo>
                  <a:lnTo>
                    <a:pt x="2830" y="1119"/>
                  </a:lnTo>
                  <a:cubicBezTo>
                    <a:pt x="2830" y="1055"/>
                    <a:pt x="2765" y="1026"/>
                    <a:pt x="2707" y="1026"/>
                  </a:cubicBezTo>
                  <a:lnTo>
                    <a:pt x="2556" y="1026"/>
                  </a:lnTo>
                  <a:cubicBezTo>
                    <a:pt x="2498" y="455"/>
                    <a:pt x="1985" y="1"/>
                    <a:pt x="1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9"/>
            <p:cNvSpPr/>
            <p:nvPr/>
          </p:nvSpPr>
          <p:spPr>
            <a:xfrm>
              <a:off x="7996266" y="1850895"/>
              <a:ext cx="23922" cy="21399"/>
            </a:xfrm>
            <a:custGeom>
              <a:avLst/>
              <a:gdLst/>
              <a:ahLst/>
              <a:cxnLst/>
              <a:rect l="l" t="t" r="r" b="b"/>
              <a:pathLst>
                <a:path w="275" h="246" extrusionOk="0">
                  <a:moveTo>
                    <a:pt x="152" y="0"/>
                  </a:moveTo>
                  <a:cubicBezTo>
                    <a:pt x="65" y="0"/>
                    <a:pt x="0" y="29"/>
                    <a:pt x="0" y="123"/>
                  </a:cubicBezTo>
                  <a:cubicBezTo>
                    <a:pt x="0" y="181"/>
                    <a:pt x="65" y="246"/>
                    <a:pt x="152" y="246"/>
                  </a:cubicBezTo>
                  <a:cubicBezTo>
                    <a:pt x="210" y="246"/>
                    <a:pt x="275" y="181"/>
                    <a:pt x="275" y="123"/>
                  </a:cubicBezTo>
                  <a:cubicBezTo>
                    <a:pt x="275" y="29"/>
                    <a:pt x="210" y="0"/>
                    <a:pt x="1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9"/>
            <p:cNvSpPr/>
            <p:nvPr/>
          </p:nvSpPr>
          <p:spPr>
            <a:xfrm>
              <a:off x="8040805" y="1850895"/>
              <a:ext cx="24009" cy="21399"/>
            </a:xfrm>
            <a:custGeom>
              <a:avLst/>
              <a:gdLst/>
              <a:ahLst/>
              <a:cxnLst/>
              <a:rect l="l" t="t" r="r" b="b"/>
              <a:pathLst>
                <a:path w="276" h="246" extrusionOk="0">
                  <a:moveTo>
                    <a:pt x="152" y="0"/>
                  </a:moveTo>
                  <a:cubicBezTo>
                    <a:pt x="59" y="0"/>
                    <a:pt x="1" y="29"/>
                    <a:pt x="1" y="123"/>
                  </a:cubicBezTo>
                  <a:cubicBezTo>
                    <a:pt x="1" y="181"/>
                    <a:pt x="59" y="246"/>
                    <a:pt x="152" y="246"/>
                  </a:cubicBezTo>
                  <a:cubicBezTo>
                    <a:pt x="210" y="246"/>
                    <a:pt x="275" y="181"/>
                    <a:pt x="275" y="123"/>
                  </a:cubicBezTo>
                  <a:cubicBezTo>
                    <a:pt x="275" y="29"/>
                    <a:pt x="210" y="0"/>
                    <a:pt x="1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9"/>
            <p:cNvSpPr/>
            <p:nvPr/>
          </p:nvSpPr>
          <p:spPr>
            <a:xfrm>
              <a:off x="7996266" y="1895433"/>
              <a:ext cx="23922" cy="20790"/>
            </a:xfrm>
            <a:custGeom>
              <a:avLst/>
              <a:gdLst/>
              <a:ahLst/>
              <a:cxnLst/>
              <a:rect l="l" t="t" r="r" b="b"/>
              <a:pathLst>
                <a:path w="275" h="239" extrusionOk="0">
                  <a:moveTo>
                    <a:pt x="152" y="1"/>
                  </a:moveTo>
                  <a:cubicBezTo>
                    <a:pt x="65" y="1"/>
                    <a:pt x="0" y="58"/>
                    <a:pt x="0" y="123"/>
                  </a:cubicBezTo>
                  <a:cubicBezTo>
                    <a:pt x="0" y="181"/>
                    <a:pt x="65" y="239"/>
                    <a:pt x="152" y="239"/>
                  </a:cubicBezTo>
                  <a:cubicBezTo>
                    <a:pt x="210" y="239"/>
                    <a:pt x="275" y="181"/>
                    <a:pt x="275" y="123"/>
                  </a:cubicBezTo>
                  <a:cubicBezTo>
                    <a:pt x="275" y="58"/>
                    <a:pt x="210" y="1"/>
                    <a:pt x="1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9"/>
            <p:cNvSpPr/>
            <p:nvPr/>
          </p:nvSpPr>
          <p:spPr>
            <a:xfrm>
              <a:off x="8197819" y="1984596"/>
              <a:ext cx="112475" cy="112475"/>
            </a:xfrm>
            <a:custGeom>
              <a:avLst/>
              <a:gdLst/>
              <a:ahLst/>
              <a:cxnLst/>
              <a:rect l="l" t="t" r="r" b="b"/>
              <a:pathLst>
                <a:path w="1293" h="1293" extrusionOk="0">
                  <a:moveTo>
                    <a:pt x="664" y="268"/>
                  </a:moveTo>
                  <a:cubicBezTo>
                    <a:pt x="874" y="268"/>
                    <a:pt x="1025" y="419"/>
                    <a:pt x="1025" y="628"/>
                  </a:cubicBezTo>
                  <a:cubicBezTo>
                    <a:pt x="1025" y="874"/>
                    <a:pt x="874" y="1018"/>
                    <a:pt x="664" y="1018"/>
                  </a:cubicBezTo>
                  <a:cubicBezTo>
                    <a:pt x="419" y="1018"/>
                    <a:pt x="275" y="874"/>
                    <a:pt x="275" y="628"/>
                  </a:cubicBezTo>
                  <a:cubicBezTo>
                    <a:pt x="275" y="419"/>
                    <a:pt x="419" y="268"/>
                    <a:pt x="664" y="268"/>
                  </a:cubicBezTo>
                  <a:close/>
                  <a:moveTo>
                    <a:pt x="664" y="1"/>
                  </a:moveTo>
                  <a:cubicBezTo>
                    <a:pt x="303" y="1"/>
                    <a:pt x="0" y="296"/>
                    <a:pt x="0" y="628"/>
                  </a:cubicBezTo>
                  <a:cubicBezTo>
                    <a:pt x="0" y="989"/>
                    <a:pt x="303" y="1292"/>
                    <a:pt x="664" y="1292"/>
                  </a:cubicBezTo>
                  <a:cubicBezTo>
                    <a:pt x="996" y="1292"/>
                    <a:pt x="1292" y="989"/>
                    <a:pt x="1292" y="628"/>
                  </a:cubicBezTo>
                  <a:cubicBezTo>
                    <a:pt x="1292" y="296"/>
                    <a:pt x="996" y="1"/>
                    <a:pt x="6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9"/>
            <p:cNvSpPr/>
            <p:nvPr/>
          </p:nvSpPr>
          <p:spPr>
            <a:xfrm>
              <a:off x="8085430" y="1803747"/>
              <a:ext cx="23313" cy="24009"/>
            </a:xfrm>
            <a:custGeom>
              <a:avLst/>
              <a:gdLst/>
              <a:ahLst/>
              <a:cxnLst/>
              <a:rect l="l" t="t" r="r" b="b"/>
              <a:pathLst>
                <a:path w="268" h="276" extrusionOk="0">
                  <a:moveTo>
                    <a:pt x="152" y="1"/>
                  </a:moveTo>
                  <a:cubicBezTo>
                    <a:pt x="58" y="1"/>
                    <a:pt x="0" y="66"/>
                    <a:pt x="0" y="152"/>
                  </a:cubicBezTo>
                  <a:cubicBezTo>
                    <a:pt x="0" y="210"/>
                    <a:pt x="58" y="275"/>
                    <a:pt x="152" y="275"/>
                  </a:cubicBezTo>
                  <a:cubicBezTo>
                    <a:pt x="210" y="275"/>
                    <a:pt x="267" y="210"/>
                    <a:pt x="267" y="152"/>
                  </a:cubicBezTo>
                  <a:cubicBezTo>
                    <a:pt x="267" y="66"/>
                    <a:pt x="210" y="1"/>
                    <a:pt x="1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49"/>
            <p:cNvSpPr/>
            <p:nvPr/>
          </p:nvSpPr>
          <p:spPr>
            <a:xfrm>
              <a:off x="8040805" y="1803747"/>
              <a:ext cx="24009" cy="24009"/>
            </a:xfrm>
            <a:custGeom>
              <a:avLst/>
              <a:gdLst/>
              <a:ahLst/>
              <a:cxnLst/>
              <a:rect l="l" t="t" r="r" b="b"/>
              <a:pathLst>
                <a:path w="276" h="276" extrusionOk="0">
                  <a:moveTo>
                    <a:pt x="152" y="1"/>
                  </a:moveTo>
                  <a:cubicBezTo>
                    <a:pt x="59" y="1"/>
                    <a:pt x="1" y="66"/>
                    <a:pt x="1" y="152"/>
                  </a:cubicBezTo>
                  <a:cubicBezTo>
                    <a:pt x="1" y="210"/>
                    <a:pt x="59" y="275"/>
                    <a:pt x="152" y="275"/>
                  </a:cubicBezTo>
                  <a:cubicBezTo>
                    <a:pt x="210" y="275"/>
                    <a:pt x="275" y="210"/>
                    <a:pt x="275" y="152"/>
                  </a:cubicBezTo>
                  <a:cubicBezTo>
                    <a:pt x="275" y="66"/>
                    <a:pt x="210" y="1"/>
                    <a:pt x="1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49"/>
            <p:cNvSpPr/>
            <p:nvPr/>
          </p:nvSpPr>
          <p:spPr>
            <a:xfrm>
              <a:off x="7996266" y="1803747"/>
              <a:ext cx="23922" cy="24009"/>
            </a:xfrm>
            <a:custGeom>
              <a:avLst/>
              <a:gdLst/>
              <a:ahLst/>
              <a:cxnLst/>
              <a:rect l="l" t="t" r="r" b="b"/>
              <a:pathLst>
                <a:path w="275" h="276" extrusionOk="0">
                  <a:moveTo>
                    <a:pt x="152" y="1"/>
                  </a:moveTo>
                  <a:cubicBezTo>
                    <a:pt x="65" y="1"/>
                    <a:pt x="0" y="66"/>
                    <a:pt x="0" y="152"/>
                  </a:cubicBezTo>
                  <a:cubicBezTo>
                    <a:pt x="0" y="210"/>
                    <a:pt x="65" y="275"/>
                    <a:pt x="152" y="275"/>
                  </a:cubicBezTo>
                  <a:cubicBezTo>
                    <a:pt x="210" y="275"/>
                    <a:pt x="275" y="210"/>
                    <a:pt x="275" y="152"/>
                  </a:cubicBezTo>
                  <a:cubicBezTo>
                    <a:pt x="275" y="66"/>
                    <a:pt x="210" y="1"/>
                    <a:pt x="1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1" name="Google Shape;831;p49"/>
          <p:cNvGrpSpPr/>
          <p:nvPr/>
        </p:nvGrpSpPr>
        <p:grpSpPr>
          <a:xfrm>
            <a:off x="5762806" y="1528200"/>
            <a:ext cx="381788" cy="290799"/>
            <a:chOff x="5589724" y="1806270"/>
            <a:chExt cx="381788" cy="290799"/>
          </a:xfrm>
        </p:grpSpPr>
        <p:sp>
          <p:nvSpPr>
            <p:cNvPr id="832" name="Google Shape;832;p49"/>
            <p:cNvSpPr/>
            <p:nvPr/>
          </p:nvSpPr>
          <p:spPr>
            <a:xfrm>
              <a:off x="5589724" y="1806270"/>
              <a:ext cx="381788" cy="290799"/>
            </a:xfrm>
            <a:custGeom>
              <a:avLst/>
              <a:gdLst/>
              <a:ahLst/>
              <a:cxnLst/>
              <a:rect l="l" t="t" r="r" b="b"/>
              <a:pathLst>
                <a:path w="4389" h="3343" extrusionOk="0">
                  <a:moveTo>
                    <a:pt x="3999" y="246"/>
                  </a:moveTo>
                  <a:cubicBezTo>
                    <a:pt x="4093" y="246"/>
                    <a:pt x="4151" y="304"/>
                    <a:pt x="4151" y="362"/>
                  </a:cubicBezTo>
                  <a:lnTo>
                    <a:pt x="4151" y="2888"/>
                  </a:lnTo>
                  <a:lnTo>
                    <a:pt x="3068" y="1841"/>
                  </a:lnTo>
                  <a:cubicBezTo>
                    <a:pt x="3039" y="1809"/>
                    <a:pt x="3008" y="1792"/>
                    <a:pt x="2978" y="1792"/>
                  </a:cubicBezTo>
                  <a:cubicBezTo>
                    <a:pt x="2947" y="1792"/>
                    <a:pt x="2916" y="1809"/>
                    <a:pt x="2888" y="1841"/>
                  </a:cubicBezTo>
                  <a:lnTo>
                    <a:pt x="2195" y="2498"/>
                  </a:lnTo>
                  <a:lnTo>
                    <a:pt x="1502" y="1841"/>
                  </a:lnTo>
                  <a:cubicBezTo>
                    <a:pt x="1487" y="1809"/>
                    <a:pt x="1459" y="1792"/>
                    <a:pt x="1425" y="1792"/>
                  </a:cubicBezTo>
                  <a:cubicBezTo>
                    <a:pt x="1392" y="1792"/>
                    <a:pt x="1354" y="1809"/>
                    <a:pt x="1321" y="1841"/>
                  </a:cubicBezTo>
                  <a:lnTo>
                    <a:pt x="268" y="2888"/>
                  </a:lnTo>
                  <a:lnTo>
                    <a:pt x="268" y="362"/>
                  </a:lnTo>
                  <a:cubicBezTo>
                    <a:pt x="268" y="304"/>
                    <a:pt x="333" y="246"/>
                    <a:pt x="390" y="246"/>
                  </a:cubicBezTo>
                  <a:close/>
                  <a:moveTo>
                    <a:pt x="2974" y="2108"/>
                  </a:moveTo>
                  <a:lnTo>
                    <a:pt x="3970" y="3068"/>
                  </a:lnTo>
                  <a:lnTo>
                    <a:pt x="448" y="3068"/>
                  </a:lnTo>
                  <a:lnTo>
                    <a:pt x="1415" y="2108"/>
                  </a:lnTo>
                  <a:lnTo>
                    <a:pt x="2108" y="2801"/>
                  </a:lnTo>
                  <a:cubicBezTo>
                    <a:pt x="2137" y="2816"/>
                    <a:pt x="2173" y="2823"/>
                    <a:pt x="2206" y="2823"/>
                  </a:cubicBezTo>
                  <a:cubicBezTo>
                    <a:pt x="2240" y="2823"/>
                    <a:pt x="2270" y="2816"/>
                    <a:pt x="2289" y="2801"/>
                  </a:cubicBezTo>
                  <a:lnTo>
                    <a:pt x="2974" y="2108"/>
                  </a:lnTo>
                  <a:close/>
                  <a:moveTo>
                    <a:pt x="390" y="1"/>
                  </a:moveTo>
                  <a:cubicBezTo>
                    <a:pt x="181" y="1"/>
                    <a:pt x="1" y="152"/>
                    <a:pt x="1" y="362"/>
                  </a:cubicBezTo>
                  <a:lnTo>
                    <a:pt x="1" y="2953"/>
                  </a:lnTo>
                  <a:cubicBezTo>
                    <a:pt x="1" y="3039"/>
                    <a:pt x="58" y="3133"/>
                    <a:pt x="123" y="3220"/>
                  </a:cubicBezTo>
                  <a:cubicBezTo>
                    <a:pt x="181" y="3285"/>
                    <a:pt x="268" y="3314"/>
                    <a:pt x="361" y="3342"/>
                  </a:cubicBezTo>
                  <a:lnTo>
                    <a:pt x="4057" y="3342"/>
                  </a:lnTo>
                  <a:cubicBezTo>
                    <a:pt x="4151" y="3314"/>
                    <a:pt x="4208" y="3285"/>
                    <a:pt x="4273" y="3220"/>
                  </a:cubicBezTo>
                  <a:cubicBezTo>
                    <a:pt x="4360" y="3133"/>
                    <a:pt x="4389" y="3039"/>
                    <a:pt x="4389" y="2953"/>
                  </a:cubicBezTo>
                  <a:lnTo>
                    <a:pt x="4389" y="362"/>
                  </a:lnTo>
                  <a:cubicBezTo>
                    <a:pt x="4389" y="152"/>
                    <a:pt x="4208" y="1"/>
                    <a:pt x="39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9"/>
            <p:cNvSpPr/>
            <p:nvPr/>
          </p:nvSpPr>
          <p:spPr>
            <a:xfrm>
              <a:off x="5736039" y="1856549"/>
              <a:ext cx="89249" cy="91076"/>
            </a:xfrm>
            <a:custGeom>
              <a:avLst/>
              <a:gdLst/>
              <a:ahLst/>
              <a:cxnLst/>
              <a:rect l="l" t="t" r="r" b="b"/>
              <a:pathLst>
                <a:path w="1026" h="1047" extrusionOk="0">
                  <a:moveTo>
                    <a:pt x="513" y="267"/>
                  </a:moveTo>
                  <a:cubicBezTo>
                    <a:pt x="664" y="267"/>
                    <a:pt x="787" y="390"/>
                    <a:pt x="787" y="505"/>
                  </a:cubicBezTo>
                  <a:cubicBezTo>
                    <a:pt x="787" y="657"/>
                    <a:pt x="664" y="780"/>
                    <a:pt x="513" y="780"/>
                  </a:cubicBezTo>
                  <a:cubicBezTo>
                    <a:pt x="361" y="780"/>
                    <a:pt x="275" y="657"/>
                    <a:pt x="275" y="505"/>
                  </a:cubicBezTo>
                  <a:cubicBezTo>
                    <a:pt x="275" y="390"/>
                    <a:pt x="361" y="267"/>
                    <a:pt x="513" y="267"/>
                  </a:cubicBezTo>
                  <a:close/>
                  <a:moveTo>
                    <a:pt x="513" y="0"/>
                  </a:moveTo>
                  <a:cubicBezTo>
                    <a:pt x="246" y="0"/>
                    <a:pt x="0" y="238"/>
                    <a:pt x="0" y="505"/>
                  </a:cubicBezTo>
                  <a:cubicBezTo>
                    <a:pt x="0" y="809"/>
                    <a:pt x="246" y="1047"/>
                    <a:pt x="513" y="1047"/>
                  </a:cubicBezTo>
                  <a:cubicBezTo>
                    <a:pt x="816" y="1047"/>
                    <a:pt x="1025" y="809"/>
                    <a:pt x="1025" y="505"/>
                  </a:cubicBezTo>
                  <a:cubicBezTo>
                    <a:pt x="1025" y="238"/>
                    <a:pt x="816" y="0"/>
                    <a:pt x="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50"/>
          <p:cNvSpPr txBox="1">
            <a:spLocks noGrp="1"/>
          </p:cNvSpPr>
          <p:nvPr>
            <p:ph type="title"/>
          </p:nvPr>
        </p:nvSpPr>
        <p:spPr>
          <a:xfrm>
            <a:off x="948600" y="368825"/>
            <a:ext cx="748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Roadmap of my future projects</a:t>
            </a:r>
            <a:endParaRPr/>
          </a:p>
        </p:txBody>
      </p:sp>
      <p:graphicFrame>
        <p:nvGraphicFramePr>
          <p:cNvPr id="839" name="Google Shape;839;p50"/>
          <p:cNvGraphicFramePr/>
          <p:nvPr/>
        </p:nvGraphicFramePr>
        <p:xfrm>
          <a:off x="726875" y="1172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{2F59831B-0B70-43C8-8F5D-E7B08A6C41D5}</a:tableStyleId>
              </a:tblPr>
              <a:tblGrid>
                <a:gridCol w="1361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4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4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4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4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4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4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44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44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444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444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444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25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Albert Sans ExtraBold"/>
                          <a:ea typeface="Albert Sans ExtraBold"/>
                          <a:cs typeface="Albert Sans ExtraBold"/>
                          <a:sym typeface="Albert Sans ExtraBold"/>
                        </a:rPr>
                        <a:t>Initiative</a:t>
                      </a:r>
                      <a:endParaRPr sz="1600">
                        <a:solidFill>
                          <a:schemeClr val="dk1"/>
                        </a:solidFill>
                        <a:latin typeface="Albert Sans ExtraBold"/>
                        <a:ea typeface="Albert Sans ExtraBold"/>
                        <a:cs typeface="Albert Sans ExtraBold"/>
                        <a:sym typeface="Albert Sans ExtraBol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Albert Sans ExtraBold"/>
                          <a:ea typeface="Albert Sans ExtraBold"/>
                          <a:cs typeface="Albert Sans ExtraBold"/>
                          <a:sym typeface="Albert Sans ExtraBold"/>
                        </a:rPr>
                        <a:t>Objective</a:t>
                      </a:r>
                      <a:endParaRPr sz="1600">
                        <a:solidFill>
                          <a:schemeClr val="dk1"/>
                        </a:solidFill>
                        <a:latin typeface="Albert Sans ExtraBold"/>
                        <a:ea typeface="Albert Sans ExtraBold"/>
                        <a:cs typeface="Albert Sans ExtraBold"/>
                        <a:sym typeface="Albert Sans ExtraBol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 ExtraBold"/>
                          <a:ea typeface="Albert Sans ExtraBold"/>
                          <a:cs typeface="Albert Sans ExtraBold"/>
                          <a:sym typeface="Albert Sans ExtraBold"/>
                        </a:rPr>
                        <a:t>Jan</a:t>
                      </a:r>
                      <a:endParaRPr sz="1200">
                        <a:solidFill>
                          <a:schemeClr val="dk1"/>
                        </a:solidFill>
                        <a:latin typeface="Albert Sans ExtraBold"/>
                        <a:ea typeface="Albert Sans ExtraBold"/>
                        <a:cs typeface="Albert Sans ExtraBold"/>
                        <a:sym typeface="Albert Sans ExtraBol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 ExtraBold"/>
                          <a:ea typeface="Albert Sans ExtraBold"/>
                          <a:cs typeface="Albert Sans ExtraBold"/>
                          <a:sym typeface="Albert Sans ExtraBold"/>
                        </a:rPr>
                        <a:t>Feb</a:t>
                      </a:r>
                      <a:endParaRPr sz="1200">
                        <a:solidFill>
                          <a:schemeClr val="dk1"/>
                        </a:solidFill>
                        <a:latin typeface="Albert Sans ExtraBold"/>
                        <a:ea typeface="Albert Sans ExtraBold"/>
                        <a:cs typeface="Albert Sans ExtraBold"/>
                        <a:sym typeface="Albert Sans ExtraBol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 ExtraBold"/>
                          <a:ea typeface="Albert Sans ExtraBold"/>
                          <a:cs typeface="Albert Sans ExtraBold"/>
                          <a:sym typeface="Albert Sans ExtraBold"/>
                        </a:rPr>
                        <a:t>Mar</a:t>
                      </a:r>
                      <a:endParaRPr sz="1200">
                        <a:solidFill>
                          <a:schemeClr val="dk1"/>
                        </a:solidFill>
                        <a:latin typeface="Albert Sans ExtraBold"/>
                        <a:ea typeface="Albert Sans ExtraBold"/>
                        <a:cs typeface="Albert Sans ExtraBold"/>
                        <a:sym typeface="Albert Sans ExtraBol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 ExtraBold"/>
                          <a:ea typeface="Albert Sans ExtraBold"/>
                          <a:cs typeface="Albert Sans ExtraBold"/>
                          <a:sym typeface="Albert Sans ExtraBold"/>
                        </a:rPr>
                        <a:t>Apr</a:t>
                      </a:r>
                      <a:endParaRPr sz="1200">
                        <a:solidFill>
                          <a:schemeClr val="dk1"/>
                        </a:solidFill>
                        <a:latin typeface="Albert Sans ExtraBold"/>
                        <a:ea typeface="Albert Sans ExtraBold"/>
                        <a:cs typeface="Albert Sans ExtraBold"/>
                        <a:sym typeface="Albert Sans ExtraBol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 ExtraBold"/>
                          <a:ea typeface="Albert Sans ExtraBold"/>
                          <a:cs typeface="Albert Sans ExtraBold"/>
                          <a:sym typeface="Albert Sans ExtraBold"/>
                        </a:rPr>
                        <a:t>May</a:t>
                      </a:r>
                      <a:endParaRPr sz="1200">
                        <a:solidFill>
                          <a:schemeClr val="dk1"/>
                        </a:solidFill>
                        <a:latin typeface="Albert Sans ExtraBold"/>
                        <a:ea typeface="Albert Sans ExtraBold"/>
                        <a:cs typeface="Albert Sans ExtraBold"/>
                        <a:sym typeface="Albert Sans ExtraBol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 ExtraBold"/>
                          <a:ea typeface="Albert Sans ExtraBold"/>
                          <a:cs typeface="Albert Sans ExtraBold"/>
                          <a:sym typeface="Albert Sans ExtraBold"/>
                        </a:rPr>
                        <a:t>Jun</a:t>
                      </a:r>
                      <a:endParaRPr sz="1200">
                        <a:solidFill>
                          <a:schemeClr val="dk1"/>
                        </a:solidFill>
                        <a:latin typeface="Albert Sans ExtraBold"/>
                        <a:ea typeface="Albert Sans ExtraBold"/>
                        <a:cs typeface="Albert Sans ExtraBold"/>
                        <a:sym typeface="Albert Sans ExtraBol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 ExtraBold"/>
                          <a:ea typeface="Albert Sans ExtraBold"/>
                          <a:cs typeface="Albert Sans ExtraBold"/>
                          <a:sym typeface="Albert Sans ExtraBold"/>
                        </a:rPr>
                        <a:t>Jul</a:t>
                      </a:r>
                      <a:endParaRPr sz="1200">
                        <a:solidFill>
                          <a:schemeClr val="dk1"/>
                        </a:solidFill>
                        <a:latin typeface="Albert Sans ExtraBold"/>
                        <a:ea typeface="Albert Sans ExtraBold"/>
                        <a:cs typeface="Albert Sans ExtraBold"/>
                        <a:sym typeface="Albert Sans ExtraBol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 ExtraBold"/>
                          <a:ea typeface="Albert Sans ExtraBold"/>
                          <a:cs typeface="Albert Sans ExtraBold"/>
                          <a:sym typeface="Albert Sans ExtraBold"/>
                        </a:rPr>
                        <a:t>Aug</a:t>
                      </a:r>
                      <a:endParaRPr sz="1200">
                        <a:solidFill>
                          <a:schemeClr val="dk1"/>
                        </a:solidFill>
                        <a:latin typeface="Albert Sans ExtraBold"/>
                        <a:ea typeface="Albert Sans ExtraBold"/>
                        <a:cs typeface="Albert Sans ExtraBold"/>
                        <a:sym typeface="Albert Sans ExtraBol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 ExtraBold"/>
                          <a:ea typeface="Albert Sans ExtraBold"/>
                          <a:cs typeface="Albert Sans ExtraBold"/>
                          <a:sym typeface="Albert Sans ExtraBold"/>
                        </a:rPr>
                        <a:t>Sep</a:t>
                      </a:r>
                      <a:endParaRPr sz="1200">
                        <a:solidFill>
                          <a:schemeClr val="dk1"/>
                        </a:solidFill>
                        <a:latin typeface="Albert Sans ExtraBold"/>
                        <a:ea typeface="Albert Sans ExtraBold"/>
                        <a:cs typeface="Albert Sans ExtraBold"/>
                        <a:sym typeface="Albert Sans ExtraBol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 ExtraBold"/>
                          <a:ea typeface="Albert Sans ExtraBold"/>
                          <a:cs typeface="Albert Sans ExtraBold"/>
                          <a:sym typeface="Albert Sans ExtraBold"/>
                        </a:rPr>
                        <a:t>Oct</a:t>
                      </a:r>
                      <a:endParaRPr sz="1200">
                        <a:solidFill>
                          <a:schemeClr val="dk1"/>
                        </a:solidFill>
                        <a:latin typeface="Albert Sans ExtraBold"/>
                        <a:ea typeface="Albert Sans ExtraBold"/>
                        <a:cs typeface="Albert Sans ExtraBold"/>
                        <a:sym typeface="Albert Sans ExtraBol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 ExtraBold"/>
                          <a:ea typeface="Albert Sans ExtraBold"/>
                          <a:cs typeface="Albert Sans ExtraBold"/>
                          <a:sym typeface="Albert Sans ExtraBold"/>
                        </a:rPr>
                        <a:t>Nov</a:t>
                      </a:r>
                      <a:endParaRPr sz="1200">
                        <a:solidFill>
                          <a:schemeClr val="dk1"/>
                        </a:solidFill>
                        <a:latin typeface="Albert Sans ExtraBold"/>
                        <a:ea typeface="Albert Sans ExtraBold"/>
                        <a:cs typeface="Albert Sans ExtraBold"/>
                        <a:sym typeface="Albert Sans ExtraBol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 ExtraBold"/>
                          <a:ea typeface="Albert Sans ExtraBold"/>
                          <a:cs typeface="Albert Sans ExtraBold"/>
                          <a:sym typeface="Albert Sans ExtraBold"/>
                        </a:rPr>
                        <a:t>Dec</a:t>
                      </a:r>
                      <a:endParaRPr sz="1200">
                        <a:solidFill>
                          <a:schemeClr val="dk1"/>
                        </a:solidFill>
                        <a:latin typeface="Albert Sans ExtraBold"/>
                        <a:ea typeface="Albert Sans ExtraBold"/>
                        <a:cs typeface="Albert Sans ExtraBold"/>
                        <a:sym typeface="Albert Sans ExtraBol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525"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Developing a digital strategy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91425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Reach potential customers through well-crafted campaigns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91425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525"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Creating engaging content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91425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Craft content that engages and inspires the target audience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91425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525"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Optimizing search in rankings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91425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Optimize for better and more visibility with SEO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91425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525"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Leveraging social media platforms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91425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Connect with customers and boost brand awareness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91425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525"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Analyzing user digital habits 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91425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Gather user data to optimize design for more engagement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91425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525"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Executing email &amp; web campaigns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91425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Send emails to subscribers to convert leads into sales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45700" marR="45700" marT="91425" marB="457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144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40" name="Google Shape;840;p50"/>
          <p:cNvSpPr txBox="1"/>
          <p:nvPr/>
        </p:nvSpPr>
        <p:spPr>
          <a:xfrm>
            <a:off x="2308950" y="4404950"/>
            <a:ext cx="897900" cy="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Venus</a:t>
            </a:r>
            <a:endParaRPr sz="11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841" name="Google Shape;841;p50"/>
          <p:cNvSpPr/>
          <p:nvPr/>
        </p:nvSpPr>
        <p:spPr>
          <a:xfrm>
            <a:off x="2156550" y="4428200"/>
            <a:ext cx="152400" cy="152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50"/>
          <p:cNvSpPr txBox="1"/>
          <p:nvPr/>
        </p:nvSpPr>
        <p:spPr>
          <a:xfrm>
            <a:off x="3353765" y="4404950"/>
            <a:ext cx="897900" cy="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Mars</a:t>
            </a:r>
            <a:endParaRPr sz="11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843" name="Google Shape;843;p50"/>
          <p:cNvSpPr/>
          <p:nvPr/>
        </p:nvSpPr>
        <p:spPr>
          <a:xfrm>
            <a:off x="3201375" y="4428200"/>
            <a:ext cx="152400" cy="152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4" name="Google Shape;844;p50"/>
          <p:cNvSpPr txBox="1"/>
          <p:nvPr/>
        </p:nvSpPr>
        <p:spPr>
          <a:xfrm>
            <a:off x="4398580" y="4404950"/>
            <a:ext cx="897900" cy="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Jupiter</a:t>
            </a:r>
            <a:endParaRPr sz="11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845" name="Google Shape;845;p50"/>
          <p:cNvSpPr/>
          <p:nvPr/>
        </p:nvSpPr>
        <p:spPr>
          <a:xfrm>
            <a:off x="4246200" y="4428200"/>
            <a:ext cx="152400" cy="152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50"/>
          <p:cNvSpPr txBox="1"/>
          <p:nvPr/>
        </p:nvSpPr>
        <p:spPr>
          <a:xfrm>
            <a:off x="5443395" y="4404950"/>
            <a:ext cx="897900" cy="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Saturn</a:t>
            </a:r>
            <a:endParaRPr sz="11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847" name="Google Shape;847;p50"/>
          <p:cNvSpPr/>
          <p:nvPr/>
        </p:nvSpPr>
        <p:spPr>
          <a:xfrm>
            <a:off x="5298625" y="4428200"/>
            <a:ext cx="152400" cy="152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50"/>
          <p:cNvSpPr txBox="1"/>
          <p:nvPr/>
        </p:nvSpPr>
        <p:spPr>
          <a:xfrm>
            <a:off x="6488210" y="4404950"/>
            <a:ext cx="897900" cy="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Neptune</a:t>
            </a:r>
            <a:endParaRPr sz="11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849" name="Google Shape;849;p50"/>
          <p:cNvSpPr/>
          <p:nvPr/>
        </p:nvSpPr>
        <p:spPr>
          <a:xfrm>
            <a:off x="6343425" y="4428200"/>
            <a:ext cx="152400" cy="15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0" name="Google Shape;850;p50"/>
          <p:cNvSpPr txBox="1"/>
          <p:nvPr/>
        </p:nvSpPr>
        <p:spPr>
          <a:xfrm>
            <a:off x="7533025" y="4404950"/>
            <a:ext cx="897900" cy="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Earth</a:t>
            </a:r>
            <a:endParaRPr sz="11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851" name="Google Shape;851;p50"/>
          <p:cNvSpPr/>
          <p:nvPr/>
        </p:nvSpPr>
        <p:spPr>
          <a:xfrm>
            <a:off x="7380625" y="4428200"/>
            <a:ext cx="152400" cy="152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1"/>
          <p:cNvSpPr txBox="1">
            <a:spLocks noGrp="1"/>
          </p:cNvSpPr>
          <p:nvPr>
            <p:ph type="title"/>
          </p:nvPr>
        </p:nvSpPr>
        <p:spPr>
          <a:xfrm>
            <a:off x="2347938" y="75237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857" name="Google Shape;857;p51"/>
          <p:cNvSpPr txBox="1">
            <a:spLocks noGrp="1"/>
          </p:cNvSpPr>
          <p:nvPr>
            <p:ph type="subTitle" idx="1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lbert Sans ExtraBold"/>
                <a:ea typeface="Albert Sans ExtraBold"/>
                <a:cs typeface="Albert Sans ExtraBold"/>
                <a:sym typeface="Albert Sans ExtraBold"/>
              </a:rPr>
              <a:t>Do you have any questions?</a:t>
            </a:r>
            <a:endParaRPr sz="1800">
              <a:latin typeface="Albert Sans ExtraBold"/>
              <a:ea typeface="Albert Sans ExtraBold"/>
              <a:cs typeface="Albert Sans ExtraBold"/>
              <a:sym typeface="Albert Sans Extra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youremail@freepik.com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+34 654 321 432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yourwebsite.com</a:t>
            </a:r>
            <a:endParaRPr/>
          </a:p>
        </p:txBody>
      </p:sp>
      <p:sp>
        <p:nvSpPr>
          <p:cNvPr id="858" name="Google Shape;858;p51"/>
          <p:cNvSpPr txBox="1"/>
          <p:nvPr/>
        </p:nvSpPr>
        <p:spPr>
          <a:xfrm>
            <a:off x="2496150" y="4125850"/>
            <a:ext cx="4151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Please keep this slide for attribution</a:t>
            </a:r>
            <a:endParaRPr sz="1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859" name="Google Shape;859;p51"/>
          <p:cNvGrpSpPr/>
          <p:nvPr/>
        </p:nvGrpSpPr>
        <p:grpSpPr>
          <a:xfrm>
            <a:off x="6345593" y="-469338"/>
            <a:ext cx="3566788" cy="4024736"/>
            <a:chOff x="6345593" y="-469338"/>
            <a:chExt cx="3566788" cy="4024736"/>
          </a:xfrm>
        </p:grpSpPr>
        <p:sp>
          <p:nvSpPr>
            <p:cNvPr id="860" name="Google Shape;860;p51"/>
            <p:cNvSpPr/>
            <p:nvPr/>
          </p:nvSpPr>
          <p:spPr>
            <a:xfrm rot="-9544000">
              <a:off x="6532608" y="-214429"/>
              <a:ext cx="1677589" cy="1356790"/>
            </a:xfrm>
            <a:custGeom>
              <a:avLst/>
              <a:gdLst/>
              <a:ahLst/>
              <a:cxnLst/>
              <a:rect l="l" t="t" r="r" b="b"/>
              <a:pathLst>
                <a:path w="48278" h="39046" extrusionOk="0">
                  <a:moveTo>
                    <a:pt x="23318" y="1"/>
                  </a:moveTo>
                  <a:cubicBezTo>
                    <a:pt x="21882" y="1"/>
                    <a:pt x="20421" y="953"/>
                    <a:pt x="20076" y="2438"/>
                  </a:cubicBezTo>
                  <a:cubicBezTo>
                    <a:pt x="19004" y="7329"/>
                    <a:pt x="18346" y="12333"/>
                    <a:pt x="17574" y="17209"/>
                  </a:cubicBezTo>
                  <a:cubicBezTo>
                    <a:pt x="17216" y="19540"/>
                    <a:pt x="16859" y="21799"/>
                    <a:pt x="16559" y="24073"/>
                  </a:cubicBezTo>
                  <a:cubicBezTo>
                    <a:pt x="16201" y="22814"/>
                    <a:pt x="15787" y="21570"/>
                    <a:pt x="15429" y="20312"/>
                  </a:cubicBezTo>
                  <a:cubicBezTo>
                    <a:pt x="14228" y="16208"/>
                    <a:pt x="13456" y="11976"/>
                    <a:pt x="12212" y="7915"/>
                  </a:cubicBezTo>
                  <a:cubicBezTo>
                    <a:pt x="11720" y="6518"/>
                    <a:pt x="10456" y="5507"/>
                    <a:pt x="9034" y="5507"/>
                  </a:cubicBezTo>
                  <a:cubicBezTo>
                    <a:pt x="8884" y="5507"/>
                    <a:pt x="8732" y="5518"/>
                    <a:pt x="8580" y="5541"/>
                  </a:cubicBezTo>
                  <a:cubicBezTo>
                    <a:pt x="7078" y="5770"/>
                    <a:pt x="5477" y="7143"/>
                    <a:pt x="5720" y="8816"/>
                  </a:cubicBezTo>
                  <a:cubicBezTo>
                    <a:pt x="6249" y="13277"/>
                    <a:pt x="7679" y="17752"/>
                    <a:pt x="9166" y="21985"/>
                  </a:cubicBezTo>
                  <a:cubicBezTo>
                    <a:pt x="9938" y="24001"/>
                    <a:pt x="10653" y="26032"/>
                    <a:pt x="11554" y="28062"/>
                  </a:cubicBezTo>
                  <a:cubicBezTo>
                    <a:pt x="11668" y="28291"/>
                    <a:pt x="11726" y="28534"/>
                    <a:pt x="11854" y="28777"/>
                  </a:cubicBezTo>
                  <a:cubicBezTo>
                    <a:pt x="11082" y="28119"/>
                    <a:pt x="10367" y="27404"/>
                    <a:pt x="9709" y="26575"/>
                  </a:cubicBezTo>
                  <a:cubicBezTo>
                    <a:pt x="7322" y="23472"/>
                    <a:pt x="6078" y="19711"/>
                    <a:pt x="3447" y="16794"/>
                  </a:cubicBezTo>
                  <a:cubicBezTo>
                    <a:pt x="3114" y="16408"/>
                    <a:pt x="2717" y="16245"/>
                    <a:pt x="2326" y="16245"/>
                  </a:cubicBezTo>
                  <a:cubicBezTo>
                    <a:pt x="1456" y="16245"/>
                    <a:pt x="608" y="17049"/>
                    <a:pt x="530" y="17996"/>
                  </a:cubicBezTo>
                  <a:cubicBezTo>
                    <a:pt x="0" y="22700"/>
                    <a:pt x="2260" y="27519"/>
                    <a:pt x="5119" y="31222"/>
                  </a:cubicBezTo>
                  <a:cubicBezTo>
                    <a:pt x="8337" y="35326"/>
                    <a:pt x="12984" y="37714"/>
                    <a:pt x="18103" y="38600"/>
                  </a:cubicBezTo>
                  <a:cubicBezTo>
                    <a:pt x="19905" y="38896"/>
                    <a:pt x="21783" y="39046"/>
                    <a:pt x="23693" y="39046"/>
                  </a:cubicBezTo>
                  <a:cubicBezTo>
                    <a:pt x="31829" y="39046"/>
                    <a:pt x="40520" y="36330"/>
                    <a:pt x="46172" y="30679"/>
                  </a:cubicBezTo>
                  <a:cubicBezTo>
                    <a:pt x="48278" y="28525"/>
                    <a:pt x="46308" y="24872"/>
                    <a:pt x="43783" y="24872"/>
                  </a:cubicBezTo>
                  <a:cubicBezTo>
                    <a:pt x="43240" y="24872"/>
                    <a:pt x="42671" y="25041"/>
                    <a:pt x="42111" y="25431"/>
                  </a:cubicBezTo>
                  <a:cubicBezTo>
                    <a:pt x="38722" y="27819"/>
                    <a:pt x="35619" y="29964"/>
                    <a:pt x="31573" y="31151"/>
                  </a:cubicBezTo>
                  <a:cubicBezTo>
                    <a:pt x="30314" y="31579"/>
                    <a:pt x="29013" y="31865"/>
                    <a:pt x="27698" y="32051"/>
                  </a:cubicBezTo>
                  <a:cubicBezTo>
                    <a:pt x="28884" y="30679"/>
                    <a:pt x="30085" y="29363"/>
                    <a:pt x="31272" y="27933"/>
                  </a:cubicBezTo>
                  <a:cubicBezTo>
                    <a:pt x="34318" y="24430"/>
                    <a:pt x="37235" y="20784"/>
                    <a:pt x="40095" y="17095"/>
                  </a:cubicBezTo>
                  <a:cubicBezTo>
                    <a:pt x="41167" y="15608"/>
                    <a:pt x="40266" y="13277"/>
                    <a:pt x="38836" y="12448"/>
                  </a:cubicBezTo>
                  <a:cubicBezTo>
                    <a:pt x="38295" y="12130"/>
                    <a:pt x="37748" y="11987"/>
                    <a:pt x="37219" y="11987"/>
                  </a:cubicBezTo>
                  <a:cubicBezTo>
                    <a:pt x="36057" y="11987"/>
                    <a:pt x="34983" y="12674"/>
                    <a:pt x="34246" y="13706"/>
                  </a:cubicBezTo>
                  <a:cubicBezTo>
                    <a:pt x="31630" y="17152"/>
                    <a:pt x="29013" y="20612"/>
                    <a:pt x="26268" y="23944"/>
                  </a:cubicBezTo>
                  <a:cubicBezTo>
                    <a:pt x="24952" y="25617"/>
                    <a:pt x="23594" y="27290"/>
                    <a:pt x="22278" y="28948"/>
                  </a:cubicBezTo>
                  <a:lnTo>
                    <a:pt x="22164" y="29077"/>
                  </a:lnTo>
                  <a:cubicBezTo>
                    <a:pt x="22335" y="28005"/>
                    <a:pt x="22521" y="26861"/>
                    <a:pt x="22693" y="25788"/>
                  </a:cubicBezTo>
                  <a:cubicBezTo>
                    <a:pt x="23108" y="23415"/>
                    <a:pt x="23522" y="21027"/>
                    <a:pt x="23951" y="18639"/>
                  </a:cubicBezTo>
                  <a:cubicBezTo>
                    <a:pt x="24781" y="13820"/>
                    <a:pt x="25796" y="9059"/>
                    <a:pt x="26511" y="4226"/>
                  </a:cubicBezTo>
                  <a:cubicBezTo>
                    <a:pt x="26811" y="2438"/>
                    <a:pt x="26096" y="651"/>
                    <a:pt x="24180" y="122"/>
                  </a:cubicBezTo>
                  <a:cubicBezTo>
                    <a:pt x="23900" y="40"/>
                    <a:pt x="23609" y="1"/>
                    <a:pt x="233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51"/>
            <p:cNvSpPr/>
            <p:nvPr/>
          </p:nvSpPr>
          <p:spPr>
            <a:xfrm rot="-5816875">
              <a:off x="7944720" y="479290"/>
              <a:ext cx="685665" cy="1707315"/>
            </a:xfrm>
            <a:custGeom>
              <a:avLst/>
              <a:gdLst/>
              <a:ahLst/>
              <a:cxnLst/>
              <a:rect l="l" t="t" r="r" b="b"/>
              <a:pathLst>
                <a:path w="18776" h="46762" extrusionOk="0">
                  <a:moveTo>
                    <a:pt x="6789" y="1"/>
                  </a:moveTo>
                  <a:cubicBezTo>
                    <a:pt x="3426" y="1"/>
                    <a:pt x="2347" y="5490"/>
                    <a:pt x="6078" y="6724"/>
                  </a:cubicBezTo>
                  <a:cubicBezTo>
                    <a:pt x="7565" y="7211"/>
                    <a:pt x="7150" y="8640"/>
                    <a:pt x="6135" y="9355"/>
                  </a:cubicBezTo>
                  <a:cubicBezTo>
                    <a:pt x="4176" y="10657"/>
                    <a:pt x="2260" y="11500"/>
                    <a:pt x="1259" y="13702"/>
                  </a:cubicBezTo>
                  <a:cubicBezTo>
                    <a:pt x="1" y="16319"/>
                    <a:pt x="716" y="19422"/>
                    <a:pt x="2389" y="21681"/>
                  </a:cubicBezTo>
                  <a:cubicBezTo>
                    <a:pt x="4047" y="23826"/>
                    <a:pt x="6435" y="24841"/>
                    <a:pt x="8408" y="26629"/>
                  </a:cubicBezTo>
                  <a:cubicBezTo>
                    <a:pt x="9896" y="28058"/>
                    <a:pt x="9409" y="28959"/>
                    <a:pt x="8337" y="30561"/>
                  </a:cubicBezTo>
                  <a:cubicBezTo>
                    <a:pt x="7036" y="32648"/>
                    <a:pt x="5720" y="34793"/>
                    <a:pt x="5720" y="37353"/>
                  </a:cubicBezTo>
                  <a:cubicBezTo>
                    <a:pt x="5771" y="41864"/>
                    <a:pt x="10603" y="46761"/>
                    <a:pt x="15328" y="46761"/>
                  </a:cubicBezTo>
                  <a:cubicBezTo>
                    <a:pt x="15905" y="46761"/>
                    <a:pt x="16480" y="46688"/>
                    <a:pt x="17045" y="46533"/>
                  </a:cubicBezTo>
                  <a:cubicBezTo>
                    <a:pt x="18232" y="46175"/>
                    <a:pt x="18775" y="44802"/>
                    <a:pt x="18175" y="43673"/>
                  </a:cubicBezTo>
                  <a:cubicBezTo>
                    <a:pt x="16916" y="41399"/>
                    <a:pt x="13885" y="40813"/>
                    <a:pt x="12698" y="38425"/>
                  </a:cubicBezTo>
                  <a:cubicBezTo>
                    <a:pt x="11854" y="36695"/>
                    <a:pt x="13227" y="35322"/>
                    <a:pt x="14185" y="33964"/>
                  </a:cubicBezTo>
                  <a:cubicBezTo>
                    <a:pt x="15615" y="31748"/>
                    <a:pt x="16559" y="29317"/>
                    <a:pt x="16030" y="26686"/>
                  </a:cubicBezTo>
                  <a:cubicBezTo>
                    <a:pt x="15429" y="24012"/>
                    <a:pt x="13470" y="21981"/>
                    <a:pt x="11325" y="20437"/>
                  </a:cubicBezTo>
                  <a:cubicBezTo>
                    <a:pt x="10425" y="19779"/>
                    <a:pt x="6850" y="17749"/>
                    <a:pt x="7265" y="16619"/>
                  </a:cubicBezTo>
                  <a:cubicBezTo>
                    <a:pt x="7450" y="16090"/>
                    <a:pt x="8580" y="15733"/>
                    <a:pt x="9052" y="15432"/>
                  </a:cubicBezTo>
                  <a:cubicBezTo>
                    <a:pt x="10196" y="14775"/>
                    <a:pt x="11197" y="14060"/>
                    <a:pt x="12040" y="13045"/>
                  </a:cubicBezTo>
                  <a:cubicBezTo>
                    <a:pt x="15729" y="8397"/>
                    <a:pt x="13284" y="1963"/>
                    <a:pt x="7865" y="176"/>
                  </a:cubicBezTo>
                  <a:cubicBezTo>
                    <a:pt x="7485" y="56"/>
                    <a:pt x="7126" y="1"/>
                    <a:pt x="6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51"/>
            <p:cNvSpPr/>
            <p:nvPr/>
          </p:nvSpPr>
          <p:spPr>
            <a:xfrm rot="-10116354">
              <a:off x="7826822" y="1986220"/>
              <a:ext cx="1967798" cy="1388485"/>
            </a:xfrm>
            <a:custGeom>
              <a:avLst/>
              <a:gdLst/>
              <a:ahLst/>
              <a:cxnLst/>
              <a:rect l="l" t="t" r="r" b="b"/>
              <a:pathLst>
                <a:path w="78615" h="55471" extrusionOk="0">
                  <a:moveTo>
                    <a:pt x="28010" y="0"/>
                  </a:moveTo>
                  <a:cubicBezTo>
                    <a:pt x="27289" y="0"/>
                    <a:pt x="26561" y="182"/>
                    <a:pt x="25892" y="575"/>
                  </a:cubicBezTo>
                  <a:cubicBezTo>
                    <a:pt x="21359" y="3320"/>
                    <a:pt x="17069" y="6423"/>
                    <a:pt x="12665" y="9397"/>
                  </a:cubicBezTo>
                  <a:cubicBezTo>
                    <a:pt x="8547" y="12143"/>
                    <a:pt x="4200" y="14702"/>
                    <a:pt x="1040" y="18577"/>
                  </a:cubicBezTo>
                  <a:cubicBezTo>
                    <a:pt x="0" y="19894"/>
                    <a:pt x="827" y="21708"/>
                    <a:pt x="2405" y="21708"/>
                  </a:cubicBezTo>
                  <a:cubicBezTo>
                    <a:pt x="2540" y="21708"/>
                    <a:pt x="2682" y="21694"/>
                    <a:pt x="2828" y="21666"/>
                  </a:cubicBezTo>
                  <a:cubicBezTo>
                    <a:pt x="7718" y="20722"/>
                    <a:pt x="12008" y="18034"/>
                    <a:pt x="16354" y="15718"/>
                  </a:cubicBezTo>
                  <a:cubicBezTo>
                    <a:pt x="19364" y="14097"/>
                    <a:pt x="22445" y="12549"/>
                    <a:pt x="25458" y="10917"/>
                  </a:cubicBezTo>
                  <a:lnTo>
                    <a:pt x="25458" y="10917"/>
                  </a:lnTo>
                  <a:cubicBezTo>
                    <a:pt x="27706" y="18771"/>
                    <a:pt x="29975" y="26624"/>
                    <a:pt x="32198" y="34478"/>
                  </a:cubicBezTo>
                  <a:cubicBezTo>
                    <a:pt x="32709" y="36440"/>
                    <a:pt x="34469" y="37635"/>
                    <a:pt x="36324" y="37635"/>
                  </a:cubicBezTo>
                  <a:cubicBezTo>
                    <a:pt x="37065" y="37635"/>
                    <a:pt x="37820" y="37445"/>
                    <a:pt x="38518" y="37037"/>
                  </a:cubicBezTo>
                  <a:cubicBezTo>
                    <a:pt x="42207" y="34964"/>
                    <a:pt x="45968" y="32819"/>
                    <a:pt x="49714" y="30731"/>
                  </a:cubicBezTo>
                  <a:cubicBezTo>
                    <a:pt x="51330" y="29773"/>
                    <a:pt x="53532" y="27986"/>
                    <a:pt x="55319" y="27571"/>
                  </a:cubicBezTo>
                  <a:cubicBezTo>
                    <a:pt x="55870" y="27444"/>
                    <a:pt x="56186" y="27369"/>
                    <a:pt x="56408" y="27369"/>
                  </a:cubicBezTo>
                  <a:cubicBezTo>
                    <a:pt x="56809" y="27369"/>
                    <a:pt x="56905" y="27613"/>
                    <a:pt x="57521" y="28229"/>
                  </a:cubicBezTo>
                  <a:cubicBezTo>
                    <a:pt x="58293" y="29001"/>
                    <a:pt x="58708" y="30431"/>
                    <a:pt x="59194" y="31389"/>
                  </a:cubicBezTo>
                  <a:cubicBezTo>
                    <a:pt x="61096" y="35193"/>
                    <a:pt x="63069" y="39068"/>
                    <a:pt x="65028" y="42885"/>
                  </a:cubicBezTo>
                  <a:cubicBezTo>
                    <a:pt x="66930" y="46689"/>
                    <a:pt x="68488" y="51165"/>
                    <a:pt x="71520" y="54267"/>
                  </a:cubicBezTo>
                  <a:cubicBezTo>
                    <a:pt x="72352" y="55111"/>
                    <a:pt x="73284" y="55471"/>
                    <a:pt x="74183" y="55471"/>
                  </a:cubicBezTo>
                  <a:cubicBezTo>
                    <a:pt x="76513" y="55471"/>
                    <a:pt x="78615" y="53055"/>
                    <a:pt x="78140" y="50392"/>
                  </a:cubicBezTo>
                  <a:cubicBezTo>
                    <a:pt x="77239" y="45088"/>
                    <a:pt x="73250" y="39668"/>
                    <a:pt x="70805" y="34835"/>
                  </a:cubicBezTo>
                  <a:cubicBezTo>
                    <a:pt x="68431" y="30245"/>
                    <a:pt x="66458" y="24297"/>
                    <a:pt x="62712" y="20594"/>
                  </a:cubicBezTo>
                  <a:cubicBezTo>
                    <a:pt x="60979" y="18920"/>
                    <a:pt x="59070" y="18258"/>
                    <a:pt x="57108" y="18258"/>
                  </a:cubicBezTo>
                  <a:cubicBezTo>
                    <a:pt x="54812" y="18258"/>
                    <a:pt x="52444" y="19165"/>
                    <a:pt x="50200" y="20422"/>
                  </a:cubicBezTo>
                  <a:cubicBezTo>
                    <a:pt x="46442" y="22547"/>
                    <a:pt x="42712" y="24706"/>
                    <a:pt x="38970" y="26877"/>
                  </a:cubicBezTo>
                  <a:lnTo>
                    <a:pt x="38970" y="26877"/>
                  </a:lnTo>
                  <a:cubicBezTo>
                    <a:pt x="36753" y="18990"/>
                    <a:pt x="34554" y="11079"/>
                    <a:pt x="32326" y="3206"/>
                  </a:cubicBezTo>
                  <a:cubicBezTo>
                    <a:pt x="31756" y="1258"/>
                    <a:pt x="29909" y="0"/>
                    <a:pt x="280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3" name="Google Shape;863;p51"/>
          <p:cNvGrpSpPr/>
          <p:nvPr/>
        </p:nvGrpSpPr>
        <p:grpSpPr>
          <a:xfrm>
            <a:off x="680759" y="3162514"/>
            <a:ext cx="1782761" cy="1748957"/>
            <a:chOff x="680759" y="3162514"/>
            <a:chExt cx="1782761" cy="1748957"/>
          </a:xfrm>
        </p:grpSpPr>
        <p:sp>
          <p:nvSpPr>
            <p:cNvPr id="864" name="Google Shape;864;p51"/>
            <p:cNvSpPr/>
            <p:nvPr/>
          </p:nvSpPr>
          <p:spPr>
            <a:xfrm rot="-2134152">
              <a:off x="1557576" y="3495663"/>
              <a:ext cx="555434" cy="1383319"/>
            </a:xfrm>
            <a:custGeom>
              <a:avLst/>
              <a:gdLst/>
              <a:ahLst/>
              <a:cxnLst/>
              <a:rect l="l" t="t" r="r" b="b"/>
              <a:pathLst>
                <a:path w="18776" h="46762" extrusionOk="0">
                  <a:moveTo>
                    <a:pt x="6789" y="1"/>
                  </a:moveTo>
                  <a:cubicBezTo>
                    <a:pt x="3426" y="1"/>
                    <a:pt x="2347" y="5490"/>
                    <a:pt x="6078" y="6724"/>
                  </a:cubicBezTo>
                  <a:cubicBezTo>
                    <a:pt x="7565" y="7211"/>
                    <a:pt x="7150" y="8640"/>
                    <a:pt x="6135" y="9355"/>
                  </a:cubicBezTo>
                  <a:cubicBezTo>
                    <a:pt x="4176" y="10657"/>
                    <a:pt x="2260" y="11500"/>
                    <a:pt x="1259" y="13702"/>
                  </a:cubicBezTo>
                  <a:cubicBezTo>
                    <a:pt x="1" y="16319"/>
                    <a:pt x="716" y="19422"/>
                    <a:pt x="2389" y="21681"/>
                  </a:cubicBezTo>
                  <a:cubicBezTo>
                    <a:pt x="4047" y="23826"/>
                    <a:pt x="6435" y="24841"/>
                    <a:pt x="8408" y="26629"/>
                  </a:cubicBezTo>
                  <a:cubicBezTo>
                    <a:pt x="9896" y="28058"/>
                    <a:pt x="9409" y="28959"/>
                    <a:pt x="8337" y="30561"/>
                  </a:cubicBezTo>
                  <a:cubicBezTo>
                    <a:pt x="7036" y="32648"/>
                    <a:pt x="5720" y="34793"/>
                    <a:pt x="5720" y="37353"/>
                  </a:cubicBezTo>
                  <a:cubicBezTo>
                    <a:pt x="5771" y="41864"/>
                    <a:pt x="10603" y="46761"/>
                    <a:pt x="15328" y="46761"/>
                  </a:cubicBezTo>
                  <a:cubicBezTo>
                    <a:pt x="15905" y="46761"/>
                    <a:pt x="16480" y="46688"/>
                    <a:pt x="17045" y="46533"/>
                  </a:cubicBezTo>
                  <a:cubicBezTo>
                    <a:pt x="18232" y="46175"/>
                    <a:pt x="18775" y="44802"/>
                    <a:pt x="18175" y="43673"/>
                  </a:cubicBezTo>
                  <a:cubicBezTo>
                    <a:pt x="16916" y="41399"/>
                    <a:pt x="13885" y="40813"/>
                    <a:pt x="12698" y="38425"/>
                  </a:cubicBezTo>
                  <a:cubicBezTo>
                    <a:pt x="11854" y="36695"/>
                    <a:pt x="13227" y="35322"/>
                    <a:pt x="14185" y="33964"/>
                  </a:cubicBezTo>
                  <a:cubicBezTo>
                    <a:pt x="15615" y="31748"/>
                    <a:pt x="16559" y="29317"/>
                    <a:pt x="16030" y="26686"/>
                  </a:cubicBezTo>
                  <a:cubicBezTo>
                    <a:pt x="15429" y="24012"/>
                    <a:pt x="13470" y="21981"/>
                    <a:pt x="11325" y="20437"/>
                  </a:cubicBezTo>
                  <a:cubicBezTo>
                    <a:pt x="10425" y="19779"/>
                    <a:pt x="6850" y="17749"/>
                    <a:pt x="7265" y="16619"/>
                  </a:cubicBezTo>
                  <a:cubicBezTo>
                    <a:pt x="7450" y="16090"/>
                    <a:pt x="8580" y="15733"/>
                    <a:pt x="9052" y="15432"/>
                  </a:cubicBezTo>
                  <a:cubicBezTo>
                    <a:pt x="10196" y="14775"/>
                    <a:pt x="11197" y="14060"/>
                    <a:pt x="12040" y="13045"/>
                  </a:cubicBezTo>
                  <a:cubicBezTo>
                    <a:pt x="15729" y="8397"/>
                    <a:pt x="13284" y="1963"/>
                    <a:pt x="7865" y="176"/>
                  </a:cubicBezTo>
                  <a:cubicBezTo>
                    <a:pt x="7485" y="56"/>
                    <a:pt x="7126" y="1"/>
                    <a:pt x="67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51"/>
            <p:cNvSpPr/>
            <p:nvPr/>
          </p:nvSpPr>
          <p:spPr>
            <a:xfrm rot="5813671">
              <a:off x="631199" y="3343770"/>
              <a:ext cx="1290652" cy="1044150"/>
            </a:xfrm>
            <a:custGeom>
              <a:avLst/>
              <a:gdLst/>
              <a:ahLst/>
              <a:cxnLst/>
              <a:rect l="l" t="t" r="r" b="b"/>
              <a:pathLst>
                <a:path w="46772" h="37839" extrusionOk="0">
                  <a:moveTo>
                    <a:pt x="3884" y="1"/>
                  </a:moveTo>
                  <a:cubicBezTo>
                    <a:pt x="3391" y="1"/>
                    <a:pt x="2900" y="187"/>
                    <a:pt x="2560" y="576"/>
                  </a:cubicBezTo>
                  <a:cubicBezTo>
                    <a:pt x="358" y="2950"/>
                    <a:pt x="187" y="6768"/>
                    <a:pt x="130" y="9928"/>
                  </a:cubicBezTo>
                  <a:cubicBezTo>
                    <a:pt x="1" y="13259"/>
                    <a:pt x="416" y="16662"/>
                    <a:pt x="1374" y="19880"/>
                  </a:cubicBezTo>
                  <a:cubicBezTo>
                    <a:pt x="2918" y="25356"/>
                    <a:pt x="6078" y="30304"/>
                    <a:pt x="10725" y="33635"/>
                  </a:cubicBezTo>
                  <a:cubicBezTo>
                    <a:pt x="14733" y="36559"/>
                    <a:pt x="19409" y="37838"/>
                    <a:pt x="24159" y="37838"/>
                  </a:cubicBezTo>
                  <a:cubicBezTo>
                    <a:pt x="31694" y="37838"/>
                    <a:pt x="39411" y="34619"/>
                    <a:pt x="44928" y="29646"/>
                  </a:cubicBezTo>
                  <a:cubicBezTo>
                    <a:pt x="46771" y="27994"/>
                    <a:pt x="45108" y="25391"/>
                    <a:pt x="43084" y="25391"/>
                  </a:cubicBezTo>
                  <a:cubicBezTo>
                    <a:pt x="42689" y="25391"/>
                    <a:pt x="42281" y="25490"/>
                    <a:pt x="41882" y="25714"/>
                  </a:cubicBezTo>
                  <a:cubicBezTo>
                    <a:pt x="37421" y="28216"/>
                    <a:pt x="33017" y="30718"/>
                    <a:pt x="27827" y="31190"/>
                  </a:cubicBezTo>
                  <a:cubicBezTo>
                    <a:pt x="27049" y="31258"/>
                    <a:pt x="26262" y="31294"/>
                    <a:pt x="25472" y="31294"/>
                  </a:cubicBezTo>
                  <a:cubicBezTo>
                    <a:pt x="21424" y="31294"/>
                    <a:pt x="17311" y="30347"/>
                    <a:pt x="14128" y="27858"/>
                  </a:cubicBezTo>
                  <a:cubicBezTo>
                    <a:pt x="10668" y="25170"/>
                    <a:pt x="8523" y="21124"/>
                    <a:pt x="7451" y="17020"/>
                  </a:cubicBezTo>
                  <a:cubicBezTo>
                    <a:pt x="6793" y="14446"/>
                    <a:pt x="6564" y="11829"/>
                    <a:pt x="6435" y="9213"/>
                  </a:cubicBezTo>
                  <a:cubicBezTo>
                    <a:pt x="6321" y="6410"/>
                    <a:pt x="6736" y="3493"/>
                    <a:pt x="5492" y="934"/>
                  </a:cubicBezTo>
                  <a:cubicBezTo>
                    <a:pt x="5183" y="324"/>
                    <a:pt x="4532" y="1"/>
                    <a:pt x="38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6" name="Google Shape;866;p51"/>
          <p:cNvSpPr/>
          <p:nvPr/>
        </p:nvSpPr>
        <p:spPr>
          <a:xfrm>
            <a:off x="4368288" y="3052571"/>
            <a:ext cx="407383" cy="407383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867" name="Google Shape;867;p51"/>
          <p:cNvGrpSpPr/>
          <p:nvPr/>
        </p:nvGrpSpPr>
        <p:grpSpPr>
          <a:xfrm>
            <a:off x="5004275" y="3052567"/>
            <a:ext cx="407432" cy="407391"/>
            <a:chOff x="812101" y="2571761"/>
            <a:chExt cx="417066" cy="417024"/>
          </a:xfrm>
        </p:grpSpPr>
        <p:sp>
          <p:nvSpPr>
            <p:cNvPr id="868" name="Google Shape;868;p51"/>
            <p:cNvSpPr/>
            <p:nvPr/>
          </p:nvSpPr>
          <p:spPr>
            <a:xfrm>
              <a:off x="935084" y="2694744"/>
              <a:ext cx="171071" cy="171071"/>
            </a:xfrm>
            <a:custGeom>
              <a:avLst/>
              <a:gdLst/>
              <a:ahLst/>
              <a:cxnLst/>
              <a:rect l="l" t="t" r="r" b="b"/>
              <a:pathLst>
                <a:path w="8197" h="8197" extrusionOk="0">
                  <a:moveTo>
                    <a:pt x="4099" y="1171"/>
                  </a:moveTo>
                  <a:cubicBezTo>
                    <a:pt x="5712" y="1171"/>
                    <a:pt x="7027" y="2484"/>
                    <a:pt x="7027" y="4097"/>
                  </a:cubicBezTo>
                  <a:cubicBezTo>
                    <a:pt x="7027" y="5712"/>
                    <a:pt x="5712" y="7025"/>
                    <a:pt x="4099" y="7025"/>
                  </a:cubicBezTo>
                  <a:cubicBezTo>
                    <a:pt x="2486" y="7025"/>
                    <a:pt x="1171" y="5712"/>
                    <a:pt x="1171" y="4097"/>
                  </a:cubicBezTo>
                  <a:cubicBezTo>
                    <a:pt x="1171" y="2484"/>
                    <a:pt x="2486" y="1171"/>
                    <a:pt x="4099" y="1171"/>
                  </a:cubicBezTo>
                  <a:close/>
                  <a:moveTo>
                    <a:pt x="4099" y="0"/>
                  </a:moveTo>
                  <a:cubicBezTo>
                    <a:pt x="1840" y="0"/>
                    <a:pt x="0" y="1838"/>
                    <a:pt x="0" y="4097"/>
                  </a:cubicBezTo>
                  <a:cubicBezTo>
                    <a:pt x="0" y="6358"/>
                    <a:pt x="1840" y="8196"/>
                    <a:pt x="4099" y="8196"/>
                  </a:cubicBezTo>
                  <a:cubicBezTo>
                    <a:pt x="6358" y="8196"/>
                    <a:pt x="8196" y="6358"/>
                    <a:pt x="8196" y="4097"/>
                  </a:cubicBezTo>
                  <a:cubicBezTo>
                    <a:pt x="8196" y="1838"/>
                    <a:pt x="6358" y="0"/>
                    <a:pt x="40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69" name="Google Shape;869;p51"/>
            <p:cNvSpPr/>
            <p:nvPr/>
          </p:nvSpPr>
          <p:spPr>
            <a:xfrm>
              <a:off x="860977" y="2620616"/>
              <a:ext cx="319311" cy="319290"/>
            </a:xfrm>
            <a:custGeom>
              <a:avLst/>
              <a:gdLst/>
              <a:ahLst/>
              <a:cxnLst/>
              <a:rect l="l" t="t" r="r" b="b"/>
              <a:pathLst>
                <a:path w="15300" h="15299" extrusionOk="0">
                  <a:moveTo>
                    <a:pt x="12333" y="1171"/>
                  </a:moveTo>
                  <a:cubicBezTo>
                    <a:pt x="13306" y="1171"/>
                    <a:pt x="14128" y="1994"/>
                    <a:pt x="14128" y="2967"/>
                  </a:cubicBezTo>
                  <a:lnTo>
                    <a:pt x="14128" y="12334"/>
                  </a:lnTo>
                  <a:cubicBezTo>
                    <a:pt x="14128" y="13307"/>
                    <a:pt x="13306" y="14129"/>
                    <a:pt x="12333" y="14129"/>
                  </a:cubicBezTo>
                  <a:lnTo>
                    <a:pt x="2968" y="14129"/>
                  </a:lnTo>
                  <a:cubicBezTo>
                    <a:pt x="1993" y="14129"/>
                    <a:pt x="1172" y="13307"/>
                    <a:pt x="1172" y="12334"/>
                  </a:cubicBezTo>
                  <a:lnTo>
                    <a:pt x="1172" y="2967"/>
                  </a:lnTo>
                  <a:cubicBezTo>
                    <a:pt x="1172" y="1994"/>
                    <a:pt x="1993" y="1171"/>
                    <a:pt x="2968" y="1171"/>
                  </a:cubicBezTo>
                  <a:close/>
                  <a:moveTo>
                    <a:pt x="2968" y="0"/>
                  </a:moveTo>
                  <a:cubicBezTo>
                    <a:pt x="1351" y="0"/>
                    <a:pt x="1" y="1346"/>
                    <a:pt x="1" y="2967"/>
                  </a:cubicBezTo>
                  <a:lnTo>
                    <a:pt x="1" y="12334"/>
                  </a:lnTo>
                  <a:cubicBezTo>
                    <a:pt x="1" y="13952"/>
                    <a:pt x="1349" y="15299"/>
                    <a:pt x="2968" y="15299"/>
                  </a:cubicBezTo>
                  <a:lnTo>
                    <a:pt x="12333" y="15299"/>
                  </a:lnTo>
                  <a:cubicBezTo>
                    <a:pt x="13953" y="15299"/>
                    <a:pt x="15299" y="13951"/>
                    <a:pt x="15299" y="12334"/>
                  </a:cubicBezTo>
                  <a:lnTo>
                    <a:pt x="15299" y="2967"/>
                  </a:lnTo>
                  <a:cubicBezTo>
                    <a:pt x="15299" y="1345"/>
                    <a:pt x="13948" y="0"/>
                    <a:pt x="123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70" name="Google Shape;870;p51"/>
            <p:cNvSpPr/>
            <p:nvPr/>
          </p:nvSpPr>
          <p:spPr>
            <a:xfrm>
              <a:off x="812101" y="2571761"/>
              <a:ext cx="417066" cy="417024"/>
            </a:xfrm>
            <a:custGeom>
              <a:avLst/>
              <a:gdLst/>
              <a:ahLst/>
              <a:cxnLst/>
              <a:rect l="l" t="t" r="r" b="b"/>
              <a:pathLst>
                <a:path w="19984" h="19982" extrusionOk="0">
                  <a:moveTo>
                    <a:pt x="17056" y="1172"/>
                  </a:moveTo>
                  <a:cubicBezTo>
                    <a:pt x="18025" y="1172"/>
                    <a:pt x="18812" y="1959"/>
                    <a:pt x="18812" y="2927"/>
                  </a:cubicBezTo>
                  <a:lnTo>
                    <a:pt x="18812" y="17056"/>
                  </a:lnTo>
                  <a:cubicBezTo>
                    <a:pt x="18812" y="18023"/>
                    <a:pt x="18025" y="18811"/>
                    <a:pt x="17056" y="18811"/>
                  </a:cubicBezTo>
                  <a:lnTo>
                    <a:pt x="2928" y="18811"/>
                  </a:lnTo>
                  <a:cubicBezTo>
                    <a:pt x="1961" y="18811"/>
                    <a:pt x="1172" y="18023"/>
                    <a:pt x="1172" y="17056"/>
                  </a:cubicBezTo>
                  <a:lnTo>
                    <a:pt x="1172" y="2927"/>
                  </a:lnTo>
                  <a:cubicBezTo>
                    <a:pt x="1172" y="1959"/>
                    <a:pt x="1961" y="1172"/>
                    <a:pt x="2928" y="1172"/>
                  </a:cubicBezTo>
                  <a:close/>
                  <a:moveTo>
                    <a:pt x="2928" y="1"/>
                  </a:moveTo>
                  <a:cubicBezTo>
                    <a:pt x="1313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3" y="19982"/>
                    <a:pt x="2928" y="19982"/>
                  </a:cubicBezTo>
                  <a:lnTo>
                    <a:pt x="17056" y="19982"/>
                  </a:lnTo>
                  <a:cubicBezTo>
                    <a:pt x="18669" y="19982"/>
                    <a:pt x="19984" y="18669"/>
                    <a:pt x="19984" y="17056"/>
                  </a:cubicBezTo>
                  <a:lnTo>
                    <a:pt x="19984" y="2927"/>
                  </a:lnTo>
                  <a:cubicBezTo>
                    <a:pt x="19984" y="1313"/>
                    <a:pt x="18669" y="1"/>
                    <a:pt x="170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71" name="Google Shape;871;p51"/>
            <p:cNvSpPr/>
            <p:nvPr/>
          </p:nvSpPr>
          <p:spPr>
            <a:xfrm>
              <a:off x="1081712" y="2670306"/>
              <a:ext cx="48878" cy="48898"/>
            </a:xfrm>
            <a:custGeom>
              <a:avLst/>
              <a:gdLst/>
              <a:ahLst/>
              <a:cxnLst/>
              <a:rect l="l" t="t" r="r" b="b"/>
              <a:pathLst>
                <a:path w="2342" h="2343" extrusionOk="0">
                  <a:moveTo>
                    <a:pt x="1170" y="0"/>
                  </a:moveTo>
                  <a:cubicBezTo>
                    <a:pt x="524" y="0"/>
                    <a:pt x="1" y="526"/>
                    <a:pt x="1" y="1171"/>
                  </a:cubicBezTo>
                  <a:cubicBezTo>
                    <a:pt x="1" y="1817"/>
                    <a:pt x="524" y="2342"/>
                    <a:pt x="1170" y="2342"/>
                  </a:cubicBezTo>
                  <a:cubicBezTo>
                    <a:pt x="1816" y="2342"/>
                    <a:pt x="2341" y="1817"/>
                    <a:pt x="2341" y="1171"/>
                  </a:cubicBezTo>
                  <a:cubicBezTo>
                    <a:pt x="2341" y="526"/>
                    <a:pt x="1816" y="0"/>
                    <a:pt x="11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872" name="Google Shape;872;p51"/>
          <p:cNvGrpSpPr/>
          <p:nvPr/>
        </p:nvGrpSpPr>
        <p:grpSpPr>
          <a:xfrm>
            <a:off x="3732294" y="3052567"/>
            <a:ext cx="407391" cy="407391"/>
            <a:chOff x="1323129" y="2571761"/>
            <a:chExt cx="417024" cy="417024"/>
          </a:xfrm>
        </p:grpSpPr>
        <p:sp>
          <p:nvSpPr>
            <p:cNvPr id="873" name="Google Shape;873;p51"/>
            <p:cNvSpPr/>
            <p:nvPr/>
          </p:nvSpPr>
          <p:spPr>
            <a:xfrm>
              <a:off x="1385007" y="2719183"/>
              <a:ext cx="73337" cy="219907"/>
            </a:xfrm>
            <a:custGeom>
              <a:avLst/>
              <a:gdLst/>
              <a:ahLst/>
              <a:cxnLst/>
              <a:rect l="l" t="t" r="r" b="b"/>
              <a:pathLst>
                <a:path w="3514" h="10537" extrusionOk="0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74" name="Google Shape;874;p51"/>
            <p:cNvSpPr/>
            <p:nvPr/>
          </p:nvSpPr>
          <p:spPr>
            <a:xfrm>
              <a:off x="1385007" y="2621430"/>
              <a:ext cx="73337" cy="73337"/>
            </a:xfrm>
            <a:custGeom>
              <a:avLst/>
              <a:gdLst/>
              <a:ahLst/>
              <a:cxnLst/>
              <a:rect l="l" t="t" r="r" b="b"/>
              <a:pathLst>
                <a:path w="3514" h="3514" extrusionOk="0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75" name="Google Shape;875;p51"/>
            <p:cNvSpPr/>
            <p:nvPr/>
          </p:nvSpPr>
          <p:spPr>
            <a:xfrm>
              <a:off x="1482759" y="2718786"/>
              <a:ext cx="195510" cy="220304"/>
            </a:xfrm>
            <a:custGeom>
              <a:avLst/>
              <a:gdLst/>
              <a:ahLst/>
              <a:cxnLst/>
              <a:rect l="l" t="t" r="r" b="b"/>
              <a:pathLst>
                <a:path w="9368" h="10556" extrusionOk="0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76" name="Google Shape;876;p51"/>
            <p:cNvSpPr/>
            <p:nvPr/>
          </p:nvSpPr>
          <p:spPr>
            <a:xfrm>
              <a:off x="1323129" y="2571761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quiggles Design Portfolio by Slidesgo">
  <a:themeElements>
    <a:clrScheme name="Simple Light">
      <a:dk1>
        <a:srgbClr val="363634"/>
      </a:dk1>
      <a:lt1>
        <a:srgbClr val="EEEEEE"/>
      </a:lt1>
      <a:dk2>
        <a:srgbClr val="1FB182"/>
      </a:dk2>
      <a:lt2>
        <a:srgbClr val="FF84A9"/>
      </a:lt2>
      <a:accent1>
        <a:srgbClr val="E9BF35"/>
      </a:accent1>
      <a:accent2>
        <a:srgbClr val="5DBBDB"/>
      </a:accent2>
      <a:accent3>
        <a:srgbClr val="FFFFFF"/>
      </a:accent3>
      <a:accent4>
        <a:srgbClr val="C2BCBC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1226</Words>
  <Application>Microsoft Office PowerPoint</Application>
  <PresentationFormat>Экран (16:9)</PresentationFormat>
  <Paragraphs>222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7" baseType="lpstr">
      <vt:lpstr>Nunito Light</vt:lpstr>
      <vt:lpstr>Raleway</vt:lpstr>
      <vt:lpstr>Albert Sans Black</vt:lpstr>
      <vt:lpstr>Albert Sans ExtraBold</vt:lpstr>
      <vt:lpstr>Albert Sans</vt:lpstr>
      <vt:lpstr>Albert Sans Medium</vt:lpstr>
      <vt:lpstr>Open Sans</vt:lpstr>
      <vt:lpstr>Bebas Neue</vt:lpstr>
      <vt:lpstr>Arial</vt:lpstr>
      <vt:lpstr>Squiggles Design Portfolio by Slidesgo</vt:lpstr>
      <vt:lpstr>Squiggles Design Portfolio</vt:lpstr>
      <vt:lpstr>Contents of this template</vt:lpstr>
      <vt:lpstr>Table of contents</vt:lpstr>
      <vt:lpstr>Contents of a portfolio</vt:lpstr>
      <vt:lpstr>You should include in your portfolio…</vt:lpstr>
      <vt:lpstr>Resume</vt:lpstr>
      <vt:lpstr>Jane Doe</vt:lpstr>
      <vt:lpstr>Previous projects</vt:lpstr>
      <vt:lpstr>Cover letter</vt:lpstr>
      <vt:lpstr>My best work</vt:lpstr>
      <vt:lpstr>What people say about me</vt:lpstr>
      <vt:lpstr>My skills and qualifications</vt:lpstr>
      <vt:lpstr>A chart of the areas I work in</vt:lpstr>
      <vt:lpstr>Table</vt:lpstr>
      <vt:lpstr>How did I achieve success? </vt:lpstr>
      <vt:lpstr>Roadmap of my future projects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Squiggles Design Portfolio</dc:title>
  <cp:lastModifiedBy>я</cp:lastModifiedBy>
  <cp:revision>1</cp:revision>
  <dcterms:modified xsi:type="dcterms:W3CDTF">2026-02-19T10:18:55Z</dcterms:modified>
</cp:coreProperties>
</file>
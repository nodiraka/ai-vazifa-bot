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Fahkwang Light" panose="020B0604020202020204" charset="-34"/>
      <p:regular r:id="rId17"/>
      <p:bold r:id="rId18"/>
      <p:italic r:id="rId19"/>
      <p:boldItalic r:id="rId20"/>
    </p:embeddedFont>
    <p:embeddedFont>
      <p:font typeface="Atkinson Hyperlegible Next Light" panose="020B0604020202020204" charset="0"/>
      <p:regular r:id="rId21"/>
      <p:bold r:id="rId22"/>
      <p:italic r:id="rId23"/>
      <p:boldItalic r:id="rId24"/>
    </p:embeddedFont>
    <p:embeddedFont>
      <p:font typeface="Calibri" panose="020F0502020204030204" pitchFamily="34" charset="0"/>
      <p:regular r:id="rId25"/>
      <p:bold r:id="rId26"/>
      <p:italic r:id="rId27"/>
      <p:boldItalic r:id="rId28"/>
    </p:embeddedFont>
    <p:embeddedFont>
      <p:font typeface="Raleway" panose="020B0604020202020204" charset="-52"/>
      <p:regular r:id="rId29"/>
      <p:bold r:id="rId30"/>
      <p:italic r:id="rId31"/>
      <p:boldItalic r:id="rId32"/>
    </p:embeddedFont>
    <p:embeddedFont>
      <p:font typeface="Hanken Grotesk" panose="020B0604020202020204" charset="0"/>
      <p:regular r:id="rId33"/>
      <p:bold r:id="rId34"/>
      <p:italic r:id="rId35"/>
      <p:boldItalic r:id="rId36"/>
    </p:embeddedFont>
    <p:embeddedFont>
      <p:font typeface="Fahkwang" panose="020B0604020202020204" charset="-34"/>
      <p:regular r:id="rId37"/>
      <p:bold r:id="rId38"/>
      <p:italic r:id="rId39"/>
      <p:boldItalic r:id="rId40"/>
    </p:embeddedFont>
    <p:embeddedFont>
      <p:font typeface="Atkinson Hyperlegible Next" panose="020B0604020202020204" charset="0"/>
      <p:regular r:id="rId41"/>
      <p:bold r:id="rId42"/>
      <p:italic r:id="rId43"/>
      <p:boldItalic r:id="rId44"/>
    </p:embeddedFont>
    <p:embeddedFont>
      <p:font typeface="Open Sans" panose="020B0604020202020204" charset="0"/>
      <p:regular r:id="rId45"/>
      <p:bold r:id="rId46"/>
      <p:italic r:id="rId47"/>
      <p:boldItalic r:id="rId48"/>
    </p:embeddedFont>
    <p:embeddedFont>
      <p:font typeface="IBM Plex Sans Light" panose="020B060402020202020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5B5627-84B3-4A39-A4E9-39DBA54D210B}">
  <a:tblStyle styleId="{975B5627-84B3-4A39-A4E9-39DBA54D210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font" Target="fonts/font26.fntdata"/><Relationship Id="rId47" Type="http://schemas.openxmlformats.org/officeDocument/2006/relationships/font" Target="fonts/font31.fntdata"/><Relationship Id="rId50" Type="http://schemas.openxmlformats.org/officeDocument/2006/relationships/font" Target="fonts/font34.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font" Target="fonts/font13.fntdata"/><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45" Type="http://schemas.openxmlformats.org/officeDocument/2006/relationships/font" Target="fonts/font29.fntdata"/><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4" Type="http://schemas.openxmlformats.org/officeDocument/2006/relationships/font" Target="fonts/font28.fntdata"/><Relationship Id="rId52" Type="http://schemas.openxmlformats.org/officeDocument/2006/relationships/font" Target="fonts/font3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3" Type="http://schemas.openxmlformats.org/officeDocument/2006/relationships/font" Target="fonts/font27.fntdata"/><Relationship Id="rId48" Type="http://schemas.openxmlformats.org/officeDocument/2006/relationships/font" Target="fonts/font3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46" Type="http://schemas.openxmlformats.org/officeDocument/2006/relationships/font" Target="fonts/font30.fntdata"/><Relationship Id="rId20" Type="http://schemas.openxmlformats.org/officeDocument/2006/relationships/font" Target="fonts/font4.fntdata"/><Relationship Id="rId41" Type="http://schemas.openxmlformats.org/officeDocument/2006/relationships/font" Target="fonts/font25.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49" Type="http://schemas.openxmlformats.org/officeDocument/2006/relationships/font" Target="fonts/font3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e1d838b62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e1d838b62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3fb61485a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3fb61485a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e1d838b627_4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e1d838b627_4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3fb61485ab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3fb61485a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dfe25653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dfe25653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e1d838b627_4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e1d838b627_4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712750" y="569600"/>
            <a:ext cx="3939300" cy="2360700"/>
          </a:xfrm>
          <a:prstGeom prst="rect">
            <a:avLst/>
          </a:prstGeom>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5000" b="0">
                <a:latin typeface="Fahkwang Light"/>
                <a:ea typeface="Fahkwang Light"/>
                <a:cs typeface="Fahkwang Light"/>
                <a:sym typeface="Fahkwang Light"/>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776500" y="3285025"/>
            <a:ext cx="2696100" cy="1024800"/>
          </a:xfrm>
          <a:prstGeom prst="rect">
            <a:avLst/>
          </a:prstGeom>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a:spLocks noGrp="1"/>
          </p:cNvSpPr>
          <p:nvPr>
            <p:ph type="pic" idx="2"/>
          </p:nvPr>
        </p:nvSpPr>
        <p:spPr>
          <a:xfrm>
            <a:off x="0" y="0"/>
            <a:ext cx="4379700" cy="46647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2104100" y="3326325"/>
            <a:ext cx="6561900" cy="10602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3600"/>
              <a:buNone/>
              <a:defRPr sz="39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377375" y="3221613"/>
            <a:ext cx="1268400" cy="1269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5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5" name="Google Shape;15;p3"/>
          <p:cNvSpPr txBox="1">
            <a:spLocks noGrp="1"/>
          </p:cNvSpPr>
          <p:nvPr>
            <p:ph type="subTitle" idx="1"/>
          </p:nvPr>
        </p:nvSpPr>
        <p:spPr>
          <a:xfrm>
            <a:off x="2458675" y="4491225"/>
            <a:ext cx="5911200" cy="4287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 name="Google Shape;16;p3"/>
          <p:cNvSpPr>
            <a:spLocks noGrp="1"/>
          </p:cNvSpPr>
          <p:nvPr>
            <p:ph type="pic" idx="3"/>
          </p:nvPr>
        </p:nvSpPr>
        <p:spPr>
          <a:xfrm>
            <a:off x="75" y="0"/>
            <a:ext cx="9144000" cy="30807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19" name="Google Shape;19;p4"/>
          <p:cNvSpPr txBox="1">
            <a:spLocks noGrp="1"/>
          </p:cNvSpPr>
          <p:nvPr>
            <p:ph type="body" idx="1"/>
          </p:nvPr>
        </p:nvSpPr>
        <p:spPr>
          <a:xfrm>
            <a:off x="720000" y="1152475"/>
            <a:ext cx="7704000" cy="34164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SzPts val="1800"/>
              <a:buFont typeface="Darker Grotesque SemiBold"/>
              <a:buChar char="●"/>
              <a:defRPr sz="1200"/>
            </a:lvl1pPr>
            <a:lvl2pPr marL="914400" lvl="1" indent="-317500" rtl="0">
              <a:lnSpc>
                <a:spcPct val="115000"/>
              </a:lnSpc>
              <a:spcBef>
                <a:spcPts val="0"/>
              </a:spcBef>
              <a:spcAft>
                <a:spcPts val="0"/>
              </a:spcAft>
              <a:buSzPts val="1400"/>
              <a:buFont typeface="Darker Grotesque SemiBold"/>
              <a:buChar char="○"/>
              <a:defRPr/>
            </a:lvl2pPr>
            <a:lvl3pPr marL="1371600" lvl="2" indent="-317500" rtl="0">
              <a:lnSpc>
                <a:spcPct val="115000"/>
              </a:lnSpc>
              <a:spcBef>
                <a:spcPts val="0"/>
              </a:spcBef>
              <a:spcAft>
                <a:spcPts val="0"/>
              </a:spcAft>
              <a:buSzPts val="1400"/>
              <a:buFont typeface="Darker Grotesque SemiBold"/>
              <a:buChar char="■"/>
              <a:defRPr/>
            </a:lvl3pPr>
            <a:lvl4pPr marL="1828800" lvl="3" indent="-317500" rtl="0">
              <a:lnSpc>
                <a:spcPct val="115000"/>
              </a:lnSpc>
              <a:spcBef>
                <a:spcPts val="0"/>
              </a:spcBef>
              <a:spcAft>
                <a:spcPts val="0"/>
              </a:spcAft>
              <a:buSzPts val="1400"/>
              <a:buFont typeface="Darker Grotesque SemiBold"/>
              <a:buChar char="●"/>
              <a:defRPr/>
            </a:lvl4pPr>
            <a:lvl5pPr marL="2286000" lvl="4" indent="-317500" rtl="0">
              <a:lnSpc>
                <a:spcPct val="115000"/>
              </a:lnSpc>
              <a:spcBef>
                <a:spcPts val="0"/>
              </a:spcBef>
              <a:spcAft>
                <a:spcPts val="0"/>
              </a:spcAft>
              <a:buSzPts val="1400"/>
              <a:buFont typeface="Darker Grotesque SemiBold"/>
              <a:buChar char="○"/>
              <a:defRPr/>
            </a:lvl5pPr>
            <a:lvl6pPr marL="2743200" lvl="5" indent="-317500" rtl="0">
              <a:lnSpc>
                <a:spcPct val="115000"/>
              </a:lnSpc>
              <a:spcBef>
                <a:spcPts val="0"/>
              </a:spcBef>
              <a:spcAft>
                <a:spcPts val="0"/>
              </a:spcAft>
              <a:buSzPts val="1400"/>
              <a:buFont typeface="Darker Grotesque SemiBold"/>
              <a:buChar char="■"/>
              <a:defRPr/>
            </a:lvl6pPr>
            <a:lvl7pPr marL="3200400" lvl="6" indent="-317500" rtl="0">
              <a:lnSpc>
                <a:spcPct val="115000"/>
              </a:lnSpc>
              <a:spcBef>
                <a:spcPts val="0"/>
              </a:spcBef>
              <a:spcAft>
                <a:spcPts val="0"/>
              </a:spcAft>
              <a:buSzPts val="1400"/>
              <a:buFont typeface="Darker Grotesque SemiBold"/>
              <a:buChar char="●"/>
              <a:defRPr/>
            </a:lvl7pPr>
            <a:lvl8pPr marL="3657600" lvl="7" indent="-317500" rtl="0">
              <a:lnSpc>
                <a:spcPct val="115000"/>
              </a:lnSpc>
              <a:spcBef>
                <a:spcPts val="0"/>
              </a:spcBef>
              <a:spcAft>
                <a:spcPts val="0"/>
              </a:spcAft>
              <a:buSzPts val="1400"/>
              <a:buFont typeface="Darker Grotesque SemiBold"/>
              <a:buChar char="○"/>
              <a:defRPr/>
            </a:lvl8pPr>
            <a:lvl9pPr marL="4114800" lvl="8" indent="-317500" rtl="0">
              <a:lnSpc>
                <a:spcPct val="115000"/>
              </a:lnSpc>
              <a:spcBef>
                <a:spcPts val="0"/>
              </a:spcBef>
              <a:spcAft>
                <a:spcPts val="0"/>
              </a:spcAft>
              <a:buSzPts val="1400"/>
              <a:buFont typeface="Darker Grotesque SemiBold"/>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ubTitle" idx="1"/>
          </p:nvPr>
        </p:nvSpPr>
        <p:spPr>
          <a:xfrm>
            <a:off x="228600" y="1240125"/>
            <a:ext cx="4110300" cy="572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2" name="Google Shape;22;p5"/>
          <p:cNvSpPr txBox="1">
            <a:spLocks noGrp="1"/>
          </p:cNvSpPr>
          <p:nvPr>
            <p:ph type="subTitle" idx="2"/>
          </p:nvPr>
        </p:nvSpPr>
        <p:spPr>
          <a:xfrm>
            <a:off x="228600" y="3050702"/>
            <a:ext cx="4110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2"/>
                </a:solidFill>
                <a:latin typeface="Fahkwang"/>
                <a:ea typeface="Fahkwang"/>
                <a:cs typeface="Fahkwang"/>
                <a:sym typeface="Fahkwang"/>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3" name="Google Shape;23;p5"/>
          <p:cNvSpPr txBox="1">
            <a:spLocks noGrp="1"/>
          </p:cNvSpPr>
          <p:nvPr>
            <p:ph type="subTitle" idx="3"/>
          </p:nvPr>
        </p:nvSpPr>
        <p:spPr>
          <a:xfrm>
            <a:off x="228600" y="1812823"/>
            <a:ext cx="4110300" cy="11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 name="Google Shape;24;p5"/>
          <p:cNvSpPr txBox="1">
            <a:spLocks noGrp="1"/>
          </p:cNvSpPr>
          <p:nvPr>
            <p:ph type="subTitle" idx="4"/>
          </p:nvPr>
        </p:nvSpPr>
        <p:spPr>
          <a:xfrm>
            <a:off x="228600" y="3623400"/>
            <a:ext cx="4110300" cy="116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 name="Google Shape;25;p5"/>
          <p:cNvSpPr txBox="1">
            <a:spLocks noGrp="1"/>
          </p:cNvSpPr>
          <p:nvPr>
            <p:ph type="title"/>
          </p:nvPr>
        </p:nvSpPr>
        <p:spPr>
          <a:xfrm>
            <a:off x="228600" y="228600"/>
            <a:ext cx="41103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26" name="Google Shape;26;p5"/>
          <p:cNvSpPr>
            <a:spLocks noGrp="1"/>
          </p:cNvSpPr>
          <p:nvPr>
            <p:ph type="pic" idx="5"/>
          </p:nvPr>
        </p:nvSpPr>
        <p:spPr>
          <a:xfrm>
            <a:off x="5279524" y="0"/>
            <a:ext cx="3864600" cy="51435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28600" y="228600"/>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228600" y="228600"/>
            <a:ext cx="3998400" cy="1445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1" name="Google Shape;31;p7"/>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32" name="Google Shape;32;p7"/>
          <p:cNvSpPr>
            <a:spLocks noGrp="1"/>
          </p:cNvSpPr>
          <p:nvPr>
            <p:ph type="pic" idx="2"/>
          </p:nvPr>
        </p:nvSpPr>
        <p:spPr>
          <a:xfrm>
            <a:off x="5715849" y="0"/>
            <a:ext cx="34281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1388100" y="1307100"/>
            <a:ext cx="6367800" cy="2529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subTitle" idx="1"/>
          </p:nvPr>
        </p:nvSpPr>
        <p:spPr>
          <a:xfrm>
            <a:off x="720064"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7" name="Google Shape;37;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8" name="Google Shape;38;p9"/>
          <p:cNvSpPr txBox="1">
            <a:spLocks noGrp="1"/>
          </p:cNvSpPr>
          <p:nvPr>
            <p:ph type="subTitle" idx="2"/>
          </p:nvPr>
        </p:nvSpPr>
        <p:spPr>
          <a:xfrm>
            <a:off x="4826936" y="1580125"/>
            <a:ext cx="3597000" cy="2389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a:spLocks noGrp="1"/>
          </p:cNvSpPr>
          <p:nvPr>
            <p:ph type="pic" idx="2"/>
          </p:nvPr>
        </p:nvSpPr>
        <p:spPr>
          <a:xfrm>
            <a:off x="0" y="0"/>
            <a:ext cx="9144000" cy="5143500"/>
          </a:xfrm>
          <a:prstGeom prst="rect">
            <a:avLst/>
          </a:prstGeom>
          <a:noFill/>
          <a:ln>
            <a:noFill/>
          </a:ln>
        </p:spPr>
      </p:sp>
      <p:sp>
        <p:nvSpPr>
          <p:cNvPr id="41" name="Google Shape;41;p10"/>
          <p:cNvSpPr txBox="1">
            <a:spLocks noGrp="1"/>
          </p:cNvSpPr>
          <p:nvPr>
            <p:ph type="title"/>
          </p:nvPr>
        </p:nvSpPr>
        <p:spPr>
          <a:xfrm>
            <a:off x="5023200" y="4160150"/>
            <a:ext cx="3658500" cy="754800"/>
          </a:xfrm>
          <a:prstGeom prst="rect">
            <a:avLst/>
          </a:prstGeom>
          <a:solidFill>
            <a:schemeClr val="lt1"/>
          </a:solidFill>
          <a:ln>
            <a:noFill/>
          </a:ln>
        </p:spPr>
        <p:txBody>
          <a:bodyPr spcFirstLastPara="1" wrap="square" lIns="91425" tIns="91425" rIns="91425" bIns="91425" anchor="t" anchorCtr="0">
            <a:noAutofit/>
          </a:bodyPr>
          <a:lstStyle>
            <a:lvl1pPr lvl="0" algn="ctr" rtl="0">
              <a:spcBef>
                <a:spcPts val="0"/>
              </a:spcBef>
              <a:spcAft>
                <a:spcPts val="0"/>
              </a:spcAft>
              <a:buSzPts val="2600"/>
              <a:buNone/>
              <a:defRPr sz="2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
        <p:cNvGrpSpPr/>
        <p:nvPr/>
      </p:nvGrpSpPr>
      <p:grpSpPr>
        <a:xfrm>
          <a:off x="0" y="0"/>
          <a:ext cx="0" cy="0"/>
          <a:chOff x="0" y="0"/>
          <a:chExt cx="0" cy="0"/>
        </a:xfrm>
      </p:grpSpPr>
      <p:sp>
        <p:nvSpPr>
          <p:cNvPr id="43" name="Google Shape;43;p11"/>
          <p:cNvSpPr txBox="1">
            <a:spLocks noGrp="1"/>
          </p:cNvSpPr>
          <p:nvPr>
            <p:ph type="title" hasCustomPrompt="1"/>
          </p:nvPr>
        </p:nvSpPr>
        <p:spPr>
          <a:xfrm>
            <a:off x="1284000" y="1952850"/>
            <a:ext cx="6576000" cy="7995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4" name="Google Shape;44;p11"/>
          <p:cNvSpPr txBox="1">
            <a:spLocks noGrp="1"/>
          </p:cNvSpPr>
          <p:nvPr>
            <p:ph type="subTitle" idx="1"/>
          </p:nvPr>
        </p:nvSpPr>
        <p:spPr>
          <a:xfrm>
            <a:off x="1284000" y="2816250"/>
            <a:ext cx="6576000" cy="374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2_1">
    <p:spTree>
      <p:nvGrpSpPr>
        <p:cNvPr id="1" name="Shape 46"/>
        <p:cNvGrpSpPr/>
        <p:nvPr/>
      </p:nvGrpSpPr>
      <p:grpSpPr>
        <a:xfrm>
          <a:off x="0" y="0"/>
          <a:ext cx="0" cy="0"/>
          <a:chOff x="0" y="0"/>
          <a:chExt cx="0" cy="0"/>
        </a:xfrm>
      </p:grpSpPr>
      <p:sp>
        <p:nvSpPr>
          <p:cNvPr id="47" name="Google Shape;47;p13"/>
          <p:cNvSpPr txBox="1">
            <a:spLocks noGrp="1"/>
          </p:cNvSpPr>
          <p:nvPr>
            <p:ph type="title"/>
          </p:nvPr>
        </p:nvSpPr>
        <p:spPr>
          <a:xfrm>
            <a:off x="713250" y="3431825"/>
            <a:ext cx="3241500" cy="1009500"/>
          </a:xfrm>
          <a:prstGeom prst="rect">
            <a:avLst/>
          </a:prstGeom>
        </p:spPr>
        <p:txBody>
          <a:bodyPr spcFirstLastPara="1" wrap="square" lIns="91425" tIns="91425" rIns="91425" bIns="91425" anchor="b"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48" name="Google Shape;48;p13"/>
          <p:cNvSpPr txBox="1">
            <a:spLocks noGrp="1"/>
          </p:cNvSpPr>
          <p:nvPr>
            <p:ph type="subTitle" idx="1"/>
          </p:nvPr>
        </p:nvSpPr>
        <p:spPr>
          <a:xfrm>
            <a:off x="5529500" y="1139518"/>
            <a:ext cx="3118200" cy="310800"/>
          </a:xfrm>
          <a:prstGeom prst="rect">
            <a:avLst/>
          </a:prstGeom>
        </p:spPr>
        <p:txBody>
          <a:bodyPr spcFirstLastPara="1" wrap="square" lIns="91425" tIns="91425" rIns="91425" bIns="91425" anchor="ctr" anchorCtr="0">
            <a:noAutofit/>
          </a:bodyPr>
          <a:lstStyle>
            <a:lvl1pPr lvl="0" algn="r">
              <a:spcBef>
                <a:spcPts val="0"/>
              </a:spcBef>
              <a:spcAft>
                <a:spcPts val="0"/>
              </a:spcAft>
              <a:buSzPts val="2000"/>
              <a:buFont typeface="IBM Plex Sans Light"/>
              <a:buNone/>
              <a:defRPr sz="1800">
                <a:solidFill>
                  <a:schemeClr val="dk2"/>
                </a:solidFill>
                <a:latin typeface="Fahkwang"/>
                <a:ea typeface="Fahkwang"/>
                <a:cs typeface="Fahkwang"/>
                <a:sym typeface="Fahkwang"/>
              </a:defRPr>
            </a:lvl1pPr>
            <a:lvl2pPr lvl="1"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2pPr>
            <a:lvl3pPr lvl="2"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3pPr>
            <a:lvl4pPr lvl="3"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4pPr>
            <a:lvl5pPr lvl="4"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5pPr>
            <a:lvl6pPr lvl="5"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6pPr>
            <a:lvl7pPr lvl="6"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7pPr>
            <a:lvl8pPr lvl="7"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8pPr>
            <a:lvl9pPr lvl="8"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9pPr>
          </a:lstStyle>
          <a:p>
            <a:endParaRPr/>
          </a:p>
        </p:txBody>
      </p:sp>
      <p:sp>
        <p:nvSpPr>
          <p:cNvPr id="49" name="Google Shape;49;p13"/>
          <p:cNvSpPr txBox="1">
            <a:spLocks noGrp="1"/>
          </p:cNvSpPr>
          <p:nvPr>
            <p:ph type="subTitle" idx="2"/>
          </p:nvPr>
        </p:nvSpPr>
        <p:spPr>
          <a:xfrm>
            <a:off x="5529500" y="1623236"/>
            <a:ext cx="3113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13"/>
          <p:cNvSpPr txBox="1">
            <a:spLocks noGrp="1"/>
          </p:cNvSpPr>
          <p:nvPr>
            <p:ph type="subTitle" idx="3"/>
          </p:nvPr>
        </p:nvSpPr>
        <p:spPr>
          <a:xfrm>
            <a:off x="5529500" y="2590671"/>
            <a:ext cx="3113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1" name="Google Shape;51;p13"/>
          <p:cNvSpPr txBox="1">
            <a:spLocks noGrp="1"/>
          </p:cNvSpPr>
          <p:nvPr>
            <p:ph type="subTitle" idx="4"/>
          </p:nvPr>
        </p:nvSpPr>
        <p:spPr>
          <a:xfrm>
            <a:off x="5529500" y="4041825"/>
            <a:ext cx="3113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2" name="Google Shape;52;p13"/>
          <p:cNvSpPr txBox="1">
            <a:spLocks noGrp="1"/>
          </p:cNvSpPr>
          <p:nvPr>
            <p:ph type="subTitle" idx="5"/>
          </p:nvPr>
        </p:nvSpPr>
        <p:spPr>
          <a:xfrm>
            <a:off x="5529500" y="3558107"/>
            <a:ext cx="3113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3" name="Google Shape;53;p13"/>
          <p:cNvSpPr txBox="1">
            <a:spLocks noGrp="1"/>
          </p:cNvSpPr>
          <p:nvPr>
            <p:ph type="subTitle" idx="6"/>
          </p:nvPr>
        </p:nvSpPr>
        <p:spPr>
          <a:xfrm>
            <a:off x="5529500" y="2106954"/>
            <a:ext cx="3113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3"/>
          <p:cNvSpPr txBox="1">
            <a:spLocks noGrp="1"/>
          </p:cNvSpPr>
          <p:nvPr>
            <p:ph type="subTitle" idx="7"/>
          </p:nvPr>
        </p:nvSpPr>
        <p:spPr>
          <a:xfrm>
            <a:off x="5529500" y="3074389"/>
            <a:ext cx="3113100" cy="3108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400"/>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 name="Google Shape;55;p13"/>
          <p:cNvSpPr txBox="1">
            <a:spLocks noGrp="1"/>
          </p:cNvSpPr>
          <p:nvPr>
            <p:ph type="title" idx="8" hasCustomPrompt="1"/>
          </p:nvPr>
        </p:nvSpPr>
        <p:spPr>
          <a:xfrm>
            <a:off x="4309225" y="2590415"/>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6" name="Google Shape;56;p13"/>
          <p:cNvSpPr txBox="1">
            <a:spLocks noGrp="1"/>
          </p:cNvSpPr>
          <p:nvPr>
            <p:ph type="title" idx="9" hasCustomPrompt="1"/>
          </p:nvPr>
        </p:nvSpPr>
        <p:spPr>
          <a:xfrm>
            <a:off x="4309225" y="1622808"/>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7" name="Google Shape;57;p13"/>
          <p:cNvSpPr txBox="1">
            <a:spLocks noGrp="1"/>
          </p:cNvSpPr>
          <p:nvPr>
            <p:ph type="title" idx="13" hasCustomPrompt="1"/>
          </p:nvPr>
        </p:nvSpPr>
        <p:spPr>
          <a:xfrm>
            <a:off x="4309225" y="3074219"/>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8" name="Google Shape;58;p13"/>
          <p:cNvSpPr txBox="1">
            <a:spLocks noGrp="1"/>
          </p:cNvSpPr>
          <p:nvPr>
            <p:ph type="title" idx="14" hasCustomPrompt="1"/>
          </p:nvPr>
        </p:nvSpPr>
        <p:spPr>
          <a:xfrm>
            <a:off x="4309225" y="3558023"/>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9" name="Google Shape;59;p13"/>
          <p:cNvSpPr txBox="1">
            <a:spLocks noGrp="1"/>
          </p:cNvSpPr>
          <p:nvPr>
            <p:ph type="title" idx="15" hasCustomPrompt="1"/>
          </p:nvPr>
        </p:nvSpPr>
        <p:spPr>
          <a:xfrm>
            <a:off x="4309225" y="1139304"/>
            <a:ext cx="865800" cy="310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0" name="Google Shape;60;p13"/>
          <p:cNvSpPr txBox="1">
            <a:spLocks noGrp="1"/>
          </p:cNvSpPr>
          <p:nvPr>
            <p:ph type="title" idx="16" hasCustomPrompt="1"/>
          </p:nvPr>
        </p:nvSpPr>
        <p:spPr>
          <a:xfrm>
            <a:off x="4309225" y="2106611"/>
            <a:ext cx="8658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61" name="Google Shape;61;p13"/>
          <p:cNvSpPr txBox="1">
            <a:spLocks noGrp="1"/>
          </p:cNvSpPr>
          <p:nvPr>
            <p:ph type="title" idx="17" hasCustomPrompt="1"/>
          </p:nvPr>
        </p:nvSpPr>
        <p:spPr>
          <a:xfrm>
            <a:off x="4309225" y="4041826"/>
            <a:ext cx="8658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2" name="Google Shape;62;p13"/>
          <p:cNvSpPr txBox="1">
            <a:spLocks noGrp="1"/>
          </p:cNvSpPr>
          <p:nvPr>
            <p:ph type="subTitle" idx="18"/>
          </p:nvPr>
        </p:nvSpPr>
        <p:spPr>
          <a:xfrm>
            <a:off x="5529500" y="655800"/>
            <a:ext cx="3118200" cy="310800"/>
          </a:xfrm>
          <a:prstGeom prst="rect">
            <a:avLst/>
          </a:prstGeom>
        </p:spPr>
        <p:txBody>
          <a:bodyPr spcFirstLastPara="1" wrap="square" lIns="91425" tIns="91425" rIns="91425" bIns="91425" anchor="ctr" anchorCtr="0">
            <a:noAutofit/>
          </a:bodyPr>
          <a:lstStyle>
            <a:lvl1pPr lvl="0" algn="r">
              <a:spcBef>
                <a:spcPts val="0"/>
              </a:spcBef>
              <a:spcAft>
                <a:spcPts val="0"/>
              </a:spcAft>
              <a:buSzPts val="2000"/>
              <a:buFont typeface="IBM Plex Sans Light"/>
              <a:buNone/>
              <a:defRPr sz="1800">
                <a:solidFill>
                  <a:schemeClr val="dk2"/>
                </a:solidFill>
                <a:latin typeface="Fahkwang"/>
                <a:ea typeface="Fahkwang"/>
                <a:cs typeface="Fahkwang"/>
                <a:sym typeface="Fahkwang"/>
              </a:defRPr>
            </a:lvl1pPr>
            <a:lvl2pPr lvl="1"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2pPr>
            <a:lvl3pPr lvl="2"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3pPr>
            <a:lvl4pPr lvl="3"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4pPr>
            <a:lvl5pPr lvl="4"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5pPr>
            <a:lvl6pPr lvl="5"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6pPr>
            <a:lvl7pPr lvl="6"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7pPr>
            <a:lvl8pPr lvl="7"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8pPr>
            <a:lvl9pPr lvl="8" algn="r">
              <a:spcBef>
                <a:spcPts val="0"/>
              </a:spcBef>
              <a:spcAft>
                <a:spcPts val="0"/>
              </a:spcAft>
              <a:buSzPts val="2000"/>
              <a:buFont typeface="IBM Plex Sans Light"/>
              <a:buNone/>
              <a:defRPr sz="2000">
                <a:latin typeface="IBM Plex Sans Light"/>
                <a:ea typeface="IBM Plex Sans Light"/>
                <a:cs typeface="IBM Plex Sans Light"/>
                <a:sym typeface="IBM Plex Sans Light"/>
              </a:defRPr>
            </a:lvl9pPr>
          </a:lstStyle>
          <a:p>
            <a:endParaRPr/>
          </a:p>
        </p:txBody>
      </p:sp>
      <p:sp>
        <p:nvSpPr>
          <p:cNvPr id="63" name="Google Shape;63;p13"/>
          <p:cNvSpPr txBox="1">
            <a:spLocks noGrp="1"/>
          </p:cNvSpPr>
          <p:nvPr>
            <p:ph type="title" idx="19" hasCustomPrompt="1"/>
          </p:nvPr>
        </p:nvSpPr>
        <p:spPr>
          <a:xfrm>
            <a:off x="4309225" y="655800"/>
            <a:ext cx="865800" cy="310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4" name="Google Shape;64;p13"/>
          <p:cNvSpPr>
            <a:spLocks noGrp="1"/>
          </p:cNvSpPr>
          <p:nvPr>
            <p:ph type="pic" idx="20"/>
          </p:nvPr>
        </p:nvSpPr>
        <p:spPr>
          <a:xfrm>
            <a:off x="433575" y="0"/>
            <a:ext cx="2806500" cy="31818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HEADER_1">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1813625" y="917525"/>
            <a:ext cx="6134700" cy="10602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7" name="Google Shape;67;p14"/>
          <p:cNvSpPr txBox="1">
            <a:spLocks noGrp="1"/>
          </p:cNvSpPr>
          <p:nvPr>
            <p:ph type="title" idx="2" hasCustomPrompt="1"/>
          </p:nvPr>
        </p:nvSpPr>
        <p:spPr>
          <a:xfrm>
            <a:off x="228600" y="812813"/>
            <a:ext cx="1268400" cy="1269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8" name="Google Shape;68;p14"/>
          <p:cNvSpPr txBox="1">
            <a:spLocks noGrp="1"/>
          </p:cNvSpPr>
          <p:nvPr>
            <p:ph type="subTitle" idx="1"/>
          </p:nvPr>
        </p:nvSpPr>
        <p:spPr>
          <a:xfrm>
            <a:off x="3004200" y="3964250"/>
            <a:ext cx="5911200" cy="428700"/>
          </a:xfrm>
          <a:prstGeom prst="rect">
            <a:avLst/>
          </a:prstGeom>
        </p:spPr>
        <p:txBody>
          <a:bodyPr spcFirstLastPara="1" wrap="square" lIns="91425" tIns="91425" rIns="91425" bIns="91425" anchor="b" anchorCtr="0">
            <a:noAutofit/>
          </a:bodyPr>
          <a:lstStyle>
            <a:lvl1pPr lvl="0" algn="r">
              <a:lnSpc>
                <a:spcPct val="100000"/>
              </a:lnSpc>
              <a:spcBef>
                <a:spcPts val="0"/>
              </a:spcBef>
              <a:spcAft>
                <a:spcPts val="0"/>
              </a:spcAft>
              <a:buClr>
                <a:schemeClr val="dk2"/>
              </a:buClr>
              <a:buSzPts val="1400"/>
              <a:buNone/>
              <a:defRPr>
                <a:solidFill>
                  <a:schemeClr val="dk2"/>
                </a:solidFill>
              </a:defRPr>
            </a:lvl1pPr>
            <a:lvl2pPr lvl="1" algn="ctr">
              <a:lnSpc>
                <a:spcPct val="100000"/>
              </a:lnSpc>
              <a:spcBef>
                <a:spcPts val="0"/>
              </a:spcBef>
              <a:spcAft>
                <a:spcPts val="0"/>
              </a:spcAft>
              <a:buClr>
                <a:schemeClr val="dk2"/>
              </a:buClr>
              <a:buSzPts val="1400"/>
              <a:buNone/>
              <a:defRPr>
                <a:solidFill>
                  <a:schemeClr val="dk2"/>
                </a:solidFill>
              </a:defRPr>
            </a:lvl2pPr>
            <a:lvl3pPr lvl="2" algn="ctr">
              <a:lnSpc>
                <a:spcPct val="100000"/>
              </a:lnSpc>
              <a:spcBef>
                <a:spcPts val="0"/>
              </a:spcBef>
              <a:spcAft>
                <a:spcPts val="0"/>
              </a:spcAft>
              <a:buClr>
                <a:schemeClr val="dk2"/>
              </a:buClr>
              <a:buSzPts val="1400"/>
              <a:buNone/>
              <a:defRPr>
                <a:solidFill>
                  <a:schemeClr val="dk2"/>
                </a:solidFill>
              </a:defRPr>
            </a:lvl3pPr>
            <a:lvl4pPr lvl="3" algn="ctr">
              <a:lnSpc>
                <a:spcPct val="100000"/>
              </a:lnSpc>
              <a:spcBef>
                <a:spcPts val="0"/>
              </a:spcBef>
              <a:spcAft>
                <a:spcPts val="0"/>
              </a:spcAft>
              <a:buClr>
                <a:schemeClr val="dk2"/>
              </a:buClr>
              <a:buSzPts val="1400"/>
              <a:buNone/>
              <a:defRPr>
                <a:solidFill>
                  <a:schemeClr val="dk2"/>
                </a:solidFill>
              </a:defRPr>
            </a:lvl4pPr>
            <a:lvl5pPr lvl="4" algn="ctr">
              <a:lnSpc>
                <a:spcPct val="100000"/>
              </a:lnSpc>
              <a:spcBef>
                <a:spcPts val="0"/>
              </a:spcBef>
              <a:spcAft>
                <a:spcPts val="0"/>
              </a:spcAft>
              <a:buClr>
                <a:schemeClr val="dk2"/>
              </a:buClr>
              <a:buSzPts val="1400"/>
              <a:buNone/>
              <a:defRPr>
                <a:solidFill>
                  <a:schemeClr val="dk2"/>
                </a:solidFill>
              </a:defRPr>
            </a:lvl5pPr>
            <a:lvl6pPr lvl="5" algn="ctr">
              <a:lnSpc>
                <a:spcPct val="100000"/>
              </a:lnSpc>
              <a:spcBef>
                <a:spcPts val="0"/>
              </a:spcBef>
              <a:spcAft>
                <a:spcPts val="0"/>
              </a:spcAft>
              <a:buClr>
                <a:schemeClr val="dk2"/>
              </a:buClr>
              <a:buSzPts val="1400"/>
              <a:buNone/>
              <a:defRPr>
                <a:solidFill>
                  <a:schemeClr val="dk2"/>
                </a:solidFill>
              </a:defRPr>
            </a:lvl6pPr>
            <a:lvl7pPr lvl="6" algn="ctr">
              <a:lnSpc>
                <a:spcPct val="100000"/>
              </a:lnSpc>
              <a:spcBef>
                <a:spcPts val="0"/>
              </a:spcBef>
              <a:spcAft>
                <a:spcPts val="0"/>
              </a:spcAft>
              <a:buClr>
                <a:schemeClr val="dk2"/>
              </a:buClr>
              <a:buSzPts val="1400"/>
              <a:buNone/>
              <a:defRPr>
                <a:solidFill>
                  <a:schemeClr val="dk2"/>
                </a:solidFill>
              </a:defRPr>
            </a:lvl7pPr>
            <a:lvl8pPr lvl="7" algn="ctr">
              <a:lnSpc>
                <a:spcPct val="100000"/>
              </a:lnSpc>
              <a:spcBef>
                <a:spcPts val="0"/>
              </a:spcBef>
              <a:spcAft>
                <a:spcPts val="0"/>
              </a:spcAft>
              <a:buClr>
                <a:schemeClr val="dk2"/>
              </a:buClr>
              <a:buSzPts val="1400"/>
              <a:buNone/>
              <a:defRPr>
                <a:solidFill>
                  <a:schemeClr val="dk2"/>
                </a:solidFill>
              </a:defRPr>
            </a:lvl8pPr>
            <a:lvl9pPr lvl="8" algn="ctr">
              <a:lnSpc>
                <a:spcPct val="100000"/>
              </a:lnSpc>
              <a:spcBef>
                <a:spcPts val="0"/>
              </a:spcBef>
              <a:spcAft>
                <a:spcPts val="0"/>
              </a:spcAft>
              <a:buClr>
                <a:schemeClr val="dk2"/>
              </a:buClr>
              <a:buSzPts val="1400"/>
              <a:buNone/>
              <a:defRPr>
                <a:solidFill>
                  <a:schemeClr val="dk2"/>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89850" y="882250"/>
            <a:ext cx="5562600" cy="698400"/>
          </a:xfrm>
          <a:prstGeom prst="rect">
            <a:avLst/>
          </a:prstGeom>
          <a:ln>
            <a:noFill/>
          </a:ln>
        </p:spPr>
        <p:txBody>
          <a:bodyPr spcFirstLastPara="1" wrap="square" lIns="91425" tIns="91425" rIns="91425" bIns="91425" anchor="t" anchorCtr="0">
            <a:noAutofit/>
          </a:bodyPr>
          <a:lstStyle>
            <a:lvl1pPr lvl="0" algn="l">
              <a:spcBef>
                <a:spcPts val="0"/>
              </a:spcBef>
              <a:spcAft>
                <a:spcPts val="0"/>
              </a:spcAft>
              <a:buSzPts val="2600"/>
              <a:buNone/>
              <a:defRPr sz="34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71" name="Google Shape;71;p15"/>
          <p:cNvSpPr txBox="1">
            <a:spLocks noGrp="1"/>
          </p:cNvSpPr>
          <p:nvPr>
            <p:ph type="subTitle" idx="1"/>
          </p:nvPr>
        </p:nvSpPr>
        <p:spPr>
          <a:xfrm>
            <a:off x="3189850" y="1580650"/>
            <a:ext cx="5562600" cy="2538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8600" y="228600"/>
            <a:ext cx="5022600" cy="1445700"/>
          </a:xfrm>
          <a:prstGeom prst="rect">
            <a:avLst/>
          </a:prstGeom>
          <a:ln>
            <a:noFill/>
          </a:ln>
        </p:spPr>
        <p:txBody>
          <a:bodyPr spcFirstLastPara="1" wrap="square" lIns="91425" tIns="91425" rIns="91425" bIns="91425" anchor="t" anchorCtr="0">
            <a:noAutofit/>
          </a:bodyPr>
          <a:lstStyle>
            <a:lvl1pPr lvl="0">
              <a:spcBef>
                <a:spcPts val="0"/>
              </a:spcBef>
              <a:spcAft>
                <a:spcPts val="0"/>
              </a:spcAft>
              <a:buSzPts val="2600"/>
              <a:buNone/>
              <a:defRPr sz="26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74" name="Google Shape;74;p16"/>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75" name="Google Shape;75;p16"/>
          <p:cNvSpPr>
            <a:spLocks noGrp="1"/>
          </p:cNvSpPr>
          <p:nvPr>
            <p:ph type="pic" idx="2"/>
          </p:nvPr>
        </p:nvSpPr>
        <p:spPr>
          <a:xfrm flipH="1">
            <a:off x="5715850" y="0"/>
            <a:ext cx="3428100" cy="46647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228600" y="228600"/>
            <a:ext cx="7704000" cy="572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228600" y="2050275"/>
            <a:ext cx="3180600" cy="646200"/>
          </a:xfrm>
          <a:prstGeom prst="rect">
            <a:avLst/>
          </a:prstGeom>
        </p:spPr>
        <p:txBody>
          <a:bodyPr spcFirstLastPara="1" wrap="square" lIns="91425" tIns="91425" rIns="91425" bIns="91425" anchor="ctr"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80" name="Google Shape;80;p18"/>
          <p:cNvSpPr txBox="1">
            <a:spLocks noGrp="1"/>
          </p:cNvSpPr>
          <p:nvPr>
            <p:ph type="subTitle" idx="1"/>
          </p:nvPr>
        </p:nvSpPr>
        <p:spPr>
          <a:xfrm>
            <a:off x="3586275" y="2259195"/>
            <a:ext cx="5171700" cy="819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1" name="Google Shape;81;p18"/>
          <p:cNvSpPr txBox="1">
            <a:spLocks noGrp="1"/>
          </p:cNvSpPr>
          <p:nvPr>
            <p:ph type="subTitle" idx="2"/>
          </p:nvPr>
        </p:nvSpPr>
        <p:spPr>
          <a:xfrm>
            <a:off x="3586275" y="1846152"/>
            <a:ext cx="5171700" cy="474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400"/>
              <a:buFont typeface="Raleway"/>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82" name="Google Shape;82;p18"/>
          <p:cNvSpPr txBox="1">
            <a:spLocks noGrp="1"/>
          </p:cNvSpPr>
          <p:nvPr>
            <p:ph type="subTitle" idx="3"/>
          </p:nvPr>
        </p:nvSpPr>
        <p:spPr>
          <a:xfrm>
            <a:off x="3586275" y="3675800"/>
            <a:ext cx="5171700" cy="819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 name="Google Shape;83;p18"/>
          <p:cNvSpPr txBox="1">
            <a:spLocks noGrp="1"/>
          </p:cNvSpPr>
          <p:nvPr>
            <p:ph type="subTitle" idx="4"/>
          </p:nvPr>
        </p:nvSpPr>
        <p:spPr>
          <a:xfrm>
            <a:off x="3586275" y="3262771"/>
            <a:ext cx="5171700" cy="474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400"/>
              <a:buFont typeface="Raleway"/>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84" name="Google Shape;84;p18"/>
          <p:cNvSpPr txBox="1">
            <a:spLocks noGrp="1"/>
          </p:cNvSpPr>
          <p:nvPr>
            <p:ph type="subTitle" idx="5"/>
          </p:nvPr>
        </p:nvSpPr>
        <p:spPr>
          <a:xfrm>
            <a:off x="3586275" y="842573"/>
            <a:ext cx="5171700" cy="819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5" name="Google Shape;85;p18"/>
          <p:cNvSpPr txBox="1">
            <a:spLocks noGrp="1"/>
          </p:cNvSpPr>
          <p:nvPr>
            <p:ph type="subTitle" idx="6"/>
          </p:nvPr>
        </p:nvSpPr>
        <p:spPr>
          <a:xfrm>
            <a:off x="3586275" y="429550"/>
            <a:ext cx="5171700" cy="474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400"/>
              <a:buFont typeface="Raleway"/>
              <a:buNone/>
              <a:defRPr sz="1800">
                <a:solidFill>
                  <a:schemeClr val="dk2"/>
                </a:solidFill>
                <a:latin typeface="Fahkwang"/>
                <a:ea typeface="Fahkwang"/>
                <a:cs typeface="Fahkwang"/>
                <a:sym typeface="Fahkwang"/>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86"/>
        <p:cNvGrpSpPr/>
        <p:nvPr/>
      </p:nvGrpSpPr>
      <p:grpSpPr>
        <a:xfrm>
          <a:off x="0" y="0"/>
          <a:ext cx="0" cy="0"/>
          <a:chOff x="0" y="0"/>
          <a:chExt cx="0" cy="0"/>
        </a:xfrm>
      </p:grpSpPr>
      <p:sp>
        <p:nvSpPr>
          <p:cNvPr id="87" name="Google Shape;87;p19"/>
          <p:cNvSpPr txBox="1">
            <a:spLocks noGrp="1"/>
          </p:cNvSpPr>
          <p:nvPr>
            <p:ph type="title"/>
          </p:nvPr>
        </p:nvSpPr>
        <p:spPr>
          <a:xfrm>
            <a:off x="228600" y="228600"/>
            <a:ext cx="77217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88" name="Google Shape;88;p19"/>
          <p:cNvSpPr txBox="1">
            <a:spLocks noGrp="1"/>
          </p:cNvSpPr>
          <p:nvPr>
            <p:ph type="subTitle" idx="1"/>
          </p:nvPr>
        </p:nvSpPr>
        <p:spPr>
          <a:xfrm>
            <a:off x="883700" y="1302875"/>
            <a:ext cx="2788500" cy="966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9" name="Google Shape;89;p19"/>
          <p:cNvSpPr txBox="1">
            <a:spLocks noGrp="1"/>
          </p:cNvSpPr>
          <p:nvPr>
            <p:ph type="subTitle" idx="2"/>
          </p:nvPr>
        </p:nvSpPr>
        <p:spPr>
          <a:xfrm>
            <a:off x="883700" y="2385025"/>
            <a:ext cx="2788500" cy="966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0" name="Google Shape;90;p19"/>
          <p:cNvSpPr txBox="1">
            <a:spLocks noGrp="1"/>
          </p:cNvSpPr>
          <p:nvPr>
            <p:ph type="subTitle" idx="3"/>
          </p:nvPr>
        </p:nvSpPr>
        <p:spPr>
          <a:xfrm>
            <a:off x="5041900" y="1302875"/>
            <a:ext cx="2788500" cy="966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1" name="Google Shape;91;p19"/>
          <p:cNvSpPr txBox="1">
            <a:spLocks noGrp="1"/>
          </p:cNvSpPr>
          <p:nvPr>
            <p:ph type="subTitle" idx="4"/>
          </p:nvPr>
        </p:nvSpPr>
        <p:spPr>
          <a:xfrm>
            <a:off x="883700" y="3467175"/>
            <a:ext cx="2788500" cy="966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2" name="Google Shape;92;p19"/>
          <p:cNvSpPr txBox="1">
            <a:spLocks noGrp="1"/>
          </p:cNvSpPr>
          <p:nvPr>
            <p:ph type="subTitle" idx="5"/>
          </p:nvPr>
        </p:nvSpPr>
        <p:spPr>
          <a:xfrm>
            <a:off x="5041900" y="2385025"/>
            <a:ext cx="2788500" cy="966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3" name="Google Shape;93;p19"/>
          <p:cNvSpPr txBox="1">
            <a:spLocks noGrp="1"/>
          </p:cNvSpPr>
          <p:nvPr>
            <p:ph type="subTitle" idx="6"/>
          </p:nvPr>
        </p:nvSpPr>
        <p:spPr>
          <a:xfrm>
            <a:off x="5041900" y="3467175"/>
            <a:ext cx="2788500" cy="966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94" name="Google Shape;94;p19"/>
          <p:cNvSpPr txBox="1">
            <a:spLocks noGrp="1"/>
          </p:cNvSpPr>
          <p:nvPr>
            <p:ph type="title" idx="7" hasCustomPrompt="1"/>
          </p:nvPr>
        </p:nvSpPr>
        <p:spPr>
          <a:xfrm>
            <a:off x="4387300" y="3526066"/>
            <a:ext cx="5784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b="0">
                <a:latin typeface="Fahkwang"/>
                <a:ea typeface="Fahkwang"/>
                <a:cs typeface="Fahkwang"/>
                <a:sym typeface="Fahkwang"/>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5" name="Google Shape;95;p19"/>
          <p:cNvSpPr txBox="1">
            <a:spLocks noGrp="1"/>
          </p:cNvSpPr>
          <p:nvPr>
            <p:ph type="title" idx="8" hasCustomPrompt="1"/>
          </p:nvPr>
        </p:nvSpPr>
        <p:spPr>
          <a:xfrm>
            <a:off x="4387300" y="1355766"/>
            <a:ext cx="5784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b="0">
                <a:latin typeface="Fahkwang"/>
                <a:ea typeface="Fahkwang"/>
                <a:cs typeface="Fahkwang"/>
                <a:sym typeface="Fahkwang"/>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 name="Google Shape;96;p19"/>
          <p:cNvSpPr txBox="1">
            <a:spLocks noGrp="1"/>
          </p:cNvSpPr>
          <p:nvPr>
            <p:ph type="title" idx="9" hasCustomPrompt="1"/>
          </p:nvPr>
        </p:nvSpPr>
        <p:spPr>
          <a:xfrm>
            <a:off x="229100" y="1355766"/>
            <a:ext cx="577500" cy="3105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b="0">
                <a:latin typeface="Fahkwang"/>
                <a:ea typeface="Fahkwang"/>
                <a:cs typeface="Fahkwang"/>
                <a:sym typeface="Fahkwang"/>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7" name="Google Shape;97;p19"/>
          <p:cNvSpPr txBox="1">
            <a:spLocks noGrp="1"/>
          </p:cNvSpPr>
          <p:nvPr>
            <p:ph type="title" idx="13" hasCustomPrompt="1"/>
          </p:nvPr>
        </p:nvSpPr>
        <p:spPr>
          <a:xfrm>
            <a:off x="229100" y="3526066"/>
            <a:ext cx="5784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b="0">
                <a:latin typeface="Fahkwang"/>
                <a:ea typeface="Fahkwang"/>
                <a:cs typeface="Fahkwang"/>
                <a:sym typeface="Fahkwang"/>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8" name="Google Shape;98;p19"/>
          <p:cNvSpPr txBox="1">
            <a:spLocks noGrp="1"/>
          </p:cNvSpPr>
          <p:nvPr>
            <p:ph type="title" idx="14" hasCustomPrompt="1"/>
          </p:nvPr>
        </p:nvSpPr>
        <p:spPr>
          <a:xfrm>
            <a:off x="4387300" y="2440916"/>
            <a:ext cx="578400" cy="31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sz="2000" b="0">
                <a:latin typeface="Fahkwang"/>
                <a:ea typeface="Fahkwang"/>
                <a:cs typeface="Fahkwang"/>
                <a:sym typeface="Fahkwang"/>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9" name="Google Shape;99;p19"/>
          <p:cNvSpPr txBox="1">
            <a:spLocks noGrp="1"/>
          </p:cNvSpPr>
          <p:nvPr>
            <p:ph type="title" idx="15" hasCustomPrompt="1"/>
          </p:nvPr>
        </p:nvSpPr>
        <p:spPr>
          <a:xfrm>
            <a:off x="228599" y="2440766"/>
            <a:ext cx="578400" cy="31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2000" b="0">
                <a:latin typeface="Fahkwang"/>
                <a:ea typeface="Fahkwang"/>
                <a:cs typeface="Fahkwang"/>
                <a:sym typeface="Fahkwang"/>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00"/>
        <p:cNvGrpSpPr/>
        <p:nvPr/>
      </p:nvGrpSpPr>
      <p:grpSpPr>
        <a:xfrm>
          <a:off x="0" y="0"/>
          <a:ext cx="0" cy="0"/>
          <a:chOff x="0" y="0"/>
          <a:chExt cx="0" cy="0"/>
        </a:xfrm>
      </p:grpSpPr>
      <p:sp>
        <p:nvSpPr>
          <p:cNvPr id="101" name="Google Shape;101;p20"/>
          <p:cNvSpPr txBox="1">
            <a:spLocks noGrp="1"/>
          </p:cNvSpPr>
          <p:nvPr>
            <p:ph type="title" hasCustomPrompt="1"/>
          </p:nvPr>
        </p:nvSpPr>
        <p:spPr>
          <a:xfrm>
            <a:off x="4893000" y="1112150"/>
            <a:ext cx="4022400" cy="7548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45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02" name="Google Shape;102;p20"/>
          <p:cNvSpPr txBox="1">
            <a:spLocks noGrp="1"/>
          </p:cNvSpPr>
          <p:nvPr>
            <p:ph type="subTitle" idx="1"/>
          </p:nvPr>
        </p:nvSpPr>
        <p:spPr>
          <a:xfrm>
            <a:off x="4893000" y="1810309"/>
            <a:ext cx="4022400" cy="448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3" name="Google Shape;103;p20"/>
          <p:cNvSpPr txBox="1">
            <a:spLocks noGrp="1"/>
          </p:cNvSpPr>
          <p:nvPr>
            <p:ph type="title" idx="2" hasCustomPrompt="1"/>
          </p:nvPr>
        </p:nvSpPr>
        <p:spPr>
          <a:xfrm>
            <a:off x="4893000" y="2885034"/>
            <a:ext cx="4022400" cy="7548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45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04" name="Google Shape;104;p20"/>
          <p:cNvSpPr txBox="1">
            <a:spLocks noGrp="1"/>
          </p:cNvSpPr>
          <p:nvPr>
            <p:ph type="subTitle" idx="3"/>
          </p:nvPr>
        </p:nvSpPr>
        <p:spPr>
          <a:xfrm>
            <a:off x="4893000" y="3583150"/>
            <a:ext cx="4022400" cy="448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 name="Google Shape;105;p20"/>
          <p:cNvSpPr>
            <a:spLocks noGrp="1"/>
          </p:cNvSpPr>
          <p:nvPr>
            <p:ph type="pic" idx="4"/>
          </p:nvPr>
        </p:nvSpPr>
        <p:spPr>
          <a:xfrm>
            <a:off x="-12125" y="-9425"/>
            <a:ext cx="4079700" cy="51528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440000" y="470425"/>
            <a:ext cx="5090100" cy="8247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40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
        <p:nvSpPr>
          <p:cNvPr id="108" name="Google Shape;108;p21"/>
          <p:cNvSpPr txBox="1">
            <a:spLocks noGrp="1"/>
          </p:cNvSpPr>
          <p:nvPr>
            <p:ph type="subTitle" idx="1"/>
          </p:nvPr>
        </p:nvSpPr>
        <p:spPr>
          <a:xfrm>
            <a:off x="541300" y="1225475"/>
            <a:ext cx="4448100" cy="123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9" name="Google Shape;109;p21"/>
          <p:cNvSpPr txBox="1"/>
          <p:nvPr/>
        </p:nvSpPr>
        <p:spPr>
          <a:xfrm>
            <a:off x="5846300" y="3679800"/>
            <a:ext cx="2736000" cy="667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b="1">
                <a:solidFill>
                  <a:schemeClr val="dk1"/>
                </a:solidFill>
                <a:latin typeface="Atkinson Hyperlegible Next"/>
                <a:ea typeface="Atkinson Hyperlegible Next"/>
                <a:cs typeface="Atkinson Hyperlegible Next"/>
                <a:sym typeface="Atkinson Hyperlegible Next"/>
              </a:rPr>
              <a:t>CREDITS:</a:t>
            </a:r>
            <a:r>
              <a:rPr lang="en" sz="1000">
                <a:solidFill>
                  <a:schemeClr val="dk1"/>
                </a:solidFill>
                <a:latin typeface="Atkinson Hyperlegible Next"/>
                <a:ea typeface="Atkinson Hyperlegible Next"/>
                <a:cs typeface="Atkinson Hyperlegible Next"/>
                <a:sym typeface="Atkinson Hyperlegible Next"/>
              </a:rPr>
              <a:t> This presentation template was created by </a:t>
            </a:r>
            <a:r>
              <a:rPr lang="en" sz="1000" b="1">
                <a:solidFill>
                  <a:schemeClr val="dk1"/>
                </a:solidFill>
                <a:uFill>
                  <a:noFill/>
                </a:uFill>
                <a:latin typeface="Atkinson Hyperlegible Next"/>
                <a:ea typeface="Atkinson Hyperlegible Next"/>
                <a:cs typeface="Atkinson Hyperlegible Next"/>
                <a:sym typeface="Atkinson Hyperlegible Next"/>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a:solidFill>
                  <a:schemeClr val="dk1"/>
                </a:solidFill>
                <a:latin typeface="Atkinson Hyperlegible Next"/>
                <a:ea typeface="Atkinson Hyperlegible Next"/>
                <a:cs typeface="Atkinson Hyperlegible Next"/>
                <a:sym typeface="Atkinson Hyperlegible Next"/>
              </a:rPr>
              <a:t>, and includes icons, infographics &amp; images by </a:t>
            </a:r>
            <a:r>
              <a:rPr lang="en" sz="1000" b="1">
                <a:solidFill>
                  <a:schemeClr val="dk1"/>
                </a:solidFill>
                <a:uFill>
                  <a:noFill/>
                </a:uFill>
                <a:latin typeface="Atkinson Hyperlegible Next"/>
                <a:ea typeface="Atkinson Hyperlegible Next"/>
                <a:cs typeface="Atkinson Hyperlegible Next"/>
                <a:sym typeface="Atkinson Hyperlegible Next"/>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a:solidFill>
                  <a:schemeClr val="dk1"/>
                </a:solidFill>
                <a:latin typeface="Atkinson Hyperlegible Next"/>
                <a:ea typeface="Atkinson Hyperlegible Next"/>
                <a:cs typeface="Atkinson Hyperlegible Next"/>
                <a:sym typeface="Atkinson Hyperlegible Next"/>
              </a:rPr>
              <a:t> </a:t>
            </a:r>
            <a:endParaRPr sz="1000" b="1" u="sng">
              <a:solidFill>
                <a:schemeClr val="dk1"/>
              </a:solidFill>
              <a:latin typeface="Atkinson Hyperlegible Next"/>
              <a:ea typeface="Atkinson Hyperlegible Next"/>
              <a:cs typeface="Atkinson Hyperlegible Next"/>
              <a:sym typeface="Atkinson Hyperlegible Nex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10"/>
        <p:cNvGrpSpPr/>
        <p:nvPr/>
      </p:nvGrpSpPr>
      <p:grpSpPr>
        <a:xfrm>
          <a:off x="0" y="0"/>
          <a:ext cx="0" cy="0"/>
          <a:chOff x="0" y="0"/>
          <a:chExt cx="0" cy="0"/>
        </a:xfrm>
      </p:grpSpPr>
      <p:cxnSp>
        <p:nvCxnSpPr>
          <p:cNvPr id="111" name="Google Shape;111;p22"/>
          <p:cNvCxnSpPr/>
          <p:nvPr/>
        </p:nvCxnSpPr>
        <p:spPr>
          <a:xfrm>
            <a:off x="-5375" y="4709950"/>
            <a:ext cx="91494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1pPr>
            <a:lvl2pPr lvl="1"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2pPr>
            <a:lvl3pPr lvl="2"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3pPr>
            <a:lvl4pPr lvl="3"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4pPr>
            <a:lvl5pPr lvl="4"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5pPr>
            <a:lvl6pPr lvl="5"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6pPr>
            <a:lvl7pPr lvl="6"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7pPr>
            <a:lvl8pPr lvl="7"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8pPr>
            <a:lvl9pPr lvl="8" rtl="0">
              <a:spcBef>
                <a:spcPts val="0"/>
              </a:spcBef>
              <a:spcAft>
                <a:spcPts val="0"/>
              </a:spcAft>
              <a:buClr>
                <a:schemeClr val="dk1"/>
              </a:buClr>
              <a:buSzPts val="2600"/>
              <a:buFont typeface="Fahkwang Light"/>
              <a:buNone/>
              <a:defRPr sz="2600">
                <a:solidFill>
                  <a:schemeClr val="dk1"/>
                </a:solidFill>
                <a:latin typeface="Fahkwang Light"/>
                <a:ea typeface="Fahkwang Light"/>
                <a:cs typeface="Fahkwang Light"/>
                <a:sym typeface="Fahkwang Ligh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1pPr>
            <a:lvl2pPr marL="914400" lvl="1"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2pPr>
            <a:lvl3pPr marL="1371600" lvl="2"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3pPr>
            <a:lvl4pPr marL="1828800" lvl="3"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4pPr>
            <a:lvl5pPr marL="2286000" lvl="4"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5pPr>
            <a:lvl6pPr marL="2743200" lvl="5"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6pPr>
            <a:lvl7pPr marL="3200400" lvl="6"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7pPr>
            <a:lvl8pPr marL="3657600" lvl="7"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8pPr>
            <a:lvl9pPr marL="4114800" lvl="8" indent="-317500">
              <a:lnSpc>
                <a:spcPct val="100000"/>
              </a:lnSpc>
              <a:spcBef>
                <a:spcPts val="0"/>
              </a:spcBef>
              <a:spcAft>
                <a:spcPts val="0"/>
              </a:spcAft>
              <a:buClr>
                <a:schemeClr val="dk1"/>
              </a:buClr>
              <a:buSzPts val="1400"/>
              <a:buFont typeface="Atkinson Hyperlegible Next Light"/>
              <a:buChar char="■"/>
              <a:defRPr>
                <a:solidFill>
                  <a:schemeClr val="dk1"/>
                </a:solidFill>
                <a:latin typeface="Atkinson Hyperlegible Next Light"/>
                <a:ea typeface="Atkinson Hyperlegible Next Light"/>
                <a:cs typeface="Atkinson Hyperlegible Next Light"/>
                <a:sym typeface="Atkinson Hyperlegible Next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bit.ly/30B07Gq" TargetMode="External"/><Relationship Id="rId3" Type="http://schemas.openxmlformats.org/officeDocument/2006/relationships/image" Target="../media/image2.png"/><Relationship Id="rId7" Type="http://schemas.openxmlformats.org/officeDocument/2006/relationships/hyperlink" Target="https://slidesgo.com/ai?utm_source=Slidesgo_template&amp;utm_medium=referral-link&amp;utm_campaign=sg_credits&amp;utm_term=Slidesgo"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hyperlink" Target="https://bit.ly/3A1uf1Q" TargetMode="External"/><Relationship Id="rId11" Type="http://schemas.openxmlformats.org/officeDocument/2006/relationships/hyperlink" Target="https://www.freepik.com/?utm_source=slidesgo_template&amp;utm_medium=referral-link&amp;utm_campaign=promo-slide&amp;utm_term=slidesgo&amp;utm_content=freepik" TargetMode="External"/><Relationship Id="rId5"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hyperlink" Target="https://www.freepik.com/ai?utm_source=slidesgo_template&amp;utm_medium=referral-link&amp;utm_campaign=promo-slide&amp;utm_term=slidesgo&amp;utm_content=freepik" TargetMode="External"/><Relationship Id="rId4" Type="http://schemas.openxmlformats.org/officeDocument/2006/relationships/slide" Target="slide14.xml"/><Relationship Id="rId9" Type="http://schemas.openxmlformats.org/officeDocument/2006/relationships/hyperlink" Target="http://bit.ly/33VAFh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hyperlink" Target="https://docs.google.com/spreadsheets/d/12mb9G5Wsw8j8WtWdmHdaWzYw08_gVLTu-CFGA7JxLXc/copy"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28" title="abstract-floral-composition.jpg"/>
          <p:cNvPicPr preferRelativeResize="0">
            <a:picLocks noGrp="1"/>
          </p:cNvPicPr>
          <p:nvPr>
            <p:ph type="pic" idx="2"/>
          </p:nvPr>
        </p:nvPicPr>
        <p:blipFill rotWithShape="1">
          <a:blip r:embed="rId3">
            <a:alphaModFix/>
          </a:blip>
          <a:srcRect t="10056" b="10064"/>
          <a:stretch/>
        </p:blipFill>
        <p:spPr>
          <a:xfrm>
            <a:off x="0" y="0"/>
            <a:ext cx="4379700" cy="4664699"/>
          </a:xfrm>
          <a:prstGeom prst="rect">
            <a:avLst/>
          </a:prstGeom>
        </p:spPr>
      </p:pic>
      <p:sp>
        <p:nvSpPr>
          <p:cNvPr id="129" name="Google Shape;129;p28"/>
          <p:cNvSpPr txBox="1">
            <a:spLocks noGrp="1"/>
          </p:cNvSpPr>
          <p:nvPr>
            <p:ph type="ctrTitle"/>
          </p:nvPr>
        </p:nvSpPr>
        <p:spPr>
          <a:xfrm>
            <a:off x="4712750" y="569600"/>
            <a:ext cx="3939300" cy="236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200"/>
              <a:t>CREATIVE</a:t>
            </a:r>
            <a:r>
              <a:rPr lang="en" sz="5300"/>
              <a:t> </a:t>
            </a:r>
            <a:r>
              <a:rPr lang="en" sz="3700"/>
              <a:t>WATERCOLOR</a:t>
            </a:r>
            <a:endParaRPr sz="3700"/>
          </a:p>
        </p:txBody>
      </p:sp>
      <p:sp>
        <p:nvSpPr>
          <p:cNvPr id="130" name="Google Shape;130;p28"/>
          <p:cNvSpPr txBox="1">
            <a:spLocks noGrp="1"/>
          </p:cNvSpPr>
          <p:nvPr>
            <p:ph type="subTitle" idx="1"/>
          </p:nvPr>
        </p:nvSpPr>
        <p:spPr>
          <a:xfrm>
            <a:off x="4776500" y="3285025"/>
            <a:ext cx="2696100" cy="102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cxnSp>
        <p:nvCxnSpPr>
          <p:cNvPr id="131" name="Google Shape;131;p28"/>
          <p:cNvCxnSpPr/>
          <p:nvPr/>
        </p:nvCxnSpPr>
        <p:spPr>
          <a:xfrm>
            <a:off x="-5675" y="4664575"/>
            <a:ext cx="9153600" cy="0"/>
          </a:xfrm>
          <a:prstGeom prst="straightConnector1">
            <a:avLst/>
          </a:prstGeom>
          <a:noFill/>
          <a:ln w="9525" cap="flat" cmpd="sng">
            <a:solidFill>
              <a:schemeClr val="dk2"/>
            </a:solidFill>
            <a:prstDash val="solid"/>
            <a:round/>
            <a:headEnd type="none" w="med" len="med"/>
            <a:tailEnd type="none" w="med" len="med"/>
          </a:ln>
        </p:spPr>
      </p:cxnSp>
      <p:sp>
        <p:nvSpPr>
          <p:cNvPr id="132" name="Google Shape;132;p28"/>
          <p:cNvSpPr/>
          <p:nvPr/>
        </p:nvSpPr>
        <p:spPr>
          <a:xfrm>
            <a:off x="-5675" y="2825"/>
            <a:ext cx="2217600" cy="4664700"/>
          </a:xfrm>
          <a:prstGeom prst="rect">
            <a:avLst/>
          </a:prstGeom>
          <a:solidFill>
            <a:srgbClr val="FFFFFF">
              <a:alpha val="3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tkinson Hyperlegible Next Light"/>
              <a:ea typeface="Atkinson Hyperlegible Next Light"/>
              <a:cs typeface="Atkinson Hyperlegible Next Light"/>
              <a:sym typeface="Atkinson Hyperlegible Next Light"/>
            </a:endParaRPr>
          </a:p>
        </p:txBody>
      </p:sp>
      <p:sp>
        <p:nvSpPr>
          <p:cNvPr id="133" name="Google Shape;133;p28"/>
          <p:cNvSpPr txBox="1"/>
          <p:nvPr/>
        </p:nvSpPr>
        <p:spPr>
          <a:xfrm>
            <a:off x="6795650" y="4748175"/>
            <a:ext cx="1927200" cy="2904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1200">
                <a:solidFill>
                  <a:schemeClr val="dk1"/>
                </a:solidFill>
                <a:latin typeface="Atkinson Hyperlegible Next Light"/>
                <a:ea typeface="Atkinson Hyperlegible Next Light"/>
                <a:cs typeface="Atkinson Hyperlegible Next Light"/>
                <a:sym typeface="Atkinson Hyperlegible Next Light"/>
              </a:rPr>
              <a:t>DESIGNED FOR YOU</a:t>
            </a:r>
            <a:endParaRPr sz="1200">
              <a:solidFill>
                <a:schemeClr val="dk1"/>
              </a:solidFill>
              <a:latin typeface="Atkinson Hyperlegible Next Light"/>
              <a:ea typeface="Atkinson Hyperlegible Next Light"/>
              <a:cs typeface="Atkinson Hyperlegible Next Light"/>
              <a:sym typeface="Atkinson Hyperlegible Next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9"/>
          <p:cNvSpPr txBox="1">
            <a:spLocks noGrp="1"/>
          </p:cNvSpPr>
          <p:nvPr>
            <p:ph type="title"/>
          </p:nvPr>
        </p:nvSpPr>
        <p:spPr>
          <a:xfrm>
            <a:off x="228600" y="2286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CONTENTS OF THIS TEMPLATE</a:t>
            </a:r>
            <a:endParaRPr/>
          </a:p>
        </p:txBody>
      </p:sp>
      <p:sp>
        <p:nvSpPr>
          <p:cNvPr id="139" name="Google Shape;139;p29"/>
          <p:cNvSpPr/>
          <p:nvPr/>
        </p:nvSpPr>
        <p:spPr>
          <a:xfrm>
            <a:off x="5209300" y="4051975"/>
            <a:ext cx="2701800" cy="405900"/>
          </a:xfrm>
          <a:prstGeom prst="roundRect">
            <a:avLst>
              <a:gd name="adj" fmla="val 16667"/>
            </a:avLst>
          </a:prstGeom>
          <a:solidFill>
            <a:srgbClr val="E9C3AE"/>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000">
                <a:solidFill>
                  <a:schemeClr val="dk1"/>
                </a:solidFill>
                <a:latin typeface="Atkinson Hyperlegible Next"/>
                <a:ea typeface="Atkinson Hyperlegible Next"/>
                <a:cs typeface="Atkinson Hyperlegible Next"/>
                <a:sym typeface="Atkinson Hyperlegible Next"/>
              </a:rPr>
              <a:t>You can delete this slide when you’re done editing the presentation</a:t>
            </a:r>
            <a:endParaRPr>
              <a:solidFill>
                <a:schemeClr val="dk1"/>
              </a:solidFill>
              <a:latin typeface="Atkinson Hyperlegible Next"/>
              <a:ea typeface="Atkinson Hyperlegible Next"/>
              <a:cs typeface="Atkinson Hyperlegible Next"/>
              <a:sym typeface="Atkinson Hyperlegible Next"/>
            </a:endParaRPr>
          </a:p>
        </p:txBody>
      </p:sp>
      <p:sp>
        <p:nvSpPr>
          <p:cNvPr id="140" name="Google Shape;140;p29"/>
          <p:cNvSpPr/>
          <p:nvPr/>
        </p:nvSpPr>
        <p:spPr>
          <a:xfrm>
            <a:off x="830325" y="1596625"/>
            <a:ext cx="1371900" cy="405900"/>
          </a:xfrm>
          <a:prstGeom prst="roundRect">
            <a:avLst>
              <a:gd name="adj" fmla="val 50000"/>
            </a:avLst>
          </a:prstGeom>
          <a:solidFill>
            <a:srgbClr val="E9C3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u="sng">
                <a:solidFill>
                  <a:schemeClr val="hlink"/>
                </a:solidFill>
                <a:latin typeface="Atkinson Hyperlegible Next"/>
                <a:ea typeface="Atkinson Hyperlegible Next"/>
                <a:cs typeface="Atkinson Hyperlegible Next"/>
                <a:sym typeface="Atkinson Hyperlegible Next"/>
                <a:hlinkClick r:id="" action="ppaction://noaction"/>
              </a:rPr>
              <a:t>Fonts</a:t>
            </a:r>
            <a:endParaRPr sz="1100" b="1" u="sng">
              <a:solidFill>
                <a:schemeClr val="dk1"/>
              </a:solidFill>
              <a:latin typeface="Atkinson Hyperlegible Next"/>
              <a:ea typeface="Atkinson Hyperlegible Next"/>
              <a:cs typeface="Atkinson Hyperlegible Next"/>
              <a:sym typeface="Atkinson Hyperlegible Next"/>
            </a:endParaRPr>
          </a:p>
        </p:txBody>
      </p:sp>
      <p:sp>
        <p:nvSpPr>
          <p:cNvPr id="141" name="Google Shape;141;p29"/>
          <p:cNvSpPr txBox="1"/>
          <p:nvPr/>
        </p:nvSpPr>
        <p:spPr>
          <a:xfrm>
            <a:off x="497775" y="2097068"/>
            <a:ext cx="2037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Atkinson Hyperlegible Next"/>
                <a:ea typeface="Atkinson Hyperlegible Next"/>
                <a:cs typeface="Atkinson Hyperlegible Next"/>
                <a:sym typeface="Atkinson Hyperlegible Next"/>
              </a:rPr>
              <a:t>To view this template correctly in PowerPoint, </a:t>
            </a:r>
            <a:r>
              <a:rPr lang="en" sz="1000" b="1">
                <a:solidFill>
                  <a:schemeClr val="dk1"/>
                </a:solidFill>
                <a:latin typeface="Atkinson Hyperlegible Next"/>
                <a:ea typeface="Atkinson Hyperlegible Next"/>
                <a:cs typeface="Atkinson Hyperlegible Next"/>
                <a:sym typeface="Atkinson Hyperlegible Next"/>
              </a:rPr>
              <a:t>download and install</a:t>
            </a:r>
            <a:r>
              <a:rPr lang="en" sz="1000">
                <a:solidFill>
                  <a:schemeClr val="dk1"/>
                </a:solidFill>
                <a:latin typeface="Atkinson Hyperlegible Next"/>
                <a:ea typeface="Atkinson Hyperlegible Next"/>
                <a:cs typeface="Atkinson Hyperlegible Next"/>
                <a:sym typeface="Atkinson Hyperlegible Next"/>
              </a:rPr>
              <a:t> the fonts we used</a:t>
            </a:r>
            <a:endParaRPr sz="1000">
              <a:solidFill>
                <a:schemeClr val="dk1"/>
              </a:solidFill>
              <a:latin typeface="Atkinson Hyperlegible Next"/>
              <a:ea typeface="Atkinson Hyperlegible Next"/>
              <a:cs typeface="Atkinson Hyperlegible Next"/>
              <a:sym typeface="Atkinson Hyperlegible Next"/>
            </a:endParaRPr>
          </a:p>
        </p:txBody>
      </p:sp>
      <p:sp>
        <p:nvSpPr>
          <p:cNvPr id="142" name="Google Shape;142;p29"/>
          <p:cNvSpPr/>
          <p:nvPr/>
        </p:nvSpPr>
        <p:spPr>
          <a:xfrm>
            <a:off x="0" y="4848125"/>
            <a:ext cx="9144000" cy="3420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pic>
        <p:nvPicPr>
          <p:cNvPr id="143" name="Google Shape;143;p29"/>
          <p:cNvPicPr preferRelativeResize="0"/>
          <p:nvPr/>
        </p:nvPicPr>
        <p:blipFill>
          <a:blip r:embed="rId3">
            <a:alphaModFix/>
          </a:blip>
          <a:stretch>
            <a:fillRect/>
          </a:stretch>
        </p:blipFill>
        <p:spPr>
          <a:xfrm>
            <a:off x="8106800" y="4953325"/>
            <a:ext cx="861701" cy="131600"/>
          </a:xfrm>
          <a:prstGeom prst="rect">
            <a:avLst/>
          </a:prstGeom>
          <a:noFill/>
          <a:ln>
            <a:noFill/>
          </a:ln>
        </p:spPr>
      </p:pic>
      <p:sp>
        <p:nvSpPr>
          <p:cNvPr id="144" name="Google Shape;144;p29"/>
          <p:cNvSpPr/>
          <p:nvPr/>
        </p:nvSpPr>
        <p:spPr>
          <a:xfrm>
            <a:off x="2867475" y="1596649"/>
            <a:ext cx="1371900" cy="405900"/>
          </a:xfrm>
          <a:prstGeom prst="roundRect">
            <a:avLst>
              <a:gd name="adj" fmla="val 50000"/>
            </a:avLst>
          </a:prstGeom>
          <a:solidFill>
            <a:srgbClr val="E9C3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u="sng">
                <a:solidFill>
                  <a:schemeClr val="hlink"/>
                </a:solidFill>
                <a:latin typeface="Atkinson Hyperlegible Next"/>
                <a:ea typeface="Atkinson Hyperlegible Next"/>
                <a:cs typeface="Atkinson Hyperlegible Next"/>
                <a:sym typeface="Atkinson Hyperlegible Next"/>
                <a:hlinkClick r:id="" action="ppaction://noaction"/>
              </a:rPr>
              <a:t>Colors</a:t>
            </a:r>
            <a:endParaRPr sz="1100" b="1" u="sng">
              <a:solidFill>
                <a:schemeClr val="dk1"/>
              </a:solidFill>
              <a:latin typeface="Atkinson Hyperlegible Next"/>
              <a:ea typeface="Atkinson Hyperlegible Next"/>
              <a:cs typeface="Atkinson Hyperlegible Next"/>
              <a:sym typeface="Atkinson Hyperlegible Next"/>
            </a:endParaRPr>
          </a:p>
        </p:txBody>
      </p:sp>
      <p:sp>
        <p:nvSpPr>
          <p:cNvPr id="145" name="Google Shape;145;p29"/>
          <p:cNvSpPr txBox="1"/>
          <p:nvPr/>
        </p:nvSpPr>
        <p:spPr>
          <a:xfrm>
            <a:off x="2783750" y="2097075"/>
            <a:ext cx="15393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Atkinson Hyperlegible Next"/>
                <a:ea typeface="Atkinson Hyperlegible Next"/>
                <a:cs typeface="Atkinson Hyperlegible Next"/>
                <a:sym typeface="Atkinson Hyperlegible Next"/>
              </a:rPr>
              <a:t>You can see on the link </a:t>
            </a:r>
            <a:r>
              <a:rPr lang="en" sz="1000" b="1">
                <a:solidFill>
                  <a:schemeClr val="dk1"/>
                </a:solidFill>
                <a:latin typeface="Atkinson Hyperlegible Next"/>
                <a:ea typeface="Atkinson Hyperlegible Next"/>
                <a:cs typeface="Atkinson Hyperlegible Next"/>
                <a:sym typeface="Atkinson Hyperlegible Next"/>
              </a:rPr>
              <a:t>all the colors</a:t>
            </a:r>
            <a:r>
              <a:rPr lang="en" sz="1000">
                <a:solidFill>
                  <a:schemeClr val="dk1"/>
                </a:solidFill>
                <a:latin typeface="Atkinson Hyperlegible Next"/>
                <a:ea typeface="Atkinson Hyperlegible Next"/>
                <a:cs typeface="Atkinson Hyperlegible Next"/>
                <a:sym typeface="Atkinson Hyperlegible Next"/>
              </a:rPr>
              <a:t> used in this presentation</a:t>
            </a:r>
            <a:endParaRPr sz="1000">
              <a:solidFill>
                <a:schemeClr val="dk1"/>
              </a:solidFill>
              <a:latin typeface="Atkinson Hyperlegible Next"/>
              <a:ea typeface="Atkinson Hyperlegible Next"/>
              <a:cs typeface="Atkinson Hyperlegible Next"/>
              <a:sym typeface="Atkinson Hyperlegible Next"/>
            </a:endParaRPr>
          </a:p>
        </p:txBody>
      </p:sp>
      <p:sp>
        <p:nvSpPr>
          <p:cNvPr id="146" name="Google Shape;146;p29"/>
          <p:cNvSpPr/>
          <p:nvPr/>
        </p:nvSpPr>
        <p:spPr>
          <a:xfrm>
            <a:off x="4904601" y="1596649"/>
            <a:ext cx="1371900" cy="405900"/>
          </a:xfrm>
          <a:prstGeom prst="roundRect">
            <a:avLst>
              <a:gd name="adj" fmla="val 50000"/>
            </a:avLst>
          </a:prstGeom>
          <a:solidFill>
            <a:srgbClr val="E9C3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u="sng">
                <a:solidFill>
                  <a:schemeClr val="hlink"/>
                </a:solidFill>
                <a:latin typeface="Atkinson Hyperlegible Next"/>
                <a:ea typeface="Atkinson Hyperlegible Next"/>
                <a:cs typeface="Atkinson Hyperlegible Next"/>
                <a:sym typeface="Atkinson Hyperlegible Next"/>
                <a:hlinkClick r:id="rId4" action="ppaction://hlinksldjump"/>
              </a:rPr>
              <a:t>Thanks slide</a:t>
            </a:r>
            <a:endParaRPr sz="1100" b="1" u="sng">
              <a:solidFill>
                <a:schemeClr val="dk1"/>
              </a:solidFill>
              <a:latin typeface="Atkinson Hyperlegible Next"/>
              <a:ea typeface="Atkinson Hyperlegible Next"/>
              <a:cs typeface="Atkinson Hyperlegible Next"/>
              <a:sym typeface="Atkinson Hyperlegible Next"/>
            </a:endParaRPr>
          </a:p>
        </p:txBody>
      </p:sp>
      <p:sp>
        <p:nvSpPr>
          <p:cNvPr id="147" name="Google Shape;147;p29"/>
          <p:cNvSpPr txBox="1"/>
          <p:nvPr/>
        </p:nvSpPr>
        <p:spPr>
          <a:xfrm>
            <a:off x="4711250" y="2097075"/>
            <a:ext cx="17586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Atkinson Hyperlegible Next"/>
                <a:ea typeface="Atkinson Hyperlegible Next"/>
                <a:cs typeface="Atkinson Hyperlegible Next"/>
                <a:sym typeface="Atkinson Hyperlegible Next"/>
              </a:rPr>
              <a:t>You </a:t>
            </a:r>
            <a:r>
              <a:rPr lang="en" sz="1000" b="1">
                <a:solidFill>
                  <a:schemeClr val="dk1"/>
                </a:solidFill>
                <a:latin typeface="Atkinson Hyperlegible Next"/>
                <a:ea typeface="Atkinson Hyperlegible Next"/>
                <a:cs typeface="Atkinson Hyperlegible Next"/>
                <a:sym typeface="Atkinson Hyperlegible Next"/>
              </a:rPr>
              <a:t>must keep it</a:t>
            </a:r>
            <a:r>
              <a:rPr lang="en" sz="1000">
                <a:solidFill>
                  <a:schemeClr val="dk1"/>
                </a:solidFill>
                <a:latin typeface="Atkinson Hyperlegible Next"/>
                <a:ea typeface="Atkinson Hyperlegible Next"/>
                <a:cs typeface="Atkinson Hyperlegible Next"/>
                <a:sym typeface="Atkinson Hyperlegible Next"/>
              </a:rPr>
              <a:t> so that proper </a:t>
            </a:r>
            <a:r>
              <a:rPr lang="en" sz="1000" b="1">
                <a:solidFill>
                  <a:schemeClr val="dk1"/>
                </a:solidFill>
                <a:latin typeface="Atkinson Hyperlegible Next"/>
                <a:ea typeface="Atkinson Hyperlegible Next"/>
                <a:cs typeface="Atkinson Hyperlegible Next"/>
                <a:sym typeface="Atkinson Hyperlegible Next"/>
              </a:rPr>
              <a:t>credits for our design </a:t>
            </a:r>
            <a:r>
              <a:rPr lang="en" sz="1000">
                <a:solidFill>
                  <a:schemeClr val="dk1"/>
                </a:solidFill>
                <a:latin typeface="Atkinson Hyperlegible Next"/>
                <a:ea typeface="Atkinson Hyperlegible Next"/>
                <a:cs typeface="Atkinson Hyperlegible Next"/>
                <a:sym typeface="Atkinson Hyperlegible Next"/>
              </a:rPr>
              <a:t>are given</a:t>
            </a:r>
            <a:endParaRPr sz="1000">
              <a:solidFill>
                <a:schemeClr val="dk1"/>
              </a:solidFill>
              <a:latin typeface="Atkinson Hyperlegible Next"/>
              <a:ea typeface="Atkinson Hyperlegible Next"/>
              <a:cs typeface="Atkinson Hyperlegible Next"/>
              <a:sym typeface="Atkinson Hyperlegible Next"/>
            </a:endParaRPr>
          </a:p>
        </p:txBody>
      </p:sp>
      <p:sp>
        <p:nvSpPr>
          <p:cNvPr id="148" name="Google Shape;148;p29"/>
          <p:cNvSpPr/>
          <p:nvPr/>
        </p:nvSpPr>
        <p:spPr>
          <a:xfrm>
            <a:off x="6941775" y="1596649"/>
            <a:ext cx="1371900" cy="405900"/>
          </a:xfrm>
          <a:prstGeom prst="roundRect">
            <a:avLst>
              <a:gd name="adj" fmla="val 50000"/>
            </a:avLst>
          </a:prstGeom>
          <a:solidFill>
            <a:srgbClr val="E9C3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u="sng">
                <a:solidFill>
                  <a:schemeClr val="hlink"/>
                </a:solidFill>
                <a:latin typeface="Atkinson Hyperlegible Next"/>
                <a:ea typeface="Atkinson Hyperlegible Next"/>
                <a:cs typeface="Atkinson Hyperlegible Next"/>
                <a:sym typeface="Atkinson Hyperlegible Next"/>
                <a:hlinkClick r:id="" action="ppaction://noaction"/>
              </a:rPr>
              <a:t>Icons</a:t>
            </a:r>
            <a:r>
              <a:rPr lang="en" sz="1100" b="1">
                <a:solidFill>
                  <a:schemeClr val="dk1"/>
                </a:solidFill>
                <a:latin typeface="Atkinson Hyperlegible Next"/>
                <a:ea typeface="Atkinson Hyperlegible Next"/>
                <a:cs typeface="Atkinson Hyperlegible Next"/>
                <a:sym typeface="Atkinson Hyperlegible Next"/>
              </a:rPr>
              <a:t> and </a:t>
            </a:r>
            <a:r>
              <a:rPr lang="en" sz="1100" b="1" u="sng">
                <a:solidFill>
                  <a:schemeClr val="hlink"/>
                </a:solidFill>
                <a:latin typeface="Atkinson Hyperlegible Next"/>
                <a:ea typeface="Atkinson Hyperlegible Next"/>
                <a:cs typeface="Atkinson Hyperlegible Next"/>
                <a:sym typeface="Atkinson Hyperlegible Next"/>
                <a:hlinkClick r:id="" action="ppaction://noaction"/>
              </a:rPr>
              <a:t>infographics</a:t>
            </a:r>
            <a:endParaRPr sz="1100" b="1" u="sng">
              <a:solidFill>
                <a:schemeClr val="dk1"/>
              </a:solidFill>
              <a:latin typeface="Atkinson Hyperlegible Next"/>
              <a:ea typeface="Atkinson Hyperlegible Next"/>
              <a:cs typeface="Atkinson Hyperlegible Next"/>
              <a:sym typeface="Atkinson Hyperlegible Next"/>
            </a:endParaRPr>
          </a:p>
        </p:txBody>
      </p:sp>
      <p:sp>
        <p:nvSpPr>
          <p:cNvPr id="149" name="Google Shape;149;p29"/>
          <p:cNvSpPr txBox="1"/>
          <p:nvPr/>
        </p:nvSpPr>
        <p:spPr>
          <a:xfrm>
            <a:off x="6609225" y="2097068"/>
            <a:ext cx="20370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Atkinson Hyperlegible Next"/>
                <a:ea typeface="Atkinson Hyperlegible Next"/>
                <a:cs typeface="Atkinson Hyperlegible Next"/>
                <a:sym typeface="Atkinson Hyperlegible Next"/>
              </a:rPr>
              <a:t>These can be used in the template, and their size and color </a:t>
            </a:r>
            <a:r>
              <a:rPr lang="en" sz="1000" b="1">
                <a:solidFill>
                  <a:schemeClr val="dk1"/>
                </a:solidFill>
                <a:latin typeface="Atkinson Hyperlegible Next"/>
                <a:ea typeface="Atkinson Hyperlegible Next"/>
                <a:cs typeface="Atkinson Hyperlegible Next"/>
                <a:sym typeface="Atkinson Hyperlegible Next"/>
              </a:rPr>
              <a:t>can be edited</a:t>
            </a:r>
            <a:endParaRPr sz="1000" b="1">
              <a:solidFill>
                <a:schemeClr val="dk1"/>
              </a:solidFill>
              <a:latin typeface="Atkinson Hyperlegible Next"/>
              <a:ea typeface="Atkinson Hyperlegible Next"/>
              <a:cs typeface="Atkinson Hyperlegible Next"/>
              <a:sym typeface="Atkinson Hyperlegible Next"/>
            </a:endParaRPr>
          </a:p>
        </p:txBody>
      </p:sp>
      <p:sp>
        <p:nvSpPr>
          <p:cNvPr id="150" name="Google Shape;150;p29"/>
          <p:cNvSpPr txBox="1"/>
          <p:nvPr/>
        </p:nvSpPr>
        <p:spPr>
          <a:xfrm>
            <a:off x="5576333" y="3366425"/>
            <a:ext cx="2530500" cy="342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000">
                <a:solidFill>
                  <a:schemeClr val="dk1"/>
                </a:solidFill>
                <a:latin typeface="Atkinson Hyperlegible Next"/>
                <a:ea typeface="Atkinson Hyperlegible Next"/>
                <a:cs typeface="Atkinson Hyperlegible Next"/>
                <a:sym typeface="Atkinson Hyperlegible Next"/>
              </a:rPr>
              <a:t>You can edit the master slides easily. For more info, click </a:t>
            </a:r>
            <a:r>
              <a:rPr lang="en" sz="1000" b="1" u="sng">
                <a:solidFill>
                  <a:schemeClr val="dk1"/>
                </a:solidFill>
                <a:latin typeface="Atkinson Hyperlegible Next"/>
                <a:ea typeface="Atkinson Hyperlegible Next"/>
                <a:cs typeface="Atkinson Hyperlegible Next"/>
                <a:sym typeface="Atkinson Hyperlegible Next"/>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Atkinson Hyperlegible Next"/>
              <a:ea typeface="Atkinson Hyperlegible Next"/>
              <a:cs typeface="Atkinson Hyperlegible Next"/>
              <a:sym typeface="Atkinson Hyperlegible Next"/>
            </a:endParaRPr>
          </a:p>
        </p:txBody>
      </p:sp>
      <p:sp>
        <p:nvSpPr>
          <p:cNvPr id="151" name="Google Shape;151;p29"/>
          <p:cNvSpPr txBox="1"/>
          <p:nvPr/>
        </p:nvSpPr>
        <p:spPr>
          <a:xfrm>
            <a:off x="1404513" y="3266050"/>
            <a:ext cx="3397800" cy="44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000">
                <a:solidFill>
                  <a:schemeClr val="dk1"/>
                </a:solidFill>
                <a:latin typeface="Atkinson Hyperlegible Next"/>
                <a:ea typeface="Atkinson Hyperlegible Next"/>
                <a:cs typeface="Atkinson Hyperlegible Next"/>
                <a:sym typeface="Atkinson Hyperlegible Next"/>
              </a:rPr>
              <a:t>For more info:</a:t>
            </a:r>
            <a:r>
              <a:rPr lang="en" sz="1000" b="1">
                <a:solidFill>
                  <a:schemeClr val="dk1"/>
                </a:solidFill>
                <a:latin typeface="Atkinson Hyperlegible Next"/>
                <a:ea typeface="Atkinson Hyperlegible Next"/>
                <a:cs typeface="Atkinson Hyperlegible Next"/>
                <a:sym typeface="Atkinson Hyperlegible Next"/>
              </a:rPr>
              <a:t/>
            </a:r>
            <a:br>
              <a:rPr lang="en" sz="1000" b="1">
                <a:solidFill>
                  <a:schemeClr val="dk1"/>
                </a:solidFill>
                <a:latin typeface="Atkinson Hyperlegible Next"/>
                <a:ea typeface="Atkinson Hyperlegible Next"/>
                <a:cs typeface="Atkinson Hyperlegible Next"/>
                <a:sym typeface="Atkinson Hyperlegible Next"/>
              </a:rPr>
            </a:br>
            <a:r>
              <a:rPr lang="en" sz="1000" b="1" u="sng">
                <a:solidFill>
                  <a:schemeClr val="dk1"/>
                </a:solidFill>
                <a:latin typeface="Atkinson Hyperlegible Next"/>
                <a:ea typeface="Atkinson Hyperlegible Next"/>
                <a:cs typeface="Atkinson Hyperlegible Next"/>
                <a:sym typeface="Atkinson Hyperlegible Next"/>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dk1"/>
                </a:solidFill>
                <a:latin typeface="Atkinson Hyperlegible Next"/>
                <a:ea typeface="Atkinson Hyperlegible Next"/>
                <a:cs typeface="Atkinson Hyperlegible Next"/>
                <a:sym typeface="Atkinson Hyperlegible Next"/>
              </a:rPr>
              <a:t> | </a:t>
            </a:r>
            <a:r>
              <a:rPr lang="en" sz="1000" b="1" u="sng">
                <a:solidFill>
                  <a:schemeClr val="dk1"/>
                </a:solidFill>
                <a:latin typeface="Atkinson Hyperlegible Next"/>
                <a:ea typeface="Atkinson Hyperlegible Next"/>
                <a:cs typeface="Atkinson Hyperlegible Next"/>
                <a:sym typeface="Atkinson Hyperlegible Next"/>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AI TOOLS</a:t>
            </a:r>
            <a:r>
              <a:rPr lang="en" sz="1000" b="1">
                <a:solidFill>
                  <a:schemeClr val="dk1"/>
                </a:solidFill>
                <a:latin typeface="Atkinson Hyperlegible Next"/>
                <a:ea typeface="Atkinson Hyperlegible Next"/>
                <a:cs typeface="Atkinson Hyperlegible Next"/>
                <a:sym typeface="Atkinson Hyperlegible Next"/>
              </a:rPr>
              <a:t> | </a:t>
            </a:r>
            <a:r>
              <a:rPr lang="en" sz="1000" b="1" u="sng">
                <a:solidFill>
                  <a:schemeClr val="dk1"/>
                </a:solidFill>
                <a:latin typeface="Atkinson Hyperlegible Next"/>
                <a:ea typeface="Atkinson Hyperlegible Next"/>
                <a:cs typeface="Atkinson Hyperlegible Next"/>
                <a:sym typeface="Atkinson Hyperlegible Next"/>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Atkinson Hyperlegible Next"/>
                <a:ea typeface="Atkinson Hyperlegible Next"/>
                <a:cs typeface="Atkinson Hyperlegible Next"/>
                <a:sym typeface="Atkinson Hyperlegible Next"/>
              </a:rPr>
              <a:t> | </a:t>
            </a:r>
            <a:r>
              <a:rPr lang="en" sz="1000" b="1" u="sng">
                <a:solidFill>
                  <a:schemeClr val="dk1"/>
                </a:solidFill>
                <a:latin typeface="Atkinson Hyperlegible Next"/>
                <a:ea typeface="Atkinson Hyperlegible Next"/>
                <a:cs typeface="Atkinson Hyperlegible Next"/>
                <a:sym typeface="Atkinson Hyperlegible Next"/>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000">
              <a:solidFill>
                <a:schemeClr val="dk1"/>
              </a:solidFill>
              <a:latin typeface="Atkinson Hyperlegible Next"/>
              <a:ea typeface="Atkinson Hyperlegible Next"/>
              <a:cs typeface="Atkinson Hyperlegible Next"/>
              <a:sym typeface="Atkinson Hyperlegible Next"/>
            </a:endParaRPr>
          </a:p>
        </p:txBody>
      </p:sp>
      <p:sp>
        <p:nvSpPr>
          <p:cNvPr id="152" name="Google Shape;152;p29"/>
          <p:cNvSpPr txBox="1"/>
          <p:nvPr/>
        </p:nvSpPr>
        <p:spPr>
          <a:xfrm>
            <a:off x="1404513" y="3999352"/>
            <a:ext cx="3397800" cy="44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000">
                <a:solidFill>
                  <a:schemeClr val="dk1"/>
                </a:solidFill>
                <a:latin typeface="Atkinson Hyperlegible Next"/>
                <a:ea typeface="Atkinson Hyperlegible Next"/>
                <a:cs typeface="Atkinson Hyperlegible Next"/>
                <a:sym typeface="Atkinson Hyperlegible Next"/>
              </a:rPr>
              <a:t>You can visit our sister projects:</a:t>
            </a:r>
            <a:r>
              <a:rPr lang="en" sz="1000" b="1">
                <a:solidFill>
                  <a:schemeClr val="dk1"/>
                </a:solidFill>
                <a:latin typeface="Atkinson Hyperlegible Next"/>
                <a:ea typeface="Atkinson Hyperlegible Next"/>
                <a:cs typeface="Atkinson Hyperlegible Next"/>
                <a:sym typeface="Atkinson Hyperlegible Next"/>
              </a:rPr>
              <a:t/>
            </a:r>
            <a:br>
              <a:rPr lang="en" sz="1000" b="1">
                <a:solidFill>
                  <a:schemeClr val="dk1"/>
                </a:solidFill>
                <a:latin typeface="Atkinson Hyperlegible Next"/>
                <a:ea typeface="Atkinson Hyperlegible Next"/>
                <a:cs typeface="Atkinson Hyperlegible Next"/>
                <a:sym typeface="Atkinson Hyperlegible Next"/>
              </a:rPr>
            </a:br>
            <a:r>
              <a:rPr lang="en" sz="1000" b="1" u="sng">
                <a:solidFill>
                  <a:schemeClr val="dk1"/>
                </a:solidFill>
                <a:latin typeface="Atkinson Hyperlegible Next"/>
                <a:ea typeface="Atkinson Hyperlegible Next"/>
                <a:cs typeface="Atkinson Hyperlegible Next"/>
                <a:sym typeface="Atkinson Hyperlegible Next"/>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 AI TOOLS</a:t>
            </a:r>
            <a:r>
              <a:rPr lang="en" sz="1000" b="1">
                <a:solidFill>
                  <a:schemeClr val="dk1"/>
                </a:solidFill>
                <a:latin typeface="Atkinson Hyperlegible Next"/>
                <a:ea typeface="Atkinson Hyperlegible Next"/>
                <a:cs typeface="Atkinson Hyperlegible Next"/>
                <a:sym typeface="Atkinson Hyperlegible Next"/>
              </a:rPr>
              <a:t> | </a:t>
            </a:r>
            <a:r>
              <a:rPr lang="en" sz="1000" b="1" u="sng">
                <a:solidFill>
                  <a:schemeClr val="dk1"/>
                </a:solidFill>
                <a:latin typeface="Atkinson Hyperlegible Next"/>
                <a:ea typeface="Atkinson Hyperlegible Next"/>
                <a:cs typeface="Atkinson Hyperlegible Next"/>
                <a:sym typeface="Atkinson Hyperlegible Next"/>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 LIBRARY RESOURCES</a:t>
            </a:r>
            <a:endParaRPr sz="1000" b="1">
              <a:solidFill>
                <a:schemeClr val="dk1"/>
              </a:solidFill>
              <a:latin typeface="Atkinson Hyperlegible Next"/>
              <a:ea typeface="Atkinson Hyperlegible Next"/>
              <a:cs typeface="Atkinson Hyperlegible Next"/>
              <a:sym typeface="Atkinson Hyperlegible Next"/>
            </a:endParaRPr>
          </a:p>
        </p:txBody>
      </p:sp>
      <p:cxnSp>
        <p:nvCxnSpPr>
          <p:cNvPr id="153" name="Google Shape;153;p29"/>
          <p:cNvCxnSpPr/>
          <p:nvPr/>
        </p:nvCxnSpPr>
        <p:spPr>
          <a:xfrm>
            <a:off x="675300" y="3045200"/>
            <a:ext cx="7793400" cy="0"/>
          </a:xfrm>
          <a:prstGeom prst="straightConnector1">
            <a:avLst/>
          </a:prstGeom>
          <a:noFill/>
          <a:ln w="9525" cap="flat" cmpd="sng">
            <a:solidFill>
              <a:schemeClr val="lt2"/>
            </a:solidFill>
            <a:prstDash val="dash"/>
            <a:round/>
            <a:headEnd type="none" w="med" len="med"/>
            <a:tailEnd type="none" w="med" len="med"/>
          </a:ln>
        </p:spPr>
      </p:cxnSp>
      <p:sp>
        <p:nvSpPr>
          <p:cNvPr id="154" name="Google Shape;154;p29"/>
          <p:cNvSpPr/>
          <p:nvPr/>
        </p:nvSpPr>
        <p:spPr>
          <a:xfrm>
            <a:off x="1407264" y="1180978"/>
            <a:ext cx="218018" cy="218018"/>
          </a:xfrm>
          <a:custGeom>
            <a:avLst/>
            <a:gdLst/>
            <a:ahLst/>
            <a:cxnLst/>
            <a:rect l="l" t="t" r="r" b="b"/>
            <a:pathLst>
              <a:path w="614134" h="614134" extrusionOk="0">
                <a:moveTo>
                  <a:pt x="527656" y="0"/>
                </a:moveTo>
                <a:lnTo>
                  <a:pt x="86478" y="0"/>
                </a:lnTo>
                <a:cubicBezTo>
                  <a:pt x="38844" y="0"/>
                  <a:pt x="0" y="38844"/>
                  <a:pt x="0" y="86478"/>
                </a:cubicBezTo>
                <a:lnTo>
                  <a:pt x="0" y="527656"/>
                </a:lnTo>
                <a:cubicBezTo>
                  <a:pt x="0" y="575290"/>
                  <a:pt x="38844" y="614134"/>
                  <a:pt x="86478" y="614134"/>
                </a:cubicBezTo>
                <a:lnTo>
                  <a:pt x="527656" y="614134"/>
                </a:lnTo>
                <a:cubicBezTo>
                  <a:pt x="575290" y="614134"/>
                  <a:pt x="614134" y="575290"/>
                  <a:pt x="614134" y="527656"/>
                </a:cubicBezTo>
                <a:lnTo>
                  <a:pt x="614134" y="86478"/>
                </a:lnTo>
                <a:cubicBezTo>
                  <a:pt x="614134" y="38844"/>
                  <a:pt x="575290" y="0"/>
                  <a:pt x="527656" y="0"/>
                </a:cubicBezTo>
                <a:close/>
                <a:moveTo>
                  <a:pt x="547787" y="527656"/>
                </a:moveTo>
                <a:cubicBezTo>
                  <a:pt x="547787" y="538714"/>
                  <a:pt x="538714" y="547504"/>
                  <a:pt x="527940" y="547504"/>
                </a:cubicBezTo>
                <a:lnTo>
                  <a:pt x="86761" y="547504"/>
                </a:lnTo>
                <a:cubicBezTo>
                  <a:pt x="75703" y="547504"/>
                  <a:pt x="66914" y="538431"/>
                  <a:pt x="66914" y="527656"/>
                </a:cubicBezTo>
                <a:lnTo>
                  <a:pt x="66914" y="86478"/>
                </a:lnTo>
                <a:cubicBezTo>
                  <a:pt x="66914" y="75420"/>
                  <a:pt x="75987" y="66630"/>
                  <a:pt x="86761" y="66630"/>
                </a:cubicBezTo>
                <a:lnTo>
                  <a:pt x="527940" y="66630"/>
                </a:lnTo>
                <a:cubicBezTo>
                  <a:pt x="538998" y="66630"/>
                  <a:pt x="547787" y="75704"/>
                  <a:pt x="547787" y="86478"/>
                </a:cubicBezTo>
                <a:lnTo>
                  <a:pt x="547787" y="527656"/>
                </a:lnTo>
                <a:close/>
                <a:moveTo>
                  <a:pt x="481157" y="192803"/>
                </a:moveTo>
                <a:lnTo>
                  <a:pt x="481157" y="225976"/>
                </a:lnTo>
                <a:cubicBezTo>
                  <a:pt x="481157" y="244406"/>
                  <a:pt x="466413" y="259150"/>
                  <a:pt x="447983" y="259150"/>
                </a:cubicBezTo>
                <a:cubicBezTo>
                  <a:pt x="429554" y="259150"/>
                  <a:pt x="414810" y="244406"/>
                  <a:pt x="414810" y="225976"/>
                </a:cubicBezTo>
                <a:lnTo>
                  <a:pt x="414810" y="199324"/>
                </a:lnTo>
                <a:lnTo>
                  <a:pt x="340524" y="199324"/>
                </a:lnTo>
                <a:lnTo>
                  <a:pt x="340524" y="414526"/>
                </a:lnTo>
                <a:lnTo>
                  <a:pt x="360371" y="414526"/>
                </a:lnTo>
                <a:cubicBezTo>
                  <a:pt x="378801" y="414526"/>
                  <a:pt x="393545" y="429270"/>
                  <a:pt x="393545" y="447700"/>
                </a:cubicBezTo>
                <a:cubicBezTo>
                  <a:pt x="393545" y="466130"/>
                  <a:pt x="378801" y="480873"/>
                  <a:pt x="360371" y="480873"/>
                </a:cubicBezTo>
                <a:lnTo>
                  <a:pt x="254046" y="480873"/>
                </a:lnTo>
                <a:cubicBezTo>
                  <a:pt x="235617" y="480873"/>
                  <a:pt x="220873" y="466130"/>
                  <a:pt x="220873" y="447700"/>
                </a:cubicBezTo>
                <a:cubicBezTo>
                  <a:pt x="220873" y="429270"/>
                  <a:pt x="235617" y="414526"/>
                  <a:pt x="254046" y="414526"/>
                </a:cubicBezTo>
                <a:lnTo>
                  <a:pt x="273894" y="414526"/>
                </a:lnTo>
                <a:lnTo>
                  <a:pt x="273894" y="199324"/>
                </a:lnTo>
                <a:lnTo>
                  <a:pt x="199608" y="199324"/>
                </a:lnTo>
                <a:lnTo>
                  <a:pt x="199608" y="225976"/>
                </a:lnTo>
                <a:cubicBezTo>
                  <a:pt x="199608" y="244406"/>
                  <a:pt x="184864" y="259150"/>
                  <a:pt x="166434" y="259150"/>
                </a:cubicBezTo>
                <a:cubicBezTo>
                  <a:pt x="148004" y="259150"/>
                  <a:pt x="133261" y="244406"/>
                  <a:pt x="133261" y="225976"/>
                </a:cubicBezTo>
                <a:lnTo>
                  <a:pt x="133261" y="192803"/>
                </a:lnTo>
                <a:cubicBezTo>
                  <a:pt x="133261" y="159913"/>
                  <a:pt x="160196" y="132977"/>
                  <a:pt x="193086" y="132977"/>
                </a:cubicBezTo>
                <a:lnTo>
                  <a:pt x="421615" y="132977"/>
                </a:lnTo>
                <a:cubicBezTo>
                  <a:pt x="454505" y="132977"/>
                  <a:pt x="481440" y="159913"/>
                  <a:pt x="481440" y="19280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155" name="Google Shape;155;p29"/>
          <p:cNvGrpSpPr/>
          <p:nvPr/>
        </p:nvGrpSpPr>
        <p:grpSpPr>
          <a:xfrm>
            <a:off x="3432636" y="1170158"/>
            <a:ext cx="241571" cy="239658"/>
            <a:chOff x="2825999" y="4046158"/>
            <a:chExt cx="241571" cy="239658"/>
          </a:xfrm>
        </p:grpSpPr>
        <p:sp>
          <p:nvSpPr>
            <p:cNvPr id="156" name="Google Shape;156;p29"/>
            <p:cNvSpPr/>
            <p:nvPr/>
          </p:nvSpPr>
          <p:spPr>
            <a:xfrm>
              <a:off x="2868664" y="4153223"/>
              <a:ext cx="28384" cy="28384"/>
            </a:xfrm>
            <a:custGeom>
              <a:avLst/>
              <a:gdLst/>
              <a:ahLst/>
              <a:cxnLst/>
              <a:rect l="l" t="t" r="r" b="b"/>
              <a:pathLst>
                <a:path w="79956" h="79956" extrusionOk="0">
                  <a:moveTo>
                    <a:pt x="39978" y="79957"/>
                  </a:moveTo>
                  <a:cubicBezTo>
                    <a:pt x="17863" y="79957"/>
                    <a:pt x="0" y="62094"/>
                    <a:pt x="0" y="39978"/>
                  </a:cubicBezTo>
                  <a:cubicBezTo>
                    <a:pt x="0" y="17863"/>
                    <a:pt x="17863" y="0"/>
                    <a:pt x="39978" y="0"/>
                  </a:cubicBezTo>
                  <a:cubicBezTo>
                    <a:pt x="62094" y="0"/>
                    <a:pt x="79957" y="17863"/>
                    <a:pt x="79957" y="39978"/>
                  </a:cubicBezTo>
                  <a:cubicBezTo>
                    <a:pt x="79957" y="62094"/>
                    <a:pt x="62094" y="79957"/>
                    <a:pt x="39978" y="7995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7" name="Google Shape;157;p29"/>
            <p:cNvSpPr/>
            <p:nvPr/>
          </p:nvSpPr>
          <p:spPr>
            <a:xfrm>
              <a:off x="2978662" y="4107626"/>
              <a:ext cx="28384" cy="28384"/>
            </a:xfrm>
            <a:custGeom>
              <a:avLst/>
              <a:gdLst/>
              <a:ahLst/>
              <a:cxnLst/>
              <a:rect l="l" t="t" r="r" b="b"/>
              <a:pathLst>
                <a:path w="79956" h="79956" extrusionOk="0">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8" name="Google Shape;158;p29"/>
            <p:cNvSpPr/>
            <p:nvPr/>
          </p:nvSpPr>
          <p:spPr>
            <a:xfrm>
              <a:off x="2887468" y="4107626"/>
              <a:ext cx="28384" cy="28384"/>
            </a:xfrm>
            <a:custGeom>
              <a:avLst/>
              <a:gdLst/>
              <a:ahLst/>
              <a:cxnLst/>
              <a:rect l="l" t="t" r="r" b="b"/>
              <a:pathLst>
                <a:path w="79956" h="79956" extrusionOk="0">
                  <a:moveTo>
                    <a:pt x="39978" y="79956"/>
                  </a:moveTo>
                  <a:cubicBezTo>
                    <a:pt x="17863" y="79956"/>
                    <a:pt x="0" y="62094"/>
                    <a:pt x="0" y="39978"/>
                  </a:cubicBezTo>
                  <a:cubicBezTo>
                    <a:pt x="0" y="17863"/>
                    <a:pt x="17863" y="0"/>
                    <a:pt x="39978" y="0"/>
                  </a:cubicBezTo>
                  <a:cubicBezTo>
                    <a:pt x="62094" y="0"/>
                    <a:pt x="79957" y="17863"/>
                    <a:pt x="79957" y="39978"/>
                  </a:cubicBezTo>
                  <a:cubicBezTo>
                    <a:pt x="79957" y="62094"/>
                    <a:pt x="62094" y="79956"/>
                    <a:pt x="39978" y="7995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59" name="Google Shape;159;p29"/>
            <p:cNvSpPr/>
            <p:nvPr/>
          </p:nvSpPr>
          <p:spPr>
            <a:xfrm>
              <a:off x="2933166" y="4088822"/>
              <a:ext cx="28384" cy="28384"/>
            </a:xfrm>
            <a:custGeom>
              <a:avLst/>
              <a:gdLst/>
              <a:ahLst/>
              <a:cxnLst/>
              <a:rect l="l" t="t" r="r" b="b"/>
              <a:pathLst>
                <a:path w="79956" h="79956" extrusionOk="0">
                  <a:moveTo>
                    <a:pt x="0" y="39978"/>
                  </a:moveTo>
                  <a:cubicBezTo>
                    <a:pt x="0" y="62094"/>
                    <a:pt x="17863" y="79956"/>
                    <a:pt x="39978" y="79956"/>
                  </a:cubicBezTo>
                  <a:cubicBezTo>
                    <a:pt x="62094" y="79956"/>
                    <a:pt x="79957" y="62094"/>
                    <a:pt x="79957" y="39978"/>
                  </a:cubicBezTo>
                  <a:cubicBezTo>
                    <a:pt x="79957" y="17863"/>
                    <a:pt x="62094" y="0"/>
                    <a:pt x="39978" y="0"/>
                  </a:cubicBezTo>
                  <a:cubicBezTo>
                    <a:pt x="17863" y="0"/>
                    <a:pt x="0" y="17863"/>
                    <a:pt x="0" y="3997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0" name="Google Shape;160;p29"/>
            <p:cNvSpPr/>
            <p:nvPr/>
          </p:nvSpPr>
          <p:spPr>
            <a:xfrm>
              <a:off x="2825999" y="4046158"/>
              <a:ext cx="241571" cy="239658"/>
            </a:xfrm>
            <a:custGeom>
              <a:avLst/>
              <a:gdLst/>
              <a:ahLst/>
              <a:cxnLst/>
              <a:rect l="l" t="t" r="r" b="b"/>
              <a:pathLst>
                <a:path w="680481" h="675093" extrusionOk="0">
                  <a:moveTo>
                    <a:pt x="269074" y="673109"/>
                  </a:moveTo>
                  <a:cubicBezTo>
                    <a:pt x="275028" y="674527"/>
                    <a:pt x="281266" y="675094"/>
                    <a:pt x="287220" y="675094"/>
                  </a:cubicBezTo>
                  <a:cubicBezTo>
                    <a:pt x="306784" y="675094"/>
                    <a:pt x="325780" y="668289"/>
                    <a:pt x="341375" y="655814"/>
                  </a:cubicBezTo>
                  <a:cubicBezTo>
                    <a:pt x="361789" y="639369"/>
                    <a:pt x="373414" y="614985"/>
                    <a:pt x="373414" y="588616"/>
                  </a:cubicBezTo>
                  <a:lnTo>
                    <a:pt x="373414" y="552891"/>
                  </a:lnTo>
                  <a:cubicBezTo>
                    <a:pt x="373414" y="527373"/>
                    <a:pt x="394396" y="506391"/>
                    <a:pt x="419914" y="506391"/>
                  </a:cubicBezTo>
                  <a:lnTo>
                    <a:pt x="515181" y="506391"/>
                  </a:lnTo>
                  <a:cubicBezTo>
                    <a:pt x="558845" y="506391"/>
                    <a:pt x="599958" y="489663"/>
                    <a:pt x="631146" y="459041"/>
                  </a:cubicBezTo>
                  <a:cubicBezTo>
                    <a:pt x="662335" y="428420"/>
                    <a:pt x="679914" y="387591"/>
                    <a:pt x="680481" y="343927"/>
                  </a:cubicBezTo>
                  <a:cubicBezTo>
                    <a:pt x="680481" y="342226"/>
                    <a:pt x="680481" y="340241"/>
                    <a:pt x="680481" y="338539"/>
                  </a:cubicBezTo>
                  <a:cubicBezTo>
                    <a:pt x="679631" y="151691"/>
                    <a:pt x="527089" y="0"/>
                    <a:pt x="340241" y="0"/>
                  </a:cubicBezTo>
                  <a:lnTo>
                    <a:pt x="339674" y="0"/>
                  </a:lnTo>
                  <a:cubicBezTo>
                    <a:pt x="248943" y="0"/>
                    <a:pt x="163599" y="35725"/>
                    <a:pt x="99520" y="99804"/>
                  </a:cubicBezTo>
                  <a:cubicBezTo>
                    <a:pt x="35442" y="164166"/>
                    <a:pt x="0" y="249510"/>
                    <a:pt x="0" y="340241"/>
                  </a:cubicBezTo>
                  <a:cubicBezTo>
                    <a:pt x="0" y="418496"/>
                    <a:pt x="27219" y="495050"/>
                    <a:pt x="76838" y="555726"/>
                  </a:cubicBezTo>
                  <a:cubicBezTo>
                    <a:pt x="125605" y="615552"/>
                    <a:pt x="193937" y="656948"/>
                    <a:pt x="269074" y="673109"/>
                  </a:cubicBezTo>
                  <a:close/>
                  <a:moveTo>
                    <a:pt x="339674" y="66347"/>
                  </a:moveTo>
                  <a:lnTo>
                    <a:pt x="340241" y="66347"/>
                  </a:lnTo>
                  <a:cubicBezTo>
                    <a:pt x="490514" y="66347"/>
                    <a:pt x="613284" y="188550"/>
                    <a:pt x="614134" y="338823"/>
                  </a:cubicBezTo>
                  <a:cubicBezTo>
                    <a:pt x="614134" y="340241"/>
                    <a:pt x="614134" y="341658"/>
                    <a:pt x="614134" y="343359"/>
                  </a:cubicBezTo>
                  <a:cubicBezTo>
                    <a:pt x="613567" y="396664"/>
                    <a:pt x="569336" y="440045"/>
                    <a:pt x="515465" y="440045"/>
                  </a:cubicBezTo>
                  <a:lnTo>
                    <a:pt x="420197" y="440045"/>
                  </a:lnTo>
                  <a:cubicBezTo>
                    <a:pt x="357820" y="440045"/>
                    <a:pt x="307351" y="490797"/>
                    <a:pt x="307351" y="552891"/>
                  </a:cubicBezTo>
                  <a:lnTo>
                    <a:pt x="307351" y="588616"/>
                  </a:lnTo>
                  <a:cubicBezTo>
                    <a:pt x="307351" y="596839"/>
                    <a:pt x="302814" y="601942"/>
                    <a:pt x="299979" y="604211"/>
                  </a:cubicBezTo>
                  <a:cubicBezTo>
                    <a:pt x="297143" y="606479"/>
                    <a:pt x="291473" y="609881"/>
                    <a:pt x="283250" y="608180"/>
                  </a:cubicBezTo>
                  <a:cubicBezTo>
                    <a:pt x="157928" y="581528"/>
                    <a:pt x="66914" y="468965"/>
                    <a:pt x="66914" y="340524"/>
                  </a:cubicBezTo>
                  <a:cubicBezTo>
                    <a:pt x="66914" y="189968"/>
                    <a:pt x="189401" y="66914"/>
                    <a:pt x="340241" y="6663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161" name="Google Shape;161;p29"/>
          <p:cNvSpPr/>
          <p:nvPr/>
        </p:nvSpPr>
        <p:spPr>
          <a:xfrm>
            <a:off x="1010562" y="4115400"/>
            <a:ext cx="241571" cy="206140"/>
          </a:xfrm>
          <a:custGeom>
            <a:avLst/>
            <a:gdLst/>
            <a:ahLst/>
            <a:cxnLst/>
            <a:rect l="l" t="t" r="r" b="b"/>
            <a:pathLst>
              <a:path w="680481" h="580677" extrusionOk="0">
                <a:moveTo>
                  <a:pt x="676795" y="490797"/>
                </a:moveTo>
                <a:lnTo>
                  <a:pt x="614134" y="373130"/>
                </a:lnTo>
                <a:lnTo>
                  <a:pt x="614134" y="86478"/>
                </a:lnTo>
                <a:cubicBezTo>
                  <a:pt x="614134" y="38844"/>
                  <a:pt x="575290" y="0"/>
                  <a:pt x="527656" y="0"/>
                </a:cubicBezTo>
                <a:lnTo>
                  <a:pt x="153108" y="0"/>
                </a:lnTo>
                <a:cubicBezTo>
                  <a:pt x="105475" y="0"/>
                  <a:pt x="66630" y="38844"/>
                  <a:pt x="66630" y="86478"/>
                </a:cubicBezTo>
                <a:lnTo>
                  <a:pt x="66630" y="373130"/>
                </a:lnTo>
                <a:lnTo>
                  <a:pt x="3969" y="490797"/>
                </a:lnTo>
                <a:cubicBezTo>
                  <a:pt x="1418" y="495617"/>
                  <a:pt x="0" y="501004"/>
                  <a:pt x="0" y="506391"/>
                </a:cubicBezTo>
                <a:lnTo>
                  <a:pt x="0" y="547504"/>
                </a:lnTo>
                <a:cubicBezTo>
                  <a:pt x="0" y="565933"/>
                  <a:pt x="14744" y="580677"/>
                  <a:pt x="33173" y="580677"/>
                </a:cubicBezTo>
                <a:lnTo>
                  <a:pt x="647308" y="580677"/>
                </a:lnTo>
                <a:cubicBezTo>
                  <a:pt x="665737" y="580677"/>
                  <a:pt x="680481" y="565933"/>
                  <a:pt x="680481" y="547504"/>
                </a:cubicBezTo>
                <a:lnTo>
                  <a:pt x="680481" y="506391"/>
                </a:lnTo>
                <a:cubicBezTo>
                  <a:pt x="680481" y="501004"/>
                  <a:pt x="679064" y="495617"/>
                  <a:pt x="676512" y="490797"/>
                </a:cubicBezTo>
                <a:close/>
                <a:moveTo>
                  <a:pt x="406871" y="481157"/>
                </a:moveTo>
                <a:lnTo>
                  <a:pt x="273894" y="481157"/>
                </a:lnTo>
                <a:cubicBezTo>
                  <a:pt x="255464" y="481157"/>
                  <a:pt x="240720" y="466413"/>
                  <a:pt x="240720" y="447983"/>
                </a:cubicBezTo>
                <a:cubicBezTo>
                  <a:pt x="240720" y="429554"/>
                  <a:pt x="255464" y="414810"/>
                  <a:pt x="273894" y="414810"/>
                </a:cubicBezTo>
                <a:lnTo>
                  <a:pt x="406871" y="414810"/>
                </a:lnTo>
                <a:cubicBezTo>
                  <a:pt x="425301" y="414810"/>
                  <a:pt x="440045" y="429554"/>
                  <a:pt x="440045" y="447983"/>
                </a:cubicBezTo>
                <a:cubicBezTo>
                  <a:pt x="440045" y="466413"/>
                  <a:pt x="425301" y="481157"/>
                  <a:pt x="406871" y="481157"/>
                </a:cubicBezTo>
                <a:close/>
                <a:moveTo>
                  <a:pt x="547787" y="348179"/>
                </a:moveTo>
                <a:lnTo>
                  <a:pt x="133261" y="348179"/>
                </a:lnTo>
                <a:lnTo>
                  <a:pt x="133261" y="86478"/>
                </a:lnTo>
                <a:cubicBezTo>
                  <a:pt x="133261" y="75420"/>
                  <a:pt x="142334" y="66630"/>
                  <a:pt x="153108" y="66630"/>
                </a:cubicBezTo>
                <a:lnTo>
                  <a:pt x="527940" y="66630"/>
                </a:lnTo>
                <a:cubicBezTo>
                  <a:pt x="538998" y="66630"/>
                  <a:pt x="547787" y="75703"/>
                  <a:pt x="547787" y="86478"/>
                </a:cubicBezTo>
                <a:lnTo>
                  <a:pt x="547787" y="348179"/>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162" name="Google Shape;162;p29"/>
          <p:cNvGrpSpPr/>
          <p:nvPr/>
        </p:nvGrpSpPr>
        <p:grpSpPr>
          <a:xfrm>
            <a:off x="1010551" y="3367105"/>
            <a:ext cx="241571" cy="241571"/>
            <a:chOff x="2605901" y="2903117"/>
            <a:chExt cx="241571" cy="241571"/>
          </a:xfrm>
        </p:grpSpPr>
        <p:sp>
          <p:nvSpPr>
            <p:cNvPr id="163" name="Google Shape;163;p29"/>
            <p:cNvSpPr/>
            <p:nvPr/>
          </p:nvSpPr>
          <p:spPr>
            <a:xfrm>
              <a:off x="2696488" y="2998051"/>
              <a:ext cx="47106" cy="95219"/>
            </a:xfrm>
            <a:custGeom>
              <a:avLst/>
              <a:gdLst/>
              <a:ahLst/>
              <a:cxnLst/>
              <a:rect l="l" t="t" r="r" b="b"/>
              <a:pathLst>
                <a:path w="132693" h="268222" extrusionOk="0">
                  <a:moveTo>
                    <a:pt x="99520" y="268223"/>
                  </a:moveTo>
                  <a:cubicBezTo>
                    <a:pt x="81091" y="268223"/>
                    <a:pt x="66347" y="253479"/>
                    <a:pt x="66347" y="235050"/>
                  </a:cubicBezTo>
                  <a:lnTo>
                    <a:pt x="66347" y="66347"/>
                  </a:lnTo>
                  <a:lnTo>
                    <a:pt x="33173" y="66347"/>
                  </a:lnTo>
                  <a:cubicBezTo>
                    <a:pt x="14744" y="66347"/>
                    <a:pt x="0" y="51603"/>
                    <a:pt x="0" y="33173"/>
                  </a:cubicBezTo>
                  <a:cubicBezTo>
                    <a:pt x="0" y="14744"/>
                    <a:pt x="14744" y="0"/>
                    <a:pt x="33173" y="0"/>
                  </a:cubicBezTo>
                  <a:lnTo>
                    <a:pt x="99520" y="0"/>
                  </a:lnTo>
                  <a:cubicBezTo>
                    <a:pt x="117950" y="0"/>
                    <a:pt x="132694" y="14744"/>
                    <a:pt x="132694" y="33173"/>
                  </a:cubicBezTo>
                  <a:lnTo>
                    <a:pt x="132694" y="235050"/>
                  </a:lnTo>
                  <a:cubicBezTo>
                    <a:pt x="132694" y="253479"/>
                    <a:pt x="117950" y="268223"/>
                    <a:pt x="99520" y="26822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4" name="Google Shape;164;p29"/>
            <p:cNvSpPr/>
            <p:nvPr/>
          </p:nvSpPr>
          <p:spPr>
            <a:xfrm>
              <a:off x="2712967" y="2955285"/>
              <a:ext cx="28384" cy="28384"/>
            </a:xfrm>
            <a:custGeom>
              <a:avLst/>
              <a:gdLst/>
              <a:ahLst/>
              <a:cxnLst/>
              <a:rect l="l" t="t" r="r" b="b"/>
              <a:pathLst>
                <a:path w="79956" h="79956" extrusionOk="0">
                  <a:moveTo>
                    <a:pt x="0" y="39978"/>
                  </a:moveTo>
                  <a:cubicBezTo>
                    <a:pt x="0" y="62094"/>
                    <a:pt x="17863" y="79957"/>
                    <a:pt x="39978" y="79957"/>
                  </a:cubicBezTo>
                  <a:cubicBezTo>
                    <a:pt x="62094" y="79957"/>
                    <a:pt x="79957" y="62094"/>
                    <a:pt x="79957" y="39978"/>
                  </a:cubicBezTo>
                  <a:cubicBezTo>
                    <a:pt x="79957" y="17863"/>
                    <a:pt x="62094" y="0"/>
                    <a:pt x="39978" y="0"/>
                  </a:cubicBezTo>
                  <a:cubicBezTo>
                    <a:pt x="17863" y="0"/>
                    <a:pt x="0" y="17863"/>
                    <a:pt x="0" y="39978"/>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5" name="Google Shape;165;p29"/>
            <p:cNvSpPr/>
            <p:nvPr/>
          </p:nvSpPr>
          <p:spPr>
            <a:xfrm>
              <a:off x="2605901" y="2903117"/>
              <a:ext cx="241571" cy="241571"/>
            </a:xfrm>
            <a:custGeom>
              <a:avLst/>
              <a:gdLst/>
              <a:ahLst/>
              <a:cxnLst/>
              <a:rect l="l" t="t" r="r" b="b"/>
              <a:pathLst>
                <a:path w="680481" h="680481" extrusionOk="0">
                  <a:moveTo>
                    <a:pt x="99520" y="580961"/>
                  </a:moveTo>
                  <a:cubicBezTo>
                    <a:pt x="163883" y="645323"/>
                    <a:pt x="249226" y="680481"/>
                    <a:pt x="340241" y="680481"/>
                  </a:cubicBezTo>
                  <a:cubicBezTo>
                    <a:pt x="431255" y="680481"/>
                    <a:pt x="516599" y="645040"/>
                    <a:pt x="580961" y="580961"/>
                  </a:cubicBezTo>
                  <a:cubicBezTo>
                    <a:pt x="645323" y="516882"/>
                    <a:pt x="680481" y="431255"/>
                    <a:pt x="680481" y="340241"/>
                  </a:cubicBezTo>
                  <a:cubicBezTo>
                    <a:pt x="680481" y="249226"/>
                    <a:pt x="645039" y="163883"/>
                    <a:pt x="580961" y="99520"/>
                  </a:cubicBezTo>
                  <a:cubicBezTo>
                    <a:pt x="516599" y="35158"/>
                    <a:pt x="431255" y="0"/>
                    <a:pt x="340241" y="0"/>
                  </a:cubicBezTo>
                  <a:cubicBezTo>
                    <a:pt x="249226" y="0"/>
                    <a:pt x="163883" y="35442"/>
                    <a:pt x="99520" y="99520"/>
                  </a:cubicBezTo>
                  <a:cubicBezTo>
                    <a:pt x="35158" y="163883"/>
                    <a:pt x="0" y="249226"/>
                    <a:pt x="0" y="340241"/>
                  </a:cubicBezTo>
                  <a:cubicBezTo>
                    <a:pt x="0" y="431255"/>
                    <a:pt x="35442" y="516599"/>
                    <a:pt x="99520" y="580961"/>
                  </a:cubicBezTo>
                  <a:close/>
                  <a:moveTo>
                    <a:pt x="66347" y="340524"/>
                  </a:moveTo>
                  <a:cubicBezTo>
                    <a:pt x="66347" y="189684"/>
                    <a:pt x="189117" y="66631"/>
                    <a:pt x="340241" y="66631"/>
                  </a:cubicBezTo>
                  <a:cubicBezTo>
                    <a:pt x="491364" y="66631"/>
                    <a:pt x="614134" y="189401"/>
                    <a:pt x="614134" y="340524"/>
                  </a:cubicBezTo>
                  <a:cubicBezTo>
                    <a:pt x="614134" y="491648"/>
                    <a:pt x="491364" y="614418"/>
                    <a:pt x="340241" y="614418"/>
                  </a:cubicBezTo>
                  <a:cubicBezTo>
                    <a:pt x="189117" y="614418"/>
                    <a:pt x="66347" y="491648"/>
                    <a:pt x="66347" y="340524"/>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166" name="Google Shape;166;p29"/>
          <p:cNvGrpSpPr/>
          <p:nvPr/>
        </p:nvGrpSpPr>
        <p:grpSpPr>
          <a:xfrm>
            <a:off x="5209305" y="3420636"/>
            <a:ext cx="241240" cy="241096"/>
            <a:chOff x="3049130" y="3364261"/>
            <a:chExt cx="241240" cy="241096"/>
          </a:xfrm>
        </p:grpSpPr>
        <p:sp>
          <p:nvSpPr>
            <p:cNvPr id="167" name="Google Shape;167;p29"/>
            <p:cNvSpPr/>
            <p:nvPr/>
          </p:nvSpPr>
          <p:spPr>
            <a:xfrm>
              <a:off x="3093918" y="3364261"/>
              <a:ext cx="196452" cy="196452"/>
            </a:xfrm>
            <a:custGeom>
              <a:avLst/>
              <a:gdLst/>
              <a:ahLst/>
              <a:cxnLst/>
              <a:rect l="l" t="t" r="r" b="b"/>
              <a:pathLst>
                <a:path w="553387" h="553387" extrusionOk="0">
                  <a:moveTo>
                    <a:pt x="133544" y="553387"/>
                  </a:moveTo>
                  <a:lnTo>
                    <a:pt x="34875" y="553387"/>
                  </a:lnTo>
                  <a:cubicBezTo>
                    <a:pt x="15594" y="553387"/>
                    <a:pt x="0" y="537793"/>
                    <a:pt x="0" y="518512"/>
                  </a:cubicBezTo>
                  <a:lnTo>
                    <a:pt x="0" y="419843"/>
                  </a:lnTo>
                  <a:cubicBezTo>
                    <a:pt x="0" y="410486"/>
                    <a:pt x="3686" y="401697"/>
                    <a:pt x="10207" y="395175"/>
                  </a:cubicBezTo>
                  <a:lnTo>
                    <a:pt x="378801" y="26581"/>
                  </a:lnTo>
                  <a:cubicBezTo>
                    <a:pt x="414243" y="-8860"/>
                    <a:pt x="471517" y="-8860"/>
                    <a:pt x="506959" y="26581"/>
                  </a:cubicBezTo>
                  <a:lnTo>
                    <a:pt x="526806" y="46429"/>
                  </a:lnTo>
                  <a:cubicBezTo>
                    <a:pt x="562248" y="81871"/>
                    <a:pt x="562248" y="139144"/>
                    <a:pt x="526806" y="174586"/>
                  </a:cubicBezTo>
                  <a:lnTo>
                    <a:pt x="158212" y="543180"/>
                  </a:lnTo>
                  <a:cubicBezTo>
                    <a:pt x="151691" y="549701"/>
                    <a:pt x="142901" y="553387"/>
                    <a:pt x="133544" y="553387"/>
                  </a:cubicBezTo>
                  <a:close/>
                  <a:moveTo>
                    <a:pt x="69749" y="483638"/>
                  </a:moveTo>
                  <a:lnTo>
                    <a:pt x="119084" y="483638"/>
                  </a:lnTo>
                  <a:lnTo>
                    <a:pt x="477471" y="125251"/>
                  </a:lnTo>
                  <a:cubicBezTo>
                    <a:pt x="485693" y="117029"/>
                    <a:pt x="485693" y="103703"/>
                    <a:pt x="477471" y="95764"/>
                  </a:cubicBezTo>
                  <a:lnTo>
                    <a:pt x="457624" y="75916"/>
                  </a:lnTo>
                  <a:cubicBezTo>
                    <a:pt x="449401" y="67694"/>
                    <a:pt x="436075" y="67694"/>
                    <a:pt x="428136" y="75916"/>
                  </a:cubicBezTo>
                  <a:lnTo>
                    <a:pt x="69749" y="434303"/>
                  </a:lnTo>
                  <a:lnTo>
                    <a:pt x="69749" y="48363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68" name="Google Shape;168;p29"/>
            <p:cNvSpPr/>
            <p:nvPr/>
          </p:nvSpPr>
          <p:spPr>
            <a:xfrm>
              <a:off x="3049130" y="3376570"/>
              <a:ext cx="228788" cy="228788"/>
            </a:xfrm>
            <a:custGeom>
              <a:avLst/>
              <a:gdLst/>
              <a:ahLst/>
              <a:cxnLst/>
              <a:rect l="l" t="t" r="r" b="b"/>
              <a:pathLst>
                <a:path w="644472" h="644472" extrusionOk="0">
                  <a:moveTo>
                    <a:pt x="574723" y="553742"/>
                  </a:moveTo>
                  <a:lnTo>
                    <a:pt x="574723" y="296577"/>
                  </a:lnTo>
                  <a:lnTo>
                    <a:pt x="644472" y="226827"/>
                  </a:lnTo>
                  <a:lnTo>
                    <a:pt x="644472" y="553742"/>
                  </a:lnTo>
                  <a:cubicBezTo>
                    <a:pt x="644472" y="603927"/>
                    <a:pt x="603927" y="644472"/>
                    <a:pt x="553742" y="644472"/>
                  </a:cubicBezTo>
                  <a:lnTo>
                    <a:pt x="90731" y="644472"/>
                  </a:lnTo>
                  <a:cubicBezTo>
                    <a:pt x="40545" y="644472"/>
                    <a:pt x="0" y="603927"/>
                    <a:pt x="0" y="553742"/>
                  </a:cubicBezTo>
                  <a:lnTo>
                    <a:pt x="0" y="90731"/>
                  </a:lnTo>
                  <a:cubicBezTo>
                    <a:pt x="0" y="40545"/>
                    <a:pt x="40545" y="0"/>
                    <a:pt x="90731" y="0"/>
                  </a:cubicBezTo>
                  <a:lnTo>
                    <a:pt x="417645" y="0"/>
                  </a:lnTo>
                  <a:lnTo>
                    <a:pt x="347896" y="69750"/>
                  </a:lnTo>
                  <a:lnTo>
                    <a:pt x="90731" y="69750"/>
                  </a:lnTo>
                  <a:cubicBezTo>
                    <a:pt x="79106" y="69750"/>
                    <a:pt x="69749" y="79106"/>
                    <a:pt x="69749" y="90731"/>
                  </a:cubicBezTo>
                  <a:lnTo>
                    <a:pt x="69749" y="553742"/>
                  </a:lnTo>
                  <a:cubicBezTo>
                    <a:pt x="69749" y="565367"/>
                    <a:pt x="79106" y="574723"/>
                    <a:pt x="90731" y="574723"/>
                  </a:cubicBezTo>
                  <a:lnTo>
                    <a:pt x="553742" y="574723"/>
                  </a:lnTo>
                  <a:cubicBezTo>
                    <a:pt x="565366" y="574723"/>
                    <a:pt x="574723" y="565367"/>
                    <a:pt x="574723" y="553742"/>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169" name="Google Shape;169;p29"/>
          <p:cNvGrpSpPr/>
          <p:nvPr/>
        </p:nvGrpSpPr>
        <p:grpSpPr>
          <a:xfrm>
            <a:off x="5481546" y="1180928"/>
            <a:ext cx="232210" cy="218118"/>
            <a:chOff x="3676971" y="3049410"/>
            <a:chExt cx="232210" cy="218118"/>
          </a:xfrm>
        </p:grpSpPr>
        <p:sp>
          <p:nvSpPr>
            <p:cNvPr id="170" name="Google Shape;170;p29"/>
            <p:cNvSpPr/>
            <p:nvPr/>
          </p:nvSpPr>
          <p:spPr>
            <a:xfrm>
              <a:off x="3676971" y="3049410"/>
              <a:ext cx="232210" cy="218118"/>
            </a:xfrm>
            <a:custGeom>
              <a:avLst/>
              <a:gdLst/>
              <a:ahLst/>
              <a:cxnLst/>
              <a:rect l="l" t="t" r="r" b="b"/>
              <a:pathLst>
                <a:path w="654112" h="614417" extrusionOk="0">
                  <a:moveTo>
                    <a:pt x="567635" y="283"/>
                  </a:moveTo>
                  <a:lnTo>
                    <a:pt x="86478" y="283"/>
                  </a:lnTo>
                  <a:cubicBezTo>
                    <a:pt x="38844" y="283"/>
                    <a:pt x="0" y="39128"/>
                    <a:pt x="0" y="86761"/>
                  </a:cubicBezTo>
                  <a:lnTo>
                    <a:pt x="0" y="428419"/>
                  </a:lnTo>
                  <a:cubicBezTo>
                    <a:pt x="0" y="476053"/>
                    <a:pt x="38844" y="514897"/>
                    <a:pt x="86478" y="514897"/>
                  </a:cubicBezTo>
                  <a:lnTo>
                    <a:pt x="132977" y="514897"/>
                  </a:lnTo>
                  <a:lnTo>
                    <a:pt x="132977" y="581244"/>
                  </a:lnTo>
                  <a:cubicBezTo>
                    <a:pt x="132977" y="593436"/>
                    <a:pt x="139499" y="604494"/>
                    <a:pt x="149989" y="610165"/>
                  </a:cubicBezTo>
                  <a:cubicBezTo>
                    <a:pt x="155093" y="613000"/>
                    <a:pt x="160764" y="614418"/>
                    <a:pt x="166151" y="614418"/>
                  </a:cubicBezTo>
                  <a:cubicBezTo>
                    <a:pt x="172388" y="614418"/>
                    <a:pt x="178343" y="612716"/>
                    <a:pt x="183730" y="609314"/>
                  </a:cubicBezTo>
                  <a:lnTo>
                    <a:pt x="336555" y="514614"/>
                  </a:lnTo>
                  <a:lnTo>
                    <a:pt x="567635" y="514614"/>
                  </a:lnTo>
                  <a:cubicBezTo>
                    <a:pt x="615268" y="514614"/>
                    <a:pt x="654112" y="475770"/>
                    <a:pt x="654112" y="428136"/>
                  </a:cubicBezTo>
                  <a:lnTo>
                    <a:pt x="654112" y="86478"/>
                  </a:lnTo>
                  <a:cubicBezTo>
                    <a:pt x="654112" y="38844"/>
                    <a:pt x="615268" y="0"/>
                    <a:pt x="567635" y="0"/>
                  </a:cubicBezTo>
                  <a:close/>
                  <a:moveTo>
                    <a:pt x="587766" y="428136"/>
                  </a:moveTo>
                  <a:cubicBezTo>
                    <a:pt x="587766" y="439194"/>
                    <a:pt x="578976" y="447983"/>
                    <a:pt x="567918" y="447983"/>
                  </a:cubicBezTo>
                  <a:lnTo>
                    <a:pt x="327481" y="447983"/>
                  </a:lnTo>
                  <a:cubicBezTo>
                    <a:pt x="321244" y="447983"/>
                    <a:pt x="315289" y="449684"/>
                    <a:pt x="309902" y="453087"/>
                  </a:cubicBezTo>
                  <a:lnTo>
                    <a:pt x="199891" y="521135"/>
                  </a:lnTo>
                  <a:lnTo>
                    <a:pt x="199891" y="481157"/>
                  </a:lnTo>
                  <a:cubicBezTo>
                    <a:pt x="199891" y="462727"/>
                    <a:pt x="184864" y="447983"/>
                    <a:pt x="166718" y="447983"/>
                  </a:cubicBezTo>
                  <a:lnTo>
                    <a:pt x="87045" y="447983"/>
                  </a:lnTo>
                  <a:cubicBezTo>
                    <a:pt x="75987" y="447983"/>
                    <a:pt x="67197" y="439194"/>
                    <a:pt x="67197" y="428136"/>
                  </a:cubicBezTo>
                  <a:lnTo>
                    <a:pt x="67197" y="86478"/>
                  </a:lnTo>
                  <a:cubicBezTo>
                    <a:pt x="67197" y="75420"/>
                    <a:pt x="75987" y="66630"/>
                    <a:pt x="87045" y="66630"/>
                  </a:cubicBezTo>
                  <a:lnTo>
                    <a:pt x="568202" y="66630"/>
                  </a:lnTo>
                  <a:cubicBezTo>
                    <a:pt x="579260" y="66630"/>
                    <a:pt x="588049" y="75420"/>
                    <a:pt x="588049" y="86478"/>
                  </a:cubicBezTo>
                  <a:lnTo>
                    <a:pt x="588049" y="42813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1" name="Google Shape;171;p29"/>
            <p:cNvSpPr/>
            <p:nvPr/>
          </p:nvSpPr>
          <p:spPr>
            <a:xfrm>
              <a:off x="3732139" y="3143501"/>
              <a:ext cx="122234" cy="42509"/>
            </a:xfrm>
            <a:custGeom>
              <a:avLst/>
              <a:gdLst/>
              <a:ahLst/>
              <a:cxnLst/>
              <a:rect l="l" t="t" r="r" b="b"/>
              <a:pathLst>
                <a:path w="344322" h="119744" extrusionOk="0">
                  <a:moveTo>
                    <a:pt x="288164" y="9167"/>
                  </a:moveTo>
                  <a:cubicBezTo>
                    <a:pt x="224936" y="68425"/>
                    <a:pt x="124565" y="68142"/>
                    <a:pt x="54816" y="8033"/>
                  </a:cubicBezTo>
                  <a:cubicBezTo>
                    <a:pt x="40922" y="-3876"/>
                    <a:pt x="19941" y="-2458"/>
                    <a:pt x="8033" y="11718"/>
                  </a:cubicBezTo>
                  <a:cubicBezTo>
                    <a:pt x="-3876" y="25612"/>
                    <a:pt x="-2458" y="46593"/>
                    <a:pt x="11718" y="58501"/>
                  </a:cubicBezTo>
                  <a:cubicBezTo>
                    <a:pt x="57651" y="97913"/>
                    <a:pt x="115775" y="119745"/>
                    <a:pt x="174750" y="119745"/>
                  </a:cubicBezTo>
                  <a:lnTo>
                    <a:pt x="175601" y="119745"/>
                  </a:lnTo>
                  <a:cubicBezTo>
                    <a:pt x="235143" y="119745"/>
                    <a:pt x="291283" y="97346"/>
                    <a:pt x="333813" y="57651"/>
                  </a:cubicBezTo>
                  <a:cubicBezTo>
                    <a:pt x="347139" y="44892"/>
                    <a:pt x="347990" y="23910"/>
                    <a:pt x="335231" y="10868"/>
                  </a:cubicBezTo>
                  <a:cubicBezTo>
                    <a:pt x="322755" y="-2742"/>
                    <a:pt x="301774" y="-3309"/>
                    <a:pt x="288447" y="9167"/>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2" name="Google Shape;172;p29"/>
            <p:cNvSpPr/>
            <p:nvPr/>
          </p:nvSpPr>
          <p:spPr>
            <a:xfrm>
              <a:off x="3810071" y="3100971"/>
              <a:ext cx="28284" cy="28284"/>
            </a:xfrm>
            <a:custGeom>
              <a:avLst/>
              <a:gdLst/>
              <a:ahLst/>
              <a:cxnLst/>
              <a:rect l="l" t="t" r="r" b="b"/>
              <a:pathLst>
                <a:path w="79673" h="79672" extrusionOk="0">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3" name="Google Shape;173;p29"/>
            <p:cNvSpPr/>
            <p:nvPr/>
          </p:nvSpPr>
          <p:spPr>
            <a:xfrm>
              <a:off x="3748904" y="3100971"/>
              <a:ext cx="28284" cy="28284"/>
            </a:xfrm>
            <a:custGeom>
              <a:avLst/>
              <a:gdLst/>
              <a:ahLst/>
              <a:cxnLst/>
              <a:rect l="l" t="t" r="r" b="b"/>
              <a:pathLst>
                <a:path w="79673" h="79672" extrusionOk="0">
                  <a:moveTo>
                    <a:pt x="39837" y="79673"/>
                  </a:moveTo>
                  <a:lnTo>
                    <a:pt x="39837" y="79673"/>
                  </a:lnTo>
                  <a:cubicBezTo>
                    <a:pt x="54297" y="79673"/>
                    <a:pt x="67056" y="72301"/>
                    <a:pt x="74144" y="60109"/>
                  </a:cubicBezTo>
                  <a:cubicBezTo>
                    <a:pt x="81516" y="47350"/>
                    <a:pt x="81516" y="32039"/>
                    <a:pt x="74144" y="19564"/>
                  </a:cubicBezTo>
                  <a:cubicBezTo>
                    <a:pt x="67056" y="7372"/>
                    <a:pt x="54297" y="0"/>
                    <a:pt x="39837" y="0"/>
                  </a:cubicBezTo>
                  <a:lnTo>
                    <a:pt x="39837" y="0"/>
                  </a:lnTo>
                  <a:cubicBezTo>
                    <a:pt x="25376" y="0"/>
                    <a:pt x="12617" y="7372"/>
                    <a:pt x="5529" y="19564"/>
                  </a:cubicBezTo>
                  <a:cubicBezTo>
                    <a:pt x="-1843" y="32323"/>
                    <a:pt x="-1843" y="47634"/>
                    <a:pt x="5529" y="60109"/>
                  </a:cubicBezTo>
                  <a:cubicBezTo>
                    <a:pt x="12617" y="72301"/>
                    <a:pt x="25660" y="79673"/>
                    <a:pt x="39837" y="79673"/>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174" name="Google Shape;174;p29"/>
          <p:cNvSpPr/>
          <p:nvPr/>
        </p:nvSpPr>
        <p:spPr>
          <a:xfrm>
            <a:off x="7521099" y="1178864"/>
            <a:ext cx="228895" cy="222245"/>
          </a:xfrm>
          <a:custGeom>
            <a:avLst/>
            <a:gdLst/>
            <a:ahLst/>
            <a:cxnLst/>
            <a:rect l="l" t="t" r="r" b="b"/>
            <a:pathLst>
              <a:path w="644775" h="626042" extrusionOk="0">
                <a:moveTo>
                  <a:pt x="425301" y="280415"/>
                </a:moveTo>
                <a:lnTo>
                  <a:pt x="552891" y="280415"/>
                </a:lnTo>
                <a:cubicBezTo>
                  <a:pt x="593153" y="280415"/>
                  <a:pt x="626043" y="247525"/>
                  <a:pt x="626043" y="207263"/>
                </a:cubicBezTo>
                <a:lnTo>
                  <a:pt x="626043" y="79673"/>
                </a:lnTo>
                <a:cubicBezTo>
                  <a:pt x="626043" y="39411"/>
                  <a:pt x="593153" y="6521"/>
                  <a:pt x="552891" y="6521"/>
                </a:cubicBezTo>
                <a:lnTo>
                  <a:pt x="425301" y="6521"/>
                </a:lnTo>
                <a:cubicBezTo>
                  <a:pt x="385039" y="6521"/>
                  <a:pt x="352149" y="39411"/>
                  <a:pt x="352149" y="79673"/>
                </a:cubicBezTo>
                <a:lnTo>
                  <a:pt x="352149" y="207263"/>
                </a:lnTo>
                <a:cubicBezTo>
                  <a:pt x="352149" y="247525"/>
                  <a:pt x="385039" y="280415"/>
                  <a:pt x="425301" y="280415"/>
                </a:cubicBezTo>
                <a:close/>
                <a:moveTo>
                  <a:pt x="418779" y="79673"/>
                </a:moveTo>
                <a:cubicBezTo>
                  <a:pt x="418779" y="75987"/>
                  <a:pt x="421898" y="73152"/>
                  <a:pt x="425301" y="73152"/>
                </a:cubicBezTo>
                <a:lnTo>
                  <a:pt x="552891" y="73152"/>
                </a:lnTo>
                <a:cubicBezTo>
                  <a:pt x="556577" y="73152"/>
                  <a:pt x="559412" y="76271"/>
                  <a:pt x="559412" y="79673"/>
                </a:cubicBezTo>
                <a:lnTo>
                  <a:pt x="559412" y="207263"/>
                </a:lnTo>
                <a:cubicBezTo>
                  <a:pt x="559412" y="210949"/>
                  <a:pt x="556293" y="213784"/>
                  <a:pt x="552891" y="213784"/>
                </a:cubicBezTo>
                <a:lnTo>
                  <a:pt x="425301" y="213784"/>
                </a:lnTo>
                <a:cubicBezTo>
                  <a:pt x="421615" y="213784"/>
                  <a:pt x="418779" y="210666"/>
                  <a:pt x="418779" y="207263"/>
                </a:cubicBezTo>
                <a:lnTo>
                  <a:pt x="418779" y="79673"/>
                </a:lnTo>
                <a:close/>
                <a:moveTo>
                  <a:pt x="204711" y="352149"/>
                </a:moveTo>
                <a:lnTo>
                  <a:pt x="77121" y="352149"/>
                </a:lnTo>
                <a:cubicBezTo>
                  <a:pt x="36859" y="352149"/>
                  <a:pt x="3969" y="385039"/>
                  <a:pt x="3969" y="425301"/>
                </a:cubicBezTo>
                <a:lnTo>
                  <a:pt x="3969" y="552891"/>
                </a:lnTo>
                <a:cubicBezTo>
                  <a:pt x="3969" y="593153"/>
                  <a:pt x="36859" y="626043"/>
                  <a:pt x="77121" y="626043"/>
                </a:cubicBezTo>
                <a:lnTo>
                  <a:pt x="204711" y="626043"/>
                </a:lnTo>
                <a:cubicBezTo>
                  <a:pt x="244973" y="626043"/>
                  <a:pt x="277863" y="593153"/>
                  <a:pt x="277863" y="552891"/>
                </a:cubicBezTo>
                <a:lnTo>
                  <a:pt x="277863" y="425301"/>
                </a:lnTo>
                <a:cubicBezTo>
                  <a:pt x="277863" y="385039"/>
                  <a:pt x="244973" y="352149"/>
                  <a:pt x="204711" y="352149"/>
                </a:cubicBezTo>
                <a:close/>
                <a:moveTo>
                  <a:pt x="211516" y="552891"/>
                </a:moveTo>
                <a:cubicBezTo>
                  <a:pt x="211516" y="556577"/>
                  <a:pt x="208681" y="559412"/>
                  <a:pt x="204995" y="559412"/>
                </a:cubicBezTo>
                <a:lnTo>
                  <a:pt x="77405" y="559412"/>
                </a:lnTo>
                <a:cubicBezTo>
                  <a:pt x="73719" y="559412"/>
                  <a:pt x="70883" y="556577"/>
                  <a:pt x="70883" y="552891"/>
                </a:cubicBezTo>
                <a:lnTo>
                  <a:pt x="70883" y="425301"/>
                </a:lnTo>
                <a:cubicBezTo>
                  <a:pt x="70883" y="421615"/>
                  <a:pt x="74002" y="418779"/>
                  <a:pt x="77405" y="418779"/>
                </a:cubicBezTo>
                <a:lnTo>
                  <a:pt x="204995" y="418779"/>
                </a:lnTo>
                <a:cubicBezTo>
                  <a:pt x="208681" y="418779"/>
                  <a:pt x="211516" y="421898"/>
                  <a:pt x="211516" y="425301"/>
                </a:cubicBezTo>
                <a:lnTo>
                  <a:pt x="211516" y="552891"/>
                </a:lnTo>
                <a:close/>
                <a:moveTo>
                  <a:pt x="143468" y="0"/>
                </a:moveTo>
                <a:cubicBezTo>
                  <a:pt x="64362" y="0"/>
                  <a:pt x="0" y="64362"/>
                  <a:pt x="0" y="143468"/>
                </a:cubicBezTo>
                <a:cubicBezTo>
                  <a:pt x="0" y="222574"/>
                  <a:pt x="64362" y="286936"/>
                  <a:pt x="143468" y="286936"/>
                </a:cubicBezTo>
                <a:cubicBezTo>
                  <a:pt x="222574" y="286936"/>
                  <a:pt x="286936" y="222574"/>
                  <a:pt x="286936" y="143468"/>
                </a:cubicBezTo>
                <a:cubicBezTo>
                  <a:pt x="286936" y="64362"/>
                  <a:pt x="222574" y="0"/>
                  <a:pt x="143468" y="0"/>
                </a:cubicBezTo>
                <a:close/>
                <a:moveTo>
                  <a:pt x="143468" y="220589"/>
                </a:moveTo>
                <a:cubicBezTo>
                  <a:pt x="100938" y="220589"/>
                  <a:pt x="66347" y="185998"/>
                  <a:pt x="66347" y="143468"/>
                </a:cubicBezTo>
                <a:cubicBezTo>
                  <a:pt x="66347" y="100938"/>
                  <a:pt x="100938" y="66347"/>
                  <a:pt x="143468" y="66347"/>
                </a:cubicBezTo>
                <a:cubicBezTo>
                  <a:pt x="185998" y="66347"/>
                  <a:pt x="220589" y="100938"/>
                  <a:pt x="220589" y="143468"/>
                </a:cubicBezTo>
                <a:cubicBezTo>
                  <a:pt x="220589" y="185998"/>
                  <a:pt x="185998" y="220589"/>
                  <a:pt x="143468" y="220589"/>
                </a:cubicBezTo>
                <a:close/>
                <a:moveTo>
                  <a:pt x="634265" y="518583"/>
                </a:moveTo>
                <a:lnTo>
                  <a:pt x="544952" y="374548"/>
                </a:lnTo>
                <a:cubicBezTo>
                  <a:pt x="532477" y="354701"/>
                  <a:pt x="511211" y="342792"/>
                  <a:pt x="487678" y="342792"/>
                </a:cubicBezTo>
                <a:cubicBezTo>
                  <a:pt x="464145" y="342792"/>
                  <a:pt x="442880" y="354701"/>
                  <a:pt x="430404" y="374548"/>
                </a:cubicBezTo>
                <a:lnTo>
                  <a:pt x="341091" y="518583"/>
                </a:lnTo>
                <a:cubicBezTo>
                  <a:pt x="328048" y="539565"/>
                  <a:pt x="327481" y="565650"/>
                  <a:pt x="339390" y="587199"/>
                </a:cubicBezTo>
                <a:cubicBezTo>
                  <a:pt x="351298" y="608464"/>
                  <a:pt x="373697" y="621790"/>
                  <a:pt x="398365" y="621790"/>
                </a:cubicBezTo>
                <a:lnTo>
                  <a:pt x="577275" y="621790"/>
                </a:lnTo>
                <a:cubicBezTo>
                  <a:pt x="601659" y="621790"/>
                  <a:pt x="624341" y="608464"/>
                  <a:pt x="636250" y="587199"/>
                </a:cubicBezTo>
                <a:cubicBezTo>
                  <a:pt x="648158" y="565650"/>
                  <a:pt x="647591" y="539281"/>
                  <a:pt x="634548" y="518583"/>
                </a:cubicBezTo>
                <a:close/>
                <a:moveTo>
                  <a:pt x="577558" y="555443"/>
                </a:moveTo>
                <a:cubicBezTo>
                  <a:pt x="577558" y="555443"/>
                  <a:pt x="577558" y="555443"/>
                  <a:pt x="577275" y="555443"/>
                </a:cubicBezTo>
                <a:lnTo>
                  <a:pt x="398081" y="555443"/>
                </a:lnTo>
                <a:cubicBezTo>
                  <a:pt x="398081" y="555443"/>
                  <a:pt x="397798" y="553742"/>
                  <a:pt x="397798" y="553742"/>
                </a:cubicBezTo>
                <a:lnTo>
                  <a:pt x="487111" y="409706"/>
                </a:lnTo>
                <a:lnTo>
                  <a:pt x="488529" y="409706"/>
                </a:lnTo>
                <a:lnTo>
                  <a:pt x="577842" y="553742"/>
                </a:lnTo>
                <a:lnTo>
                  <a:pt x="577842" y="555443"/>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0"/>
          <p:cNvSpPr txBox="1">
            <a:spLocks noGrp="1"/>
          </p:cNvSpPr>
          <p:nvPr>
            <p:ph type="subTitle" idx="3"/>
          </p:nvPr>
        </p:nvSpPr>
        <p:spPr>
          <a:xfrm>
            <a:off x="5529500" y="2590671"/>
            <a:ext cx="3113100"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NAME OF THE SECTION</a:t>
            </a:r>
            <a:endParaRPr/>
          </a:p>
        </p:txBody>
      </p:sp>
      <p:sp>
        <p:nvSpPr>
          <p:cNvPr id="180" name="Google Shape;180;p30"/>
          <p:cNvSpPr txBox="1">
            <a:spLocks noGrp="1"/>
          </p:cNvSpPr>
          <p:nvPr>
            <p:ph type="title"/>
          </p:nvPr>
        </p:nvSpPr>
        <p:spPr>
          <a:xfrm>
            <a:off x="713250" y="3431825"/>
            <a:ext cx="3241500" cy="100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TABLE OF CONTENTS</a:t>
            </a:r>
            <a:endParaRPr b="0"/>
          </a:p>
        </p:txBody>
      </p:sp>
      <p:sp>
        <p:nvSpPr>
          <p:cNvPr id="181" name="Google Shape;181;p30"/>
          <p:cNvSpPr txBox="1">
            <a:spLocks noGrp="1"/>
          </p:cNvSpPr>
          <p:nvPr>
            <p:ph type="subTitle" idx="1"/>
          </p:nvPr>
        </p:nvSpPr>
        <p:spPr>
          <a:xfrm>
            <a:off x="5529500" y="1139518"/>
            <a:ext cx="3118200"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NAME OF THE SECTION</a:t>
            </a:r>
            <a:endParaRPr/>
          </a:p>
        </p:txBody>
      </p:sp>
      <p:sp>
        <p:nvSpPr>
          <p:cNvPr id="182" name="Google Shape;182;p30"/>
          <p:cNvSpPr txBox="1">
            <a:spLocks noGrp="1"/>
          </p:cNvSpPr>
          <p:nvPr>
            <p:ph type="subTitle" idx="4"/>
          </p:nvPr>
        </p:nvSpPr>
        <p:spPr>
          <a:xfrm>
            <a:off x="5529500" y="4041825"/>
            <a:ext cx="3113100"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NAME OF THE SECTION</a:t>
            </a:r>
            <a:endParaRPr/>
          </a:p>
        </p:txBody>
      </p:sp>
      <p:sp>
        <p:nvSpPr>
          <p:cNvPr id="183" name="Google Shape;183;p30"/>
          <p:cNvSpPr txBox="1">
            <a:spLocks noGrp="1"/>
          </p:cNvSpPr>
          <p:nvPr>
            <p:ph type="subTitle" idx="5"/>
          </p:nvPr>
        </p:nvSpPr>
        <p:spPr>
          <a:xfrm>
            <a:off x="5529500" y="3558107"/>
            <a:ext cx="3113100"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NAME OF THE SECTION</a:t>
            </a:r>
            <a:endParaRPr/>
          </a:p>
        </p:txBody>
      </p:sp>
      <p:sp>
        <p:nvSpPr>
          <p:cNvPr id="184" name="Google Shape;184;p30"/>
          <p:cNvSpPr txBox="1">
            <a:spLocks noGrp="1"/>
          </p:cNvSpPr>
          <p:nvPr>
            <p:ph type="subTitle" idx="6"/>
          </p:nvPr>
        </p:nvSpPr>
        <p:spPr>
          <a:xfrm>
            <a:off x="5529500" y="2106954"/>
            <a:ext cx="3113100"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NAME OF THE SECTION</a:t>
            </a:r>
            <a:endParaRPr/>
          </a:p>
        </p:txBody>
      </p:sp>
      <p:sp>
        <p:nvSpPr>
          <p:cNvPr id="185" name="Google Shape;185;p30"/>
          <p:cNvSpPr txBox="1">
            <a:spLocks noGrp="1"/>
          </p:cNvSpPr>
          <p:nvPr>
            <p:ph type="subTitle" idx="7"/>
          </p:nvPr>
        </p:nvSpPr>
        <p:spPr>
          <a:xfrm>
            <a:off x="5529500" y="3074389"/>
            <a:ext cx="3113100"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NAME OF THE SECTION</a:t>
            </a:r>
            <a:endParaRPr/>
          </a:p>
        </p:txBody>
      </p:sp>
      <p:sp>
        <p:nvSpPr>
          <p:cNvPr id="186" name="Google Shape;186;p30"/>
          <p:cNvSpPr txBox="1">
            <a:spLocks noGrp="1"/>
          </p:cNvSpPr>
          <p:nvPr>
            <p:ph type="title" idx="14"/>
          </p:nvPr>
        </p:nvSpPr>
        <p:spPr>
          <a:xfrm>
            <a:off x="4309225" y="3558023"/>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07</a:t>
            </a:r>
            <a:endParaRPr/>
          </a:p>
        </p:txBody>
      </p:sp>
      <p:sp>
        <p:nvSpPr>
          <p:cNvPr id="187" name="Google Shape;187;p30"/>
          <p:cNvSpPr txBox="1">
            <a:spLocks noGrp="1"/>
          </p:cNvSpPr>
          <p:nvPr>
            <p:ph type="title" idx="15"/>
          </p:nvPr>
        </p:nvSpPr>
        <p:spPr>
          <a:xfrm>
            <a:off x="4309225" y="1139304"/>
            <a:ext cx="865800" cy="31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88" name="Google Shape;188;p30"/>
          <p:cNvSpPr txBox="1">
            <a:spLocks noGrp="1"/>
          </p:cNvSpPr>
          <p:nvPr>
            <p:ph type="title" idx="16"/>
          </p:nvPr>
        </p:nvSpPr>
        <p:spPr>
          <a:xfrm>
            <a:off x="4309225" y="2106611"/>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89" name="Google Shape;189;p30"/>
          <p:cNvSpPr txBox="1">
            <a:spLocks noGrp="1"/>
          </p:cNvSpPr>
          <p:nvPr>
            <p:ph type="title" idx="17"/>
          </p:nvPr>
        </p:nvSpPr>
        <p:spPr>
          <a:xfrm>
            <a:off x="4309225" y="4041826"/>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08</a:t>
            </a:r>
            <a:endParaRPr/>
          </a:p>
        </p:txBody>
      </p:sp>
      <p:sp>
        <p:nvSpPr>
          <p:cNvPr id="190" name="Google Shape;190;p30"/>
          <p:cNvSpPr txBox="1">
            <a:spLocks noGrp="1"/>
          </p:cNvSpPr>
          <p:nvPr>
            <p:ph type="title" idx="19"/>
          </p:nvPr>
        </p:nvSpPr>
        <p:spPr>
          <a:xfrm>
            <a:off x="4309225" y="655800"/>
            <a:ext cx="865800" cy="31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91" name="Google Shape;191;p30"/>
          <p:cNvSpPr txBox="1">
            <a:spLocks noGrp="1"/>
          </p:cNvSpPr>
          <p:nvPr>
            <p:ph type="subTitle" idx="2"/>
          </p:nvPr>
        </p:nvSpPr>
        <p:spPr>
          <a:xfrm>
            <a:off x="5529500" y="1623236"/>
            <a:ext cx="3113100"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NAME OF THE SECTION</a:t>
            </a:r>
            <a:endParaRPr/>
          </a:p>
        </p:txBody>
      </p:sp>
      <p:sp>
        <p:nvSpPr>
          <p:cNvPr id="192" name="Google Shape;192;p30"/>
          <p:cNvSpPr txBox="1">
            <a:spLocks noGrp="1"/>
          </p:cNvSpPr>
          <p:nvPr>
            <p:ph type="title" idx="8"/>
          </p:nvPr>
        </p:nvSpPr>
        <p:spPr>
          <a:xfrm>
            <a:off x="4309225" y="2590415"/>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193" name="Google Shape;193;p30"/>
          <p:cNvSpPr txBox="1">
            <a:spLocks noGrp="1"/>
          </p:cNvSpPr>
          <p:nvPr>
            <p:ph type="title" idx="9"/>
          </p:nvPr>
        </p:nvSpPr>
        <p:spPr>
          <a:xfrm>
            <a:off x="4309225" y="1622808"/>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94" name="Google Shape;194;p30"/>
          <p:cNvSpPr txBox="1">
            <a:spLocks noGrp="1"/>
          </p:cNvSpPr>
          <p:nvPr>
            <p:ph type="title" idx="13"/>
          </p:nvPr>
        </p:nvSpPr>
        <p:spPr>
          <a:xfrm>
            <a:off x="4309225" y="3074219"/>
            <a:ext cx="8658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195" name="Google Shape;195;p30"/>
          <p:cNvSpPr txBox="1">
            <a:spLocks noGrp="1"/>
          </p:cNvSpPr>
          <p:nvPr>
            <p:ph type="subTitle" idx="18"/>
          </p:nvPr>
        </p:nvSpPr>
        <p:spPr>
          <a:xfrm>
            <a:off x="5529500" y="655800"/>
            <a:ext cx="3118200"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NAME OF THE SECTION</a:t>
            </a:r>
            <a:endParaRPr/>
          </a:p>
        </p:txBody>
      </p:sp>
      <p:pic>
        <p:nvPicPr>
          <p:cNvPr id="196" name="Google Shape;196;p30" title="soft-white-flowers-dreamy-light.jpg"/>
          <p:cNvPicPr preferRelativeResize="0">
            <a:picLocks noGrp="1"/>
          </p:cNvPicPr>
          <p:nvPr>
            <p:ph type="pic" idx="20"/>
          </p:nvPr>
        </p:nvPicPr>
        <p:blipFill rotWithShape="1">
          <a:blip r:embed="rId3">
            <a:alphaModFix/>
          </a:blip>
          <a:srcRect t="7482" b="7490"/>
          <a:stretch/>
        </p:blipFill>
        <p:spPr>
          <a:xfrm>
            <a:off x="433575" y="0"/>
            <a:ext cx="2806499" cy="3181798"/>
          </a:xfrm>
          <a:prstGeom prst="rect">
            <a:avLst/>
          </a:prstGeom>
        </p:spPr>
      </p:pic>
      <p:sp>
        <p:nvSpPr>
          <p:cNvPr id="197" name="Google Shape;197;p30"/>
          <p:cNvSpPr/>
          <p:nvPr/>
        </p:nvSpPr>
        <p:spPr>
          <a:xfrm>
            <a:off x="1843450" y="2825"/>
            <a:ext cx="1396500" cy="3181800"/>
          </a:xfrm>
          <a:prstGeom prst="rect">
            <a:avLst/>
          </a:prstGeom>
          <a:solidFill>
            <a:srgbClr val="FFFFFF">
              <a:alpha val="3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tkinson Hyperlegible Next Light"/>
              <a:ea typeface="Atkinson Hyperlegible Next Light"/>
              <a:cs typeface="Atkinson Hyperlegible Next Light"/>
              <a:sym typeface="Atkinson Hyperlegible Next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31" title="soft-focus-floral-composition.jpg"/>
          <p:cNvPicPr preferRelativeResize="0">
            <a:picLocks noGrp="1"/>
          </p:cNvPicPr>
          <p:nvPr>
            <p:ph type="pic" idx="2"/>
          </p:nvPr>
        </p:nvPicPr>
        <p:blipFill rotWithShape="1">
          <a:blip r:embed="rId3">
            <a:alphaModFix/>
          </a:blip>
          <a:srcRect l="1286" r="1286" b="9305"/>
          <a:stretch/>
        </p:blipFill>
        <p:spPr>
          <a:xfrm flipH="1">
            <a:off x="5715850" y="0"/>
            <a:ext cx="3428100" cy="4664699"/>
          </a:xfrm>
          <a:prstGeom prst="rect">
            <a:avLst/>
          </a:prstGeom>
        </p:spPr>
      </p:pic>
      <p:sp>
        <p:nvSpPr>
          <p:cNvPr id="203" name="Google Shape;203;p31"/>
          <p:cNvSpPr txBox="1">
            <a:spLocks noGrp="1"/>
          </p:cNvSpPr>
          <p:nvPr>
            <p:ph type="title"/>
          </p:nvPr>
        </p:nvSpPr>
        <p:spPr>
          <a:xfrm>
            <a:off x="228600" y="228600"/>
            <a:ext cx="5022600" cy="144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WRITE HERE A LONG TITLE TO CAPTIVATE THE AUDIENCE ATTENTION</a:t>
            </a:r>
            <a:endParaRPr/>
          </a:p>
        </p:txBody>
      </p:sp>
      <p:sp>
        <p:nvSpPr>
          <p:cNvPr id="204" name="Google Shape;204;p31"/>
          <p:cNvSpPr txBox="1">
            <a:spLocks noGrp="1"/>
          </p:cNvSpPr>
          <p:nvPr>
            <p:ph type="body" idx="1"/>
          </p:nvPr>
        </p:nvSpPr>
        <p:spPr>
          <a:xfrm>
            <a:off x="1609625" y="2066125"/>
            <a:ext cx="3824100" cy="253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
                <a:solidFill>
                  <a:schemeClr val="dk1"/>
                </a:solidFill>
              </a:rPr>
              <a:t>Do you know what helps you make your point clear?</a:t>
            </a:r>
            <a:br>
              <a:rPr lang="en">
                <a:solidFill>
                  <a:schemeClr val="dk1"/>
                </a:solidFill>
              </a:rPr>
            </a:br>
            <a:r>
              <a:rPr lang="en">
                <a:solidFill>
                  <a:schemeClr val="dk1"/>
                </a:solidFill>
              </a:rPr>
              <a:t>Lists like this one:</a:t>
            </a:r>
            <a:endParaRPr>
              <a:solidFill>
                <a:schemeClr val="dk1"/>
              </a:solidFill>
            </a:endParaRPr>
          </a:p>
          <a:p>
            <a:pPr marL="241300" lvl="0" indent="-215900" algn="l" rtl="0">
              <a:spcBef>
                <a:spcPts val="0"/>
              </a:spcBef>
              <a:spcAft>
                <a:spcPts val="0"/>
              </a:spcAft>
              <a:buClr>
                <a:schemeClr val="dk1"/>
              </a:buClr>
              <a:buSzPts val="1400"/>
              <a:buChar char="●"/>
            </a:pPr>
            <a:r>
              <a:rPr lang="en">
                <a:solidFill>
                  <a:schemeClr val="dk1"/>
                </a:solidFill>
              </a:rPr>
              <a:t>They’re simple </a:t>
            </a:r>
            <a:endParaRPr>
              <a:solidFill>
                <a:schemeClr val="dk1"/>
              </a:solidFill>
            </a:endParaRPr>
          </a:p>
          <a:p>
            <a:pPr marL="241300" lvl="0" indent="-215900" algn="l" rtl="0">
              <a:spcBef>
                <a:spcPts val="0"/>
              </a:spcBef>
              <a:spcAft>
                <a:spcPts val="0"/>
              </a:spcAft>
              <a:buClr>
                <a:schemeClr val="dk1"/>
              </a:buClr>
              <a:buSzPts val="1400"/>
              <a:buChar char="●"/>
            </a:pPr>
            <a:r>
              <a:rPr lang="en">
                <a:solidFill>
                  <a:schemeClr val="dk1"/>
                </a:solidFill>
              </a:rPr>
              <a:t>You can organize your ideas clearly</a:t>
            </a:r>
            <a:endParaRPr>
              <a:solidFill>
                <a:schemeClr val="dk1"/>
              </a:solidFill>
            </a:endParaRPr>
          </a:p>
          <a:p>
            <a:pPr marL="241300" lvl="0" indent="-215900" algn="l" rtl="0">
              <a:spcBef>
                <a:spcPts val="0"/>
              </a:spcBef>
              <a:spcAft>
                <a:spcPts val="0"/>
              </a:spcAft>
              <a:buClr>
                <a:schemeClr val="dk1"/>
              </a:buClr>
              <a:buSzPts val="1400"/>
              <a:buChar char="●"/>
            </a:pPr>
            <a:r>
              <a:rPr lang="en">
                <a:solidFill>
                  <a:schemeClr val="dk1"/>
                </a:solidFill>
              </a:rPr>
              <a:t>You’ll never forget to buy milk!</a:t>
            </a:r>
            <a:endParaRPr>
              <a:solidFill>
                <a:schemeClr val="dk1"/>
              </a:solidFill>
            </a:endParaRPr>
          </a:p>
          <a:p>
            <a:pPr marL="0" lvl="0" indent="0" algn="l" rtl="0">
              <a:spcBef>
                <a:spcPts val="1600"/>
              </a:spcBef>
              <a:spcAft>
                <a:spcPts val="0"/>
              </a:spcAft>
              <a:buNone/>
            </a:pPr>
            <a:r>
              <a:rPr lang="en"/>
              <a:t>You can replace the image. Just right-click on it and select “Replace image”</a:t>
            </a:r>
            <a:endParaRPr/>
          </a:p>
        </p:txBody>
      </p:sp>
      <p:sp>
        <p:nvSpPr>
          <p:cNvPr id="205" name="Google Shape;205;p31"/>
          <p:cNvSpPr/>
          <p:nvPr/>
        </p:nvSpPr>
        <p:spPr>
          <a:xfrm>
            <a:off x="5715850" y="0"/>
            <a:ext cx="1816500" cy="4664700"/>
          </a:xfrm>
          <a:prstGeom prst="rect">
            <a:avLst/>
          </a:prstGeom>
          <a:solidFill>
            <a:srgbClr val="FFFFFF">
              <a:alpha val="3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tkinson Hyperlegible Next Light"/>
              <a:ea typeface="Atkinson Hyperlegible Next Light"/>
              <a:cs typeface="Atkinson Hyperlegible Next Light"/>
              <a:sym typeface="Atkinson Hyperlegible Next Light"/>
            </a:endParaRPr>
          </a:p>
        </p:txBody>
      </p:sp>
      <p:cxnSp>
        <p:nvCxnSpPr>
          <p:cNvPr id="206" name="Google Shape;206;p31"/>
          <p:cNvCxnSpPr/>
          <p:nvPr/>
        </p:nvCxnSpPr>
        <p:spPr>
          <a:xfrm>
            <a:off x="-5675" y="4664575"/>
            <a:ext cx="9153600" cy="0"/>
          </a:xfrm>
          <a:prstGeom prst="straightConnector1">
            <a:avLst/>
          </a:prstGeom>
          <a:noFill/>
          <a:ln w="9525" cap="flat" cmpd="sng">
            <a:solidFill>
              <a:schemeClr val="dk2"/>
            </a:solidFill>
            <a:prstDash val="solid"/>
            <a:round/>
            <a:headEnd type="none" w="med" len="med"/>
            <a:tailEnd type="none" w="med" len="med"/>
          </a:ln>
        </p:spPr>
      </p:cxnSp>
      <p:cxnSp>
        <p:nvCxnSpPr>
          <p:cNvPr id="207" name="Google Shape;207;p31">
            <a:hlinkClick r:id="" action="ppaction://hlinkshowjump?jump=nextslide"/>
          </p:cNvPr>
          <p:cNvCxnSpPr/>
          <p:nvPr/>
        </p:nvCxnSpPr>
        <p:spPr>
          <a:xfrm>
            <a:off x="8141750" y="4921985"/>
            <a:ext cx="708600" cy="0"/>
          </a:xfrm>
          <a:prstGeom prst="straightConnector1">
            <a:avLst/>
          </a:prstGeom>
          <a:noFill/>
          <a:ln w="9525" cap="flat" cmpd="sng">
            <a:solidFill>
              <a:schemeClr val="dk2"/>
            </a:solidFill>
            <a:prstDash val="solid"/>
            <a:round/>
            <a:headEnd type="none" w="med" len="med"/>
            <a:tailEnd type="stealth"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32" title="abstract-fluid-art-with-soft-colors-dreamy-waves.jpg"/>
          <p:cNvPicPr preferRelativeResize="0">
            <a:picLocks noGrp="1"/>
          </p:cNvPicPr>
          <p:nvPr>
            <p:ph type="pic" idx="3"/>
          </p:nvPr>
        </p:nvPicPr>
        <p:blipFill rotWithShape="1">
          <a:blip r:embed="rId3">
            <a:alphaModFix/>
          </a:blip>
          <a:srcRect t="25373" b="25377"/>
          <a:stretch/>
        </p:blipFill>
        <p:spPr>
          <a:xfrm>
            <a:off x="75" y="0"/>
            <a:ext cx="9144003" cy="3080701"/>
          </a:xfrm>
          <a:prstGeom prst="rect">
            <a:avLst/>
          </a:prstGeom>
        </p:spPr>
      </p:pic>
      <p:sp>
        <p:nvSpPr>
          <p:cNvPr id="213" name="Google Shape;213;p32"/>
          <p:cNvSpPr txBox="1">
            <a:spLocks noGrp="1"/>
          </p:cNvSpPr>
          <p:nvPr>
            <p:ph type="subTitle" idx="1"/>
          </p:nvPr>
        </p:nvSpPr>
        <p:spPr>
          <a:xfrm>
            <a:off x="2458675" y="4491225"/>
            <a:ext cx="5911200" cy="428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You can enter a subtitle here if you need it</a:t>
            </a:r>
            <a:endParaRPr/>
          </a:p>
        </p:txBody>
      </p:sp>
      <p:sp>
        <p:nvSpPr>
          <p:cNvPr id="214" name="Google Shape;214;p32"/>
          <p:cNvSpPr txBox="1">
            <a:spLocks noGrp="1"/>
          </p:cNvSpPr>
          <p:nvPr>
            <p:ph type="title"/>
          </p:nvPr>
        </p:nvSpPr>
        <p:spPr>
          <a:xfrm>
            <a:off x="2104100" y="3326325"/>
            <a:ext cx="6561900" cy="106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NAME OF THE SECTION</a:t>
            </a:r>
            <a:endParaRPr/>
          </a:p>
        </p:txBody>
      </p:sp>
      <p:sp>
        <p:nvSpPr>
          <p:cNvPr id="215" name="Google Shape;215;p32"/>
          <p:cNvSpPr txBox="1">
            <a:spLocks noGrp="1"/>
          </p:cNvSpPr>
          <p:nvPr>
            <p:ph type="title" idx="2"/>
          </p:nvPr>
        </p:nvSpPr>
        <p:spPr>
          <a:xfrm>
            <a:off x="377375" y="3221613"/>
            <a:ext cx="12684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6" name="Google Shape;216;p32"/>
          <p:cNvSpPr/>
          <p:nvPr/>
        </p:nvSpPr>
        <p:spPr>
          <a:xfrm>
            <a:off x="4580175" y="0"/>
            <a:ext cx="4563900" cy="3080700"/>
          </a:xfrm>
          <a:prstGeom prst="rect">
            <a:avLst/>
          </a:prstGeom>
          <a:solidFill>
            <a:srgbClr val="FFFFFF">
              <a:alpha val="3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tkinson Hyperlegible Next Light"/>
              <a:ea typeface="Atkinson Hyperlegible Next Light"/>
              <a:cs typeface="Atkinson Hyperlegible Next Light"/>
              <a:sym typeface="Atkinson Hyperlegible Next Light"/>
            </a:endParaRPr>
          </a:p>
        </p:txBody>
      </p:sp>
      <p:cxnSp>
        <p:nvCxnSpPr>
          <p:cNvPr id="217" name="Google Shape;217;p32">
            <a:hlinkClick r:id="" action="ppaction://hlinkshowjump?jump=nextslide"/>
          </p:cNvPr>
          <p:cNvCxnSpPr/>
          <p:nvPr/>
        </p:nvCxnSpPr>
        <p:spPr>
          <a:xfrm>
            <a:off x="610700" y="4705585"/>
            <a:ext cx="708600" cy="0"/>
          </a:xfrm>
          <a:prstGeom prst="straightConnector1">
            <a:avLst/>
          </a:prstGeom>
          <a:noFill/>
          <a:ln w="9525" cap="flat" cmpd="sng">
            <a:solidFill>
              <a:schemeClr val="dk2"/>
            </a:solidFill>
            <a:prstDash val="solid"/>
            <a:round/>
            <a:headEnd type="none" w="med" len="med"/>
            <a:tailEnd type="stealth"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3"/>
          <p:cNvSpPr txBox="1">
            <a:spLocks noGrp="1"/>
          </p:cNvSpPr>
          <p:nvPr>
            <p:ph type="title"/>
          </p:nvPr>
        </p:nvSpPr>
        <p:spPr>
          <a:xfrm>
            <a:off x="3189850" y="882250"/>
            <a:ext cx="5562600"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HAVE A LOOK</a:t>
            </a:r>
            <a:endParaRPr/>
          </a:p>
        </p:txBody>
      </p:sp>
      <p:sp>
        <p:nvSpPr>
          <p:cNvPr id="223" name="Google Shape;223;p33"/>
          <p:cNvSpPr txBox="1">
            <a:spLocks noGrp="1"/>
          </p:cNvSpPr>
          <p:nvPr>
            <p:ph type="subTitle" idx="1"/>
          </p:nvPr>
        </p:nvSpPr>
        <p:spPr>
          <a:xfrm>
            <a:off x="3189850" y="1580650"/>
            <a:ext cx="5562600" cy="253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cxnSp>
        <p:nvCxnSpPr>
          <p:cNvPr id="224" name="Google Shape;224;p33"/>
          <p:cNvCxnSpPr/>
          <p:nvPr/>
        </p:nvCxnSpPr>
        <p:spPr>
          <a:xfrm>
            <a:off x="-5675" y="4664575"/>
            <a:ext cx="9153600" cy="0"/>
          </a:xfrm>
          <a:prstGeom prst="straightConnector1">
            <a:avLst/>
          </a:prstGeom>
          <a:noFill/>
          <a:ln w="9525" cap="flat" cmpd="sng">
            <a:solidFill>
              <a:schemeClr val="dk2"/>
            </a:solidFill>
            <a:prstDash val="solid"/>
            <a:round/>
            <a:headEnd type="none" w="med" len="med"/>
            <a:tailEnd type="none" w="med" len="med"/>
          </a:ln>
        </p:spPr>
      </p:cxnSp>
      <p:cxnSp>
        <p:nvCxnSpPr>
          <p:cNvPr id="225" name="Google Shape;225;p33">
            <a:hlinkClick r:id="" action="ppaction://hlinkshowjump?jump=nextslide"/>
          </p:cNvPr>
          <p:cNvCxnSpPr/>
          <p:nvPr/>
        </p:nvCxnSpPr>
        <p:spPr>
          <a:xfrm>
            <a:off x="8141750" y="4921985"/>
            <a:ext cx="708600" cy="0"/>
          </a:xfrm>
          <a:prstGeom prst="straightConnector1">
            <a:avLst/>
          </a:prstGeom>
          <a:noFill/>
          <a:ln w="9525" cap="flat" cmpd="sng">
            <a:solidFill>
              <a:schemeClr val="dk2"/>
            </a:solidFill>
            <a:prstDash val="solid"/>
            <a:round/>
            <a:headEnd type="none" w="med" len="med"/>
            <a:tailEnd type="stealth"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4"/>
          <p:cNvSpPr txBox="1">
            <a:spLocks noGrp="1"/>
          </p:cNvSpPr>
          <p:nvPr>
            <p:ph type="title"/>
          </p:nvPr>
        </p:nvSpPr>
        <p:spPr>
          <a:xfrm>
            <a:off x="228600" y="228600"/>
            <a:ext cx="41103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IDEAS</a:t>
            </a:r>
            <a:endParaRPr/>
          </a:p>
        </p:txBody>
      </p:sp>
      <p:sp>
        <p:nvSpPr>
          <p:cNvPr id="231" name="Google Shape;231;p34"/>
          <p:cNvSpPr txBox="1">
            <a:spLocks noGrp="1"/>
          </p:cNvSpPr>
          <p:nvPr>
            <p:ph type="subTitle" idx="3"/>
          </p:nvPr>
        </p:nvSpPr>
        <p:spPr>
          <a:xfrm>
            <a:off x="228600" y="1812823"/>
            <a:ext cx="4110300" cy="116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a:t>
            </a:r>
            <a:endParaRPr/>
          </a:p>
        </p:txBody>
      </p:sp>
      <p:sp>
        <p:nvSpPr>
          <p:cNvPr id="232" name="Google Shape;232;p34"/>
          <p:cNvSpPr txBox="1">
            <a:spLocks noGrp="1"/>
          </p:cNvSpPr>
          <p:nvPr>
            <p:ph type="subTitle" idx="4"/>
          </p:nvPr>
        </p:nvSpPr>
        <p:spPr>
          <a:xfrm>
            <a:off x="228600" y="3623400"/>
            <a:ext cx="4110300" cy="1167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hot and is the second-brightest natural object in the night sky</a:t>
            </a:r>
            <a:endParaRPr/>
          </a:p>
        </p:txBody>
      </p:sp>
      <p:sp>
        <p:nvSpPr>
          <p:cNvPr id="233" name="Google Shape;233;p34"/>
          <p:cNvSpPr txBox="1">
            <a:spLocks noGrp="1"/>
          </p:cNvSpPr>
          <p:nvPr>
            <p:ph type="subTitle" idx="1"/>
          </p:nvPr>
        </p:nvSpPr>
        <p:spPr>
          <a:xfrm>
            <a:off x="228600" y="1240125"/>
            <a:ext cx="41103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LET’S LEARN ABOUT MERCURY</a:t>
            </a:r>
            <a:endParaRPr/>
          </a:p>
        </p:txBody>
      </p:sp>
      <p:sp>
        <p:nvSpPr>
          <p:cNvPr id="234" name="Google Shape;234;p34"/>
          <p:cNvSpPr txBox="1">
            <a:spLocks noGrp="1"/>
          </p:cNvSpPr>
          <p:nvPr>
            <p:ph type="subTitle" idx="2"/>
          </p:nvPr>
        </p:nvSpPr>
        <p:spPr>
          <a:xfrm>
            <a:off x="228600" y="3050702"/>
            <a:ext cx="41103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LET’S TAKE A LOOK AT VENUS</a:t>
            </a:r>
            <a:endParaRPr/>
          </a:p>
        </p:txBody>
      </p:sp>
      <p:pic>
        <p:nvPicPr>
          <p:cNvPr id="235" name="Google Shape;235;p34" title="ethereal-fashion-portrait-with-floral-overlay.jpg"/>
          <p:cNvPicPr preferRelativeResize="0">
            <a:picLocks noGrp="1"/>
          </p:cNvPicPr>
          <p:nvPr>
            <p:ph type="pic" idx="5"/>
          </p:nvPr>
        </p:nvPicPr>
        <p:blipFill rotWithShape="1">
          <a:blip r:embed="rId3">
            <a:alphaModFix/>
          </a:blip>
          <a:srcRect t="89" b="89"/>
          <a:stretch/>
        </p:blipFill>
        <p:spPr>
          <a:xfrm>
            <a:off x="5279524" y="0"/>
            <a:ext cx="3864599" cy="5143501"/>
          </a:xfrm>
          <a:prstGeom prst="rect">
            <a:avLst/>
          </a:prstGeom>
        </p:spPr>
      </p:pic>
      <p:sp>
        <p:nvSpPr>
          <p:cNvPr id="236" name="Google Shape;236;p34"/>
          <p:cNvSpPr/>
          <p:nvPr/>
        </p:nvSpPr>
        <p:spPr>
          <a:xfrm>
            <a:off x="5279525" y="0"/>
            <a:ext cx="1920000" cy="5143500"/>
          </a:xfrm>
          <a:prstGeom prst="rect">
            <a:avLst/>
          </a:prstGeom>
          <a:solidFill>
            <a:srgbClr val="FFFFFF">
              <a:alpha val="3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tkinson Hyperlegible Next Light"/>
              <a:ea typeface="Atkinson Hyperlegible Next Light"/>
              <a:cs typeface="Atkinson Hyperlegible Next Light"/>
              <a:sym typeface="Atkinson Hyperlegible Next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5"/>
          <p:cNvSpPr txBox="1">
            <a:spLocks noGrp="1"/>
          </p:cNvSpPr>
          <p:nvPr>
            <p:ph type="title"/>
          </p:nvPr>
        </p:nvSpPr>
        <p:spPr>
          <a:xfrm>
            <a:off x="228600" y="2050275"/>
            <a:ext cx="3180600" cy="64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THREE IDEAS</a:t>
            </a:r>
            <a:endParaRPr/>
          </a:p>
        </p:txBody>
      </p:sp>
      <p:sp>
        <p:nvSpPr>
          <p:cNvPr id="242" name="Google Shape;242;p35"/>
          <p:cNvSpPr txBox="1">
            <a:spLocks noGrp="1"/>
          </p:cNvSpPr>
          <p:nvPr>
            <p:ph type="subTitle" idx="1"/>
          </p:nvPr>
        </p:nvSpPr>
        <p:spPr>
          <a:xfrm>
            <a:off x="3586275" y="2259195"/>
            <a:ext cx="5171700" cy="8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even hotter than Mercury, and its atmosphere is extremely poisonous</a:t>
            </a:r>
            <a:endParaRPr/>
          </a:p>
        </p:txBody>
      </p:sp>
      <p:sp>
        <p:nvSpPr>
          <p:cNvPr id="243" name="Google Shape;243;p35"/>
          <p:cNvSpPr txBox="1">
            <a:spLocks noGrp="1"/>
          </p:cNvSpPr>
          <p:nvPr>
            <p:ph type="subTitle" idx="2"/>
          </p:nvPr>
        </p:nvSpPr>
        <p:spPr>
          <a:xfrm>
            <a:off x="3586275" y="1846152"/>
            <a:ext cx="51717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DO WE KNOW ABOUT VENUS?</a:t>
            </a:r>
            <a:endParaRPr/>
          </a:p>
        </p:txBody>
      </p:sp>
      <p:sp>
        <p:nvSpPr>
          <p:cNvPr id="244" name="Google Shape;244;p35"/>
          <p:cNvSpPr txBox="1">
            <a:spLocks noGrp="1"/>
          </p:cNvSpPr>
          <p:nvPr>
            <p:ph type="subTitle" idx="3"/>
          </p:nvPr>
        </p:nvSpPr>
        <p:spPr>
          <a:xfrm>
            <a:off x="3586275" y="3675800"/>
            <a:ext cx="5171700" cy="8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the Solar System. It’s the fourth-brightest object in the night sky. It was named after the Roman god of the skies and lightning</a:t>
            </a:r>
            <a:endParaRPr/>
          </a:p>
        </p:txBody>
      </p:sp>
      <p:sp>
        <p:nvSpPr>
          <p:cNvPr id="245" name="Google Shape;245;p35"/>
          <p:cNvSpPr txBox="1">
            <a:spLocks noGrp="1"/>
          </p:cNvSpPr>
          <p:nvPr>
            <p:ph type="subTitle" idx="4"/>
          </p:nvPr>
        </p:nvSpPr>
        <p:spPr>
          <a:xfrm>
            <a:off x="3586275" y="3262771"/>
            <a:ext cx="51717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THINGS ABOUT PLANET JUPITER</a:t>
            </a:r>
            <a:endParaRPr/>
          </a:p>
        </p:txBody>
      </p:sp>
      <p:sp>
        <p:nvSpPr>
          <p:cNvPr id="246" name="Google Shape;246;p35"/>
          <p:cNvSpPr txBox="1">
            <a:spLocks noGrp="1"/>
          </p:cNvSpPr>
          <p:nvPr>
            <p:ph type="subTitle" idx="5"/>
          </p:nvPr>
        </p:nvSpPr>
        <p:spPr>
          <a:xfrm>
            <a:off x="3586275" y="842573"/>
            <a:ext cx="5171700" cy="81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 This planet’s name has nothing to do with the liquid metal</a:t>
            </a:r>
            <a:endParaRPr/>
          </a:p>
        </p:txBody>
      </p:sp>
      <p:sp>
        <p:nvSpPr>
          <p:cNvPr id="247" name="Google Shape;247;p35"/>
          <p:cNvSpPr txBox="1">
            <a:spLocks noGrp="1"/>
          </p:cNvSpPr>
          <p:nvPr>
            <p:ph type="subTitle" idx="6"/>
          </p:nvPr>
        </p:nvSpPr>
        <p:spPr>
          <a:xfrm>
            <a:off x="3586275" y="429550"/>
            <a:ext cx="5171700" cy="47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ABOUT MERCURY</a:t>
            </a:r>
            <a:endParaRPr/>
          </a:p>
        </p:txBody>
      </p:sp>
      <p:cxnSp>
        <p:nvCxnSpPr>
          <p:cNvPr id="248" name="Google Shape;248;p35"/>
          <p:cNvCxnSpPr/>
          <p:nvPr/>
        </p:nvCxnSpPr>
        <p:spPr>
          <a:xfrm>
            <a:off x="-5675" y="4664575"/>
            <a:ext cx="9153600" cy="0"/>
          </a:xfrm>
          <a:prstGeom prst="straightConnector1">
            <a:avLst/>
          </a:prstGeom>
          <a:noFill/>
          <a:ln w="9525" cap="flat" cmpd="sng">
            <a:solidFill>
              <a:schemeClr val="dk2"/>
            </a:solidFill>
            <a:prstDash val="solid"/>
            <a:round/>
            <a:headEnd type="none" w="med" len="med"/>
            <a:tailEnd type="none" w="med" len="med"/>
          </a:ln>
        </p:spPr>
      </p:cxnSp>
      <p:cxnSp>
        <p:nvCxnSpPr>
          <p:cNvPr id="249" name="Google Shape;249;p35">
            <a:hlinkClick r:id="" action="ppaction://hlinkshowjump?jump=nextslide"/>
          </p:cNvPr>
          <p:cNvCxnSpPr/>
          <p:nvPr/>
        </p:nvCxnSpPr>
        <p:spPr>
          <a:xfrm>
            <a:off x="8141750" y="4921985"/>
            <a:ext cx="708600" cy="0"/>
          </a:xfrm>
          <a:prstGeom prst="straightConnector1">
            <a:avLst/>
          </a:prstGeom>
          <a:noFill/>
          <a:ln w="9525" cap="flat" cmpd="sng">
            <a:solidFill>
              <a:schemeClr val="dk2"/>
            </a:solidFill>
            <a:prstDash val="solid"/>
            <a:round/>
            <a:headEnd type="none" w="med" len="med"/>
            <a:tailEnd type="stealth"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6"/>
          <p:cNvSpPr txBox="1">
            <a:spLocks noGrp="1"/>
          </p:cNvSpPr>
          <p:nvPr>
            <p:ph type="title"/>
          </p:nvPr>
        </p:nvSpPr>
        <p:spPr>
          <a:xfrm>
            <a:off x="228600" y="228600"/>
            <a:ext cx="7721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SIX IDEAS</a:t>
            </a:r>
            <a:endParaRPr/>
          </a:p>
        </p:txBody>
      </p:sp>
      <p:sp>
        <p:nvSpPr>
          <p:cNvPr id="255" name="Google Shape;255;p36"/>
          <p:cNvSpPr txBox="1">
            <a:spLocks noGrp="1"/>
          </p:cNvSpPr>
          <p:nvPr>
            <p:ph type="subTitle" idx="1"/>
          </p:nvPr>
        </p:nvSpPr>
        <p:spPr>
          <a:xfrm>
            <a:off x="883700" y="1302875"/>
            <a:ext cx="2788500" cy="96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smallest planet in the Solar System, even smaller than some of the moons of other planets</a:t>
            </a:r>
            <a:endParaRPr/>
          </a:p>
        </p:txBody>
      </p:sp>
      <p:sp>
        <p:nvSpPr>
          <p:cNvPr id="256" name="Google Shape;256;p36"/>
          <p:cNvSpPr txBox="1">
            <a:spLocks noGrp="1"/>
          </p:cNvSpPr>
          <p:nvPr>
            <p:ph type="subTitle" idx="2"/>
          </p:nvPr>
        </p:nvSpPr>
        <p:spPr>
          <a:xfrm>
            <a:off x="883700" y="2385025"/>
            <a:ext cx="2788500" cy="96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its red appearance, Mars is actually a cold planet. The surface is covered in iron oxide dust</a:t>
            </a:r>
            <a:endParaRPr/>
          </a:p>
          <a:p>
            <a:pPr marL="0" lvl="0" indent="0" algn="l" rtl="0">
              <a:spcBef>
                <a:spcPts val="0"/>
              </a:spcBef>
              <a:spcAft>
                <a:spcPts val="0"/>
              </a:spcAft>
              <a:buNone/>
            </a:pPr>
            <a:endParaRPr/>
          </a:p>
        </p:txBody>
      </p:sp>
      <p:sp>
        <p:nvSpPr>
          <p:cNvPr id="257" name="Google Shape;257;p36"/>
          <p:cNvSpPr txBox="1">
            <a:spLocks noGrp="1"/>
          </p:cNvSpPr>
          <p:nvPr>
            <p:ph type="subTitle" idx="3"/>
          </p:nvPr>
        </p:nvSpPr>
        <p:spPr>
          <a:xfrm>
            <a:off x="5041900" y="1302875"/>
            <a:ext cx="2788500" cy="96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the largest planet in the Solar System, is a gas giant. It ranks as the fourth-brightest object in the night sky</a:t>
            </a:r>
            <a:endParaRPr/>
          </a:p>
          <a:p>
            <a:pPr marL="0" lvl="0" indent="0" algn="l" rtl="0">
              <a:spcBef>
                <a:spcPts val="0"/>
              </a:spcBef>
              <a:spcAft>
                <a:spcPts val="0"/>
              </a:spcAft>
              <a:buNone/>
            </a:pPr>
            <a:endParaRPr/>
          </a:p>
        </p:txBody>
      </p:sp>
      <p:sp>
        <p:nvSpPr>
          <p:cNvPr id="258" name="Google Shape;258;p36"/>
          <p:cNvSpPr txBox="1">
            <a:spLocks noGrp="1"/>
          </p:cNvSpPr>
          <p:nvPr>
            <p:ph type="subTitle" idx="4"/>
          </p:nvPr>
        </p:nvSpPr>
        <p:spPr>
          <a:xfrm>
            <a:off x="883700" y="3467175"/>
            <a:ext cx="2788500" cy="96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atmosphere is extremely poisonous</a:t>
            </a:r>
            <a:endParaRPr/>
          </a:p>
          <a:p>
            <a:pPr marL="0" lvl="0" indent="0" algn="l" rtl="0">
              <a:spcBef>
                <a:spcPts val="0"/>
              </a:spcBef>
              <a:spcAft>
                <a:spcPts val="0"/>
              </a:spcAft>
              <a:buNone/>
            </a:pPr>
            <a:endParaRPr/>
          </a:p>
        </p:txBody>
      </p:sp>
      <p:sp>
        <p:nvSpPr>
          <p:cNvPr id="259" name="Google Shape;259;p36"/>
          <p:cNvSpPr txBox="1">
            <a:spLocks noGrp="1"/>
          </p:cNvSpPr>
          <p:nvPr>
            <p:ph type="subTitle" idx="5"/>
          </p:nvPr>
        </p:nvSpPr>
        <p:spPr>
          <a:xfrm>
            <a:off x="5041900" y="2385025"/>
            <a:ext cx="2788500" cy="96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primarily composed of hydrogen and helium, making it a massive gas giant</a:t>
            </a:r>
            <a:endParaRPr/>
          </a:p>
        </p:txBody>
      </p:sp>
      <p:sp>
        <p:nvSpPr>
          <p:cNvPr id="260" name="Google Shape;260;p36"/>
          <p:cNvSpPr txBox="1">
            <a:spLocks noGrp="1"/>
          </p:cNvSpPr>
          <p:nvPr>
            <p:ph type="subTitle" idx="6"/>
          </p:nvPr>
        </p:nvSpPr>
        <p:spPr>
          <a:xfrm>
            <a:off x="5041900" y="3467175"/>
            <a:ext cx="2788500" cy="96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 in our Solar System. It’s known for its deep blue color</a:t>
            </a:r>
            <a:endParaRPr/>
          </a:p>
        </p:txBody>
      </p:sp>
      <p:sp>
        <p:nvSpPr>
          <p:cNvPr id="261" name="Google Shape;261;p36"/>
          <p:cNvSpPr txBox="1">
            <a:spLocks noGrp="1"/>
          </p:cNvSpPr>
          <p:nvPr>
            <p:ph type="title" idx="7"/>
          </p:nvPr>
        </p:nvSpPr>
        <p:spPr>
          <a:xfrm>
            <a:off x="4387300" y="3526066"/>
            <a:ext cx="5784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262" name="Google Shape;262;p36"/>
          <p:cNvSpPr txBox="1">
            <a:spLocks noGrp="1"/>
          </p:cNvSpPr>
          <p:nvPr>
            <p:ph type="title" idx="8"/>
          </p:nvPr>
        </p:nvSpPr>
        <p:spPr>
          <a:xfrm>
            <a:off x="4387300" y="1355766"/>
            <a:ext cx="5784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263" name="Google Shape;263;p36"/>
          <p:cNvSpPr txBox="1">
            <a:spLocks noGrp="1"/>
          </p:cNvSpPr>
          <p:nvPr>
            <p:ph type="title" idx="9"/>
          </p:nvPr>
        </p:nvSpPr>
        <p:spPr>
          <a:xfrm>
            <a:off x="229100" y="1355766"/>
            <a:ext cx="577500" cy="31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64" name="Google Shape;264;p36"/>
          <p:cNvSpPr txBox="1">
            <a:spLocks noGrp="1"/>
          </p:cNvSpPr>
          <p:nvPr>
            <p:ph type="title" idx="13"/>
          </p:nvPr>
        </p:nvSpPr>
        <p:spPr>
          <a:xfrm>
            <a:off x="229100" y="3526066"/>
            <a:ext cx="5784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65" name="Google Shape;265;p36"/>
          <p:cNvSpPr txBox="1">
            <a:spLocks noGrp="1"/>
          </p:cNvSpPr>
          <p:nvPr>
            <p:ph type="title" idx="14"/>
          </p:nvPr>
        </p:nvSpPr>
        <p:spPr>
          <a:xfrm>
            <a:off x="4387300" y="2440916"/>
            <a:ext cx="5784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266" name="Google Shape;266;p36"/>
          <p:cNvSpPr txBox="1">
            <a:spLocks noGrp="1"/>
          </p:cNvSpPr>
          <p:nvPr>
            <p:ph type="title" idx="15"/>
          </p:nvPr>
        </p:nvSpPr>
        <p:spPr>
          <a:xfrm>
            <a:off x="228599" y="2440766"/>
            <a:ext cx="578400" cy="31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cxnSp>
        <p:nvCxnSpPr>
          <p:cNvPr id="267" name="Google Shape;267;p36"/>
          <p:cNvCxnSpPr/>
          <p:nvPr/>
        </p:nvCxnSpPr>
        <p:spPr>
          <a:xfrm>
            <a:off x="-5675" y="4664575"/>
            <a:ext cx="9153600" cy="0"/>
          </a:xfrm>
          <a:prstGeom prst="straightConnector1">
            <a:avLst/>
          </a:prstGeom>
          <a:noFill/>
          <a:ln w="9525" cap="flat" cmpd="sng">
            <a:solidFill>
              <a:schemeClr val="dk2"/>
            </a:solidFill>
            <a:prstDash val="solid"/>
            <a:round/>
            <a:headEnd type="none" w="med" len="med"/>
            <a:tailEnd type="none" w="med" len="med"/>
          </a:ln>
        </p:spPr>
      </p:cxnSp>
      <p:cxnSp>
        <p:nvCxnSpPr>
          <p:cNvPr id="268" name="Google Shape;268;p36">
            <a:hlinkClick r:id="" action="ppaction://hlinkshowjump?jump=nextslide"/>
          </p:cNvPr>
          <p:cNvCxnSpPr/>
          <p:nvPr/>
        </p:nvCxnSpPr>
        <p:spPr>
          <a:xfrm>
            <a:off x="8141750" y="4921985"/>
            <a:ext cx="708600" cy="0"/>
          </a:xfrm>
          <a:prstGeom prst="straightConnector1">
            <a:avLst/>
          </a:prstGeom>
          <a:noFill/>
          <a:ln w="9525" cap="flat" cmpd="sng">
            <a:solidFill>
              <a:schemeClr val="dk2"/>
            </a:solidFill>
            <a:prstDash val="solid"/>
            <a:round/>
            <a:headEnd type="none" w="med" len="med"/>
            <a:tailEnd type="stealth"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37" title="abstract-fluid-art-with-soft-colors-dreamy-waves (1).jpg"/>
          <p:cNvPicPr preferRelativeResize="0">
            <a:picLocks noGrp="1"/>
          </p:cNvPicPr>
          <p:nvPr>
            <p:ph type="pic" idx="2"/>
          </p:nvPr>
        </p:nvPicPr>
        <p:blipFill rotWithShape="1">
          <a:blip r:embed="rId3">
            <a:alphaModFix/>
          </a:blip>
          <a:srcRect t="8889" b="8880"/>
          <a:stretch/>
        </p:blipFill>
        <p:spPr>
          <a:xfrm>
            <a:off x="0" y="0"/>
            <a:ext cx="9144003" cy="5143502"/>
          </a:xfrm>
          <a:prstGeom prst="rect">
            <a:avLst/>
          </a:prstGeom>
        </p:spPr>
      </p:pic>
      <p:sp>
        <p:nvSpPr>
          <p:cNvPr id="274" name="Google Shape;274;p37"/>
          <p:cNvSpPr/>
          <p:nvPr/>
        </p:nvSpPr>
        <p:spPr>
          <a:xfrm>
            <a:off x="4560900" y="-9425"/>
            <a:ext cx="4583100" cy="5152800"/>
          </a:xfrm>
          <a:prstGeom prst="rect">
            <a:avLst/>
          </a:prstGeom>
          <a:solidFill>
            <a:srgbClr val="FFFFFF">
              <a:alpha val="3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tkinson Hyperlegible Next Light"/>
              <a:ea typeface="Atkinson Hyperlegible Next Light"/>
              <a:cs typeface="Atkinson Hyperlegible Next Light"/>
              <a:sym typeface="Atkinson Hyperlegible Next Light"/>
            </a:endParaRPr>
          </a:p>
        </p:txBody>
      </p:sp>
      <p:sp>
        <p:nvSpPr>
          <p:cNvPr id="275" name="Google Shape;275;p37"/>
          <p:cNvSpPr txBox="1">
            <a:spLocks noGrp="1"/>
          </p:cNvSpPr>
          <p:nvPr>
            <p:ph type="title"/>
          </p:nvPr>
        </p:nvSpPr>
        <p:spPr>
          <a:xfrm>
            <a:off x="5023200" y="4160150"/>
            <a:ext cx="3658500" cy="75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PICTURE IS WORTH A THOUSAND WORDS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8"/>
          <p:cNvSpPr txBox="1">
            <a:spLocks noGrp="1"/>
          </p:cNvSpPr>
          <p:nvPr>
            <p:ph type="title"/>
          </p:nvPr>
        </p:nvSpPr>
        <p:spPr>
          <a:xfrm>
            <a:off x="228600" y="2286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HISTORY</a:t>
            </a:r>
            <a:endParaRPr/>
          </a:p>
        </p:txBody>
      </p:sp>
      <p:sp>
        <p:nvSpPr>
          <p:cNvPr id="281" name="Google Shape;281;p38"/>
          <p:cNvSpPr txBox="1"/>
          <p:nvPr/>
        </p:nvSpPr>
        <p:spPr>
          <a:xfrm>
            <a:off x="309600" y="3438925"/>
            <a:ext cx="1962900" cy="698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900">
                <a:solidFill>
                  <a:schemeClr val="dk2"/>
                </a:solidFill>
                <a:latin typeface="Fahkwang"/>
                <a:ea typeface="Fahkwang"/>
                <a:cs typeface="Fahkwang"/>
                <a:sym typeface="Fahkwang"/>
              </a:rPr>
              <a:t>THIS IS VENUS</a:t>
            </a:r>
            <a:endParaRPr sz="1900">
              <a:solidFill>
                <a:schemeClr val="dk2"/>
              </a:solidFill>
              <a:latin typeface="Fahkwang"/>
              <a:ea typeface="Fahkwang"/>
              <a:cs typeface="Fahkwang"/>
              <a:sym typeface="Fahkwang"/>
            </a:endParaRPr>
          </a:p>
        </p:txBody>
      </p:sp>
      <p:sp>
        <p:nvSpPr>
          <p:cNvPr id="282" name="Google Shape;282;p38"/>
          <p:cNvSpPr txBox="1"/>
          <p:nvPr/>
        </p:nvSpPr>
        <p:spPr>
          <a:xfrm>
            <a:off x="309571" y="4137463"/>
            <a:ext cx="1962900" cy="60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tkinson Hyperlegible Next Light"/>
                <a:ea typeface="Atkinson Hyperlegible Next Light"/>
                <a:cs typeface="Atkinson Hyperlegible Next Light"/>
                <a:sym typeface="Atkinson Hyperlegible Next Light"/>
              </a:rPr>
              <a:t>Venus is the second planet from the Sun</a:t>
            </a:r>
            <a:endParaRPr sz="1200">
              <a:solidFill>
                <a:schemeClr val="dk1"/>
              </a:solidFill>
              <a:latin typeface="Atkinson Hyperlegible Next Light"/>
              <a:ea typeface="Atkinson Hyperlegible Next Light"/>
              <a:cs typeface="Atkinson Hyperlegible Next Light"/>
              <a:sym typeface="Atkinson Hyperlegible Next Light"/>
            </a:endParaRPr>
          </a:p>
        </p:txBody>
      </p:sp>
      <p:sp>
        <p:nvSpPr>
          <p:cNvPr id="283" name="Google Shape;283;p38"/>
          <p:cNvSpPr txBox="1"/>
          <p:nvPr/>
        </p:nvSpPr>
        <p:spPr>
          <a:xfrm>
            <a:off x="2524001" y="3438925"/>
            <a:ext cx="1962900" cy="698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900">
                <a:solidFill>
                  <a:schemeClr val="dk2"/>
                </a:solidFill>
                <a:latin typeface="Fahkwang"/>
                <a:ea typeface="Fahkwang"/>
                <a:cs typeface="Fahkwang"/>
                <a:sym typeface="Fahkwang"/>
              </a:rPr>
              <a:t>THIS IS SATURN</a:t>
            </a:r>
            <a:endParaRPr sz="1900">
              <a:solidFill>
                <a:schemeClr val="dk2"/>
              </a:solidFill>
              <a:latin typeface="Fahkwang"/>
              <a:ea typeface="Fahkwang"/>
              <a:cs typeface="Fahkwang"/>
              <a:sym typeface="Fahkwang"/>
            </a:endParaRPr>
          </a:p>
        </p:txBody>
      </p:sp>
      <p:sp>
        <p:nvSpPr>
          <p:cNvPr id="284" name="Google Shape;284;p38"/>
          <p:cNvSpPr txBox="1"/>
          <p:nvPr/>
        </p:nvSpPr>
        <p:spPr>
          <a:xfrm>
            <a:off x="2523981" y="4137463"/>
            <a:ext cx="1962900" cy="60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tkinson Hyperlegible Next Light"/>
                <a:ea typeface="Atkinson Hyperlegible Next Light"/>
                <a:cs typeface="Atkinson Hyperlegible Next Light"/>
                <a:sym typeface="Atkinson Hyperlegible Next Light"/>
              </a:rPr>
              <a:t>Saturn is composed of hydrogen and helium</a:t>
            </a:r>
            <a:endParaRPr sz="1200">
              <a:solidFill>
                <a:schemeClr val="dk1"/>
              </a:solidFill>
              <a:latin typeface="Atkinson Hyperlegible Next Light"/>
              <a:ea typeface="Atkinson Hyperlegible Next Light"/>
              <a:cs typeface="Atkinson Hyperlegible Next Light"/>
              <a:sym typeface="Atkinson Hyperlegible Next Light"/>
            </a:endParaRPr>
          </a:p>
        </p:txBody>
      </p:sp>
      <p:sp>
        <p:nvSpPr>
          <p:cNvPr id="285" name="Google Shape;285;p38"/>
          <p:cNvSpPr txBox="1"/>
          <p:nvPr/>
        </p:nvSpPr>
        <p:spPr>
          <a:xfrm>
            <a:off x="4738403" y="3438925"/>
            <a:ext cx="1962900" cy="698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900">
                <a:solidFill>
                  <a:schemeClr val="dk2"/>
                </a:solidFill>
                <a:latin typeface="Fahkwang"/>
                <a:ea typeface="Fahkwang"/>
                <a:cs typeface="Fahkwang"/>
                <a:sym typeface="Fahkwang"/>
              </a:rPr>
              <a:t>THIS IS MARS</a:t>
            </a:r>
            <a:endParaRPr sz="1900">
              <a:solidFill>
                <a:schemeClr val="dk2"/>
              </a:solidFill>
              <a:latin typeface="Fahkwang"/>
              <a:ea typeface="Fahkwang"/>
              <a:cs typeface="Fahkwang"/>
              <a:sym typeface="Fahkwang"/>
            </a:endParaRPr>
          </a:p>
        </p:txBody>
      </p:sp>
      <p:sp>
        <p:nvSpPr>
          <p:cNvPr id="286" name="Google Shape;286;p38"/>
          <p:cNvSpPr txBox="1"/>
          <p:nvPr/>
        </p:nvSpPr>
        <p:spPr>
          <a:xfrm>
            <a:off x="4738391" y="4137463"/>
            <a:ext cx="1962900" cy="60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tkinson Hyperlegible Next Light"/>
                <a:ea typeface="Atkinson Hyperlegible Next Light"/>
                <a:cs typeface="Atkinson Hyperlegible Next Light"/>
                <a:sym typeface="Atkinson Hyperlegible Next Light"/>
              </a:rPr>
              <a:t>Despite being red, Mars is actually a cold place</a:t>
            </a:r>
            <a:endParaRPr sz="1200">
              <a:solidFill>
                <a:schemeClr val="dk1"/>
              </a:solidFill>
              <a:latin typeface="Atkinson Hyperlegible Next Light"/>
              <a:ea typeface="Atkinson Hyperlegible Next Light"/>
              <a:cs typeface="Atkinson Hyperlegible Next Light"/>
              <a:sym typeface="Atkinson Hyperlegible Next Light"/>
            </a:endParaRPr>
          </a:p>
        </p:txBody>
      </p:sp>
      <p:sp>
        <p:nvSpPr>
          <p:cNvPr id="287" name="Google Shape;287;p38"/>
          <p:cNvSpPr txBox="1"/>
          <p:nvPr/>
        </p:nvSpPr>
        <p:spPr>
          <a:xfrm>
            <a:off x="6952804" y="3438925"/>
            <a:ext cx="1962900" cy="698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900">
                <a:solidFill>
                  <a:schemeClr val="dk2"/>
                </a:solidFill>
                <a:latin typeface="Fahkwang"/>
                <a:ea typeface="Fahkwang"/>
                <a:cs typeface="Fahkwang"/>
                <a:sym typeface="Fahkwang"/>
              </a:rPr>
              <a:t>THIS IS NEPTUNE</a:t>
            </a:r>
            <a:endParaRPr sz="1900">
              <a:solidFill>
                <a:schemeClr val="dk2"/>
              </a:solidFill>
              <a:latin typeface="Fahkwang"/>
              <a:ea typeface="Fahkwang"/>
              <a:cs typeface="Fahkwang"/>
              <a:sym typeface="Fahkwang"/>
            </a:endParaRPr>
          </a:p>
        </p:txBody>
      </p:sp>
      <p:sp>
        <p:nvSpPr>
          <p:cNvPr id="288" name="Google Shape;288;p38"/>
          <p:cNvSpPr txBox="1"/>
          <p:nvPr/>
        </p:nvSpPr>
        <p:spPr>
          <a:xfrm>
            <a:off x="6952800" y="4137463"/>
            <a:ext cx="1962900" cy="60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tkinson Hyperlegible Next Light"/>
                <a:ea typeface="Atkinson Hyperlegible Next Light"/>
                <a:cs typeface="Atkinson Hyperlegible Next Light"/>
                <a:sym typeface="Atkinson Hyperlegible Next Light"/>
              </a:rPr>
              <a:t>Neptune is the farthest planet from the Sun</a:t>
            </a:r>
            <a:endParaRPr sz="1200">
              <a:solidFill>
                <a:schemeClr val="dk1"/>
              </a:solidFill>
              <a:latin typeface="Atkinson Hyperlegible Next Light"/>
              <a:ea typeface="Atkinson Hyperlegible Next Light"/>
              <a:cs typeface="Atkinson Hyperlegible Next Light"/>
              <a:sym typeface="Atkinson Hyperlegible Next Light"/>
            </a:endParaRPr>
          </a:p>
        </p:txBody>
      </p:sp>
      <p:sp>
        <p:nvSpPr>
          <p:cNvPr id="289" name="Google Shape;289;p38"/>
          <p:cNvSpPr txBox="1"/>
          <p:nvPr/>
        </p:nvSpPr>
        <p:spPr>
          <a:xfrm>
            <a:off x="309593" y="978225"/>
            <a:ext cx="19629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dk1"/>
                </a:solidFill>
                <a:latin typeface="Fahkwang"/>
                <a:ea typeface="Fahkwang"/>
                <a:cs typeface="Fahkwang"/>
                <a:sym typeface="Fahkwang"/>
              </a:rPr>
              <a:t>01</a:t>
            </a:r>
            <a:endParaRPr sz="2400">
              <a:solidFill>
                <a:schemeClr val="dk1"/>
              </a:solidFill>
              <a:latin typeface="Fahkwang"/>
              <a:ea typeface="Fahkwang"/>
              <a:cs typeface="Fahkwang"/>
              <a:sym typeface="Fahkwang"/>
            </a:endParaRPr>
          </a:p>
        </p:txBody>
      </p:sp>
      <p:sp>
        <p:nvSpPr>
          <p:cNvPr id="290" name="Google Shape;290;p38"/>
          <p:cNvSpPr txBox="1"/>
          <p:nvPr/>
        </p:nvSpPr>
        <p:spPr>
          <a:xfrm>
            <a:off x="2523999" y="978225"/>
            <a:ext cx="19629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dk1"/>
                </a:solidFill>
                <a:latin typeface="Fahkwang"/>
                <a:ea typeface="Fahkwang"/>
                <a:cs typeface="Fahkwang"/>
                <a:sym typeface="Fahkwang"/>
              </a:rPr>
              <a:t>02</a:t>
            </a:r>
            <a:endParaRPr sz="2400">
              <a:solidFill>
                <a:schemeClr val="dk1"/>
              </a:solidFill>
              <a:latin typeface="Fahkwang"/>
              <a:ea typeface="Fahkwang"/>
              <a:cs typeface="Fahkwang"/>
              <a:sym typeface="Fahkwang"/>
            </a:endParaRPr>
          </a:p>
        </p:txBody>
      </p:sp>
      <p:sp>
        <p:nvSpPr>
          <p:cNvPr id="291" name="Google Shape;291;p38"/>
          <p:cNvSpPr txBox="1"/>
          <p:nvPr/>
        </p:nvSpPr>
        <p:spPr>
          <a:xfrm>
            <a:off x="4738405" y="978225"/>
            <a:ext cx="19629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dk1"/>
                </a:solidFill>
                <a:latin typeface="Fahkwang"/>
                <a:ea typeface="Fahkwang"/>
                <a:cs typeface="Fahkwang"/>
                <a:sym typeface="Fahkwang"/>
              </a:rPr>
              <a:t>03</a:t>
            </a:r>
            <a:endParaRPr sz="2400">
              <a:solidFill>
                <a:schemeClr val="dk1"/>
              </a:solidFill>
              <a:latin typeface="Fahkwang"/>
              <a:ea typeface="Fahkwang"/>
              <a:cs typeface="Fahkwang"/>
              <a:sym typeface="Fahkwang"/>
            </a:endParaRPr>
          </a:p>
        </p:txBody>
      </p:sp>
      <p:sp>
        <p:nvSpPr>
          <p:cNvPr id="292" name="Google Shape;292;p38"/>
          <p:cNvSpPr txBox="1"/>
          <p:nvPr/>
        </p:nvSpPr>
        <p:spPr>
          <a:xfrm>
            <a:off x="6952812" y="978225"/>
            <a:ext cx="1962900" cy="5334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a:solidFill>
                  <a:schemeClr val="dk1"/>
                </a:solidFill>
                <a:latin typeface="Fahkwang"/>
                <a:ea typeface="Fahkwang"/>
                <a:cs typeface="Fahkwang"/>
                <a:sym typeface="Fahkwang"/>
              </a:rPr>
              <a:t>04</a:t>
            </a:r>
            <a:endParaRPr sz="2400">
              <a:solidFill>
                <a:schemeClr val="dk1"/>
              </a:solidFill>
              <a:latin typeface="Fahkwang"/>
              <a:ea typeface="Fahkwang"/>
              <a:cs typeface="Fahkwang"/>
              <a:sym typeface="Fahkwang"/>
            </a:endParaRPr>
          </a:p>
        </p:txBody>
      </p:sp>
      <p:cxnSp>
        <p:nvCxnSpPr>
          <p:cNvPr id="293" name="Google Shape;293;p38"/>
          <p:cNvCxnSpPr/>
          <p:nvPr/>
        </p:nvCxnSpPr>
        <p:spPr>
          <a:xfrm>
            <a:off x="234571" y="1110875"/>
            <a:ext cx="0" cy="3632100"/>
          </a:xfrm>
          <a:prstGeom prst="straightConnector1">
            <a:avLst/>
          </a:prstGeom>
          <a:noFill/>
          <a:ln w="9525" cap="flat" cmpd="sng">
            <a:solidFill>
              <a:schemeClr val="dk2"/>
            </a:solidFill>
            <a:prstDash val="solid"/>
            <a:round/>
            <a:headEnd type="none" w="med" len="med"/>
            <a:tailEnd type="none" w="med" len="med"/>
          </a:ln>
        </p:spPr>
      </p:cxnSp>
      <p:cxnSp>
        <p:nvCxnSpPr>
          <p:cNvPr id="294" name="Google Shape;294;p38"/>
          <p:cNvCxnSpPr/>
          <p:nvPr/>
        </p:nvCxnSpPr>
        <p:spPr>
          <a:xfrm>
            <a:off x="2448914" y="1110875"/>
            <a:ext cx="0" cy="3632100"/>
          </a:xfrm>
          <a:prstGeom prst="straightConnector1">
            <a:avLst/>
          </a:prstGeom>
          <a:noFill/>
          <a:ln w="9525" cap="flat" cmpd="sng">
            <a:solidFill>
              <a:schemeClr val="dk2"/>
            </a:solidFill>
            <a:prstDash val="solid"/>
            <a:round/>
            <a:headEnd type="none" w="med" len="med"/>
            <a:tailEnd type="none" w="med" len="med"/>
          </a:ln>
        </p:spPr>
      </p:cxnSp>
      <p:cxnSp>
        <p:nvCxnSpPr>
          <p:cNvPr id="295" name="Google Shape;295;p38"/>
          <p:cNvCxnSpPr/>
          <p:nvPr/>
        </p:nvCxnSpPr>
        <p:spPr>
          <a:xfrm>
            <a:off x="4663257" y="1110875"/>
            <a:ext cx="0" cy="3632100"/>
          </a:xfrm>
          <a:prstGeom prst="straightConnector1">
            <a:avLst/>
          </a:prstGeom>
          <a:noFill/>
          <a:ln w="9525" cap="flat" cmpd="sng">
            <a:solidFill>
              <a:schemeClr val="dk2"/>
            </a:solidFill>
            <a:prstDash val="solid"/>
            <a:round/>
            <a:headEnd type="none" w="med" len="med"/>
            <a:tailEnd type="none" w="med" len="med"/>
          </a:ln>
        </p:spPr>
      </p:cxnSp>
      <p:cxnSp>
        <p:nvCxnSpPr>
          <p:cNvPr id="296" name="Google Shape;296;p38"/>
          <p:cNvCxnSpPr/>
          <p:nvPr/>
        </p:nvCxnSpPr>
        <p:spPr>
          <a:xfrm>
            <a:off x="6877600" y="1110875"/>
            <a:ext cx="0" cy="36321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9"/>
          <p:cNvSpPr txBox="1">
            <a:spLocks noGrp="1"/>
          </p:cNvSpPr>
          <p:nvPr>
            <p:ph type="title"/>
          </p:nvPr>
        </p:nvSpPr>
        <p:spPr>
          <a:xfrm>
            <a:off x="228600" y="2286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REPRESENT YOUR DATA HERE</a:t>
            </a:r>
            <a:endParaRPr/>
          </a:p>
        </p:txBody>
      </p:sp>
      <p:graphicFrame>
        <p:nvGraphicFramePr>
          <p:cNvPr id="302" name="Google Shape;302;p39"/>
          <p:cNvGraphicFramePr/>
          <p:nvPr/>
        </p:nvGraphicFramePr>
        <p:xfrm>
          <a:off x="5058475" y="1121875"/>
          <a:ext cx="3372300" cy="3209250"/>
        </p:xfrm>
        <a:graphic>
          <a:graphicData uri="http://schemas.openxmlformats.org/drawingml/2006/table">
            <a:tbl>
              <a:tblPr>
                <a:noFill/>
                <a:tableStyleId>{975B5627-84B3-4A39-A4E9-39DBA54D210B}</a:tableStyleId>
              </a:tblPr>
              <a:tblGrid>
                <a:gridCol w="1136375">
                  <a:extLst>
                    <a:ext uri="{9D8B030D-6E8A-4147-A177-3AD203B41FA5}">
                      <a16:colId xmlns:a16="http://schemas.microsoft.com/office/drawing/2014/main" val="20000"/>
                    </a:ext>
                  </a:extLst>
                </a:gridCol>
                <a:gridCol w="1136375">
                  <a:extLst>
                    <a:ext uri="{9D8B030D-6E8A-4147-A177-3AD203B41FA5}">
                      <a16:colId xmlns:a16="http://schemas.microsoft.com/office/drawing/2014/main" val="20001"/>
                    </a:ext>
                  </a:extLst>
                </a:gridCol>
                <a:gridCol w="1099550">
                  <a:extLst>
                    <a:ext uri="{9D8B030D-6E8A-4147-A177-3AD203B41FA5}">
                      <a16:colId xmlns:a16="http://schemas.microsoft.com/office/drawing/2014/main" val="20002"/>
                    </a:ext>
                  </a:extLst>
                </a:gridCol>
              </a:tblGrid>
              <a:tr h="641850">
                <a:tc>
                  <a:txBody>
                    <a:bodyPr/>
                    <a:lstStyle/>
                    <a:p>
                      <a:pPr marL="0" lvl="0" indent="0" algn="ctr" rtl="0">
                        <a:spcBef>
                          <a:spcPts val="0"/>
                        </a:spcBef>
                        <a:spcAft>
                          <a:spcPts val="0"/>
                        </a:spcAft>
                        <a:buNone/>
                      </a:pPr>
                      <a:r>
                        <a:rPr lang="en">
                          <a:solidFill>
                            <a:schemeClr val="dk1"/>
                          </a:solidFill>
                          <a:latin typeface="Fahkwang"/>
                          <a:ea typeface="Fahkwang"/>
                          <a:cs typeface="Fahkwang"/>
                          <a:sym typeface="Fahkwang"/>
                        </a:rPr>
                        <a:t>YEAR</a:t>
                      </a:r>
                      <a:endParaRPr>
                        <a:solidFill>
                          <a:schemeClr val="dk1"/>
                        </a:solidFill>
                        <a:latin typeface="Fahkwang"/>
                        <a:ea typeface="Fahkwang"/>
                        <a:cs typeface="Fahkwang"/>
                        <a:sym typeface="Fahkwang"/>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Fahkwang"/>
                          <a:ea typeface="Fahkwang"/>
                          <a:cs typeface="Fahkwang"/>
                          <a:sym typeface="Fahkwang"/>
                        </a:rPr>
                        <a:t>VENUS</a:t>
                      </a:r>
                      <a:endParaRPr>
                        <a:solidFill>
                          <a:schemeClr val="dk1"/>
                        </a:solidFill>
                        <a:latin typeface="Fahkwang"/>
                        <a:ea typeface="Fahkwang"/>
                        <a:cs typeface="Fahkwang"/>
                        <a:sym typeface="Fahkwang"/>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Fahkwang"/>
                          <a:ea typeface="Fahkwang"/>
                          <a:cs typeface="Fahkwang"/>
                          <a:sym typeface="Fahkwang"/>
                        </a:rPr>
                        <a:t>MARS</a:t>
                      </a:r>
                      <a:endParaRPr>
                        <a:solidFill>
                          <a:schemeClr val="dk1"/>
                        </a:solidFill>
                        <a:latin typeface="Fahkwang"/>
                        <a:ea typeface="Fahkwang"/>
                        <a:cs typeface="Fahkwang"/>
                        <a:sym typeface="Fahkwang"/>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41850">
                <a:tc>
                  <a:txBody>
                    <a:bodyPr/>
                    <a:lstStyle/>
                    <a:p>
                      <a:pPr marL="0" lvl="0" indent="0" algn="ctr" rtl="0">
                        <a:spcBef>
                          <a:spcPts val="0"/>
                        </a:spcBef>
                        <a:spcAft>
                          <a:spcPts val="0"/>
                        </a:spcAft>
                        <a:buNone/>
                      </a:pPr>
                      <a:r>
                        <a:rPr lang="en" sz="1600">
                          <a:solidFill>
                            <a:schemeClr val="dk1"/>
                          </a:solidFill>
                          <a:latin typeface="Atkinson Hyperlegible Next Light"/>
                          <a:ea typeface="Atkinson Hyperlegible Next Light"/>
                          <a:cs typeface="Atkinson Hyperlegible Next Light"/>
                          <a:sym typeface="Atkinson Hyperlegible Next Light"/>
                        </a:rPr>
                        <a:t>20xx</a:t>
                      </a:r>
                      <a:endParaRPr sz="1600">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tkinson Hyperlegible Next Light"/>
                          <a:ea typeface="Atkinson Hyperlegible Next Light"/>
                          <a:cs typeface="Atkinson Hyperlegible Next Light"/>
                          <a:sym typeface="Atkinson Hyperlegible Next Light"/>
                        </a:rPr>
                        <a:t>$0.30</a:t>
                      </a:r>
                      <a:endParaRPr>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tkinson Hyperlegible Next Light"/>
                          <a:ea typeface="Atkinson Hyperlegible Next Light"/>
                          <a:cs typeface="Atkinson Hyperlegible Next Light"/>
                          <a:sym typeface="Atkinson Hyperlegible Next Light"/>
                        </a:rPr>
                        <a:t>$31.90</a:t>
                      </a:r>
                      <a:endParaRPr>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641850">
                <a:tc>
                  <a:txBody>
                    <a:bodyPr/>
                    <a:lstStyle/>
                    <a:p>
                      <a:pPr marL="0" lvl="0" indent="0" algn="ctr" rtl="0">
                        <a:spcBef>
                          <a:spcPts val="0"/>
                        </a:spcBef>
                        <a:spcAft>
                          <a:spcPts val="0"/>
                        </a:spcAft>
                        <a:buNone/>
                      </a:pPr>
                      <a:r>
                        <a:rPr lang="en" sz="1600">
                          <a:solidFill>
                            <a:schemeClr val="dk1"/>
                          </a:solidFill>
                          <a:latin typeface="Atkinson Hyperlegible Next Light"/>
                          <a:ea typeface="Atkinson Hyperlegible Next Light"/>
                          <a:cs typeface="Atkinson Hyperlegible Next Light"/>
                          <a:sym typeface="Atkinson Hyperlegible Next Light"/>
                        </a:rPr>
                        <a:t>20xx</a:t>
                      </a:r>
                      <a:endParaRPr sz="1600">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tkinson Hyperlegible Next Light"/>
                          <a:ea typeface="Atkinson Hyperlegible Next Light"/>
                          <a:cs typeface="Atkinson Hyperlegible Next Light"/>
                          <a:sym typeface="Atkinson Hyperlegible Next Light"/>
                        </a:rPr>
                        <a:t>$3.90</a:t>
                      </a:r>
                      <a:endParaRPr>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tkinson Hyperlegible Next Light"/>
                          <a:ea typeface="Atkinson Hyperlegible Next Light"/>
                          <a:cs typeface="Atkinson Hyperlegible Next Light"/>
                          <a:sym typeface="Atkinson Hyperlegible Next Light"/>
                        </a:rPr>
                        <a:t>$15.40</a:t>
                      </a:r>
                      <a:endParaRPr>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641850">
                <a:tc>
                  <a:txBody>
                    <a:bodyPr/>
                    <a:lstStyle/>
                    <a:p>
                      <a:pPr marL="0" lvl="0" indent="0" algn="ctr" rtl="0">
                        <a:spcBef>
                          <a:spcPts val="0"/>
                        </a:spcBef>
                        <a:spcAft>
                          <a:spcPts val="0"/>
                        </a:spcAft>
                        <a:buNone/>
                      </a:pPr>
                      <a:r>
                        <a:rPr lang="en" sz="1600">
                          <a:solidFill>
                            <a:schemeClr val="dk1"/>
                          </a:solidFill>
                          <a:latin typeface="Atkinson Hyperlegible Next Light"/>
                          <a:ea typeface="Atkinson Hyperlegible Next Light"/>
                          <a:cs typeface="Atkinson Hyperlegible Next Light"/>
                          <a:sym typeface="Atkinson Hyperlegible Next Light"/>
                        </a:rPr>
                        <a:t>20xx</a:t>
                      </a:r>
                      <a:endParaRPr sz="1600">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tkinson Hyperlegible Next Light"/>
                          <a:ea typeface="Atkinson Hyperlegible Next Light"/>
                          <a:cs typeface="Atkinson Hyperlegible Next Light"/>
                          <a:sym typeface="Atkinson Hyperlegible Next Light"/>
                        </a:rPr>
                        <a:t>$157.30</a:t>
                      </a:r>
                      <a:endParaRPr>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tkinson Hyperlegible Next Light"/>
                          <a:ea typeface="Atkinson Hyperlegible Next Light"/>
                          <a:cs typeface="Atkinson Hyperlegible Next Light"/>
                          <a:sym typeface="Atkinson Hyperlegible Next Light"/>
                        </a:rPr>
                        <a:t>$492.80</a:t>
                      </a:r>
                      <a:endParaRPr>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641850">
                <a:tc>
                  <a:txBody>
                    <a:bodyPr/>
                    <a:lstStyle/>
                    <a:p>
                      <a:pPr marL="0" lvl="0" indent="0" algn="ctr" rtl="0">
                        <a:spcBef>
                          <a:spcPts val="0"/>
                        </a:spcBef>
                        <a:spcAft>
                          <a:spcPts val="0"/>
                        </a:spcAft>
                        <a:buNone/>
                      </a:pPr>
                      <a:r>
                        <a:rPr lang="en" sz="1600">
                          <a:solidFill>
                            <a:schemeClr val="dk1"/>
                          </a:solidFill>
                          <a:latin typeface="Atkinson Hyperlegible Next Light"/>
                          <a:ea typeface="Atkinson Hyperlegible Next Light"/>
                          <a:cs typeface="Atkinson Hyperlegible Next Light"/>
                          <a:sym typeface="Atkinson Hyperlegible Next Light"/>
                        </a:rPr>
                        <a:t>20xx</a:t>
                      </a:r>
                      <a:endParaRPr sz="1600">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tkinson Hyperlegible Next Light"/>
                          <a:ea typeface="Atkinson Hyperlegible Next Light"/>
                          <a:cs typeface="Atkinson Hyperlegible Next Light"/>
                          <a:sym typeface="Atkinson Hyperlegible Next Light"/>
                        </a:rPr>
                        <a:t>$3,368.20</a:t>
                      </a:r>
                      <a:endParaRPr>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tkinson Hyperlegible Next Light"/>
                          <a:ea typeface="Atkinson Hyperlegible Next Light"/>
                          <a:cs typeface="Atkinson Hyperlegible Next Light"/>
                          <a:sym typeface="Atkinson Hyperlegible Next Light"/>
                        </a:rPr>
                        <a:t>$13,929.80</a:t>
                      </a:r>
                      <a:endParaRPr>
                        <a:solidFill>
                          <a:schemeClr val="dk1"/>
                        </a:solidFill>
                        <a:latin typeface="Atkinson Hyperlegible Next Light"/>
                        <a:ea typeface="Atkinson Hyperlegible Next Light"/>
                        <a:cs typeface="Atkinson Hyperlegible Next Light"/>
                        <a:sym typeface="Atkinson Hyperlegible Next Light"/>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3" name="Google Shape;303;p39"/>
          <p:cNvSpPr txBox="1"/>
          <p:nvPr/>
        </p:nvSpPr>
        <p:spPr>
          <a:xfrm>
            <a:off x="366075" y="3459575"/>
            <a:ext cx="1768800" cy="401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2"/>
                </a:solidFill>
                <a:latin typeface="Fahkwang"/>
                <a:ea typeface="Fahkwang"/>
                <a:cs typeface="Fahkwang"/>
                <a:sym typeface="Fahkwang"/>
              </a:rPr>
              <a:t>THIS IS MARS</a:t>
            </a:r>
            <a:endParaRPr sz="1600">
              <a:solidFill>
                <a:schemeClr val="dk2"/>
              </a:solidFill>
              <a:latin typeface="Fahkwang"/>
              <a:ea typeface="Fahkwang"/>
              <a:cs typeface="Fahkwang"/>
              <a:sym typeface="Fahkwang"/>
            </a:endParaRPr>
          </a:p>
        </p:txBody>
      </p:sp>
      <p:sp>
        <p:nvSpPr>
          <p:cNvPr id="304" name="Google Shape;304;p39"/>
          <p:cNvSpPr txBox="1"/>
          <p:nvPr/>
        </p:nvSpPr>
        <p:spPr>
          <a:xfrm>
            <a:off x="366075" y="3785050"/>
            <a:ext cx="1916700" cy="8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tkinson Hyperlegible Next Light"/>
                <a:ea typeface="Atkinson Hyperlegible Next Light"/>
                <a:cs typeface="Atkinson Hyperlegible Next Light"/>
                <a:sym typeface="Atkinson Hyperlegible Next Light"/>
              </a:rPr>
              <a:t>Despite being red, Mars is actually a really cold place</a:t>
            </a:r>
            <a:endParaRPr sz="1200">
              <a:solidFill>
                <a:schemeClr val="dk1"/>
              </a:solidFill>
              <a:latin typeface="Atkinson Hyperlegible Next Light"/>
              <a:ea typeface="Atkinson Hyperlegible Next Light"/>
              <a:cs typeface="Atkinson Hyperlegible Next Light"/>
              <a:sym typeface="Atkinson Hyperlegible Next Light"/>
            </a:endParaRPr>
          </a:p>
        </p:txBody>
      </p:sp>
      <p:sp>
        <p:nvSpPr>
          <p:cNvPr id="305" name="Google Shape;305;p39"/>
          <p:cNvSpPr txBox="1"/>
          <p:nvPr/>
        </p:nvSpPr>
        <p:spPr>
          <a:xfrm>
            <a:off x="2659125" y="3459575"/>
            <a:ext cx="2088900" cy="401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chemeClr val="dk2"/>
                </a:solidFill>
                <a:latin typeface="Fahkwang"/>
                <a:ea typeface="Fahkwang"/>
                <a:cs typeface="Fahkwang"/>
                <a:sym typeface="Fahkwang"/>
              </a:rPr>
              <a:t>THIS IS NEPTUNE</a:t>
            </a:r>
            <a:endParaRPr sz="1600">
              <a:solidFill>
                <a:schemeClr val="dk2"/>
              </a:solidFill>
              <a:latin typeface="Fahkwang"/>
              <a:ea typeface="Fahkwang"/>
              <a:cs typeface="Fahkwang"/>
              <a:sym typeface="Fahkwang"/>
            </a:endParaRPr>
          </a:p>
        </p:txBody>
      </p:sp>
      <p:sp>
        <p:nvSpPr>
          <p:cNvPr id="306" name="Google Shape;306;p39"/>
          <p:cNvSpPr txBox="1"/>
          <p:nvPr/>
        </p:nvSpPr>
        <p:spPr>
          <a:xfrm>
            <a:off x="2659127" y="3784971"/>
            <a:ext cx="1768800" cy="8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Atkinson Hyperlegible Next Light"/>
                <a:ea typeface="Atkinson Hyperlegible Next Light"/>
                <a:cs typeface="Atkinson Hyperlegible Next Light"/>
                <a:sym typeface="Atkinson Hyperlegible Next Light"/>
              </a:rPr>
              <a:t>Neptune is the farthest planet from the Sun</a:t>
            </a:r>
            <a:endParaRPr sz="1200">
              <a:solidFill>
                <a:schemeClr val="dk1"/>
              </a:solidFill>
              <a:latin typeface="Atkinson Hyperlegible Next Light"/>
              <a:ea typeface="Atkinson Hyperlegible Next Light"/>
              <a:cs typeface="Atkinson Hyperlegible Next Light"/>
              <a:sym typeface="Atkinson Hyperlegible Next Light"/>
            </a:endParaRPr>
          </a:p>
        </p:txBody>
      </p:sp>
      <p:sp>
        <p:nvSpPr>
          <p:cNvPr id="307" name="Google Shape;307;p39"/>
          <p:cNvSpPr txBox="1"/>
          <p:nvPr/>
        </p:nvSpPr>
        <p:spPr>
          <a:xfrm>
            <a:off x="228600" y="4659450"/>
            <a:ext cx="7704000" cy="246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191919"/>
                </a:solidFill>
                <a:latin typeface="Atkinson Hyperlegible Next Light"/>
                <a:ea typeface="Atkinson Hyperlegible Next Light"/>
                <a:cs typeface="Atkinson Hyperlegible Next Light"/>
                <a:sym typeface="Atkinson Hyperlegible Next Light"/>
              </a:rPr>
              <a:t>Follow the link in the graph to modify its data and then paste the new one here. </a:t>
            </a:r>
            <a:r>
              <a:rPr lang="en" sz="1000" u="sng">
                <a:solidFill>
                  <a:srgbClr val="191919"/>
                </a:solidFill>
                <a:latin typeface="Atkinson Hyperlegible Next Light"/>
                <a:ea typeface="Atkinson Hyperlegible Next Light"/>
                <a:cs typeface="Atkinson Hyperlegible Next Light"/>
                <a:sym typeface="Atkinson Hyperlegible Next Light"/>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000" u="sng">
              <a:solidFill>
                <a:srgbClr val="191919"/>
              </a:solidFill>
              <a:latin typeface="Atkinson Hyperlegible Next Light"/>
              <a:ea typeface="Atkinson Hyperlegible Next Light"/>
              <a:cs typeface="Atkinson Hyperlegible Next Light"/>
              <a:sym typeface="Atkinson Hyperlegible Next Light"/>
            </a:endParaRPr>
          </a:p>
        </p:txBody>
      </p:sp>
      <p:sp>
        <p:nvSpPr>
          <p:cNvPr id="308" name="Google Shape;308;p39"/>
          <p:cNvSpPr/>
          <p:nvPr/>
        </p:nvSpPr>
        <p:spPr>
          <a:xfrm>
            <a:off x="449050" y="3275043"/>
            <a:ext cx="389700" cy="10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09" name="Google Shape;309;p39"/>
          <p:cNvSpPr/>
          <p:nvPr/>
        </p:nvSpPr>
        <p:spPr>
          <a:xfrm>
            <a:off x="2735325" y="3275043"/>
            <a:ext cx="389700" cy="100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pic>
        <p:nvPicPr>
          <p:cNvPr id="310" name="Google Shape;310;p39" title="Chart">
            <a:hlinkClick r:id="rId4"/>
          </p:cNvPr>
          <p:cNvPicPr preferRelativeResize="0"/>
          <p:nvPr/>
        </p:nvPicPr>
        <p:blipFill>
          <a:blip r:embed="rId5">
            <a:alphaModFix/>
          </a:blip>
          <a:stretch>
            <a:fillRect/>
          </a:stretch>
        </p:blipFill>
        <p:spPr>
          <a:xfrm>
            <a:off x="315350" y="1059975"/>
            <a:ext cx="3991901" cy="20626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0"/>
          <p:cNvSpPr txBox="1">
            <a:spLocks noGrp="1"/>
          </p:cNvSpPr>
          <p:nvPr>
            <p:ph type="title"/>
          </p:nvPr>
        </p:nvSpPr>
        <p:spPr>
          <a:xfrm>
            <a:off x="4893000" y="1112150"/>
            <a:ext cx="4022400" cy="75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333,000</a:t>
            </a:r>
            <a:endParaRPr/>
          </a:p>
        </p:txBody>
      </p:sp>
      <p:sp>
        <p:nvSpPr>
          <p:cNvPr id="316" name="Google Shape;316;p40"/>
          <p:cNvSpPr txBox="1">
            <a:spLocks noGrp="1"/>
          </p:cNvSpPr>
          <p:nvPr>
            <p:ph type="subTitle" idx="1"/>
          </p:nvPr>
        </p:nvSpPr>
        <p:spPr>
          <a:xfrm>
            <a:off x="4893000" y="1810309"/>
            <a:ext cx="4022400" cy="44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Sun’s mass compared to Earth’s</a:t>
            </a:r>
            <a:endParaRPr/>
          </a:p>
        </p:txBody>
      </p:sp>
      <p:sp>
        <p:nvSpPr>
          <p:cNvPr id="317" name="Google Shape;317;p40"/>
          <p:cNvSpPr txBox="1">
            <a:spLocks noGrp="1"/>
          </p:cNvSpPr>
          <p:nvPr>
            <p:ph type="title" idx="2"/>
          </p:nvPr>
        </p:nvSpPr>
        <p:spPr>
          <a:xfrm>
            <a:off x="4893000" y="2885034"/>
            <a:ext cx="4022400" cy="754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386,000 km</a:t>
            </a:r>
            <a:endParaRPr/>
          </a:p>
        </p:txBody>
      </p:sp>
      <p:sp>
        <p:nvSpPr>
          <p:cNvPr id="318" name="Google Shape;318;p40"/>
          <p:cNvSpPr txBox="1">
            <a:spLocks noGrp="1"/>
          </p:cNvSpPr>
          <p:nvPr>
            <p:ph type="subTitle" idx="3"/>
          </p:nvPr>
        </p:nvSpPr>
        <p:spPr>
          <a:xfrm>
            <a:off x="4893000" y="3583150"/>
            <a:ext cx="4022400" cy="448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Distance between Earth and the Moon</a:t>
            </a:r>
            <a:endParaRPr/>
          </a:p>
        </p:txBody>
      </p:sp>
      <p:pic>
        <p:nvPicPr>
          <p:cNvPr id="319" name="Google Shape;319;p40" title="translucent-floral-composition.jpg"/>
          <p:cNvPicPr preferRelativeResize="0">
            <a:picLocks noGrp="1"/>
          </p:cNvPicPr>
          <p:nvPr>
            <p:ph type="pic" idx="4"/>
          </p:nvPr>
        </p:nvPicPr>
        <p:blipFill rotWithShape="1">
          <a:blip r:embed="rId3">
            <a:alphaModFix/>
          </a:blip>
          <a:srcRect t="2633" b="2642"/>
          <a:stretch/>
        </p:blipFill>
        <p:spPr>
          <a:xfrm>
            <a:off x="-12125" y="-9425"/>
            <a:ext cx="4079700" cy="5152799"/>
          </a:xfrm>
          <a:prstGeom prst="rect">
            <a:avLst/>
          </a:prstGeom>
        </p:spPr>
      </p:pic>
      <p:sp>
        <p:nvSpPr>
          <p:cNvPr id="320" name="Google Shape;320;p40"/>
          <p:cNvSpPr/>
          <p:nvPr/>
        </p:nvSpPr>
        <p:spPr>
          <a:xfrm>
            <a:off x="2013775" y="-9425"/>
            <a:ext cx="2053800" cy="5152800"/>
          </a:xfrm>
          <a:prstGeom prst="rect">
            <a:avLst/>
          </a:prstGeom>
          <a:solidFill>
            <a:srgbClr val="FFFFFF">
              <a:alpha val="3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tkinson Hyperlegible Next Light"/>
              <a:ea typeface="Atkinson Hyperlegible Next Light"/>
              <a:cs typeface="Atkinson Hyperlegible Next Light"/>
              <a:sym typeface="Atkinson Hyperlegible Next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1"/>
          <p:cNvSpPr txBox="1">
            <a:spLocks noGrp="1"/>
          </p:cNvSpPr>
          <p:nvPr>
            <p:ph type="title"/>
          </p:nvPr>
        </p:nvSpPr>
        <p:spPr>
          <a:xfrm>
            <a:off x="440000" y="470425"/>
            <a:ext cx="5090100" cy="82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 YOU</a:t>
            </a:r>
            <a:endParaRPr/>
          </a:p>
        </p:txBody>
      </p:sp>
      <p:sp>
        <p:nvSpPr>
          <p:cNvPr id="326" name="Google Shape;326;p41"/>
          <p:cNvSpPr txBox="1">
            <a:spLocks noGrp="1"/>
          </p:cNvSpPr>
          <p:nvPr>
            <p:ph type="subTitle" idx="1"/>
          </p:nvPr>
        </p:nvSpPr>
        <p:spPr>
          <a:xfrm>
            <a:off x="541300" y="1225475"/>
            <a:ext cx="4448100" cy="12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have any questions?</a:t>
            </a:r>
            <a:endParaRPr/>
          </a:p>
          <a:p>
            <a:pPr marL="0" lvl="0" indent="0" algn="l" rtl="0">
              <a:spcBef>
                <a:spcPts val="1000"/>
              </a:spcBef>
              <a:spcAft>
                <a:spcPts val="0"/>
              </a:spcAft>
              <a:buNone/>
            </a:pPr>
            <a:r>
              <a:rPr lang="en"/>
              <a:t>youremail@freepik.com</a:t>
            </a:r>
            <a:endParaRPr/>
          </a:p>
          <a:p>
            <a:pPr marL="0" lvl="0" indent="0" algn="l" rtl="0">
              <a:spcBef>
                <a:spcPts val="0"/>
              </a:spcBef>
              <a:spcAft>
                <a:spcPts val="0"/>
              </a:spcAft>
              <a:buNone/>
            </a:pPr>
            <a:r>
              <a:rPr lang="en"/>
              <a:t>+00 000 000 000</a:t>
            </a:r>
            <a:endParaRPr/>
          </a:p>
          <a:p>
            <a:pPr marL="0" lvl="0" indent="0" algn="l" rtl="0">
              <a:spcBef>
                <a:spcPts val="0"/>
              </a:spcBef>
              <a:spcAft>
                <a:spcPts val="0"/>
              </a:spcAft>
              <a:buNone/>
            </a:pPr>
            <a:r>
              <a:rPr lang="en"/>
              <a:t>yourwebsite.com</a:t>
            </a:r>
            <a:endParaRPr/>
          </a:p>
        </p:txBody>
      </p:sp>
      <p:grpSp>
        <p:nvGrpSpPr>
          <p:cNvPr id="327" name="Google Shape;327;p41"/>
          <p:cNvGrpSpPr/>
          <p:nvPr/>
        </p:nvGrpSpPr>
        <p:grpSpPr>
          <a:xfrm>
            <a:off x="593924" y="2433754"/>
            <a:ext cx="276012" cy="275991"/>
            <a:chOff x="3368074" y="3882537"/>
            <a:chExt cx="215298" cy="215298"/>
          </a:xfrm>
        </p:grpSpPr>
        <p:sp>
          <p:nvSpPr>
            <p:cNvPr id="328" name="Google Shape;328;p41"/>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1"/>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1"/>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41"/>
          <p:cNvGrpSpPr/>
          <p:nvPr/>
        </p:nvGrpSpPr>
        <p:grpSpPr>
          <a:xfrm>
            <a:off x="1229231" y="2452462"/>
            <a:ext cx="266790" cy="238574"/>
            <a:chOff x="3824739" y="3890112"/>
            <a:chExt cx="208105" cy="186110"/>
          </a:xfrm>
        </p:grpSpPr>
        <p:sp>
          <p:nvSpPr>
            <p:cNvPr id="332" name="Google Shape;332;p41"/>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1"/>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1"/>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 name="Google Shape;335;p41"/>
          <p:cNvSpPr txBox="1"/>
          <p:nvPr/>
        </p:nvSpPr>
        <p:spPr>
          <a:xfrm>
            <a:off x="4430600" y="4364800"/>
            <a:ext cx="4151700" cy="2385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1000">
                <a:solidFill>
                  <a:schemeClr val="dk1"/>
                </a:solidFill>
                <a:latin typeface="Atkinson Hyperlegible Next Light"/>
                <a:ea typeface="Atkinson Hyperlegible Next Light"/>
                <a:cs typeface="Atkinson Hyperlegible Next Light"/>
                <a:sym typeface="Atkinson Hyperlegible Next Light"/>
              </a:rPr>
              <a:t>Please keep this slide for attribution</a:t>
            </a:r>
            <a:endParaRPr sz="1000">
              <a:solidFill>
                <a:schemeClr val="dk1"/>
              </a:solidFill>
              <a:latin typeface="Atkinson Hyperlegible Next Light"/>
              <a:ea typeface="Atkinson Hyperlegible Next Light"/>
              <a:cs typeface="Atkinson Hyperlegible Next Light"/>
              <a:sym typeface="Atkinson Hyperlegible Next Light"/>
            </a:endParaRPr>
          </a:p>
        </p:txBody>
      </p:sp>
      <p:sp>
        <p:nvSpPr>
          <p:cNvPr id="336" name="Google Shape;336;p41"/>
          <p:cNvSpPr/>
          <p:nvPr/>
        </p:nvSpPr>
        <p:spPr>
          <a:xfrm>
            <a:off x="1855324" y="2434548"/>
            <a:ext cx="268502" cy="274403"/>
          </a:xfrm>
          <a:custGeom>
            <a:avLst/>
            <a:gdLst/>
            <a:ahLst/>
            <a:cxnLst/>
            <a:rect l="l" t="t" r="r" b="b"/>
            <a:pathLst>
              <a:path w="6712561" h="6860069" extrusionOk="0">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Creative Watercolor by Slidesgo">
  <a:themeElements>
    <a:clrScheme name="Simple Light">
      <a:dk1>
        <a:srgbClr val="2C1414"/>
      </a:dk1>
      <a:lt1>
        <a:srgbClr val="F0D9CC"/>
      </a:lt1>
      <a:dk2>
        <a:srgbClr val="2C1414"/>
      </a:dk2>
      <a:lt2>
        <a:srgbClr val="E9C3AE"/>
      </a:lt2>
      <a:accent1>
        <a:srgbClr val="FFFFFF"/>
      </a:accent1>
      <a:accent2>
        <a:srgbClr val="FFFFFF"/>
      </a:accent2>
      <a:accent3>
        <a:srgbClr val="FFFFFF"/>
      </a:accent3>
      <a:accent4>
        <a:srgbClr val="FFFFFF"/>
      </a:accent4>
      <a:accent5>
        <a:srgbClr val="FFFFFF"/>
      </a:accent5>
      <a:accent6>
        <a:srgbClr val="FFFFFF"/>
      </a:accent6>
      <a:hlink>
        <a:srgbClr val="2C141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800</Words>
  <Application>Microsoft Office PowerPoint</Application>
  <PresentationFormat>Экран (16:9)</PresentationFormat>
  <Paragraphs>114</Paragraphs>
  <Slides>14</Slides>
  <Notes>14</Notes>
  <HiddenSlides>0</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14</vt:i4>
      </vt:variant>
    </vt:vector>
  </HeadingPairs>
  <TitlesOfParts>
    <vt:vector size="26" baseType="lpstr">
      <vt:lpstr>Fahkwang Light</vt:lpstr>
      <vt:lpstr>Atkinson Hyperlegible Next Light</vt:lpstr>
      <vt:lpstr>Darker Grotesque SemiBold</vt:lpstr>
      <vt:lpstr>Calibri</vt:lpstr>
      <vt:lpstr>Raleway</vt:lpstr>
      <vt:lpstr>Hanken Grotesk</vt:lpstr>
      <vt:lpstr>Fahkwang</vt:lpstr>
      <vt:lpstr>Atkinson Hyperlegible Next</vt:lpstr>
      <vt:lpstr>Open Sans</vt:lpstr>
      <vt:lpstr>Arial</vt:lpstr>
      <vt:lpstr>IBM Plex Sans Light</vt:lpstr>
      <vt:lpstr>Creative Watercolor by Slidesgo</vt:lpstr>
      <vt:lpstr>CREATIVE WATERCOLOR</vt:lpstr>
      <vt:lpstr>CONTENTS OF THIS TEMPLATE</vt:lpstr>
      <vt:lpstr>TABLE OF CONTENTS</vt:lpstr>
      <vt:lpstr>YOU CAN WRITE HERE A LONG TITLE TO CAPTIVATE THE AUDIENCE ATTENTION</vt:lpstr>
      <vt:lpstr>NAME OF THE SECTION</vt:lpstr>
      <vt:lpstr>LET’S HAVE A LOOK</vt:lpstr>
      <vt:lpstr>TWO IDEAS</vt:lpstr>
      <vt:lpstr>THREE IDEAS</vt:lpstr>
      <vt:lpstr>SIX IDEAS</vt:lpstr>
      <vt:lpstr>A PICTURE IS WORTH A THOUSAND WORDS</vt:lpstr>
      <vt:lpstr>OUR HISTORY</vt:lpstr>
      <vt:lpstr>REPRESENT YOUR DATA HERE</vt:lpstr>
      <vt:lpstr>333,000</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CREATIVE WATERCOLOR</dc:title>
  <cp:lastModifiedBy>я</cp:lastModifiedBy>
  <cp:revision>1</cp:revision>
  <dcterms:modified xsi:type="dcterms:W3CDTF">2026-02-19T10:45:39Z</dcterms:modified>
</cp:coreProperties>
</file>
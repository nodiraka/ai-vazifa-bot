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Lst>
  <p:sldSz cx="9144000" cy="5143500" type="screen16x9"/>
  <p:notesSz cx="6858000" cy="9144000"/>
  <p:embeddedFontLst>
    <p:embeddedFont>
      <p:font typeface="Figtree ExtraBold" panose="020B0604020202020204" charset="0"/>
      <p:bold r:id="rId23"/>
      <p:boldItalic r:id="rId24"/>
    </p:embeddedFont>
    <p:embeddedFont>
      <p:font typeface="Raleway" panose="020B0604020202020204" charset="-52"/>
      <p:regular r:id="rId25"/>
      <p:bold r:id="rId26"/>
      <p:italic r:id="rId27"/>
      <p:boldItalic r:id="rId28"/>
    </p:embeddedFont>
    <p:embeddedFont>
      <p:font typeface="Figtree SemiBold" panose="020B0604020202020204" charset="0"/>
      <p:regular r:id="rId29"/>
      <p:bold r:id="rId30"/>
      <p:italic r:id="rId31"/>
      <p:boldItalic r:id="rId32"/>
    </p:embeddedFont>
    <p:embeddedFont>
      <p:font typeface="Figtree Black" panose="020B0604020202020204" charset="0"/>
      <p:bold r:id="rId33"/>
      <p:boldItalic r:id="rId34"/>
    </p:embeddedFont>
    <p:embeddedFont>
      <p:font typeface="Lato" panose="020B060402020202020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C575B29-94FA-4FF4-83F0-0A8FDBF041FF}">
  <a:tblStyle styleId="{6C575B29-94FA-4FF4-83F0-0A8FDBF041F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g2b83975b0a4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3" name="Google Shape;883;g2b83975b0a4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e1d838b627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7" name="Google Shape;897;ge1d838b627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e1d838b627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e1d838b627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e207fd22f2_0_25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3" name="Google Shape;923;ge207fd22f2_0_25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e1d838b627_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0" name="Google Shape;930;ge1d838b627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e1d838b627_4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5" name="Google Shape;955;ge1d838b627_4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36ae2baac6a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2" name="Google Shape;962;g36ae2baac6a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e1d838b627_4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8" name="Google Shape;968;ge1d838b627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e1d838b627_4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1" name="Google Shape;991;ge1d838b627_4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e1d838b627_4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2" name="Google Shape;1002;ge1d838b627_4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e1d838b627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2" name="Google Shape;1052;ge1d838b627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ge1d838b627_4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9" name="Google Shape;1089;ge1d838b627_4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e1d838b627_4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0" name="Google Shape;1100;ge1d838b627_4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ge1d838b627_4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7" name="Google Shape;1167;ge1d838b627_4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9"/>
        <p:cNvGrpSpPr/>
        <p:nvPr/>
      </p:nvGrpSpPr>
      <p:grpSpPr>
        <a:xfrm>
          <a:off x="0" y="0"/>
          <a:ext cx="0" cy="0"/>
          <a:chOff x="0" y="0"/>
          <a:chExt cx="0" cy="0"/>
        </a:xfrm>
      </p:grpSpPr>
      <p:sp>
        <p:nvSpPr>
          <p:cNvPr id="1190" name="Google Shape;1190;ge20d9cf87a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1" name="Google Shape;1191;ge20d9cf87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9"/>
        <p:cNvGrpSpPr/>
        <p:nvPr/>
      </p:nvGrpSpPr>
      <p:grpSpPr>
        <a:xfrm>
          <a:off x="0" y="0"/>
          <a:ext cx="0" cy="0"/>
          <a:chOff x="0" y="0"/>
          <a:chExt cx="0" cy="0"/>
        </a:xfrm>
      </p:grpSpPr>
      <p:sp>
        <p:nvSpPr>
          <p:cNvPr id="1230" name="Google Shape;1230;ge1d838b627_4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1" name="Google Shape;1231;ge1d838b627_4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Google Shape;1236;ge1d838b627_4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7" name="Google Shape;1237;ge1d838b627_4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8"/>
        <p:cNvGrpSpPr/>
        <p:nvPr/>
      </p:nvGrpSpPr>
      <p:grpSpPr>
        <a:xfrm>
          <a:off x="0" y="0"/>
          <a:ext cx="0" cy="0"/>
          <a:chOff x="0" y="0"/>
          <a:chExt cx="0" cy="0"/>
        </a:xfrm>
      </p:grpSpPr>
      <p:sp>
        <p:nvSpPr>
          <p:cNvPr id="1249" name="Google Shape;1249;ge1d838b627_4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0" name="Google Shape;1250;ge1d838b627_4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ge1d838b627_4_2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4" name="Google Shape;1264;ge1d838b627_4_2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8"/>
        <p:cNvGrpSpPr/>
        <p:nvPr/>
      </p:nvGrpSpPr>
      <p:grpSpPr>
        <a:xfrm>
          <a:off x="0" y="0"/>
          <a:ext cx="0" cy="0"/>
          <a:chOff x="0" y="0"/>
          <a:chExt cx="0" cy="0"/>
        </a:xfrm>
      </p:grpSpPr>
      <p:sp>
        <p:nvSpPr>
          <p:cNvPr id="1279" name="Google Shape;1279;g135c9f142d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0" name="Google Shape;1280;g135c9f142d8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877150" y="1278688"/>
            <a:ext cx="7389600" cy="17178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6000" b="0">
                <a:latin typeface="Figtree Black"/>
                <a:ea typeface="Figtree Black"/>
                <a:cs typeface="Figtree Black"/>
                <a:sym typeface="Figtree Black"/>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877150" y="2996613"/>
            <a:ext cx="7389600" cy="868200"/>
          </a:xfrm>
          <a:prstGeom prst="rect">
            <a:avLst/>
          </a:prstGeom>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latin typeface="Lato"/>
                <a:ea typeface="Lato"/>
                <a:cs typeface="Lato"/>
                <a:sym typeface="Lat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692999" y="-1148609"/>
            <a:ext cx="11051227" cy="7756533"/>
            <a:chOff x="-692999" y="-1148609"/>
            <a:chExt cx="11051227" cy="7756533"/>
          </a:xfrm>
        </p:grpSpPr>
        <p:grpSp>
          <p:nvGrpSpPr>
            <p:cNvPr id="12" name="Google Shape;12;p2"/>
            <p:cNvGrpSpPr/>
            <p:nvPr/>
          </p:nvGrpSpPr>
          <p:grpSpPr>
            <a:xfrm>
              <a:off x="3718570" y="2732675"/>
              <a:ext cx="6639658" cy="3875249"/>
              <a:chOff x="3718570" y="2732675"/>
              <a:chExt cx="6639658" cy="3875249"/>
            </a:xfrm>
          </p:grpSpPr>
          <p:grpSp>
            <p:nvGrpSpPr>
              <p:cNvPr id="13" name="Google Shape;13;p2"/>
              <p:cNvGrpSpPr/>
              <p:nvPr/>
            </p:nvGrpSpPr>
            <p:grpSpPr>
              <a:xfrm rot="-8330364">
                <a:off x="4179192" y="4116830"/>
                <a:ext cx="1921003" cy="2121004"/>
                <a:chOff x="5461000" y="4022450"/>
                <a:chExt cx="1920920" cy="2120913"/>
              </a:xfrm>
            </p:grpSpPr>
            <p:sp>
              <p:nvSpPr>
                <p:cNvPr id="14" name="Google Shape;14;p2"/>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17;p2"/>
              <p:cNvGrpSpPr/>
              <p:nvPr/>
            </p:nvGrpSpPr>
            <p:grpSpPr>
              <a:xfrm rot="8770464">
                <a:off x="5609308" y="3302941"/>
                <a:ext cx="1443916" cy="1887412"/>
                <a:chOff x="-379975" y="2335849"/>
                <a:chExt cx="1184119" cy="1547890"/>
              </a:xfrm>
            </p:grpSpPr>
            <p:sp>
              <p:nvSpPr>
                <p:cNvPr id="18" name="Google Shape;18;p2"/>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rot="-7435268">
                <a:off x="6316104" y="4261625"/>
                <a:ext cx="2070589" cy="1831429"/>
                <a:chOff x="1838100" y="3887875"/>
                <a:chExt cx="2333861" cy="2064292"/>
              </a:xfrm>
            </p:grpSpPr>
            <p:sp>
              <p:nvSpPr>
                <p:cNvPr id="22" name="Google Shape;22;p2"/>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 name="Google Shape;25;p2"/>
              <p:cNvGrpSpPr/>
              <p:nvPr/>
            </p:nvGrpSpPr>
            <p:grpSpPr>
              <a:xfrm rot="5697866">
                <a:off x="7583975" y="4035075"/>
                <a:ext cx="1982335" cy="2161431"/>
                <a:chOff x="189175" y="-509225"/>
                <a:chExt cx="1696794" cy="1849791"/>
              </a:xfrm>
            </p:grpSpPr>
            <p:sp>
              <p:nvSpPr>
                <p:cNvPr id="26" name="Google Shape;26;p2"/>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29;p2"/>
              <p:cNvGrpSpPr/>
              <p:nvPr/>
            </p:nvGrpSpPr>
            <p:grpSpPr>
              <a:xfrm rot="-3601313" flipH="1">
                <a:off x="8356858" y="3151452"/>
                <a:ext cx="1817996" cy="1473473"/>
                <a:chOff x="713225" y="4076700"/>
                <a:chExt cx="1595358" cy="1293027"/>
              </a:xfrm>
            </p:grpSpPr>
            <p:sp>
              <p:nvSpPr>
                <p:cNvPr id="30" name="Google Shape;30;p2"/>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33;p2"/>
            <p:cNvGrpSpPr/>
            <p:nvPr/>
          </p:nvGrpSpPr>
          <p:grpSpPr>
            <a:xfrm>
              <a:off x="-692999" y="-1148609"/>
              <a:ext cx="8051540" cy="2765447"/>
              <a:chOff x="-692999" y="-1148609"/>
              <a:chExt cx="8051540" cy="2765447"/>
            </a:xfrm>
          </p:grpSpPr>
          <p:grpSp>
            <p:nvGrpSpPr>
              <p:cNvPr id="34" name="Google Shape;34;p2"/>
              <p:cNvGrpSpPr/>
              <p:nvPr/>
            </p:nvGrpSpPr>
            <p:grpSpPr>
              <a:xfrm rot="4893525">
                <a:off x="3736481" y="-1038858"/>
                <a:ext cx="1920985" cy="2120984"/>
                <a:chOff x="5461000" y="4022450"/>
                <a:chExt cx="1920920" cy="2120913"/>
              </a:xfrm>
            </p:grpSpPr>
            <p:sp>
              <p:nvSpPr>
                <p:cNvPr id="35" name="Google Shape;35;p2"/>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38;p2"/>
              <p:cNvGrpSpPr/>
              <p:nvPr/>
            </p:nvGrpSpPr>
            <p:grpSpPr>
              <a:xfrm rot="351584">
                <a:off x="2490745" y="-631390"/>
                <a:ext cx="1444000" cy="1887454"/>
                <a:chOff x="-379975" y="2335849"/>
                <a:chExt cx="1184119" cy="1547890"/>
              </a:xfrm>
            </p:grpSpPr>
            <p:sp>
              <p:nvSpPr>
                <p:cNvPr id="39" name="Google Shape;39;p2"/>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42;p2"/>
              <p:cNvGrpSpPr/>
              <p:nvPr/>
            </p:nvGrpSpPr>
            <p:grpSpPr>
              <a:xfrm rot="8486677">
                <a:off x="685567" y="-742633"/>
                <a:ext cx="1818123" cy="1473576"/>
                <a:chOff x="713225" y="4076700"/>
                <a:chExt cx="1595358" cy="1293027"/>
              </a:xfrm>
            </p:grpSpPr>
            <p:sp>
              <p:nvSpPr>
                <p:cNvPr id="43" name="Google Shape;43;p2"/>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 name="Google Shape;46;p2"/>
              <p:cNvGrpSpPr/>
              <p:nvPr/>
            </p:nvGrpSpPr>
            <p:grpSpPr>
              <a:xfrm>
                <a:off x="1538704" y="-635658"/>
                <a:ext cx="1982534" cy="2161481"/>
                <a:chOff x="189175" y="-509225"/>
                <a:chExt cx="1696794" cy="1849791"/>
              </a:xfrm>
            </p:grpSpPr>
            <p:sp>
              <p:nvSpPr>
                <p:cNvPr id="47" name="Google Shape;47;p2"/>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rot="5576001">
                <a:off x="-760796" y="-470550"/>
                <a:ext cx="2070514" cy="1831363"/>
                <a:chOff x="1838100" y="3887875"/>
                <a:chExt cx="2333861" cy="2064292"/>
              </a:xfrm>
            </p:grpSpPr>
            <p:sp>
              <p:nvSpPr>
                <p:cNvPr id="51" name="Google Shape;51;p2"/>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2"/>
              <p:cNvGrpSpPr/>
              <p:nvPr/>
            </p:nvGrpSpPr>
            <p:grpSpPr>
              <a:xfrm rot="7471050">
                <a:off x="4981780" y="-671100"/>
                <a:ext cx="2070853" cy="1831663"/>
                <a:chOff x="1838100" y="3887875"/>
                <a:chExt cx="2333861" cy="2064292"/>
              </a:xfrm>
            </p:grpSpPr>
            <p:sp>
              <p:nvSpPr>
                <p:cNvPr id="55" name="Google Shape;55;p2"/>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8" name="Google Shape;58;p2"/>
          <p:cNvGrpSpPr/>
          <p:nvPr/>
        </p:nvGrpSpPr>
        <p:grpSpPr>
          <a:xfrm>
            <a:off x="288238" y="2480675"/>
            <a:ext cx="3893138" cy="2483847"/>
            <a:chOff x="288238" y="2480675"/>
            <a:chExt cx="3893138" cy="2483847"/>
          </a:xfrm>
        </p:grpSpPr>
        <p:grpSp>
          <p:nvGrpSpPr>
            <p:cNvPr id="59" name="Google Shape;59;p2"/>
            <p:cNvGrpSpPr/>
            <p:nvPr/>
          </p:nvGrpSpPr>
          <p:grpSpPr>
            <a:xfrm>
              <a:off x="3366158" y="4243464"/>
              <a:ext cx="815218" cy="721057"/>
              <a:chOff x="1838100" y="3887875"/>
              <a:chExt cx="2333861" cy="2064292"/>
            </a:xfrm>
          </p:grpSpPr>
          <p:sp>
            <p:nvSpPr>
              <p:cNvPr id="60" name="Google Shape;60;p2"/>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 name="Google Shape;63;p2"/>
            <p:cNvGrpSpPr/>
            <p:nvPr/>
          </p:nvGrpSpPr>
          <p:grpSpPr>
            <a:xfrm>
              <a:off x="288238" y="2480675"/>
              <a:ext cx="424998" cy="447895"/>
              <a:chOff x="4383025" y="835550"/>
              <a:chExt cx="424998" cy="447895"/>
            </a:xfrm>
          </p:grpSpPr>
          <p:sp>
            <p:nvSpPr>
              <p:cNvPr id="64" name="Google Shape;64;p2"/>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7"/>
        <p:cNvGrpSpPr/>
        <p:nvPr/>
      </p:nvGrpSpPr>
      <p:grpSpPr>
        <a:xfrm>
          <a:off x="0" y="0"/>
          <a:ext cx="0" cy="0"/>
          <a:chOff x="0" y="0"/>
          <a:chExt cx="0" cy="0"/>
        </a:xfrm>
      </p:grpSpPr>
      <p:sp>
        <p:nvSpPr>
          <p:cNvPr id="68" name="Google Shape;68;p3"/>
          <p:cNvSpPr txBox="1">
            <a:spLocks noGrp="1"/>
          </p:cNvSpPr>
          <p:nvPr>
            <p:ph type="title"/>
          </p:nvPr>
        </p:nvSpPr>
        <p:spPr>
          <a:xfrm>
            <a:off x="719650" y="2556375"/>
            <a:ext cx="7704900" cy="841800"/>
          </a:xfrm>
          <a:prstGeom prst="rect">
            <a:avLst/>
          </a:prstGeom>
          <a:ln>
            <a:noFill/>
          </a:ln>
        </p:spPr>
        <p:txBody>
          <a:bodyPr spcFirstLastPara="1" wrap="square" lIns="91425" tIns="91425" rIns="91425" bIns="91425" anchor="b" anchorCtr="0">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9" name="Google Shape;69;p3"/>
          <p:cNvSpPr txBox="1">
            <a:spLocks noGrp="1"/>
          </p:cNvSpPr>
          <p:nvPr>
            <p:ph type="title" idx="2" hasCustomPrompt="1"/>
          </p:nvPr>
        </p:nvSpPr>
        <p:spPr>
          <a:xfrm>
            <a:off x="3856050" y="1271038"/>
            <a:ext cx="1431900" cy="1269600"/>
          </a:xfrm>
          <a:prstGeom prst="rect">
            <a:avLst/>
          </a:prstGeom>
          <a:solidFill>
            <a:schemeClr val="accent3"/>
          </a:solidFill>
        </p:spPr>
        <p:txBody>
          <a:bodyPr spcFirstLastPara="1" wrap="square" lIns="91425" tIns="91425" rIns="91425" bIns="91425" anchor="ctr" anchorCtr="0">
            <a:noAutofit/>
          </a:bodyPr>
          <a:lstStyle>
            <a:lvl1pPr lvl="0" algn="ctr" rtl="0">
              <a:spcBef>
                <a:spcPts val="0"/>
              </a:spcBef>
              <a:spcAft>
                <a:spcPts val="0"/>
              </a:spcAft>
              <a:buSzPts val="6000"/>
              <a:buNone/>
              <a:defRPr sz="6000">
                <a:latin typeface="Figtree Black"/>
                <a:ea typeface="Figtree Black"/>
                <a:cs typeface="Figtree Black"/>
                <a:sym typeface="Figtree Black"/>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70" name="Google Shape;70;p3"/>
          <p:cNvSpPr txBox="1">
            <a:spLocks noGrp="1"/>
          </p:cNvSpPr>
          <p:nvPr>
            <p:ph type="subTitle" idx="1"/>
          </p:nvPr>
        </p:nvSpPr>
        <p:spPr>
          <a:xfrm>
            <a:off x="1673100" y="3398187"/>
            <a:ext cx="5797800" cy="92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1" name="Google Shape;71;p3"/>
          <p:cNvGrpSpPr/>
          <p:nvPr/>
        </p:nvGrpSpPr>
        <p:grpSpPr>
          <a:xfrm>
            <a:off x="-5087399" y="-3126812"/>
            <a:ext cx="17806250" cy="9900786"/>
            <a:chOff x="-5087399" y="-3126812"/>
            <a:chExt cx="17806250" cy="9900786"/>
          </a:xfrm>
        </p:grpSpPr>
        <p:grpSp>
          <p:nvGrpSpPr>
            <p:cNvPr id="72" name="Google Shape;72;p3"/>
            <p:cNvGrpSpPr/>
            <p:nvPr/>
          </p:nvGrpSpPr>
          <p:grpSpPr>
            <a:xfrm flipH="1">
              <a:off x="-1558280" y="2981003"/>
              <a:ext cx="4641720" cy="3792971"/>
              <a:chOff x="5992117" y="3114353"/>
              <a:chExt cx="4641720" cy="3792971"/>
            </a:xfrm>
          </p:grpSpPr>
          <p:grpSp>
            <p:nvGrpSpPr>
              <p:cNvPr id="73" name="Google Shape;73;p3"/>
              <p:cNvGrpSpPr/>
              <p:nvPr/>
            </p:nvGrpSpPr>
            <p:grpSpPr>
              <a:xfrm rot="6820198">
                <a:off x="7306966" y="3832384"/>
                <a:ext cx="1818020" cy="1473492"/>
                <a:chOff x="713225" y="4076700"/>
                <a:chExt cx="1595358" cy="1293027"/>
              </a:xfrm>
            </p:grpSpPr>
            <p:sp>
              <p:nvSpPr>
                <p:cNvPr id="74" name="Google Shape;74;p3"/>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3"/>
              <p:cNvGrpSpPr/>
              <p:nvPr/>
            </p:nvGrpSpPr>
            <p:grpSpPr>
              <a:xfrm rot="-1666677">
                <a:off x="8262029" y="3451789"/>
                <a:ext cx="1982430" cy="2161346"/>
                <a:chOff x="189175" y="-509225"/>
                <a:chExt cx="1696794" cy="1849791"/>
              </a:xfrm>
            </p:grpSpPr>
            <p:sp>
              <p:nvSpPr>
                <p:cNvPr id="78" name="Google Shape;78;p3"/>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 name="Google Shape;81;p3"/>
              <p:cNvGrpSpPr/>
              <p:nvPr/>
            </p:nvGrpSpPr>
            <p:grpSpPr>
              <a:xfrm rot="3909405">
                <a:off x="6222736" y="4667656"/>
                <a:ext cx="2070347" cy="1831215"/>
                <a:chOff x="1838100" y="3887875"/>
                <a:chExt cx="2333861" cy="2064292"/>
              </a:xfrm>
            </p:grpSpPr>
            <p:sp>
              <p:nvSpPr>
                <p:cNvPr id="82" name="Google Shape;82;p3"/>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3"/>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5" name="Google Shape;85;p3"/>
            <p:cNvGrpSpPr/>
            <p:nvPr/>
          </p:nvGrpSpPr>
          <p:grpSpPr>
            <a:xfrm rot="8330364" flipH="1">
              <a:off x="8233163" y="4093205"/>
              <a:ext cx="1921003" cy="2121004"/>
              <a:chOff x="5461000" y="4022450"/>
              <a:chExt cx="1920920" cy="2120913"/>
            </a:xfrm>
          </p:grpSpPr>
          <p:sp>
            <p:nvSpPr>
              <p:cNvPr id="86" name="Google Shape;86;p3"/>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3"/>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3"/>
            <p:cNvGrpSpPr/>
            <p:nvPr/>
          </p:nvGrpSpPr>
          <p:grpSpPr>
            <a:xfrm rot="1803583">
              <a:off x="5555169" y="-1724511"/>
              <a:ext cx="6639628" cy="3875232"/>
              <a:chOff x="3394720" y="-1538275"/>
              <a:chExt cx="6639658" cy="3875249"/>
            </a:xfrm>
          </p:grpSpPr>
          <p:grpSp>
            <p:nvGrpSpPr>
              <p:cNvPr id="90" name="Google Shape;90;p3"/>
              <p:cNvGrpSpPr/>
              <p:nvPr/>
            </p:nvGrpSpPr>
            <p:grpSpPr>
              <a:xfrm rot="-8330364">
                <a:off x="3855342" y="-154120"/>
                <a:ext cx="1921003" cy="2121004"/>
                <a:chOff x="5461000" y="4022450"/>
                <a:chExt cx="1920920" cy="2120913"/>
              </a:xfrm>
            </p:grpSpPr>
            <p:sp>
              <p:nvSpPr>
                <p:cNvPr id="91" name="Google Shape;91;p3"/>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3"/>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 name="Google Shape;94;p3"/>
              <p:cNvGrpSpPr/>
              <p:nvPr/>
            </p:nvGrpSpPr>
            <p:grpSpPr>
              <a:xfrm rot="8770464">
                <a:off x="5285458" y="-968009"/>
                <a:ext cx="1443916" cy="1887412"/>
                <a:chOff x="-379975" y="2335849"/>
                <a:chExt cx="1184119" cy="1547890"/>
              </a:xfrm>
            </p:grpSpPr>
            <p:sp>
              <p:nvSpPr>
                <p:cNvPr id="95" name="Google Shape;95;p3"/>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3"/>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 name="Google Shape;98;p3"/>
              <p:cNvGrpSpPr/>
              <p:nvPr/>
            </p:nvGrpSpPr>
            <p:grpSpPr>
              <a:xfrm rot="-7435268">
                <a:off x="5992254" y="-9325"/>
                <a:ext cx="2070589" cy="1831429"/>
                <a:chOff x="1838100" y="3887875"/>
                <a:chExt cx="2333861" cy="2064292"/>
              </a:xfrm>
            </p:grpSpPr>
            <p:sp>
              <p:nvSpPr>
                <p:cNvPr id="99" name="Google Shape;99;p3"/>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3"/>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 name="Google Shape;102;p3"/>
              <p:cNvGrpSpPr/>
              <p:nvPr/>
            </p:nvGrpSpPr>
            <p:grpSpPr>
              <a:xfrm rot="5697866">
                <a:off x="7260125" y="-235875"/>
                <a:ext cx="1982335" cy="2161431"/>
                <a:chOff x="189175" y="-509225"/>
                <a:chExt cx="1696794" cy="1849791"/>
              </a:xfrm>
            </p:grpSpPr>
            <p:sp>
              <p:nvSpPr>
                <p:cNvPr id="103" name="Google Shape;103;p3"/>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3"/>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3"/>
              <p:cNvGrpSpPr/>
              <p:nvPr/>
            </p:nvGrpSpPr>
            <p:grpSpPr>
              <a:xfrm rot="-3601313" flipH="1">
                <a:off x="8033008" y="-1119498"/>
                <a:ext cx="1817996" cy="1473473"/>
                <a:chOff x="713225" y="4076700"/>
                <a:chExt cx="1595358" cy="1293027"/>
              </a:xfrm>
            </p:grpSpPr>
            <p:sp>
              <p:nvSpPr>
                <p:cNvPr id="107" name="Google Shape;107;p3"/>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3"/>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0" name="Google Shape;110;p3"/>
            <p:cNvGrpSpPr/>
            <p:nvPr/>
          </p:nvGrpSpPr>
          <p:grpSpPr>
            <a:xfrm rot="10360859">
              <a:off x="-4867596" y="-884410"/>
              <a:ext cx="6639978" cy="3875436"/>
              <a:chOff x="3394720" y="-1538275"/>
              <a:chExt cx="6639658" cy="3875249"/>
            </a:xfrm>
          </p:grpSpPr>
          <p:grpSp>
            <p:nvGrpSpPr>
              <p:cNvPr id="111" name="Google Shape;111;p3"/>
              <p:cNvGrpSpPr/>
              <p:nvPr/>
            </p:nvGrpSpPr>
            <p:grpSpPr>
              <a:xfrm rot="-8330364">
                <a:off x="3855342" y="-154120"/>
                <a:ext cx="1921003" cy="2121004"/>
                <a:chOff x="5461000" y="4022450"/>
                <a:chExt cx="1920920" cy="2120913"/>
              </a:xfrm>
            </p:grpSpPr>
            <p:sp>
              <p:nvSpPr>
                <p:cNvPr id="112" name="Google Shape;112;p3"/>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3"/>
              <p:cNvGrpSpPr/>
              <p:nvPr/>
            </p:nvGrpSpPr>
            <p:grpSpPr>
              <a:xfrm rot="8770464">
                <a:off x="5285458" y="-968009"/>
                <a:ext cx="1443916" cy="1887412"/>
                <a:chOff x="-379975" y="2335849"/>
                <a:chExt cx="1184119" cy="1547890"/>
              </a:xfrm>
            </p:grpSpPr>
            <p:sp>
              <p:nvSpPr>
                <p:cNvPr id="116" name="Google Shape;116;p3"/>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3"/>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 name="Google Shape;119;p3"/>
              <p:cNvGrpSpPr/>
              <p:nvPr/>
            </p:nvGrpSpPr>
            <p:grpSpPr>
              <a:xfrm rot="-7435268">
                <a:off x="5992254" y="-9325"/>
                <a:ext cx="2070589" cy="1831429"/>
                <a:chOff x="1838100" y="3887875"/>
                <a:chExt cx="2333861" cy="2064292"/>
              </a:xfrm>
            </p:grpSpPr>
            <p:sp>
              <p:nvSpPr>
                <p:cNvPr id="120" name="Google Shape;120;p3"/>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 name="Google Shape;123;p3"/>
              <p:cNvGrpSpPr/>
              <p:nvPr/>
            </p:nvGrpSpPr>
            <p:grpSpPr>
              <a:xfrm rot="5697866">
                <a:off x="7260125" y="-235875"/>
                <a:ext cx="1982335" cy="2161431"/>
                <a:chOff x="189175" y="-509225"/>
                <a:chExt cx="1696794" cy="1849791"/>
              </a:xfrm>
            </p:grpSpPr>
            <p:sp>
              <p:nvSpPr>
                <p:cNvPr id="124" name="Google Shape;124;p3"/>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3"/>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 name="Google Shape;127;p3"/>
              <p:cNvGrpSpPr/>
              <p:nvPr/>
            </p:nvGrpSpPr>
            <p:grpSpPr>
              <a:xfrm rot="-3601313" flipH="1">
                <a:off x="8033008" y="-1119498"/>
                <a:ext cx="1817996" cy="1473473"/>
                <a:chOff x="713225" y="4076700"/>
                <a:chExt cx="1595358" cy="1293027"/>
              </a:xfrm>
            </p:grpSpPr>
            <p:sp>
              <p:nvSpPr>
                <p:cNvPr id="128" name="Google Shape;128;p3"/>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3"/>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1"/>
        <p:cNvGrpSpPr/>
        <p:nvPr/>
      </p:nvGrpSpPr>
      <p:grpSpPr>
        <a:xfrm>
          <a:off x="0" y="0"/>
          <a:ext cx="0" cy="0"/>
          <a:chOff x="0" y="0"/>
          <a:chExt cx="0" cy="0"/>
        </a:xfrm>
      </p:grpSpPr>
      <p:sp>
        <p:nvSpPr>
          <p:cNvPr id="132" name="Google Shape;132;p4"/>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3" name="Google Shape;133;p4"/>
          <p:cNvSpPr txBox="1">
            <a:spLocks noGrp="1"/>
          </p:cNvSpPr>
          <p:nvPr>
            <p:ph type="body" idx="1"/>
          </p:nvPr>
        </p:nvSpPr>
        <p:spPr>
          <a:xfrm>
            <a:off x="720000" y="1152475"/>
            <a:ext cx="7704000" cy="390600"/>
          </a:xfrm>
          <a:prstGeom prst="rect">
            <a:avLst/>
          </a:prstGeom>
        </p:spPr>
        <p:txBody>
          <a:bodyPr spcFirstLastPara="1" wrap="square" lIns="91425" tIns="91425" rIns="91425" bIns="91425" anchor="t" anchorCtr="0">
            <a:noAutofit/>
          </a:bodyPr>
          <a:lstStyle>
            <a:lvl1pPr marL="457200" lvl="0" indent="-342900" algn="ctr" rtl="0">
              <a:spcBef>
                <a:spcPts val="0"/>
              </a:spcBef>
              <a:spcAft>
                <a:spcPts val="0"/>
              </a:spcAft>
              <a:buClr>
                <a:schemeClr val="accent1"/>
              </a:buClr>
              <a:buSzPts val="1800"/>
              <a:buFont typeface="Darker Grotesque SemiBold"/>
              <a:buChar char="●"/>
              <a:defRPr sz="1200"/>
            </a:lvl1pPr>
            <a:lvl2pPr marL="914400" lvl="1" indent="-317500" rtl="0">
              <a:lnSpc>
                <a:spcPct val="115000"/>
              </a:lnSpc>
              <a:spcBef>
                <a:spcPts val="0"/>
              </a:spcBef>
              <a:spcAft>
                <a:spcPts val="0"/>
              </a:spcAft>
              <a:buClr>
                <a:srgbClr val="15325B"/>
              </a:buClr>
              <a:buSzPts val="1400"/>
              <a:buFont typeface="Darker Grotesque SemiBold"/>
              <a:buChar char="○"/>
              <a:defRPr>
                <a:solidFill>
                  <a:srgbClr val="434343"/>
                </a:solidFill>
              </a:defRPr>
            </a:lvl2pPr>
            <a:lvl3pPr marL="1371600" lvl="2" indent="-317500" rtl="0">
              <a:lnSpc>
                <a:spcPct val="115000"/>
              </a:lnSpc>
              <a:spcBef>
                <a:spcPts val="0"/>
              </a:spcBef>
              <a:spcAft>
                <a:spcPts val="0"/>
              </a:spcAft>
              <a:buClr>
                <a:srgbClr val="15325B"/>
              </a:buClr>
              <a:buSzPts val="1400"/>
              <a:buFont typeface="Darker Grotesque SemiBold"/>
              <a:buChar char="■"/>
              <a:defRPr>
                <a:solidFill>
                  <a:srgbClr val="434343"/>
                </a:solidFill>
              </a:defRPr>
            </a:lvl3pPr>
            <a:lvl4pPr marL="1828800" lvl="3" indent="-317500" rtl="0">
              <a:lnSpc>
                <a:spcPct val="115000"/>
              </a:lnSpc>
              <a:spcBef>
                <a:spcPts val="0"/>
              </a:spcBef>
              <a:spcAft>
                <a:spcPts val="0"/>
              </a:spcAft>
              <a:buClr>
                <a:srgbClr val="15325B"/>
              </a:buClr>
              <a:buSzPts val="1400"/>
              <a:buFont typeface="Darker Grotesque SemiBold"/>
              <a:buChar char="●"/>
              <a:defRPr>
                <a:solidFill>
                  <a:srgbClr val="434343"/>
                </a:solidFill>
              </a:defRPr>
            </a:lvl4pPr>
            <a:lvl5pPr marL="2286000" lvl="4" indent="-317500" rtl="0">
              <a:lnSpc>
                <a:spcPct val="115000"/>
              </a:lnSpc>
              <a:spcBef>
                <a:spcPts val="0"/>
              </a:spcBef>
              <a:spcAft>
                <a:spcPts val="0"/>
              </a:spcAft>
              <a:buClr>
                <a:srgbClr val="15325B"/>
              </a:buClr>
              <a:buSzPts val="1400"/>
              <a:buFont typeface="Darker Grotesque SemiBold"/>
              <a:buChar char="○"/>
              <a:defRPr>
                <a:solidFill>
                  <a:srgbClr val="434343"/>
                </a:solidFill>
              </a:defRPr>
            </a:lvl5pPr>
            <a:lvl6pPr marL="2743200" lvl="5" indent="-317500" rtl="0">
              <a:lnSpc>
                <a:spcPct val="115000"/>
              </a:lnSpc>
              <a:spcBef>
                <a:spcPts val="0"/>
              </a:spcBef>
              <a:spcAft>
                <a:spcPts val="0"/>
              </a:spcAft>
              <a:buClr>
                <a:srgbClr val="15325B"/>
              </a:buClr>
              <a:buSzPts val="1400"/>
              <a:buFont typeface="Darker Grotesque SemiBold"/>
              <a:buChar char="■"/>
              <a:defRPr>
                <a:solidFill>
                  <a:srgbClr val="434343"/>
                </a:solidFill>
              </a:defRPr>
            </a:lvl6pPr>
            <a:lvl7pPr marL="3200400" lvl="6" indent="-317500" rtl="0">
              <a:lnSpc>
                <a:spcPct val="115000"/>
              </a:lnSpc>
              <a:spcBef>
                <a:spcPts val="0"/>
              </a:spcBef>
              <a:spcAft>
                <a:spcPts val="0"/>
              </a:spcAft>
              <a:buClr>
                <a:srgbClr val="15325B"/>
              </a:buClr>
              <a:buSzPts val="1400"/>
              <a:buFont typeface="Darker Grotesque SemiBold"/>
              <a:buChar char="●"/>
              <a:defRPr>
                <a:solidFill>
                  <a:srgbClr val="434343"/>
                </a:solidFill>
              </a:defRPr>
            </a:lvl7pPr>
            <a:lvl8pPr marL="3657600" lvl="7" indent="-317500" rtl="0">
              <a:lnSpc>
                <a:spcPct val="115000"/>
              </a:lnSpc>
              <a:spcBef>
                <a:spcPts val="0"/>
              </a:spcBef>
              <a:spcAft>
                <a:spcPts val="0"/>
              </a:spcAft>
              <a:buClr>
                <a:srgbClr val="15325B"/>
              </a:buClr>
              <a:buSzPts val="1400"/>
              <a:buFont typeface="Darker Grotesque SemiBold"/>
              <a:buChar char="○"/>
              <a:defRPr>
                <a:solidFill>
                  <a:srgbClr val="434343"/>
                </a:solidFill>
              </a:defRPr>
            </a:lvl8pPr>
            <a:lvl9pPr marL="4114800" lvl="8" indent="-317500"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a:endParaRPr/>
          </a:p>
        </p:txBody>
      </p:sp>
      <p:grpSp>
        <p:nvGrpSpPr>
          <p:cNvPr id="134" name="Google Shape;134;p4"/>
          <p:cNvGrpSpPr/>
          <p:nvPr/>
        </p:nvGrpSpPr>
        <p:grpSpPr>
          <a:xfrm>
            <a:off x="8086519" y="183860"/>
            <a:ext cx="884892" cy="1051986"/>
            <a:chOff x="8086519" y="183860"/>
            <a:chExt cx="884892" cy="1051986"/>
          </a:xfrm>
        </p:grpSpPr>
        <p:grpSp>
          <p:nvGrpSpPr>
            <p:cNvPr id="135" name="Google Shape;135;p4"/>
            <p:cNvGrpSpPr/>
            <p:nvPr/>
          </p:nvGrpSpPr>
          <p:grpSpPr>
            <a:xfrm>
              <a:off x="8546413" y="787950"/>
              <a:ext cx="424998" cy="447895"/>
              <a:chOff x="4383025" y="835550"/>
              <a:chExt cx="424998" cy="447895"/>
            </a:xfrm>
          </p:grpSpPr>
          <p:sp>
            <p:nvSpPr>
              <p:cNvPr id="136" name="Google Shape;136;p4"/>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 name="Google Shape;139;p4"/>
            <p:cNvGrpSpPr/>
            <p:nvPr/>
          </p:nvGrpSpPr>
          <p:grpSpPr>
            <a:xfrm flipH="1">
              <a:off x="8086519" y="183860"/>
              <a:ext cx="337491" cy="355629"/>
              <a:chOff x="4383025" y="835550"/>
              <a:chExt cx="424998" cy="447895"/>
            </a:xfrm>
          </p:grpSpPr>
          <p:sp>
            <p:nvSpPr>
              <p:cNvPr id="140" name="Google Shape;140;p4"/>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 name="Google Shape;143;p4"/>
          <p:cNvGrpSpPr/>
          <p:nvPr/>
        </p:nvGrpSpPr>
        <p:grpSpPr>
          <a:xfrm rot="2070317">
            <a:off x="-2657568" y="2960249"/>
            <a:ext cx="4970598" cy="3547285"/>
            <a:chOff x="-1217755" y="-1711274"/>
            <a:chExt cx="4970442" cy="3547173"/>
          </a:xfrm>
        </p:grpSpPr>
        <p:grpSp>
          <p:nvGrpSpPr>
            <p:cNvPr id="144" name="Google Shape;144;p4"/>
            <p:cNvGrpSpPr/>
            <p:nvPr/>
          </p:nvGrpSpPr>
          <p:grpSpPr>
            <a:xfrm rot="-8330364">
              <a:off x="-757133" y="-655195"/>
              <a:ext cx="1921003" cy="2121004"/>
              <a:chOff x="5461000" y="4022450"/>
              <a:chExt cx="1920920" cy="2120913"/>
            </a:xfrm>
          </p:grpSpPr>
          <p:sp>
            <p:nvSpPr>
              <p:cNvPr id="145" name="Google Shape;145;p4"/>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4"/>
            <p:cNvGrpSpPr/>
            <p:nvPr/>
          </p:nvGrpSpPr>
          <p:grpSpPr>
            <a:xfrm rot="8770464">
              <a:off x="672983" y="-1469084"/>
              <a:ext cx="1443916" cy="1887412"/>
              <a:chOff x="-379975" y="2335849"/>
              <a:chExt cx="1184119" cy="1547890"/>
            </a:xfrm>
          </p:grpSpPr>
          <p:sp>
            <p:nvSpPr>
              <p:cNvPr id="149" name="Google Shape;149;p4"/>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 name="Google Shape;152;p4"/>
            <p:cNvGrpSpPr/>
            <p:nvPr/>
          </p:nvGrpSpPr>
          <p:grpSpPr>
            <a:xfrm rot="-7435268">
              <a:off x="1379779" y="-510400"/>
              <a:ext cx="2070589" cy="1831429"/>
              <a:chOff x="1838100" y="3887875"/>
              <a:chExt cx="2333861" cy="2064292"/>
            </a:xfrm>
          </p:grpSpPr>
          <p:sp>
            <p:nvSpPr>
              <p:cNvPr id="153" name="Google Shape;153;p4"/>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4"/>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56"/>
        <p:cNvGrpSpPr/>
        <p:nvPr/>
      </p:nvGrpSpPr>
      <p:grpSpPr>
        <a:xfrm>
          <a:off x="0" y="0"/>
          <a:ext cx="0" cy="0"/>
          <a:chOff x="0" y="0"/>
          <a:chExt cx="0" cy="0"/>
        </a:xfrm>
      </p:grpSpPr>
      <p:sp>
        <p:nvSpPr>
          <p:cNvPr id="157" name="Google Shape;157;p5"/>
          <p:cNvSpPr txBox="1">
            <a:spLocks noGrp="1"/>
          </p:cNvSpPr>
          <p:nvPr>
            <p:ph type="subTitle" idx="1"/>
          </p:nvPr>
        </p:nvSpPr>
        <p:spPr>
          <a:xfrm>
            <a:off x="1245413" y="2386375"/>
            <a:ext cx="3070200" cy="4257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Raleway"/>
              <a:buNone/>
              <a:defRPr sz="1800">
                <a:latin typeface="Figtree SemiBold"/>
                <a:ea typeface="Figtree SemiBold"/>
                <a:cs typeface="Figtree SemiBold"/>
                <a:sym typeface="Figtree SemiBold"/>
              </a:defRPr>
            </a:lvl1pPr>
            <a:lvl2pPr lvl="1" algn="ctr">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58" name="Google Shape;158;p5"/>
          <p:cNvSpPr txBox="1">
            <a:spLocks noGrp="1"/>
          </p:cNvSpPr>
          <p:nvPr>
            <p:ph type="subTitle" idx="2"/>
          </p:nvPr>
        </p:nvSpPr>
        <p:spPr>
          <a:xfrm>
            <a:off x="4828374" y="2386375"/>
            <a:ext cx="3070200" cy="42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a:latin typeface="Figtree SemiBold"/>
                <a:ea typeface="Figtree SemiBold"/>
                <a:cs typeface="Figtree SemiBold"/>
                <a:sym typeface="Figtree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59" name="Google Shape;159;p5"/>
          <p:cNvSpPr txBox="1">
            <a:spLocks noGrp="1"/>
          </p:cNvSpPr>
          <p:nvPr>
            <p:ph type="subTitle" idx="3"/>
          </p:nvPr>
        </p:nvSpPr>
        <p:spPr>
          <a:xfrm>
            <a:off x="1245413" y="2752175"/>
            <a:ext cx="3070200" cy="102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0" name="Google Shape;160;p5"/>
          <p:cNvSpPr txBox="1">
            <a:spLocks noGrp="1"/>
          </p:cNvSpPr>
          <p:nvPr>
            <p:ph type="subTitle" idx="4"/>
          </p:nvPr>
        </p:nvSpPr>
        <p:spPr>
          <a:xfrm>
            <a:off x="4828368" y="2752175"/>
            <a:ext cx="3070200" cy="102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1" name="Google Shape;161;p5"/>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62" name="Google Shape;162;p5"/>
          <p:cNvGrpSpPr/>
          <p:nvPr/>
        </p:nvGrpSpPr>
        <p:grpSpPr>
          <a:xfrm>
            <a:off x="188144" y="1645435"/>
            <a:ext cx="8895298" cy="2081805"/>
            <a:chOff x="188144" y="1645435"/>
            <a:chExt cx="8895298" cy="2081805"/>
          </a:xfrm>
        </p:grpSpPr>
        <p:grpSp>
          <p:nvGrpSpPr>
            <p:cNvPr id="163" name="Google Shape;163;p5"/>
            <p:cNvGrpSpPr/>
            <p:nvPr/>
          </p:nvGrpSpPr>
          <p:grpSpPr>
            <a:xfrm rot="377521">
              <a:off x="8451885" y="2924619"/>
              <a:ext cx="591002" cy="772562"/>
              <a:chOff x="-379975" y="2335849"/>
              <a:chExt cx="1184119" cy="1547890"/>
            </a:xfrm>
          </p:grpSpPr>
          <p:sp>
            <p:nvSpPr>
              <p:cNvPr id="164" name="Google Shape;164;p5"/>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5"/>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5"/>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 name="Google Shape;167;p5"/>
            <p:cNvGrpSpPr/>
            <p:nvPr/>
          </p:nvGrpSpPr>
          <p:grpSpPr>
            <a:xfrm flipH="1">
              <a:off x="188144" y="1645435"/>
              <a:ext cx="337491" cy="355629"/>
              <a:chOff x="4383025" y="835550"/>
              <a:chExt cx="424998" cy="447895"/>
            </a:xfrm>
          </p:grpSpPr>
          <p:sp>
            <p:nvSpPr>
              <p:cNvPr id="168" name="Google Shape;168;p5"/>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5"/>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1" name="Google Shape;171;p5"/>
          <p:cNvGrpSpPr/>
          <p:nvPr/>
        </p:nvGrpSpPr>
        <p:grpSpPr>
          <a:xfrm>
            <a:off x="-1891717" y="-1136532"/>
            <a:ext cx="12124391" cy="7120853"/>
            <a:chOff x="-1891717" y="-1136532"/>
            <a:chExt cx="12124391" cy="7120853"/>
          </a:xfrm>
        </p:grpSpPr>
        <p:grpSp>
          <p:nvGrpSpPr>
            <p:cNvPr id="172" name="Google Shape;172;p5"/>
            <p:cNvGrpSpPr/>
            <p:nvPr/>
          </p:nvGrpSpPr>
          <p:grpSpPr>
            <a:xfrm rot="6030866">
              <a:off x="-1910195" y="2241776"/>
              <a:ext cx="3829061" cy="3146196"/>
              <a:chOff x="6112381" y="3514391"/>
              <a:chExt cx="3828707" cy="3145905"/>
            </a:xfrm>
          </p:grpSpPr>
          <p:grpSp>
            <p:nvGrpSpPr>
              <p:cNvPr id="173" name="Google Shape;173;p5"/>
              <p:cNvGrpSpPr/>
              <p:nvPr/>
            </p:nvGrpSpPr>
            <p:grpSpPr>
              <a:xfrm rot="8486677">
                <a:off x="7105417" y="3920367"/>
                <a:ext cx="1818123" cy="1473576"/>
                <a:chOff x="713225" y="4076700"/>
                <a:chExt cx="1595358" cy="1293027"/>
              </a:xfrm>
            </p:grpSpPr>
            <p:sp>
              <p:nvSpPr>
                <p:cNvPr id="174" name="Google Shape;174;p5"/>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5"/>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5"/>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 name="Google Shape;177;p5"/>
              <p:cNvGrpSpPr/>
              <p:nvPr/>
            </p:nvGrpSpPr>
            <p:grpSpPr>
              <a:xfrm>
                <a:off x="7958554" y="4027342"/>
                <a:ext cx="1982534" cy="2161481"/>
                <a:chOff x="189175" y="-509225"/>
                <a:chExt cx="1696794" cy="1849791"/>
              </a:xfrm>
            </p:grpSpPr>
            <p:sp>
              <p:nvSpPr>
                <p:cNvPr id="178" name="Google Shape;178;p5"/>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5"/>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5"/>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 name="Google Shape;181;p5"/>
              <p:cNvGrpSpPr/>
              <p:nvPr/>
            </p:nvGrpSpPr>
            <p:grpSpPr>
              <a:xfrm rot="5400000">
                <a:off x="5992801" y="4709274"/>
                <a:ext cx="2070602" cy="1831440"/>
                <a:chOff x="1838100" y="3887875"/>
                <a:chExt cx="2333861" cy="2064292"/>
              </a:xfrm>
            </p:grpSpPr>
            <p:sp>
              <p:nvSpPr>
                <p:cNvPr id="182" name="Google Shape;182;p5"/>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5"/>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5"/>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5" name="Google Shape;185;p5"/>
            <p:cNvGrpSpPr/>
            <p:nvPr/>
          </p:nvGrpSpPr>
          <p:grpSpPr>
            <a:xfrm flipH="1">
              <a:off x="7622558" y="-1136532"/>
              <a:ext cx="2610115" cy="3735810"/>
              <a:chOff x="-968992" y="-1176007"/>
              <a:chExt cx="2610115" cy="3735810"/>
            </a:xfrm>
          </p:grpSpPr>
          <p:grpSp>
            <p:nvGrpSpPr>
              <p:cNvPr id="186" name="Google Shape;186;p5"/>
              <p:cNvGrpSpPr/>
              <p:nvPr/>
            </p:nvGrpSpPr>
            <p:grpSpPr>
              <a:xfrm rot="-6553032">
                <a:off x="-584512" y="722146"/>
                <a:ext cx="1818072" cy="1473535"/>
                <a:chOff x="713225" y="4076700"/>
                <a:chExt cx="1595358" cy="1293027"/>
              </a:xfrm>
            </p:grpSpPr>
            <p:sp>
              <p:nvSpPr>
                <p:cNvPr id="187" name="Google Shape;187;p5"/>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5"/>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 name="Google Shape;190;p5"/>
              <p:cNvGrpSpPr/>
              <p:nvPr/>
            </p:nvGrpSpPr>
            <p:grpSpPr>
              <a:xfrm rot="-9463852">
                <a:off x="-699200" y="-851983"/>
                <a:ext cx="2070533" cy="1831379"/>
                <a:chOff x="1838100" y="3887875"/>
                <a:chExt cx="2333861" cy="2064292"/>
              </a:xfrm>
            </p:grpSpPr>
            <p:sp>
              <p:nvSpPr>
                <p:cNvPr id="191" name="Google Shape;191;p5"/>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5"/>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5"/>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4"/>
        <p:cNvGrpSpPr/>
        <p:nvPr/>
      </p:nvGrpSpPr>
      <p:grpSpPr>
        <a:xfrm>
          <a:off x="0" y="0"/>
          <a:ext cx="0" cy="0"/>
          <a:chOff x="0" y="0"/>
          <a:chExt cx="0" cy="0"/>
        </a:xfrm>
      </p:grpSpPr>
      <p:sp>
        <p:nvSpPr>
          <p:cNvPr id="195" name="Google Shape;195;p6"/>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196" name="Google Shape;196;p6"/>
          <p:cNvGrpSpPr/>
          <p:nvPr/>
        </p:nvGrpSpPr>
        <p:grpSpPr>
          <a:xfrm flipH="1">
            <a:off x="125154" y="3197700"/>
            <a:ext cx="424998" cy="447895"/>
            <a:chOff x="4383025" y="835550"/>
            <a:chExt cx="424998" cy="447895"/>
          </a:xfrm>
        </p:grpSpPr>
        <p:sp>
          <p:nvSpPr>
            <p:cNvPr id="197" name="Google Shape;197;p6"/>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6"/>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6"/>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0" name="Google Shape;200;p6"/>
          <p:cNvGrpSpPr/>
          <p:nvPr/>
        </p:nvGrpSpPr>
        <p:grpSpPr>
          <a:xfrm>
            <a:off x="-1301088" y="-2460741"/>
            <a:ext cx="11864618" cy="9544437"/>
            <a:chOff x="-1301088" y="-2460741"/>
            <a:chExt cx="11864618" cy="9544437"/>
          </a:xfrm>
        </p:grpSpPr>
        <p:grpSp>
          <p:nvGrpSpPr>
            <p:cNvPr id="201" name="Google Shape;201;p6"/>
            <p:cNvGrpSpPr/>
            <p:nvPr/>
          </p:nvGrpSpPr>
          <p:grpSpPr>
            <a:xfrm rot="3402815" flipH="1">
              <a:off x="6434019" y="-1470012"/>
              <a:ext cx="3851394" cy="2744089"/>
              <a:chOff x="-417326" y="-1726499"/>
              <a:chExt cx="3851567" cy="2744212"/>
            </a:xfrm>
          </p:grpSpPr>
          <p:grpSp>
            <p:nvGrpSpPr>
              <p:cNvPr id="202" name="Google Shape;202;p6"/>
              <p:cNvGrpSpPr/>
              <p:nvPr/>
            </p:nvGrpSpPr>
            <p:grpSpPr>
              <a:xfrm rot="4893525">
                <a:off x="-187819" y="-1637983"/>
                <a:ext cx="1920985" cy="2120984"/>
                <a:chOff x="5461000" y="4022450"/>
                <a:chExt cx="1920920" cy="2120913"/>
              </a:xfrm>
            </p:grpSpPr>
            <p:sp>
              <p:nvSpPr>
                <p:cNvPr id="203" name="Google Shape;203;p6"/>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6"/>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6"/>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 name="Google Shape;206;p6"/>
              <p:cNvGrpSpPr/>
              <p:nvPr/>
            </p:nvGrpSpPr>
            <p:grpSpPr>
              <a:xfrm rot="7471050">
                <a:off x="1057480" y="-1270225"/>
                <a:ext cx="2070853" cy="1831663"/>
                <a:chOff x="1838100" y="3887875"/>
                <a:chExt cx="2333861" cy="2064292"/>
              </a:xfrm>
            </p:grpSpPr>
            <p:sp>
              <p:nvSpPr>
                <p:cNvPr id="207" name="Google Shape;207;p6"/>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6"/>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6"/>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10" name="Google Shape;210;p6"/>
            <p:cNvGrpSpPr/>
            <p:nvPr/>
          </p:nvGrpSpPr>
          <p:grpSpPr>
            <a:xfrm rot="428780" flipH="1">
              <a:off x="-1104379" y="3481309"/>
              <a:ext cx="3635213" cy="3389435"/>
              <a:chOff x="6299916" y="3821124"/>
              <a:chExt cx="3635329" cy="3389543"/>
            </a:xfrm>
          </p:grpSpPr>
          <p:grpSp>
            <p:nvGrpSpPr>
              <p:cNvPr id="211" name="Google Shape;211;p6"/>
              <p:cNvGrpSpPr/>
              <p:nvPr/>
            </p:nvGrpSpPr>
            <p:grpSpPr>
              <a:xfrm rot="8416214">
                <a:off x="6736328" y="4064683"/>
                <a:ext cx="1443913" cy="1887396"/>
                <a:chOff x="-379975" y="2335849"/>
                <a:chExt cx="1184119" cy="1547890"/>
              </a:xfrm>
            </p:grpSpPr>
            <p:sp>
              <p:nvSpPr>
                <p:cNvPr id="212" name="Google Shape;212;p6"/>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6"/>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6"/>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 name="Google Shape;215;p6"/>
              <p:cNvGrpSpPr/>
              <p:nvPr/>
            </p:nvGrpSpPr>
            <p:grpSpPr>
              <a:xfrm rot="-7789426">
                <a:off x="7533567" y="4913315"/>
                <a:ext cx="2070646" cy="1831479"/>
                <a:chOff x="1838100" y="3887875"/>
                <a:chExt cx="2333861" cy="2064292"/>
              </a:xfrm>
            </p:grpSpPr>
            <p:sp>
              <p:nvSpPr>
                <p:cNvPr id="216" name="Google Shape;216;p6"/>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6"/>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6"/>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19"/>
        <p:cNvGrpSpPr/>
        <p:nvPr/>
      </p:nvGrpSpPr>
      <p:grpSpPr>
        <a:xfrm>
          <a:off x="0" y="0"/>
          <a:ext cx="0" cy="0"/>
          <a:chOff x="0" y="0"/>
          <a:chExt cx="0" cy="0"/>
        </a:xfrm>
      </p:grpSpPr>
      <p:sp>
        <p:nvSpPr>
          <p:cNvPr id="220" name="Google Shape;220;p7"/>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21" name="Google Shape;221;p7"/>
          <p:cNvSpPr txBox="1">
            <a:spLocks noGrp="1"/>
          </p:cNvSpPr>
          <p:nvPr>
            <p:ph type="body" idx="1"/>
          </p:nvPr>
        </p:nvSpPr>
        <p:spPr>
          <a:xfrm>
            <a:off x="713225" y="1801213"/>
            <a:ext cx="4263600" cy="21099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4"/>
              </a:buClr>
              <a:buSzPts val="1400"/>
              <a:buChar char="●"/>
              <a:defRPr sz="1400"/>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0"/>
              </a:spcBef>
              <a:spcAft>
                <a:spcPts val="0"/>
              </a:spcAft>
              <a:buSzPts val="1400"/>
              <a:buChar char="■"/>
              <a:defRPr/>
            </a:lvl3pPr>
            <a:lvl4pPr marL="1828800" lvl="3" indent="-317500" rtl="0">
              <a:lnSpc>
                <a:spcPct val="115000"/>
              </a:lnSpc>
              <a:spcBef>
                <a:spcPts val="0"/>
              </a:spcBef>
              <a:spcAft>
                <a:spcPts val="0"/>
              </a:spcAft>
              <a:buSzPts val="1400"/>
              <a:buChar char="●"/>
              <a:defRPr/>
            </a:lvl4pPr>
            <a:lvl5pPr marL="2286000" lvl="4" indent="-317500" rtl="0">
              <a:lnSpc>
                <a:spcPct val="115000"/>
              </a:lnSpc>
              <a:spcBef>
                <a:spcPts val="0"/>
              </a:spcBef>
              <a:spcAft>
                <a:spcPts val="0"/>
              </a:spcAft>
              <a:buSzPts val="1400"/>
              <a:buChar char="○"/>
              <a:defRPr/>
            </a:lvl5pPr>
            <a:lvl6pPr marL="2743200" lvl="5" indent="-317500" rtl="0">
              <a:lnSpc>
                <a:spcPct val="115000"/>
              </a:lnSpc>
              <a:spcBef>
                <a:spcPts val="0"/>
              </a:spcBef>
              <a:spcAft>
                <a:spcPts val="0"/>
              </a:spcAft>
              <a:buSzPts val="1400"/>
              <a:buChar char="■"/>
              <a:defRPr/>
            </a:lvl6pPr>
            <a:lvl7pPr marL="3200400" lvl="6" indent="-317500" rtl="0">
              <a:lnSpc>
                <a:spcPct val="115000"/>
              </a:lnSpc>
              <a:spcBef>
                <a:spcPts val="0"/>
              </a:spcBef>
              <a:spcAft>
                <a:spcPts val="0"/>
              </a:spcAft>
              <a:buSzPts val="1400"/>
              <a:buChar char="●"/>
              <a:defRPr/>
            </a:lvl7pPr>
            <a:lvl8pPr marL="3657600" lvl="7" indent="-317500" rtl="0">
              <a:lnSpc>
                <a:spcPct val="115000"/>
              </a:lnSpc>
              <a:spcBef>
                <a:spcPts val="0"/>
              </a:spcBef>
              <a:spcAft>
                <a:spcPts val="0"/>
              </a:spcAft>
              <a:buSzPts val="1400"/>
              <a:buChar char="○"/>
              <a:defRPr/>
            </a:lvl8pPr>
            <a:lvl9pPr marL="4114800" lvl="8" indent="-317500" rtl="0">
              <a:lnSpc>
                <a:spcPct val="115000"/>
              </a:lnSpc>
              <a:spcBef>
                <a:spcPts val="0"/>
              </a:spcBef>
              <a:spcAft>
                <a:spcPts val="0"/>
              </a:spcAft>
              <a:buSzPts val="1400"/>
              <a:buChar char="■"/>
              <a:defRPr/>
            </a:lvl9pPr>
          </a:lstStyle>
          <a:p>
            <a:endParaRPr/>
          </a:p>
        </p:txBody>
      </p:sp>
      <p:sp>
        <p:nvSpPr>
          <p:cNvPr id="222" name="Google Shape;222;p7"/>
          <p:cNvSpPr>
            <a:spLocks noGrp="1"/>
          </p:cNvSpPr>
          <p:nvPr>
            <p:ph type="pic" idx="2"/>
          </p:nvPr>
        </p:nvSpPr>
        <p:spPr>
          <a:xfrm>
            <a:off x="5582375" y="1197112"/>
            <a:ext cx="2848500" cy="3318000"/>
          </a:xfrm>
          <a:prstGeom prst="rect">
            <a:avLst/>
          </a:prstGeom>
          <a:noFill/>
          <a:ln>
            <a:noFill/>
          </a:ln>
        </p:spPr>
      </p:sp>
      <p:grpSp>
        <p:nvGrpSpPr>
          <p:cNvPr id="223" name="Google Shape;223;p7"/>
          <p:cNvGrpSpPr/>
          <p:nvPr/>
        </p:nvGrpSpPr>
        <p:grpSpPr>
          <a:xfrm>
            <a:off x="-1638780" y="-2173934"/>
            <a:ext cx="11697850" cy="9384601"/>
            <a:chOff x="-1638780" y="-2173934"/>
            <a:chExt cx="11697850" cy="9384601"/>
          </a:xfrm>
        </p:grpSpPr>
        <p:grpSp>
          <p:nvGrpSpPr>
            <p:cNvPr id="224" name="Google Shape;224;p7"/>
            <p:cNvGrpSpPr/>
            <p:nvPr/>
          </p:nvGrpSpPr>
          <p:grpSpPr>
            <a:xfrm rot="-4102577">
              <a:off x="-1579353" y="-1250175"/>
              <a:ext cx="3851468" cy="2744141"/>
              <a:chOff x="-417326" y="-1726499"/>
              <a:chExt cx="3851567" cy="2744212"/>
            </a:xfrm>
          </p:grpSpPr>
          <p:grpSp>
            <p:nvGrpSpPr>
              <p:cNvPr id="225" name="Google Shape;225;p7"/>
              <p:cNvGrpSpPr/>
              <p:nvPr/>
            </p:nvGrpSpPr>
            <p:grpSpPr>
              <a:xfrm rot="4893525">
                <a:off x="-187819" y="-1637983"/>
                <a:ext cx="1920985" cy="2120984"/>
                <a:chOff x="5461000" y="4022450"/>
                <a:chExt cx="1920920" cy="2120913"/>
              </a:xfrm>
            </p:grpSpPr>
            <p:sp>
              <p:nvSpPr>
                <p:cNvPr id="226" name="Google Shape;226;p7"/>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7"/>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 name="Google Shape;229;p7"/>
              <p:cNvGrpSpPr/>
              <p:nvPr/>
            </p:nvGrpSpPr>
            <p:grpSpPr>
              <a:xfrm rot="7471050">
                <a:off x="1057480" y="-1270225"/>
                <a:ext cx="2070853" cy="1831663"/>
                <a:chOff x="1838100" y="3887875"/>
                <a:chExt cx="2333861" cy="2064292"/>
              </a:xfrm>
            </p:grpSpPr>
            <p:sp>
              <p:nvSpPr>
                <p:cNvPr id="230" name="Google Shape;230;p7"/>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7"/>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7"/>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3" name="Google Shape;233;p7"/>
            <p:cNvGrpSpPr/>
            <p:nvPr/>
          </p:nvGrpSpPr>
          <p:grpSpPr>
            <a:xfrm>
              <a:off x="6423741" y="3821124"/>
              <a:ext cx="3635329" cy="3389543"/>
              <a:chOff x="6299916" y="3821124"/>
              <a:chExt cx="3635329" cy="3389543"/>
            </a:xfrm>
          </p:grpSpPr>
          <p:grpSp>
            <p:nvGrpSpPr>
              <p:cNvPr id="234" name="Google Shape;234;p7"/>
              <p:cNvGrpSpPr/>
              <p:nvPr/>
            </p:nvGrpSpPr>
            <p:grpSpPr>
              <a:xfrm rot="8416214">
                <a:off x="6736328" y="4064683"/>
                <a:ext cx="1443913" cy="1887396"/>
                <a:chOff x="-379975" y="2335849"/>
                <a:chExt cx="1184119" cy="1547890"/>
              </a:xfrm>
            </p:grpSpPr>
            <p:sp>
              <p:nvSpPr>
                <p:cNvPr id="235" name="Google Shape;235;p7"/>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7"/>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7"/>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 name="Google Shape;238;p7"/>
              <p:cNvGrpSpPr/>
              <p:nvPr/>
            </p:nvGrpSpPr>
            <p:grpSpPr>
              <a:xfrm rot="-7789426">
                <a:off x="7533567" y="4913315"/>
                <a:ext cx="2070646" cy="1831479"/>
                <a:chOff x="1838100" y="3887875"/>
                <a:chExt cx="2333861" cy="2064292"/>
              </a:xfrm>
            </p:grpSpPr>
            <p:sp>
              <p:nvSpPr>
                <p:cNvPr id="239" name="Google Shape;239;p7"/>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7"/>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7"/>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42" name="Google Shape;242;p7"/>
          <p:cNvGrpSpPr/>
          <p:nvPr/>
        </p:nvGrpSpPr>
        <p:grpSpPr>
          <a:xfrm>
            <a:off x="8670238" y="3693525"/>
            <a:ext cx="424998" cy="447895"/>
            <a:chOff x="4383025" y="835550"/>
            <a:chExt cx="424998" cy="447895"/>
          </a:xfrm>
        </p:grpSpPr>
        <p:sp>
          <p:nvSpPr>
            <p:cNvPr id="243" name="Google Shape;243;p7"/>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7"/>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7"/>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46"/>
        <p:cNvGrpSpPr/>
        <p:nvPr/>
      </p:nvGrpSpPr>
      <p:grpSpPr>
        <a:xfrm>
          <a:off x="0" y="0"/>
          <a:ext cx="0" cy="0"/>
          <a:chOff x="0" y="0"/>
          <a:chExt cx="0" cy="0"/>
        </a:xfrm>
      </p:grpSpPr>
      <p:sp>
        <p:nvSpPr>
          <p:cNvPr id="247" name="Google Shape;247;p8"/>
          <p:cNvSpPr txBox="1">
            <a:spLocks noGrp="1"/>
          </p:cNvSpPr>
          <p:nvPr>
            <p:ph type="title"/>
          </p:nvPr>
        </p:nvSpPr>
        <p:spPr>
          <a:xfrm>
            <a:off x="1317900" y="1953600"/>
            <a:ext cx="6508200" cy="12363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248" name="Google Shape;248;p8"/>
          <p:cNvGrpSpPr/>
          <p:nvPr/>
        </p:nvGrpSpPr>
        <p:grpSpPr>
          <a:xfrm>
            <a:off x="30601" y="2070366"/>
            <a:ext cx="8976471" cy="3140218"/>
            <a:chOff x="30601" y="2070366"/>
            <a:chExt cx="8976471" cy="3140218"/>
          </a:xfrm>
        </p:grpSpPr>
        <p:grpSp>
          <p:nvGrpSpPr>
            <p:cNvPr id="249" name="Google Shape;249;p8"/>
            <p:cNvGrpSpPr/>
            <p:nvPr/>
          </p:nvGrpSpPr>
          <p:grpSpPr>
            <a:xfrm rot="-10148689">
              <a:off x="98064" y="2119108"/>
              <a:ext cx="591031" cy="772600"/>
              <a:chOff x="-379975" y="2335849"/>
              <a:chExt cx="1184119" cy="1547890"/>
            </a:xfrm>
          </p:grpSpPr>
          <p:sp>
            <p:nvSpPr>
              <p:cNvPr id="250" name="Google Shape;250;p8"/>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8"/>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8"/>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 name="Google Shape;253;p8"/>
            <p:cNvGrpSpPr/>
            <p:nvPr/>
          </p:nvGrpSpPr>
          <p:grpSpPr>
            <a:xfrm rot="7683088">
              <a:off x="8169405" y="4407594"/>
              <a:ext cx="724351" cy="640686"/>
              <a:chOff x="1838100" y="3887875"/>
              <a:chExt cx="2333861" cy="2064292"/>
            </a:xfrm>
          </p:grpSpPr>
          <p:sp>
            <p:nvSpPr>
              <p:cNvPr id="254" name="Google Shape;254;p8"/>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8"/>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7" name="Google Shape;257;p8"/>
          <p:cNvGrpSpPr/>
          <p:nvPr/>
        </p:nvGrpSpPr>
        <p:grpSpPr>
          <a:xfrm>
            <a:off x="-1381474" y="-1823911"/>
            <a:ext cx="12174439" cy="8413256"/>
            <a:chOff x="-1381474" y="-1823911"/>
            <a:chExt cx="12174439" cy="8413256"/>
          </a:xfrm>
        </p:grpSpPr>
        <p:grpSp>
          <p:nvGrpSpPr>
            <p:cNvPr id="258" name="Google Shape;258;p8"/>
            <p:cNvGrpSpPr/>
            <p:nvPr/>
          </p:nvGrpSpPr>
          <p:grpSpPr>
            <a:xfrm>
              <a:off x="-1381474" y="3275623"/>
              <a:ext cx="7881964" cy="3313722"/>
              <a:chOff x="-1381474" y="3275623"/>
              <a:chExt cx="7881964" cy="3313722"/>
            </a:xfrm>
          </p:grpSpPr>
          <p:grpSp>
            <p:nvGrpSpPr>
              <p:cNvPr id="259" name="Google Shape;259;p8"/>
              <p:cNvGrpSpPr/>
              <p:nvPr/>
            </p:nvGrpSpPr>
            <p:grpSpPr>
              <a:xfrm rot="-7929928" flipH="1">
                <a:off x="3336773" y="4018840"/>
                <a:ext cx="1818109" cy="1473564"/>
                <a:chOff x="713225" y="4076700"/>
                <a:chExt cx="1595358" cy="1293027"/>
              </a:xfrm>
            </p:grpSpPr>
            <p:sp>
              <p:nvSpPr>
                <p:cNvPr id="260" name="Google Shape;260;p8"/>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8"/>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8"/>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8"/>
              <p:cNvGrpSpPr/>
              <p:nvPr/>
            </p:nvGrpSpPr>
            <p:grpSpPr>
              <a:xfrm rot="-5019075" flipH="1">
                <a:off x="4440739" y="4498113"/>
                <a:ext cx="2070463" cy="1831318"/>
                <a:chOff x="1838100" y="3887875"/>
                <a:chExt cx="2333861" cy="2064292"/>
              </a:xfrm>
            </p:grpSpPr>
            <p:sp>
              <p:nvSpPr>
                <p:cNvPr id="264" name="Google Shape;264;p8"/>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8"/>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8"/>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 name="Google Shape;267;p8"/>
              <p:cNvGrpSpPr/>
              <p:nvPr/>
            </p:nvGrpSpPr>
            <p:grpSpPr>
              <a:xfrm rot="-4336734" flipH="1">
                <a:off x="267175" y="3535028"/>
                <a:ext cx="1921022" cy="2121025"/>
                <a:chOff x="5461000" y="4022450"/>
                <a:chExt cx="1920920" cy="2120913"/>
              </a:xfrm>
            </p:grpSpPr>
            <p:sp>
              <p:nvSpPr>
                <p:cNvPr id="268" name="Google Shape;268;p8"/>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8"/>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8"/>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 name="Google Shape;271;p8"/>
              <p:cNvGrpSpPr/>
              <p:nvPr/>
            </p:nvGrpSpPr>
            <p:grpSpPr>
              <a:xfrm rot="205348" flipH="1">
                <a:off x="1923229" y="4178015"/>
                <a:ext cx="1444004" cy="1887458"/>
                <a:chOff x="-379975" y="2335849"/>
                <a:chExt cx="1184119" cy="1547890"/>
              </a:xfrm>
            </p:grpSpPr>
            <p:sp>
              <p:nvSpPr>
                <p:cNvPr id="272" name="Google Shape;272;p8"/>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8"/>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8"/>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 name="Google Shape;275;p8"/>
              <p:cNvGrpSpPr/>
              <p:nvPr/>
            </p:nvGrpSpPr>
            <p:grpSpPr>
              <a:xfrm rot="556759" flipH="1">
                <a:off x="2306489" y="4282173"/>
                <a:ext cx="1982516" cy="2161489"/>
                <a:chOff x="189175" y="-509225"/>
                <a:chExt cx="1696794" cy="1849791"/>
              </a:xfrm>
            </p:grpSpPr>
            <p:sp>
              <p:nvSpPr>
                <p:cNvPr id="276" name="Google Shape;276;p8"/>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8"/>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8"/>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9" name="Google Shape;279;p8"/>
              <p:cNvGrpSpPr/>
              <p:nvPr/>
            </p:nvGrpSpPr>
            <p:grpSpPr>
              <a:xfrm rot="-6914191" flipH="1">
                <a:off x="-1147026" y="3686853"/>
                <a:ext cx="2070804" cy="1831619"/>
                <a:chOff x="1838100" y="3887875"/>
                <a:chExt cx="2333861" cy="2064292"/>
              </a:xfrm>
            </p:grpSpPr>
            <p:sp>
              <p:nvSpPr>
                <p:cNvPr id="280" name="Google Shape;280;p8"/>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8"/>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8"/>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83" name="Google Shape;283;p8"/>
            <p:cNvGrpSpPr/>
            <p:nvPr/>
          </p:nvGrpSpPr>
          <p:grpSpPr>
            <a:xfrm rot="-9080464">
              <a:off x="-823618" y="-543537"/>
              <a:ext cx="1920942" cy="2120937"/>
              <a:chOff x="5461000" y="4022450"/>
              <a:chExt cx="1920920" cy="2120913"/>
            </a:xfrm>
          </p:grpSpPr>
          <p:sp>
            <p:nvSpPr>
              <p:cNvPr id="284" name="Google Shape;284;p8"/>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8"/>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8"/>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 name="Google Shape;287;p8"/>
            <p:cNvGrpSpPr/>
            <p:nvPr/>
          </p:nvGrpSpPr>
          <p:grpSpPr>
            <a:xfrm rot="8020252">
              <a:off x="376583" y="-1593706"/>
              <a:ext cx="1443891" cy="1887461"/>
              <a:chOff x="-379975" y="2335849"/>
              <a:chExt cx="1184119" cy="1547890"/>
            </a:xfrm>
          </p:grpSpPr>
          <p:sp>
            <p:nvSpPr>
              <p:cNvPr id="288" name="Google Shape;288;p8"/>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8"/>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8"/>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 name="Google Shape;291;p8"/>
            <p:cNvGrpSpPr/>
            <p:nvPr/>
          </p:nvGrpSpPr>
          <p:grpSpPr>
            <a:xfrm rot="-8185220">
              <a:off x="1260910" y="-877725"/>
              <a:ext cx="2070594" cy="1831433"/>
              <a:chOff x="1838100" y="3887875"/>
              <a:chExt cx="2333861" cy="2064292"/>
            </a:xfrm>
          </p:grpSpPr>
          <p:sp>
            <p:nvSpPr>
              <p:cNvPr id="292" name="Google Shape;292;p8"/>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8"/>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8"/>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5" name="Google Shape;295;p8"/>
            <p:cNvGrpSpPr/>
            <p:nvPr/>
          </p:nvGrpSpPr>
          <p:grpSpPr>
            <a:xfrm rot="4947608">
              <a:off x="2486195" y="-1367792"/>
              <a:ext cx="1982366" cy="2161504"/>
              <a:chOff x="189175" y="-509225"/>
              <a:chExt cx="1696794" cy="1849791"/>
            </a:xfrm>
          </p:grpSpPr>
          <p:sp>
            <p:nvSpPr>
              <p:cNvPr id="296" name="Google Shape;296;p8"/>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8"/>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8"/>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9" name="Google Shape;299;p8"/>
            <p:cNvGrpSpPr/>
            <p:nvPr/>
          </p:nvGrpSpPr>
          <p:grpSpPr>
            <a:xfrm rot="-4224540">
              <a:off x="7253113" y="-731164"/>
              <a:ext cx="1920900" cy="2120890"/>
              <a:chOff x="5461000" y="4022450"/>
              <a:chExt cx="1920920" cy="2120913"/>
            </a:xfrm>
          </p:grpSpPr>
          <p:sp>
            <p:nvSpPr>
              <p:cNvPr id="300" name="Google Shape;300;p8"/>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8"/>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8"/>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 name="Google Shape;303;p8"/>
            <p:cNvGrpSpPr/>
            <p:nvPr/>
          </p:nvGrpSpPr>
          <p:grpSpPr>
            <a:xfrm rot="-8723390">
              <a:off x="8795735" y="151425"/>
              <a:ext cx="1443901" cy="1887479"/>
              <a:chOff x="-379975" y="2335849"/>
              <a:chExt cx="1184119" cy="1547890"/>
            </a:xfrm>
          </p:grpSpPr>
          <p:sp>
            <p:nvSpPr>
              <p:cNvPr id="304" name="Google Shape;304;p8"/>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8"/>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8"/>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7" name="Google Shape;307;p8"/>
            <p:cNvGrpSpPr/>
            <p:nvPr/>
          </p:nvGrpSpPr>
          <p:grpSpPr>
            <a:xfrm rot="-3329050">
              <a:off x="7991659" y="1470851"/>
              <a:ext cx="2070529" cy="1831376"/>
              <a:chOff x="1838100" y="3887875"/>
              <a:chExt cx="2333861" cy="2064292"/>
            </a:xfrm>
          </p:grpSpPr>
          <p:sp>
            <p:nvSpPr>
              <p:cNvPr id="308" name="Google Shape;308;p8"/>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8"/>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8"/>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1" name="Google Shape;311;p8"/>
            <p:cNvGrpSpPr/>
            <p:nvPr/>
          </p:nvGrpSpPr>
          <p:grpSpPr>
            <a:xfrm rot="9803710">
              <a:off x="8542719" y="2420799"/>
              <a:ext cx="1982576" cy="2161625"/>
              <a:chOff x="189175" y="-509225"/>
              <a:chExt cx="1696794" cy="1849791"/>
            </a:xfrm>
          </p:grpSpPr>
          <p:sp>
            <p:nvSpPr>
              <p:cNvPr id="312" name="Google Shape;312;p8"/>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8"/>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8"/>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5"/>
        <p:cNvGrpSpPr/>
        <p:nvPr/>
      </p:nvGrpSpPr>
      <p:grpSpPr>
        <a:xfrm>
          <a:off x="0" y="0"/>
          <a:ext cx="0" cy="0"/>
          <a:chOff x="0" y="0"/>
          <a:chExt cx="0" cy="0"/>
        </a:xfrm>
      </p:grpSpPr>
      <p:sp>
        <p:nvSpPr>
          <p:cNvPr id="316" name="Google Shape;316;p9"/>
          <p:cNvSpPr txBox="1">
            <a:spLocks noGrp="1"/>
          </p:cNvSpPr>
          <p:nvPr>
            <p:ph type="subTitle" idx="1"/>
          </p:nvPr>
        </p:nvSpPr>
        <p:spPr>
          <a:xfrm>
            <a:off x="915325" y="1723000"/>
            <a:ext cx="3597000" cy="2296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17" name="Google Shape;317;p9"/>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18" name="Google Shape;318;p9"/>
          <p:cNvSpPr txBox="1">
            <a:spLocks noGrp="1"/>
          </p:cNvSpPr>
          <p:nvPr>
            <p:ph type="subTitle" idx="2"/>
          </p:nvPr>
        </p:nvSpPr>
        <p:spPr>
          <a:xfrm>
            <a:off x="4631674" y="1723000"/>
            <a:ext cx="3597000" cy="2296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319" name="Google Shape;319;p9"/>
          <p:cNvGrpSpPr/>
          <p:nvPr/>
        </p:nvGrpSpPr>
        <p:grpSpPr>
          <a:xfrm>
            <a:off x="-1385866" y="-439193"/>
            <a:ext cx="11663735" cy="6808479"/>
            <a:chOff x="-1385866" y="-439193"/>
            <a:chExt cx="11663735" cy="6808479"/>
          </a:xfrm>
        </p:grpSpPr>
        <p:grpSp>
          <p:nvGrpSpPr>
            <p:cNvPr id="320" name="Google Shape;320;p9"/>
            <p:cNvGrpSpPr/>
            <p:nvPr/>
          </p:nvGrpSpPr>
          <p:grpSpPr>
            <a:xfrm rot="-10731520">
              <a:off x="8445261" y="-421232"/>
              <a:ext cx="1818112" cy="1473567"/>
              <a:chOff x="713225" y="4076700"/>
              <a:chExt cx="1595358" cy="1293027"/>
            </a:xfrm>
          </p:grpSpPr>
          <p:sp>
            <p:nvSpPr>
              <p:cNvPr id="321" name="Google Shape;321;p9"/>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9"/>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9"/>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4" name="Google Shape;324;p9"/>
            <p:cNvGrpSpPr/>
            <p:nvPr/>
          </p:nvGrpSpPr>
          <p:grpSpPr>
            <a:xfrm>
              <a:off x="-1385866" y="3394150"/>
              <a:ext cx="3242524" cy="2975137"/>
              <a:chOff x="-1385866" y="3394150"/>
              <a:chExt cx="3242524" cy="2975137"/>
            </a:xfrm>
          </p:grpSpPr>
          <p:grpSp>
            <p:nvGrpSpPr>
              <p:cNvPr id="325" name="Google Shape;325;p9"/>
              <p:cNvGrpSpPr/>
              <p:nvPr/>
            </p:nvGrpSpPr>
            <p:grpSpPr>
              <a:xfrm rot="2733290">
                <a:off x="-44616" y="4249226"/>
                <a:ext cx="1443989" cy="1887484"/>
                <a:chOff x="-379975" y="2335849"/>
                <a:chExt cx="1184119" cy="1547890"/>
              </a:xfrm>
            </p:grpSpPr>
            <p:sp>
              <p:nvSpPr>
                <p:cNvPr id="326" name="Google Shape;326;p9"/>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9"/>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9"/>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9" name="Google Shape;329;p9"/>
              <p:cNvGrpSpPr/>
              <p:nvPr/>
            </p:nvGrpSpPr>
            <p:grpSpPr>
              <a:xfrm rot="2381855">
                <a:off x="-924177" y="3778160"/>
                <a:ext cx="1982538" cy="2161443"/>
                <a:chOff x="189175" y="-509225"/>
                <a:chExt cx="1696794" cy="1849791"/>
              </a:xfrm>
            </p:grpSpPr>
            <p:sp>
              <p:nvSpPr>
                <p:cNvPr id="330" name="Google Shape;330;p9"/>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9"/>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9"/>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333" name="Google Shape;333;p9"/>
          <p:cNvGrpSpPr/>
          <p:nvPr/>
        </p:nvGrpSpPr>
        <p:grpSpPr>
          <a:xfrm>
            <a:off x="195219" y="91600"/>
            <a:ext cx="8948785" cy="3235563"/>
            <a:chOff x="195219" y="91600"/>
            <a:chExt cx="8948785" cy="3235563"/>
          </a:xfrm>
        </p:grpSpPr>
        <p:grpSp>
          <p:nvGrpSpPr>
            <p:cNvPr id="334" name="Google Shape;334;p9"/>
            <p:cNvGrpSpPr/>
            <p:nvPr/>
          </p:nvGrpSpPr>
          <p:grpSpPr>
            <a:xfrm>
              <a:off x="7803675" y="91600"/>
              <a:ext cx="1340329" cy="2090989"/>
              <a:chOff x="7803675" y="91600"/>
              <a:chExt cx="1340329" cy="2090989"/>
            </a:xfrm>
          </p:grpSpPr>
          <p:grpSp>
            <p:nvGrpSpPr>
              <p:cNvPr id="335" name="Google Shape;335;p9"/>
              <p:cNvGrpSpPr/>
              <p:nvPr/>
            </p:nvGrpSpPr>
            <p:grpSpPr>
              <a:xfrm>
                <a:off x="7803675" y="91600"/>
                <a:ext cx="424998" cy="447895"/>
                <a:chOff x="4383025" y="835550"/>
                <a:chExt cx="424998" cy="447895"/>
              </a:xfrm>
            </p:grpSpPr>
            <p:sp>
              <p:nvSpPr>
                <p:cNvPr id="336" name="Google Shape;336;p9"/>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9"/>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9"/>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9" name="Google Shape;339;p9"/>
              <p:cNvGrpSpPr/>
              <p:nvPr/>
            </p:nvGrpSpPr>
            <p:grpSpPr>
              <a:xfrm rot="377521">
                <a:off x="8512448" y="1379969"/>
                <a:ext cx="591002" cy="772562"/>
                <a:chOff x="-379975" y="2335849"/>
                <a:chExt cx="1184119" cy="1547890"/>
              </a:xfrm>
            </p:grpSpPr>
            <p:sp>
              <p:nvSpPr>
                <p:cNvPr id="340" name="Google Shape;340;p9"/>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9"/>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9"/>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43" name="Google Shape;343;p9"/>
            <p:cNvGrpSpPr/>
            <p:nvPr/>
          </p:nvGrpSpPr>
          <p:grpSpPr>
            <a:xfrm flipH="1">
              <a:off x="195219" y="2971535"/>
              <a:ext cx="337491" cy="355629"/>
              <a:chOff x="4383025" y="835550"/>
              <a:chExt cx="424998" cy="447895"/>
            </a:xfrm>
          </p:grpSpPr>
          <p:sp>
            <p:nvSpPr>
              <p:cNvPr id="344" name="Google Shape;344;p9"/>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9"/>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9"/>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50"/>
        <p:cNvGrpSpPr/>
        <p:nvPr/>
      </p:nvGrpSpPr>
      <p:grpSpPr>
        <a:xfrm>
          <a:off x="0" y="0"/>
          <a:ext cx="0" cy="0"/>
          <a:chOff x="0" y="0"/>
          <a:chExt cx="0" cy="0"/>
        </a:xfrm>
      </p:grpSpPr>
      <p:sp>
        <p:nvSpPr>
          <p:cNvPr id="351" name="Google Shape;351;p11"/>
          <p:cNvSpPr txBox="1">
            <a:spLocks noGrp="1"/>
          </p:cNvSpPr>
          <p:nvPr>
            <p:ph type="title" hasCustomPrompt="1"/>
          </p:nvPr>
        </p:nvSpPr>
        <p:spPr>
          <a:xfrm>
            <a:off x="1737300" y="1843050"/>
            <a:ext cx="5669400" cy="10188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52" name="Google Shape;352;p11"/>
          <p:cNvSpPr txBox="1">
            <a:spLocks noGrp="1"/>
          </p:cNvSpPr>
          <p:nvPr>
            <p:ph type="subTitle" idx="1"/>
          </p:nvPr>
        </p:nvSpPr>
        <p:spPr>
          <a:xfrm>
            <a:off x="1737300" y="2861850"/>
            <a:ext cx="5669400" cy="4386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353" name="Google Shape;353;p11"/>
          <p:cNvGrpSpPr/>
          <p:nvPr/>
        </p:nvGrpSpPr>
        <p:grpSpPr>
          <a:xfrm>
            <a:off x="-2136500" y="-1192704"/>
            <a:ext cx="12504899" cy="7935058"/>
            <a:chOff x="-2136500" y="-1192704"/>
            <a:chExt cx="12504899" cy="7935058"/>
          </a:xfrm>
        </p:grpSpPr>
        <p:grpSp>
          <p:nvGrpSpPr>
            <p:cNvPr id="354" name="Google Shape;354;p11"/>
            <p:cNvGrpSpPr/>
            <p:nvPr/>
          </p:nvGrpSpPr>
          <p:grpSpPr>
            <a:xfrm>
              <a:off x="6493150" y="-1192704"/>
              <a:ext cx="3875249" cy="6639658"/>
              <a:chOff x="6493150" y="-1192704"/>
              <a:chExt cx="3875249" cy="6639658"/>
            </a:xfrm>
          </p:grpSpPr>
          <p:grpSp>
            <p:nvGrpSpPr>
              <p:cNvPr id="355" name="Google Shape;355;p11"/>
              <p:cNvGrpSpPr/>
              <p:nvPr/>
            </p:nvGrpSpPr>
            <p:grpSpPr>
              <a:xfrm rot="7869636">
                <a:off x="7977305" y="2965329"/>
                <a:ext cx="1921003" cy="2121004"/>
                <a:chOff x="5461000" y="4022450"/>
                <a:chExt cx="1920920" cy="2120913"/>
              </a:xfrm>
            </p:grpSpPr>
            <p:sp>
              <p:nvSpPr>
                <p:cNvPr id="356" name="Google Shape;356;p11"/>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1"/>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1"/>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 name="Google Shape;359;p11"/>
              <p:cNvGrpSpPr/>
              <p:nvPr/>
            </p:nvGrpSpPr>
            <p:grpSpPr>
              <a:xfrm rot="3370464">
                <a:off x="7285164" y="1890553"/>
                <a:ext cx="1443916" cy="1887412"/>
                <a:chOff x="-379975" y="2335849"/>
                <a:chExt cx="1184119" cy="1547890"/>
              </a:xfrm>
            </p:grpSpPr>
            <p:sp>
              <p:nvSpPr>
                <p:cNvPr id="360" name="Google Shape;360;p11"/>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1"/>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1"/>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3" name="Google Shape;363;p11"/>
              <p:cNvGrpSpPr/>
              <p:nvPr/>
            </p:nvGrpSpPr>
            <p:grpSpPr>
              <a:xfrm rot="8764732">
                <a:off x="7902519" y="898411"/>
                <a:ext cx="2070589" cy="1831429"/>
                <a:chOff x="1838100" y="3887875"/>
                <a:chExt cx="2333861" cy="2064292"/>
              </a:xfrm>
            </p:grpSpPr>
            <p:sp>
              <p:nvSpPr>
                <p:cNvPr id="364" name="Google Shape;364;p11"/>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1"/>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1"/>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7" name="Google Shape;367;p11"/>
              <p:cNvGrpSpPr/>
              <p:nvPr/>
            </p:nvGrpSpPr>
            <p:grpSpPr>
              <a:xfrm rot="297866">
                <a:off x="7885098" y="-490334"/>
                <a:ext cx="1982335" cy="2161431"/>
                <a:chOff x="189175" y="-509225"/>
                <a:chExt cx="1696794" cy="1849791"/>
              </a:xfrm>
            </p:grpSpPr>
            <p:sp>
              <p:nvSpPr>
                <p:cNvPr id="368" name="Google Shape;368;p11"/>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1"/>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1"/>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1" name="Google Shape;371;p11"/>
              <p:cNvGrpSpPr/>
              <p:nvPr/>
            </p:nvGrpSpPr>
            <p:grpSpPr>
              <a:xfrm rot="-9001313" flipH="1">
                <a:off x="6739665" y="-837069"/>
                <a:ext cx="1817996" cy="1473473"/>
                <a:chOff x="713225" y="4076700"/>
                <a:chExt cx="1595358" cy="1293027"/>
              </a:xfrm>
            </p:grpSpPr>
            <p:sp>
              <p:nvSpPr>
                <p:cNvPr id="372" name="Google Shape;372;p11"/>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1"/>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1"/>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75" name="Google Shape;375;p11"/>
            <p:cNvGrpSpPr/>
            <p:nvPr/>
          </p:nvGrpSpPr>
          <p:grpSpPr>
            <a:xfrm>
              <a:off x="-2136500" y="102696"/>
              <a:ext cx="3875249" cy="6639658"/>
              <a:chOff x="6493150" y="-1192704"/>
              <a:chExt cx="3875249" cy="6639658"/>
            </a:xfrm>
          </p:grpSpPr>
          <p:grpSp>
            <p:nvGrpSpPr>
              <p:cNvPr id="376" name="Google Shape;376;p11"/>
              <p:cNvGrpSpPr/>
              <p:nvPr/>
            </p:nvGrpSpPr>
            <p:grpSpPr>
              <a:xfrm rot="7869636">
                <a:off x="7977305" y="2965329"/>
                <a:ext cx="1921003" cy="2121004"/>
                <a:chOff x="5461000" y="4022450"/>
                <a:chExt cx="1920920" cy="2120913"/>
              </a:xfrm>
            </p:grpSpPr>
            <p:sp>
              <p:nvSpPr>
                <p:cNvPr id="377" name="Google Shape;377;p11"/>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1"/>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1"/>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0" name="Google Shape;380;p11"/>
              <p:cNvGrpSpPr/>
              <p:nvPr/>
            </p:nvGrpSpPr>
            <p:grpSpPr>
              <a:xfrm rot="3370464">
                <a:off x="7285164" y="1890553"/>
                <a:ext cx="1443916" cy="1887412"/>
                <a:chOff x="-379975" y="2335849"/>
                <a:chExt cx="1184119" cy="1547890"/>
              </a:xfrm>
            </p:grpSpPr>
            <p:sp>
              <p:nvSpPr>
                <p:cNvPr id="381" name="Google Shape;381;p11"/>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1"/>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1"/>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4" name="Google Shape;384;p11"/>
              <p:cNvGrpSpPr/>
              <p:nvPr/>
            </p:nvGrpSpPr>
            <p:grpSpPr>
              <a:xfrm rot="8764732">
                <a:off x="7902519" y="898411"/>
                <a:ext cx="2070589" cy="1831429"/>
                <a:chOff x="1838100" y="3887875"/>
                <a:chExt cx="2333861" cy="2064292"/>
              </a:xfrm>
            </p:grpSpPr>
            <p:sp>
              <p:nvSpPr>
                <p:cNvPr id="385" name="Google Shape;385;p11"/>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1"/>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1"/>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11"/>
              <p:cNvGrpSpPr/>
              <p:nvPr/>
            </p:nvGrpSpPr>
            <p:grpSpPr>
              <a:xfrm rot="297866">
                <a:off x="7885098" y="-490334"/>
                <a:ext cx="1982335" cy="2161431"/>
                <a:chOff x="189175" y="-509225"/>
                <a:chExt cx="1696794" cy="1849791"/>
              </a:xfrm>
            </p:grpSpPr>
            <p:sp>
              <p:nvSpPr>
                <p:cNvPr id="389" name="Google Shape;389;p11"/>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1"/>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1"/>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2" name="Google Shape;392;p11"/>
              <p:cNvGrpSpPr/>
              <p:nvPr/>
            </p:nvGrpSpPr>
            <p:grpSpPr>
              <a:xfrm rot="-9001313" flipH="1">
                <a:off x="6739665" y="-837069"/>
                <a:ext cx="1817996" cy="1473473"/>
                <a:chOff x="713225" y="4076700"/>
                <a:chExt cx="1595358" cy="1293027"/>
              </a:xfrm>
            </p:grpSpPr>
            <p:sp>
              <p:nvSpPr>
                <p:cNvPr id="393" name="Google Shape;393;p11"/>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1"/>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1"/>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396" name="Google Shape;396;p11"/>
          <p:cNvGrpSpPr/>
          <p:nvPr/>
        </p:nvGrpSpPr>
        <p:grpSpPr>
          <a:xfrm>
            <a:off x="3029688" y="102700"/>
            <a:ext cx="3800948" cy="4856926"/>
            <a:chOff x="3029688" y="102700"/>
            <a:chExt cx="3800948" cy="4856926"/>
          </a:xfrm>
        </p:grpSpPr>
        <p:grpSp>
          <p:nvGrpSpPr>
            <p:cNvPr id="397" name="Google Shape;397;p11"/>
            <p:cNvGrpSpPr/>
            <p:nvPr/>
          </p:nvGrpSpPr>
          <p:grpSpPr>
            <a:xfrm>
              <a:off x="3029688" y="102700"/>
              <a:ext cx="424998" cy="447895"/>
              <a:chOff x="4383025" y="835550"/>
              <a:chExt cx="424998" cy="447895"/>
            </a:xfrm>
          </p:grpSpPr>
          <p:sp>
            <p:nvSpPr>
              <p:cNvPr id="398" name="Google Shape;398;p11"/>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11"/>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1"/>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1" name="Google Shape;401;p11"/>
            <p:cNvGrpSpPr/>
            <p:nvPr/>
          </p:nvGrpSpPr>
          <p:grpSpPr>
            <a:xfrm flipH="1">
              <a:off x="6493144" y="4603997"/>
              <a:ext cx="337491" cy="355629"/>
              <a:chOff x="4383025" y="835550"/>
              <a:chExt cx="424998" cy="447895"/>
            </a:xfrm>
          </p:grpSpPr>
          <p:sp>
            <p:nvSpPr>
              <p:cNvPr id="402" name="Google Shape;402;p11"/>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1"/>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1"/>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5"/>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406"/>
        <p:cNvGrpSpPr/>
        <p:nvPr/>
      </p:nvGrpSpPr>
      <p:grpSpPr>
        <a:xfrm>
          <a:off x="0" y="0"/>
          <a:ext cx="0" cy="0"/>
          <a:chOff x="0" y="0"/>
          <a:chExt cx="0" cy="0"/>
        </a:xfrm>
      </p:grpSpPr>
      <p:sp>
        <p:nvSpPr>
          <p:cNvPr id="407" name="Google Shape;407;p13"/>
          <p:cNvSpPr txBox="1">
            <a:spLocks noGrp="1"/>
          </p:cNvSpPr>
          <p:nvPr>
            <p:ph type="subTitle" idx="1"/>
          </p:nvPr>
        </p:nvSpPr>
        <p:spPr>
          <a:xfrm>
            <a:off x="941625" y="1139025"/>
            <a:ext cx="7260600" cy="3199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a:endParaRPr/>
          </a:p>
        </p:txBody>
      </p:sp>
      <p:sp>
        <p:nvSpPr>
          <p:cNvPr id="408" name="Google Shape;408;p13"/>
          <p:cNvSpPr txBox="1">
            <a:spLocks noGrp="1"/>
          </p:cNvSpPr>
          <p:nvPr>
            <p:ph type="title"/>
          </p:nvPr>
        </p:nvSpPr>
        <p:spPr>
          <a:xfrm>
            <a:off x="715100" y="445025"/>
            <a:ext cx="7704000" cy="572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000"/>
              <a:buNone/>
              <a:defRPr/>
            </a:lvl1pPr>
            <a:lvl2pPr lvl="1" algn="r">
              <a:spcBef>
                <a:spcPts val="0"/>
              </a:spcBef>
              <a:spcAft>
                <a:spcPts val="0"/>
              </a:spcAft>
              <a:buSzPts val="3000"/>
              <a:buNone/>
              <a:defRPr/>
            </a:lvl2pPr>
            <a:lvl3pPr lvl="2" algn="r">
              <a:spcBef>
                <a:spcPts val="0"/>
              </a:spcBef>
              <a:spcAft>
                <a:spcPts val="0"/>
              </a:spcAft>
              <a:buSzPts val="3000"/>
              <a:buNone/>
              <a:defRPr/>
            </a:lvl3pPr>
            <a:lvl4pPr lvl="3" algn="r">
              <a:spcBef>
                <a:spcPts val="0"/>
              </a:spcBef>
              <a:spcAft>
                <a:spcPts val="0"/>
              </a:spcAft>
              <a:buSzPts val="3000"/>
              <a:buNone/>
              <a:defRPr/>
            </a:lvl4pPr>
            <a:lvl5pPr lvl="4" algn="r">
              <a:spcBef>
                <a:spcPts val="0"/>
              </a:spcBef>
              <a:spcAft>
                <a:spcPts val="0"/>
              </a:spcAft>
              <a:buSzPts val="3000"/>
              <a:buNone/>
              <a:defRPr/>
            </a:lvl5pPr>
            <a:lvl6pPr lvl="5" algn="r">
              <a:spcBef>
                <a:spcPts val="0"/>
              </a:spcBef>
              <a:spcAft>
                <a:spcPts val="0"/>
              </a:spcAft>
              <a:buSzPts val="3000"/>
              <a:buNone/>
              <a:defRPr/>
            </a:lvl6pPr>
            <a:lvl7pPr lvl="6" algn="r">
              <a:spcBef>
                <a:spcPts val="0"/>
              </a:spcBef>
              <a:spcAft>
                <a:spcPts val="0"/>
              </a:spcAft>
              <a:buSzPts val="3000"/>
              <a:buNone/>
              <a:defRPr/>
            </a:lvl7pPr>
            <a:lvl8pPr lvl="7" algn="r">
              <a:spcBef>
                <a:spcPts val="0"/>
              </a:spcBef>
              <a:spcAft>
                <a:spcPts val="0"/>
              </a:spcAft>
              <a:buSzPts val="3000"/>
              <a:buNone/>
              <a:defRPr/>
            </a:lvl8pPr>
            <a:lvl9pPr lvl="8" algn="r">
              <a:spcBef>
                <a:spcPts val="0"/>
              </a:spcBef>
              <a:spcAft>
                <a:spcPts val="0"/>
              </a:spcAft>
              <a:buSzPts val="3000"/>
              <a:buNone/>
              <a:defRPr/>
            </a:lvl9pPr>
          </a:lstStyle>
          <a:p>
            <a:endParaRPr/>
          </a:p>
        </p:txBody>
      </p:sp>
      <p:grpSp>
        <p:nvGrpSpPr>
          <p:cNvPr id="409" name="Google Shape;409;p13"/>
          <p:cNvGrpSpPr/>
          <p:nvPr/>
        </p:nvGrpSpPr>
        <p:grpSpPr>
          <a:xfrm>
            <a:off x="-2054839" y="-2817526"/>
            <a:ext cx="12297849" cy="9643553"/>
            <a:chOff x="-2054839" y="-2817526"/>
            <a:chExt cx="12297849" cy="9643553"/>
          </a:xfrm>
        </p:grpSpPr>
        <p:grpSp>
          <p:nvGrpSpPr>
            <p:cNvPr id="410" name="Google Shape;410;p13"/>
            <p:cNvGrpSpPr/>
            <p:nvPr/>
          </p:nvGrpSpPr>
          <p:grpSpPr>
            <a:xfrm rot="2008628">
              <a:off x="-980598" y="-2394239"/>
              <a:ext cx="2975263" cy="4789776"/>
              <a:chOff x="-1352111" y="-590706"/>
              <a:chExt cx="2975285" cy="4789811"/>
            </a:xfrm>
          </p:grpSpPr>
          <p:grpSp>
            <p:nvGrpSpPr>
              <p:cNvPr id="411" name="Google Shape;411;p13"/>
              <p:cNvGrpSpPr/>
              <p:nvPr/>
            </p:nvGrpSpPr>
            <p:grpSpPr>
              <a:xfrm rot="9569735">
                <a:off x="-701539" y="558512"/>
                <a:ext cx="1921033" cy="2121037"/>
                <a:chOff x="5461000" y="4022450"/>
                <a:chExt cx="1920920" cy="2120913"/>
              </a:xfrm>
            </p:grpSpPr>
            <p:sp>
              <p:nvSpPr>
                <p:cNvPr id="412" name="Google Shape;412;p13"/>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3"/>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3"/>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5" name="Google Shape;415;p13"/>
              <p:cNvGrpSpPr/>
              <p:nvPr/>
            </p:nvGrpSpPr>
            <p:grpSpPr>
              <a:xfrm rot="5027744">
                <a:off x="-1057866" y="-714601"/>
                <a:ext cx="1444084" cy="1887581"/>
                <a:chOff x="-379975" y="2335849"/>
                <a:chExt cx="1184119" cy="1547890"/>
              </a:xfrm>
            </p:grpSpPr>
            <p:sp>
              <p:nvSpPr>
                <p:cNvPr id="416" name="Google Shape;416;p13"/>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3"/>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3"/>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13"/>
              <p:cNvGrpSpPr/>
              <p:nvPr/>
            </p:nvGrpSpPr>
            <p:grpSpPr>
              <a:xfrm rot="-9453209">
                <a:off x="-718966" y="2041434"/>
                <a:ext cx="2070899" cy="1831703"/>
                <a:chOff x="1838100" y="3887875"/>
                <a:chExt cx="2333861" cy="2064292"/>
              </a:xfrm>
            </p:grpSpPr>
            <p:sp>
              <p:nvSpPr>
                <p:cNvPr id="420" name="Google Shape;420;p13"/>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3"/>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3"/>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3" name="Google Shape;423;p13"/>
            <p:cNvGrpSpPr/>
            <p:nvPr/>
          </p:nvGrpSpPr>
          <p:grpSpPr>
            <a:xfrm>
              <a:off x="7039833" y="3058581"/>
              <a:ext cx="3203177" cy="3767447"/>
              <a:chOff x="7039833" y="3058581"/>
              <a:chExt cx="3203177" cy="3767447"/>
            </a:xfrm>
          </p:grpSpPr>
          <p:grpSp>
            <p:nvGrpSpPr>
              <p:cNvPr id="424" name="Google Shape;424;p13"/>
              <p:cNvGrpSpPr/>
              <p:nvPr/>
            </p:nvGrpSpPr>
            <p:grpSpPr>
              <a:xfrm rot="-10021611">
                <a:off x="8108484" y="3247136"/>
                <a:ext cx="1920969" cy="2120966"/>
                <a:chOff x="5461000" y="4022450"/>
                <a:chExt cx="1920920" cy="2120913"/>
              </a:xfrm>
            </p:grpSpPr>
            <p:sp>
              <p:nvSpPr>
                <p:cNvPr id="425" name="Google Shape;425;p13"/>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3"/>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3"/>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8" name="Google Shape;428;p13"/>
              <p:cNvGrpSpPr/>
              <p:nvPr/>
            </p:nvGrpSpPr>
            <p:grpSpPr>
              <a:xfrm rot="-7444613">
                <a:off x="7343154" y="4539251"/>
                <a:ext cx="2071008" cy="1831800"/>
                <a:chOff x="1838100" y="3887875"/>
                <a:chExt cx="2333861" cy="2064292"/>
              </a:xfrm>
            </p:grpSpPr>
            <p:sp>
              <p:nvSpPr>
                <p:cNvPr id="429" name="Google Shape;429;p13"/>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3"/>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13"/>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432" name="Google Shape;432;p13"/>
          <p:cNvGrpSpPr/>
          <p:nvPr/>
        </p:nvGrpSpPr>
        <p:grpSpPr>
          <a:xfrm>
            <a:off x="8670238" y="3693525"/>
            <a:ext cx="424998" cy="447895"/>
            <a:chOff x="4383025" y="835550"/>
            <a:chExt cx="424998" cy="447895"/>
          </a:xfrm>
        </p:grpSpPr>
        <p:sp>
          <p:nvSpPr>
            <p:cNvPr id="433" name="Google Shape;433;p13"/>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13"/>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13"/>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ONE_COLUMN_TEXT_2">
    <p:spTree>
      <p:nvGrpSpPr>
        <p:cNvPr id="1" name="Shape 436"/>
        <p:cNvGrpSpPr/>
        <p:nvPr/>
      </p:nvGrpSpPr>
      <p:grpSpPr>
        <a:xfrm>
          <a:off x="0" y="0"/>
          <a:ext cx="0" cy="0"/>
          <a:chOff x="0" y="0"/>
          <a:chExt cx="0" cy="0"/>
        </a:xfrm>
      </p:grpSpPr>
      <p:sp>
        <p:nvSpPr>
          <p:cNvPr id="437" name="Google Shape;437;p14"/>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38" name="Google Shape;438;p14"/>
          <p:cNvSpPr txBox="1">
            <a:spLocks noGrp="1"/>
          </p:cNvSpPr>
          <p:nvPr>
            <p:ph type="body" idx="1"/>
          </p:nvPr>
        </p:nvSpPr>
        <p:spPr>
          <a:xfrm>
            <a:off x="713225" y="1801229"/>
            <a:ext cx="4263600" cy="27138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accent4"/>
              </a:buClr>
              <a:buSzPts val="1400"/>
              <a:buChar char="●"/>
              <a:defRPr sz="1400"/>
            </a:lvl1pPr>
            <a:lvl2pPr marL="914400" lvl="1" indent="-317500">
              <a:lnSpc>
                <a:spcPct val="115000"/>
              </a:lnSpc>
              <a:spcBef>
                <a:spcPts val="0"/>
              </a:spcBef>
              <a:spcAft>
                <a:spcPts val="0"/>
              </a:spcAft>
              <a:buSzPts val="1400"/>
              <a:buChar char="○"/>
              <a:defRPr/>
            </a:lvl2pPr>
            <a:lvl3pPr marL="1371600" lvl="2" indent="-317500">
              <a:lnSpc>
                <a:spcPct val="115000"/>
              </a:lnSpc>
              <a:spcBef>
                <a:spcPts val="0"/>
              </a:spcBef>
              <a:spcAft>
                <a:spcPts val="0"/>
              </a:spcAft>
              <a:buSzPts val="1400"/>
              <a:buChar char="■"/>
              <a:defRPr/>
            </a:lvl3pPr>
            <a:lvl4pPr marL="1828800" lvl="3" indent="-317500">
              <a:lnSpc>
                <a:spcPct val="115000"/>
              </a:lnSpc>
              <a:spcBef>
                <a:spcPts val="0"/>
              </a:spcBef>
              <a:spcAft>
                <a:spcPts val="0"/>
              </a:spcAft>
              <a:buSzPts val="1400"/>
              <a:buChar char="●"/>
              <a:defRPr/>
            </a:lvl4pPr>
            <a:lvl5pPr marL="2286000" lvl="4" indent="-317500">
              <a:lnSpc>
                <a:spcPct val="115000"/>
              </a:lnSpc>
              <a:spcBef>
                <a:spcPts val="0"/>
              </a:spcBef>
              <a:spcAft>
                <a:spcPts val="0"/>
              </a:spcAft>
              <a:buSzPts val="1400"/>
              <a:buChar char="○"/>
              <a:defRPr/>
            </a:lvl5pPr>
            <a:lvl6pPr marL="2743200" lvl="5" indent="-317500">
              <a:lnSpc>
                <a:spcPct val="115000"/>
              </a:lnSpc>
              <a:spcBef>
                <a:spcPts val="0"/>
              </a:spcBef>
              <a:spcAft>
                <a:spcPts val="0"/>
              </a:spcAft>
              <a:buSzPts val="1400"/>
              <a:buChar char="■"/>
              <a:defRPr/>
            </a:lvl6pPr>
            <a:lvl7pPr marL="3200400" lvl="6" indent="-317500">
              <a:lnSpc>
                <a:spcPct val="115000"/>
              </a:lnSpc>
              <a:spcBef>
                <a:spcPts val="0"/>
              </a:spcBef>
              <a:spcAft>
                <a:spcPts val="0"/>
              </a:spcAft>
              <a:buSzPts val="1400"/>
              <a:buChar char="●"/>
              <a:defRPr/>
            </a:lvl7pPr>
            <a:lvl8pPr marL="3657600" lvl="7" indent="-317500">
              <a:lnSpc>
                <a:spcPct val="115000"/>
              </a:lnSpc>
              <a:spcBef>
                <a:spcPts val="0"/>
              </a:spcBef>
              <a:spcAft>
                <a:spcPts val="0"/>
              </a:spcAft>
              <a:buSzPts val="1400"/>
              <a:buChar char="○"/>
              <a:defRPr/>
            </a:lvl8pPr>
            <a:lvl9pPr marL="4114800" lvl="8" indent="-317500">
              <a:lnSpc>
                <a:spcPct val="115000"/>
              </a:lnSpc>
              <a:spcBef>
                <a:spcPts val="0"/>
              </a:spcBef>
              <a:spcAft>
                <a:spcPts val="0"/>
              </a:spcAft>
              <a:buSzPts val="1400"/>
              <a:buChar char="■"/>
              <a:defRPr/>
            </a:lvl9pPr>
          </a:lstStyle>
          <a:p>
            <a:endParaRPr/>
          </a:p>
        </p:txBody>
      </p:sp>
      <p:sp>
        <p:nvSpPr>
          <p:cNvPr id="439" name="Google Shape;439;p14"/>
          <p:cNvSpPr>
            <a:spLocks noGrp="1"/>
          </p:cNvSpPr>
          <p:nvPr>
            <p:ph type="pic" idx="2"/>
          </p:nvPr>
        </p:nvSpPr>
        <p:spPr>
          <a:xfrm>
            <a:off x="5582375" y="1197112"/>
            <a:ext cx="2848500" cy="3318000"/>
          </a:xfrm>
          <a:prstGeom prst="rect">
            <a:avLst/>
          </a:prstGeom>
          <a:noFill/>
          <a:ln>
            <a:noFill/>
          </a:ln>
        </p:spPr>
      </p:sp>
      <p:grpSp>
        <p:nvGrpSpPr>
          <p:cNvPr id="440" name="Google Shape;440;p14"/>
          <p:cNvGrpSpPr/>
          <p:nvPr/>
        </p:nvGrpSpPr>
        <p:grpSpPr>
          <a:xfrm>
            <a:off x="-1638780" y="-2173934"/>
            <a:ext cx="11697850" cy="9384601"/>
            <a:chOff x="-1638780" y="-2173934"/>
            <a:chExt cx="11697850" cy="9384601"/>
          </a:xfrm>
        </p:grpSpPr>
        <p:grpSp>
          <p:nvGrpSpPr>
            <p:cNvPr id="441" name="Google Shape;441;p14"/>
            <p:cNvGrpSpPr/>
            <p:nvPr/>
          </p:nvGrpSpPr>
          <p:grpSpPr>
            <a:xfrm rot="-4102577">
              <a:off x="-1579353" y="-1250175"/>
              <a:ext cx="3851468" cy="2744141"/>
              <a:chOff x="-417326" y="-1726499"/>
              <a:chExt cx="3851567" cy="2744212"/>
            </a:xfrm>
          </p:grpSpPr>
          <p:grpSp>
            <p:nvGrpSpPr>
              <p:cNvPr id="442" name="Google Shape;442;p14"/>
              <p:cNvGrpSpPr/>
              <p:nvPr/>
            </p:nvGrpSpPr>
            <p:grpSpPr>
              <a:xfrm rot="4893525">
                <a:off x="-187819" y="-1637983"/>
                <a:ext cx="1920985" cy="2120984"/>
                <a:chOff x="5461000" y="4022450"/>
                <a:chExt cx="1920920" cy="2120913"/>
              </a:xfrm>
            </p:grpSpPr>
            <p:sp>
              <p:nvSpPr>
                <p:cNvPr id="443" name="Google Shape;443;p14"/>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4"/>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4"/>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6" name="Google Shape;446;p14"/>
              <p:cNvGrpSpPr/>
              <p:nvPr/>
            </p:nvGrpSpPr>
            <p:grpSpPr>
              <a:xfrm rot="7471050">
                <a:off x="1057480" y="-1270225"/>
                <a:ext cx="2070853" cy="1831663"/>
                <a:chOff x="1838100" y="3887875"/>
                <a:chExt cx="2333861" cy="2064292"/>
              </a:xfrm>
            </p:grpSpPr>
            <p:sp>
              <p:nvSpPr>
                <p:cNvPr id="447" name="Google Shape;447;p14"/>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4"/>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14"/>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0" name="Google Shape;450;p14"/>
            <p:cNvGrpSpPr/>
            <p:nvPr/>
          </p:nvGrpSpPr>
          <p:grpSpPr>
            <a:xfrm>
              <a:off x="6423741" y="3821124"/>
              <a:ext cx="3635329" cy="3389543"/>
              <a:chOff x="6299916" y="3821124"/>
              <a:chExt cx="3635329" cy="3389543"/>
            </a:xfrm>
          </p:grpSpPr>
          <p:grpSp>
            <p:nvGrpSpPr>
              <p:cNvPr id="451" name="Google Shape;451;p14"/>
              <p:cNvGrpSpPr/>
              <p:nvPr/>
            </p:nvGrpSpPr>
            <p:grpSpPr>
              <a:xfrm rot="8416214">
                <a:off x="6736328" y="4064683"/>
                <a:ext cx="1443913" cy="1887396"/>
                <a:chOff x="-379975" y="2335849"/>
                <a:chExt cx="1184119" cy="1547890"/>
              </a:xfrm>
            </p:grpSpPr>
            <p:sp>
              <p:nvSpPr>
                <p:cNvPr id="452" name="Google Shape;452;p14"/>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14"/>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4"/>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5" name="Google Shape;455;p14"/>
              <p:cNvGrpSpPr/>
              <p:nvPr/>
            </p:nvGrpSpPr>
            <p:grpSpPr>
              <a:xfrm rot="-7789426">
                <a:off x="7533567" y="4913315"/>
                <a:ext cx="2070646" cy="1831479"/>
                <a:chOff x="1838100" y="3887875"/>
                <a:chExt cx="2333861" cy="2064292"/>
              </a:xfrm>
            </p:grpSpPr>
            <p:sp>
              <p:nvSpPr>
                <p:cNvPr id="456" name="Google Shape;456;p14"/>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4"/>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14"/>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459" name="Google Shape;459;p14"/>
          <p:cNvGrpSpPr/>
          <p:nvPr/>
        </p:nvGrpSpPr>
        <p:grpSpPr>
          <a:xfrm>
            <a:off x="8670238" y="3693525"/>
            <a:ext cx="424998" cy="447895"/>
            <a:chOff x="4383025" y="835550"/>
            <a:chExt cx="424998" cy="447895"/>
          </a:xfrm>
        </p:grpSpPr>
        <p:sp>
          <p:nvSpPr>
            <p:cNvPr id="460" name="Google Shape;460;p14"/>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4"/>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14"/>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2">
  <p:cSld name="CUSTOM_1">
    <p:spTree>
      <p:nvGrpSpPr>
        <p:cNvPr id="1" name="Shape 463"/>
        <p:cNvGrpSpPr/>
        <p:nvPr/>
      </p:nvGrpSpPr>
      <p:grpSpPr>
        <a:xfrm>
          <a:off x="0" y="0"/>
          <a:ext cx="0" cy="0"/>
          <a:chOff x="0" y="0"/>
          <a:chExt cx="0" cy="0"/>
        </a:xfrm>
      </p:grpSpPr>
      <p:sp>
        <p:nvSpPr>
          <p:cNvPr id="464" name="Google Shape;464;p15"/>
          <p:cNvSpPr txBox="1">
            <a:spLocks noGrp="1"/>
          </p:cNvSpPr>
          <p:nvPr>
            <p:ph type="subTitle" idx="1"/>
          </p:nvPr>
        </p:nvSpPr>
        <p:spPr>
          <a:xfrm>
            <a:off x="1342575" y="1139025"/>
            <a:ext cx="6458700" cy="988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endParaRPr/>
          </a:p>
        </p:txBody>
      </p:sp>
      <p:sp>
        <p:nvSpPr>
          <p:cNvPr id="465" name="Google Shape;465;p15"/>
          <p:cNvSpPr txBox="1">
            <a:spLocks noGrp="1"/>
          </p:cNvSpPr>
          <p:nvPr>
            <p:ph type="title"/>
          </p:nvPr>
        </p:nvSpPr>
        <p:spPr>
          <a:xfrm>
            <a:off x="7151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r" rtl="0">
              <a:spcBef>
                <a:spcPts val="0"/>
              </a:spcBef>
              <a:spcAft>
                <a:spcPts val="0"/>
              </a:spcAft>
              <a:buSzPts val="3000"/>
              <a:buNone/>
              <a:defRPr/>
            </a:lvl2pPr>
            <a:lvl3pPr lvl="2" algn="r" rtl="0">
              <a:spcBef>
                <a:spcPts val="0"/>
              </a:spcBef>
              <a:spcAft>
                <a:spcPts val="0"/>
              </a:spcAft>
              <a:buSzPts val="3000"/>
              <a:buNone/>
              <a:defRPr/>
            </a:lvl3pPr>
            <a:lvl4pPr lvl="3" algn="r" rtl="0">
              <a:spcBef>
                <a:spcPts val="0"/>
              </a:spcBef>
              <a:spcAft>
                <a:spcPts val="0"/>
              </a:spcAft>
              <a:buSzPts val="3000"/>
              <a:buNone/>
              <a:defRPr/>
            </a:lvl4pPr>
            <a:lvl5pPr lvl="4" algn="r" rtl="0">
              <a:spcBef>
                <a:spcPts val="0"/>
              </a:spcBef>
              <a:spcAft>
                <a:spcPts val="0"/>
              </a:spcAft>
              <a:buSzPts val="3000"/>
              <a:buNone/>
              <a:defRPr/>
            </a:lvl5pPr>
            <a:lvl6pPr lvl="5" algn="r" rtl="0">
              <a:spcBef>
                <a:spcPts val="0"/>
              </a:spcBef>
              <a:spcAft>
                <a:spcPts val="0"/>
              </a:spcAft>
              <a:buSzPts val="3000"/>
              <a:buNone/>
              <a:defRPr/>
            </a:lvl6pPr>
            <a:lvl7pPr lvl="6" algn="r" rtl="0">
              <a:spcBef>
                <a:spcPts val="0"/>
              </a:spcBef>
              <a:spcAft>
                <a:spcPts val="0"/>
              </a:spcAft>
              <a:buSzPts val="3000"/>
              <a:buNone/>
              <a:defRPr/>
            </a:lvl7pPr>
            <a:lvl8pPr lvl="7" algn="r" rtl="0">
              <a:spcBef>
                <a:spcPts val="0"/>
              </a:spcBef>
              <a:spcAft>
                <a:spcPts val="0"/>
              </a:spcAft>
              <a:buSzPts val="3000"/>
              <a:buNone/>
              <a:defRPr/>
            </a:lvl8pPr>
            <a:lvl9pPr lvl="8" algn="r" rtl="0">
              <a:spcBef>
                <a:spcPts val="0"/>
              </a:spcBef>
              <a:spcAft>
                <a:spcPts val="0"/>
              </a:spcAft>
              <a:buSzPts val="3000"/>
              <a:buNone/>
              <a:defRPr/>
            </a:lvl9pPr>
          </a:lstStyle>
          <a:p>
            <a:endParaRPr/>
          </a:p>
        </p:txBody>
      </p:sp>
      <p:grpSp>
        <p:nvGrpSpPr>
          <p:cNvPr id="466" name="Google Shape;466;p15"/>
          <p:cNvGrpSpPr/>
          <p:nvPr/>
        </p:nvGrpSpPr>
        <p:grpSpPr>
          <a:xfrm>
            <a:off x="-138845" y="1029301"/>
            <a:ext cx="9142018" cy="3994437"/>
            <a:chOff x="-138845" y="1029301"/>
            <a:chExt cx="9142018" cy="3994437"/>
          </a:xfrm>
        </p:grpSpPr>
        <p:grpSp>
          <p:nvGrpSpPr>
            <p:cNvPr id="467" name="Google Shape;467;p15"/>
            <p:cNvGrpSpPr/>
            <p:nvPr/>
          </p:nvGrpSpPr>
          <p:grpSpPr>
            <a:xfrm>
              <a:off x="8578175" y="3734850"/>
              <a:ext cx="424998" cy="447895"/>
              <a:chOff x="4383025" y="835550"/>
              <a:chExt cx="424998" cy="447895"/>
            </a:xfrm>
          </p:grpSpPr>
          <p:sp>
            <p:nvSpPr>
              <p:cNvPr id="468" name="Google Shape;468;p15"/>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5"/>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15"/>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1" name="Google Shape;471;p15"/>
            <p:cNvGrpSpPr/>
            <p:nvPr/>
          </p:nvGrpSpPr>
          <p:grpSpPr>
            <a:xfrm flipH="1">
              <a:off x="7858382" y="4668110"/>
              <a:ext cx="337491" cy="355629"/>
              <a:chOff x="4383025" y="835550"/>
              <a:chExt cx="424998" cy="447895"/>
            </a:xfrm>
          </p:grpSpPr>
          <p:sp>
            <p:nvSpPr>
              <p:cNvPr id="472" name="Google Shape;472;p15"/>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15"/>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5"/>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5" name="Google Shape;475;p15"/>
            <p:cNvGrpSpPr/>
            <p:nvPr/>
          </p:nvGrpSpPr>
          <p:grpSpPr>
            <a:xfrm rot="2250739">
              <a:off x="-18662" y="1183608"/>
              <a:ext cx="724383" cy="640714"/>
              <a:chOff x="1838100" y="3887875"/>
              <a:chExt cx="2333861" cy="2064292"/>
            </a:xfrm>
          </p:grpSpPr>
          <p:sp>
            <p:nvSpPr>
              <p:cNvPr id="476" name="Google Shape;476;p15"/>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5"/>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15"/>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79" name="Google Shape;479;p15"/>
          <p:cNvGrpSpPr/>
          <p:nvPr/>
        </p:nvGrpSpPr>
        <p:grpSpPr>
          <a:xfrm>
            <a:off x="-1581404" y="320429"/>
            <a:ext cx="11296084" cy="5533801"/>
            <a:chOff x="-1581404" y="320429"/>
            <a:chExt cx="11296084" cy="5533801"/>
          </a:xfrm>
        </p:grpSpPr>
        <p:grpSp>
          <p:nvGrpSpPr>
            <p:cNvPr id="480" name="Google Shape;480;p15"/>
            <p:cNvGrpSpPr/>
            <p:nvPr/>
          </p:nvGrpSpPr>
          <p:grpSpPr>
            <a:xfrm rot="2553848">
              <a:off x="7822515" y="560189"/>
              <a:ext cx="1444054" cy="1887574"/>
              <a:chOff x="-379975" y="2335849"/>
              <a:chExt cx="1184119" cy="1547890"/>
            </a:xfrm>
          </p:grpSpPr>
          <p:sp>
            <p:nvSpPr>
              <p:cNvPr id="481" name="Google Shape;481;p15"/>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15"/>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5"/>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4" name="Google Shape;484;p15"/>
            <p:cNvGrpSpPr/>
            <p:nvPr/>
          </p:nvGrpSpPr>
          <p:grpSpPr>
            <a:xfrm rot="-328473">
              <a:off x="-1414401" y="2095726"/>
              <a:ext cx="2782900" cy="3634042"/>
              <a:chOff x="-1386136" y="2029149"/>
              <a:chExt cx="2783008" cy="3634183"/>
            </a:xfrm>
          </p:grpSpPr>
          <p:grpSp>
            <p:nvGrpSpPr>
              <p:cNvPr id="485" name="Google Shape;485;p15"/>
              <p:cNvGrpSpPr/>
              <p:nvPr/>
            </p:nvGrpSpPr>
            <p:grpSpPr>
              <a:xfrm rot="-1212965">
                <a:off x="-1078817" y="3275585"/>
                <a:ext cx="1921133" cy="2121148"/>
                <a:chOff x="5461000" y="4022450"/>
                <a:chExt cx="1920920" cy="2120913"/>
              </a:xfrm>
            </p:grpSpPr>
            <p:sp>
              <p:nvSpPr>
                <p:cNvPr id="486" name="Google Shape;486;p15"/>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15"/>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15"/>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 name="Google Shape;489;p15"/>
              <p:cNvGrpSpPr/>
              <p:nvPr/>
            </p:nvGrpSpPr>
            <p:grpSpPr>
              <a:xfrm rot="1363987">
                <a:off x="-947522" y="2358141"/>
                <a:ext cx="2070911" cy="1831714"/>
                <a:chOff x="1838100" y="3887875"/>
                <a:chExt cx="2333861" cy="2064292"/>
              </a:xfrm>
            </p:grpSpPr>
            <p:sp>
              <p:nvSpPr>
                <p:cNvPr id="490" name="Google Shape;490;p15"/>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15"/>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5"/>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493"/>
        <p:cNvGrpSpPr/>
        <p:nvPr/>
      </p:nvGrpSpPr>
      <p:grpSpPr>
        <a:xfrm>
          <a:off x="0" y="0"/>
          <a:ext cx="0" cy="0"/>
          <a:chOff x="0" y="0"/>
          <a:chExt cx="0" cy="0"/>
        </a:xfrm>
      </p:grpSpPr>
      <p:sp>
        <p:nvSpPr>
          <p:cNvPr id="494" name="Google Shape;494;p16"/>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495" name="Google Shape;495;p16"/>
          <p:cNvGrpSpPr/>
          <p:nvPr/>
        </p:nvGrpSpPr>
        <p:grpSpPr>
          <a:xfrm>
            <a:off x="221563" y="933864"/>
            <a:ext cx="9005391" cy="2188382"/>
            <a:chOff x="221563" y="933864"/>
            <a:chExt cx="9005391" cy="2188382"/>
          </a:xfrm>
        </p:grpSpPr>
        <p:grpSp>
          <p:nvGrpSpPr>
            <p:cNvPr id="496" name="Google Shape;496;p16"/>
            <p:cNvGrpSpPr/>
            <p:nvPr/>
          </p:nvGrpSpPr>
          <p:grpSpPr>
            <a:xfrm>
              <a:off x="221563" y="2674350"/>
              <a:ext cx="424998" cy="447895"/>
              <a:chOff x="4383025" y="835550"/>
              <a:chExt cx="424998" cy="447895"/>
            </a:xfrm>
          </p:grpSpPr>
          <p:sp>
            <p:nvSpPr>
              <p:cNvPr id="497" name="Google Shape;497;p16"/>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16"/>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6"/>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 name="Google Shape;500;p16"/>
            <p:cNvGrpSpPr/>
            <p:nvPr/>
          </p:nvGrpSpPr>
          <p:grpSpPr>
            <a:xfrm rot="2250739">
              <a:off x="8382388" y="1088171"/>
              <a:ext cx="724383" cy="640714"/>
              <a:chOff x="1838100" y="3887875"/>
              <a:chExt cx="2333861" cy="2064292"/>
            </a:xfrm>
          </p:grpSpPr>
          <p:sp>
            <p:nvSpPr>
              <p:cNvPr id="501" name="Google Shape;501;p16"/>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6"/>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6"/>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04" name="Google Shape;504;p16"/>
          <p:cNvGrpSpPr/>
          <p:nvPr/>
        </p:nvGrpSpPr>
        <p:grpSpPr>
          <a:xfrm>
            <a:off x="-996367" y="-1127007"/>
            <a:ext cx="12133916" cy="7245228"/>
            <a:chOff x="-996367" y="-1127007"/>
            <a:chExt cx="12133916" cy="7245228"/>
          </a:xfrm>
        </p:grpSpPr>
        <p:grpSp>
          <p:nvGrpSpPr>
            <p:cNvPr id="505" name="Google Shape;505;p16"/>
            <p:cNvGrpSpPr/>
            <p:nvPr/>
          </p:nvGrpSpPr>
          <p:grpSpPr>
            <a:xfrm rot="-6030866" flipH="1">
              <a:off x="7326965" y="2375676"/>
              <a:ext cx="3829061" cy="3146196"/>
              <a:chOff x="6112381" y="3514391"/>
              <a:chExt cx="3828707" cy="3145905"/>
            </a:xfrm>
          </p:grpSpPr>
          <p:grpSp>
            <p:nvGrpSpPr>
              <p:cNvPr id="506" name="Google Shape;506;p16"/>
              <p:cNvGrpSpPr/>
              <p:nvPr/>
            </p:nvGrpSpPr>
            <p:grpSpPr>
              <a:xfrm rot="8486677">
                <a:off x="7105417" y="3920367"/>
                <a:ext cx="1818123" cy="1473576"/>
                <a:chOff x="713225" y="4076700"/>
                <a:chExt cx="1595358" cy="1293027"/>
              </a:xfrm>
            </p:grpSpPr>
            <p:sp>
              <p:nvSpPr>
                <p:cNvPr id="507" name="Google Shape;507;p16"/>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6"/>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6"/>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0" name="Google Shape;510;p16"/>
              <p:cNvGrpSpPr/>
              <p:nvPr/>
            </p:nvGrpSpPr>
            <p:grpSpPr>
              <a:xfrm>
                <a:off x="7958554" y="4027342"/>
                <a:ext cx="1982534" cy="2161481"/>
                <a:chOff x="189175" y="-509225"/>
                <a:chExt cx="1696794" cy="1849791"/>
              </a:xfrm>
            </p:grpSpPr>
            <p:sp>
              <p:nvSpPr>
                <p:cNvPr id="511" name="Google Shape;511;p16"/>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6"/>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6"/>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4" name="Google Shape;514;p16"/>
              <p:cNvGrpSpPr/>
              <p:nvPr/>
            </p:nvGrpSpPr>
            <p:grpSpPr>
              <a:xfrm rot="5400000">
                <a:off x="5992801" y="4709274"/>
                <a:ext cx="2070602" cy="1831440"/>
                <a:chOff x="1838100" y="3887875"/>
                <a:chExt cx="2333861" cy="2064292"/>
              </a:xfrm>
            </p:grpSpPr>
            <p:sp>
              <p:nvSpPr>
                <p:cNvPr id="515" name="Google Shape;515;p16"/>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6"/>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6"/>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8" name="Google Shape;518;p16"/>
            <p:cNvGrpSpPr/>
            <p:nvPr/>
          </p:nvGrpSpPr>
          <p:grpSpPr>
            <a:xfrm>
              <a:off x="-996367" y="-1127007"/>
              <a:ext cx="2610115" cy="3735810"/>
              <a:chOff x="-968992" y="-1176007"/>
              <a:chExt cx="2610115" cy="3735810"/>
            </a:xfrm>
          </p:grpSpPr>
          <p:grpSp>
            <p:nvGrpSpPr>
              <p:cNvPr id="519" name="Google Shape;519;p16"/>
              <p:cNvGrpSpPr/>
              <p:nvPr/>
            </p:nvGrpSpPr>
            <p:grpSpPr>
              <a:xfrm rot="-6553032">
                <a:off x="-584512" y="722146"/>
                <a:ext cx="1818072" cy="1473535"/>
                <a:chOff x="713225" y="4076700"/>
                <a:chExt cx="1595358" cy="1293027"/>
              </a:xfrm>
            </p:grpSpPr>
            <p:sp>
              <p:nvSpPr>
                <p:cNvPr id="520" name="Google Shape;520;p16"/>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6"/>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6"/>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3" name="Google Shape;523;p16"/>
              <p:cNvGrpSpPr/>
              <p:nvPr/>
            </p:nvGrpSpPr>
            <p:grpSpPr>
              <a:xfrm rot="-9463852">
                <a:off x="-699200" y="-851983"/>
                <a:ext cx="2070533" cy="1831379"/>
                <a:chOff x="1838100" y="3887875"/>
                <a:chExt cx="2333861" cy="2064292"/>
              </a:xfrm>
            </p:grpSpPr>
            <p:sp>
              <p:nvSpPr>
                <p:cNvPr id="524" name="Google Shape;524;p16"/>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6"/>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6"/>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527"/>
        <p:cNvGrpSpPr/>
        <p:nvPr/>
      </p:nvGrpSpPr>
      <p:grpSpPr>
        <a:xfrm>
          <a:off x="0" y="0"/>
          <a:ext cx="0" cy="0"/>
          <a:chOff x="0" y="0"/>
          <a:chExt cx="0" cy="0"/>
        </a:xfrm>
      </p:grpSpPr>
      <p:sp>
        <p:nvSpPr>
          <p:cNvPr id="528" name="Google Shape;528;p17"/>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529" name="Google Shape;529;p17"/>
          <p:cNvGrpSpPr/>
          <p:nvPr/>
        </p:nvGrpSpPr>
        <p:grpSpPr>
          <a:xfrm>
            <a:off x="-2122426" y="-2398949"/>
            <a:ext cx="12742778" cy="8350992"/>
            <a:chOff x="-2122426" y="-2398949"/>
            <a:chExt cx="12742778" cy="8350992"/>
          </a:xfrm>
        </p:grpSpPr>
        <p:grpSp>
          <p:nvGrpSpPr>
            <p:cNvPr id="530" name="Google Shape;530;p17"/>
            <p:cNvGrpSpPr/>
            <p:nvPr/>
          </p:nvGrpSpPr>
          <p:grpSpPr>
            <a:xfrm rot="1465186">
              <a:off x="-1399151" y="1459200"/>
              <a:ext cx="2782544" cy="4101106"/>
              <a:chOff x="-1513542" y="2227539"/>
              <a:chExt cx="2782669" cy="4101291"/>
            </a:xfrm>
          </p:grpSpPr>
          <p:grpSp>
            <p:nvGrpSpPr>
              <p:cNvPr id="531" name="Google Shape;531;p17"/>
              <p:cNvGrpSpPr/>
              <p:nvPr/>
            </p:nvGrpSpPr>
            <p:grpSpPr>
              <a:xfrm rot="-38849">
                <a:off x="-1271320" y="2238324"/>
                <a:ext cx="1920851" cy="2120836"/>
                <a:chOff x="5461000" y="4022450"/>
                <a:chExt cx="1920920" cy="2120913"/>
              </a:xfrm>
            </p:grpSpPr>
            <p:sp>
              <p:nvSpPr>
                <p:cNvPr id="532" name="Google Shape;532;p17"/>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7"/>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7"/>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 name="Google Shape;535;p17"/>
              <p:cNvGrpSpPr/>
              <p:nvPr/>
            </p:nvGrpSpPr>
            <p:grpSpPr>
              <a:xfrm rot="-4580728">
                <a:off x="-1148099" y="3845860"/>
                <a:ext cx="1444115" cy="1887421"/>
                <a:chOff x="-379975" y="2335849"/>
                <a:chExt cx="1184119" cy="1547890"/>
              </a:xfrm>
            </p:grpSpPr>
            <p:sp>
              <p:nvSpPr>
                <p:cNvPr id="536" name="Google Shape;536;p17"/>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7"/>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7"/>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9" name="Google Shape;539;p17"/>
              <p:cNvGrpSpPr/>
              <p:nvPr/>
            </p:nvGrpSpPr>
            <p:grpSpPr>
              <a:xfrm rot="-4932540">
                <a:off x="-927443" y="4119318"/>
                <a:ext cx="1982680" cy="2161638"/>
                <a:chOff x="189175" y="-509225"/>
                <a:chExt cx="1696794" cy="1849791"/>
              </a:xfrm>
            </p:grpSpPr>
            <p:sp>
              <p:nvSpPr>
                <p:cNvPr id="540" name="Google Shape;540;p17"/>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7"/>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7"/>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43" name="Google Shape;543;p17"/>
            <p:cNvGrpSpPr/>
            <p:nvPr/>
          </p:nvGrpSpPr>
          <p:grpSpPr>
            <a:xfrm rot="-4496785">
              <a:off x="6887704" y="-2573392"/>
              <a:ext cx="2782429" cy="4100937"/>
              <a:chOff x="-1513542" y="2227539"/>
              <a:chExt cx="2782669" cy="4101291"/>
            </a:xfrm>
          </p:grpSpPr>
          <p:grpSp>
            <p:nvGrpSpPr>
              <p:cNvPr id="544" name="Google Shape;544;p17"/>
              <p:cNvGrpSpPr/>
              <p:nvPr/>
            </p:nvGrpSpPr>
            <p:grpSpPr>
              <a:xfrm rot="-38849">
                <a:off x="-1271320" y="2238324"/>
                <a:ext cx="1920851" cy="2120836"/>
                <a:chOff x="5461000" y="4022450"/>
                <a:chExt cx="1920920" cy="2120913"/>
              </a:xfrm>
            </p:grpSpPr>
            <p:sp>
              <p:nvSpPr>
                <p:cNvPr id="545" name="Google Shape;545;p17"/>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17"/>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7"/>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8" name="Google Shape;548;p17"/>
              <p:cNvGrpSpPr/>
              <p:nvPr/>
            </p:nvGrpSpPr>
            <p:grpSpPr>
              <a:xfrm rot="-4580728">
                <a:off x="-1148099" y="3845860"/>
                <a:ext cx="1444115" cy="1887421"/>
                <a:chOff x="-379975" y="2335849"/>
                <a:chExt cx="1184119" cy="1547890"/>
              </a:xfrm>
            </p:grpSpPr>
            <p:sp>
              <p:nvSpPr>
                <p:cNvPr id="549" name="Google Shape;549;p17"/>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7"/>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7"/>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 name="Google Shape;552;p17"/>
              <p:cNvGrpSpPr/>
              <p:nvPr/>
            </p:nvGrpSpPr>
            <p:grpSpPr>
              <a:xfrm rot="-4932540">
                <a:off x="-927443" y="4119318"/>
                <a:ext cx="1982680" cy="2161638"/>
                <a:chOff x="189175" y="-509225"/>
                <a:chExt cx="1696794" cy="1849791"/>
              </a:xfrm>
            </p:grpSpPr>
            <p:sp>
              <p:nvSpPr>
                <p:cNvPr id="553" name="Google Shape;553;p17"/>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7"/>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7"/>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56" name="Google Shape;556;p17"/>
          <p:cNvGrpSpPr/>
          <p:nvPr/>
        </p:nvGrpSpPr>
        <p:grpSpPr>
          <a:xfrm>
            <a:off x="8243155" y="1403385"/>
            <a:ext cx="964748" cy="1935720"/>
            <a:chOff x="8243155" y="1403385"/>
            <a:chExt cx="964748" cy="1935720"/>
          </a:xfrm>
        </p:grpSpPr>
        <p:grpSp>
          <p:nvGrpSpPr>
            <p:cNvPr id="557" name="Google Shape;557;p17"/>
            <p:cNvGrpSpPr/>
            <p:nvPr/>
          </p:nvGrpSpPr>
          <p:grpSpPr>
            <a:xfrm flipH="1">
              <a:off x="8711269" y="1403385"/>
              <a:ext cx="337491" cy="355629"/>
              <a:chOff x="4383025" y="835550"/>
              <a:chExt cx="424998" cy="447895"/>
            </a:xfrm>
          </p:grpSpPr>
          <p:sp>
            <p:nvSpPr>
              <p:cNvPr id="558" name="Google Shape;558;p17"/>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7"/>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7"/>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1" name="Google Shape;561;p17"/>
            <p:cNvGrpSpPr/>
            <p:nvPr/>
          </p:nvGrpSpPr>
          <p:grpSpPr>
            <a:xfrm rot="2250739">
              <a:off x="8363338" y="2544083"/>
              <a:ext cx="724383" cy="640714"/>
              <a:chOff x="1838100" y="3887875"/>
              <a:chExt cx="2333861" cy="2064292"/>
            </a:xfrm>
          </p:grpSpPr>
          <p:sp>
            <p:nvSpPr>
              <p:cNvPr id="562" name="Google Shape;562;p17"/>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7"/>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7"/>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565"/>
        <p:cNvGrpSpPr/>
        <p:nvPr/>
      </p:nvGrpSpPr>
      <p:grpSpPr>
        <a:xfrm>
          <a:off x="0" y="0"/>
          <a:ext cx="0" cy="0"/>
          <a:chOff x="0" y="0"/>
          <a:chExt cx="0" cy="0"/>
        </a:xfrm>
      </p:grpSpPr>
      <p:sp>
        <p:nvSpPr>
          <p:cNvPr id="566" name="Google Shape;566;p18"/>
          <p:cNvSpPr txBox="1">
            <a:spLocks noGrp="1"/>
          </p:cNvSpPr>
          <p:nvPr>
            <p:ph type="subTitle" idx="1"/>
          </p:nvPr>
        </p:nvSpPr>
        <p:spPr>
          <a:xfrm>
            <a:off x="2670750" y="4031300"/>
            <a:ext cx="38025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67" name="Google Shape;567;p18"/>
          <p:cNvSpPr txBox="1">
            <a:spLocks noGrp="1"/>
          </p:cNvSpPr>
          <p:nvPr>
            <p:ph type="subTitle" idx="2"/>
          </p:nvPr>
        </p:nvSpPr>
        <p:spPr>
          <a:xfrm>
            <a:off x="2670750" y="1739700"/>
            <a:ext cx="38025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68" name="Google Shape;568;p18"/>
          <p:cNvSpPr txBox="1">
            <a:spLocks noGrp="1"/>
          </p:cNvSpPr>
          <p:nvPr>
            <p:ph type="subTitle" idx="3"/>
          </p:nvPr>
        </p:nvSpPr>
        <p:spPr>
          <a:xfrm>
            <a:off x="2670750" y="2885500"/>
            <a:ext cx="38025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69" name="Google Shape;569;p18"/>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570" name="Google Shape;570;p18"/>
          <p:cNvSpPr txBox="1">
            <a:spLocks noGrp="1"/>
          </p:cNvSpPr>
          <p:nvPr>
            <p:ph type="subTitle" idx="4"/>
          </p:nvPr>
        </p:nvSpPr>
        <p:spPr>
          <a:xfrm>
            <a:off x="2670750" y="3678700"/>
            <a:ext cx="38025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a:latin typeface="Figtree SemiBold"/>
                <a:ea typeface="Figtree SemiBold"/>
                <a:cs typeface="Figtree SemiBold"/>
                <a:sym typeface="Figtree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71" name="Google Shape;571;p18"/>
          <p:cNvSpPr txBox="1">
            <a:spLocks noGrp="1"/>
          </p:cNvSpPr>
          <p:nvPr>
            <p:ph type="subTitle" idx="5"/>
          </p:nvPr>
        </p:nvSpPr>
        <p:spPr>
          <a:xfrm>
            <a:off x="2670750" y="2532900"/>
            <a:ext cx="38025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a:latin typeface="Figtree SemiBold"/>
                <a:ea typeface="Figtree SemiBold"/>
                <a:cs typeface="Figtree SemiBold"/>
                <a:sym typeface="Figtree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572" name="Google Shape;572;p18"/>
          <p:cNvSpPr txBox="1">
            <a:spLocks noGrp="1"/>
          </p:cNvSpPr>
          <p:nvPr>
            <p:ph type="subTitle" idx="6"/>
          </p:nvPr>
        </p:nvSpPr>
        <p:spPr>
          <a:xfrm>
            <a:off x="2670750" y="1388025"/>
            <a:ext cx="3802500" cy="447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a:latin typeface="Figtree SemiBold"/>
                <a:ea typeface="Figtree SemiBold"/>
                <a:cs typeface="Figtree SemiBold"/>
                <a:sym typeface="Figtree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573" name="Google Shape;573;p18"/>
          <p:cNvGrpSpPr/>
          <p:nvPr/>
        </p:nvGrpSpPr>
        <p:grpSpPr>
          <a:xfrm>
            <a:off x="-138845" y="2215675"/>
            <a:ext cx="9243605" cy="1180992"/>
            <a:chOff x="-138845" y="2215675"/>
            <a:chExt cx="9243605" cy="1180992"/>
          </a:xfrm>
        </p:grpSpPr>
        <p:grpSp>
          <p:nvGrpSpPr>
            <p:cNvPr id="574" name="Google Shape;574;p18"/>
            <p:cNvGrpSpPr/>
            <p:nvPr/>
          </p:nvGrpSpPr>
          <p:grpSpPr>
            <a:xfrm>
              <a:off x="8679763" y="2215675"/>
              <a:ext cx="424998" cy="447895"/>
              <a:chOff x="4383025" y="835550"/>
              <a:chExt cx="424998" cy="447895"/>
            </a:xfrm>
          </p:grpSpPr>
          <p:sp>
            <p:nvSpPr>
              <p:cNvPr id="575" name="Google Shape;575;p18"/>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8"/>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8"/>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8" name="Google Shape;578;p18"/>
            <p:cNvGrpSpPr/>
            <p:nvPr/>
          </p:nvGrpSpPr>
          <p:grpSpPr>
            <a:xfrm rot="2250739">
              <a:off x="-18662" y="2601646"/>
              <a:ext cx="724383" cy="640714"/>
              <a:chOff x="1838100" y="3887875"/>
              <a:chExt cx="2333861" cy="2064292"/>
            </a:xfrm>
          </p:grpSpPr>
          <p:sp>
            <p:nvSpPr>
              <p:cNvPr id="579" name="Google Shape;579;p18"/>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8"/>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8"/>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82" name="Google Shape;582;p18"/>
          <p:cNvGrpSpPr/>
          <p:nvPr/>
        </p:nvGrpSpPr>
        <p:grpSpPr>
          <a:xfrm>
            <a:off x="-2054839" y="-2817526"/>
            <a:ext cx="12297849" cy="9643553"/>
            <a:chOff x="-2054839" y="-2817526"/>
            <a:chExt cx="12297849" cy="9643553"/>
          </a:xfrm>
        </p:grpSpPr>
        <p:grpSp>
          <p:nvGrpSpPr>
            <p:cNvPr id="583" name="Google Shape;583;p18"/>
            <p:cNvGrpSpPr/>
            <p:nvPr/>
          </p:nvGrpSpPr>
          <p:grpSpPr>
            <a:xfrm rot="2008628">
              <a:off x="-980598" y="-2394239"/>
              <a:ext cx="2975263" cy="4789776"/>
              <a:chOff x="-1352111" y="-590706"/>
              <a:chExt cx="2975285" cy="4789811"/>
            </a:xfrm>
          </p:grpSpPr>
          <p:grpSp>
            <p:nvGrpSpPr>
              <p:cNvPr id="584" name="Google Shape;584;p18"/>
              <p:cNvGrpSpPr/>
              <p:nvPr/>
            </p:nvGrpSpPr>
            <p:grpSpPr>
              <a:xfrm rot="9569735">
                <a:off x="-701539" y="558512"/>
                <a:ext cx="1921033" cy="2121037"/>
                <a:chOff x="5461000" y="4022450"/>
                <a:chExt cx="1920920" cy="2120913"/>
              </a:xfrm>
            </p:grpSpPr>
            <p:sp>
              <p:nvSpPr>
                <p:cNvPr id="585" name="Google Shape;585;p18"/>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18"/>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8"/>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8" name="Google Shape;588;p18"/>
              <p:cNvGrpSpPr/>
              <p:nvPr/>
            </p:nvGrpSpPr>
            <p:grpSpPr>
              <a:xfrm rot="5027744">
                <a:off x="-1057866" y="-714601"/>
                <a:ext cx="1444084" cy="1887581"/>
                <a:chOff x="-379975" y="2335849"/>
                <a:chExt cx="1184119" cy="1547890"/>
              </a:xfrm>
            </p:grpSpPr>
            <p:sp>
              <p:nvSpPr>
                <p:cNvPr id="589" name="Google Shape;589;p18"/>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8"/>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8"/>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2" name="Google Shape;592;p18"/>
              <p:cNvGrpSpPr/>
              <p:nvPr/>
            </p:nvGrpSpPr>
            <p:grpSpPr>
              <a:xfrm rot="-9453209">
                <a:off x="-718966" y="2041434"/>
                <a:ext cx="2070899" cy="1831703"/>
                <a:chOff x="1838100" y="3887875"/>
                <a:chExt cx="2333861" cy="2064292"/>
              </a:xfrm>
            </p:grpSpPr>
            <p:sp>
              <p:nvSpPr>
                <p:cNvPr id="593" name="Google Shape;593;p18"/>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8"/>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8"/>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6" name="Google Shape;596;p18"/>
            <p:cNvGrpSpPr/>
            <p:nvPr/>
          </p:nvGrpSpPr>
          <p:grpSpPr>
            <a:xfrm>
              <a:off x="7039833" y="3058581"/>
              <a:ext cx="3203177" cy="3767447"/>
              <a:chOff x="7039833" y="3058581"/>
              <a:chExt cx="3203177" cy="3767447"/>
            </a:xfrm>
          </p:grpSpPr>
          <p:grpSp>
            <p:nvGrpSpPr>
              <p:cNvPr id="597" name="Google Shape;597;p18"/>
              <p:cNvGrpSpPr/>
              <p:nvPr/>
            </p:nvGrpSpPr>
            <p:grpSpPr>
              <a:xfrm rot="-10021611">
                <a:off x="8108484" y="3247136"/>
                <a:ext cx="1920969" cy="2120966"/>
                <a:chOff x="5461000" y="4022450"/>
                <a:chExt cx="1920920" cy="2120913"/>
              </a:xfrm>
            </p:grpSpPr>
            <p:sp>
              <p:nvSpPr>
                <p:cNvPr id="598" name="Google Shape;598;p18"/>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8"/>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8"/>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1" name="Google Shape;601;p18"/>
              <p:cNvGrpSpPr/>
              <p:nvPr/>
            </p:nvGrpSpPr>
            <p:grpSpPr>
              <a:xfrm rot="-7444613">
                <a:off x="7343154" y="4539251"/>
                <a:ext cx="2071008" cy="1831800"/>
                <a:chOff x="1838100" y="3887875"/>
                <a:chExt cx="2333861" cy="2064292"/>
              </a:xfrm>
            </p:grpSpPr>
            <p:sp>
              <p:nvSpPr>
                <p:cNvPr id="602" name="Google Shape;602;p18"/>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8"/>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8"/>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BLANK_1_1_1_1_2">
    <p:spTree>
      <p:nvGrpSpPr>
        <p:cNvPr id="1" name="Shape 605"/>
        <p:cNvGrpSpPr/>
        <p:nvPr/>
      </p:nvGrpSpPr>
      <p:grpSpPr>
        <a:xfrm>
          <a:off x="0" y="0"/>
          <a:ext cx="0" cy="0"/>
          <a:chOff x="0" y="0"/>
          <a:chExt cx="0" cy="0"/>
        </a:xfrm>
      </p:grpSpPr>
      <p:sp>
        <p:nvSpPr>
          <p:cNvPr id="606" name="Google Shape;606;p19"/>
          <p:cNvSpPr txBox="1">
            <a:spLocks noGrp="1"/>
          </p:cNvSpPr>
          <p:nvPr>
            <p:ph type="subTitle" idx="1"/>
          </p:nvPr>
        </p:nvSpPr>
        <p:spPr>
          <a:xfrm>
            <a:off x="1989375" y="2091675"/>
            <a:ext cx="24660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07" name="Google Shape;607;p19"/>
          <p:cNvSpPr txBox="1">
            <a:spLocks noGrp="1"/>
          </p:cNvSpPr>
          <p:nvPr>
            <p:ph type="subTitle" idx="2"/>
          </p:nvPr>
        </p:nvSpPr>
        <p:spPr>
          <a:xfrm>
            <a:off x="5672550" y="2091675"/>
            <a:ext cx="24660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08" name="Google Shape;608;p19"/>
          <p:cNvSpPr txBox="1">
            <a:spLocks noGrp="1"/>
          </p:cNvSpPr>
          <p:nvPr>
            <p:ph type="subTitle" idx="3"/>
          </p:nvPr>
        </p:nvSpPr>
        <p:spPr>
          <a:xfrm>
            <a:off x="1989375" y="3564600"/>
            <a:ext cx="24660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09" name="Google Shape;609;p19"/>
          <p:cNvSpPr txBox="1">
            <a:spLocks noGrp="1"/>
          </p:cNvSpPr>
          <p:nvPr>
            <p:ph type="subTitle" idx="4"/>
          </p:nvPr>
        </p:nvSpPr>
        <p:spPr>
          <a:xfrm>
            <a:off x="5672551" y="3564601"/>
            <a:ext cx="24660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10" name="Google Shape;610;p19"/>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11" name="Google Shape;611;p19"/>
          <p:cNvSpPr txBox="1">
            <a:spLocks noGrp="1"/>
          </p:cNvSpPr>
          <p:nvPr>
            <p:ph type="title" idx="5" hasCustomPrompt="1"/>
          </p:nvPr>
        </p:nvSpPr>
        <p:spPr>
          <a:xfrm>
            <a:off x="1006700" y="1790775"/>
            <a:ext cx="926400" cy="873600"/>
          </a:xfrm>
          <a:prstGeom prst="rect">
            <a:avLst/>
          </a:prstGeom>
          <a:solidFill>
            <a:schemeClr val="accent5"/>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atin typeface="Figtree Black"/>
                <a:ea typeface="Figtree Black"/>
                <a:cs typeface="Figtree Black"/>
                <a:sym typeface="Figtree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2" name="Google Shape;612;p19"/>
          <p:cNvSpPr txBox="1">
            <a:spLocks noGrp="1"/>
          </p:cNvSpPr>
          <p:nvPr>
            <p:ph type="title" idx="6" hasCustomPrompt="1"/>
          </p:nvPr>
        </p:nvSpPr>
        <p:spPr>
          <a:xfrm>
            <a:off x="1005450" y="3263675"/>
            <a:ext cx="926400" cy="873600"/>
          </a:xfrm>
          <a:prstGeom prst="rect">
            <a:avLst/>
          </a:prstGeom>
          <a:solidFill>
            <a:schemeClr val="accent1"/>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atin typeface="Figtree Black"/>
                <a:ea typeface="Figtree Black"/>
                <a:cs typeface="Figtree Black"/>
                <a:sym typeface="Figtree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3" name="Google Shape;613;p19"/>
          <p:cNvSpPr txBox="1">
            <a:spLocks noGrp="1"/>
          </p:cNvSpPr>
          <p:nvPr>
            <p:ph type="title" idx="7" hasCustomPrompt="1"/>
          </p:nvPr>
        </p:nvSpPr>
        <p:spPr>
          <a:xfrm>
            <a:off x="4688850" y="1789625"/>
            <a:ext cx="926400" cy="873600"/>
          </a:xfrm>
          <a:prstGeom prst="rect">
            <a:avLst/>
          </a:prstGeom>
          <a:solidFill>
            <a:schemeClr val="accent3"/>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atin typeface="Figtree Black"/>
                <a:ea typeface="Figtree Black"/>
                <a:cs typeface="Figtree Black"/>
                <a:sym typeface="Figtree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4" name="Google Shape;614;p19"/>
          <p:cNvSpPr txBox="1">
            <a:spLocks noGrp="1"/>
          </p:cNvSpPr>
          <p:nvPr>
            <p:ph type="title" idx="8" hasCustomPrompt="1"/>
          </p:nvPr>
        </p:nvSpPr>
        <p:spPr>
          <a:xfrm>
            <a:off x="4688850" y="3263678"/>
            <a:ext cx="926400" cy="8736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000"/>
              <a:buNone/>
              <a:defRPr sz="3000">
                <a:latin typeface="Figtree Black"/>
                <a:ea typeface="Figtree Black"/>
                <a:cs typeface="Figtree Black"/>
                <a:sym typeface="Figtree Black"/>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5" name="Google Shape;615;p19"/>
          <p:cNvSpPr txBox="1">
            <a:spLocks noGrp="1"/>
          </p:cNvSpPr>
          <p:nvPr>
            <p:ph type="subTitle" idx="9"/>
          </p:nvPr>
        </p:nvSpPr>
        <p:spPr>
          <a:xfrm>
            <a:off x="1989275" y="1790700"/>
            <a:ext cx="2466000" cy="409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latin typeface="Figtree SemiBold"/>
                <a:ea typeface="Figtree SemiBold"/>
                <a:cs typeface="Figtree SemiBold"/>
                <a:sym typeface="Figtree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616" name="Google Shape;616;p19"/>
          <p:cNvSpPr txBox="1">
            <a:spLocks noGrp="1"/>
          </p:cNvSpPr>
          <p:nvPr>
            <p:ph type="subTitle" idx="13"/>
          </p:nvPr>
        </p:nvSpPr>
        <p:spPr>
          <a:xfrm>
            <a:off x="1989275" y="3263676"/>
            <a:ext cx="2466000" cy="409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latin typeface="Figtree SemiBold"/>
                <a:ea typeface="Figtree SemiBold"/>
                <a:cs typeface="Figtree SemiBold"/>
                <a:sym typeface="Figtree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617" name="Google Shape;617;p19"/>
          <p:cNvSpPr txBox="1">
            <a:spLocks noGrp="1"/>
          </p:cNvSpPr>
          <p:nvPr>
            <p:ph type="subTitle" idx="14"/>
          </p:nvPr>
        </p:nvSpPr>
        <p:spPr>
          <a:xfrm>
            <a:off x="5672550" y="1790700"/>
            <a:ext cx="2466000" cy="409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latin typeface="Figtree SemiBold"/>
                <a:ea typeface="Figtree SemiBold"/>
                <a:cs typeface="Figtree SemiBold"/>
                <a:sym typeface="Figtree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618" name="Google Shape;618;p19"/>
          <p:cNvSpPr txBox="1">
            <a:spLocks noGrp="1"/>
          </p:cNvSpPr>
          <p:nvPr>
            <p:ph type="subTitle" idx="15"/>
          </p:nvPr>
        </p:nvSpPr>
        <p:spPr>
          <a:xfrm>
            <a:off x="5672550" y="3263675"/>
            <a:ext cx="2466000" cy="409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latin typeface="Figtree SemiBold"/>
                <a:ea typeface="Figtree SemiBold"/>
                <a:cs typeface="Figtree SemiBold"/>
                <a:sym typeface="Figtree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619" name="Google Shape;619;p19"/>
          <p:cNvGrpSpPr/>
          <p:nvPr/>
        </p:nvGrpSpPr>
        <p:grpSpPr>
          <a:xfrm>
            <a:off x="-1244993" y="-1676079"/>
            <a:ext cx="3840219" cy="3336441"/>
            <a:chOff x="-1244993" y="-1676079"/>
            <a:chExt cx="3840219" cy="3336441"/>
          </a:xfrm>
        </p:grpSpPr>
        <p:grpSp>
          <p:nvGrpSpPr>
            <p:cNvPr id="620" name="Google Shape;620;p19"/>
            <p:cNvGrpSpPr/>
            <p:nvPr/>
          </p:nvGrpSpPr>
          <p:grpSpPr>
            <a:xfrm rot="4548071">
              <a:off x="-941789" y="-591445"/>
              <a:ext cx="1921019" cy="2121021"/>
              <a:chOff x="5461000" y="4022450"/>
              <a:chExt cx="1920920" cy="2120913"/>
            </a:xfrm>
          </p:grpSpPr>
          <p:sp>
            <p:nvSpPr>
              <p:cNvPr id="621" name="Google Shape;621;p19"/>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9"/>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19"/>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 name="Google Shape;624;p19"/>
            <p:cNvGrpSpPr/>
            <p:nvPr/>
          </p:nvGrpSpPr>
          <p:grpSpPr>
            <a:xfrm rot="7125440">
              <a:off x="258693" y="-1243565"/>
              <a:ext cx="2070928" cy="1831729"/>
              <a:chOff x="1838100" y="3887875"/>
              <a:chExt cx="2333861" cy="2064292"/>
            </a:xfrm>
          </p:grpSpPr>
          <p:sp>
            <p:nvSpPr>
              <p:cNvPr id="625" name="Google Shape;625;p19"/>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19"/>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19"/>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28" name="Google Shape;628;p19"/>
          <p:cNvGrpSpPr/>
          <p:nvPr/>
        </p:nvGrpSpPr>
        <p:grpSpPr>
          <a:xfrm rot="-8274502">
            <a:off x="8326794" y="3660240"/>
            <a:ext cx="1443939" cy="1887518"/>
            <a:chOff x="-379975" y="2335849"/>
            <a:chExt cx="1184119" cy="1547890"/>
          </a:xfrm>
        </p:grpSpPr>
        <p:sp>
          <p:nvSpPr>
            <p:cNvPr id="629" name="Google Shape;629;p19"/>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19"/>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9"/>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2" name="Google Shape;632;p19"/>
          <p:cNvGrpSpPr/>
          <p:nvPr/>
        </p:nvGrpSpPr>
        <p:grpSpPr>
          <a:xfrm rot="-8983976">
            <a:off x="8405317" y="2410982"/>
            <a:ext cx="724193" cy="640546"/>
            <a:chOff x="1838100" y="3887875"/>
            <a:chExt cx="2333861" cy="2064292"/>
          </a:xfrm>
        </p:grpSpPr>
        <p:sp>
          <p:nvSpPr>
            <p:cNvPr id="633" name="Google Shape;633;p19"/>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9"/>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19"/>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BLANK_1_1_1_1_1">
    <p:spTree>
      <p:nvGrpSpPr>
        <p:cNvPr id="1" name="Shape 636"/>
        <p:cNvGrpSpPr/>
        <p:nvPr/>
      </p:nvGrpSpPr>
      <p:grpSpPr>
        <a:xfrm>
          <a:off x="0" y="0"/>
          <a:ext cx="0" cy="0"/>
          <a:chOff x="0" y="0"/>
          <a:chExt cx="0" cy="0"/>
        </a:xfrm>
      </p:grpSpPr>
      <p:sp>
        <p:nvSpPr>
          <p:cNvPr id="637" name="Google Shape;637;p20"/>
          <p:cNvSpPr txBox="1">
            <a:spLocks noGrp="1"/>
          </p:cNvSpPr>
          <p:nvPr>
            <p:ph type="subTitle" idx="1"/>
          </p:nvPr>
        </p:nvSpPr>
        <p:spPr>
          <a:xfrm>
            <a:off x="813875" y="2343625"/>
            <a:ext cx="2381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8" name="Google Shape;638;p20"/>
          <p:cNvSpPr txBox="1">
            <a:spLocks noGrp="1"/>
          </p:cNvSpPr>
          <p:nvPr>
            <p:ph type="subTitle" idx="2"/>
          </p:nvPr>
        </p:nvSpPr>
        <p:spPr>
          <a:xfrm>
            <a:off x="3381445" y="2343625"/>
            <a:ext cx="2381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9" name="Google Shape;639;p20"/>
          <p:cNvSpPr txBox="1">
            <a:spLocks noGrp="1"/>
          </p:cNvSpPr>
          <p:nvPr>
            <p:ph type="subTitle" idx="3"/>
          </p:nvPr>
        </p:nvSpPr>
        <p:spPr>
          <a:xfrm>
            <a:off x="813875" y="3948475"/>
            <a:ext cx="2381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0" name="Google Shape;640;p20"/>
          <p:cNvSpPr txBox="1">
            <a:spLocks noGrp="1"/>
          </p:cNvSpPr>
          <p:nvPr>
            <p:ph type="subTitle" idx="4"/>
          </p:nvPr>
        </p:nvSpPr>
        <p:spPr>
          <a:xfrm>
            <a:off x="3381445" y="3948475"/>
            <a:ext cx="2381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1" name="Google Shape;641;p20"/>
          <p:cNvSpPr txBox="1">
            <a:spLocks noGrp="1"/>
          </p:cNvSpPr>
          <p:nvPr>
            <p:ph type="subTitle" idx="5"/>
          </p:nvPr>
        </p:nvSpPr>
        <p:spPr>
          <a:xfrm>
            <a:off x="5949022" y="2343625"/>
            <a:ext cx="2381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2" name="Google Shape;642;p20"/>
          <p:cNvSpPr txBox="1">
            <a:spLocks noGrp="1"/>
          </p:cNvSpPr>
          <p:nvPr>
            <p:ph type="subTitle" idx="6"/>
          </p:nvPr>
        </p:nvSpPr>
        <p:spPr>
          <a:xfrm>
            <a:off x="5949022" y="3948475"/>
            <a:ext cx="23811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43" name="Google Shape;643;p20"/>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44" name="Google Shape;644;p20"/>
          <p:cNvSpPr txBox="1">
            <a:spLocks noGrp="1"/>
          </p:cNvSpPr>
          <p:nvPr>
            <p:ph type="subTitle" idx="7"/>
          </p:nvPr>
        </p:nvSpPr>
        <p:spPr>
          <a:xfrm>
            <a:off x="813879" y="1999400"/>
            <a:ext cx="23811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latin typeface="Figtree SemiBold"/>
                <a:ea typeface="Figtree SemiBold"/>
                <a:cs typeface="Figtree SemiBold"/>
                <a:sym typeface="Figtree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645" name="Google Shape;645;p20"/>
          <p:cNvSpPr txBox="1">
            <a:spLocks noGrp="1"/>
          </p:cNvSpPr>
          <p:nvPr>
            <p:ph type="subTitle" idx="8"/>
          </p:nvPr>
        </p:nvSpPr>
        <p:spPr>
          <a:xfrm>
            <a:off x="3381447" y="1999400"/>
            <a:ext cx="23811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latin typeface="Figtree SemiBold"/>
                <a:ea typeface="Figtree SemiBold"/>
                <a:cs typeface="Figtree SemiBold"/>
                <a:sym typeface="Figtree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646" name="Google Shape;646;p20"/>
          <p:cNvSpPr txBox="1">
            <a:spLocks noGrp="1"/>
          </p:cNvSpPr>
          <p:nvPr>
            <p:ph type="subTitle" idx="9"/>
          </p:nvPr>
        </p:nvSpPr>
        <p:spPr>
          <a:xfrm>
            <a:off x="5949020" y="1999400"/>
            <a:ext cx="23811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latin typeface="Figtree SemiBold"/>
                <a:ea typeface="Figtree SemiBold"/>
                <a:cs typeface="Figtree SemiBold"/>
                <a:sym typeface="Figtree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647" name="Google Shape;647;p20"/>
          <p:cNvSpPr txBox="1">
            <a:spLocks noGrp="1"/>
          </p:cNvSpPr>
          <p:nvPr>
            <p:ph type="subTitle" idx="13"/>
          </p:nvPr>
        </p:nvSpPr>
        <p:spPr>
          <a:xfrm>
            <a:off x="813879" y="3604300"/>
            <a:ext cx="23811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latin typeface="Figtree SemiBold"/>
                <a:ea typeface="Figtree SemiBold"/>
                <a:cs typeface="Figtree SemiBold"/>
                <a:sym typeface="Figtree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648" name="Google Shape;648;p20"/>
          <p:cNvSpPr txBox="1">
            <a:spLocks noGrp="1"/>
          </p:cNvSpPr>
          <p:nvPr>
            <p:ph type="subTitle" idx="14"/>
          </p:nvPr>
        </p:nvSpPr>
        <p:spPr>
          <a:xfrm>
            <a:off x="3381453" y="3604300"/>
            <a:ext cx="23811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latin typeface="Figtree SemiBold"/>
                <a:ea typeface="Figtree SemiBold"/>
                <a:cs typeface="Figtree SemiBold"/>
                <a:sym typeface="Figtree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649" name="Google Shape;649;p20"/>
          <p:cNvSpPr txBox="1">
            <a:spLocks noGrp="1"/>
          </p:cNvSpPr>
          <p:nvPr>
            <p:ph type="subTitle" idx="15"/>
          </p:nvPr>
        </p:nvSpPr>
        <p:spPr>
          <a:xfrm>
            <a:off x="5949025" y="3604300"/>
            <a:ext cx="2381100" cy="391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latin typeface="Figtree SemiBold"/>
                <a:ea typeface="Figtree SemiBold"/>
                <a:cs typeface="Figtree SemiBold"/>
                <a:sym typeface="Figtree SemiBold"/>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650" name="Google Shape;650;p20"/>
          <p:cNvGrpSpPr/>
          <p:nvPr/>
        </p:nvGrpSpPr>
        <p:grpSpPr>
          <a:xfrm>
            <a:off x="7168044" y="86485"/>
            <a:ext cx="1888348" cy="2277355"/>
            <a:chOff x="7168044" y="86485"/>
            <a:chExt cx="1888348" cy="2277355"/>
          </a:xfrm>
        </p:grpSpPr>
        <p:grpSp>
          <p:nvGrpSpPr>
            <p:cNvPr id="651" name="Google Shape;651;p20"/>
            <p:cNvGrpSpPr/>
            <p:nvPr/>
          </p:nvGrpSpPr>
          <p:grpSpPr>
            <a:xfrm rot="377521">
              <a:off x="8424835" y="1561219"/>
              <a:ext cx="591002" cy="772562"/>
              <a:chOff x="-379975" y="2335849"/>
              <a:chExt cx="1184119" cy="1547890"/>
            </a:xfrm>
          </p:grpSpPr>
          <p:sp>
            <p:nvSpPr>
              <p:cNvPr id="652" name="Google Shape;652;p20"/>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0"/>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0"/>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5" name="Google Shape;655;p20"/>
            <p:cNvGrpSpPr/>
            <p:nvPr/>
          </p:nvGrpSpPr>
          <p:grpSpPr>
            <a:xfrm flipH="1">
              <a:off x="7168044" y="86485"/>
              <a:ext cx="337491" cy="355629"/>
              <a:chOff x="4383025" y="835550"/>
              <a:chExt cx="424998" cy="447895"/>
            </a:xfrm>
          </p:grpSpPr>
          <p:sp>
            <p:nvSpPr>
              <p:cNvPr id="656" name="Google Shape;656;p20"/>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0"/>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20"/>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59" name="Google Shape;659;p20"/>
          <p:cNvGrpSpPr/>
          <p:nvPr/>
        </p:nvGrpSpPr>
        <p:grpSpPr>
          <a:xfrm>
            <a:off x="-1279074" y="-809175"/>
            <a:ext cx="11562789" cy="7347456"/>
            <a:chOff x="-1279074" y="-809175"/>
            <a:chExt cx="11562789" cy="7347456"/>
          </a:xfrm>
        </p:grpSpPr>
        <p:grpSp>
          <p:nvGrpSpPr>
            <p:cNvPr id="660" name="Google Shape;660;p20"/>
            <p:cNvGrpSpPr/>
            <p:nvPr/>
          </p:nvGrpSpPr>
          <p:grpSpPr>
            <a:xfrm>
              <a:off x="-1279074" y="3030634"/>
              <a:ext cx="3045308" cy="3507647"/>
              <a:chOff x="-1250499" y="2870109"/>
              <a:chExt cx="3045308" cy="3507647"/>
            </a:xfrm>
          </p:grpSpPr>
          <p:grpSp>
            <p:nvGrpSpPr>
              <p:cNvPr id="661" name="Google Shape;661;p20"/>
              <p:cNvGrpSpPr/>
              <p:nvPr/>
            </p:nvGrpSpPr>
            <p:grpSpPr>
              <a:xfrm rot="-2010917">
                <a:off x="-552138" y="3902647"/>
                <a:ext cx="1921062" cy="2121069"/>
                <a:chOff x="5461000" y="4022450"/>
                <a:chExt cx="1920920" cy="2120913"/>
              </a:xfrm>
            </p:grpSpPr>
            <p:sp>
              <p:nvSpPr>
                <p:cNvPr id="662" name="Google Shape;662;p20"/>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0"/>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0"/>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5" name="Google Shape;665;p20"/>
              <p:cNvGrpSpPr/>
              <p:nvPr/>
            </p:nvGrpSpPr>
            <p:grpSpPr>
              <a:xfrm rot="-1193471">
                <a:off x="-972540" y="3059475"/>
                <a:ext cx="1443976" cy="1887525"/>
                <a:chOff x="-379975" y="2335849"/>
                <a:chExt cx="1184119" cy="1547890"/>
              </a:xfrm>
            </p:grpSpPr>
            <p:sp>
              <p:nvSpPr>
                <p:cNvPr id="666" name="Google Shape;666;p20"/>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0"/>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0"/>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69" name="Google Shape;669;p20"/>
            <p:cNvGrpSpPr/>
            <p:nvPr/>
          </p:nvGrpSpPr>
          <p:grpSpPr>
            <a:xfrm rot="-7750870">
              <a:off x="8229183" y="-375813"/>
              <a:ext cx="1818145" cy="1473594"/>
              <a:chOff x="713225" y="4076700"/>
              <a:chExt cx="1595358" cy="1293027"/>
            </a:xfrm>
          </p:grpSpPr>
          <p:sp>
            <p:nvSpPr>
              <p:cNvPr id="670" name="Google Shape;670;p20"/>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0"/>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20"/>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673"/>
        <p:cNvGrpSpPr/>
        <p:nvPr/>
      </p:nvGrpSpPr>
      <p:grpSpPr>
        <a:xfrm>
          <a:off x="0" y="0"/>
          <a:ext cx="0" cy="0"/>
          <a:chOff x="0" y="0"/>
          <a:chExt cx="0" cy="0"/>
        </a:xfrm>
      </p:grpSpPr>
      <p:sp>
        <p:nvSpPr>
          <p:cNvPr id="674" name="Google Shape;674;p21"/>
          <p:cNvSpPr txBox="1">
            <a:spLocks noGrp="1"/>
          </p:cNvSpPr>
          <p:nvPr>
            <p:ph type="title" hasCustomPrompt="1"/>
          </p:nvPr>
        </p:nvSpPr>
        <p:spPr>
          <a:xfrm>
            <a:off x="4229100" y="1236950"/>
            <a:ext cx="4201800" cy="883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6200"/>
              <a:buNone/>
              <a:defRPr sz="50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675" name="Google Shape;675;p21"/>
          <p:cNvSpPr txBox="1">
            <a:spLocks noGrp="1"/>
          </p:cNvSpPr>
          <p:nvPr>
            <p:ph type="subTitle" idx="1"/>
          </p:nvPr>
        </p:nvSpPr>
        <p:spPr>
          <a:xfrm>
            <a:off x="4229100" y="2072497"/>
            <a:ext cx="4201800" cy="3933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76" name="Google Shape;676;p21"/>
          <p:cNvSpPr txBox="1">
            <a:spLocks noGrp="1"/>
          </p:cNvSpPr>
          <p:nvPr>
            <p:ph type="title" idx="2" hasCustomPrompt="1"/>
          </p:nvPr>
        </p:nvSpPr>
        <p:spPr>
          <a:xfrm>
            <a:off x="4229100" y="2677675"/>
            <a:ext cx="4201800" cy="883200"/>
          </a:xfrm>
          <a:prstGeom prst="rect">
            <a:avLst/>
          </a:prstGeom>
        </p:spPr>
        <p:txBody>
          <a:bodyPr spcFirstLastPara="1" wrap="square" lIns="91425" tIns="91425" rIns="91425" bIns="91425" anchor="b" anchorCtr="0">
            <a:noAutofit/>
          </a:bodyPr>
          <a:lstStyle>
            <a:lvl1pPr lvl="0" algn="l" rtl="0">
              <a:spcBef>
                <a:spcPts val="0"/>
              </a:spcBef>
              <a:spcAft>
                <a:spcPts val="0"/>
              </a:spcAft>
              <a:buSzPts val="6200"/>
              <a:buNone/>
              <a:defRPr sz="5000"/>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677" name="Google Shape;677;p21"/>
          <p:cNvSpPr txBox="1">
            <a:spLocks noGrp="1"/>
          </p:cNvSpPr>
          <p:nvPr>
            <p:ph type="subTitle" idx="3"/>
          </p:nvPr>
        </p:nvSpPr>
        <p:spPr>
          <a:xfrm>
            <a:off x="4229100" y="3513250"/>
            <a:ext cx="4201800" cy="3933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678" name="Google Shape;678;p21"/>
          <p:cNvGrpSpPr/>
          <p:nvPr/>
        </p:nvGrpSpPr>
        <p:grpSpPr>
          <a:xfrm>
            <a:off x="-1702810" y="-2099719"/>
            <a:ext cx="11812631" cy="8496660"/>
            <a:chOff x="-1702810" y="-2099719"/>
            <a:chExt cx="11812631" cy="8496660"/>
          </a:xfrm>
        </p:grpSpPr>
        <p:grpSp>
          <p:nvGrpSpPr>
            <p:cNvPr id="679" name="Google Shape;679;p21"/>
            <p:cNvGrpSpPr/>
            <p:nvPr/>
          </p:nvGrpSpPr>
          <p:grpSpPr>
            <a:xfrm>
              <a:off x="-1702810" y="-2099719"/>
              <a:ext cx="5379471" cy="5822171"/>
              <a:chOff x="-1702810" y="-2099719"/>
              <a:chExt cx="5379471" cy="5822171"/>
            </a:xfrm>
          </p:grpSpPr>
          <p:grpSp>
            <p:nvGrpSpPr>
              <p:cNvPr id="680" name="Google Shape;680;p21"/>
              <p:cNvGrpSpPr/>
              <p:nvPr/>
            </p:nvGrpSpPr>
            <p:grpSpPr>
              <a:xfrm rot="504384">
                <a:off x="1610936" y="-1970694"/>
                <a:ext cx="1921006" cy="2121007"/>
                <a:chOff x="5461000" y="4022450"/>
                <a:chExt cx="1920920" cy="2120913"/>
              </a:xfrm>
            </p:grpSpPr>
            <p:sp>
              <p:nvSpPr>
                <p:cNvPr id="681" name="Google Shape;681;p21"/>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21"/>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21"/>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4" name="Google Shape;684;p21"/>
              <p:cNvGrpSpPr/>
              <p:nvPr/>
            </p:nvGrpSpPr>
            <p:grpSpPr>
              <a:xfrm rot="-3994684">
                <a:off x="1350645" y="-426532"/>
                <a:ext cx="1443883" cy="1887314"/>
                <a:chOff x="-379975" y="2335849"/>
                <a:chExt cx="1184119" cy="1547890"/>
              </a:xfrm>
            </p:grpSpPr>
            <p:sp>
              <p:nvSpPr>
                <p:cNvPr id="685" name="Google Shape;685;p21"/>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21"/>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21"/>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8" name="Google Shape;688;p21"/>
              <p:cNvGrpSpPr/>
              <p:nvPr/>
            </p:nvGrpSpPr>
            <p:grpSpPr>
              <a:xfrm rot="1399547">
                <a:off x="-324050" y="-629159"/>
                <a:ext cx="2070633" cy="1831468"/>
                <a:chOff x="1838100" y="3887875"/>
                <a:chExt cx="2333861" cy="2064292"/>
              </a:xfrm>
            </p:grpSpPr>
            <p:sp>
              <p:nvSpPr>
                <p:cNvPr id="689" name="Google Shape;689;p21"/>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21"/>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21"/>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2" name="Google Shape;692;p21"/>
              <p:cNvGrpSpPr/>
              <p:nvPr/>
            </p:nvGrpSpPr>
            <p:grpSpPr>
              <a:xfrm rot="-7067472">
                <a:off x="-1275768" y="-80430"/>
                <a:ext cx="1982288" cy="2161528"/>
                <a:chOff x="189175" y="-509225"/>
                <a:chExt cx="1696794" cy="1849791"/>
              </a:xfrm>
            </p:grpSpPr>
            <p:sp>
              <p:nvSpPr>
                <p:cNvPr id="693" name="Google Shape;693;p21"/>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21"/>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21"/>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6" name="Google Shape;696;p21"/>
              <p:cNvGrpSpPr/>
              <p:nvPr/>
            </p:nvGrpSpPr>
            <p:grpSpPr>
              <a:xfrm rot="5233408" flipH="1">
                <a:off x="-1110289" y="1669840"/>
                <a:ext cx="1817971" cy="1473453"/>
                <a:chOff x="713225" y="4076700"/>
                <a:chExt cx="1595358" cy="1293027"/>
              </a:xfrm>
            </p:grpSpPr>
            <p:sp>
              <p:nvSpPr>
                <p:cNvPr id="697" name="Google Shape;697;p21"/>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21"/>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21"/>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0" name="Google Shape;700;p21"/>
              <p:cNvGrpSpPr/>
              <p:nvPr/>
            </p:nvGrpSpPr>
            <p:grpSpPr>
              <a:xfrm rot="-10787876">
                <a:off x="-775055" y="1832558"/>
                <a:ext cx="1443806" cy="1887354"/>
                <a:chOff x="-379975" y="2335849"/>
                <a:chExt cx="1184119" cy="1547890"/>
              </a:xfrm>
            </p:grpSpPr>
            <p:sp>
              <p:nvSpPr>
                <p:cNvPr id="701" name="Google Shape;701;p21"/>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1"/>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1"/>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04" name="Google Shape;704;p21"/>
            <p:cNvGrpSpPr/>
            <p:nvPr/>
          </p:nvGrpSpPr>
          <p:grpSpPr>
            <a:xfrm rot="-4990907">
              <a:off x="8361218" y="1001625"/>
              <a:ext cx="1818166" cy="1473611"/>
              <a:chOff x="713225" y="4076700"/>
              <a:chExt cx="1595358" cy="1293027"/>
            </a:xfrm>
          </p:grpSpPr>
          <p:sp>
            <p:nvSpPr>
              <p:cNvPr id="705" name="Google Shape;705;p21"/>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1"/>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21"/>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8" name="Google Shape;708;p21"/>
            <p:cNvGrpSpPr/>
            <p:nvPr/>
          </p:nvGrpSpPr>
          <p:grpSpPr>
            <a:xfrm>
              <a:off x="1954951" y="3722441"/>
              <a:ext cx="4214237" cy="2674501"/>
              <a:chOff x="1954951" y="3722441"/>
              <a:chExt cx="4214237" cy="2674501"/>
            </a:xfrm>
          </p:grpSpPr>
          <p:grpSp>
            <p:nvGrpSpPr>
              <p:cNvPr id="709" name="Google Shape;709;p21"/>
              <p:cNvGrpSpPr/>
              <p:nvPr/>
            </p:nvGrpSpPr>
            <p:grpSpPr>
              <a:xfrm rot="8486677">
                <a:off x="3333517" y="4128417"/>
                <a:ext cx="1818123" cy="1473576"/>
                <a:chOff x="713225" y="4076700"/>
                <a:chExt cx="1595358" cy="1293027"/>
              </a:xfrm>
            </p:grpSpPr>
            <p:sp>
              <p:nvSpPr>
                <p:cNvPr id="710" name="Google Shape;710;p21"/>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21"/>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1"/>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3" name="Google Shape;713;p21"/>
              <p:cNvGrpSpPr/>
              <p:nvPr/>
            </p:nvGrpSpPr>
            <p:grpSpPr>
              <a:xfrm>
                <a:off x="4186654" y="4235392"/>
                <a:ext cx="1982534" cy="2161481"/>
                <a:chOff x="189175" y="-509225"/>
                <a:chExt cx="1696794" cy="1849791"/>
              </a:xfrm>
            </p:grpSpPr>
            <p:sp>
              <p:nvSpPr>
                <p:cNvPr id="714" name="Google Shape;714;p21"/>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21"/>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1"/>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7" name="Google Shape;717;p21"/>
              <p:cNvGrpSpPr/>
              <p:nvPr/>
            </p:nvGrpSpPr>
            <p:grpSpPr>
              <a:xfrm rot="5576001">
                <a:off x="1887154" y="4400500"/>
                <a:ext cx="2070514" cy="1831363"/>
                <a:chOff x="1838100" y="3887875"/>
                <a:chExt cx="2333861" cy="2064292"/>
              </a:xfrm>
            </p:grpSpPr>
            <p:sp>
              <p:nvSpPr>
                <p:cNvPr id="718" name="Google Shape;718;p21"/>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21"/>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21"/>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721" name="Google Shape;721;p21"/>
          <p:cNvGrpSpPr/>
          <p:nvPr/>
        </p:nvGrpSpPr>
        <p:grpSpPr>
          <a:xfrm>
            <a:off x="8335638" y="91600"/>
            <a:ext cx="424998" cy="447895"/>
            <a:chOff x="4383025" y="835550"/>
            <a:chExt cx="424998" cy="447895"/>
          </a:xfrm>
        </p:grpSpPr>
        <p:sp>
          <p:nvSpPr>
            <p:cNvPr id="722" name="Google Shape;722;p21"/>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1"/>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1"/>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725"/>
        <p:cNvGrpSpPr/>
        <p:nvPr/>
      </p:nvGrpSpPr>
      <p:grpSpPr>
        <a:xfrm>
          <a:off x="0" y="0"/>
          <a:ext cx="0" cy="0"/>
          <a:chOff x="0" y="0"/>
          <a:chExt cx="0" cy="0"/>
        </a:xfrm>
      </p:grpSpPr>
      <p:sp>
        <p:nvSpPr>
          <p:cNvPr id="726" name="Google Shape;726;p22"/>
          <p:cNvSpPr txBox="1">
            <a:spLocks noGrp="1"/>
          </p:cNvSpPr>
          <p:nvPr>
            <p:ph type="title"/>
          </p:nvPr>
        </p:nvSpPr>
        <p:spPr>
          <a:xfrm>
            <a:off x="2496172" y="606950"/>
            <a:ext cx="4151700" cy="105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727" name="Google Shape;727;p22"/>
          <p:cNvSpPr txBox="1">
            <a:spLocks noGrp="1"/>
          </p:cNvSpPr>
          <p:nvPr>
            <p:ph type="subTitle" idx="1"/>
          </p:nvPr>
        </p:nvSpPr>
        <p:spPr>
          <a:xfrm>
            <a:off x="2496138" y="1617675"/>
            <a:ext cx="4151700" cy="1178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28" name="Google Shape;728;p22"/>
          <p:cNvGrpSpPr/>
          <p:nvPr/>
        </p:nvGrpSpPr>
        <p:grpSpPr>
          <a:xfrm flipH="1">
            <a:off x="341751" y="1827625"/>
            <a:ext cx="424998" cy="447895"/>
            <a:chOff x="4383025" y="835550"/>
            <a:chExt cx="424998" cy="447895"/>
          </a:xfrm>
        </p:grpSpPr>
        <p:sp>
          <p:nvSpPr>
            <p:cNvPr id="729" name="Google Shape;729;p22"/>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2"/>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2"/>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2" name="Google Shape;732;p22"/>
          <p:cNvGrpSpPr/>
          <p:nvPr/>
        </p:nvGrpSpPr>
        <p:grpSpPr>
          <a:xfrm>
            <a:off x="-1153452" y="-1793643"/>
            <a:ext cx="11778171" cy="8722142"/>
            <a:chOff x="-1153452" y="-1793643"/>
            <a:chExt cx="11778171" cy="8722142"/>
          </a:xfrm>
        </p:grpSpPr>
        <p:grpSp>
          <p:nvGrpSpPr>
            <p:cNvPr id="733" name="Google Shape;733;p22"/>
            <p:cNvGrpSpPr/>
            <p:nvPr/>
          </p:nvGrpSpPr>
          <p:grpSpPr>
            <a:xfrm>
              <a:off x="5982527" y="-1793643"/>
              <a:ext cx="4642191" cy="5025232"/>
              <a:chOff x="5982527" y="-1793643"/>
              <a:chExt cx="4642191" cy="5025232"/>
            </a:xfrm>
          </p:grpSpPr>
          <p:grpSp>
            <p:nvGrpSpPr>
              <p:cNvPr id="734" name="Google Shape;734;p22"/>
              <p:cNvGrpSpPr/>
              <p:nvPr/>
            </p:nvGrpSpPr>
            <p:grpSpPr>
              <a:xfrm rot="1313843" flipH="1">
                <a:off x="8194079" y="1142939"/>
                <a:ext cx="1444012" cy="1887479"/>
                <a:chOff x="-379975" y="2335849"/>
                <a:chExt cx="1184119" cy="1547890"/>
              </a:xfrm>
            </p:grpSpPr>
            <p:sp>
              <p:nvSpPr>
                <p:cNvPr id="735" name="Google Shape;735;p22"/>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2"/>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2"/>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8" name="Google Shape;738;p22"/>
              <p:cNvGrpSpPr/>
              <p:nvPr/>
            </p:nvGrpSpPr>
            <p:grpSpPr>
              <a:xfrm rot="-6821148" flipH="1">
                <a:off x="7491467" y="-1075791"/>
                <a:ext cx="1818066" cy="1473530"/>
                <a:chOff x="713225" y="4076700"/>
                <a:chExt cx="1595358" cy="1293027"/>
              </a:xfrm>
            </p:grpSpPr>
            <p:sp>
              <p:nvSpPr>
                <p:cNvPr id="739" name="Google Shape;739;p22"/>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2"/>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2"/>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2" name="Google Shape;742;p22"/>
              <p:cNvGrpSpPr/>
              <p:nvPr/>
            </p:nvGrpSpPr>
            <p:grpSpPr>
              <a:xfrm rot="1665622" flipH="1">
                <a:off x="6371766" y="-1456311"/>
                <a:ext cx="1982493" cy="2161415"/>
                <a:chOff x="189175" y="-509225"/>
                <a:chExt cx="1696794" cy="1849791"/>
              </a:xfrm>
            </p:grpSpPr>
            <p:sp>
              <p:nvSpPr>
                <p:cNvPr id="743" name="Google Shape;743;p22"/>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2"/>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2"/>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 name="Google Shape;746;p22"/>
              <p:cNvGrpSpPr/>
              <p:nvPr/>
            </p:nvGrpSpPr>
            <p:grpSpPr>
              <a:xfrm rot="-3910433" flipH="1">
                <a:off x="8323666" y="-240605"/>
                <a:ext cx="2070575" cy="1831416"/>
                <a:chOff x="1838100" y="3887875"/>
                <a:chExt cx="2333861" cy="2064292"/>
              </a:xfrm>
            </p:grpSpPr>
            <p:sp>
              <p:nvSpPr>
                <p:cNvPr id="747" name="Google Shape;747;p22"/>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2"/>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2"/>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50" name="Google Shape;750;p22"/>
            <p:cNvGrpSpPr/>
            <p:nvPr/>
          </p:nvGrpSpPr>
          <p:grpSpPr>
            <a:xfrm>
              <a:off x="-1153452" y="-1122508"/>
              <a:ext cx="3733358" cy="2950128"/>
              <a:chOff x="-1153452" y="-1122508"/>
              <a:chExt cx="3733358" cy="2950128"/>
            </a:xfrm>
          </p:grpSpPr>
          <p:grpSp>
            <p:nvGrpSpPr>
              <p:cNvPr id="751" name="Google Shape;751;p22"/>
              <p:cNvGrpSpPr/>
              <p:nvPr/>
            </p:nvGrpSpPr>
            <p:grpSpPr>
              <a:xfrm rot="3246319">
                <a:off x="-691723" y="-632656"/>
                <a:ext cx="1920930" cy="2120923"/>
                <a:chOff x="5461000" y="4022450"/>
                <a:chExt cx="1920920" cy="2120913"/>
              </a:xfrm>
            </p:grpSpPr>
            <p:sp>
              <p:nvSpPr>
                <p:cNvPr id="752" name="Google Shape;752;p22"/>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2"/>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2"/>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5" name="Google Shape;755;p22"/>
              <p:cNvGrpSpPr/>
              <p:nvPr/>
            </p:nvGrpSpPr>
            <p:grpSpPr>
              <a:xfrm rot="5823368">
                <a:off x="508361" y="-898249"/>
                <a:ext cx="2070883" cy="1831689"/>
                <a:chOff x="1838100" y="3887875"/>
                <a:chExt cx="2333861" cy="2064292"/>
              </a:xfrm>
            </p:grpSpPr>
            <p:sp>
              <p:nvSpPr>
                <p:cNvPr id="756" name="Google Shape;756;p22"/>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2"/>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2"/>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59" name="Google Shape;759;p22"/>
            <p:cNvGrpSpPr/>
            <p:nvPr/>
          </p:nvGrpSpPr>
          <p:grpSpPr>
            <a:xfrm>
              <a:off x="6069020" y="3381326"/>
              <a:ext cx="3737728" cy="3547173"/>
              <a:chOff x="6069020" y="3381326"/>
              <a:chExt cx="3737728" cy="3547173"/>
            </a:xfrm>
          </p:grpSpPr>
          <p:grpSp>
            <p:nvGrpSpPr>
              <p:cNvPr id="760" name="Google Shape;760;p22"/>
              <p:cNvGrpSpPr/>
              <p:nvPr/>
            </p:nvGrpSpPr>
            <p:grpSpPr>
              <a:xfrm rot="-8330364">
                <a:off x="6529642" y="4437405"/>
                <a:ext cx="1921003" cy="2121004"/>
                <a:chOff x="5461000" y="4022450"/>
                <a:chExt cx="1920920" cy="2120913"/>
              </a:xfrm>
            </p:grpSpPr>
            <p:sp>
              <p:nvSpPr>
                <p:cNvPr id="761" name="Google Shape;761;p22"/>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2"/>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2"/>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 name="Google Shape;764;p22"/>
              <p:cNvGrpSpPr/>
              <p:nvPr/>
            </p:nvGrpSpPr>
            <p:grpSpPr>
              <a:xfrm rot="8770464">
                <a:off x="7959758" y="3623516"/>
                <a:ext cx="1443916" cy="1887412"/>
                <a:chOff x="-379975" y="2335849"/>
                <a:chExt cx="1184119" cy="1547890"/>
              </a:xfrm>
            </p:grpSpPr>
            <p:sp>
              <p:nvSpPr>
                <p:cNvPr id="765" name="Google Shape;765;p22"/>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2"/>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2"/>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68" name="Google Shape;768;p22"/>
            <p:cNvGrpSpPr/>
            <p:nvPr/>
          </p:nvGrpSpPr>
          <p:grpSpPr>
            <a:xfrm rot="7435268" flipH="1">
              <a:off x="818095" y="4486450"/>
              <a:ext cx="2070589" cy="1831429"/>
              <a:chOff x="1838100" y="3887875"/>
              <a:chExt cx="2333861" cy="2064292"/>
            </a:xfrm>
          </p:grpSpPr>
          <p:sp>
            <p:nvSpPr>
              <p:cNvPr id="769" name="Google Shape;769;p22"/>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2"/>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22"/>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2" name="Google Shape;772;p22"/>
          <p:cNvGrpSpPr/>
          <p:nvPr/>
        </p:nvGrpSpPr>
        <p:grpSpPr>
          <a:xfrm rot="-5697866" flipH="1">
            <a:off x="-361521" y="4259900"/>
            <a:ext cx="1982335" cy="2161431"/>
            <a:chOff x="189175" y="-509225"/>
            <a:chExt cx="1696794" cy="1849791"/>
          </a:xfrm>
        </p:grpSpPr>
        <p:sp>
          <p:nvSpPr>
            <p:cNvPr id="773" name="Google Shape;773;p22"/>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22"/>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22"/>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6" name="Google Shape;776;p22"/>
          <p:cNvSpPr txBox="1"/>
          <p:nvPr/>
        </p:nvSpPr>
        <p:spPr>
          <a:xfrm>
            <a:off x="2099100" y="3544313"/>
            <a:ext cx="4945800" cy="5562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dk1"/>
                </a:solidFill>
                <a:latin typeface="Lato"/>
                <a:ea typeface="Lato"/>
                <a:cs typeface="Lato"/>
                <a:sym typeface="Lato"/>
              </a:rPr>
              <a:t>CREDITS:</a:t>
            </a:r>
            <a:r>
              <a:rPr lang="en" sz="1200">
                <a:solidFill>
                  <a:schemeClr val="dk1"/>
                </a:solidFill>
                <a:latin typeface="Lato"/>
                <a:ea typeface="Lato"/>
                <a:cs typeface="Lato"/>
                <a:sym typeface="Lato"/>
              </a:rPr>
              <a:t> This presentation template was created by </a:t>
            </a:r>
            <a:r>
              <a:rPr lang="en" sz="1200" b="1" u="sng">
                <a:solidFill>
                  <a:schemeClr val="dk1"/>
                </a:solidFill>
                <a:latin typeface="Lato"/>
                <a:ea typeface="Lato"/>
                <a:cs typeface="Lato"/>
                <a:sym typeface="Lato"/>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a:solidFill>
                  <a:schemeClr val="dk1"/>
                </a:solidFill>
                <a:latin typeface="Lato"/>
                <a:ea typeface="Lato"/>
                <a:cs typeface="Lato"/>
                <a:sym typeface="Lato"/>
              </a:rPr>
              <a:t>, and includes icons, infographics &amp; images by </a:t>
            </a:r>
            <a:r>
              <a:rPr lang="en" sz="1200" b="1" u="sng">
                <a:solidFill>
                  <a:schemeClr val="dk1"/>
                </a:solidFill>
                <a:latin typeface="Lato"/>
                <a:ea typeface="Lato"/>
                <a:cs typeface="Lato"/>
                <a:sym typeface="Lato"/>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200" u="sng">
                <a:solidFill>
                  <a:schemeClr val="dk1"/>
                </a:solidFill>
                <a:latin typeface="Lato"/>
                <a:ea typeface="Lato"/>
                <a:cs typeface="Lato"/>
                <a:sym typeface="Lato"/>
              </a:rPr>
              <a:t> </a:t>
            </a:r>
            <a:endParaRPr sz="1200" b="1" u="sng">
              <a:solidFill>
                <a:schemeClr val="dk1"/>
              </a:solidFill>
              <a:latin typeface="Lato"/>
              <a:ea typeface="Lato"/>
              <a:cs typeface="Lato"/>
              <a:sym typeface="Lat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777"/>
        <p:cNvGrpSpPr/>
        <p:nvPr/>
      </p:nvGrpSpPr>
      <p:grpSpPr>
        <a:xfrm>
          <a:off x="0" y="0"/>
          <a:ext cx="0" cy="0"/>
          <a:chOff x="0" y="0"/>
          <a:chExt cx="0" cy="0"/>
        </a:xfrm>
      </p:grpSpPr>
      <p:grpSp>
        <p:nvGrpSpPr>
          <p:cNvPr id="778" name="Google Shape;778;p23"/>
          <p:cNvGrpSpPr/>
          <p:nvPr/>
        </p:nvGrpSpPr>
        <p:grpSpPr>
          <a:xfrm>
            <a:off x="1252170" y="-2356724"/>
            <a:ext cx="6639658" cy="9856949"/>
            <a:chOff x="1252170" y="-2356724"/>
            <a:chExt cx="6639658" cy="9856949"/>
          </a:xfrm>
        </p:grpSpPr>
        <p:grpSp>
          <p:nvGrpSpPr>
            <p:cNvPr id="779" name="Google Shape;779;p23"/>
            <p:cNvGrpSpPr/>
            <p:nvPr/>
          </p:nvGrpSpPr>
          <p:grpSpPr>
            <a:xfrm rot="10800000">
              <a:off x="1252170" y="3624976"/>
              <a:ext cx="6639658" cy="3875249"/>
              <a:chOff x="3718570" y="2732675"/>
              <a:chExt cx="6639658" cy="3875249"/>
            </a:xfrm>
          </p:grpSpPr>
          <p:grpSp>
            <p:nvGrpSpPr>
              <p:cNvPr id="780" name="Google Shape;780;p23"/>
              <p:cNvGrpSpPr/>
              <p:nvPr/>
            </p:nvGrpSpPr>
            <p:grpSpPr>
              <a:xfrm rot="-8330364">
                <a:off x="4179192" y="4116830"/>
                <a:ext cx="1921003" cy="2121004"/>
                <a:chOff x="5461000" y="4022450"/>
                <a:chExt cx="1920920" cy="2120913"/>
              </a:xfrm>
            </p:grpSpPr>
            <p:sp>
              <p:nvSpPr>
                <p:cNvPr id="781" name="Google Shape;781;p23"/>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3"/>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3"/>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4" name="Google Shape;784;p23"/>
              <p:cNvGrpSpPr/>
              <p:nvPr/>
            </p:nvGrpSpPr>
            <p:grpSpPr>
              <a:xfrm rot="8770464">
                <a:off x="5609308" y="3302941"/>
                <a:ext cx="1443916" cy="1887412"/>
                <a:chOff x="-379975" y="2335849"/>
                <a:chExt cx="1184119" cy="1547890"/>
              </a:xfrm>
            </p:grpSpPr>
            <p:sp>
              <p:nvSpPr>
                <p:cNvPr id="785" name="Google Shape;785;p23"/>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3"/>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23"/>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8" name="Google Shape;788;p23"/>
              <p:cNvGrpSpPr/>
              <p:nvPr/>
            </p:nvGrpSpPr>
            <p:grpSpPr>
              <a:xfrm rot="-7435268">
                <a:off x="6316104" y="4261625"/>
                <a:ext cx="2070589" cy="1831429"/>
                <a:chOff x="1838100" y="3887875"/>
                <a:chExt cx="2333861" cy="2064292"/>
              </a:xfrm>
            </p:grpSpPr>
            <p:sp>
              <p:nvSpPr>
                <p:cNvPr id="789" name="Google Shape;789;p23"/>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3"/>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23"/>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 name="Google Shape;792;p23"/>
              <p:cNvGrpSpPr/>
              <p:nvPr/>
            </p:nvGrpSpPr>
            <p:grpSpPr>
              <a:xfrm rot="5697866">
                <a:off x="7583975" y="4035075"/>
                <a:ext cx="1982335" cy="2161431"/>
                <a:chOff x="189175" y="-509225"/>
                <a:chExt cx="1696794" cy="1849791"/>
              </a:xfrm>
            </p:grpSpPr>
            <p:sp>
              <p:nvSpPr>
                <p:cNvPr id="793" name="Google Shape;793;p23"/>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3"/>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3"/>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6" name="Google Shape;796;p23"/>
              <p:cNvGrpSpPr/>
              <p:nvPr/>
            </p:nvGrpSpPr>
            <p:grpSpPr>
              <a:xfrm rot="-3601313" flipH="1">
                <a:off x="8356858" y="3151452"/>
                <a:ext cx="1817996" cy="1473473"/>
                <a:chOff x="713225" y="4076700"/>
                <a:chExt cx="1595358" cy="1293027"/>
              </a:xfrm>
            </p:grpSpPr>
            <p:sp>
              <p:nvSpPr>
                <p:cNvPr id="797" name="Google Shape;797;p23"/>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3"/>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23"/>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00" name="Google Shape;800;p23"/>
            <p:cNvGrpSpPr/>
            <p:nvPr/>
          </p:nvGrpSpPr>
          <p:grpSpPr>
            <a:xfrm>
              <a:off x="1252170" y="-2356724"/>
              <a:ext cx="6639658" cy="3875249"/>
              <a:chOff x="3718570" y="2732675"/>
              <a:chExt cx="6639658" cy="3875249"/>
            </a:xfrm>
          </p:grpSpPr>
          <p:grpSp>
            <p:nvGrpSpPr>
              <p:cNvPr id="801" name="Google Shape;801;p23"/>
              <p:cNvGrpSpPr/>
              <p:nvPr/>
            </p:nvGrpSpPr>
            <p:grpSpPr>
              <a:xfrm rot="-8330364">
                <a:off x="4179192" y="4116830"/>
                <a:ext cx="1921003" cy="2121004"/>
                <a:chOff x="5461000" y="4022450"/>
                <a:chExt cx="1920920" cy="2120913"/>
              </a:xfrm>
            </p:grpSpPr>
            <p:sp>
              <p:nvSpPr>
                <p:cNvPr id="802" name="Google Shape;802;p23"/>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3"/>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3"/>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5" name="Google Shape;805;p23"/>
              <p:cNvGrpSpPr/>
              <p:nvPr/>
            </p:nvGrpSpPr>
            <p:grpSpPr>
              <a:xfrm rot="8770464">
                <a:off x="5609308" y="3302941"/>
                <a:ext cx="1443916" cy="1887412"/>
                <a:chOff x="-379975" y="2335849"/>
                <a:chExt cx="1184119" cy="1547890"/>
              </a:xfrm>
            </p:grpSpPr>
            <p:sp>
              <p:nvSpPr>
                <p:cNvPr id="806" name="Google Shape;806;p23"/>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3"/>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3"/>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 name="Google Shape;809;p23"/>
              <p:cNvGrpSpPr/>
              <p:nvPr/>
            </p:nvGrpSpPr>
            <p:grpSpPr>
              <a:xfrm rot="-7435268">
                <a:off x="6316104" y="4261625"/>
                <a:ext cx="2070589" cy="1831429"/>
                <a:chOff x="1838100" y="3887875"/>
                <a:chExt cx="2333861" cy="2064292"/>
              </a:xfrm>
            </p:grpSpPr>
            <p:sp>
              <p:nvSpPr>
                <p:cNvPr id="810" name="Google Shape;810;p23"/>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3"/>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3"/>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3" name="Google Shape;813;p23"/>
              <p:cNvGrpSpPr/>
              <p:nvPr/>
            </p:nvGrpSpPr>
            <p:grpSpPr>
              <a:xfrm rot="5697866">
                <a:off x="7583975" y="4035075"/>
                <a:ext cx="1982335" cy="2161431"/>
                <a:chOff x="189175" y="-509225"/>
                <a:chExt cx="1696794" cy="1849791"/>
              </a:xfrm>
            </p:grpSpPr>
            <p:sp>
              <p:nvSpPr>
                <p:cNvPr id="814" name="Google Shape;814;p23"/>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23"/>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3"/>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7" name="Google Shape;817;p23"/>
              <p:cNvGrpSpPr/>
              <p:nvPr/>
            </p:nvGrpSpPr>
            <p:grpSpPr>
              <a:xfrm rot="-3601313" flipH="1">
                <a:off x="8356858" y="3151452"/>
                <a:ext cx="1817996" cy="1473473"/>
                <a:chOff x="713225" y="4076700"/>
                <a:chExt cx="1595358" cy="1293027"/>
              </a:xfrm>
            </p:grpSpPr>
            <p:sp>
              <p:nvSpPr>
                <p:cNvPr id="818" name="Google Shape;818;p23"/>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3"/>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3"/>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821" name="Google Shape;821;p23"/>
          <p:cNvGrpSpPr/>
          <p:nvPr/>
        </p:nvGrpSpPr>
        <p:grpSpPr>
          <a:xfrm>
            <a:off x="-114295" y="746775"/>
            <a:ext cx="8970055" cy="4212863"/>
            <a:chOff x="-114295" y="746775"/>
            <a:chExt cx="8970055" cy="4212863"/>
          </a:xfrm>
        </p:grpSpPr>
        <p:grpSp>
          <p:nvGrpSpPr>
            <p:cNvPr id="822" name="Google Shape;822;p23"/>
            <p:cNvGrpSpPr/>
            <p:nvPr/>
          </p:nvGrpSpPr>
          <p:grpSpPr>
            <a:xfrm flipH="1">
              <a:off x="964744" y="4604010"/>
              <a:ext cx="337491" cy="355629"/>
              <a:chOff x="4383025" y="835550"/>
              <a:chExt cx="424998" cy="447895"/>
            </a:xfrm>
          </p:grpSpPr>
          <p:sp>
            <p:nvSpPr>
              <p:cNvPr id="823" name="Google Shape;823;p23"/>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3"/>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3"/>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 name="Google Shape;826;p23"/>
            <p:cNvGrpSpPr/>
            <p:nvPr/>
          </p:nvGrpSpPr>
          <p:grpSpPr>
            <a:xfrm>
              <a:off x="8430763" y="746775"/>
              <a:ext cx="424998" cy="447895"/>
              <a:chOff x="4383025" y="835550"/>
              <a:chExt cx="424998" cy="447895"/>
            </a:xfrm>
          </p:grpSpPr>
          <p:sp>
            <p:nvSpPr>
              <p:cNvPr id="827" name="Google Shape;827;p23"/>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3"/>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3"/>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0" name="Google Shape;830;p23"/>
            <p:cNvGrpSpPr/>
            <p:nvPr/>
          </p:nvGrpSpPr>
          <p:grpSpPr>
            <a:xfrm rot="2250739">
              <a:off x="5888" y="2563496"/>
              <a:ext cx="724383" cy="640714"/>
              <a:chOff x="1838100" y="3887875"/>
              <a:chExt cx="2333861" cy="2064292"/>
            </a:xfrm>
          </p:grpSpPr>
          <p:sp>
            <p:nvSpPr>
              <p:cNvPr id="831" name="Google Shape;831;p23"/>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23"/>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3"/>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834"/>
        <p:cNvGrpSpPr/>
        <p:nvPr/>
      </p:nvGrpSpPr>
      <p:grpSpPr>
        <a:xfrm>
          <a:off x="0" y="0"/>
          <a:ext cx="0" cy="0"/>
          <a:chOff x="0" y="0"/>
          <a:chExt cx="0" cy="0"/>
        </a:xfrm>
      </p:grpSpPr>
      <p:grpSp>
        <p:nvGrpSpPr>
          <p:cNvPr id="835" name="Google Shape;835;p24"/>
          <p:cNvGrpSpPr/>
          <p:nvPr/>
        </p:nvGrpSpPr>
        <p:grpSpPr>
          <a:xfrm>
            <a:off x="-645087" y="-969828"/>
            <a:ext cx="10935605" cy="7615795"/>
            <a:chOff x="-645087" y="-969828"/>
            <a:chExt cx="10935605" cy="7615795"/>
          </a:xfrm>
        </p:grpSpPr>
        <p:grpSp>
          <p:nvGrpSpPr>
            <p:cNvPr id="836" name="Google Shape;836;p24"/>
            <p:cNvGrpSpPr/>
            <p:nvPr/>
          </p:nvGrpSpPr>
          <p:grpSpPr>
            <a:xfrm>
              <a:off x="-645063" y="-969828"/>
              <a:ext cx="3488811" cy="2408972"/>
              <a:chOff x="-645063" y="-969828"/>
              <a:chExt cx="3488811" cy="2408972"/>
            </a:xfrm>
          </p:grpSpPr>
          <p:grpSp>
            <p:nvGrpSpPr>
              <p:cNvPr id="837" name="Google Shape;837;p24"/>
              <p:cNvGrpSpPr/>
              <p:nvPr/>
            </p:nvGrpSpPr>
            <p:grpSpPr>
              <a:xfrm rot="4893525">
                <a:off x="693256" y="-924558"/>
                <a:ext cx="1920985" cy="2120984"/>
                <a:chOff x="5461000" y="4022450"/>
                <a:chExt cx="1920920" cy="2120913"/>
              </a:xfrm>
            </p:grpSpPr>
            <p:sp>
              <p:nvSpPr>
                <p:cNvPr id="838" name="Google Shape;838;p24"/>
                <p:cNvSpPr/>
                <p:nvPr/>
              </p:nvSpPr>
              <p:spPr>
                <a:xfrm>
                  <a:off x="5461000" y="4022450"/>
                  <a:ext cx="1080652" cy="1811237"/>
                </a:xfrm>
                <a:custGeom>
                  <a:avLst/>
                  <a:gdLst/>
                  <a:ahLst/>
                  <a:cxnLst/>
                  <a:rect l="l" t="t" r="r" b="b"/>
                  <a:pathLst>
                    <a:path w="23705" h="39731" extrusionOk="0">
                      <a:moveTo>
                        <a:pt x="22254" y="1"/>
                      </a:moveTo>
                      <a:lnTo>
                        <a:pt x="1" y="39730"/>
                      </a:lnTo>
                      <a:lnTo>
                        <a:pt x="1" y="39730"/>
                      </a:lnTo>
                      <a:lnTo>
                        <a:pt x="23704" y="31027"/>
                      </a:lnTo>
                      <a:lnTo>
                        <a:pt x="2225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24"/>
                <p:cNvSpPr/>
                <p:nvPr/>
              </p:nvSpPr>
              <p:spPr>
                <a:xfrm>
                  <a:off x="5461000" y="5436868"/>
                  <a:ext cx="1920920" cy="706469"/>
                </a:xfrm>
                <a:custGeom>
                  <a:avLst/>
                  <a:gdLst/>
                  <a:ahLst/>
                  <a:cxnLst/>
                  <a:rect l="l" t="t" r="r" b="b"/>
                  <a:pathLst>
                    <a:path w="42137" h="15497" extrusionOk="0">
                      <a:moveTo>
                        <a:pt x="23704" y="0"/>
                      </a:moveTo>
                      <a:lnTo>
                        <a:pt x="1" y="8703"/>
                      </a:lnTo>
                      <a:lnTo>
                        <a:pt x="42136" y="15496"/>
                      </a:lnTo>
                      <a:lnTo>
                        <a:pt x="237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24"/>
                <p:cNvSpPr/>
                <p:nvPr/>
              </p:nvSpPr>
              <p:spPr>
                <a:xfrm>
                  <a:off x="6475435" y="4022450"/>
                  <a:ext cx="906462" cy="2120913"/>
                </a:xfrm>
                <a:custGeom>
                  <a:avLst/>
                  <a:gdLst/>
                  <a:ahLst/>
                  <a:cxnLst/>
                  <a:rect l="l" t="t" r="r" b="b"/>
                  <a:pathLst>
                    <a:path w="19884" h="46524" extrusionOk="0">
                      <a:moveTo>
                        <a:pt x="1" y="1"/>
                      </a:moveTo>
                      <a:lnTo>
                        <a:pt x="1451" y="31027"/>
                      </a:lnTo>
                      <a:lnTo>
                        <a:pt x="19883" y="46523"/>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1" name="Google Shape;841;p24"/>
              <p:cNvGrpSpPr/>
              <p:nvPr/>
            </p:nvGrpSpPr>
            <p:grpSpPr>
              <a:xfrm rot="351584">
                <a:off x="-552480" y="-517090"/>
                <a:ext cx="1444000" cy="1887454"/>
                <a:chOff x="-379975" y="2335849"/>
                <a:chExt cx="1184119" cy="1547890"/>
              </a:xfrm>
            </p:grpSpPr>
            <p:sp>
              <p:nvSpPr>
                <p:cNvPr id="842" name="Google Shape;842;p24"/>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24"/>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4"/>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45" name="Google Shape;845;p24"/>
            <p:cNvGrpSpPr/>
            <p:nvPr/>
          </p:nvGrpSpPr>
          <p:grpSpPr>
            <a:xfrm>
              <a:off x="-645087" y="3551046"/>
              <a:ext cx="4590241" cy="3094920"/>
              <a:chOff x="-645087" y="3551046"/>
              <a:chExt cx="4590241" cy="3094920"/>
            </a:xfrm>
          </p:grpSpPr>
          <p:grpSp>
            <p:nvGrpSpPr>
              <p:cNvPr id="846" name="Google Shape;846;p24"/>
              <p:cNvGrpSpPr/>
              <p:nvPr/>
            </p:nvGrpSpPr>
            <p:grpSpPr>
              <a:xfrm rot="9330367">
                <a:off x="1014056" y="3955113"/>
                <a:ext cx="1818171" cy="1473615"/>
                <a:chOff x="713225" y="4076700"/>
                <a:chExt cx="1595358" cy="1293027"/>
              </a:xfrm>
            </p:grpSpPr>
            <p:sp>
              <p:nvSpPr>
                <p:cNvPr id="847" name="Google Shape;847;p24"/>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4"/>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4"/>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0" name="Google Shape;850;p24"/>
              <p:cNvGrpSpPr/>
              <p:nvPr/>
            </p:nvGrpSpPr>
            <p:grpSpPr>
              <a:xfrm rot="843745">
                <a:off x="1729724" y="4275985"/>
                <a:ext cx="1982560" cy="2161504"/>
                <a:chOff x="189175" y="-509225"/>
                <a:chExt cx="1696794" cy="1849791"/>
              </a:xfrm>
            </p:grpSpPr>
            <p:sp>
              <p:nvSpPr>
                <p:cNvPr id="851" name="Google Shape;851;p24"/>
                <p:cNvSpPr/>
                <p:nvPr/>
              </p:nvSpPr>
              <p:spPr>
                <a:xfrm>
                  <a:off x="189175" y="422362"/>
                  <a:ext cx="1696794" cy="918195"/>
                </a:xfrm>
                <a:custGeom>
                  <a:avLst/>
                  <a:gdLst/>
                  <a:ahLst/>
                  <a:cxnLst/>
                  <a:rect l="l" t="t" r="r" b="b"/>
                  <a:pathLst>
                    <a:path w="40014" h="21653" extrusionOk="0">
                      <a:moveTo>
                        <a:pt x="18645" y="1"/>
                      </a:moveTo>
                      <a:lnTo>
                        <a:pt x="1" y="21652"/>
                      </a:lnTo>
                      <a:lnTo>
                        <a:pt x="1" y="21652"/>
                      </a:lnTo>
                      <a:lnTo>
                        <a:pt x="40014" y="9199"/>
                      </a:lnTo>
                      <a:lnTo>
                        <a:pt x="1864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4"/>
                <p:cNvSpPr/>
                <p:nvPr/>
              </p:nvSpPr>
              <p:spPr>
                <a:xfrm>
                  <a:off x="874771" y="-509225"/>
                  <a:ext cx="1011190" cy="1321721"/>
                </a:xfrm>
                <a:custGeom>
                  <a:avLst/>
                  <a:gdLst/>
                  <a:ahLst/>
                  <a:cxnLst/>
                  <a:rect l="l" t="t" r="r" b="b"/>
                  <a:pathLst>
                    <a:path w="23846" h="31169" extrusionOk="0">
                      <a:moveTo>
                        <a:pt x="1" y="0"/>
                      </a:moveTo>
                      <a:lnTo>
                        <a:pt x="2477" y="21970"/>
                      </a:lnTo>
                      <a:lnTo>
                        <a:pt x="23846" y="31168"/>
                      </a:lnTo>
                      <a:lnTo>
                        <a:pt x="23846" y="31168"/>
                      </a:lnTo>
                      <a:lnTo>
                        <a:pt x="1"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4"/>
                <p:cNvSpPr/>
                <p:nvPr/>
              </p:nvSpPr>
              <p:spPr>
                <a:xfrm>
                  <a:off x="189175" y="-509225"/>
                  <a:ext cx="790684" cy="1849791"/>
                </a:xfrm>
                <a:custGeom>
                  <a:avLst/>
                  <a:gdLst/>
                  <a:ahLst/>
                  <a:cxnLst/>
                  <a:rect l="l" t="t" r="r" b="b"/>
                  <a:pathLst>
                    <a:path w="18646" h="43622" extrusionOk="0">
                      <a:moveTo>
                        <a:pt x="16169" y="0"/>
                      </a:moveTo>
                      <a:lnTo>
                        <a:pt x="1" y="43621"/>
                      </a:lnTo>
                      <a:lnTo>
                        <a:pt x="18645" y="21970"/>
                      </a:lnTo>
                      <a:lnTo>
                        <a:pt x="16169"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4" name="Google Shape;854;p24"/>
              <p:cNvGrpSpPr/>
              <p:nvPr/>
            </p:nvGrpSpPr>
            <p:grpSpPr>
              <a:xfrm rot="6419696">
                <a:off x="-502061" y="3893046"/>
                <a:ext cx="2070464" cy="1831318"/>
                <a:chOff x="1838100" y="3887875"/>
                <a:chExt cx="2333861" cy="2064292"/>
              </a:xfrm>
            </p:grpSpPr>
            <p:sp>
              <p:nvSpPr>
                <p:cNvPr id="855" name="Google Shape;855;p24"/>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4"/>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4"/>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58" name="Google Shape;858;p24"/>
            <p:cNvGrpSpPr/>
            <p:nvPr/>
          </p:nvGrpSpPr>
          <p:grpSpPr>
            <a:xfrm rot="-9880581">
              <a:off x="8014349" y="1794326"/>
              <a:ext cx="2070944" cy="1831743"/>
              <a:chOff x="1838100" y="3887875"/>
              <a:chExt cx="2333861" cy="2064292"/>
            </a:xfrm>
          </p:grpSpPr>
          <p:sp>
            <p:nvSpPr>
              <p:cNvPr id="859" name="Google Shape;859;p24"/>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4"/>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4"/>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62" name="Google Shape;862;p24"/>
          <p:cNvGrpSpPr/>
          <p:nvPr/>
        </p:nvGrpSpPr>
        <p:grpSpPr>
          <a:xfrm>
            <a:off x="41105" y="64826"/>
            <a:ext cx="9102898" cy="4987069"/>
            <a:chOff x="41105" y="64826"/>
            <a:chExt cx="9102898" cy="4987069"/>
          </a:xfrm>
        </p:grpSpPr>
        <p:grpSp>
          <p:nvGrpSpPr>
            <p:cNvPr id="863" name="Google Shape;863;p24"/>
            <p:cNvGrpSpPr/>
            <p:nvPr/>
          </p:nvGrpSpPr>
          <p:grpSpPr>
            <a:xfrm>
              <a:off x="7384138" y="4604000"/>
              <a:ext cx="424998" cy="447895"/>
              <a:chOff x="4383025" y="835550"/>
              <a:chExt cx="424998" cy="447895"/>
            </a:xfrm>
          </p:grpSpPr>
          <p:sp>
            <p:nvSpPr>
              <p:cNvPr id="864" name="Google Shape;864;p24"/>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4"/>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4"/>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7" name="Google Shape;867;p24"/>
            <p:cNvGrpSpPr/>
            <p:nvPr/>
          </p:nvGrpSpPr>
          <p:grpSpPr>
            <a:xfrm rot="377521">
              <a:off x="81660" y="2418544"/>
              <a:ext cx="591002" cy="772562"/>
              <a:chOff x="-379975" y="2335849"/>
              <a:chExt cx="1184119" cy="1547890"/>
            </a:xfrm>
          </p:grpSpPr>
          <p:sp>
            <p:nvSpPr>
              <p:cNvPr id="868" name="Google Shape;868;p24"/>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4"/>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4"/>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1" name="Google Shape;871;p24"/>
            <p:cNvGrpSpPr/>
            <p:nvPr/>
          </p:nvGrpSpPr>
          <p:grpSpPr>
            <a:xfrm rot="2250739">
              <a:off x="8299438" y="219133"/>
              <a:ext cx="724383" cy="640714"/>
              <a:chOff x="1838100" y="3887875"/>
              <a:chExt cx="2333861" cy="2064292"/>
            </a:xfrm>
          </p:grpSpPr>
          <p:sp>
            <p:nvSpPr>
              <p:cNvPr id="872" name="Google Shape;872;p24"/>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4"/>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4"/>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chemeClr val="dk1"/>
              </a:buClr>
              <a:buSzPts val="3000"/>
              <a:buFont typeface="Figtree ExtraBold"/>
              <a:buNone/>
              <a:defRPr sz="3000">
                <a:solidFill>
                  <a:schemeClr val="dk1"/>
                </a:solidFill>
                <a:latin typeface="Figtree ExtraBold"/>
                <a:ea typeface="Figtree ExtraBold"/>
                <a:cs typeface="Figtree ExtraBold"/>
                <a:sym typeface="Figtree ExtraBold"/>
              </a:defRPr>
            </a:lvl1pPr>
            <a:lvl2pPr lvl="1" algn="ctr" rtl="0">
              <a:spcBef>
                <a:spcPts val="0"/>
              </a:spcBef>
              <a:spcAft>
                <a:spcPts val="0"/>
              </a:spcAft>
              <a:buClr>
                <a:schemeClr val="dk1"/>
              </a:buClr>
              <a:buSzPts val="3000"/>
              <a:buFont typeface="Figtree ExtraBold"/>
              <a:buNone/>
              <a:defRPr sz="3000">
                <a:solidFill>
                  <a:schemeClr val="dk1"/>
                </a:solidFill>
                <a:latin typeface="Figtree ExtraBold"/>
                <a:ea typeface="Figtree ExtraBold"/>
                <a:cs typeface="Figtree ExtraBold"/>
                <a:sym typeface="Figtree ExtraBold"/>
              </a:defRPr>
            </a:lvl2pPr>
            <a:lvl3pPr lvl="2" algn="ctr" rtl="0">
              <a:spcBef>
                <a:spcPts val="0"/>
              </a:spcBef>
              <a:spcAft>
                <a:spcPts val="0"/>
              </a:spcAft>
              <a:buClr>
                <a:schemeClr val="dk1"/>
              </a:buClr>
              <a:buSzPts val="3000"/>
              <a:buFont typeface="Figtree ExtraBold"/>
              <a:buNone/>
              <a:defRPr sz="3000">
                <a:solidFill>
                  <a:schemeClr val="dk1"/>
                </a:solidFill>
                <a:latin typeface="Figtree ExtraBold"/>
                <a:ea typeface="Figtree ExtraBold"/>
                <a:cs typeface="Figtree ExtraBold"/>
                <a:sym typeface="Figtree ExtraBold"/>
              </a:defRPr>
            </a:lvl3pPr>
            <a:lvl4pPr lvl="3" algn="ctr" rtl="0">
              <a:spcBef>
                <a:spcPts val="0"/>
              </a:spcBef>
              <a:spcAft>
                <a:spcPts val="0"/>
              </a:spcAft>
              <a:buClr>
                <a:schemeClr val="dk1"/>
              </a:buClr>
              <a:buSzPts val="3000"/>
              <a:buFont typeface="Figtree ExtraBold"/>
              <a:buNone/>
              <a:defRPr sz="3000">
                <a:solidFill>
                  <a:schemeClr val="dk1"/>
                </a:solidFill>
                <a:latin typeface="Figtree ExtraBold"/>
                <a:ea typeface="Figtree ExtraBold"/>
                <a:cs typeface="Figtree ExtraBold"/>
                <a:sym typeface="Figtree ExtraBold"/>
              </a:defRPr>
            </a:lvl4pPr>
            <a:lvl5pPr lvl="4" algn="ctr" rtl="0">
              <a:spcBef>
                <a:spcPts val="0"/>
              </a:spcBef>
              <a:spcAft>
                <a:spcPts val="0"/>
              </a:spcAft>
              <a:buClr>
                <a:schemeClr val="dk1"/>
              </a:buClr>
              <a:buSzPts val="3000"/>
              <a:buFont typeface="Figtree ExtraBold"/>
              <a:buNone/>
              <a:defRPr sz="3000">
                <a:solidFill>
                  <a:schemeClr val="dk1"/>
                </a:solidFill>
                <a:latin typeface="Figtree ExtraBold"/>
                <a:ea typeface="Figtree ExtraBold"/>
                <a:cs typeface="Figtree ExtraBold"/>
                <a:sym typeface="Figtree ExtraBold"/>
              </a:defRPr>
            </a:lvl5pPr>
            <a:lvl6pPr lvl="5" algn="ctr" rtl="0">
              <a:spcBef>
                <a:spcPts val="0"/>
              </a:spcBef>
              <a:spcAft>
                <a:spcPts val="0"/>
              </a:spcAft>
              <a:buClr>
                <a:schemeClr val="dk1"/>
              </a:buClr>
              <a:buSzPts val="3000"/>
              <a:buFont typeface="Figtree ExtraBold"/>
              <a:buNone/>
              <a:defRPr sz="3000">
                <a:solidFill>
                  <a:schemeClr val="dk1"/>
                </a:solidFill>
                <a:latin typeface="Figtree ExtraBold"/>
                <a:ea typeface="Figtree ExtraBold"/>
                <a:cs typeface="Figtree ExtraBold"/>
                <a:sym typeface="Figtree ExtraBold"/>
              </a:defRPr>
            </a:lvl6pPr>
            <a:lvl7pPr lvl="6" algn="ctr" rtl="0">
              <a:spcBef>
                <a:spcPts val="0"/>
              </a:spcBef>
              <a:spcAft>
                <a:spcPts val="0"/>
              </a:spcAft>
              <a:buClr>
                <a:schemeClr val="dk1"/>
              </a:buClr>
              <a:buSzPts val="3000"/>
              <a:buFont typeface="Figtree ExtraBold"/>
              <a:buNone/>
              <a:defRPr sz="3000">
                <a:solidFill>
                  <a:schemeClr val="dk1"/>
                </a:solidFill>
                <a:latin typeface="Figtree ExtraBold"/>
                <a:ea typeface="Figtree ExtraBold"/>
                <a:cs typeface="Figtree ExtraBold"/>
                <a:sym typeface="Figtree ExtraBold"/>
              </a:defRPr>
            </a:lvl7pPr>
            <a:lvl8pPr lvl="7" algn="ctr" rtl="0">
              <a:spcBef>
                <a:spcPts val="0"/>
              </a:spcBef>
              <a:spcAft>
                <a:spcPts val="0"/>
              </a:spcAft>
              <a:buClr>
                <a:schemeClr val="dk1"/>
              </a:buClr>
              <a:buSzPts val="3000"/>
              <a:buFont typeface="Figtree ExtraBold"/>
              <a:buNone/>
              <a:defRPr sz="3000">
                <a:solidFill>
                  <a:schemeClr val="dk1"/>
                </a:solidFill>
                <a:latin typeface="Figtree ExtraBold"/>
                <a:ea typeface="Figtree ExtraBold"/>
                <a:cs typeface="Figtree ExtraBold"/>
                <a:sym typeface="Figtree ExtraBold"/>
              </a:defRPr>
            </a:lvl8pPr>
            <a:lvl9pPr lvl="8" algn="ctr" rtl="0">
              <a:spcBef>
                <a:spcPts val="0"/>
              </a:spcBef>
              <a:spcAft>
                <a:spcPts val="0"/>
              </a:spcAft>
              <a:buClr>
                <a:schemeClr val="dk1"/>
              </a:buClr>
              <a:buSzPts val="3000"/>
              <a:buFont typeface="Figtree ExtraBold"/>
              <a:buNone/>
              <a:defRPr sz="3000">
                <a:solidFill>
                  <a:schemeClr val="dk1"/>
                </a:solidFill>
                <a:latin typeface="Figtree ExtraBold"/>
                <a:ea typeface="Figtree ExtraBold"/>
                <a:cs typeface="Figtree ExtraBold"/>
                <a:sym typeface="Figtree ExtraBol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freepik.com/?utm_source=slidesgo_template&amp;utm_medium=referral-link&amp;utm_campaign=promo-slide&amp;utm_term=slidesgo&amp;utm_content=freepik" TargetMode="External"/><Relationship Id="rId3" Type="http://schemas.openxmlformats.org/officeDocument/2006/relationships/slide" Target="slide20.xml"/><Relationship Id="rId7" Type="http://schemas.openxmlformats.org/officeDocument/2006/relationships/hyperlink" Target="http://bit.ly/33VAFh3" TargetMode="External"/><Relationship Id="rId12" Type="http://schemas.openxmlformats.org/officeDocument/2006/relationships/hyperlink" Target="https://www.videvo.net/?utm_source=slidesgo_template&amp;utm_medium=referral-link&amp;utm_campaign=sg_resources&amp;utm_content=videvo"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hyperlink" Target="http://bit.ly/30B07Gq" TargetMode="External"/><Relationship Id="rId11" Type="http://schemas.openxmlformats.org/officeDocument/2006/relationships/hyperlink" Target="https://wepik.com/?utm_source=slidesgo_template&amp;utm_medium=referral-link&amp;utm_campaign=promo-slide&amp;utm_term=slidesgo&amp;utm_content=wepik" TargetMode="External"/><Relationship Id="rId5" Type="http://schemas.openxmlformats.org/officeDocument/2006/relationships/hyperlink" Target="https://bit.ly/3A1uf1Q" TargetMode="External"/><Relationship Id="rId10" Type="http://schemas.openxmlformats.org/officeDocument/2006/relationships/hyperlink" Target="https://storyset.com/?utm_source=slidesgo_template&amp;utm_medium=referral-link&amp;utm_campaign=promo-slide&amp;utm_term=slidesgo&amp;utm_content=storyset" TargetMode="External"/><Relationship Id="rId4"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9" Type="http://schemas.openxmlformats.org/officeDocument/2006/relationships/hyperlink" Target="https://www.flaticon.com/?utm_source=slidesgo_template&amp;utm_medium=referral-link&amp;utm_campaign=promo-slide&amp;utm_term=slidesgo&amp;utm_content=flatico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17.xml"/><Relationship Id="rId1" Type="http://schemas.openxmlformats.org/officeDocument/2006/relationships/slideLayout" Target="../slideLayouts/slideLayout14.xml"/><Relationship Id="rId5" Type="http://schemas.openxmlformats.org/officeDocument/2006/relationships/image" Target="../media/image3.png"/><Relationship Id="rId4" Type="http://schemas.openxmlformats.org/officeDocument/2006/relationships/hyperlink" Target="https://docs.google.com/spreadsheets/d/1fGt9pUyj3PCb2-zqQlvQhunBPG4sSAdVs1wDtT8KUdE/copy"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28"/>
          <p:cNvSpPr txBox="1">
            <a:spLocks noGrp="1"/>
          </p:cNvSpPr>
          <p:nvPr>
            <p:ph type="ctrTitle"/>
          </p:nvPr>
        </p:nvSpPr>
        <p:spPr>
          <a:xfrm>
            <a:off x="877150" y="1278688"/>
            <a:ext cx="7389600" cy="171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Colorful Theme</a:t>
            </a:r>
            <a:endParaRPr/>
          </a:p>
        </p:txBody>
      </p:sp>
      <p:sp>
        <p:nvSpPr>
          <p:cNvPr id="886" name="Google Shape;886;p28"/>
          <p:cNvSpPr txBox="1">
            <a:spLocks noGrp="1"/>
          </p:cNvSpPr>
          <p:nvPr>
            <p:ph type="subTitle" idx="1"/>
          </p:nvPr>
        </p:nvSpPr>
        <p:spPr>
          <a:xfrm>
            <a:off x="877150" y="2996613"/>
            <a:ext cx="7389600" cy="86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Here is where your presentation begins</a:t>
            </a:r>
            <a:endParaRPr/>
          </a:p>
        </p:txBody>
      </p:sp>
      <p:grpSp>
        <p:nvGrpSpPr>
          <p:cNvPr id="887" name="Google Shape;887;p28"/>
          <p:cNvGrpSpPr/>
          <p:nvPr/>
        </p:nvGrpSpPr>
        <p:grpSpPr>
          <a:xfrm rot="377521">
            <a:off x="528610" y="1324569"/>
            <a:ext cx="591002" cy="772562"/>
            <a:chOff x="-379975" y="2335849"/>
            <a:chExt cx="1184119" cy="1547890"/>
          </a:xfrm>
        </p:grpSpPr>
        <p:sp>
          <p:nvSpPr>
            <p:cNvPr id="888" name="Google Shape;888;p28"/>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8"/>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8"/>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1" name="Google Shape;891;p28"/>
          <p:cNvGrpSpPr/>
          <p:nvPr/>
        </p:nvGrpSpPr>
        <p:grpSpPr>
          <a:xfrm flipH="1">
            <a:off x="8505669" y="380460"/>
            <a:ext cx="337491" cy="355629"/>
            <a:chOff x="4383025" y="835550"/>
            <a:chExt cx="424998" cy="447895"/>
          </a:xfrm>
        </p:grpSpPr>
        <p:sp>
          <p:nvSpPr>
            <p:cNvPr id="892" name="Google Shape;892;p28"/>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28"/>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28"/>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Contents of this template</a:t>
            </a:r>
            <a:endParaRPr/>
          </a:p>
        </p:txBody>
      </p:sp>
      <p:sp>
        <p:nvSpPr>
          <p:cNvPr id="900" name="Google Shape;900;p29"/>
          <p:cNvSpPr txBox="1">
            <a:spLocks noGrp="1"/>
          </p:cNvSpPr>
          <p:nvPr>
            <p:ph type="body" idx="1"/>
          </p:nvPr>
        </p:nvSpPr>
        <p:spPr>
          <a:xfrm>
            <a:off x="720000" y="1152475"/>
            <a:ext cx="7704000" cy="390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delete this slide when you’re done editing the presentation</a:t>
            </a:r>
            <a:endParaRPr/>
          </a:p>
        </p:txBody>
      </p:sp>
      <p:graphicFrame>
        <p:nvGraphicFramePr>
          <p:cNvPr id="901" name="Google Shape;901;p29"/>
          <p:cNvGraphicFramePr/>
          <p:nvPr/>
        </p:nvGraphicFramePr>
        <p:xfrm>
          <a:off x="713225" y="1734738"/>
          <a:ext cx="3000000" cy="3000000"/>
        </p:xfrm>
        <a:graphic>
          <a:graphicData uri="http://schemas.openxmlformats.org/drawingml/2006/table">
            <a:tbl>
              <a:tblPr>
                <a:noFill/>
                <a:tableStyleId>{6C575B29-94FA-4FF4-83F0-0A8FDBF041FF}</a:tableStyleId>
              </a:tblPr>
              <a:tblGrid>
                <a:gridCol w="2643575">
                  <a:extLst>
                    <a:ext uri="{9D8B030D-6E8A-4147-A177-3AD203B41FA5}">
                      <a16:colId xmlns:a16="http://schemas.microsoft.com/office/drawing/2014/main" val="20000"/>
                    </a:ext>
                  </a:extLst>
                </a:gridCol>
                <a:gridCol w="5073975">
                  <a:extLst>
                    <a:ext uri="{9D8B030D-6E8A-4147-A177-3AD203B41FA5}">
                      <a16:colId xmlns:a16="http://schemas.microsoft.com/office/drawing/2014/main" val="20001"/>
                    </a:ext>
                  </a:extLst>
                </a:gridCol>
              </a:tblGrid>
              <a:tr h="367875">
                <a:tc>
                  <a:txBody>
                    <a:bodyPr/>
                    <a:lstStyle/>
                    <a:p>
                      <a:pPr marL="0" lvl="0" indent="0" algn="l" rtl="0">
                        <a:lnSpc>
                          <a:spcPct val="115000"/>
                        </a:lnSpc>
                        <a:spcBef>
                          <a:spcPts val="0"/>
                        </a:spcBef>
                        <a:spcAft>
                          <a:spcPts val="0"/>
                        </a:spcAft>
                        <a:buNone/>
                      </a:pPr>
                      <a:r>
                        <a:rPr lang="en" sz="1200" b="1" u="sng">
                          <a:solidFill>
                            <a:schemeClr val="hlink"/>
                          </a:solidFill>
                          <a:latin typeface="Lato"/>
                          <a:ea typeface="Lato"/>
                          <a:cs typeface="Lato"/>
                          <a:sym typeface="Lato"/>
                          <a:hlinkClick r:id="" action="ppaction://noaction"/>
                        </a:rPr>
                        <a:t>Fonts</a:t>
                      </a:r>
                      <a:endParaRPr sz="1200" b="1" u="sng">
                        <a:solidFill>
                          <a:schemeClr val="dk1"/>
                        </a:solidFill>
                        <a:latin typeface="Lato"/>
                        <a:ea typeface="Lato"/>
                        <a:cs typeface="Lato"/>
                        <a:sym typeface="Lat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accent1"/>
                    </a:solidFill>
                  </a:tcPr>
                </a:tc>
                <a:tc>
                  <a:txBody>
                    <a:bodyPr/>
                    <a:lstStyle/>
                    <a:p>
                      <a:pPr marL="0" lvl="0" indent="0" algn="l" rtl="0">
                        <a:lnSpc>
                          <a:spcPct val="115000"/>
                        </a:lnSpc>
                        <a:spcBef>
                          <a:spcPts val="0"/>
                        </a:spcBef>
                        <a:spcAft>
                          <a:spcPts val="1600"/>
                        </a:spcAft>
                        <a:buNone/>
                      </a:pPr>
                      <a:r>
                        <a:rPr lang="en" sz="1000">
                          <a:solidFill>
                            <a:schemeClr val="dk1"/>
                          </a:solidFill>
                          <a:latin typeface="Lato"/>
                          <a:ea typeface="Lato"/>
                          <a:cs typeface="Lato"/>
                          <a:sym typeface="Lato"/>
                        </a:rPr>
                        <a:t>To view this template correctly in PowerPoint, download and install the fonts we used</a:t>
                      </a:r>
                      <a:endParaRPr sz="1000">
                        <a:solidFill>
                          <a:schemeClr val="dk1"/>
                        </a:solidFill>
                        <a:latin typeface="Lato"/>
                        <a:ea typeface="Lato"/>
                        <a:cs typeface="Lato"/>
                        <a:sym typeface="Lat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accent5"/>
                    </a:solidFill>
                  </a:tcPr>
                </a:tc>
                <a:extLst>
                  <a:ext uri="{0D108BD9-81ED-4DB2-BD59-A6C34878D82A}">
                    <a16:rowId xmlns:a16="http://schemas.microsoft.com/office/drawing/2014/main" val="10000"/>
                  </a:ext>
                </a:extLst>
              </a:tr>
              <a:tr h="367875">
                <a:tc>
                  <a:txBody>
                    <a:bodyPr/>
                    <a:lstStyle/>
                    <a:p>
                      <a:pPr marL="0" lvl="0" indent="0" algn="l" rtl="0">
                        <a:lnSpc>
                          <a:spcPct val="115000"/>
                        </a:lnSpc>
                        <a:spcBef>
                          <a:spcPts val="0"/>
                        </a:spcBef>
                        <a:spcAft>
                          <a:spcPts val="0"/>
                        </a:spcAft>
                        <a:buNone/>
                      </a:pPr>
                      <a:r>
                        <a:rPr lang="en" sz="1200" b="1" u="sng">
                          <a:solidFill>
                            <a:schemeClr val="hlink"/>
                          </a:solidFill>
                          <a:latin typeface="Lato"/>
                          <a:ea typeface="Lato"/>
                          <a:cs typeface="Lato"/>
                          <a:sym typeface="Lato"/>
                          <a:hlinkClick r:id="" action="ppaction://noaction"/>
                        </a:rPr>
                        <a:t>Used</a:t>
                      </a:r>
                      <a:r>
                        <a:rPr lang="en" sz="1200" u="sng">
                          <a:solidFill>
                            <a:schemeClr val="hlink"/>
                          </a:solidFill>
                          <a:latin typeface="Lato"/>
                          <a:ea typeface="Lato"/>
                          <a:cs typeface="Lato"/>
                          <a:sym typeface="Lato"/>
                          <a:hlinkClick r:id="" action="ppaction://noaction"/>
                        </a:rPr>
                        <a:t> </a:t>
                      </a:r>
                      <a:r>
                        <a:rPr lang="en" sz="1200">
                          <a:solidFill>
                            <a:schemeClr val="dk1"/>
                          </a:solidFill>
                          <a:latin typeface="Lato"/>
                          <a:ea typeface="Lato"/>
                          <a:cs typeface="Lato"/>
                          <a:sym typeface="Lato"/>
                        </a:rPr>
                        <a:t>and </a:t>
                      </a:r>
                      <a:r>
                        <a:rPr lang="en" sz="1200" b="1" u="sng">
                          <a:solidFill>
                            <a:schemeClr val="hlink"/>
                          </a:solidFill>
                          <a:latin typeface="Lato"/>
                          <a:ea typeface="Lato"/>
                          <a:cs typeface="Lato"/>
                          <a:sym typeface="Lato"/>
                          <a:hlinkClick r:id="" action="ppaction://noaction"/>
                        </a:rPr>
                        <a:t>alternative</a:t>
                      </a:r>
                      <a:r>
                        <a:rPr lang="en" sz="1200" b="1" u="sng">
                          <a:solidFill>
                            <a:schemeClr val="hlink"/>
                          </a:solidFill>
                          <a:latin typeface="Lato"/>
                          <a:ea typeface="Lato"/>
                          <a:cs typeface="Lato"/>
                          <a:sym typeface="Lato"/>
                          <a:hlinkClick r:id="" action="ppaction://noaction"/>
                        </a:rPr>
                        <a:t> resources</a:t>
                      </a:r>
                      <a:endParaRPr sz="1200" b="1">
                        <a:solidFill>
                          <a:schemeClr val="dk1"/>
                        </a:solidFill>
                        <a:latin typeface="Lato"/>
                        <a:ea typeface="Lato"/>
                        <a:cs typeface="Lato"/>
                        <a:sym typeface="Lat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accent1"/>
                    </a:solidFill>
                  </a:tcPr>
                </a:tc>
                <a:tc>
                  <a:txBody>
                    <a:bodyPr/>
                    <a:lstStyle/>
                    <a:p>
                      <a:pPr marL="0" marR="0" lvl="0" indent="0" algn="l" rtl="0">
                        <a:lnSpc>
                          <a:spcPct val="115000"/>
                        </a:lnSpc>
                        <a:spcBef>
                          <a:spcPts val="0"/>
                        </a:spcBef>
                        <a:spcAft>
                          <a:spcPts val="1600"/>
                        </a:spcAft>
                        <a:buNone/>
                      </a:pPr>
                      <a:r>
                        <a:rPr lang="en" sz="1000">
                          <a:solidFill>
                            <a:schemeClr val="dk1"/>
                          </a:solidFill>
                          <a:latin typeface="Lato"/>
                          <a:ea typeface="Lato"/>
                          <a:cs typeface="Lato"/>
                          <a:sym typeface="Lato"/>
                        </a:rPr>
                        <a:t>An assortment of graphic resources that are suitable for use in this presentation</a:t>
                      </a:r>
                      <a:endParaRPr sz="1000">
                        <a:solidFill>
                          <a:schemeClr val="dk1"/>
                        </a:solidFill>
                        <a:latin typeface="Lato"/>
                        <a:ea typeface="Lato"/>
                        <a:cs typeface="Lato"/>
                        <a:sym typeface="Lat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accent5"/>
                    </a:solidFill>
                  </a:tcPr>
                </a:tc>
                <a:extLst>
                  <a:ext uri="{0D108BD9-81ED-4DB2-BD59-A6C34878D82A}">
                    <a16:rowId xmlns:a16="http://schemas.microsoft.com/office/drawing/2014/main" val="10001"/>
                  </a:ext>
                </a:extLst>
              </a:tr>
              <a:tr h="367875">
                <a:tc>
                  <a:txBody>
                    <a:bodyPr/>
                    <a:lstStyle/>
                    <a:p>
                      <a:pPr marL="0" lvl="0" indent="0" algn="l" rtl="0">
                        <a:lnSpc>
                          <a:spcPct val="115000"/>
                        </a:lnSpc>
                        <a:spcBef>
                          <a:spcPts val="0"/>
                        </a:spcBef>
                        <a:spcAft>
                          <a:spcPts val="0"/>
                        </a:spcAft>
                        <a:buNone/>
                      </a:pPr>
                      <a:r>
                        <a:rPr lang="en" sz="1200" b="1" u="sng">
                          <a:solidFill>
                            <a:schemeClr val="dk1"/>
                          </a:solidFill>
                          <a:latin typeface="Lato"/>
                          <a:ea typeface="Lato"/>
                          <a:cs typeface="Lato"/>
                          <a:sym typeface="Lato"/>
                          <a:hlinkClick r:id="rId3" action="ppaction://hlinksldjump">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Thanks slide</a:t>
                      </a:r>
                      <a:endParaRPr sz="1200" b="1">
                        <a:solidFill>
                          <a:schemeClr val="dk1"/>
                        </a:solidFill>
                        <a:latin typeface="Lato"/>
                        <a:ea typeface="Lato"/>
                        <a:cs typeface="Lato"/>
                        <a:sym typeface="Lat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accent1"/>
                    </a:solidFill>
                  </a:tcPr>
                </a:tc>
                <a:tc>
                  <a:txBody>
                    <a:bodyPr/>
                    <a:lstStyle/>
                    <a:p>
                      <a:pPr marL="0" lvl="0" indent="0" algn="l" rtl="0">
                        <a:lnSpc>
                          <a:spcPct val="115000"/>
                        </a:lnSpc>
                        <a:spcBef>
                          <a:spcPts val="0"/>
                        </a:spcBef>
                        <a:spcAft>
                          <a:spcPts val="1600"/>
                        </a:spcAft>
                        <a:buNone/>
                      </a:pPr>
                      <a:r>
                        <a:rPr lang="en" sz="1000">
                          <a:solidFill>
                            <a:schemeClr val="dk1"/>
                          </a:solidFill>
                          <a:latin typeface="Lato"/>
                          <a:ea typeface="Lato"/>
                          <a:cs typeface="Lato"/>
                          <a:sym typeface="Lato"/>
                        </a:rPr>
                        <a:t>You must keep it so that proper credits for our design are given</a:t>
                      </a:r>
                      <a:endParaRPr sz="1000">
                        <a:solidFill>
                          <a:schemeClr val="dk1"/>
                        </a:solidFill>
                        <a:latin typeface="Lato"/>
                        <a:ea typeface="Lato"/>
                        <a:cs typeface="Lato"/>
                        <a:sym typeface="Lat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accent5"/>
                    </a:solidFill>
                  </a:tcPr>
                </a:tc>
                <a:extLst>
                  <a:ext uri="{0D108BD9-81ED-4DB2-BD59-A6C34878D82A}">
                    <a16:rowId xmlns:a16="http://schemas.microsoft.com/office/drawing/2014/main" val="10002"/>
                  </a:ext>
                </a:extLst>
              </a:tr>
              <a:tr h="367875">
                <a:tc>
                  <a:txBody>
                    <a:bodyPr/>
                    <a:lstStyle/>
                    <a:p>
                      <a:pPr marL="0" lvl="0" indent="0" algn="l" rtl="0">
                        <a:lnSpc>
                          <a:spcPct val="115000"/>
                        </a:lnSpc>
                        <a:spcBef>
                          <a:spcPts val="0"/>
                        </a:spcBef>
                        <a:spcAft>
                          <a:spcPts val="0"/>
                        </a:spcAft>
                        <a:buNone/>
                      </a:pPr>
                      <a:r>
                        <a:rPr lang="en" sz="1200" b="1" u="sng">
                          <a:solidFill>
                            <a:schemeClr val="hlink"/>
                          </a:solidFill>
                          <a:latin typeface="Lato"/>
                          <a:ea typeface="Lato"/>
                          <a:cs typeface="Lato"/>
                          <a:sym typeface="Lato"/>
                          <a:hlinkClick r:id="" action="ppaction://noaction"/>
                        </a:rPr>
                        <a:t>Colors</a:t>
                      </a:r>
                      <a:endParaRPr sz="1200" b="1">
                        <a:solidFill>
                          <a:schemeClr val="dk1"/>
                        </a:solidFill>
                        <a:latin typeface="Lato"/>
                        <a:ea typeface="Lato"/>
                        <a:cs typeface="Lato"/>
                        <a:sym typeface="Lat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accent1"/>
                    </a:solidFill>
                  </a:tcPr>
                </a:tc>
                <a:tc>
                  <a:txBody>
                    <a:bodyPr/>
                    <a:lstStyle/>
                    <a:p>
                      <a:pPr marL="0" lvl="0" indent="0" algn="l" rtl="0">
                        <a:lnSpc>
                          <a:spcPct val="115000"/>
                        </a:lnSpc>
                        <a:spcBef>
                          <a:spcPts val="0"/>
                        </a:spcBef>
                        <a:spcAft>
                          <a:spcPts val="1600"/>
                        </a:spcAft>
                        <a:buNone/>
                      </a:pPr>
                      <a:r>
                        <a:rPr lang="en" sz="1000">
                          <a:solidFill>
                            <a:schemeClr val="dk1"/>
                          </a:solidFill>
                          <a:latin typeface="Lato"/>
                          <a:ea typeface="Lato"/>
                          <a:cs typeface="Lato"/>
                          <a:sym typeface="Lato"/>
                        </a:rPr>
                        <a:t>All the colors used in this presentation</a:t>
                      </a:r>
                      <a:endParaRPr sz="1000">
                        <a:solidFill>
                          <a:schemeClr val="dk1"/>
                        </a:solidFill>
                        <a:latin typeface="Lato"/>
                        <a:ea typeface="Lato"/>
                        <a:cs typeface="Lato"/>
                        <a:sym typeface="Lat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accent5"/>
                    </a:solidFill>
                  </a:tcPr>
                </a:tc>
                <a:extLst>
                  <a:ext uri="{0D108BD9-81ED-4DB2-BD59-A6C34878D82A}">
                    <a16:rowId xmlns:a16="http://schemas.microsoft.com/office/drawing/2014/main" val="10003"/>
                  </a:ext>
                </a:extLst>
              </a:tr>
              <a:tr h="367875">
                <a:tc>
                  <a:txBody>
                    <a:bodyPr/>
                    <a:lstStyle/>
                    <a:p>
                      <a:pPr marL="0" lvl="0" indent="0" algn="l" rtl="0">
                        <a:lnSpc>
                          <a:spcPct val="115000"/>
                        </a:lnSpc>
                        <a:spcBef>
                          <a:spcPts val="0"/>
                        </a:spcBef>
                        <a:spcAft>
                          <a:spcPts val="0"/>
                        </a:spcAft>
                        <a:buNone/>
                      </a:pPr>
                      <a:r>
                        <a:rPr lang="en" sz="1200" b="1" u="sng">
                          <a:solidFill>
                            <a:schemeClr val="hlink"/>
                          </a:solidFill>
                          <a:latin typeface="Lato"/>
                          <a:ea typeface="Lato"/>
                          <a:cs typeface="Lato"/>
                          <a:sym typeface="Lato"/>
                          <a:hlinkClick r:id="" action="ppaction://noaction"/>
                        </a:rPr>
                        <a:t>Icons</a:t>
                      </a:r>
                      <a:r>
                        <a:rPr lang="en" sz="1200">
                          <a:solidFill>
                            <a:schemeClr val="dk1"/>
                          </a:solidFill>
                          <a:latin typeface="Lato"/>
                          <a:ea typeface="Lato"/>
                          <a:cs typeface="Lato"/>
                          <a:sym typeface="Lato"/>
                        </a:rPr>
                        <a:t> and </a:t>
                      </a:r>
                      <a:r>
                        <a:rPr lang="en" sz="1200" b="1" u="sng">
                          <a:solidFill>
                            <a:schemeClr val="hlink"/>
                          </a:solidFill>
                          <a:latin typeface="Lato"/>
                          <a:ea typeface="Lato"/>
                          <a:cs typeface="Lato"/>
                          <a:sym typeface="Lato"/>
                          <a:hlinkClick r:id="" action="ppaction://noaction"/>
                        </a:rPr>
                        <a:t>infographic resources</a:t>
                      </a:r>
                      <a:endParaRPr sz="1200" b="1">
                        <a:solidFill>
                          <a:schemeClr val="dk1"/>
                        </a:solidFill>
                        <a:latin typeface="Lato"/>
                        <a:ea typeface="Lato"/>
                        <a:cs typeface="Lato"/>
                        <a:sym typeface="Lat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accent1"/>
                    </a:solidFill>
                  </a:tcPr>
                </a:tc>
                <a:tc>
                  <a:txBody>
                    <a:bodyPr/>
                    <a:lstStyle/>
                    <a:p>
                      <a:pPr marL="0" lvl="0" indent="0" algn="l" rtl="0">
                        <a:lnSpc>
                          <a:spcPct val="115000"/>
                        </a:lnSpc>
                        <a:spcBef>
                          <a:spcPts val="0"/>
                        </a:spcBef>
                        <a:spcAft>
                          <a:spcPts val="0"/>
                        </a:spcAft>
                        <a:buNone/>
                      </a:pPr>
                      <a:r>
                        <a:rPr lang="en" sz="1000">
                          <a:solidFill>
                            <a:schemeClr val="dk1"/>
                          </a:solidFill>
                          <a:latin typeface="Lato"/>
                          <a:ea typeface="Lato"/>
                          <a:cs typeface="Lato"/>
                          <a:sym typeface="Lato"/>
                        </a:rPr>
                        <a:t>These can be used in the template, and their size and color can be edited</a:t>
                      </a:r>
                      <a:endParaRPr sz="1000">
                        <a:solidFill>
                          <a:schemeClr val="dk1"/>
                        </a:solidFill>
                        <a:latin typeface="Lato"/>
                        <a:ea typeface="Lato"/>
                        <a:cs typeface="Lato"/>
                        <a:sym typeface="Lat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accent5"/>
                    </a:solidFill>
                  </a:tcPr>
                </a:tc>
                <a:extLst>
                  <a:ext uri="{0D108BD9-81ED-4DB2-BD59-A6C34878D82A}">
                    <a16:rowId xmlns:a16="http://schemas.microsoft.com/office/drawing/2014/main" val="10004"/>
                  </a:ext>
                </a:extLst>
              </a:tr>
              <a:tr h="367875">
                <a:tc>
                  <a:txBody>
                    <a:bodyPr/>
                    <a:lstStyle/>
                    <a:p>
                      <a:pPr marL="0" lvl="0" indent="0" algn="l" rtl="0">
                        <a:lnSpc>
                          <a:spcPct val="115000"/>
                        </a:lnSpc>
                        <a:spcBef>
                          <a:spcPts val="0"/>
                        </a:spcBef>
                        <a:spcAft>
                          <a:spcPts val="0"/>
                        </a:spcAft>
                        <a:buNone/>
                      </a:pPr>
                      <a:r>
                        <a:rPr lang="en" sz="1200">
                          <a:solidFill>
                            <a:schemeClr val="dk1"/>
                          </a:solidFill>
                          <a:latin typeface="Lato"/>
                          <a:ea typeface="Lato"/>
                          <a:cs typeface="Lato"/>
                          <a:sym typeface="Lato"/>
                        </a:rPr>
                        <a:t>Editable presentation theme </a:t>
                      </a:r>
                      <a:endParaRPr sz="1200">
                        <a:solidFill>
                          <a:schemeClr val="dk1"/>
                        </a:solidFill>
                        <a:latin typeface="Lato"/>
                        <a:ea typeface="Lato"/>
                        <a:cs typeface="Lato"/>
                        <a:sym typeface="Lat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accent1"/>
                    </a:solidFill>
                  </a:tcPr>
                </a:tc>
                <a:tc>
                  <a:txBody>
                    <a:bodyPr/>
                    <a:lstStyle/>
                    <a:p>
                      <a:pPr marL="0" lvl="0" indent="0" algn="l" rtl="0">
                        <a:lnSpc>
                          <a:spcPct val="115000"/>
                        </a:lnSpc>
                        <a:spcBef>
                          <a:spcPts val="0"/>
                        </a:spcBef>
                        <a:spcAft>
                          <a:spcPts val="1600"/>
                        </a:spcAft>
                        <a:buNone/>
                      </a:pPr>
                      <a:r>
                        <a:rPr lang="en" sz="1000">
                          <a:solidFill>
                            <a:schemeClr val="dk1"/>
                          </a:solidFill>
                          <a:latin typeface="Lato"/>
                          <a:ea typeface="Lato"/>
                          <a:cs typeface="Lato"/>
                          <a:sym typeface="Lato"/>
                        </a:rPr>
                        <a:t>You can edit the master slides easily. For more info, click </a:t>
                      </a:r>
                      <a:r>
                        <a:rPr lang="en" sz="1000" b="1" u="sng">
                          <a:solidFill>
                            <a:schemeClr val="dk1"/>
                          </a:solidFill>
                          <a:latin typeface="Lato"/>
                          <a:ea typeface="Lato"/>
                          <a:cs typeface="Lato"/>
                          <a:sym typeface="Lato"/>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here</a:t>
                      </a:r>
                      <a:endParaRPr sz="1000" b="1" u="sng">
                        <a:solidFill>
                          <a:schemeClr val="dk1"/>
                        </a:solidFill>
                        <a:latin typeface="Lato"/>
                        <a:ea typeface="Lato"/>
                        <a:cs typeface="Lato"/>
                        <a:sym typeface="Lato"/>
                      </a:endParaRPr>
                    </a:p>
                  </a:txBody>
                  <a:tcPr marL="91425" marR="91425" marT="91425" marB="91425" anchor="ctr">
                    <a:lnL w="9525" cap="flat" cmpd="sng">
                      <a:solidFill>
                        <a:schemeClr val="dk1">
                          <a:alpha val="0"/>
                        </a:schemeClr>
                      </a:solidFill>
                      <a:prstDash val="solid"/>
                      <a:round/>
                      <a:headEnd type="none" w="sm" len="sm"/>
                      <a:tailEnd type="none" w="sm" len="sm"/>
                    </a:lnL>
                    <a:lnR w="9525" cap="flat" cmpd="sng">
                      <a:solidFill>
                        <a:schemeClr val="dk1">
                          <a:alpha val="0"/>
                        </a:schemeClr>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alpha val="0"/>
                        </a:schemeClr>
                      </a:solidFill>
                      <a:prstDash val="solid"/>
                      <a:round/>
                      <a:headEnd type="none" w="sm" len="sm"/>
                      <a:tailEnd type="none" w="sm" len="sm"/>
                    </a:lnB>
                    <a:solidFill>
                      <a:schemeClr val="accent5"/>
                    </a:solidFill>
                  </a:tcPr>
                </a:tc>
                <a:extLst>
                  <a:ext uri="{0D108BD9-81ED-4DB2-BD59-A6C34878D82A}">
                    <a16:rowId xmlns:a16="http://schemas.microsoft.com/office/drawing/2014/main" val="10005"/>
                  </a:ext>
                </a:extLst>
              </a:tr>
            </a:tbl>
          </a:graphicData>
        </a:graphic>
      </p:graphicFrame>
      <p:sp>
        <p:nvSpPr>
          <p:cNvPr id="902" name="Google Shape;902;p29"/>
          <p:cNvSpPr txBox="1"/>
          <p:nvPr/>
        </p:nvSpPr>
        <p:spPr>
          <a:xfrm>
            <a:off x="1634967" y="4133675"/>
            <a:ext cx="2117700" cy="461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800">
                <a:solidFill>
                  <a:schemeClr val="dk1"/>
                </a:solidFill>
                <a:latin typeface="Lato"/>
                <a:ea typeface="Lato"/>
                <a:cs typeface="Lato"/>
                <a:sym typeface="Lato"/>
              </a:rPr>
              <a:t>For more info:</a:t>
            </a:r>
            <a:br>
              <a:rPr lang="en" sz="800">
                <a:solidFill>
                  <a:schemeClr val="dk1"/>
                </a:solidFill>
                <a:latin typeface="Lato"/>
                <a:ea typeface="Lato"/>
                <a:cs typeface="Lato"/>
                <a:sym typeface="Lato"/>
              </a:rPr>
            </a:br>
            <a:r>
              <a:rPr lang="en" sz="1000" b="1" u="sng">
                <a:solidFill>
                  <a:schemeClr val="dk1"/>
                </a:solidFill>
                <a:latin typeface="Lato"/>
                <a:ea typeface="Lato"/>
                <a:cs typeface="Lato"/>
                <a:sym typeface="Lato"/>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000" b="1">
                <a:solidFill>
                  <a:schemeClr val="dk1"/>
                </a:solidFill>
                <a:uFill>
                  <a:noFill/>
                </a:uFill>
                <a:latin typeface="Lato"/>
                <a:ea typeface="Lato"/>
                <a:cs typeface="Lato"/>
                <a:sym typeface="Lato"/>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sz="1000" b="1">
                <a:solidFill>
                  <a:schemeClr val="dk1"/>
                </a:solidFill>
                <a:latin typeface="Lato"/>
                <a:ea typeface="Lato"/>
                <a:cs typeface="Lato"/>
                <a:sym typeface="Lato"/>
              </a:rPr>
              <a:t>| </a:t>
            </a:r>
            <a:r>
              <a:rPr lang="en" sz="1000" b="1" u="sng">
                <a:solidFill>
                  <a:schemeClr val="dk1"/>
                </a:solidFill>
                <a:latin typeface="Lato"/>
                <a:ea typeface="Lato"/>
                <a:cs typeface="Lato"/>
                <a:sym typeface="Lato"/>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BLOG</a:t>
            </a:r>
            <a:r>
              <a:rPr lang="en" sz="1000" b="1">
                <a:solidFill>
                  <a:schemeClr val="dk1"/>
                </a:solidFill>
                <a:latin typeface="Lato"/>
                <a:ea typeface="Lato"/>
                <a:cs typeface="Lato"/>
                <a:sym typeface="Lato"/>
              </a:rPr>
              <a:t> | </a:t>
            </a:r>
            <a:r>
              <a:rPr lang="en" sz="1000" b="1" u="sng">
                <a:solidFill>
                  <a:schemeClr val="dk1"/>
                </a:solidFill>
                <a:latin typeface="Lato"/>
                <a:ea typeface="Lato"/>
                <a:cs typeface="Lato"/>
                <a:sym typeface="Lato"/>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a:t>
            </a:r>
            <a:r>
              <a:rPr lang="en" sz="1000" b="1" u="sng">
                <a:solidFill>
                  <a:schemeClr val="dk1"/>
                </a:solidFill>
                <a:latin typeface="Lato"/>
                <a:ea typeface="Lato"/>
                <a:cs typeface="Lato"/>
                <a:sym typeface="Lato"/>
              </a:rPr>
              <a:t>s</a:t>
            </a:r>
            <a:endParaRPr sz="1000" b="1" u="sng">
              <a:solidFill>
                <a:schemeClr val="dk1"/>
              </a:solidFill>
              <a:latin typeface="Lato"/>
              <a:ea typeface="Lato"/>
              <a:cs typeface="Lato"/>
              <a:sym typeface="Lato"/>
            </a:endParaRPr>
          </a:p>
        </p:txBody>
      </p:sp>
      <p:sp>
        <p:nvSpPr>
          <p:cNvPr id="903" name="Google Shape;903;p29"/>
          <p:cNvSpPr txBox="1"/>
          <p:nvPr/>
        </p:nvSpPr>
        <p:spPr>
          <a:xfrm>
            <a:off x="3752733" y="4133675"/>
            <a:ext cx="3756300" cy="461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800">
                <a:solidFill>
                  <a:schemeClr val="dk1"/>
                </a:solidFill>
                <a:latin typeface="Lato"/>
                <a:ea typeface="Lato"/>
                <a:cs typeface="Lato"/>
                <a:sym typeface="Lato"/>
              </a:rPr>
              <a:t>You can visit our sister projects:</a:t>
            </a:r>
            <a:br>
              <a:rPr lang="en" sz="800">
                <a:solidFill>
                  <a:schemeClr val="dk1"/>
                </a:solidFill>
                <a:latin typeface="Lato"/>
                <a:ea typeface="Lato"/>
                <a:cs typeface="Lato"/>
                <a:sym typeface="Lato"/>
              </a:rPr>
            </a:br>
            <a:r>
              <a:rPr lang="en" sz="1000" b="1" u="sng">
                <a:solidFill>
                  <a:schemeClr val="dk1"/>
                </a:solidFill>
                <a:latin typeface="Lato"/>
                <a:ea typeface="Lato"/>
                <a:cs typeface="Lato"/>
                <a:sym typeface="Lato"/>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b="1">
                <a:solidFill>
                  <a:schemeClr val="dk1"/>
                </a:solidFill>
                <a:latin typeface="Lato"/>
                <a:ea typeface="Lato"/>
                <a:cs typeface="Lato"/>
                <a:sym typeface="Lato"/>
              </a:rPr>
              <a:t> | </a:t>
            </a:r>
            <a:r>
              <a:rPr lang="en" sz="1000" b="1" u="sng">
                <a:solidFill>
                  <a:schemeClr val="dk1"/>
                </a:solidFill>
                <a:latin typeface="Lato"/>
                <a:ea typeface="Lato"/>
                <a:cs typeface="Lato"/>
                <a:sym typeface="Lato"/>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b="1">
                <a:solidFill>
                  <a:schemeClr val="dk1"/>
                </a:solidFill>
                <a:latin typeface="Lato"/>
                <a:ea typeface="Lato"/>
                <a:cs typeface="Lato"/>
                <a:sym typeface="Lato"/>
              </a:rPr>
              <a:t> | </a:t>
            </a:r>
            <a:r>
              <a:rPr lang="en" sz="1000" b="1" u="sng">
                <a:solidFill>
                  <a:schemeClr val="dk1"/>
                </a:solidFill>
                <a:latin typeface="Lato"/>
                <a:ea typeface="Lato"/>
                <a:cs typeface="Lato"/>
                <a:sym typeface="Lato"/>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b="1">
                <a:solidFill>
                  <a:schemeClr val="dk1"/>
                </a:solidFill>
                <a:latin typeface="Lato"/>
                <a:ea typeface="Lato"/>
                <a:cs typeface="Lato"/>
                <a:sym typeface="Lato"/>
              </a:rPr>
              <a:t> | </a:t>
            </a:r>
            <a:r>
              <a:rPr lang="en" sz="1000" b="1" u="sng">
                <a:solidFill>
                  <a:schemeClr val="dk1"/>
                </a:solidFill>
                <a:latin typeface="Lato"/>
                <a:ea typeface="Lato"/>
                <a:cs typeface="Lato"/>
                <a:sym typeface="Lato"/>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a:t>
            </a:r>
            <a:r>
              <a:rPr lang="en" sz="1000" b="1">
                <a:solidFill>
                  <a:schemeClr val="dk1"/>
                </a:solidFill>
                <a:uFill>
                  <a:noFill/>
                </a:uFill>
                <a:latin typeface="Lato"/>
                <a:ea typeface="Lato"/>
                <a:cs typeface="Lato"/>
                <a:sym typeface="Lato"/>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 </a:t>
            </a:r>
            <a:r>
              <a:rPr lang="en" sz="1000" b="1">
                <a:solidFill>
                  <a:schemeClr val="dk1"/>
                </a:solidFill>
                <a:latin typeface="Lato"/>
                <a:ea typeface="Lato"/>
                <a:cs typeface="Lato"/>
                <a:sym typeface="Lato"/>
              </a:rPr>
              <a:t>| </a:t>
            </a:r>
            <a:r>
              <a:rPr lang="en" sz="1000" b="1" u="sng">
                <a:solidFill>
                  <a:schemeClr val="dk1"/>
                </a:solidFill>
                <a:latin typeface="Lato"/>
                <a:ea typeface="Lato"/>
                <a:cs typeface="Lato"/>
                <a:sym typeface="Lato"/>
                <a:hlinkClick r:id="rId1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VIDEVO</a:t>
            </a:r>
            <a:endParaRPr sz="1000" b="1" u="sng">
              <a:solidFill>
                <a:schemeClr val="dk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b="0"/>
          </a:p>
        </p:txBody>
      </p:sp>
      <p:sp>
        <p:nvSpPr>
          <p:cNvPr id="909" name="Google Shape;909;p30"/>
          <p:cNvSpPr txBox="1">
            <a:spLocks noGrp="1"/>
          </p:cNvSpPr>
          <p:nvPr>
            <p:ph type="subTitle" idx="1"/>
          </p:nvPr>
        </p:nvSpPr>
        <p:spPr>
          <a:xfrm>
            <a:off x="1989375" y="2091675"/>
            <a:ext cx="246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910" name="Google Shape;910;p30"/>
          <p:cNvSpPr txBox="1">
            <a:spLocks noGrp="1"/>
          </p:cNvSpPr>
          <p:nvPr>
            <p:ph type="subTitle" idx="2"/>
          </p:nvPr>
        </p:nvSpPr>
        <p:spPr>
          <a:xfrm>
            <a:off x="5672550" y="2091675"/>
            <a:ext cx="246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911" name="Google Shape;911;p30"/>
          <p:cNvSpPr txBox="1">
            <a:spLocks noGrp="1"/>
          </p:cNvSpPr>
          <p:nvPr>
            <p:ph type="subTitle" idx="3"/>
          </p:nvPr>
        </p:nvSpPr>
        <p:spPr>
          <a:xfrm>
            <a:off x="1989375" y="3564600"/>
            <a:ext cx="246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912" name="Google Shape;912;p30"/>
          <p:cNvSpPr txBox="1">
            <a:spLocks noGrp="1"/>
          </p:cNvSpPr>
          <p:nvPr>
            <p:ph type="subTitle" idx="4"/>
          </p:nvPr>
        </p:nvSpPr>
        <p:spPr>
          <a:xfrm>
            <a:off x="5672551" y="3564601"/>
            <a:ext cx="2466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913" name="Google Shape;913;p30"/>
          <p:cNvSpPr txBox="1">
            <a:spLocks noGrp="1"/>
          </p:cNvSpPr>
          <p:nvPr>
            <p:ph type="title" idx="5"/>
          </p:nvPr>
        </p:nvSpPr>
        <p:spPr>
          <a:xfrm>
            <a:off x="1006700" y="1790775"/>
            <a:ext cx="926400" cy="87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914" name="Google Shape;914;p30"/>
          <p:cNvSpPr txBox="1">
            <a:spLocks noGrp="1"/>
          </p:cNvSpPr>
          <p:nvPr>
            <p:ph type="title" idx="6"/>
          </p:nvPr>
        </p:nvSpPr>
        <p:spPr>
          <a:xfrm>
            <a:off x="1005450" y="3263675"/>
            <a:ext cx="926400" cy="87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915" name="Google Shape;915;p30"/>
          <p:cNvSpPr txBox="1">
            <a:spLocks noGrp="1"/>
          </p:cNvSpPr>
          <p:nvPr>
            <p:ph type="title" idx="7"/>
          </p:nvPr>
        </p:nvSpPr>
        <p:spPr>
          <a:xfrm>
            <a:off x="4688850" y="1789625"/>
            <a:ext cx="926400" cy="87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916" name="Google Shape;916;p30"/>
          <p:cNvSpPr txBox="1">
            <a:spLocks noGrp="1"/>
          </p:cNvSpPr>
          <p:nvPr>
            <p:ph type="title" idx="8"/>
          </p:nvPr>
        </p:nvSpPr>
        <p:spPr>
          <a:xfrm>
            <a:off x="4688850" y="3263678"/>
            <a:ext cx="926400" cy="87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917" name="Google Shape;917;p30"/>
          <p:cNvSpPr txBox="1">
            <a:spLocks noGrp="1"/>
          </p:cNvSpPr>
          <p:nvPr>
            <p:ph type="subTitle" idx="9"/>
          </p:nvPr>
        </p:nvSpPr>
        <p:spPr>
          <a:xfrm>
            <a:off x="1989275" y="1790700"/>
            <a:ext cx="2466000" cy="409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Name of the section</a:t>
            </a:r>
            <a:endParaRPr/>
          </a:p>
        </p:txBody>
      </p:sp>
      <p:sp>
        <p:nvSpPr>
          <p:cNvPr id="918" name="Google Shape;918;p30"/>
          <p:cNvSpPr txBox="1">
            <a:spLocks noGrp="1"/>
          </p:cNvSpPr>
          <p:nvPr>
            <p:ph type="subTitle" idx="13"/>
          </p:nvPr>
        </p:nvSpPr>
        <p:spPr>
          <a:xfrm>
            <a:off x="1989275" y="3263676"/>
            <a:ext cx="2466000" cy="409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Name of the section</a:t>
            </a:r>
            <a:endParaRPr/>
          </a:p>
        </p:txBody>
      </p:sp>
      <p:sp>
        <p:nvSpPr>
          <p:cNvPr id="919" name="Google Shape;919;p30"/>
          <p:cNvSpPr txBox="1">
            <a:spLocks noGrp="1"/>
          </p:cNvSpPr>
          <p:nvPr>
            <p:ph type="subTitle" idx="14"/>
          </p:nvPr>
        </p:nvSpPr>
        <p:spPr>
          <a:xfrm>
            <a:off x="5672550" y="1790700"/>
            <a:ext cx="2466000" cy="409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Name of the section</a:t>
            </a:r>
            <a:endParaRPr/>
          </a:p>
        </p:txBody>
      </p:sp>
      <p:sp>
        <p:nvSpPr>
          <p:cNvPr id="920" name="Google Shape;920;p30"/>
          <p:cNvSpPr txBox="1">
            <a:spLocks noGrp="1"/>
          </p:cNvSpPr>
          <p:nvPr>
            <p:ph type="subTitle" idx="15"/>
          </p:nvPr>
        </p:nvSpPr>
        <p:spPr>
          <a:xfrm>
            <a:off x="5672550" y="3263675"/>
            <a:ext cx="2466000" cy="409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Name of the section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31"/>
          <p:cNvSpPr txBox="1">
            <a:spLocks noGrp="1"/>
          </p:cNvSpPr>
          <p:nvPr>
            <p:ph type="subTitle" idx="1"/>
          </p:nvPr>
        </p:nvSpPr>
        <p:spPr>
          <a:xfrm>
            <a:off x="915325" y="1723000"/>
            <a:ext cx="3597000" cy="229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a:t>
            </a:r>
            <a:endParaRPr/>
          </a:p>
        </p:txBody>
      </p:sp>
      <p:sp>
        <p:nvSpPr>
          <p:cNvPr id="926" name="Google Shape;926;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Introduction</a:t>
            </a:r>
            <a:endParaRPr/>
          </a:p>
        </p:txBody>
      </p:sp>
      <p:sp>
        <p:nvSpPr>
          <p:cNvPr id="927" name="Google Shape;927;p31"/>
          <p:cNvSpPr txBox="1">
            <a:spLocks noGrp="1"/>
          </p:cNvSpPr>
          <p:nvPr>
            <p:ph type="subTitle" idx="2"/>
          </p:nvPr>
        </p:nvSpPr>
        <p:spPr>
          <a:xfrm>
            <a:off x="4631674" y="1723000"/>
            <a:ext cx="3597000" cy="229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Speaking of craters, many of them were named after artists or authors who made significant contributions to their respective fields. Mercury takes a little more than 58 days to complete its rotation, so try to imagine how long days must be there! Since the temperatures are so extreme, albeit not as extreme as on Venus, and the solar radiation is so high, Mercury has been deemed to be non-habitable for humans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p32"/>
          <p:cNvSpPr txBox="1">
            <a:spLocks noGrp="1"/>
          </p:cNvSpPr>
          <p:nvPr>
            <p:ph type="subTitle" idx="1"/>
          </p:nvPr>
        </p:nvSpPr>
        <p:spPr>
          <a:xfrm>
            <a:off x="1673100" y="3398187"/>
            <a:ext cx="5797800" cy="928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You can enter a subtitle here if you need it</a:t>
            </a:r>
            <a:endParaRPr/>
          </a:p>
        </p:txBody>
      </p:sp>
      <p:sp>
        <p:nvSpPr>
          <p:cNvPr id="933" name="Google Shape;933;p32"/>
          <p:cNvSpPr txBox="1">
            <a:spLocks noGrp="1"/>
          </p:cNvSpPr>
          <p:nvPr>
            <p:ph type="title"/>
          </p:nvPr>
        </p:nvSpPr>
        <p:spPr>
          <a:xfrm>
            <a:off x="719650" y="2556375"/>
            <a:ext cx="7704900" cy="84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Name of the section</a:t>
            </a:r>
            <a:endParaRPr/>
          </a:p>
        </p:txBody>
      </p:sp>
      <p:sp>
        <p:nvSpPr>
          <p:cNvPr id="934" name="Google Shape;934;p32"/>
          <p:cNvSpPr txBox="1">
            <a:spLocks noGrp="1"/>
          </p:cNvSpPr>
          <p:nvPr>
            <p:ph type="title" idx="2"/>
          </p:nvPr>
        </p:nvSpPr>
        <p:spPr>
          <a:xfrm>
            <a:off x="3856050" y="1271038"/>
            <a:ext cx="1431900" cy="1269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935" name="Google Shape;935;p32"/>
          <p:cNvGrpSpPr/>
          <p:nvPr/>
        </p:nvGrpSpPr>
        <p:grpSpPr>
          <a:xfrm>
            <a:off x="8158594" y="1691410"/>
            <a:ext cx="739148" cy="2357603"/>
            <a:chOff x="7549044" y="1870510"/>
            <a:chExt cx="739148" cy="2357603"/>
          </a:xfrm>
        </p:grpSpPr>
        <p:grpSp>
          <p:nvGrpSpPr>
            <p:cNvPr id="936" name="Google Shape;936;p32"/>
            <p:cNvGrpSpPr/>
            <p:nvPr/>
          </p:nvGrpSpPr>
          <p:grpSpPr>
            <a:xfrm rot="377521">
              <a:off x="7656635" y="1900569"/>
              <a:ext cx="591002" cy="772562"/>
              <a:chOff x="-379975" y="2335849"/>
              <a:chExt cx="1184119" cy="1547890"/>
            </a:xfrm>
          </p:grpSpPr>
          <p:sp>
            <p:nvSpPr>
              <p:cNvPr id="937" name="Google Shape;937;p32"/>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2"/>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2"/>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 name="Google Shape;940;p32"/>
            <p:cNvGrpSpPr/>
            <p:nvPr/>
          </p:nvGrpSpPr>
          <p:grpSpPr>
            <a:xfrm flipH="1">
              <a:off x="7549044" y="3872485"/>
              <a:ext cx="337491" cy="355629"/>
              <a:chOff x="4383025" y="835550"/>
              <a:chExt cx="424998" cy="447895"/>
            </a:xfrm>
          </p:grpSpPr>
          <p:sp>
            <p:nvSpPr>
              <p:cNvPr id="941" name="Google Shape;941;p32"/>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2"/>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2"/>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944" name="Google Shape;944;p32"/>
          <p:cNvGrpSpPr/>
          <p:nvPr/>
        </p:nvGrpSpPr>
        <p:grpSpPr>
          <a:xfrm>
            <a:off x="721130" y="146625"/>
            <a:ext cx="1807330" cy="1820817"/>
            <a:chOff x="563530" y="1156700"/>
            <a:chExt cx="1807330" cy="1820817"/>
          </a:xfrm>
        </p:grpSpPr>
        <p:grpSp>
          <p:nvGrpSpPr>
            <p:cNvPr id="945" name="Google Shape;945;p32"/>
            <p:cNvGrpSpPr/>
            <p:nvPr/>
          </p:nvGrpSpPr>
          <p:grpSpPr>
            <a:xfrm rot="2250739">
              <a:off x="683713" y="2182496"/>
              <a:ext cx="724383" cy="640714"/>
              <a:chOff x="1838100" y="3887875"/>
              <a:chExt cx="2333861" cy="2064292"/>
            </a:xfrm>
          </p:grpSpPr>
          <p:sp>
            <p:nvSpPr>
              <p:cNvPr id="946" name="Google Shape;946;p32"/>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2"/>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2"/>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9" name="Google Shape;949;p32"/>
            <p:cNvGrpSpPr/>
            <p:nvPr/>
          </p:nvGrpSpPr>
          <p:grpSpPr>
            <a:xfrm>
              <a:off x="1945863" y="1156700"/>
              <a:ext cx="424998" cy="447895"/>
              <a:chOff x="4383025" y="835550"/>
              <a:chExt cx="424998" cy="447895"/>
            </a:xfrm>
          </p:grpSpPr>
          <p:sp>
            <p:nvSpPr>
              <p:cNvPr id="950" name="Google Shape;950;p32"/>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2"/>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2"/>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pic>
        <p:nvPicPr>
          <p:cNvPr id="957" name="Google Shape;957;p33"/>
          <p:cNvPicPr preferRelativeResize="0">
            <a:picLocks noGrp="1"/>
          </p:cNvPicPr>
          <p:nvPr>
            <p:ph type="pic" idx="2"/>
          </p:nvPr>
        </p:nvPicPr>
        <p:blipFill rotWithShape="1">
          <a:blip r:embed="rId3">
            <a:alphaModFix/>
          </a:blip>
          <a:srcRect t="22354"/>
          <a:stretch/>
        </p:blipFill>
        <p:spPr>
          <a:xfrm>
            <a:off x="5582375" y="1197112"/>
            <a:ext cx="2848499" cy="3318001"/>
          </a:xfrm>
          <a:prstGeom prst="rect">
            <a:avLst/>
          </a:prstGeom>
        </p:spPr>
      </p:pic>
      <p:sp>
        <p:nvSpPr>
          <p:cNvPr id="958" name="Google Shape;958;p3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 slide title goes here!</a:t>
            </a:r>
            <a:endParaRPr/>
          </a:p>
        </p:txBody>
      </p:sp>
      <p:sp>
        <p:nvSpPr>
          <p:cNvPr id="959" name="Google Shape;959;p33"/>
          <p:cNvSpPr txBox="1">
            <a:spLocks noGrp="1"/>
          </p:cNvSpPr>
          <p:nvPr>
            <p:ph type="body" idx="1"/>
          </p:nvPr>
        </p:nvSpPr>
        <p:spPr>
          <a:xfrm>
            <a:off x="713225" y="1801229"/>
            <a:ext cx="4263600" cy="271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273D40"/>
              </a:buClr>
              <a:buSzPts val="600"/>
              <a:buFont typeface="Arial"/>
              <a:buNone/>
            </a:pPr>
            <a:r>
              <a:rPr lang="en">
                <a:solidFill>
                  <a:schemeClr val="dk1"/>
                </a:solidFill>
              </a:rPr>
              <a:t>Do you know what helps you make your point clear?</a:t>
            </a:r>
            <a:br>
              <a:rPr lang="en">
                <a:solidFill>
                  <a:schemeClr val="dk1"/>
                </a:solidFill>
              </a:rPr>
            </a:br>
            <a:r>
              <a:rPr lang="en">
                <a:solidFill>
                  <a:schemeClr val="dk1"/>
                </a:solidFill>
              </a:rPr>
              <a:t>Lists like this one:</a:t>
            </a:r>
            <a:endParaRPr>
              <a:solidFill>
                <a:schemeClr val="dk1"/>
              </a:solidFill>
            </a:endParaRPr>
          </a:p>
          <a:p>
            <a:pPr marL="241300" lvl="0" indent="-215900" algn="l" rtl="0">
              <a:spcBef>
                <a:spcPts val="1600"/>
              </a:spcBef>
              <a:spcAft>
                <a:spcPts val="0"/>
              </a:spcAft>
              <a:buSzPts val="1400"/>
              <a:buChar char="●"/>
            </a:pPr>
            <a:r>
              <a:rPr lang="en">
                <a:solidFill>
                  <a:schemeClr val="dk1"/>
                </a:solidFill>
              </a:rPr>
              <a:t>They’re simple </a:t>
            </a:r>
            <a:endParaRPr>
              <a:solidFill>
                <a:schemeClr val="dk1"/>
              </a:solidFill>
            </a:endParaRPr>
          </a:p>
          <a:p>
            <a:pPr marL="241300" lvl="0" indent="-215900" algn="l" rtl="0">
              <a:spcBef>
                <a:spcPts val="0"/>
              </a:spcBef>
              <a:spcAft>
                <a:spcPts val="0"/>
              </a:spcAft>
              <a:buSzPts val="1400"/>
              <a:buChar char="●"/>
            </a:pPr>
            <a:r>
              <a:rPr lang="en">
                <a:solidFill>
                  <a:schemeClr val="dk1"/>
                </a:solidFill>
              </a:rPr>
              <a:t>You can organize your ideas clearly</a:t>
            </a:r>
            <a:endParaRPr>
              <a:solidFill>
                <a:schemeClr val="dk1"/>
              </a:solidFill>
            </a:endParaRPr>
          </a:p>
          <a:p>
            <a:pPr marL="241300" lvl="0" indent="-215900" algn="l" rtl="0">
              <a:spcBef>
                <a:spcPts val="0"/>
              </a:spcBef>
              <a:spcAft>
                <a:spcPts val="0"/>
              </a:spcAft>
              <a:buSzPts val="1400"/>
              <a:buChar char="●"/>
            </a:pPr>
            <a:r>
              <a:rPr lang="en">
                <a:solidFill>
                  <a:schemeClr val="dk1"/>
                </a:solidFill>
              </a:rPr>
              <a:t>You’ll never forget to buy milk!</a:t>
            </a:r>
            <a:endParaRPr>
              <a:solidFill>
                <a:schemeClr val="dk1"/>
              </a:solidFill>
            </a:endParaRPr>
          </a:p>
          <a:p>
            <a:pPr marL="0" lvl="0" indent="0" algn="l" rtl="0">
              <a:spcBef>
                <a:spcPts val="1600"/>
              </a:spcBef>
              <a:spcAft>
                <a:spcPts val="0"/>
              </a:spcAft>
              <a:buNone/>
            </a:pPr>
            <a:r>
              <a:rPr lang="en"/>
              <a:t>You can replace the image. Just right-click on it and select “Replace image”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p34"/>
          <p:cNvSpPr txBox="1">
            <a:spLocks noGrp="1"/>
          </p:cNvSpPr>
          <p:nvPr>
            <p:ph type="subTitle" idx="1"/>
          </p:nvPr>
        </p:nvSpPr>
        <p:spPr>
          <a:xfrm>
            <a:off x="941625" y="1139025"/>
            <a:ext cx="7260600" cy="319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 Speaking of craters, many of them were named after artists or authors who made significant contributions to their respective fields. Mercury takes a little more than 58 days to complete its rotation, so try to imagine how long days must be there! </a:t>
            </a:r>
            <a:endParaRPr/>
          </a:p>
        </p:txBody>
      </p:sp>
      <p:sp>
        <p:nvSpPr>
          <p:cNvPr id="965" name="Google Shape;965;p34"/>
          <p:cNvSpPr txBox="1">
            <a:spLocks noGrp="1"/>
          </p:cNvSpPr>
          <p:nvPr>
            <p:ph type="title"/>
          </p:nvPr>
        </p:nvSpPr>
        <p:spPr>
          <a:xfrm>
            <a:off x="7151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Let’s have a look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p3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Two ideas</a:t>
            </a:r>
            <a:endParaRPr/>
          </a:p>
        </p:txBody>
      </p:sp>
      <p:sp>
        <p:nvSpPr>
          <p:cNvPr id="971" name="Google Shape;971;p35"/>
          <p:cNvSpPr txBox="1">
            <a:spLocks noGrp="1"/>
          </p:cNvSpPr>
          <p:nvPr>
            <p:ph type="subTitle" idx="3"/>
          </p:nvPr>
        </p:nvSpPr>
        <p:spPr>
          <a:xfrm>
            <a:off x="1245413" y="2752175"/>
            <a:ext cx="3070200" cy="102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Solar System. This planet’s name has nothing to do with the liquid metal</a:t>
            </a:r>
            <a:endParaRPr/>
          </a:p>
        </p:txBody>
      </p:sp>
      <p:sp>
        <p:nvSpPr>
          <p:cNvPr id="972" name="Google Shape;972;p35"/>
          <p:cNvSpPr txBox="1">
            <a:spLocks noGrp="1"/>
          </p:cNvSpPr>
          <p:nvPr>
            <p:ph type="subTitle" idx="4"/>
          </p:nvPr>
        </p:nvSpPr>
        <p:spPr>
          <a:xfrm>
            <a:off x="4828368" y="2752175"/>
            <a:ext cx="3070200" cy="102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 It’s hot and is the second-brightest natural object in the night sky</a:t>
            </a:r>
            <a:endParaRPr/>
          </a:p>
        </p:txBody>
      </p:sp>
      <p:sp>
        <p:nvSpPr>
          <p:cNvPr id="973" name="Google Shape;973;p35"/>
          <p:cNvSpPr txBox="1">
            <a:spLocks noGrp="1"/>
          </p:cNvSpPr>
          <p:nvPr>
            <p:ph type="subTitle" idx="1"/>
          </p:nvPr>
        </p:nvSpPr>
        <p:spPr>
          <a:xfrm>
            <a:off x="1245413" y="2386375"/>
            <a:ext cx="3070200" cy="42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974" name="Google Shape;974;p35"/>
          <p:cNvSpPr txBox="1">
            <a:spLocks noGrp="1"/>
          </p:cNvSpPr>
          <p:nvPr>
            <p:ph type="subTitle" idx="2"/>
          </p:nvPr>
        </p:nvSpPr>
        <p:spPr>
          <a:xfrm>
            <a:off x="4828374" y="2386375"/>
            <a:ext cx="3070200" cy="42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grpSp>
        <p:nvGrpSpPr>
          <p:cNvPr id="975" name="Google Shape;975;p35"/>
          <p:cNvGrpSpPr/>
          <p:nvPr/>
        </p:nvGrpSpPr>
        <p:grpSpPr>
          <a:xfrm>
            <a:off x="6186308" y="1929804"/>
            <a:ext cx="354341" cy="356205"/>
            <a:chOff x="-45673275" y="3937700"/>
            <a:chExt cx="299325" cy="300900"/>
          </a:xfrm>
        </p:grpSpPr>
        <p:sp>
          <p:nvSpPr>
            <p:cNvPr id="976" name="Google Shape;976;p35"/>
            <p:cNvSpPr/>
            <p:nvPr/>
          </p:nvSpPr>
          <p:spPr>
            <a:xfrm>
              <a:off x="-45673275" y="3937700"/>
              <a:ext cx="285925" cy="135500"/>
            </a:xfrm>
            <a:custGeom>
              <a:avLst/>
              <a:gdLst/>
              <a:ahLst/>
              <a:cxnLst/>
              <a:rect l="l" t="t" r="r" b="b"/>
              <a:pathLst>
                <a:path w="11437" h="5420" extrusionOk="0">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5"/>
            <p:cNvSpPr/>
            <p:nvPr/>
          </p:nvSpPr>
          <p:spPr>
            <a:xfrm>
              <a:off x="-45577975" y="3990475"/>
              <a:ext cx="151250" cy="150925"/>
            </a:xfrm>
            <a:custGeom>
              <a:avLst/>
              <a:gdLst/>
              <a:ahLst/>
              <a:cxnLst/>
              <a:rect l="l" t="t" r="r" b="b"/>
              <a:pathLst>
                <a:path w="6050" h="6037" extrusionOk="0">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5"/>
            <p:cNvSpPr/>
            <p:nvPr/>
          </p:nvSpPr>
          <p:spPr>
            <a:xfrm>
              <a:off x="-45509450" y="3951100"/>
              <a:ext cx="135500" cy="286725"/>
            </a:xfrm>
            <a:custGeom>
              <a:avLst/>
              <a:gdLst/>
              <a:ahLst/>
              <a:cxnLst/>
              <a:rect l="l" t="t" r="r" b="b"/>
              <a:pathLst>
                <a:path w="5420" h="11469" extrusionOk="0">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5"/>
            <p:cNvSpPr/>
            <p:nvPr/>
          </p:nvSpPr>
          <p:spPr>
            <a:xfrm>
              <a:off x="-45670925" y="4114125"/>
              <a:ext cx="72500" cy="70325"/>
            </a:xfrm>
            <a:custGeom>
              <a:avLst/>
              <a:gdLst/>
              <a:ahLst/>
              <a:cxnLst/>
              <a:rect l="l" t="t" r="r" b="b"/>
              <a:pathLst>
                <a:path w="2900" h="2813" extrusionOk="0">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5"/>
            <p:cNvSpPr/>
            <p:nvPr/>
          </p:nvSpPr>
          <p:spPr>
            <a:xfrm>
              <a:off x="-45620500" y="4163550"/>
              <a:ext cx="70900" cy="71125"/>
            </a:xfrm>
            <a:custGeom>
              <a:avLst/>
              <a:gdLst/>
              <a:ahLst/>
              <a:cxnLst/>
              <a:rect l="l" t="t" r="r" b="b"/>
              <a:pathLst>
                <a:path w="2836" h="2845" extrusionOk="0">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5"/>
            <p:cNvSpPr/>
            <p:nvPr/>
          </p:nvSpPr>
          <p:spPr>
            <a:xfrm>
              <a:off x="-45673275" y="4159625"/>
              <a:ext cx="79575" cy="78975"/>
            </a:xfrm>
            <a:custGeom>
              <a:avLst/>
              <a:gdLst/>
              <a:ahLst/>
              <a:cxnLst/>
              <a:rect l="l" t="t" r="r" b="b"/>
              <a:pathLst>
                <a:path w="3183" h="3159" extrusionOk="0">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2" name="Google Shape;982;p35"/>
          <p:cNvGrpSpPr/>
          <p:nvPr/>
        </p:nvGrpSpPr>
        <p:grpSpPr>
          <a:xfrm>
            <a:off x="2600981" y="1930160"/>
            <a:ext cx="359106" cy="355525"/>
            <a:chOff x="-49031025" y="3920175"/>
            <a:chExt cx="303350" cy="300325"/>
          </a:xfrm>
        </p:grpSpPr>
        <p:sp>
          <p:nvSpPr>
            <p:cNvPr id="983" name="Google Shape;983;p35"/>
            <p:cNvSpPr/>
            <p:nvPr/>
          </p:nvSpPr>
          <p:spPr>
            <a:xfrm>
              <a:off x="-49031025" y="4131875"/>
              <a:ext cx="109600" cy="88625"/>
            </a:xfrm>
            <a:custGeom>
              <a:avLst/>
              <a:gdLst/>
              <a:ahLst/>
              <a:cxnLst/>
              <a:rect l="l" t="t" r="r" b="b"/>
              <a:pathLst>
                <a:path w="4384" h="3545" extrusionOk="0">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5"/>
            <p:cNvSpPr/>
            <p:nvPr/>
          </p:nvSpPr>
          <p:spPr>
            <a:xfrm>
              <a:off x="-48921450" y="3920175"/>
              <a:ext cx="79575" cy="130975"/>
            </a:xfrm>
            <a:custGeom>
              <a:avLst/>
              <a:gdLst/>
              <a:ahLst/>
              <a:cxnLst/>
              <a:rect l="l" t="t" r="r" b="b"/>
              <a:pathLst>
                <a:path w="3183" h="5239" extrusionOk="0">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5"/>
            <p:cNvSpPr/>
            <p:nvPr/>
          </p:nvSpPr>
          <p:spPr>
            <a:xfrm>
              <a:off x="-48842675" y="4008100"/>
              <a:ext cx="115000" cy="53300"/>
            </a:xfrm>
            <a:custGeom>
              <a:avLst/>
              <a:gdLst/>
              <a:ahLst/>
              <a:cxnLst/>
              <a:rect l="l" t="t" r="r" b="b"/>
              <a:pathLst>
                <a:path w="4600" h="2132" extrusionOk="0">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5"/>
            <p:cNvSpPr/>
            <p:nvPr/>
          </p:nvSpPr>
          <p:spPr>
            <a:xfrm>
              <a:off x="-48838750" y="4078700"/>
              <a:ext cx="51225" cy="66975"/>
            </a:xfrm>
            <a:custGeom>
              <a:avLst/>
              <a:gdLst/>
              <a:ahLst/>
              <a:cxnLst/>
              <a:rect l="l" t="t" r="r" b="b"/>
              <a:pathLst>
                <a:path w="2049" h="2679" extrusionOk="0">
                  <a:moveTo>
                    <a:pt x="1" y="0"/>
                  </a:moveTo>
                  <a:lnTo>
                    <a:pt x="1734" y="2678"/>
                  </a:lnTo>
                  <a:lnTo>
                    <a:pt x="204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5"/>
            <p:cNvSpPr/>
            <p:nvPr/>
          </p:nvSpPr>
          <p:spPr>
            <a:xfrm>
              <a:off x="-48975000" y="3920575"/>
              <a:ext cx="173300" cy="248725"/>
            </a:xfrm>
            <a:custGeom>
              <a:avLst/>
              <a:gdLst/>
              <a:ahLst/>
              <a:cxnLst/>
              <a:rect l="l" t="t" r="r" b="b"/>
              <a:pathLst>
                <a:path w="6932" h="9949" extrusionOk="0">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5"/>
            <p:cNvSpPr/>
            <p:nvPr/>
          </p:nvSpPr>
          <p:spPr>
            <a:xfrm>
              <a:off x="-48955300" y="4129900"/>
              <a:ext cx="151250" cy="89800"/>
            </a:xfrm>
            <a:custGeom>
              <a:avLst/>
              <a:gdLst/>
              <a:ahLst/>
              <a:cxnLst/>
              <a:rect l="l" t="t" r="r" b="b"/>
              <a:pathLst>
                <a:path w="6050" h="3592" extrusionOk="0">
                  <a:moveTo>
                    <a:pt x="0" y="0"/>
                  </a:moveTo>
                  <a:lnTo>
                    <a:pt x="2174" y="3592"/>
                  </a:lnTo>
                  <a:lnTo>
                    <a:pt x="5167" y="3592"/>
                  </a:lnTo>
                  <a:cubicBezTo>
                    <a:pt x="5293" y="3592"/>
                    <a:pt x="5419" y="3529"/>
                    <a:pt x="5482" y="3403"/>
                  </a:cubicBezTo>
                  <a:lnTo>
                    <a:pt x="6049" y="2268"/>
                  </a:lnTo>
                  <a:lnTo>
                    <a:pt x="0"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p36"/>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Three ideas</a:t>
            </a:r>
            <a:endParaRPr/>
          </a:p>
        </p:txBody>
      </p:sp>
      <p:sp>
        <p:nvSpPr>
          <p:cNvPr id="994" name="Google Shape;994;p36"/>
          <p:cNvSpPr txBox="1">
            <a:spLocks noGrp="1"/>
          </p:cNvSpPr>
          <p:nvPr>
            <p:ph type="subTitle" idx="1"/>
          </p:nvPr>
        </p:nvSpPr>
        <p:spPr>
          <a:xfrm>
            <a:off x="2670750" y="4031300"/>
            <a:ext cx="3802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Solar System</a:t>
            </a:r>
            <a:endParaRPr/>
          </a:p>
        </p:txBody>
      </p:sp>
      <p:sp>
        <p:nvSpPr>
          <p:cNvPr id="995" name="Google Shape;995;p36"/>
          <p:cNvSpPr txBox="1">
            <a:spLocks noGrp="1"/>
          </p:cNvSpPr>
          <p:nvPr>
            <p:ph type="subTitle" idx="2"/>
          </p:nvPr>
        </p:nvSpPr>
        <p:spPr>
          <a:xfrm>
            <a:off x="2670750" y="1739700"/>
            <a:ext cx="3802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996" name="Google Shape;996;p36"/>
          <p:cNvSpPr txBox="1">
            <a:spLocks noGrp="1"/>
          </p:cNvSpPr>
          <p:nvPr>
            <p:ph type="subTitle" idx="3"/>
          </p:nvPr>
        </p:nvSpPr>
        <p:spPr>
          <a:xfrm>
            <a:off x="2670750" y="2885500"/>
            <a:ext cx="3802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997" name="Google Shape;997;p36"/>
          <p:cNvSpPr txBox="1">
            <a:spLocks noGrp="1"/>
          </p:cNvSpPr>
          <p:nvPr>
            <p:ph type="subTitle" idx="4"/>
          </p:nvPr>
        </p:nvSpPr>
        <p:spPr>
          <a:xfrm>
            <a:off x="2670750" y="3678700"/>
            <a:ext cx="38025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Mercury</a:t>
            </a:r>
            <a:endParaRPr/>
          </a:p>
        </p:txBody>
      </p:sp>
      <p:sp>
        <p:nvSpPr>
          <p:cNvPr id="998" name="Google Shape;998;p36"/>
          <p:cNvSpPr txBox="1">
            <a:spLocks noGrp="1"/>
          </p:cNvSpPr>
          <p:nvPr>
            <p:ph type="subTitle" idx="5"/>
          </p:nvPr>
        </p:nvSpPr>
        <p:spPr>
          <a:xfrm>
            <a:off x="2670750" y="2532900"/>
            <a:ext cx="38025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Venus</a:t>
            </a:r>
            <a:endParaRPr/>
          </a:p>
        </p:txBody>
      </p:sp>
      <p:sp>
        <p:nvSpPr>
          <p:cNvPr id="999" name="Google Shape;999;p36"/>
          <p:cNvSpPr txBox="1">
            <a:spLocks noGrp="1"/>
          </p:cNvSpPr>
          <p:nvPr>
            <p:ph type="subTitle" idx="6"/>
          </p:nvPr>
        </p:nvSpPr>
        <p:spPr>
          <a:xfrm>
            <a:off x="2670750" y="1388025"/>
            <a:ext cx="3802500" cy="4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37"/>
          <p:cNvSpPr txBox="1">
            <a:spLocks noGrp="1"/>
          </p:cNvSpPr>
          <p:nvPr>
            <p:ph type="subTitle" idx="3"/>
          </p:nvPr>
        </p:nvSpPr>
        <p:spPr>
          <a:xfrm>
            <a:off x="813875" y="3948475"/>
            <a:ext cx="2381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 in the Solar System</a:t>
            </a:r>
            <a:endParaRPr/>
          </a:p>
        </p:txBody>
      </p:sp>
      <p:sp>
        <p:nvSpPr>
          <p:cNvPr id="1005" name="Google Shape;1005;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Six different ideas</a:t>
            </a:r>
            <a:endParaRPr/>
          </a:p>
        </p:txBody>
      </p:sp>
      <p:sp>
        <p:nvSpPr>
          <p:cNvPr id="1006" name="Google Shape;1006;p37"/>
          <p:cNvSpPr txBox="1">
            <a:spLocks noGrp="1"/>
          </p:cNvSpPr>
          <p:nvPr>
            <p:ph type="subTitle" idx="1"/>
          </p:nvPr>
        </p:nvSpPr>
        <p:spPr>
          <a:xfrm>
            <a:off x="813875" y="2343625"/>
            <a:ext cx="2381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smallest planet in the Solar System</a:t>
            </a:r>
            <a:endParaRPr/>
          </a:p>
        </p:txBody>
      </p:sp>
      <p:sp>
        <p:nvSpPr>
          <p:cNvPr id="1007" name="Google Shape;1007;p37"/>
          <p:cNvSpPr txBox="1">
            <a:spLocks noGrp="1"/>
          </p:cNvSpPr>
          <p:nvPr>
            <p:ph type="subTitle" idx="2"/>
          </p:nvPr>
        </p:nvSpPr>
        <p:spPr>
          <a:xfrm>
            <a:off x="3381445" y="2343625"/>
            <a:ext cx="2381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is the second planet from the Sun</a:t>
            </a:r>
            <a:endParaRPr/>
          </a:p>
        </p:txBody>
      </p:sp>
      <p:sp>
        <p:nvSpPr>
          <p:cNvPr id="1008" name="Google Shape;1008;p37"/>
          <p:cNvSpPr txBox="1">
            <a:spLocks noGrp="1"/>
          </p:cNvSpPr>
          <p:nvPr>
            <p:ph type="subTitle" idx="4"/>
          </p:nvPr>
        </p:nvSpPr>
        <p:spPr>
          <a:xfrm>
            <a:off x="3381445" y="3948475"/>
            <a:ext cx="2381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composed of hydrogen and helium</a:t>
            </a:r>
            <a:endParaRPr/>
          </a:p>
        </p:txBody>
      </p:sp>
      <p:sp>
        <p:nvSpPr>
          <p:cNvPr id="1009" name="Google Shape;1009;p37"/>
          <p:cNvSpPr txBox="1">
            <a:spLocks noGrp="1"/>
          </p:cNvSpPr>
          <p:nvPr>
            <p:ph type="subTitle" idx="5"/>
          </p:nvPr>
        </p:nvSpPr>
        <p:spPr>
          <a:xfrm>
            <a:off x="5949022" y="2343625"/>
            <a:ext cx="2381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actually a cold place</a:t>
            </a:r>
            <a:endParaRPr/>
          </a:p>
        </p:txBody>
      </p:sp>
      <p:sp>
        <p:nvSpPr>
          <p:cNvPr id="1010" name="Google Shape;1010;p37"/>
          <p:cNvSpPr txBox="1">
            <a:spLocks noGrp="1"/>
          </p:cNvSpPr>
          <p:nvPr>
            <p:ph type="subTitle" idx="6"/>
          </p:nvPr>
        </p:nvSpPr>
        <p:spPr>
          <a:xfrm>
            <a:off x="5949022" y="3948475"/>
            <a:ext cx="2381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Neptune is the farthest planet from the Sun</a:t>
            </a:r>
            <a:endParaRPr/>
          </a:p>
        </p:txBody>
      </p:sp>
      <p:sp>
        <p:nvSpPr>
          <p:cNvPr id="1011" name="Google Shape;1011;p37"/>
          <p:cNvSpPr txBox="1">
            <a:spLocks noGrp="1"/>
          </p:cNvSpPr>
          <p:nvPr>
            <p:ph type="subTitle" idx="7"/>
          </p:nvPr>
        </p:nvSpPr>
        <p:spPr>
          <a:xfrm>
            <a:off x="813879" y="1999400"/>
            <a:ext cx="2381100" cy="39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Mercury</a:t>
            </a:r>
            <a:endParaRPr/>
          </a:p>
        </p:txBody>
      </p:sp>
      <p:sp>
        <p:nvSpPr>
          <p:cNvPr id="1012" name="Google Shape;1012;p37"/>
          <p:cNvSpPr txBox="1">
            <a:spLocks noGrp="1"/>
          </p:cNvSpPr>
          <p:nvPr>
            <p:ph type="subTitle" idx="8"/>
          </p:nvPr>
        </p:nvSpPr>
        <p:spPr>
          <a:xfrm>
            <a:off x="3381447" y="1999400"/>
            <a:ext cx="2381100" cy="39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Venus</a:t>
            </a:r>
            <a:endParaRPr/>
          </a:p>
        </p:txBody>
      </p:sp>
      <p:sp>
        <p:nvSpPr>
          <p:cNvPr id="1013" name="Google Shape;1013;p37"/>
          <p:cNvSpPr txBox="1">
            <a:spLocks noGrp="1"/>
          </p:cNvSpPr>
          <p:nvPr>
            <p:ph type="subTitle" idx="9"/>
          </p:nvPr>
        </p:nvSpPr>
        <p:spPr>
          <a:xfrm>
            <a:off x="5949020" y="1999400"/>
            <a:ext cx="2381100" cy="39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Mars</a:t>
            </a:r>
            <a:endParaRPr/>
          </a:p>
        </p:txBody>
      </p:sp>
      <p:sp>
        <p:nvSpPr>
          <p:cNvPr id="1014" name="Google Shape;1014;p37"/>
          <p:cNvSpPr txBox="1">
            <a:spLocks noGrp="1"/>
          </p:cNvSpPr>
          <p:nvPr>
            <p:ph type="subTitle" idx="13"/>
          </p:nvPr>
        </p:nvSpPr>
        <p:spPr>
          <a:xfrm>
            <a:off x="813879" y="3604300"/>
            <a:ext cx="2381100" cy="39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Jupiter</a:t>
            </a:r>
            <a:endParaRPr/>
          </a:p>
        </p:txBody>
      </p:sp>
      <p:sp>
        <p:nvSpPr>
          <p:cNvPr id="1015" name="Google Shape;1015;p37"/>
          <p:cNvSpPr txBox="1">
            <a:spLocks noGrp="1"/>
          </p:cNvSpPr>
          <p:nvPr>
            <p:ph type="subTitle" idx="14"/>
          </p:nvPr>
        </p:nvSpPr>
        <p:spPr>
          <a:xfrm>
            <a:off x="3381453" y="3604300"/>
            <a:ext cx="2381100" cy="39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Saturn</a:t>
            </a:r>
            <a:endParaRPr/>
          </a:p>
        </p:txBody>
      </p:sp>
      <p:sp>
        <p:nvSpPr>
          <p:cNvPr id="1016" name="Google Shape;1016;p37"/>
          <p:cNvSpPr txBox="1">
            <a:spLocks noGrp="1"/>
          </p:cNvSpPr>
          <p:nvPr>
            <p:ph type="subTitle" idx="15"/>
          </p:nvPr>
        </p:nvSpPr>
        <p:spPr>
          <a:xfrm>
            <a:off x="5949025" y="3604300"/>
            <a:ext cx="2381100" cy="39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Neptune</a:t>
            </a:r>
            <a:endParaRPr/>
          </a:p>
        </p:txBody>
      </p:sp>
      <p:grpSp>
        <p:nvGrpSpPr>
          <p:cNvPr id="1017" name="Google Shape;1017;p37"/>
          <p:cNvGrpSpPr/>
          <p:nvPr/>
        </p:nvGrpSpPr>
        <p:grpSpPr>
          <a:xfrm>
            <a:off x="3522647" y="3123866"/>
            <a:ext cx="250847" cy="358070"/>
            <a:chOff x="-48216525" y="3936125"/>
            <a:chExt cx="211900" cy="302475"/>
          </a:xfrm>
        </p:grpSpPr>
        <p:sp>
          <p:nvSpPr>
            <p:cNvPr id="1018" name="Google Shape;1018;p37"/>
            <p:cNvSpPr/>
            <p:nvPr/>
          </p:nvSpPr>
          <p:spPr>
            <a:xfrm>
              <a:off x="-48207850" y="3955825"/>
              <a:ext cx="105550" cy="158325"/>
            </a:xfrm>
            <a:custGeom>
              <a:avLst/>
              <a:gdLst/>
              <a:ahLst/>
              <a:cxnLst/>
              <a:rect l="l" t="t" r="r" b="b"/>
              <a:pathLst>
                <a:path w="4222" h="6333" extrusionOk="0">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7"/>
            <p:cNvSpPr/>
            <p:nvPr/>
          </p:nvSpPr>
          <p:spPr>
            <a:xfrm>
              <a:off x="-48192100" y="4184225"/>
              <a:ext cx="163850" cy="54375"/>
            </a:xfrm>
            <a:custGeom>
              <a:avLst/>
              <a:gdLst/>
              <a:ahLst/>
              <a:cxnLst/>
              <a:rect l="l" t="t" r="r" b="b"/>
              <a:pathLst>
                <a:path w="6554" h="2175" extrusionOk="0">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7"/>
            <p:cNvSpPr/>
            <p:nvPr/>
          </p:nvSpPr>
          <p:spPr>
            <a:xfrm>
              <a:off x="-48216525" y="4131475"/>
              <a:ext cx="211900" cy="34675"/>
            </a:xfrm>
            <a:custGeom>
              <a:avLst/>
              <a:gdLst/>
              <a:ahLst/>
              <a:cxnLst/>
              <a:rect l="l" t="t" r="r" b="b"/>
              <a:pathLst>
                <a:path w="8476" h="1387" extrusionOk="0">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7"/>
            <p:cNvSpPr/>
            <p:nvPr/>
          </p:nvSpPr>
          <p:spPr>
            <a:xfrm>
              <a:off x="-48113350" y="3936125"/>
              <a:ext cx="98475" cy="178025"/>
            </a:xfrm>
            <a:custGeom>
              <a:avLst/>
              <a:gdLst/>
              <a:ahLst/>
              <a:cxnLst/>
              <a:rect l="l" t="t" r="r" b="b"/>
              <a:pathLst>
                <a:path w="3939" h="7121" extrusionOk="0">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2" name="Google Shape;1022;p37"/>
          <p:cNvGrpSpPr/>
          <p:nvPr/>
        </p:nvGrpSpPr>
        <p:grpSpPr>
          <a:xfrm>
            <a:off x="6063653" y="1531156"/>
            <a:ext cx="355258" cy="356205"/>
            <a:chOff x="-47892800" y="3937700"/>
            <a:chExt cx="300100" cy="300900"/>
          </a:xfrm>
        </p:grpSpPr>
        <p:sp>
          <p:nvSpPr>
            <p:cNvPr id="1023" name="Google Shape;1023;p37"/>
            <p:cNvSpPr/>
            <p:nvPr/>
          </p:nvSpPr>
          <p:spPr>
            <a:xfrm>
              <a:off x="-47858150" y="3937700"/>
              <a:ext cx="70900" cy="44150"/>
            </a:xfrm>
            <a:custGeom>
              <a:avLst/>
              <a:gdLst/>
              <a:ahLst/>
              <a:cxnLst/>
              <a:rect l="l" t="t" r="r" b="b"/>
              <a:pathLst>
                <a:path w="2836" h="1766" extrusionOk="0">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7"/>
            <p:cNvSpPr/>
            <p:nvPr/>
          </p:nvSpPr>
          <p:spPr>
            <a:xfrm>
              <a:off x="-47892800" y="3991275"/>
              <a:ext cx="141000" cy="105550"/>
            </a:xfrm>
            <a:custGeom>
              <a:avLst/>
              <a:gdLst/>
              <a:ahLst/>
              <a:cxnLst/>
              <a:rect l="l" t="t" r="r" b="b"/>
              <a:pathLst>
                <a:path w="5640" h="4222" extrusionOk="0">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7"/>
            <p:cNvSpPr/>
            <p:nvPr/>
          </p:nvSpPr>
          <p:spPr>
            <a:xfrm>
              <a:off x="-47773875" y="3956600"/>
              <a:ext cx="119750" cy="89025"/>
            </a:xfrm>
            <a:custGeom>
              <a:avLst/>
              <a:gdLst/>
              <a:ahLst/>
              <a:cxnLst/>
              <a:rect l="l" t="t" r="r" b="b"/>
              <a:pathLst>
                <a:path w="4790" h="3561" extrusionOk="0">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7"/>
            <p:cNvSpPr/>
            <p:nvPr/>
          </p:nvSpPr>
          <p:spPr>
            <a:xfrm>
              <a:off x="-47699050" y="4043250"/>
              <a:ext cx="71700" cy="70900"/>
            </a:xfrm>
            <a:custGeom>
              <a:avLst/>
              <a:gdLst/>
              <a:ahLst/>
              <a:cxnLst/>
              <a:rect l="l" t="t" r="r" b="b"/>
              <a:pathLst>
                <a:path w="2868" h="2836" extrusionOk="0">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7"/>
            <p:cNvSpPr/>
            <p:nvPr/>
          </p:nvSpPr>
          <p:spPr>
            <a:xfrm>
              <a:off x="-47770725" y="4124375"/>
              <a:ext cx="178025" cy="114225"/>
            </a:xfrm>
            <a:custGeom>
              <a:avLst/>
              <a:gdLst/>
              <a:ahLst/>
              <a:cxnLst/>
              <a:rect l="l" t="t" r="r" b="b"/>
              <a:pathLst>
                <a:path w="7121" h="4569" extrusionOk="0">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7"/>
            <p:cNvSpPr/>
            <p:nvPr/>
          </p:nvSpPr>
          <p:spPr>
            <a:xfrm>
              <a:off x="-47830575" y="41322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7"/>
            <p:cNvSpPr/>
            <p:nvPr/>
          </p:nvSpPr>
          <p:spPr>
            <a:xfrm>
              <a:off x="-47785675" y="4112375"/>
              <a:ext cx="37825" cy="36250"/>
            </a:xfrm>
            <a:custGeom>
              <a:avLst/>
              <a:gdLst/>
              <a:ahLst/>
              <a:cxnLst/>
              <a:rect l="l" t="t" r="r" b="b"/>
              <a:pathLst>
                <a:path w="1513" h="1450" extrusionOk="0">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7"/>
            <p:cNvSpPr/>
            <p:nvPr/>
          </p:nvSpPr>
          <p:spPr>
            <a:xfrm>
              <a:off x="-47892800" y="4112750"/>
              <a:ext cx="37825" cy="36250"/>
            </a:xfrm>
            <a:custGeom>
              <a:avLst/>
              <a:gdLst/>
              <a:ahLst/>
              <a:cxnLst/>
              <a:rect l="l" t="t" r="r" b="b"/>
              <a:pathLst>
                <a:path w="1513" h="1450" extrusionOk="0">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1" name="Google Shape;1031;p37"/>
          <p:cNvGrpSpPr/>
          <p:nvPr/>
        </p:nvGrpSpPr>
        <p:grpSpPr>
          <a:xfrm>
            <a:off x="928487" y="1531151"/>
            <a:ext cx="304000" cy="356205"/>
            <a:chOff x="-49375900" y="3550975"/>
            <a:chExt cx="256800" cy="300900"/>
          </a:xfrm>
        </p:grpSpPr>
        <p:sp>
          <p:nvSpPr>
            <p:cNvPr id="1032" name="Google Shape;1032;p37"/>
            <p:cNvSpPr/>
            <p:nvPr/>
          </p:nvSpPr>
          <p:spPr>
            <a:xfrm>
              <a:off x="-49231775" y="3638425"/>
              <a:ext cx="59100" cy="59075"/>
            </a:xfrm>
            <a:custGeom>
              <a:avLst/>
              <a:gdLst/>
              <a:ahLst/>
              <a:cxnLst/>
              <a:rect l="l" t="t" r="r" b="b"/>
              <a:pathLst>
                <a:path w="2364" h="2363" extrusionOk="0">
                  <a:moveTo>
                    <a:pt x="1" y="0"/>
                  </a:moveTo>
                  <a:lnTo>
                    <a:pt x="1513" y="2363"/>
                  </a:lnTo>
                  <a:lnTo>
                    <a:pt x="236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37"/>
            <p:cNvSpPr/>
            <p:nvPr/>
          </p:nvSpPr>
          <p:spPr>
            <a:xfrm>
              <a:off x="-49291625" y="3726625"/>
              <a:ext cx="87450" cy="123675"/>
            </a:xfrm>
            <a:custGeom>
              <a:avLst/>
              <a:gdLst/>
              <a:ahLst/>
              <a:cxnLst/>
              <a:rect l="l" t="t" r="r" b="b"/>
              <a:pathLst>
                <a:path w="3498" h="4947" extrusionOk="0">
                  <a:moveTo>
                    <a:pt x="1" y="1"/>
                  </a:moveTo>
                  <a:lnTo>
                    <a:pt x="1733" y="4947"/>
                  </a:lnTo>
                  <a:lnTo>
                    <a:pt x="349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37"/>
            <p:cNvSpPr/>
            <p:nvPr/>
          </p:nvSpPr>
          <p:spPr>
            <a:xfrm>
              <a:off x="-49288475" y="3647075"/>
              <a:ext cx="81150" cy="61450"/>
            </a:xfrm>
            <a:custGeom>
              <a:avLst/>
              <a:gdLst/>
              <a:ahLst/>
              <a:cxnLst/>
              <a:rect l="l" t="t" r="r" b="b"/>
              <a:pathLst>
                <a:path w="3246" h="2458" extrusionOk="0">
                  <a:moveTo>
                    <a:pt x="1607" y="1"/>
                  </a:moveTo>
                  <a:lnTo>
                    <a:pt x="1" y="2458"/>
                  </a:lnTo>
                  <a:lnTo>
                    <a:pt x="3246" y="2458"/>
                  </a:lnTo>
                  <a:lnTo>
                    <a:pt x="16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7"/>
            <p:cNvSpPr/>
            <p:nvPr/>
          </p:nvSpPr>
          <p:spPr>
            <a:xfrm>
              <a:off x="-49375900" y="3648650"/>
              <a:ext cx="59100" cy="59875"/>
            </a:xfrm>
            <a:custGeom>
              <a:avLst/>
              <a:gdLst/>
              <a:ahLst/>
              <a:cxnLst/>
              <a:rect l="l" t="t" r="r" b="b"/>
              <a:pathLst>
                <a:path w="2364" h="2395" extrusionOk="0">
                  <a:moveTo>
                    <a:pt x="1513" y="1"/>
                  </a:moveTo>
                  <a:lnTo>
                    <a:pt x="1" y="2395"/>
                  </a:lnTo>
                  <a:lnTo>
                    <a:pt x="2363" y="2395"/>
                  </a:lnTo>
                  <a:lnTo>
                    <a:pt x="15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7"/>
            <p:cNvSpPr/>
            <p:nvPr/>
          </p:nvSpPr>
          <p:spPr>
            <a:xfrm>
              <a:off x="-49229400" y="3726625"/>
              <a:ext cx="109500" cy="125250"/>
            </a:xfrm>
            <a:custGeom>
              <a:avLst/>
              <a:gdLst/>
              <a:ahLst/>
              <a:cxnLst/>
              <a:rect l="l" t="t" r="r" b="b"/>
              <a:pathLst>
                <a:path w="4380" h="5010" extrusionOk="0">
                  <a:moveTo>
                    <a:pt x="1765" y="1"/>
                  </a:moveTo>
                  <a:lnTo>
                    <a:pt x="0" y="5010"/>
                  </a:lnTo>
                  <a:lnTo>
                    <a:pt x="438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7"/>
            <p:cNvSpPr/>
            <p:nvPr/>
          </p:nvSpPr>
          <p:spPr>
            <a:xfrm>
              <a:off x="-49179000" y="3648650"/>
              <a:ext cx="59900" cy="59875"/>
            </a:xfrm>
            <a:custGeom>
              <a:avLst/>
              <a:gdLst/>
              <a:ahLst/>
              <a:cxnLst/>
              <a:rect l="l" t="t" r="r" b="b"/>
              <a:pathLst>
                <a:path w="2396" h="2395" extrusionOk="0">
                  <a:moveTo>
                    <a:pt x="851" y="1"/>
                  </a:moveTo>
                  <a:lnTo>
                    <a:pt x="1" y="2395"/>
                  </a:lnTo>
                  <a:lnTo>
                    <a:pt x="2395" y="2395"/>
                  </a:lnTo>
                  <a:lnTo>
                    <a:pt x="85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7"/>
            <p:cNvSpPr/>
            <p:nvPr/>
          </p:nvSpPr>
          <p:spPr>
            <a:xfrm>
              <a:off x="-49323125" y="3638425"/>
              <a:ext cx="59100" cy="59075"/>
            </a:xfrm>
            <a:custGeom>
              <a:avLst/>
              <a:gdLst/>
              <a:ahLst/>
              <a:cxnLst/>
              <a:rect l="l" t="t" r="r" b="b"/>
              <a:pathLst>
                <a:path w="2364" h="2363" extrusionOk="0">
                  <a:moveTo>
                    <a:pt x="0" y="0"/>
                  </a:moveTo>
                  <a:lnTo>
                    <a:pt x="819" y="2363"/>
                  </a:lnTo>
                  <a:lnTo>
                    <a:pt x="236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7"/>
            <p:cNvSpPr/>
            <p:nvPr/>
          </p:nvSpPr>
          <p:spPr>
            <a:xfrm>
              <a:off x="-49375100" y="3726625"/>
              <a:ext cx="108700" cy="125250"/>
            </a:xfrm>
            <a:custGeom>
              <a:avLst/>
              <a:gdLst/>
              <a:ahLst/>
              <a:cxnLst/>
              <a:rect l="l" t="t" r="r" b="b"/>
              <a:pathLst>
                <a:path w="4348" h="5010" extrusionOk="0">
                  <a:moveTo>
                    <a:pt x="0" y="1"/>
                  </a:moveTo>
                  <a:lnTo>
                    <a:pt x="4348" y="5010"/>
                  </a:lnTo>
                  <a:lnTo>
                    <a:pt x="258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7"/>
            <p:cNvSpPr/>
            <p:nvPr/>
          </p:nvSpPr>
          <p:spPr>
            <a:xfrm>
              <a:off x="-49256975" y="3550975"/>
              <a:ext cx="17350" cy="53600"/>
            </a:xfrm>
            <a:custGeom>
              <a:avLst/>
              <a:gdLst/>
              <a:ahLst/>
              <a:cxnLst/>
              <a:rect l="l" t="t" r="r" b="b"/>
              <a:pathLst>
                <a:path w="694" h="2144" extrusionOk="0">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7"/>
            <p:cNvSpPr/>
            <p:nvPr/>
          </p:nvSpPr>
          <p:spPr>
            <a:xfrm>
              <a:off x="-49323125" y="3575850"/>
              <a:ext cx="43350" cy="32650"/>
            </a:xfrm>
            <a:custGeom>
              <a:avLst/>
              <a:gdLst/>
              <a:ahLst/>
              <a:cxnLst/>
              <a:rect l="l" t="t" r="r" b="b"/>
              <a:pathLst>
                <a:path w="1734" h="1306" extrusionOk="0">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7"/>
            <p:cNvSpPr/>
            <p:nvPr/>
          </p:nvSpPr>
          <p:spPr>
            <a:xfrm>
              <a:off x="-49217575" y="3575525"/>
              <a:ext cx="44900" cy="32975"/>
            </a:xfrm>
            <a:custGeom>
              <a:avLst/>
              <a:gdLst/>
              <a:ahLst/>
              <a:cxnLst/>
              <a:rect l="l" t="t" r="r" b="b"/>
              <a:pathLst>
                <a:path w="1796" h="1319" extrusionOk="0">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3" name="Google Shape;1043;p37"/>
          <p:cNvSpPr/>
          <p:nvPr/>
        </p:nvSpPr>
        <p:spPr>
          <a:xfrm>
            <a:off x="907997" y="3161618"/>
            <a:ext cx="345027" cy="320295"/>
          </a:xfrm>
          <a:custGeom>
            <a:avLst/>
            <a:gdLst/>
            <a:ahLst/>
            <a:cxnLst/>
            <a:rect l="l" t="t" r="r" b="b"/>
            <a:pathLst>
              <a:path w="19601" h="18196" extrusionOk="0">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44" name="Google Shape;1044;p37"/>
          <p:cNvSpPr/>
          <p:nvPr/>
        </p:nvSpPr>
        <p:spPr>
          <a:xfrm>
            <a:off x="6043134" y="3172007"/>
            <a:ext cx="339253" cy="299542"/>
          </a:xfrm>
          <a:custGeom>
            <a:avLst/>
            <a:gdLst/>
            <a:ahLst/>
            <a:cxnLst/>
            <a:rect l="l" t="t" r="r" b="b"/>
            <a:pathLst>
              <a:path w="19273" h="17017" extrusionOk="0">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1045" name="Google Shape;1045;p37"/>
          <p:cNvGrpSpPr/>
          <p:nvPr/>
        </p:nvGrpSpPr>
        <p:grpSpPr>
          <a:xfrm>
            <a:off x="3478439" y="1539623"/>
            <a:ext cx="339253" cy="339253"/>
            <a:chOff x="5651375" y="3806450"/>
            <a:chExt cx="481825" cy="481825"/>
          </a:xfrm>
        </p:grpSpPr>
        <p:sp>
          <p:nvSpPr>
            <p:cNvPr id="1046" name="Google Shape;1046;p37"/>
            <p:cNvSpPr/>
            <p:nvPr/>
          </p:nvSpPr>
          <p:spPr>
            <a:xfrm>
              <a:off x="579342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47" name="Google Shape;1047;p37"/>
            <p:cNvSpPr/>
            <p:nvPr/>
          </p:nvSpPr>
          <p:spPr>
            <a:xfrm>
              <a:off x="5794475" y="4089725"/>
              <a:ext cx="195600" cy="84725"/>
            </a:xfrm>
            <a:custGeom>
              <a:avLst/>
              <a:gdLst/>
              <a:ahLst/>
              <a:cxnLst/>
              <a:rect l="l" t="t" r="r" b="b"/>
              <a:pathLst>
                <a:path w="7824" h="3389" extrusionOk="0">
                  <a:moveTo>
                    <a:pt x="1" y="1"/>
                  </a:moveTo>
                  <a:cubicBezTo>
                    <a:pt x="284" y="1943"/>
                    <a:pt x="1949" y="3385"/>
                    <a:pt x="3912" y="3388"/>
                  </a:cubicBezTo>
                  <a:cubicBezTo>
                    <a:pt x="5875" y="3385"/>
                    <a:pt x="7541" y="1943"/>
                    <a:pt x="78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48" name="Google Shape;1048;p37"/>
            <p:cNvSpPr/>
            <p:nvPr/>
          </p:nvSpPr>
          <p:spPr>
            <a:xfrm>
              <a:off x="565137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049" name="Google Shape;1049;p37"/>
            <p:cNvSpPr/>
            <p:nvPr/>
          </p:nvSpPr>
          <p:spPr>
            <a:xfrm>
              <a:off x="596280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p38"/>
          <p:cNvSpPr txBox="1">
            <a:spLocks noGrp="1"/>
          </p:cNvSpPr>
          <p:nvPr>
            <p:ph type="title"/>
          </p:nvPr>
        </p:nvSpPr>
        <p:spPr>
          <a:xfrm>
            <a:off x="1317900" y="1953600"/>
            <a:ext cx="6508200" cy="1236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Awesome words</a:t>
            </a:r>
            <a:endParaRPr/>
          </a:p>
        </p:txBody>
      </p:sp>
      <p:grpSp>
        <p:nvGrpSpPr>
          <p:cNvPr id="1055" name="Google Shape;1055;p38"/>
          <p:cNvGrpSpPr/>
          <p:nvPr/>
        </p:nvGrpSpPr>
        <p:grpSpPr>
          <a:xfrm>
            <a:off x="2164663" y="1055100"/>
            <a:ext cx="424998" cy="447895"/>
            <a:chOff x="4383025" y="835550"/>
            <a:chExt cx="424998" cy="447895"/>
          </a:xfrm>
        </p:grpSpPr>
        <p:sp>
          <p:nvSpPr>
            <p:cNvPr id="1056" name="Google Shape;1056;p38"/>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8"/>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8"/>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9" name="Google Shape;1059;p38"/>
          <p:cNvGrpSpPr/>
          <p:nvPr/>
        </p:nvGrpSpPr>
        <p:grpSpPr>
          <a:xfrm flipH="1">
            <a:off x="7219032" y="3836410"/>
            <a:ext cx="337491" cy="355629"/>
            <a:chOff x="4383025" y="835550"/>
            <a:chExt cx="424998" cy="447895"/>
          </a:xfrm>
        </p:grpSpPr>
        <p:sp>
          <p:nvSpPr>
            <p:cNvPr id="1060" name="Google Shape;1060;p38"/>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8"/>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8"/>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p40"/>
          <p:cNvSpPr txBox="1">
            <a:spLocks noGrp="1"/>
          </p:cNvSpPr>
          <p:nvPr>
            <p:ph type="title"/>
          </p:nvPr>
        </p:nvSpPr>
        <p:spPr>
          <a:xfrm>
            <a:off x="7151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Product demo</a:t>
            </a:r>
            <a:endParaRPr/>
          </a:p>
        </p:txBody>
      </p:sp>
      <p:sp>
        <p:nvSpPr>
          <p:cNvPr id="1092" name="Google Shape;1092;p40"/>
          <p:cNvSpPr txBox="1">
            <a:spLocks noGrp="1"/>
          </p:cNvSpPr>
          <p:nvPr>
            <p:ph type="subTitle" idx="1"/>
          </p:nvPr>
        </p:nvSpPr>
        <p:spPr>
          <a:xfrm>
            <a:off x="1342575" y="1139025"/>
            <a:ext cx="6458700" cy="988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grpSp>
        <p:nvGrpSpPr>
          <p:cNvPr id="1093" name="Google Shape;1093;p40"/>
          <p:cNvGrpSpPr/>
          <p:nvPr/>
        </p:nvGrpSpPr>
        <p:grpSpPr>
          <a:xfrm>
            <a:off x="2288924" y="2034406"/>
            <a:ext cx="4556353" cy="2555856"/>
            <a:chOff x="4729131" y="1936699"/>
            <a:chExt cx="3820200" cy="2142916"/>
          </a:xfrm>
        </p:grpSpPr>
        <p:sp>
          <p:nvSpPr>
            <p:cNvPr id="1094" name="Google Shape;1094;p40"/>
            <p:cNvSpPr/>
            <p:nvPr/>
          </p:nvSpPr>
          <p:spPr>
            <a:xfrm>
              <a:off x="4928413" y="1936699"/>
              <a:ext cx="3421500" cy="1990200"/>
            </a:xfrm>
            <a:prstGeom prst="round2SameRect">
              <a:avLst>
                <a:gd name="adj1" fmla="val 9051"/>
                <a:gd name="adj2" fmla="val 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0"/>
            <p:cNvSpPr/>
            <p:nvPr/>
          </p:nvSpPr>
          <p:spPr>
            <a:xfrm rot="10800000">
              <a:off x="4729131" y="3926915"/>
              <a:ext cx="3820200" cy="152700"/>
            </a:xfrm>
            <a:prstGeom prst="round2SameRect">
              <a:avLst>
                <a:gd name="adj1" fmla="val 50000"/>
                <a:gd name="adj2" fmla="val 0"/>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0"/>
            <p:cNvSpPr/>
            <p:nvPr/>
          </p:nvSpPr>
          <p:spPr>
            <a:xfrm>
              <a:off x="6606475" y="2008050"/>
              <a:ext cx="65400" cy="654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97" name="Google Shape;1097;p40"/>
          <p:cNvPicPr preferRelativeResize="0"/>
          <p:nvPr/>
        </p:nvPicPr>
        <p:blipFill rotWithShape="1">
          <a:blip r:embed="rId3">
            <a:alphaModFix/>
          </a:blip>
          <a:srcRect t="109" b="109"/>
          <a:stretch/>
        </p:blipFill>
        <p:spPr>
          <a:xfrm>
            <a:off x="2735444" y="2264834"/>
            <a:ext cx="3656400" cy="2055000"/>
          </a:xfrm>
          <a:prstGeom prst="round2SameRect">
            <a:avLst>
              <a:gd name="adj1" fmla="val 8541"/>
              <a:gd name="adj2" fmla="val 0"/>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grpSp>
        <p:nvGrpSpPr>
          <p:cNvPr id="1102" name="Google Shape;1102;p41"/>
          <p:cNvGrpSpPr/>
          <p:nvPr/>
        </p:nvGrpSpPr>
        <p:grpSpPr>
          <a:xfrm>
            <a:off x="3373994" y="1596264"/>
            <a:ext cx="5056777" cy="2693930"/>
            <a:chOff x="233350" y="949250"/>
            <a:chExt cx="7137300" cy="3802300"/>
          </a:xfrm>
        </p:grpSpPr>
        <p:sp>
          <p:nvSpPr>
            <p:cNvPr id="1103" name="Google Shape;1103;p41"/>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1"/>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1"/>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1"/>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1"/>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1"/>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1"/>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1"/>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1"/>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1"/>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1"/>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1"/>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1"/>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1"/>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1"/>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1"/>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1"/>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1"/>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1"/>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1"/>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1"/>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1"/>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1"/>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1"/>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1"/>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1"/>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1"/>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1"/>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1"/>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1"/>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1"/>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1"/>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1"/>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1"/>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1"/>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1"/>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1"/>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1"/>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1"/>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1"/>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1"/>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1"/>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1"/>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1"/>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1"/>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1"/>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1"/>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1"/>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1"/>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1"/>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1"/>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4" name="Google Shape;1154;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is a map</a:t>
            </a:r>
            <a:endParaRPr b="1"/>
          </a:p>
        </p:txBody>
      </p:sp>
      <p:sp>
        <p:nvSpPr>
          <p:cNvPr id="1155" name="Google Shape;1155;p41"/>
          <p:cNvSpPr txBox="1"/>
          <p:nvPr/>
        </p:nvSpPr>
        <p:spPr>
          <a:xfrm>
            <a:off x="854175" y="2169138"/>
            <a:ext cx="2005200" cy="572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Lato"/>
                <a:ea typeface="Lato"/>
                <a:cs typeface="Lato"/>
                <a:sym typeface="Lato"/>
              </a:rPr>
              <a:t>Mercury is the closest planet to the Sun</a:t>
            </a:r>
            <a:endParaRPr>
              <a:solidFill>
                <a:schemeClr val="dk1"/>
              </a:solidFill>
              <a:latin typeface="Lato"/>
              <a:ea typeface="Lato"/>
              <a:cs typeface="Lato"/>
              <a:sym typeface="Lato"/>
            </a:endParaRPr>
          </a:p>
        </p:txBody>
      </p:sp>
      <p:sp>
        <p:nvSpPr>
          <p:cNvPr id="1156" name="Google Shape;1156;p41"/>
          <p:cNvSpPr txBox="1"/>
          <p:nvPr/>
        </p:nvSpPr>
        <p:spPr>
          <a:xfrm>
            <a:off x="854175" y="1849487"/>
            <a:ext cx="2005200" cy="4311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800">
                <a:solidFill>
                  <a:schemeClr val="dk1"/>
                </a:solidFill>
                <a:latin typeface="Figtree SemiBold"/>
                <a:ea typeface="Figtree SemiBold"/>
                <a:cs typeface="Figtree SemiBold"/>
                <a:sym typeface="Figtree SemiBold"/>
              </a:rPr>
              <a:t>Mercury</a:t>
            </a:r>
            <a:endParaRPr sz="1800">
              <a:solidFill>
                <a:schemeClr val="dk1"/>
              </a:solidFill>
              <a:latin typeface="Figtree SemiBold"/>
              <a:ea typeface="Figtree SemiBold"/>
              <a:cs typeface="Figtree SemiBold"/>
              <a:sym typeface="Figtree SemiBold"/>
            </a:endParaRPr>
          </a:p>
        </p:txBody>
      </p:sp>
      <p:sp>
        <p:nvSpPr>
          <p:cNvPr id="1157" name="Google Shape;1157;p41"/>
          <p:cNvSpPr txBox="1"/>
          <p:nvPr/>
        </p:nvSpPr>
        <p:spPr>
          <a:xfrm>
            <a:off x="854175" y="3464263"/>
            <a:ext cx="2005200" cy="572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Lato"/>
                <a:ea typeface="Lato"/>
                <a:cs typeface="Lato"/>
                <a:sym typeface="Lato"/>
              </a:rPr>
              <a:t>Venus is the second planet from the Sun</a:t>
            </a:r>
            <a:endParaRPr>
              <a:solidFill>
                <a:schemeClr val="dk1"/>
              </a:solidFill>
              <a:latin typeface="Lato"/>
              <a:ea typeface="Lato"/>
              <a:cs typeface="Lato"/>
              <a:sym typeface="Lato"/>
            </a:endParaRPr>
          </a:p>
        </p:txBody>
      </p:sp>
      <p:sp>
        <p:nvSpPr>
          <p:cNvPr id="1158" name="Google Shape;1158;p41"/>
          <p:cNvSpPr txBox="1"/>
          <p:nvPr/>
        </p:nvSpPr>
        <p:spPr>
          <a:xfrm>
            <a:off x="854175" y="3144638"/>
            <a:ext cx="2005200" cy="431100"/>
          </a:xfrm>
          <a:prstGeom prst="rect">
            <a:avLst/>
          </a:prstGeom>
          <a:noFill/>
          <a:ln>
            <a:noFill/>
          </a:ln>
        </p:spPr>
        <p:txBody>
          <a:bodyPr spcFirstLastPara="1" wrap="square" lIns="91425" tIns="91425" rIns="91425" bIns="91425" anchor="b" anchorCtr="0">
            <a:noAutofit/>
          </a:bodyPr>
          <a:lstStyle/>
          <a:p>
            <a:pPr marL="0" lvl="0" indent="0" algn="r" rtl="0">
              <a:spcBef>
                <a:spcPts val="0"/>
              </a:spcBef>
              <a:spcAft>
                <a:spcPts val="0"/>
              </a:spcAft>
              <a:buNone/>
            </a:pPr>
            <a:r>
              <a:rPr lang="en" sz="1800">
                <a:solidFill>
                  <a:schemeClr val="dk1"/>
                </a:solidFill>
                <a:latin typeface="Figtree SemiBold"/>
                <a:ea typeface="Figtree SemiBold"/>
                <a:cs typeface="Figtree SemiBold"/>
                <a:sym typeface="Figtree SemiBold"/>
              </a:rPr>
              <a:t>Venus</a:t>
            </a:r>
            <a:endParaRPr sz="1800">
              <a:solidFill>
                <a:schemeClr val="dk1"/>
              </a:solidFill>
              <a:latin typeface="Figtree SemiBold"/>
              <a:ea typeface="Figtree SemiBold"/>
              <a:cs typeface="Figtree SemiBold"/>
              <a:sym typeface="Figtree SemiBold"/>
            </a:endParaRPr>
          </a:p>
        </p:txBody>
      </p:sp>
      <p:cxnSp>
        <p:nvCxnSpPr>
          <p:cNvPr id="1159" name="Google Shape;1159;p41"/>
          <p:cNvCxnSpPr>
            <a:stCxn id="1160" idx="0"/>
            <a:endCxn id="1161" idx="6"/>
          </p:cNvCxnSpPr>
          <p:nvPr/>
        </p:nvCxnSpPr>
        <p:spPr>
          <a:xfrm rot="5400000" flipH="1">
            <a:off x="3461429" y="1832650"/>
            <a:ext cx="292200" cy="757200"/>
          </a:xfrm>
          <a:prstGeom prst="bentConnector2">
            <a:avLst/>
          </a:prstGeom>
          <a:noFill/>
          <a:ln w="9525" cap="flat" cmpd="sng">
            <a:solidFill>
              <a:schemeClr val="dk1"/>
            </a:solidFill>
            <a:prstDash val="solid"/>
            <a:round/>
            <a:headEnd type="oval" w="med" len="med"/>
            <a:tailEnd type="none" w="med" len="med"/>
          </a:ln>
        </p:spPr>
      </p:cxnSp>
      <p:cxnSp>
        <p:nvCxnSpPr>
          <p:cNvPr id="1162" name="Google Shape;1162;p41"/>
          <p:cNvCxnSpPr>
            <a:stCxn id="1163" idx="0"/>
            <a:endCxn id="1164" idx="6"/>
          </p:cNvCxnSpPr>
          <p:nvPr/>
        </p:nvCxnSpPr>
        <p:spPr>
          <a:xfrm rot="5400000" flipH="1">
            <a:off x="3826579" y="2762675"/>
            <a:ext cx="292200" cy="1487400"/>
          </a:xfrm>
          <a:prstGeom prst="bentConnector2">
            <a:avLst/>
          </a:prstGeom>
          <a:noFill/>
          <a:ln w="9525" cap="flat" cmpd="sng">
            <a:solidFill>
              <a:schemeClr val="dk1"/>
            </a:solidFill>
            <a:prstDash val="solid"/>
            <a:round/>
            <a:headEnd type="oval" w="med" len="med"/>
            <a:tailEnd type="none" w="med" len="med"/>
          </a:ln>
        </p:spPr>
      </p:cxnSp>
      <p:sp>
        <p:nvSpPr>
          <p:cNvPr id="1163" name="Google Shape;1163;p41"/>
          <p:cNvSpPr/>
          <p:nvPr/>
        </p:nvSpPr>
        <p:spPr>
          <a:xfrm>
            <a:off x="4634029" y="3652475"/>
            <a:ext cx="164700" cy="164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1"/>
          <p:cNvSpPr/>
          <p:nvPr/>
        </p:nvSpPr>
        <p:spPr>
          <a:xfrm>
            <a:off x="3903779" y="2357350"/>
            <a:ext cx="164700" cy="164700"/>
          </a:xfrm>
          <a:prstGeom prst="ellipse">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1"/>
          <p:cNvSpPr/>
          <p:nvPr/>
        </p:nvSpPr>
        <p:spPr>
          <a:xfrm>
            <a:off x="2937700" y="1919390"/>
            <a:ext cx="291300" cy="2913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64" name="Google Shape;1164;p41"/>
          <p:cNvSpPr/>
          <p:nvPr/>
        </p:nvSpPr>
        <p:spPr>
          <a:xfrm>
            <a:off x="2937700" y="3214540"/>
            <a:ext cx="291300" cy="2913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68"/>
        <p:cNvGrpSpPr/>
        <p:nvPr/>
      </p:nvGrpSpPr>
      <p:grpSpPr>
        <a:xfrm>
          <a:off x="0" y="0"/>
          <a:ext cx="0" cy="0"/>
          <a:chOff x="0" y="0"/>
          <a:chExt cx="0" cy="0"/>
        </a:xfrm>
      </p:grpSpPr>
      <p:sp>
        <p:nvSpPr>
          <p:cNvPr id="1169" name="Google Shape;1169;p42"/>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Our history</a:t>
            </a:r>
            <a:endParaRPr/>
          </a:p>
        </p:txBody>
      </p:sp>
      <p:sp>
        <p:nvSpPr>
          <p:cNvPr id="1170" name="Google Shape;1170;p42"/>
          <p:cNvSpPr/>
          <p:nvPr/>
        </p:nvSpPr>
        <p:spPr>
          <a:xfrm>
            <a:off x="1185148" y="1983250"/>
            <a:ext cx="875700" cy="860400"/>
          </a:xfrm>
          <a:prstGeom prst="rect">
            <a:avLst/>
          </a:prstGeom>
          <a:solidFill>
            <a:schemeClr val="accent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Figtree Black"/>
                <a:ea typeface="Figtree Black"/>
                <a:cs typeface="Figtree Black"/>
                <a:sym typeface="Figtree Black"/>
              </a:rPr>
              <a:t>20XX</a:t>
            </a:r>
            <a:endParaRPr sz="1800">
              <a:solidFill>
                <a:schemeClr val="dk1"/>
              </a:solidFill>
              <a:latin typeface="Figtree Black"/>
              <a:ea typeface="Figtree Black"/>
              <a:cs typeface="Figtree Black"/>
              <a:sym typeface="Figtree Black"/>
            </a:endParaRPr>
          </a:p>
        </p:txBody>
      </p:sp>
      <p:sp>
        <p:nvSpPr>
          <p:cNvPr id="1171" name="Google Shape;1171;p42"/>
          <p:cNvSpPr/>
          <p:nvPr/>
        </p:nvSpPr>
        <p:spPr>
          <a:xfrm>
            <a:off x="3151156" y="1983250"/>
            <a:ext cx="875700" cy="8604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Figtree Black"/>
                <a:ea typeface="Figtree Black"/>
                <a:cs typeface="Figtree Black"/>
                <a:sym typeface="Figtree Black"/>
              </a:rPr>
              <a:t>20XX</a:t>
            </a:r>
            <a:endParaRPr sz="1800">
              <a:solidFill>
                <a:schemeClr val="dk1"/>
              </a:solidFill>
              <a:latin typeface="Figtree Black"/>
              <a:ea typeface="Figtree Black"/>
              <a:cs typeface="Figtree Black"/>
              <a:sym typeface="Figtree Black"/>
            </a:endParaRPr>
          </a:p>
        </p:txBody>
      </p:sp>
      <p:sp>
        <p:nvSpPr>
          <p:cNvPr id="1172" name="Google Shape;1172;p42"/>
          <p:cNvSpPr/>
          <p:nvPr/>
        </p:nvSpPr>
        <p:spPr>
          <a:xfrm>
            <a:off x="5117164" y="1983250"/>
            <a:ext cx="875700" cy="8604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Figtree Black"/>
                <a:ea typeface="Figtree Black"/>
                <a:cs typeface="Figtree Black"/>
                <a:sym typeface="Figtree Black"/>
              </a:rPr>
              <a:t>20XX</a:t>
            </a:r>
            <a:endParaRPr sz="1800">
              <a:solidFill>
                <a:schemeClr val="dk1"/>
              </a:solidFill>
              <a:latin typeface="Figtree Black"/>
              <a:ea typeface="Figtree Black"/>
              <a:cs typeface="Figtree Black"/>
              <a:sym typeface="Figtree Black"/>
            </a:endParaRPr>
          </a:p>
        </p:txBody>
      </p:sp>
      <p:sp>
        <p:nvSpPr>
          <p:cNvPr id="1173" name="Google Shape;1173;p42"/>
          <p:cNvSpPr/>
          <p:nvPr/>
        </p:nvSpPr>
        <p:spPr>
          <a:xfrm>
            <a:off x="7083171" y="1983250"/>
            <a:ext cx="875700" cy="8604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a:solidFill>
                  <a:schemeClr val="dk1"/>
                </a:solidFill>
                <a:latin typeface="Figtree Black"/>
                <a:ea typeface="Figtree Black"/>
                <a:cs typeface="Figtree Black"/>
                <a:sym typeface="Figtree Black"/>
              </a:rPr>
              <a:t>20XX</a:t>
            </a:r>
            <a:endParaRPr sz="1800">
              <a:solidFill>
                <a:schemeClr val="dk1"/>
              </a:solidFill>
              <a:latin typeface="Figtree Black"/>
              <a:ea typeface="Figtree Black"/>
              <a:cs typeface="Figtree Black"/>
              <a:sym typeface="Figtree Black"/>
            </a:endParaRPr>
          </a:p>
        </p:txBody>
      </p:sp>
      <p:cxnSp>
        <p:nvCxnSpPr>
          <p:cNvPr id="1174" name="Google Shape;1174;p42"/>
          <p:cNvCxnSpPr>
            <a:stCxn id="1170" idx="3"/>
            <a:endCxn id="1171" idx="1"/>
          </p:cNvCxnSpPr>
          <p:nvPr/>
        </p:nvCxnSpPr>
        <p:spPr>
          <a:xfrm>
            <a:off x="2060848" y="2413450"/>
            <a:ext cx="1090200" cy="0"/>
          </a:xfrm>
          <a:prstGeom prst="straightConnector1">
            <a:avLst/>
          </a:prstGeom>
          <a:noFill/>
          <a:ln w="9525" cap="flat" cmpd="sng">
            <a:solidFill>
              <a:schemeClr val="dk1"/>
            </a:solidFill>
            <a:prstDash val="solid"/>
            <a:round/>
            <a:headEnd type="none" w="med" len="med"/>
            <a:tailEnd type="none" w="med" len="med"/>
          </a:ln>
        </p:spPr>
      </p:cxnSp>
      <p:cxnSp>
        <p:nvCxnSpPr>
          <p:cNvPr id="1175" name="Google Shape;1175;p42"/>
          <p:cNvCxnSpPr>
            <a:stCxn id="1171" idx="3"/>
            <a:endCxn id="1172" idx="1"/>
          </p:cNvCxnSpPr>
          <p:nvPr/>
        </p:nvCxnSpPr>
        <p:spPr>
          <a:xfrm>
            <a:off x="4026856" y="2413450"/>
            <a:ext cx="1090200" cy="0"/>
          </a:xfrm>
          <a:prstGeom prst="straightConnector1">
            <a:avLst/>
          </a:prstGeom>
          <a:noFill/>
          <a:ln w="9525" cap="flat" cmpd="sng">
            <a:solidFill>
              <a:schemeClr val="dk1"/>
            </a:solidFill>
            <a:prstDash val="solid"/>
            <a:round/>
            <a:headEnd type="none" w="med" len="med"/>
            <a:tailEnd type="none" w="med" len="med"/>
          </a:ln>
        </p:spPr>
      </p:cxnSp>
      <p:cxnSp>
        <p:nvCxnSpPr>
          <p:cNvPr id="1176" name="Google Shape;1176;p42"/>
          <p:cNvCxnSpPr>
            <a:stCxn id="1172" idx="3"/>
            <a:endCxn id="1173" idx="1"/>
          </p:cNvCxnSpPr>
          <p:nvPr/>
        </p:nvCxnSpPr>
        <p:spPr>
          <a:xfrm>
            <a:off x="5992864" y="2413450"/>
            <a:ext cx="1090200" cy="0"/>
          </a:xfrm>
          <a:prstGeom prst="straightConnector1">
            <a:avLst/>
          </a:prstGeom>
          <a:noFill/>
          <a:ln w="9525" cap="flat" cmpd="sng">
            <a:solidFill>
              <a:schemeClr val="dk1"/>
            </a:solidFill>
            <a:prstDash val="solid"/>
            <a:round/>
            <a:headEnd type="none" w="med" len="med"/>
            <a:tailEnd type="none" w="med" len="med"/>
          </a:ln>
        </p:spPr>
      </p:cxnSp>
      <p:sp>
        <p:nvSpPr>
          <p:cNvPr id="1177" name="Google Shape;1177;p42"/>
          <p:cNvSpPr txBox="1"/>
          <p:nvPr/>
        </p:nvSpPr>
        <p:spPr>
          <a:xfrm>
            <a:off x="713240" y="3319825"/>
            <a:ext cx="1819500" cy="425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a:solidFill>
                  <a:schemeClr val="dk1"/>
                </a:solidFill>
                <a:latin typeface="Figtree SemiBold"/>
                <a:ea typeface="Figtree SemiBold"/>
                <a:cs typeface="Figtree SemiBold"/>
                <a:sym typeface="Figtree SemiBold"/>
              </a:rPr>
              <a:t>Venus</a:t>
            </a:r>
            <a:endParaRPr sz="1800">
              <a:solidFill>
                <a:schemeClr val="dk1"/>
              </a:solidFill>
              <a:latin typeface="Figtree SemiBold"/>
              <a:ea typeface="Figtree SemiBold"/>
              <a:cs typeface="Figtree SemiBold"/>
              <a:sym typeface="Figtree SemiBold"/>
            </a:endParaRPr>
          </a:p>
        </p:txBody>
      </p:sp>
      <p:sp>
        <p:nvSpPr>
          <p:cNvPr id="1178" name="Google Shape;1178;p42"/>
          <p:cNvSpPr txBox="1"/>
          <p:nvPr/>
        </p:nvSpPr>
        <p:spPr>
          <a:xfrm>
            <a:off x="713223" y="3644721"/>
            <a:ext cx="18195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Lato"/>
                <a:ea typeface="Lato"/>
                <a:cs typeface="Lato"/>
                <a:sym typeface="Lato"/>
              </a:rPr>
              <a:t>Venus is the second planet from the Sun</a:t>
            </a:r>
            <a:endParaRPr>
              <a:solidFill>
                <a:schemeClr val="dk1"/>
              </a:solidFill>
              <a:latin typeface="Lato"/>
              <a:ea typeface="Lato"/>
              <a:cs typeface="Lato"/>
              <a:sym typeface="Lato"/>
            </a:endParaRPr>
          </a:p>
        </p:txBody>
      </p:sp>
      <p:sp>
        <p:nvSpPr>
          <p:cNvPr id="1179" name="Google Shape;1179;p42"/>
          <p:cNvSpPr txBox="1"/>
          <p:nvPr/>
        </p:nvSpPr>
        <p:spPr>
          <a:xfrm>
            <a:off x="4645254" y="3319825"/>
            <a:ext cx="1819500" cy="425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a:solidFill>
                  <a:schemeClr val="dk1"/>
                </a:solidFill>
                <a:latin typeface="Figtree SemiBold"/>
                <a:ea typeface="Figtree SemiBold"/>
                <a:cs typeface="Figtree SemiBold"/>
                <a:sym typeface="Figtree SemiBold"/>
              </a:rPr>
              <a:t>Mars</a:t>
            </a:r>
            <a:endParaRPr sz="1800">
              <a:solidFill>
                <a:schemeClr val="dk1"/>
              </a:solidFill>
              <a:latin typeface="Figtree SemiBold"/>
              <a:ea typeface="Figtree SemiBold"/>
              <a:cs typeface="Figtree SemiBold"/>
              <a:sym typeface="Figtree SemiBold"/>
            </a:endParaRPr>
          </a:p>
        </p:txBody>
      </p:sp>
      <p:sp>
        <p:nvSpPr>
          <p:cNvPr id="1180" name="Google Shape;1180;p42"/>
          <p:cNvSpPr txBox="1"/>
          <p:nvPr/>
        </p:nvSpPr>
        <p:spPr>
          <a:xfrm>
            <a:off x="4645259" y="3644721"/>
            <a:ext cx="18195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Lato"/>
                <a:ea typeface="Lato"/>
                <a:cs typeface="Lato"/>
                <a:sym typeface="Lato"/>
              </a:rPr>
              <a:t>Mars is actually a cold place</a:t>
            </a:r>
            <a:endParaRPr>
              <a:solidFill>
                <a:schemeClr val="dk1"/>
              </a:solidFill>
              <a:latin typeface="Lato"/>
              <a:ea typeface="Lato"/>
              <a:cs typeface="Lato"/>
              <a:sym typeface="Lato"/>
            </a:endParaRPr>
          </a:p>
        </p:txBody>
      </p:sp>
      <p:cxnSp>
        <p:nvCxnSpPr>
          <p:cNvPr id="1181" name="Google Shape;1181;p42"/>
          <p:cNvCxnSpPr>
            <a:stCxn id="1170" idx="2"/>
            <a:endCxn id="1177" idx="0"/>
          </p:cNvCxnSpPr>
          <p:nvPr/>
        </p:nvCxnSpPr>
        <p:spPr>
          <a:xfrm>
            <a:off x="1622998" y="2843650"/>
            <a:ext cx="0" cy="476100"/>
          </a:xfrm>
          <a:prstGeom prst="straightConnector1">
            <a:avLst/>
          </a:prstGeom>
          <a:noFill/>
          <a:ln w="9525" cap="flat" cmpd="sng">
            <a:solidFill>
              <a:schemeClr val="dk1"/>
            </a:solidFill>
            <a:prstDash val="solid"/>
            <a:round/>
            <a:headEnd type="none" w="med" len="med"/>
            <a:tailEnd type="none" w="med" len="med"/>
          </a:ln>
        </p:spPr>
      </p:cxnSp>
      <p:cxnSp>
        <p:nvCxnSpPr>
          <p:cNvPr id="1182" name="Google Shape;1182;p42"/>
          <p:cNvCxnSpPr>
            <a:stCxn id="1172" idx="2"/>
            <a:endCxn id="1179" idx="0"/>
          </p:cNvCxnSpPr>
          <p:nvPr/>
        </p:nvCxnSpPr>
        <p:spPr>
          <a:xfrm>
            <a:off x="5555014" y="2843650"/>
            <a:ext cx="0" cy="476100"/>
          </a:xfrm>
          <a:prstGeom prst="straightConnector1">
            <a:avLst/>
          </a:prstGeom>
          <a:noFill/>
          <a:ln w="9525" cap="flat" cmpd="sng">
            <a:solidFill>
              <a:schemeClr val="dk1"/>
            </a:solidFill>
            <a:prstDash val="solid"/>
            <a:round/>
            <a:headEnd type="none" w="med" len="med"/>
            <a:tailEnd type="none" w="med" len="med"/>
          </a:ln>
        </p:spPr>
      </p:cxnSp>
      <p:sp>
        <p:nvSpPr>
          <p:cNvPr id="1183" name="Google Shape;1183;p42"/>
          <p:cNvSpPr txBox="1"/>
          <p:nvPr/>
        </p:nvSpPr>
        <p:spPr>
          <a:xfrm>
            <a:off x="2679241" y="3319825"/>
            <a:ext cx="1819500" cy="425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a:solidFill>
                  <a:schemeClr val="dk1"/>
                </a:solidFill>
                <a:latin typeface="Figtree SemiBold"/>
                <a:ea typeface="Figtree SemiBold"/>
                <a:cs typeface="Figtree SemiBold"/>
                <a:sym typeface="Figtree SemiBold"/>
              </a:rPr>
              <a:t>Mercury</a:t>
            </a:r>
            <a:endParaRPr sz="1800">
              <a:solidFill>
                <a:schemeClr val="dk1"/>
              </a:solidFill>
              <a:latin typeface="Figtree SemiBold"/>
              <a:ea typeface="Figtree SemiBold"/>
              <a:cs typeface="Figtree SemiBold"/>
              <a:sym typeface="Figtree SemiBold"/>
            </a:endParaRPr>
          </a:p>
        </p:txBody>
      </p:sp>
      <p:sp>
        <p:nvSpPr>
          <p:cNvPr id="1184" name="Google Shape;1184;p42"/>
          <p:cNvSpPr txBox="1"/>
          <p:nvPr/>
        </p:nvSpPr>
        <p:spPr>
          <a:xfrm>
            <a:off x="2679241" y="3644721"/>
            <a:ext cx="18195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Lato"/>
                <a:ea typeface="Lato"/>
                <a:cs typeface="Lato"/>
                <a:sym typeface="Lato"/>
              </a:rPr>
              <a:t>Mercury is the smallest planet </a:t>
            </a:r>
            <a:endParaRPr>
              <a:solidFill>
                <a:schemeClr val="dk1"/>
              </a:solidFill>
              <a:latin typeface="Lato"/>
              <a:ea typeface="Lato"/>
              <a:cs typeface="Lato"/>
              <a:sym typeface="Lato"/>
            </a:endParaRPr>
          </a:p>
        </p:txBody>
      </p:sp>
      <p:cxnSp>
        <p:nvCxnSpPr>
          <p:cNvPr id="1185" name="Google Shape;1185;p42"/>
          <p:cNvCxnSpPr>
            <a:stCxn id="1173" idx="2"/>
            <a:endCxn id="1186" idx="0"/>
          </p:cNvCxnSpPr>
          <p:nvPr/>
        </p:nvCxnSpPr>
        <p:spPr>
          <a:xfrm>
            <a:off x="7521021" y="2843650"/>
            <a:ext cx="0" cy="476100"/>
          </a:xfrm>
          <a:prstGeom prst="straightConnector1">
            <a:avLst/>
          </a:prstGeom>
          <a:noFill/>
          <a:ln w="9525" cap="flat" cmpd="sng">
            <a:solidFill>
              <a:schemeClr val="dk1"/>
            </a:solidFill>
            <a:prstDash val="solid"/>
            <a:round/>
            <a:headEnd type="none" w="med" len="med"/>
            <a:tailEnd type="none" w="med" len="med"/>
          </a:ln>
        </p:spPr>
      </p:cxnSp>
      <p:sp>
        <p:nvSpPr>
          <p:cNvPr id="1186" name="Google Shape;1186;p42"/>
          <p:cNvSpPr txBox="1"/>
          <p:nvPr/>
        </p:nvSpPr>
        <p:spPr>
          <a:xfrm>
            <a:off x="6611273" y="3319825"/>
            <a:ext cx="1819500" cy="425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800">
                <a:solidFill>
                  <a:schemeClr val="dk1"/>
                </a:solidFill>
                <a:latin typeface="Figtree SemiBold"/>
                <a:ea typeface="Figtree SemiBold"/>
                <a:cs typeface="Figtree SemiBold"/>
                <a:sym typeface="Figtree SemiBold"/>
              </a:rPr>
              <a:t>Neptune</a:t>
            </a:r>
            <a:endParaRPr sz="1800">
              <a:solidFill>
                <a:schemeClr val="dk1"/>
              </a:solidFill>
              <a:latin typeface="Figtree SemiBold"/>
              <a:ea typeface="Figtree SemiBold"/>
              <a:cs typeface="Figtree SemiBold"/>
              <a:sym typeface="Figtree SemiBold"/>
            </a:endParaRPr>
          </a:p>
        </p:txBody>
      </p:sp>
      <p:sp>
        <p:nvSpPr>
          <p:cNvPr id="1187" name="Google Shape;1187;p42"/>
          <p:cNvSpPr txBox="1"/>
          <p:nvPr/>
        </p:nvSpPr>
        <p:spPr>
          <a:xfrm>
            <a:off x="6611277" y="3644721"/>
            <a:ext cx="1819500"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Lato"/>
                <a:ea typeface="Lato"/>
                <a:cs typeface="Lato"/>
                <a:sym typeface="Lato"/>
              </a:rPr>
              <a:t>Neptune is the farthest planet</a:t>
            </a:r>
            <a:endParaRPr>
              <a:solidFill>
                <a:schemeClr val="dk1"/>
              </a:solidFill>
              <a:latin typeface="Lato"/>
              <a:ea typeface="Lato"/>
              <a:cs typeface="Lato"/>
              <a:sym typeface="Lato"/>
            </a:endParaRPr>
          </a:p>
        </p:txBody>
      </p:sp>
      <p:cxnSp>
        <p:nvCxnSpPr>
          <p:cNvPr id="1188" name="Google Shape;1188;p42"/>
          <p:cNvCxnSpPr>
            <a:stCxn id="1171" idx="2"/>
            <a:endCxn id="1183" idx="0"/>
          </p:cNvCxnSpPr>
          <p:nvPr/>
        </p:nvCxnSpPr>
        <p:spPr>
          <a:xfrm>
            <a:off x="3589006" y="2843650"/>
            <a:ext cx="0" cy="4761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2"/>
        <p:cNvGrpSpPr/>
        <p:nvPr/>
      </p:nvGrpSpPr>
      <p:grpSpPr>
        <a:xfrm>
          <a:off x="0" y="0"/>
          <a:ext cx="0" cy="0"/>
          <a:chOff x="0" y="0"/>
          <a:chExt cx="0" cy="0"/>
        </a:xfrm>
      </p:grpSpPr>
      <p:sp>
        <p:nvSpPr>
          <p:cNvPr id="1193" name="Google Shape;1193;p43"/>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You can use an infographic</a:t>
            </a:r>
            <a:endParaRPr/>
          </a:p>
        </p:txBody>
      </p:sp>
      <p:sp>
        <p:nvSpPr>
          <p:cNvPr id="1194" name="Google Shape;1194;p43"/>
          <p:cNvSpPr txBox="1">
            <a:spLocks noGrp="1"/>
          </p:cNvSpPr>
          <p:nvPr>
            <p:ph type="subTitle" idx="4294967295"/>
          </p:nvPr>
        </p:nvSpPr>
        <p:spPr>
          <a:xfrm>
            <a:off x="5599462" y="3292463"/>
            <a:ext cx="2189700" cy="572700"/>
          </a:xfrm>
          <a:prstGeom prst="rect">
            <a:avLst/>
          </a:prstGeom>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a:t>Jupiter is the biggest planet of them all</a:t>
            </a:r>
            <a:endParaRPr/>
          </a:p>
        </p:txBody>
      </p:sp>
      <p:sp>
        <p:nvSpPr>
          <p:cNvPr id="1195" name="Google Shape;1195;p43"/>
          <p:cNvSpPr txBox="1">
            <a:spLocks noGrp="1"/>
          </p:cNvSpPr>
          <p:nvPr>
            <p:ph type="title" idx="4294967295"/>
          </p:nvPr>
        </p:nvSpPr>
        <p:spPr>
          <a:xfrm>
            <a:off x="5599463" y="1759013"/>
            <a:ext cx="2189700" cy="420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800">
                <a:latin typeface="Figtree SemiBold"/>
                <a:ea typeface="Figtree SemiBold"/>
                <a:cs typeface="Figtree SemiBold"/>
                <a:sym typeface="Figtree SemiBold"/>
              </a:rPr>
              <a:t>Venus</a:t>
            </a:r>
            <a:endParaRPr sz="1800">
              <a:latin typeface="Figtree SemiBold"/>
              <a:ea typeface="Figtree SemiBold"/>
              <a:cs typeface="Figtree SemiBold"/>
              <a:sym typeface="Figtree SemiBold"/>
            </a:endParaRPr>
          </a:p>
        </p:txBody>
      </p:sp>
      <p:sp>
        <p:nvSpPr>
          <p:cNvPr id="1196" name="Google Shape;1196;p43"/>
          <p:cNvSpPr txBox="1">
            <a:spLocks noGrp="1"/>
          </p:cNvSpPr>
          <p:nvPr>
            <p:ph type="subTitle" idx="4294967295"/>
          </p:nvPr>
        </p:nvSpPr>
        <p:spPr>
          <a:xfrm>
            <a:off x="5599462" y="2082989"/>
            <a:ext cx="2189700" cy="5727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a:t>Venus is the second planet from the Sun</a:t>
            </a:r>
            <a:endParaRPr/>
          </a:p>
        </p:txBody>
      </p:sp>
      <p:sp>
        <p:nvSpPr>
          <p:cNvPr id="1197" name="Google Shape;1197;p43"/>
          <p:cNvSpPr txBox="1">
            <a:spLocks noGrp="1"/>
          </p:cNvSpPr>
          <p:nvPr>
            <p:ph type="title" idx="4294967295"/>
          </p:nvPr>
        </p:nvSpPr>
        <p:spPr>
          <a:xfrm>
            <a:off x="5599462" y="3768215"/>
            <a:ext cx="2189700" cy="42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a:latin typeface="Figtree SemiBold"/>
                <a:ea typeface="Figtree SemiBold"/>
                <a:cs typeface="Figtree SemiBold"/>
                <a:sym typeface="Figtree SemiBold"/>
              </a:rPr>
              <a:t>Jupiter</a:t>
            </a:r>
            <a:endParaRPr sz="1800">
              <a:latin typeface="Figtree SemiBold"/>
              <a:ea typeface="Figtree SemiBold"/>
              <a:cs typeface="Figtree SemiBold"/>
              <a:sym typeface="Figtree SemiBold"/>
            </a:endParaRPr>
          </a:p>
        </p:txBody>
      </p:sp>
      <p:sp>
        <p:nvSpPr>
          <p:cNvPr id="1198" name="Google Shape;1198;p43"/>
          <p:cNvSpPr txBox="1">
            <a:spLocks noGrp="1"/>
          </p:cNvSpPr>
          <p:nvPr>
            <p:ph type="title" idx="4294967295"/>
          </p:nvPr>
        </p:nvSpPr>
        <p:spPr>
          <a:xfrm>
            <a:off x="1354839" y="3770177"/>
            <a:ext cx="2189700" cy="42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a:latin typeface="Figtree SemiBold"/>
                <a:ea typeface="Figtree SemiBold"/>
                <a:cs typeface="Figtree SemiBold"/>
                <a:sym typeface="Figtree SemiBold"/>
              </a:rPr>
              <a:t>Saturn</a:t>
            </a:r>
            <a:endParaRPr sz="1800">
              <a:latin typeface="Figtree SemiBold"/>
              <a:ea typeface="Figtree SemiBold"/>
              <a:cs typeface="Figtree SemiBold"/>
              <a:sym typeface="Figtree SemiBold"/>
            </a:endParaRPr>
          </a:p>
        </p:txBody>
      </p:sp>
      <p:sp>
        <p:nvSpPr>
          <p:cNvPr id="1199" name="Google Shape;1199;p43"/>
          <p:cNvSpPr txBox="1">
            <a:spLocks noGrp="1"/>
          </p:cNvSpPr>
          <p:nvPr>
            <p:ph type="subTitle" idx="4294967295"/>
          </p:nvPr>
        </p:nvSpPr>
        <p:spPr>
          <a:xfrm>
            <a:off x="1354837" y="3294425"/>
            <a:ext cx="2189700" cy="572700"/>
          </a:xfrm>
          <a:prstGeom prst="rect">
            <a:avLst/>
          </a:prstGeom>
        </p:spPr>
        <p:txBody>
          <a:bodyPr spcFirstLastPara="1" wrap="square" lIns="91425" tIns="91425" rIns="91425" bIns="91425" anchor="b" anchorCtr="0">
            <a:noAutofit/>
          </a:bodyPr>
          <a:lstStyle/>
          <a:p>
            <a:pPr marL="0" lvl="0" indent="0" algn="ctr" rtl="0">
              <a:lnSpc>
                <a:spcPct val="100000"/>
              </a:lnSpc>
              <a:spcBef>
                <a:spcPts val="0"/>
              </a:spcBef>
              <a:spcAft>
                <a:spcPts val="0"/>
              </a:spcAft>
              <a:buNone/>
            </a:pPr>
            <a:r>
              <a:rPr lang="en"/>
              <a:t>Saturn is composed of hydrogen and helium</a:t>
            </a:r>
            <a:endParaRPr/>
          </a:p>
        </p:txBody>
      </p:sp>
      <p:sp>
        <p:nvSpPr>
          <p:cNvPr id="1200" name="Google Shape;1200;p43"/>
          <p:cNvSpPr txBox="1">
            <a:spLocks noGrp="1"/>
          </p:cNvSpPr>
          <p:nvPr>
            <p:ph type="title" idx="4294967295"/>
          </p:nvPr>
        </p:nvSpPr>
        <p:spPr>
          <a:xfrm>
            <a:off x="1354837" y="1759025"/>
            <a:ext cx="2189700" cy="420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800">
                <a:latin typeface="Figtree SemiBold"/>
                <a:ea typeface="Figtree SemiBold"/>
                <a:cs typeface="Figtree SemiBold"/>
                <a:sym typeface="Figtree SemiBold"/>
              </a:rPr>
              <a:t>Mars</a:t>
            </a:r>
            <a:endParaRPr sz="1800">
              <a:latin typeface="Figtree SemiBold"/>
              <a:ea typeface="Figtree SemiBold"/>
              <a:cs typeface="Figtree SemiBold"/>
              <a:sym typeface="Figtree SemiBold"/>
            </a:endParaRPr>
          </a:p>
        </p:txBody>
      </p:sp>
      <p:sp>
        <p:nvSpPr>
          <p:cNvPr id="1201" name="Google Shape;1201;p43"/>
          <p:cNvSpPr txBox="1">
            <a:spLocks noGrp="1"/>
          </p:cNvSpPr>
          <p:nvPr>
            <p:ph type="subTitle" idx="4294967295"/>
          </p:nvPr>
        </p:nvSpPr>
        <p:spPr>
          <a:xfrm>
            <a:off x="1354837" y="2082976"/>
            <a:ext cx="21897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a:t>
            </a:r>
            <a:endParaRPr/>
          </a:p>
        </p:txBody>
      </p:sp>
      <p:grpSp>
        <p:nvGrpSpPr>
          <p:cNvPr id="1202" name="Google Shape;1202;p43"/>
          <p:cNvGrpSpPr/>
          <p:nvPr/>
        </p:nvGrpSpPr>
        <p:grpSpPr>
          <a:xfrm>
            <a:off x="6568885" y="4245929"/>
            <a:ext cx="250847" cy="358070"/>
            <a:chOff x="-48216525" y="3936125"/>
            <a:chExt cx="211900" cy="302475"/>
          </a:xfrm>
        </p:grpSpPr>
        <p:sp>
          <p:nvSpPr>
            <p:cNvPr id="1203" name="Google Shape;1203;p43"/>
            <p:cNvSpPr/>
            <p:nvPr/>
          </p:nvSpPr>
          <p:spPr>
            <a:xfrm>
              <a:off x="-48207850" y="3955825"/>
              <a:ext cx="105550" cy="158325"/>
            </a:xfrm>
            <a:custGeom>
              <a:avLst/>
              <a:gdLst/>
              <a:ahLst/>
              <a:cxnLst/>
              <a:rect l="l" t="t" r="r" b="b"/>
              <a:pathLst>
                <a:path w="4222" h="6333" extrusionOk="0">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3"/>
            <p:cNvSpPr/>
            <p:nvPr/>
          </p:nvSpPr>
          <p:spPr>
            <a:xfrm>
              <a:off x="-48192100" y="4184225"/>
              <a:ext cx="163850" cy="54375"/>
            </a:xfrm>
            <a:custGeom>
              <a:avLst/>
              <a:gdLst/>
              <a:ahLst/>
              <a:cxnLst/>
              <a:rect l="l" t="t" r="r" b="b"/>
              <a:pathLst>
                <a:path w="6554" h="2175" extrusionOk="0">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3"/>
            <p:cNvSpPr/>
            <p:nvPr/>
          </p:nvSpPr>
          <p:spPr>
            <a:xfrm>
              <a:off x="-48216525" y="4131475"/>
              <a:ext cx="211900" cy="34675"/>
            </a:xfrm>
            <a:custGeom>
              <a:avLst/>
              <a:gdLst/>
              <a:ahLst/>
              <a:cxnLst/>
              <a:rect l="l" t="t" r="r" b="b"/>
              <a:pathLst>
                <a:path w="8476" h="1387" extrusionOk="0">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3"/>
            <p:cNvSpPr/>
            <p:nvPr/>
          </p:nvSpPr>
          <p:spPr>
            <a:xfrm>
              <a:off x="-48113350" y="3936125"/>
              <a:ext cx="98475" cy="178025"/>
            </a:xfrm>
            <a:custGeom>
              <a:avLst/>
              <a:gdLst/>
              <a:ahLst/>
              <a:cxnLst/>
              <a:rect l="l" t="t" r="r" b="b"/>
              <a:pathLst>
                <a:path w="3939" h="7121" extrusionOk="0">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7" name="Google Shape;1207;p43"/>
          <p:cNvGrpSpPr/>
          <p:nvPr/>
        </p:nvGrpSpPr>
        <p:grpSpPr>
          <a:xfrm>
            <a:off x="2297687" y="1344626"/>
            <a:ext cx="304000" cy="356205"/>
            <a:chOff x="-49375900" y="3550975"/>
            <a:chExt cx="256800" cy="300900"/>
          </a:xfrm>
        </p:grpSpPr>
        <p:sp>
          <p:nvSpPr>
            <p:cNvPr id="1208" name="Google Shape;1208;p43"/>
            <p:cNvSpPr/>
            <p:nvPr/>
          </p:nvSpPr>
          <p:spPr>
            <a:xfrm>
              <a:off x="-49231775" y="3638425"/>
              <a:ext cx="59100" cy="59075"/>
            </a:xfrm>
            <a:custGeom>
              <a:avLst/>
              <a:gdLst/>
              <a:ahLst/>
              <a:cxnLst/>
              <a:rect l="l" t="t" r="r" b="b"/>
              <a:pathLst>
                <a:path w="2364" h="2363" extrusionOk="0">
                  <a:moveTo>
                    <a:pt x="1" y="0"/>
                  </a:moveTo>
                  <a:lnTo>
                    <a:pt x="1513" y="2363"/>
                  </a:lnTo>
                  <a:lnTo>
                    <a:pt x="236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3"/>
            <p:cNvSpPr/>
            <p:nvPr/>
          </p:nvSpPr>
          <p:spPr>
            <a:xfrm>
              <a:off x="-49291625" y="3726625"/>
              <a:ext cx="87450" cy="123675"/>
            </a:xfrm>
            <a:custGeom>
              <a:avLst/>
              <a:gdLst/>
              <a:ahLst/>
              <a:cxnLst/>
              <a:rect l="l" t="t" r="r" b="b"/>
              <a:pathLst>
                <a:path w="3498" h="4947" extrusionOk="0">
                  <a:moveTo>
                    <a:pt x="1" y="1"/>
                  </a:moveTo>
                  <a:lnTo>
                    <a:pt x="1733" y="4947"/>
                  </a:lnTo>
                  <a:lnTo>
                    <a:pt x="3498"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3"/>
            <p:cNvSpPr/>
            <p:nvPr/>
          </p:nvSpPr>
          <p:spPr>
            <a:xfrm>
              <a:off x="-49288475" y="3647075"/>
              <a:ext cx="81150" cy="61450"/>
            </a:xfrm>
            <a:custGeom>
              <a:avLst/>
              <a:gdLst/>
              <a:ahLst/>
              <a:cxnLst/>
              <a:rect l="l" t="t" r="r" b="b"/>
              <a:pathLst>
                <a:path w="3246" h="2458" extrusionOk="0">
                  <a:moveTo>
                    <a:pt x="1607" y="1"/>
                  </a:moveTo>
                  <a:lnTo>
                    <a:pt x="1" y="2458"/>
                  </a:lnTo>
                  <a:lnTo>
                    <a:pt x="3246" y="2458"/>
                  </a:lnTo>
                  <a:lnTo>
                    <a:pt x="160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3"/>
            <p:cNvSpPr/>
            <p:nvPr/>
          </p:nvSpPr>
          <p:spPr>
            <a:xfrm>
              <a:off x="-49375900" y="3648650"/>
              <a:ext cx="59100" cy="59875"/>
            </a:xfrm>
            <a:custGeom>
              <a:avLst/>
              <a:gdLst/>
              <a:ahLst/>
              <a:cxnLst/>
              <a:rect l="l" t="t" r="r" b="b"/>
              <a:pathLst>
                <a:path w="2364" h="2395" extrusionOk="0">
                  <a:moveTo>
                    <a:pt x="1513" y="1"/>
                  </a:moveTo>
                  <a:lnTo>
                    <a:pt x="1" y="2395"/>
                  </a:lnTo>
                  <a:lnTo>
                    <a:pt x="2363" y="2395"/>
                  </a:lnTo>
                  <a:lnTo>
                    <a:pt x="151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3"/>
            <p:cNvSpPr/>
            <p:nvPr/>
          </p:nvSpPr>
          <p:spPr>
            <a:xfrm>
              <a:off x="-49229400" y="3726625"/>
              <a:ext cx="109500" cy="125250"/>
            </a:xfrm>
            <a:custGeom>
              <a:avLst/>
              <a:gdLst/>
              <a:ahLst/>
              <a:cxnLst/>
              <a:rect l="l" t="t" r="r" b="b"/>
              <a:pathLst>
                <a:path w="4380" h="5010" extrusionOk="0">
                  <a:moveTo>
                    <a:pt x="1765" y="1"/>
                  </a:moveTo>
                  <a:lnTo>
                    <a:pt x="0" y="5010"/>
                  </a:lnTo>
                  <a:lnTo>
                    <a:pt x="438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3"/>
            <p:cNvSpPr/>
            <p:nvPr/>
          </p:nvSpPr>
          <p:spPr>
            <a:xfrm>
              <a:off x="-49179000" y="3648650"/>
              <a:ext cx="59900" cy="59875"/>
            </a:xfrm>
            <a:custGeom>
              <a:avLst/>
              <a:gdLst/>
              <a:ahLst/>
              <a:cxnLst/>
              <a:rect l="l" t="t" r="r" b="b"/>
              <a:pathLst>
                <a:path w="2396" h="2395" extrusionOk="0">
                  <a:moveTo>
                    <a:pt x="851" y="1"/>
                  </a:moveTo>
                  <a:lnTo>
                    <a:pt x="1" y="2395"/>
                  </a:lnTo>
                  <a:lnTo>
                    <a:pt x="2395" y="2395"/>
                  </a:lnTo>
                  <a:lnTo>
                    <a:pt x="85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3"/>
            <p:cNvSpPr/>
            <p:nvPr/>
          </p:nvSpPr>
          <p:spPr>
            <a:xfrm>
              <a:off x="-49323125" y="3638425"/>
              <a:ext cx="59100" cy="59075"/>
            </a:xfrm>
            <a:custGeom>
              <a:avLst/>
              <a:gdLst/>
              <a:ahLst/>
              <a:cxnLst/>
              <a:rect l="l" t="t" r="r" b="b"/>
              <a:pathLst>
                <a:path w="2364" h="2363" extrusionOk="0">
                  <a:moveTo>
                    <a:pt x="0" y="0"/>
                  </a:moveTo>
                  <a:lnTo>
                    <a:pt x="819" y="2363"/>
                  </a:lnTo>
                  <a:lnTo>
                    <a:pt x="236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3"/>
            <p:cNvSpPr/>
            <p:nvPr/>
          </p:nvSpPr>
          <p:spPr>
            <a:xfrm>
              <a:off x="-49375100" y="3726625"/>
              <a:ext cx="108700" cy="125250"/>
            </a:xfrm>
            <a:custGeom>
              <a:avLst/>
              <a:gdLst/>
              <a:ahLst/>
              <a:cxnLst/>
              <a:rect l="l" t="t" r="r" b="b"/>
              <a:pathLst>
                <a:path w="4348" h="5010" extrusionOk="0">
                  <a:moveTo>
                    <a:pt x="0" y="1"/>
                  </a:moveTo>
                  <a:lnTo>
                    <a:pt x="4348" y="5010"/>
                  </a:lnTo>
                  <a:lnTo>
                    <a:pt x="258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3"/>
            <p:cNvSpPr/>
            <p:nvPr/>
          </p:nvSpPr>
          <p:spPr>
            <a:xfrm>
              <a:off x="-49256975" y="3550975"/>
              <a:ext cx="17350" cy="53600"/>
            </a:xfrm>
            <a:custGeom>
              <a:avLst/>
              <a:gdLst/>
              <a:ahLst/>
              <a:cxnLst/>
              <a:rect l="l" t="t" r="r" b="b"/>
              <a:pathLst>
                <a:path w="694" h="2144" extrusionOk="0">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3"/>
            <p:cNvSpPr/>
            <p:nvPr/>
          </p:nvSpPr>
          <p:spPr>
            <a:xfrm>
              <a:off x="-49323125" y="3575850"/>
              <a:ext cx="43350" cy="32650"/>
            </a:xfrm>
            <a:custGeom>
              <a:avLst/>
              <a:gdLst/>
              <a:ahLst/>
              <a:cxnLst/>
              <a:rect l="l" t="t" r="r" b="b"/>
              <a:pathLst>
                <a:path w="1734" h="1306" extrusionOk="0">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3"/>
            <p:cNvSpPr/>
            <p:nvPr/>
          </p:nvSpPr>
          <p:spPr>
            <a:xfrm>
              <a:off x="-49217575" y="3575525"/>
              <a:ext cx="44900" cy="32975"/>
            </a:xfrm>
            <a:custGeom>
              <a:avLst/>
              <a:gdLst/>
              <a:ahLst/>
              <a:cxnLst/>
              <a:rect l="l" t="t" r="r" b="b"/>
              <a:pathLst>
                <a:path w="1796" h="1319" extrusionOk="0">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9" name="Google Shape;1219;p43"/>
          <p:cNvSpPr/>
          <p:nvPr/>
        </p:nvSpPr>
        <p:spPr>
          <a:xfrm>
            <a:off x="2277172" y="4245918"/>
            <a:ext cx="345027" cy="320295"/>
          </a:xfrm>
          <a:custGeom>
            <a:avLst/>
            <a:gdLst/>
            <a:ahLst/>
            <a:cxnLst/>
            <a:rect l="l" t="t" r="r" b="b"/>
            <a:pathLst>
              <a:path w="19601" h="18196" extrusionOk="0">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1220" name="Google Shape;1220;p43"/>
          <p:cNvGrpSpPr/>
          <p:nvPr/>
        </p:nvGrpSpPr>
        <p:grpSpPr>
          <a:xfrm>
            <a:off x="6524676" y="1353098"/>
            <a:ext cx="339253" cy="339253"/>
            <a:chOff x="5651375" y="3806450"/>
            <a:chExt cx="481825" cy="481825"/>
          </a:xfrm>
        </p:grpSpPr>
        <p:sp>
          <p:nvSpPr>
            <p:cNvPr id="1221" name="Google Shape;1221;p43"/>
            <p:cNvSpPr/>
            <p:nvPr/>
          </p:nvSpPr>
          <p:spPr>
            <a:xfrm>
              <a:off x="579342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22" name="Google Shape;1222;p43"/>
            <p:cNvSpPr/>
            <p:nvPr/>
          </p:nvSpPr>
          <p:spPr>
            <a:xfrm>
              <a:off x="5794475" y="4089725"/>
              <a:ext cx="195600" cy="84725"/>
            </a:xfrm>
            <a:custGeom>
              <a:avLst/>
              <a:gdLst/>
              <a:ahLst/>
              <a:cxnLst/>
              <a:rect l="l" t="t" r="r" b="b"/>
              <a:pathLst>
                <a:path w="7824" h="3389" extrusionOk="0">
                  <a:moveTo>
                    <a:pt x="1" y="1"/>
                  </a:moveTo>
                  <a:cubicBezTo>
                    <a:pt x="284" y="1943"/>
                    <a:pt x="1949" y="3385"/>
                    <a:pt x="3912" y="3388"/>
                  </a:cubicBezTo>
                  <a:cubicBezTo>
                    <a:pt x="5875" y="3385"/>
                    <a:pt x="7541" y="1943"/>
                    <a:pt x="78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23" name="Google Shape;1223;p43"/>
            <p:cNvSpPr/>
            <p:nvPr/>
          </p:nvSpPr>
          <p:spPr>
            <a:xfrm>
              <a:off x="565137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24" name="Google Shape;1224;p43"/>
            <p:cNvSpPr/>
            <p:nvPr/>
          </p:nvSpPr>
          <p:spPr>
            <a:xfrm>
              <a:off x="596280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cxnSp>
        <p:nvCxnSpPr>
          <p:cNvPr id="1225" name="Google Shape;1225;p43"/>
          <p:cNvCxnSpPr>
            <a:stCxn id="1200" idx="3"/>
            <a:endCxn id="1195" idx="1"/>
          </p:cNvCxnSpPr>
          <p:nvPr/>
        </p:nvCxnSpPr>
        <p:spPr>
          <a:xfrm>
            <a:off x="3544537" y="1969475"/>
            <a:ext cx="2055000" cy="600"/>
          </a:xfrm>
          <a:prstGeom prst="bentConnector3">
            <a:avLst>
              <a:gd name="adj1" fmla="val 49998"/>
            </a:avLst>
          </a:prstGeom>
          <a:noFill/>
          <a:ln w="9525" cap="flat" cmpd="sng">
            <a:solidFill>
              <a:schemeClr val="dk1"/>
            </a:solidFill>
            <a:prstDash val="solid"/>
            <a:round/>
            <a:headEnd type="stealth" w="med" len="med"/>
            <a:tailEnd type="stealth" w="med" len="med"/>
          </a:ln>
        </p:spPr>
      </p:cxnSp>
      <p:cxnSp>
        <p:nvCxnSpPr>
          <p:cNvPr id="1226" name="Google Shape;1226;p43"/>
          <p:cNvCxnSpPr>
            <a:stCxn id="1201" idx="2"/>
            <a:endCxn id="1199" idx="0"/>
          </p:cNvCxnSpPr>
          <p:nvPr/>
        </p:nvCxnSpPr>
        <p:spPr>
          <a:xfrm rot="-5400000" flipH="1">
            <a:off x="2130637" y="2974726"/>
            <a:ext cx="638700" cy="600"/>
          </a:xfrm>
          <a:prstGeom prst="bentConnector3">
            <a:avLst>
              <a:gd name="adj1" fmla="val 50004"/>
            </a:avLst>
          </a:prstGeom>
          <a:noFill/>
          <a:ln w="9525" cap="flat" cmpd="sng">
            <a:solidFill>
              <a:schemeClr val="dk1"/>
            </a:solidFill>
            <a:prstDash val="solid"/>
            <a:round/>
            <a:headEnd type="stealth" w="med" len="med"/>
            <a:tailEnd type="none" w="med" len="med"/>
          </a:ln>
        </p:spPr>
      </p:cxnSp>
      <p:cxnSp>
        <p:nvCxnSpPr>
          <p:cNvPr id="1227" name="Google Shape;1227;p43"/>
          <p:cNvCxnSpPr>
            <a:stCxn id="1198" idx="3"/>
            <a:endCxn id="1197" idx="1"/>
          </p:cNvCxnSpPr>
          <p:nvPr/>
        </p:nvCxnSpPr>
        <p:spPr>
          <a:xfrm rot="10800000" flipH="1">
            <a:off x="3544539" y="3978527"/>
            <a:ext cx="2055000" cy="2100"/>
          </a:xfrm>
          <a:prstGeom prst="bentConnector3">
            <a:avLst>
              <a:gd name="adj1" fmla="val 49998"/>
            </a:avLst>
          </a:prstGeom>
          <a:noFill/>
          <a:ln w="9525" cap="flat" cmpd="sng">
            <a:solidFill>
              <a:schemeClr val="dk1"/>
            </a:solidFill>
            <a:prstDash val="solid"/>
            <a:round/>
            <a:headEnd type="stealth" w="med" len="med"/>
            <a:tailEnd type="stealth" w="med" len="med"/>
          </a:ln>
        </p:spPr>
      </p:cxnSp>
      <p:cxnSp>
        <p:nvCxnSpPr>
          <p:cNvPr id="1228" name="Google Shape;1228;p43"/>
          <p:cNvCxnSpPr>
            <a:stCxn id="1196" idx="2"/>
            <a:endCxn id="1194" idx="0"/>
          </p:cNvCxnSpPr>
          <p:nvPr/>
        </p:nvCxnSpPr>
        <p:spPr>
          <a:xfrm rot="-5400000" flipH="1">
            <a:off x="6376162" y="2973839"/>
            <a:ext cx="636900" cy="600"/>
          </a:xfrm>
          <a:prstGeom prst="bentConnector3">
            <a:avLst>
              <a:gd name="adj1" fmla="val 49990"/>
            </a:avLst>
          </a:prstGeom>
          <a:noFill/>
          <a:ln w="9525" cap="flat" cmpd="sng">
            <a:solidFill>
              <a:schemeClr val="dk1"/>
            </a:solidFill>
            <a:prstDash val="solid"/>
            <a:round/>
            <a:headEnd type="none" w="med" len="med"/>
            <a:tailEnd type="stealth"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32"/>
        <p:cNvGrpSpPr/>
        <p:nvPr/>
      </p:nvGrpSpPr>
      <p:grpSpPr>
        <a:xfrm>
          <a:off x="0" y="0"/>
          <a:ext cx="0" cy="0"/>
          <a:chOff x="0" y="0"/>
          <a:chExt cx="0" cy="0"/>
        </a:xfrm>
      </p:grpSpPr>
      <p:sp>
        <p:nvSpPr>
          <p:cNvPr id="1233" name="Google Shape;1233;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This is a table</a:t>
            </a:r>
            <a:endParaRPr/>
          </a:p>
        </p:txBody>
      </p:sp>
      <p:graphicFrame>
        <p:nvGraphicFramePr>
          <p:cNvPr id="1234" name="Google Shape;1234;p44"/>
          <p:cNvGraphicFramePr/>
          <p:nvPr/>
        </p:nvGraphicFramePr>
        <p:xfrm>
          <a:off x="1491538" y="1633000"/>
          <a:ext cx="6160925" cy="2336000"/>
        </p:xfrm>
        <a:graphic>
          <a:graphicData uri="http://schemas.openxmlformats.org/drawingml/2006/table">
            <a:tbl>
              <a:tblPr>
                <a:noFill/>
                <a:tableStyleId>{6C575B29-94FA-4FF4-83F0-0A8FDBF041FF}</a:tableStyleId>
              </a:tblPr>
              <a:tblGrid>
                <a:gridCol w="2076075">
                  <a:extLst>
                    <a:ext uri="{9D8B030D-6E8A-4147-A177-3AD203B41FA5}">
                      <a16:colId xmlns:a16="http://schemas.microsoft.com/office/drawing/2014/main" val="20000"/>
                    </a:ext>
                  </a:extLst>
                </a:gridCol>
                <a:gridCol w="2076075">
                  <a:extLst>
                    <a:ext uri="{9D8B030D-6E8A-4147-A177-3AD203B41FA5}">
                      <a16:colId xmlns:a16="http://schemas.microsoft.com/office/drawing/2014/main" val="20001"/>
                    </a:ext>
                  </a:extLst>
                </a:gridCol>
                <a:gridCol w="2008775">
                  <a:extLst>
                    <a:ext uri="{9D8B030D-6E8A-4147-A177-3AD203B41FA5}">
                      <a16:colId xmlns:a16="http://schemas.microsoft.com/office/drawing/2014/main" val="20002"/>
                    </a:ext>
                  </a:extLst>
                </a:gridCol>
              </a:tblGrid>
              <a:tr h="467200">
                <a:tc>
                  <a:txBody>
                    <a:bodyPr/>
                    <a:lstStyle/>
                    <a:p>
                      <a:pPr marL="0" lvl="0" indent="0" algn="ctr" rtl="0">
                        <a:spcBef>
                          <a:spcPts val="0"/>
                        </a:spcBef>
                        <a:spcAft>
                          <a:spcPts val="0"/>
                        </a:spcAft>
                        <a:buNone/>
                      </a:pPr>
                      <a:r>
                        <a:rPr lang="en" sz="1800">
                          <a:solidFill>
                            <a:schemeClr val="dk1"/>
                          </a:solidFill>
                          <a:latin typeface="Figtree SemiBold"/>
                          <a:ea typeface="Figtree SemiBold"/>
                          <a:cs typeface="Figtree SemiBold"/>
                          <a:sym typeface="Figtree SemiBold"/>
                        </a:rPr>
                        <a:t>Year</a:t>
                      </a:r>
                      <a:endParaRPr sz="1800">
                        <a:solidFill>
                          <a:schemeClr val="dk1"/>
                        </a:solidFill>
                        <a:latin typeface="Figtree SemiBold"/>
                        <a:ea typeface="Figtree SemiBold"/>
                        <a:cs typeface="Figtree SemiBold"/>
                        <a:sym typeface="Figtree SemiBold"/>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800">
                          <a:solidFill>
                            <a:schemeClr val="dk1"/>
                          </a:solidFill>
                          <a:latin typeface="Figtree SemiBold"/>
                          <a:ea typeface="Figtree SemiBold"/>
                          <a:cs typeface="Figtree SemiBold"/>
                          <a:sym typeface="Figtree SemiBold"/>
                        </a:rPr>
                        <a:t>Venus</a:t>
                      </a:r>
                      <a:endParaRPr sz="1800">
                        <a:solidFill>
                          <a:schemeClr val="dk1"/>
                        </a:solidFill>
                        <a:latin typeface="Figtree SemiBold"/>
                        <a:ea typeface="Figtree SemiBold"/>
                        <a:cs typeface="Figtree SemiBold"/>
                        <a:sym typeface="Figtree SemiBold"/>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800">
                          <a:solidFill>
                            <a:schemeClr val="dk1"/>
                          </a:solidFill>
                          <a:latin typeface="Figtree SemiBold"/>
                          <a:ea typeface="Figtree SemiBold"/>
                          <a:cs typeface="Figtree SemiBold"/>
                          <a:sym typeface="Figtree SemiBold"/>
                        </a:rPr>
                        <a:t>Mars</a:t>
                      </a:r>
                      <a:endParaRPr sz="1800">
                        <a:solidFill>
                          <a:schemeClr val="dk1"/>
                        </a:solidFill>
                        <a:latin typeface="Figtree SemiBold"/>
                        <a:ea typeface="Figtree SemiBold"/>
                        <a:cs typeface="Figtree SemiBold"/>
                        <a:sym typeface="Figtree SemiBold"/>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467200">
                <a:tc>
                  <a:txBody>
                    <a:bodyPr/>
                    <a:lstStyle/>
                    <a:p>
                      <a:pPr marL="0" lvl="0" indent="0" algn="ctr" rtl="0">
                        <a:spcBef>
                          <a:spcPts val="0"/>
                        </a:spcBef>
                        <a:spcAft>
                          <a:spcPts val="0"/>
                        </a:spcAft>
                        <a:buNone/>
                      </a:pPr>
                      <a:r>
                        <a:rPr lang="en" sz="1800">
                          <a:solidFill>
                            <a:schemeClr val="dk1"/>
                          </a:solidFill>
                          <a:latin typeface="Figtree SemiBold"/>
                          <a:ea typeface="Figtree SemiBold"/>
                          <a:cs typeface="Figtree SemiBold"/>
                          <a:sym typeface="Figtree SemiBold"/>
                        </a:rPr>
                        <a:t>20XX</a:t>
                      </a:r>
                      <a:endParaRPr sz="1800">
                        <a:solidFill>
                          <a:schemeClr val="dk1"/>
                        </a:solidFill>
                        <a:latin typeface="Figtree SemiBold"/>
                        <a:ea typeface="Figtree SemiBold"/>
                        <a:cs typeface="Figtree SemiBold"/>
                        <a:sym typeface="Figtree SemiBold"/>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solidFill>
                            <a:schemeClr val="dk1"/>
                          </a:solidFill>
                          <a:latin typeface="Lato"/>
                          <a:ea typeface="Lato"/>
                          <a:cs typeface="Lato"/>
                          <a:sym typeface="Lato"/>
                        </a:rPr>
                        <a:t>$0.30</a:t>
                      </a:r>
                      <a:endParaRPr>
                        <a:solidFill>
                          <a:schemeClr val="dk1"/>
                        </a:solidFill>
                        <a:latin typeface="Lato"/>
                        <a:ea typeface="Lato"/>
                        <a:cs typeface="Lato"/>
                        <a:sym typeface="Lato"/>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r>
                        <a:rPr lang="en">
                          <a:solidFill>
                            <a:schemeClr val="dk1"/>
                          </a:solidFill>
                          <a:latin typeface="Lato"/>
                          <a:ea typeface="Lato"/>
                          <a:cs typeface="Lato"/>
                          <a:sym typeface="Lato"/>
                        </a:rPr>
                        <a:t>$31.90</a:t>
                      </a:r>
                      <a:endParaRPr>
                        <a:solidFill>
                          <a:schemeClr val="dk1"/>
                        </a:solidFill>
                        <a:latin typeface="Lato"/>
                        <a:ea typeface="Lato"/>
                        <a:cs typeface="Lato"/>
                        <a:sym typeface="Lato"/>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accent5"/>
                    </a:solidFill>
                  </a:tcPr>
                </a:tc>
                <a:extLst>
                  <a:ext uri="{0D108BD9-81ED-4DB2-BD59-A6C34878D82A}">
                    <a16:rowId xmlns:a16="http://schemas.microsoft.com/office/drawing/2014/main" val="10001"/>
                  </a:ext>
                </a:extLst>
              </a:tr>
              <a:tr h="467200">
                <a:tc>
                  <a:txBody>
                    <a:bodyPr/>
                    <a:lstStyle/>
                    <a:p>
                      <a:pPr marL="0" lvl="0" indent="0" algn="ctr" rtl="0">
                        <a:spcBef>
                          <a:spcPts val="0"/>
                        </a:spcBef>
                        <a:spcAft>
                          <a:spcPts val="0"/>
                        </a:spcAft>
                        <a:buNone/>
                      </a:pPr>
                      <a:r>
                        <a:rPr lang="en" sz="1800">
                          <a:solidFill>
                            <a:schemeClr val="dk1"/>
                          </a:solidFill>
                          <a:latin typeface="Figtree SemiBold"/>
                          <a:ea typeface="Figtree SemiBold"/>
                          <a:cs typeface="Figtree SemiBold"/>
                          <a:sym typeface="Figtree SemiBold"/>
                        </a:rPr>
                        <a:t>20XX</a:t>
                      </a:r>
                      <a:endParaRPr sz="1800">
                        <a:solidFill>
                          <a:schemeClr val="dk1"/>
                        </a:solidFill>
                        <a:latin typeface="Figtree SemiBold"/>
                        <a:ea typeface="Figtree SemiBold"/>
                        <a:cs typeface="Figtree SemiBold"/>
                        <a:sym typeface="Figtree SemiBold"/>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solidFill>
                            <a:schemeClr val="dk1"/>
                          </a:solidFill>
                          <a:latin typeface="Lato"/>
                          <a:ea typeface="Lato"/>
                          <a:cs typeface="Lato"/>
                          <a:sym typeface="Lato"/>
                        </a:rPr>
                        <a:t>$3.90</a:t>
                      </a:r>
                      <a:endParaRPr>
                        <a:solidFill>
                          <a:schemeClr val="dk1"/>
                        </a:solidFill>
                        <a:latin typeface="Lato"/>
                        <a:ea typeface="Lato"/>
                        <a:cs typeface="Lato"/>
                        <a:sym typeface="Lato"/>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r>
                        <a:rPr lang="en">
                          <a:solidFill>
                            <a:schemeClr val="dk1"/>
                          </a:solidFill>
                          <a:latin typeface="Lato"/>
                          <a:ea typeface="Lato"/>
                          <a:cs typeface="Lato"/>
                          <a:sym typeface="Lato"/>
                        </a:rPr>
                        <a:t>$15.40</a:t>
                      </a:r>
                      <a:endParaRPr>
                        <a:solidFill>
                          <a:schemeClr val="dk1"/>
                        </a:solidFill>
                        <a:latin typeface="Lato"/>
                        <a:ea typeface="Lato"/>
                        <a:cs typeface="Lato"/>
                        <a:sym typeface="Lato"/>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accent5"/>
                    </a:solidFill>
                  </a:tcPr>
                </a:tc>
                <a:extLst>
                  <a:ext uri="{0D108BD9-81ED-4DB2-BD59-A6C34878D82A}">
                    <a16:rowId xmlns:a16="http://schemas.microsoft.com/office/drawing/2014/main" val="10002"/>
                  </a:ext>
                </a:extLst>
              </a:tr>
              <a:tr h="467200">
                <a:tc>
                  <a:txBody>
                    <a:bodyPr/>
                    <a:lstStyle/>
                    <a:p>
                      <a:pPr marL="0" lvl="0" indent="0" algn="ctr" rtl="0">
                        <a:spcBef>
                          <a:spcPts val="0"/>
                        </a:spcBef>
                        <a:spcAft>
                          <a:spcPts val="0"/>
                        </a:spcAft>
                        <a:buNone/>
                      </a:pPr>
                      <a:r>
                        <a:rPr lang="en" sz="1800">
                          <a:solidFill>
                            <a:schemeClr val="dk1"/>
                          </a:solidFill>
                          <a:latin typeface="Figtree SemiBold"/>
                          <a:ea typeface="Figtree SemiBold"/>
                          <a:cs typeface="Figtree SemiBold"/>
                          <a:sym typeface="Figtree SemiBold"/>
                        </a:rPr>
                        <a:t>20XX</a:t>
                      </a:r>
                      <a:endParaRPr sz="1800">
                        <a:solidFill>
                          <a:schemeClr val="dk1"/>
                        </a:solidFill>
                        <a:latin typeface="Figtree SemiBold"/>
                        <a:ea typeface="Figtree SemiBold"/>
                        <a:cs typeface="Figtree SemiBold"/>
                        <a:sym typeface="Figtree SemiBold"/>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solidFill>
                            <a:schemeClr val="dk1"/>
                          </a:solidFill>
                          <a:latin typeface="Lato"/>
                          <a:ea typeface="Lato"/>
                          <a:cs typeface="Lato"/>
                          <a:sym typeface="Lato"/>
                        </a:rPr>
                        <a:t>$157.30</a:t>
                      </a:r>
                      <a:endParaRPr>
                        <a:solidFill>
                          <a:schemeClr val="dk1"/>
                        </a:solidFill>
                        <a:latin typeface="Lato"/>
                        <a:ea typeface="Lato"/>
                        <a:cs typeface="Lato"/>
                        <a:sym typeface="Lato"/>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r>
                        <a:rPr lang="en">
                          <a:solidFill>
                            <a:schemeClr val="dk1"/>
                          </a:solidFill>
                          <a:latin typeface="Lato"/>
                          <a:ea typeface="Lato"/>
                          <a:cs typeface="Lato"/>
                          <a:sym typeface="Lato"/>
                        </a:rPr>
                        <a:t>$492.80</a:t>
                      </a:r>
                      <a:endParaRPr>
                        <a:solidFill>
                          <a:schemeClr val="dk1"/>
                        </a:solidFill>
                        <a:latin typeface="Lato"/>
                        <a:ea typeface="Lato"/>
                        <a:cs typeface="Lato"/>
                        <a:sym typeface="Lato"/>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accent5"/>
                    </a:solidFill>
                  </a:tcPr>
                </a:tc>
                <a:extLst>
                  <a:ext uri="{0D108BD9-81ED-4DB2-BD59-A6C34878D82A}">
                    <a16:rowId xmlns:a16="http://schemas.microsoft.com/office/drawing/2014/main" val="10003"/>
                  </a:ext>
                </a:extLst>
              </a:tr>
              <a:tr h="467200">
                <a:tc>
                  <a:txBody>
                    <a:bodyPr/>
                    <a:lstStyle/>
                    <a:p>
                      <a:pPr marL="0" lvl="0" indent="0" algn="ctr" rtl="0">
                        <a:spcBef>
                          <a:spcPts val="0"/>
                        </a:spcBef>
                        <a:spcAft>
                          <a:spcPts val="0"/>
                        </a:spcAft>
                        <a:buNone/>
                      </a:pPr>
                      <a:r>
                        <a:rPr lang="en" sz="1800">
                          <a:solidFill>
                            <a:schemeClr val="dk1"/>
                          </a:solidFill>
                          <a:latin typeface="Figtree SemiBold"/>
                          <a:ea typeface="Figtree SemiBold"/>
                          <a:cs typeface="Figtree SemiBold"/>
                          <a:sym typeface="Figtree SemiBold"/>
                        </a:rPr>
                        <a:t>20XX</a:t>
                      </a:r>
                      <a:endParaRPr sz="1800">
                        <a:solidFill>
                          <a:schemeClr val="dk1"/>
                        </a:solidFill>
                        <a:latin typeface="Figtree SemiBold"/>
                        <a:ea typeface="Figtree SemiBold"/>
                        <a:cs typeface="Figtree SemiBold"/>
                        <a:sym typeface="Figtree SemiBold"/>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accent2"/>
                    </a:solidFill>
                  </a:tcPr>
                </a:tc>
                <a:tc>
                  <a:txBody>
                    <a:bodyPr/>
                    <a:lstStyle/>
                    <a:p>
                      <a:pPr marL="0" lvl="0" indent="0" algn="ctr" rtl="0">
                        <a:spcBef>
                          <a:spcPts val="0"/>
                        </a:spcBef>
                        <a:spcAft>
                          <a:spcPts val="0"/>
                        </a:spcAft>
                        <a:buNone/>
                      </a:pPr>
                      <a:r>
                        <a:rPr lang="en">
                          <a:solidFill>
                            <a:schemeClr val="dk1"/>
                          </a:solidFill>
                          <a:latin typeface="Lato"/>
                          <a:ea typeface="Lato"/>
                          <a:cs typeface="Lato"/>
                          <a:sym typeface="Lato"/>
                        </a:rPr>
                        <a:t>$3,368.20</a:t>
                      </a:r>
                      <a:endParaRPr>
                        <a:solidFill>
                          <a:schemeClr val="dk1"/>
                        </a:solidFill>
                        <a:latin typeface="Lato"/>
                        <a:ea typeface="Lato"/>
                        <a:cs typeface="Lato"/>
                        <a:sym typeface="Lato"/>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r>
                        <a:rPr lang="en">
                          <a:solidFill>
                            <a:schemeClr val="dk1"/>
                          </a:solidFill>
                          <a:latin typeface="Lato"/>
                          <a:ea typeface="Lato"/>
                          <a:cs typeface="Lato"/>
                          <a:sym typeface="Lato"/>
                        </a:rPr>
                        <a:t>$13,929.80</a:t>
                      </a:r>
                      <a:endParaRPr>
                        <a:solidFill>
                          <a:schemeClr val="dk1"/>
                        </a:solidFill>
                        <a:latin typeface="Lato"/>
                        <a:ea typeface="Lato"/>
                        <a:cs typeface="Lato"/>
                        <a:sym typeface="Lato"/>
                      </a:endParaRPr>
                    </a:p>
                  </a:txBody>
                  <a:tcPr marL="91425" marR="91425" marT="91425" marB="91425" anchor="ctr">
                    <a:lnL w="9525" cap="flat" cmpd="sng">
                      <a:solidFill>
                        <a:schemeClr val="lt1">
                          <a:alpha val="0"/>
                        </a:schemeClr>
                      </a:solidFill>
                      <a:prstDash val="solid"/>
                      <a:round/>
                      <a:headEnd type="none" w="sm" len="sm"/>
                      <a:tailEnd type="none" w="sm" len="sm"/>
                    </a:lnL>
                    <a:lnR w="9525" cap="flat" cmpd="sng">
                      <a:solidFill>
                        <a:schemeClr val="lt1">
                          <a:alpha val="0"/>
                        </a:schemeClr>
                      </a:solidFill>
                      <a:prstDash val="solid"/>
                      <a:round/>
                      <a:headEnd type="none" w="sm" len="sm"/>
                      <a:tailEnd type="none" w="sm" len="sm"/>
                    </a:lnR>
                    <a:lnT w="9525" cap="flat" cmpd="sng">
                      <a:solidFill>
                        <a:schemeClr val="lt1">
                          <a:alpha val="0"/>
                        </a:schemeClr>
                      </a:solidFill>
                      <a:prstDash val="solid"/>
                      <a:round/>
                      <a:headEnd type="none" w="sm" len="sm"/>
                      <a:tailEnd type="none" w="sm" len="sm"/>
                    </a:lnT>
                    <a:lnB w="9525" cap="flat" cmpd="sng">
                      <a:solidFill>
                        <a:schemeClr val="lt1">
                          <a:alpha val="0"/>
                        </a:schemeClr>
                      </a:solidFill>
                      <a:prstDash val="solid"/>
                      <a:round/>
                      <a:headEnd type="none" w="sm" len="sm"/>
                      <a:tailEnd type="none" w="sm" len="sm"/>
                    </a:lnB>
                    <a:solidFill>
                      <a:schemeClr val="accent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38"/>
        <p:cNvGrpSpPr/>
        <p:nvPr/>
      </p:nvGrpSpPr>
      <p:grpSpPr>
        <a:xfrm>
          <a:off x="0" y="0"/>
          <a:ext cx="0" cy="0"/>
          <a:chOff x="0" y="0"/>
          <a:chExt cx="0" cy="0"/>
        </a:xfrm>
      </p:grpSpPr>
      <p:sp>
        <p:nvSpPr>
          <p:cNvPr id="1239" name="Google Shape;1239;p45"/>
          <p:cNvSpPr txBox="1">
            <a:spLocks noGrp="1"/>
          </p:cNvSpPr>
          <p:nvPr>
            <p:ph type="title"/>
          </p:nvPr>
        </p:nvSpPr>
        <p:spPr>
          <a:xfrm>
            <a:off x="720000" y="445025"/>
            <a:ext cx="7704000" cy="5727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This is a graph</a:t>
            </a:r>
            <a:endParaRPr/>
          </a:p>
        </p:txBody>
      </p:sp>
      <p:sp>
        <p:nvSpPr>
          <p:cNvPr id="1240" name="Google Shape;1240;p45"/>
          <p:cNvSpPr txBox="1"/>
          <p:nvPr/>
        </p:nvSpPr>
        <p:spPr>
          <a:xfrm>
            <a:off x="6041363" y="1524432"/>
            <a:ext cx="2305500" cy="409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chemeClr val="dk1"/>
                </a:solidFill>
                <a:latin typeface="Figtree SemiBold"/>
                <a:ea typeface="Figtree SemiBold"/>
                <a:cs typeface="Figtree SemiBold"/>
                <a:sym typeface="Figtree SemiBold"/>
              </a:rPr>
              <a:t>Mars</a:t>
            </a:r>
            <a:endParaRPr sz="1800">
              <a:solidFill>
                <a:schemeClr val="dk1"/>
              </a:solidFill>
              <a:latin typeface="Figtree SemiBold"/>
              <a:ea typeface="Figtree SemiBold"/>
              <a:cs typeface="Figtree SemiBold"/>
              <a:sym typeface="Figtree SemiBold"/>
            </a:endParaRPr>
          </a:p>
        </p:txBody>
      </p:sp>
      <p:sp>
        <p:nvSpPr>
          <p:cNvPr id="1241" name="Google Shape;1241;p45"/>
          <p:cNvSpPr txBox="1"/>
          <p:nvPr/>
        </p:nvSpPr>
        <p:spPr>
          <a:xfrm>
            <a:off x="6041363" y="1857487"/>
            <a:ext cx="23055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Lato"/>
                <a:ea typeface="Lato"/>
                <a:cs typeface="Lato"/>
                <a:sym typeface="Lato"/>
              </a:rPr>
              <a:t>Despite being red, Mars is actually a cold place</a:t>
            </a:r>
            <a:endParaRPr>
              <a:solidFill>
                <a:schemeClr val="dk1"/>
              </a:solidFill>
              <a:latin typeface="Lato"/>
              <a:ea typeface="Lato"/>
              <a:cs typeface="Lato"/>
              <a:sym typeface="Lato"/>
            </a:endParaRPr>
          </a:p>
        </p:txBody>
      </p:sp>
      <p:sp>
        <p:nvSpPr>
          <p:cNvPr id="1242" name="Google Shape;1242;p45"/>
          <p:cNvSpPr txBox="1"/>
          <p:nvPr/>
        </p:nvSpPr>
        <p:spPr>
          <a:xfrm>
            <a:off x="6041363" y="2925032"/>
            <a:ext cx="2305500" cy="4092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800">
                <a:solidFill>
                  <a:schemeClr val="dk1"/>
                </a:solidFill>
                <a:latin typeface="Figtree SemiBold"/>
                <a:ea typeface="Figtree SemiBold"/>
                <a:cs typeface="Figtree SemiBold"/>
                <a:sym typeface="Figtree SemiBold"/>
              </a:rPr>
              <a:t>Neptune</a:t>
            </a:r>
            <a:endParaRPr sz="1800">
              <a:solidFill>
                <a:schemeClr val="dk1"/>
              </a:solidFill>
              <a:latin typeface="Figtree SemiBold"/>
              <a:ea typeface="Figtree SemiBold"/>
              <a:cs typeface="Figtree SemiBold"/>
              <a:sym typeface="Figtree SemiBold"/>
            </a:endParaRPr>
          </a:p>
        </p:txBody>
      </p:sp>
      <p:sp>
        <p:nvSpPr>
          <p:cNvPr id="1243" name="Google Shape;1243;p45"/>
          <p:cNvSpPr txBox="1"/>
          <p:nvPr/>
        </p:nvSpPr>
        <p:spPr>
          <a:xfrm>
            <a:off x="6041363" y="3258037"/>
            <a:ext cx="23055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Lato"/>
                <a:ea typeface="Lato"/>
                <a:cs typeface="Lato"/>
                <a:sym typeface="Lato"/>
              </a:rPr>
              <a:t>Neptune is the farthest planet from the Sun</a:t>
            </a:r>
            <a:endParaRPr>
              <a:solidFill>
                <a:schemeClr val="dk1"/>
              </a:solidFill>
              <a:latin typeface="Lato"/>
              <a:ea typeface="Lato"/>
              <a:cs typeface="Lato"/>
              <a:sym typeface="Lato"/>
            </a:endParaRPr>
          </a:p>
        </p:txBody>
      </p:sp>
      <p:sp>
        <p:nvSpPr>
          <p:cNvPr id="1244" name="Google Shape;1244;p45"/>
          <p:cNvSpPr txBox="1">
            <a:spLocks noGrp="1"/>
          </p:cNvSpPr>
          <p:nvPr>
            <p:ph type="subTitle" idx="4294967295"/>
          </p:nvPr>
        </p:nvSpPr>
        <p:spPr>
          <a:xfrm>
            <a:off x="1331550" y="4337450"/>
            <a:ext cx="6480900" cy="266700"/>
          </a:xfrm>
          <a:prstGeom prst="rect">
            <a:avLst/>
          </a:prstGeom>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000"/>
              <a:t>Follow the link in the graph to modify its data and then paste the new one here. </a:t>
            </a:r>
            <a:r>
              <a:rPr lang="en" sz="1000" b="1" u="sng">
                <a:hlinkClick r:id="rId3"/>
              </a:rPr>
              <a:t>For more info, click here</a:t>
            </a:r>
            <a:endParaRPr sz="1000" b="1" u="sng"/>
          </a:p>
        </p:txBody>
      </p:sp>
      <p:sp>
        <p:nvSpPr>
          <p:cNvPr id="1245" name="Google Shape;1245;p45"/>
          <p:cNvSpPr/>
          <p:nvPr/>
        </p:nvSpPr>
        <p:spPr>
          <a:xfrm>
            <a:off x="5711138" y="1583377"/>
            <a:ext cx="291300" cy="2913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46" name="Google Shape;1246;p45"/>
          <p:cNvSpPr/>
          <p:nvPr/>
        </p:nvSpPr>
        <p:spPr>
          <a:xfrm>
            <a:off x="5711138" y="2971565"/>
            <a:ext cx="291300" cy="29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pic>
        <p:nvPicPr>
          <p:cNvPr id="1247" name="Google Shape;1247;p45" title="Chart">
            <a:hlinkClick r:id="rId4"/>
          </p:cNvPr>
          <p:cNvPicPr preferRelativeResize="0"/>
          <p:nvPr/>
        </p:nvPicPr>
        <p:blipFill>
          <a:blip r:embed="rId5">
            <a:alphaModFix/>
          </a:blip>
          <a:stretch>
            <a:fillRect/>
          </a:stretch>
        </p:blipFill>
        <p:spPr>
          <a:xfrm>
            <a:off x="797138" y="1218475"/>
            <a:ext cx="4719501" cy="29182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51"/>
        <p:cNvGrpSpPr/>
        <p:nvPr/>
      </p:nvGrpSpPr>
      <p:grpSpPr>
        <a:xfrm>
          <a:off x="0" y="0"/>
          <a:ext cx="0" cy="0"/>
          <a:chOff x="0" y="0"/>
          <a:chExt cx="0" cy="0"/>
        </a:xfrm>
      </p:grpSpPr>
      <p:sp>
        <p:nvSpPr>
          <p:cNvPr id="1252" name="Google Shape;1252;p46"/>
          <p:cNvSpPr txBox="1">
            <a:spLocks noGrp="1"/>
          </p:cNvSpPr>
          <p:nvPr>
            <p:ph type="title"/>
          </p:nvPr>
        </p:nvSpPr>
        <p:spPr>
          <a:xfrm>
            <a:off x="1737300" y="1843050"/>
            <a:ext cx="5669400" cy="1018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21 million</a:t>
            </a:r>
            <a:endParaRPr/>
          </a:p>
        </p:txBody>
      </p:sp>
      <p:sp>
        <p:nvSpPr>
          <p:cNvPr id="1253" name="Google Shape;1253;p46"/>
          <p:cNvSpPr txBox="1">
            <a:spLocks noGrp="1"/>
          </p:cNvSpPr>
          <p:nvPr>
            <p:ph type="subTitle" idx="1"/>
          </p:nvPr>
        </p:nvSpPr>
        <p:spPr>
          <a:xfrm>
            <a:off x="1737300" y="2861850"/>
            <a:ext cx="5669400" cy="438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Big numbers catch your audience’s attention</a:t>
            </a:r>
            <a:endParaRPr/>
          </a:p>
        </p:txBody>
      </p:sp>
      <p:grpSp>
        <p:nvGrpSpPr>
          <p:cNvPr id="1254" name="Google Shape;1254;p46"/>
          <p:cNvGrpSpPr/>
          <p:nvPr/>
        </p:nvGrpSpPr>
        <p:grpSpPr>
          <a:xfrm rot="4223550">
            <a:off x="4730738" y="3841694"/>
            <a:ext cx="591045" cy="772619"/>
            <a:chOff x="-379975" y="2335849"/>
            <a:chExt cx="1184119" cy="1547890"/>
          </a:xfrm>
        </p:grpSpPr>
        <p:sp>
          <p:nvSpPr>
            <p:cNvPr id="1255" name="Google Shape;1255;p46"/>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6"/>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6"/>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8" name="Google Shape;1258;p46"/>
          <p:cNvGrpSpPr/>
          <p:nvPr/>
        </p:nvGrpSpPr>
        <p:grpSpPr>
          <a:xfrm rot="2250739">
            <a:off x="1514863" y="822583"/>
            <a:ext cx="724383" cy="640714"/>
            <a:chOff x="1838100" y="3887875"/>
            <a:chExt cx="2333861" cy="2064292"/>
          </a:xfrm>
        </p:grpSpPr>
        <p:sp>
          <p:nvSpPr>
            <p:cNvPr id="1259" name="Google Shape;1259;p46"/>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6"/>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6"/>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65"/>
        <p:cNvGrpSpPr/>
        <p:nvPr/>
      </p:nvGrpSpPr>
      <p:grpSpPr>
        <a:xfrm>
          <a:off x="0" y="0"/>
          <a:ext cx="0" cy="0"/>
          <a:chOff x="0" y="0"/>
          <a:chExt cx="0" cy="0"/>
        </a:xfrm>
      </p:grpSpPr>
      <p:sp>
        <p:nvSpPr>
          <p:cNvPr id="1266" name="Google Shape;1266;p47"/>
          <p:cNvSpPr txBox="1">
            <a:spLocks noGrp="1"/>
          </p:cNvSpPr>
          <p:nvPr>
            <p:ph type="title"/>
          </p:nvPr>
        </p:nvSpPr>
        <p:spPr>
          <a:xfrm>
            <a:off x="4229100" y="1236950"/>
            <a:ext cx="4201800" cy="883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333,000</a:t>
            </a:r>
            <a:endParaRPr/>
          </a:p>
        </p:txBody>
      </p:sp>
      <p:sp>
        <p:nvSpPr>
          <p:cNvPr id="1267" name="Google Shape;1267;p47"/>
          <p:cNvSpPr txBox="1">
            <a:spLocks noGrp="1"/>
          </p:cNvSpPr>
          <p:nvPr>
            <p:ph type="subTitle" idx="1"/>
          </p:nvPr>
        </p:nvSpPr>
        <p:spPr>
          <a:xfrm>
            <a:off x="4229100" y="2072497"/>
            <a:ext cx="4201800" cy="39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Sun’s mass compared to Earth’s</a:t>
            </a:r>
            <a:endParaRPr/>
          </a:p>
        </p:txBody>
      </p:sp>
      <p:sp>
        <p:nvSpPr>
          <p:cNvPr id="1268" name="Google Shape;1268;p47"/>
          <p:cNvSpPr txBox="1">
            <a:spLocks noGrp="1"/>
          </p:cNvSpPr>
          <p:nvPr>
            <p:ph type="title" idx="2"/>
          </p:nvPr>
        </p:nvSpPr>
        <p:spPr>
          <a:xfrm>
            <a:off x="4229100" y="2677675"/>
            <a:ext cx="4201800" cy="883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386,000 km</a:t>
            </a:r>
            <a:endParaRPr/>
          </a:p>
        </p:txBody>
      </p:sp>
      <p:sp>
        <p:nvSpPr>
          <p:cNvPr id="1269" name="Google Shape;1269;p47"/>
          <p:cNvSpPr txBox="1">
            <a:spLocks noGrp="1"/>
          </p:cNvSpPr>
          <p:nvPr>
            <p:ph type="subTitle" idx="3"/>
          </p:nvPr>
        </p:nvSpPr>
        <p:spPr>
          <a:xfrm>
            <a:off x="4229100" y="3513250"/>
            <a:ext cx="4201800" cy="39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Distance between Earth and the Moon</a:t>
            </a:r>
            <a:endParaRPr/>
          </a:p>
        </p:txBody>
      </p:sp>
      <p:grpSp>
        <p:nvGrpSpPr>
          <p:cNvPr id="1270" name="Google Shape;1270;p47"/>
          <p:cNvGrpSpPr/>
          <p:nvPr/>
        </p:nvGrpSpPr>
        <p:grpSpPr>
          <a:xfrm rot="-909507">
            <a:off x="2441871" y="1618529"/>
            <a:ext cx="590952" cy="772496"/>
            <a:chOff x="-379975" y="2335849"/>
            <a:chExt cx="1184119" cy="1547890"/>
          </a:xfrm>
        </p:grpSpPr>
        <p:sp>
          <p:nvSpPr>
            <p:cNvPr id="1271" name="Google Shape;1271;p47"/>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7"/>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7"/>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4" name="Google Shape;1274;p47"/>
          <p:cNvGrpSpPr/>
          <p:nvPr/>
        </p:nvGrpSpPr>
        <p:grpSpPr>
          <a:xfrm flipH="1">
            <a:off x="1725432" y="2941460"/>
            <a:ext cx="337491" cy="355629"/>
            <a:chOff x="4383025" y="835550"/>
            <a:chExt cx="424998" cy="447895"/>
          </a:xfrm>
        </p:grpSpPr>
        <p:sp>
          <p:nvSpPr>
            <p:cNvPr id="1275" name="Google Shape;1275;p47"/>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7"/>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7"/>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81"/>
        <p:cNvGrpSpPr/>
        <p:nvPr/>
      </p:nvGrpSpPr>
      <p:grpSpPr>
        <a:xfrm>
          <a:off x="0" y="0"/>
          <a:ext cx="0" cy="0"/>
          <a:chOff x="0" y="0"/>
          <a:chExt cx="0" cy="0"/>
        </a:xfrm>
      </p:grpSpPr>
      <p:sp>
        <p:nvSpPr>
          <p:cNvPr id="1282" name="Google Shape;1282;p48"/>
          <p:cNvSpPr txBox="1">
            <a:spLocks noGrp="1"/>
          </p:cNvSpPr>
          <p:nvPr>
            <p:ph type="title"/>
          </p:nvPr>
        </p:nvSpPr>
        <p:spPr>
          <a:xfrm>
            <a:off x="2496172" y="606950"/>
            <a:ext cx="4151700"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Thanks!</a:t>
            </a:r>
            <a:endParaRPr/>
          </a:p>
        </p:txBody>
      </p:sp>
      <p:sp>
        <p:nvSpPr>
          <p:cNvPr id="1283" name="Google Shape;1283;p48"/>
          <p:cNvSpPr txBox="1">
            <a:spLocks noGrp="1"/>
          </p:cNvSpPr>
          <p:nvPr>
            <p:ph type="subTitle" idx="1"/>
          </p:nvPr>
        </p:nvSpPr>
        <p:spPr>
          <a:xfrm>
            <a:off x="2496138" y="1617675"/>
            <a:ext cx="4151700" cy="1178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Do you have any questions?</a:t>
            </a:r>
            <a:endParaRPr b="1"/>
          </a:p>
          <a:p>
            <a:pPr marL="0" lvl="0" indent="0" algn="ctr" rtl="0">
              <a:spcBef>
                <a:spcPts val="1000"/>
              </a:spcBef>
              <a:spcAft>
                <a:spcPts val="0"/>
              </a:spcAft>
              <a:buNone/>
            </a:pPr>
            <a:r>
              <a:rPr lang="en"/>
              <a:t>youremail@freepik.com</a:t>
            </a:r>
            <a:endParaRPr/>
          </a:p>
          <a:p>
            <a:pPr marL="0" lvl="0" indent="0" algn="ctr" rtl="0">
              <a:spcBef>
                <a:spcPts val="0"/>
              </a:spcBef>
              <a:spcAft>
                <a:spcPts val="0"/>
              </a:spcAft>
              <a:buNone/>
            </a:pPr>
            <a:r>
              <a:rPr lang="en"/>
              <a:t>+34 654 321 432</a:t>
            </a:r>
            <a:endParaRPr/>
          </a:p>
          <a:p>
            <a:pPr marL="0" lvl="0" indent="0" algn="ctr" rtl="0">
              <a:spcBef>
                <a:spcPts val="0"/>
              </a:spcBef>
              <a:spcAft>
                <a:spcPts val="0"/>
              </a:spcAft>
              <a:buNone/>
            </a:pPr>
            <a:r>
              <a:rPr lang="en"/>
              <a:t>yourwebsite.com</a:t>
            </a:r>
            <a:endParaRPr/>
          </a:p>
        </p:txBody>
      </p:sp>
      <p:sp>
        <p:nvSpPr>
          <p:cNvPr id="1284" name="Google Shape;1284;p48"/>
          <p:cNvSpPr txBox="1"/>
          <p:nvPr/>
        </p:nvSpPr>
        <p:spPr>
          <a:xfrm>
            <a:off x="2496150" y="4195150"/>
            <a:ext cx="4151700" cy="341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1200">
                <a:solidFill>
                  <a:schemeClr val="dk1"/>
                </a:solidFill>
                <a:latin typeface="Lato"/>
                <a:ea typeface="Lato"/>
                <a:cs typeface="Lato"/>
                <a:sym typeface="Lato"/>
              </a:rPr>
              <a:t>Please keep this slide for attribution</a:t>
            </a:r>
            <a:endParaRPr sz="1200">
              <a:solidFill>
                <a:schemeClr val="dk1"/>
              </a:solidFill>
              <a:latin typeface="Lato"/>
              <a:ea typeface="Lato"/>
              <a:cs typeface="Lato"/>
              <a:sym typeface="Lato"/>
            </a:endParaRPr>
          </a:p>
        </p:txBody>
      </p:sp>
      <p:grpSp>
        <p:nvGrpSpPr>
          <p:cNvPr id="1285" name="Google Shape;1285;p48"/>
          <p:cNvGrpSpPr/>
          <p:nvPr/>
        </p:nvGrpSpPr>
        <p:grpSpPr>
          <a:xfrm>
            <a:off x="6804895" y="1361185"/>
            <a:ext cx="792973" cy="1968753"/>
            <a:chOff x="6804895" y="1361185"/>
            <a:chExt cx="792973" cy="1968753"/>
          </a:xfrm>
        </p:grpSpPr>
        <p:grpSp>
          <p:nvGrpSpPr>
            <p:cNvPr id="1286" name="Google Shape;1286;p48"/>
            <p:cNvGrpSpPr/>
            <p:nvPr/>
          </p:nvGrpSpPr>
          <p:grpSpPr>
            <a:xfrm rot="-377521" flipH="1">
              <a:off x="6845449" y="1391244"/>
              <a:ext cx="591002" cy="772562"/>
              <a:chOff x="-379975" y="2335849"/>
              <a:chExt cx="1184119" cy="1547890"/>
            </a:xfrm>
          </p:grpSpPr>
          <p:sp>
            <p:nvSpPr>
              <p:cNvPr id="1287" name="Google Shape;1287;p48"/>
              <p:cNvSpPr/>
              <p:nvPr/>
            </p:nvSpPr>
            <p:spPr>
              <a:xfrm>
                <a:off x="165664" y="2335849"/>
                <a:ext cx="638480" cy="1547887"/>
              </a:xfrm>
              <a:custGeom>
                <a:avLst/>
                <a:gdLst/>
                <a:ahLst/>
                <a:cxnLst/>
                <a:rect l="l" t="t" r="r" b="b"/>
                <a:pathLst>
                  <a:path w="12667" h="30709" extrusionOk="0">
                    <a:moveTo>
                      <a:pt x="9659" y="0"/>
                    </a:moveTo>
                    <a:lnTo>
                      <a:pt x="1" y="11144"/>
                    </a:lnTo>
                    <a:lnTo>
                      <a:pt x="12666" y="30708"/>
                    </a:lnTo>
                    <a:lnTo>
                      <a:pt x="9659"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8"/>
              <p:cNvSpPr/>
              <p:nvPr/>
            </p:nvSpPr>
            <p:spPr>
              <a:xfrm>
                <a:off x="-379975" y="2335849"/>
                <a:ext cx="1032546" cy="561764"/>
              </a:xfrm>
              <a:custGeom>
                <a:avLst/>
                <a:gdLst/>
                <a:ahLst/>
                <a:cxnLst/>
                <a:rect l="l" t="t" r="r" b="b"/>
                <a:pathLst>
                  <a:path w="20485" h="11145" extrusionOk="0">
                    <a:moveTo>
                      <a:pt x="20484" y="0"/>
                    </a:moveTo>
                    <a:lnTo>
                      <a:pt x="0" y="5873"/>
                    </a:lnTo>
                    <a:lnTo>
                      <a:pt x="10826" y="11144"/>
                    </a:lnTo>
                    <a:lnTo>
                      <a:pt x="2048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8"/>
              <p:cNvSpPr/>
              <p:nvPr/>
            </p:nvSpPr>
            <p:spPr>
              <a:xfrm>
                <a:off x="-379975" y="2631830"/>
                <a:ext cx="1184114" cy="1251909"/>
              </a:xfrm>
              <a:custGeom>
                <a:avLst/>
                <a:gdLst/>
                <a:ahLst/>
                <a:cxnLst/>
                <a:rect l="l" t="t" r="r" b="b"/>
                <a:pathLst>
                  <a:path w="23492" h="24837" extrusionOk="0">
                    <a:moveTo>
                      <a:pt x="0" y="1"/>
                    </a:moveTo>
                    <a:lnTo>
                      <a:pt x="23491" y="24836"/>
                    </a:lnTo>
                    <a:lnTo>
                      <a:pt x="10826" y="527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0" name="Google Shape;1290;p48"/>
            <p:cNvGrpSpPr/>
            <p:nvPr/>
          </p:nvGrpSpPr>
          <p:grpSpPr>
            <a:xfrm>
              <a:off x="7260376" y="2974310"/>
              <a:ext cx="337491" cy="355629"/>
              <a:chOff x="4383025" y="835550"/>
              <a:chExt cx="424998" cy="447895"/>
            </a:xfrm>
          </p:grpSpPr>
          <p:sp>
            <p:nvSpPr>
              <p:cNvPr id="1291" name="Google Shape;1291;p48"/>
              <p:cNvSpPr/>
              <p:nvPr/>
            </p:nvSpPr>
            <p:spPr>
              <a:xfrm>
                <a:off x="4435969" y="1108844"/>
                <a:ext cx="372054" cy="174601"/>
              </a:xfrm>
              <a:custGeom>
                <a:avLst/>
                <a:gdLst/>
                <a:ahLst/>
                <a:cxnLst/>
                <a:rect l="l" t="t" r="r" b="b"/>
                <a:pathLst>
                  <a:path w="9199" h="4317" extrusionOk="0">
                    <a:moveTo>
                      <a:pt x="9199" y="1"/>
                    </a:moveTo>
                    <a:lnTo>
                      <a:pt x="1875" y="390"/>
                    </a:lnTo>
                    <a:lnTo>
                      <a:pt x="0" y="4317"/>
                    </a:lnTo>
                    <a:lnTo>
                      <a:pt x="7324" y="3928"/>
                    </a:lnTo>
                    <a:lnTo>
                      <a:pt x="919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8"/>
              <p:cNvSpPr/>
              <p:nvPr/>
            </p:nvSpPr>
            <p:spPr>
              <a:xfrm>
                <a:off x="4383025" y="851284"/>
                <a:ext cx="128817" cy="432155"/>
              </a:xfrm>
              <a:custGeom>
                <a:avLst/>
                <a:gdLst/>
                <a:ahLst/>
                <a:cxnLst/>
                <a:rect l="l" t="t" r="r" b="b"/>
                <a:pathLst>
                  <a:path w="3185" h="10685" extrusionOk="0">
                    <a:moveTo>
                      <a:pt x="1875" y="1"/>
                    </a:moveTo>
                    <a:lnTo>
                      <a:pt x="0" y="3963"/>
                    </a:lnTo>
                    <a:lnTo>
                      <a:pt x="1309" y="10685"/>
                    </a:lnTo>
                    <a:lnTo>
                      <a:pt x="3184" y="6758"/>
                    </a:lnTo>
                    <a:lnTo>
                      <a:pt x="18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8"/>
              <p:cNvSpPr/>
              <p:nvPr/>
            </p:nvSpPr>
            <p:spPr>
              <a:xfrm>
                <a:off x="4458861" y="835550"/>
                <a:ext cx="349162" cy="289060"/>
              </a:xfrm>
              <a:custGeom>
                <a:avLst/>
                <a:gdLst/>
                <a:ahLst/>
                <a:cxnLst/>
                <a:rect l="l" t="t" r="r" b="b"/>
                <a:pathLst>
                  <a:path w="8633" h="7147" extrusionOk="0">
                    <a:moveTo>
                      <a:pt x="7324" y="0"/>
                    </a:moveTo>
                    <a:lnTo>
                      <a:pt x="0" y="390"/>
                    </a:lnTo>
                    <a:lnTo>
                      <a:pt x="1309" y="7147"/>
                    </a:lnTo>
                    <a:lnTo>
                      <a:pt x="8633" y="6758"/>
                    </a:lnTo>
                    <a:lnTo>
                      <a:pt x="732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94" name="Google Shape;1294;p48"/>
          <p:cNvGrpSpPr/>
          <p:nvPr/>
        </p:nvGrpSpPr>
        <p:grpSpPr>
          <a:xfrm rot="-2250739" flipH="1">
            <a:off x="1651591" y="2491046"/>
            <a:ext cx="724383" cy="640714"/>
            <a:chOff x="1838100" y="3887875"/>
            <a:chExt cx="2333861" cy="2064292"/>
          </a:xfrm>
        </p:grpSpPr>
        <p:sp>
          <p:nvSpPr>
            <p:cNvPr id="1295" name="Google Shape;1295;p48"/>
            <p:cNvSpPr/>
            <p:nvPr/>
          </p:nvSpPr>
          <p:spPr>
            <a:xfrm>
              <a:off x="1838100" y="3887875"/>
              <a:ext cx="1619885" cy="1350316"/>
            </a:xfrm>
            <a:custGeom>
              <a:avLst/>
              <a:gdLst/>
              <a:ahLst/>
              <a:cxnLst/>
              <a:rect l="l" t="t" r="r" b="b"/>
              <a:pathLst>
                <a:path w="23598" h="19671" extrusionOk="0">
                  <a:moveTo>
                    <a:pt x="23598" y="0"/>
                  </a:moveTo>
                  <a:lnTo>
                    <a:pt x="0" y="16840"/>
                  </a:lnTo>
                  <a:lnTo>
                    <a:pt x="16699" y="19671"/>
                  </a:lnTo>
                  <a:lnTo>
                    <a:pt x="2359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8"/>
            <p:cNvSpPr/>
            <p:nvPr/>
          </p:nvSpPr>
          <p:spPr>
            <a:xfrm>
              <a:off x="1838100" y="5043847"/>
              <a:ext cx="2333861" cy="908311"/>
            </a:xfrm>
            <a:custGeom>
              <a:avLst/>
              <a:gdLst/>
              <a:ahLst/>
              <a:cxnLst/>
              <a:rect l="l" t="t" r="r" b="b"/>
              <a:pathLst>
                <a:path w="33999" h="13232" extrusionOk="0">
                  <a:moveTo>
                    <a:pt x="0" y="0"/>
                  </a:moveTo>
                  <a:lnTo>
                    <a:pt x="33999" y="13232"/>
                  </a:lnTo>
                  <a:lnTo>
                    <a:pt x="16699" y="283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8"/>
            <p:cNvSpPr/>
            <p:nvPr/>
          </p:nvSpPr>
          <p:spPr>
            <a:xfrm>
              <a:off x="2984329" y="3887875"/>
              <a:ext cx="1187627" cy="2064292"/>
            </a:xfrm>
            <a:custGeom>
              <a:avLst/>
              <a:gdLst/>
              <a:ahLst/>
              <a:cxnLst/>
              <a:rect l="l" t="t" r="r" b="b"/>
              <a:pathLst>
                <a:path w="17301" h="30072" extrusionOk="0">
                  <a:moveTo>
                    <a:pt x="6900" y="0"/>
                  </a:moveTo>
                  <a:lnTo>
                    <a:pt x="1" y="19671"/>
                  </a:lnTo>
                  <a:lnTo>
                    <a:pt x="17301" y="30072"/>
                  </a:lnTo>
                  <a:lnTo>
                    <a:pt x="17301" y="30072"/>
                  </a:lnTo>
                  <a:lnTo>
                    <a:pt x="690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8" name="Google Shape;1298;p48"/>
          <p:cNvGrpSpPr/>
          <p:nvPr/>
        </p:nvGrpSpPr>
        <p:grpSpPr>
          <a:xfrm rot="3601313">
            <a:off x="-970066" y="3376277"/>
            <a:ext cx="1817996" cy="1473473"/>
            <a:chOff x="713225" y="4076700"/>
            <a:chExt cx="1595358" cy="1293027"/>
          </a:xfrm>
        </p:grpSpPr>
        <p:sp>
          <p:nvSpPr>
            <p:cNvPr id="1299" name="Google Shape;1299;p48"/>
            <p:cNvSpPr/>
            <p:nvPr/>
          </p:nvSpPr>
          <p:spPr>
            <a:xfrm>
              <a:off x="1694581" y="4135641"/>
              <a:ext cx="613997" cy="1234085"/>
            </a:xfrm>
            <a:custGeom>
              <a:avLst/>
              <a:gdLst/>
              <a:ahLst/>
              <a:cxnLst/>
              <a:rect l="l" t="t" r="r" b="b"/>
              <a:pathLst>
                <a:path w="14011" h="28161" extrusionOk="0">
                  <a:moveTo>
                    <a:pt x="14010" y="0"/>
                  </a:moveTo>
                  <a:lnTo>
                    <a:pt x="1" y="9871"/>
                  </a:lnTo>
                  <a:lnTo>
                    <a:pt x="12135" y="28161"/>
                  </a:lnTo>
                  <a:lnTo>
                    <a:pt x="1401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48"/>
            <p:cNvSpPr/>
            <p:nvPr/>
          </p:nvSpPr>
          <p:spPr>
            <a:xfrm>
              <a:off x="713225" y="4076700"/>
              <a:ext cx="1595358" cy="491513"/>
            </a:xfrm>
            <a:custGeom>
              <a:avLst/>
              <a:gdLst/>
              <a:ahLst/>
              <a:cxnLst/>
              <a:rect l="l" t="t" r="r" b="b"/>
              <a:pathLst>
                <a:path w="36405" h="11216" extrusionOk="0">
                  <a:moveTo>
                    <a:pt x="0" y="1"/>
                  </a:moveTo>
                  <a:lnTo>
                    <a:pt x="22395" y="11216"/>
                  </a:lnTo>
                  <a:lnTo>
                    <a:pt x="36404" y="1345"/>
                  </a:lnTo>
                  <a:lnTo>
                    <a:pt x="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8"/>
            <p:cNvSpPr/>
            <p:nvPr/>
          </p:nvSpPr>
          <p:spPr>
            <a:xfrm>
              <a:off x="713225" y="4076700"/>
              <a:ext cx="1513191" cy="1293027"/>
            </a:xfrm>
            <a:custGeom>
              <a:avLst/>
              <a:gdLst/>
              <a:ahLst/>
              <a:cxnLst/>
              <a:rect l="l" t="t" r="r" b="b"/>
              <a:pathLst>
                <a:path w="34530" h="29506" extrusionOk="0">
                  <a:moveTo>
                    <a:pt x="0" y="1"/>
                  </a:moveTo>
                  <a:lnTo>
                    <a:pt x="34529" y="29506"/>
                  </a:lnTo>
                  <a:lnTo>
                    <a:pt x="22395" y="11216"/>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2" name="Google Shape;1302;p48"/>
          <p:cNvGrpSpPr/>
          <p:nvPr/>
        </p:nvGrpSpPr>
        <p:grpSpPr>
          <a:xfrm>
            <a:off x="3582674" y="2993375"/>
            <a:ext cx="387681" cy="387661"/>
            <a:chOff x="266768" y="1721375"/>
            <a:chExt cx="397907" cy="397887"/>
          </a:xfrm>
        </p:grpSpPr>
        <p:sp>
          <p:nvSpPr>
            <p:cNvPr id="1303" name="Google Shape;1303;p48"/>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8"/>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5" name="Google Shape;1305;p48"/>
          <p:cNvGrpSpPr/>
          <p:nvPr/>
        </p:nvGrpSpPr>
        <p:grpSpPr>
          <a:xfrm>
            <a:off x="4641370" y="2993137"/>
            <a:ext cx="387661" cy="387661"/>
            <a:chOff x="1379798" y="1723250"/>
            <a:chExt cx="397887" cy="397887"/>
          </a:xfrm>
        </p:grpSpPr>
        <p:sp>
          <p:nvSpPr>
            <p:cNvPr id="1306" name="Google Shape;1306;p48"/>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8"/>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8"/>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8"/>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0" name="Google Shape;1310;p48"/>
          <p:cNvGrpSpPr/>
          <p:nvPr/>
        </p:nvGrpSpPr>
        <p:grpSpPr>
          <a:xfrm>
            <a:off x="4110330" y="2993137"/>
            <a:ext cx="387641" cy="387661"/>
            <a:chOff x="864491" y="1723250"/>
            <a:chExt cx="397866" cy="397887"/>
          </a:xfrm>
        </p:grpSpPr>
        <p:sp>
          <p:nvSpPr>
            <p:cNvPr id="1311" name="Google Shape;1311;p48"/>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8"/>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48"/>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4" name="Google Shape;1314;p48"/>
          <p:cNvGrpSpPr/>
          <p:nvPr/>
        </p:nvGrpSpPr>
        <p:grpSpPr>
          <a:xfrm>
            <a:off x="5172432" y="2993135"/>
            <a:ext cx="388966" cy="388966"/>
            <a:chOff x="1190625" y="238125"/>
            <a:chExt cx="5235075" cy="5235075"/>
          </a:xfrm>
        </p:grpSpPr>
        <p:sp>
          <p:nvSpPr>
            <p:cNvPr id="1315" name="Google Shape;1315;p48"/>
            <p:cNvSpPr/>
            <p:nvPr/>
          </p:nvSpPr>
          <p:spPr>
            <a:xfrm>
              <a:off x="2315100" y="1168900"/>
              <a:ext cx="2952100" cy="3373700"/>
            </a:xfrm>
            <a:custGeom>
              <a:avLst/>
              <a:gdLst/>
              <a:ahLst/>
              <a:cxnLst/>
              <a:rect l="l" t="t" r="r" b="b"/>
              <a:pathLst>
                <a:path w="118084" h="134948" extrusionOk="0">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48"/>
            <p:cNvSpPr/>
            <p:nvPr/>
          </p:nvSpPr>
          <p:spPr>
            <a:xfrm>
              <a:off x="1190625" y="238125"/>
              <a:ext cx="5235075" cy="5235075"/>
            </a:xfrm>
            <a:custGeom>
              <a:avLst/>
              <a:gdLst/>
              <a:ahLst/>
              <a:cxnLst/>
              <a:rect l="l" t="t" r="r" b="b"/>
              <a:pathLst>
                <a:path w="209403" h="209403" extrusionOk="0">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Colorful Theme by Slidesgo">
  <a:themeElements>
    <a:clrScheme name="Simple Light">
      <a:dk1>
        <a:srgbClr val="2C2C2C"/>
      </a:dk1>
      <a:lt1>
        <a:srgbClr val="FDFBFB"/>
      </a:lt1>
      <a:dk2>
        <a:srgbClr val="F3474E"/>
      </a:dk2>
      <a:lt2>
        <a:srgbClr val="F35B93"/>
      </a:lt2>
      <a:accent1>
        <a:srgbClr val="FFB9D0"/>
      </a:accent1>
      <a:accent2>
        <a:srgbClr val="F88451"/>
      </a:accent2>
      <a:accent3>
        <a:srgbClr val="F7B53D"/>
      </a:accent3>
      <a:accent4>
        <a:srgbClr val="00CAB5"/>
      </a:accent4>
      <a:accent5>
        <a:srgbClr val="B7F5F1"/>
      </a:accent5>
      <a:accent6>
        <a:srgbClr val="2DAED0"/>
      </a:accent6>
      <a:hlink>
        <a:srgbClr val="2C2C2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921</Words>
  <Application>Microsoft Office PowerPoint</Application>
  <PresentationFormat>Экран (16:9)</PresentationFormat>
  <Paragraphs>134</Paragraphs>
  <Slides>20</Slides>
  <Notes>20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20</vt:i4>
      </vt:variant>
    </vt:vector>
  </HeadingPairs>
  <TitlesOfParts>
    <vt:vector size="28" baseType="lpstr">
      <vt:lpstr>Figtree ExtraBold</vt:lpstr>
      <vt:lpstr>Raleway</vt:lpstr>
      <vt:lpstr>Figtree SemiBold</vt:lpstr>
      <vt:lpstr>Darker Grotesque SemiBold</vt:lpstr>
      <vt:lpstr>Figtree Black</vt:lpstr>
      <vt:lpstr>Lato</vt:lpstr>
      <vt:lpstr>Arial</vt:lpstr>
      <vt:lpstr>Colorful Theme by Slidesgo</vt:lpstr>
      <vt:lpstr>Colorful Theme</vt:lpstr>
      <vt:lpstr>Contents of this template</vt:lpstr>
      <vt:lpstr>Table of contents</vt:lpstr>
      <vt:lpstr>Introduction</vt:lpstr>
      <vt:lpstr>Name of the section</vt:lpstr>
      <vt:lpstr>The slide title goes here!</vt:lpstr>
      <vt:lpstr>Let’s have a look</vt:lpstr>
      <vt:lpstr>Two ideas</vt:lpstr>
      <vt:lpstr>Three ideas</vt:lpstr>
      <vt:lpstr>Six different ideas</vt:lpstr>
      <vt:lpstr>Awesome words</vt:lpstr>
      <vt:lpstr>Product demo</vt:lpstr>
      <vt:lpstr>This is a map</vt:lpstr>
      <vt:lpstr>Our history</vt:lpstr>
      <vt:lpstr>You can use an infographic</vt:lpstr>
      <vt:lpstr>This is a table</vt:lpstr>
      <vt:lpstr>This is a graph</vt:lpstr>
      <vt:lpstr>21 million</vt:lpstr>
      <vt:lpstr>333,000</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Colorful Theme</dc:title>
  <cp:lastModifiedBy>я</cp:lastModifiedBy>
  <cp:revision>1</cp:revision>
  <dcterms:modified xsi:type="dcterms:W3CDTF">2026-02-19T11:24:13Z</dcterms:modified>
</cp:coreProperties>
</file>
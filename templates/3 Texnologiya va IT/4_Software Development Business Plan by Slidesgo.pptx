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embeddedFontLst>
    <p:embeddedFont>
      <p:font typeface="Oswald" panose="020B0604020202020204" charset="-52"/>
      <p:regular r:id="rId39"/>
      <p:bold r:id="rId40"/>
    </p:embeddedFont>
    <p:embeddedFont>
      <p:font typeface="Roboto" panose="020B0604020202020204" charset="0"/>
      <p:regular r:id="rId41"/>
      <p:bold r:id="rId42"/>
      <p:italic r:id="rId43"/>
      <p:boldItalic r:id="rId44"/>
    </p:embeddedFont>
    <p:embeddedFont>
      <p:font typeface="Raleway" panose="020B0604020202020204" charset="-52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47CBFA-3E63-4E3D-B1D6-BE4D71F31FAB}">
  <a:tblStyle styleId="{8A47CBFA-3E63-4E3D-B1D6-BE4D71F31F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8c1997cbfd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8c1997cbfd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8b8ed53e21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8b8ed53e21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8b8ed53e21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8b8ed53e21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8bed413fd1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8bed413fd1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93be0b746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93be0b7465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8c1997cbfd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8c1997cbfd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8c1997cbf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8c1997cbf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8b8ed53e2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8b8ed53e2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8c1997cbfd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8c1997cbfd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8c1997cbfd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8c1997cbfd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8c2221473c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8c2221473c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8c1997cbf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8c1997cbf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8c2221473c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8c2221473c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ad0aeb9a5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ad0aeb9a5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8c1997cbfd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8c1997cbfd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8b8ed53e21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8b8ed53e21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8c1997cbfd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8c1997cbfd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8c1997cbfd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8c1997cbfd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8c1997cbfd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8c1997cbfd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8c1997cbfd_0_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8c1997cbfd_0_6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8c1997cbfd_0_6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8c1997cbfd_0_6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8c1997cbfd_0_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8c1997cbfd_0_6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8c1997cbfd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8c1997cbfd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8c1997cbfd_0_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8c1997cbfd_0_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8c1997cbfd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8c1997cbfd_0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8c1997cbfd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8c1997cbfd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8c1997cbfd_0_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8c1997cbfd_0_6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8c1997cbfd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8c1997cbfd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8c1997cbfd_0_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8c1997cbfd_0_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8c1997cbfd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8c1997cbfd_0_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8c1997cbf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8c1997cbf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8c1997cbfd_0_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8c1997cbfd_0_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387619"/>
            <a:ext cx="23505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ivvic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7" name="Google Shape;17;p4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18" name="Google Shape;18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4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24" name="Google Shape;24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162060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5162065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1836640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 idx="3"/>
          </p:nvPr>
        </p:nvSpPr>
        <p:spPr>
          <a:xfrm>
            <a:off x="1836635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36" name="Google Shape;36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5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42" name="Google Shape;42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6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50" name="Google Shape;50;p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6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56" name="Google Shape;56;p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2235000" y="1340850"/>
            <a:ext cx="4674000" cy="24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67" name="Google Shape;67;p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72;p8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73" name="Google Shape;73;p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1052800" y="1689450"/>
            <a:ext cx="2617200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ubTitle" idx="1"/>
          </p:nvPr>
        </p:nvSpPr>
        <p:spPr>
          <a:xfrm>
            <a:off x="1638300" y="2658650"/>
            <a:ext cx="2031600" cy="6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body" idx="2"/>
          </p:nvPr>
        </p:nvSpPr>
        <p:spPr>
          <a:xfrm>
            <a:off x="4001475" y="1440000"/>
            <a:ext cx="4422600" cy="22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82" name="Google Shape;82;p9"/>
          <p:cNvGrpSpPr/>
          <p:nvPr/>
        </p:nvGrpSpPr>
        <p:grpSpPr>
          <a:xfrm>
            <a:off x="720000" y="1013625"/>
            <a:ext cx="95400" cy="3116250"/>
            <a:chOff x="4524300" y="1013625"/>
            <a:chExt cx="95400" cy="3116250"/>
          </a:xfrm>
        </p:grpSpPr>
        <p:sp>
          <p:nvSpPr>
            <p:cNvPr id="83" name="Google Shape;83;p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>
            <a:spLocks noGrp="1"/>
          </p:cNvSpPr>
          <p:nvPr>
            <p:ph type="title"/>
          </p:nvPr>
        </p:nvSpPr>
        <p:spPr>
          <a:xfrm>
            <a:off x="1552575" y="531500"/>
            <a:ext cx="4714800" cy="1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1903250" y="1834838"/>
            <a:ext cx="5337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2524200" y="2955575"/>
            <a:ext cx="4095600" cy="3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94" name="Google Shape;94;p11"/>
          <p:cNvGrpSpPr/>
          <p:nvPr/>
        </p:nvGrpSpPr>
        <p:grpSpPr>
          <a:xfrm flipH="1">
            <a:off x="6720423" y="3784091"/>
            <a:ext cx="2423582" cy="1357541"/>
            <a:chOff x="-77" y="3784091"/>
            <a:chExt cx="2423582" cy="1357541"/>
          </a:xfrm>
        </p:grpSpPr>
        <p:sp>
          <p:nvSpPr>
            <p:cNvPr id="95" name="Google Shape;95;p1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100;p11"/>
          <p:cNvGrpSpPr/>
          <p:nvPr/>
        </p:nvGrpSpPr>
        <p:grpSpPr>
          <a:xfrm rot="10800000" flipH="1">
            <a:off x="-77" y="-9"/>
            <a:ext cx="2423582" cy="1357541"/>
            <a:chOff x="-77" y="3784091"/>
            <a:chExt cx="2423582" cy="1357541"/>
          </a:xfrm>
        </p:grpSpPr>
        <p:sp>
          <p:nvSpPr>
            <p:cNvPr id="101" name="Google Shape;101;p1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9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>
            <a:spLocks noGrp="1"/>
          </p:cNvSpPr>
          <p:nvPr>
            <p:ph type="title"/>
          </p:nvPr>
        </p:nvSpPr>
        <p:spPr>
          <a:xfrm>
            <a:off x="1902600" y="1543600"/>
            <a:ext cx="5338800" cy="13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2"/>
          </p:nvPr>
        </p:nvSpPr>
        <p:spPr>
          <a:xfrm>
            <a:off x="1902600" y="2989400"/>
            <a:ext cx="5338800" cy="6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10" name="Google Shape;110;p13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111" name="Google Shape;111;p1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6;p13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117" name="Google Shape;117;p1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5238260" y="18667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body" idx="1"/>
          </p:nvPr>
        </p:nvSpPr>
        <p:spPr>
          <a:xfrm>
            <a:off x="5238265" y="24013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body" idx="2"/>
          </p:nvPr>
        </p:nvSpPr>
        <p:spPr>
          <a:xfrm>
            <a:off x="1760440" y="24013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 idx="3"/>
          </p:nvPr>
        </p:nvSpPr>
        <p:spPr>
          <a:xfrm>
            <a:off x="1760435" y="18667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8" name="Google Shape;128;p14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29" name="Google Shape;129;p1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14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35" name="Google Shape;135;p1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title" idx="2" hasCustomPrompt="1"/>
          </p:nvPr>
        </p:nvSpPr>
        <p:spPr>
          <a:xfrm>
            <a:off x="12120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3" name="Google Shape;143;p15"/>
          <p:cNvSpPr txBox="1">
            <a:spLocks noGrp="1"/>
          </p:cNvSpPr>
          <p:nvPr>
            <p:ph type="title" idx="3" hasCustomPrompt="1"/>
          </p:nvPr>
        </p:nvSpPr>
        <p:spPr>
          <a:xfrm>
            <a:off x="31211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5"/>
          <p:cNvSpPr txBox="1">
            <a:spLocks noGrp="1"/>
          </p:cNvSpPr>
          <p:nvPr>
            <p:ph type="title" idx="4" hasCustomPrompt="1"/>
          </p:nvPr>
        </p:nvSpPr>
        <p:spPr>
          <a:xfrm>
            <a:off x="50302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15"/>
          <p:cNvSpPr txBox="1">
            <a:spLocks noGrp="1"/>
          </p:cNvSpPr>
          <p:nvPr>
            <p:ph type="title" idx="5" hasCustomPrompt="1"/>
          </p:nvPr>
        </p:nvSpPr>
        <p:spPr>
          <a:xfrm>
            <a:off x="69393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15"/>
          <p:cNvSpPr txBox="1">
            <a:spLocks noGrp="1"/>
          </p:cNvSpPr>
          <p:nvPr>
            <p:ph type="subTitle" idx="1"/>
          </p:nvPr>
        </p:nvSpPr>
        <p:spPr>
          <a:xfrm>
            <a:off x="1147475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subTitle" idx="6"/>
          </p:nvPr>
        </p:nvSpPr>
        <p:spPr>
          <a:xfrm>
            <a:off x="305655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subTitle" idx="7"/>
          </p:nvPr>
        </p:nvSpPr>
        <p:spPr>
          <a:xfrm>
            <a:off x="4965625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subTitle" idx="8"/>
          </p:nvPr>
        </p:nvSpPr>
        <p:spPr>
          <a:xfrm>
            <a:off x="687470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ubTitle" idx="9"/>
          </p:nvPr>
        </p:nvSpPr>
        <p:spPr>
          <a:xfrm>
            <a:off x="1041500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13"/>
          </p:nvPr>
        </p:nvSpPr>
        <p:spPr>
          <a:xfrm>
            <a:off x="2925197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ubTitle" idx="14"/>
          </p:nvPr>
        </p:nvSpPr>
        <p:spPr>
          <a:xfrm>
            <a:off x="4885095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subTitle" idx="15"/>
          </p:nvPr>
        </p:nvSpPr>
        <p:spPr>
          <a:xfrm>
            <a:off x="6768792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4" name="Google Shape;154;p15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55" name="Google Shape;155;p1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15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61" name="Google Shape;161;p1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1"/>
          </p:nvPr>
        </p:nvSpPr>
        <p:spPr>
          <a:xfrm>
            <a:off x="719700" y="24349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subTitle" idx="2"/>
          </p:nvPr>
        </p:nvSpPr>
        <p:spPr>
          <a:xfrm>
            <a:off x="719850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6"/>
          <p:cNvSpPr txBox="1">
            <a:spLocks noGrp="1"/>
          </p:cNvSpPr>
          <p:nvPr>
            <p:ph type="subTitle" idx="3"/>
          </p:nvPr>
        </p:nvSpPr>
        <p:spPr>
          <a:xfrm>
            <a:off x="3413619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subTitle" idx="4"/>
          </p:nvPr>
        </p:nvSpPr>
        <p:spPr>
          <a:xfrm>
            <a:off x="3413619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subTitle" idx="5"/>
          </p:nvPr>
        </p:nvSpPr>
        <p:spPr>
          <a:xfrm>
            <a:off x="6107075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6"/>
          </p:nvPr>
        </p:nvSpPr>
        <p:spPr>
          <a:xfrm>
            <a:off x="6107075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4" name="Google Shape;174;p16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175" name="Google Shape;175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" name="Google Shape;180;p16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81" name="Google Shape;181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5_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ubTitle" idx="1"/>
          </p:nvPr>
        </p:nvSpPr>
        <p:spPr>
          <a:xfrm>
            <a:off x="71997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subTitle" idx="2"/>
          </p:nvPr>
        </p:nvSpPr>
        <p:spPr>
          <a:xfrm>
            <a:off x="3964163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subTitle" idx="3"/>
          </p:nvPr>
        </p:nvSpPr>
        <p:spPr>
          <a:xfrm>
            <a:off x="714182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subTitle" idx="4"/>
          </p:nvPr>
        </p:nvSpPr>
        <p:spPr>
          <a:xfrm>
            <a:off x="719975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7"/>
          <p:cNvSpPr txBox="1">
            <a:spLocks noGrp="1"/>
          </p:cNvSpPr>
          <p:nvPr>
            <p:ph type="subTitle" idx="5"/>
          </p:nvPr>
        </p:nvSpPr>
        <p:spPr>
          <a:xfrm>
            <a:off x="7141825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7"/>
          <p:cNvSpPr txBox="1">
            <a:spLocks noGrp="1"/>
          </p:cNvSpPr>
          <p:nvPr>
            <p:ph type="subTitle" idx="6"/>
          </p:nvPr>
        </p:nvSpPr>
        <p:spPr>
          <a:xfrm>
            <a:off x="3964163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7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95" name="Google Shape;195;p17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17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01" name="Google Shape;201;p17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subTitle" idx="1"/>
          </p:nvPr>
        </p:nvSpPr>
        <p:spPr>
          <a:xfrm>
            <a:off x="1842250" y="1618793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2"/>
          </p:nvPr>
        </p:nvSpPr>
        <p:spPr>
          <a:xfrm>
            <a:off x="1417550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2004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3"/>
          </p:nvPr>
        </p:nvSpPr>
        <p:spPr>
          <a:xfrm>
            <a:off x="1842594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subTitle" idx="4"/>
          </p:nvPr>
        </p:nvSpPr>
        <p:spPr>
          <a:xfrm>
            <a:off x="1417574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40812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5"/>
          </p:nvPr>
        </p:nvSpPr>
        <p:spPr>
          <a:xfrm>
            <a:off x="5618913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6"/>
          </p:nvPr>
        </p:nvSpPr>
        <p:spPr>
          <a:xfrm>
            <a:off x="5618975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7"/>
          </p:nvPr>
        </p:nvSpPr>
        <p:spPr>
          <a:xfrm>
            <a:off x="5618957" y="1618793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8"/>
          </p:nvPr>
        </p:nvSpPr>
        <p:spPr>
          <a:xfrm>
            <a:off x="5619026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2004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6" name="Google Shape;216;p18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217" name="Google Shape;217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18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23" name="Google Shape;223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5_1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9"/>
          <p:cNvSpPr txBox="1">
            <a:spLocks noGrp="1"/>
          </p:cNvSpPr>
          <p:nvPr>
            <p:ph type="subTitle" idx="1"/>
          </p:nvPr>
        </p:nvSpPr>
        <p:spPr>
          <a:xfrm>
            <a:off x="4211675" y="142988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9"/>
          <p:cNvSpPr txBox="1">
            <a:spLocks noGrp="1"/>
          </p:cNvSpPr>
          <p:nvPr>
            <p:ph type="title" idx="2" hasCustomPrompt="1"/>
          </p:nvPr>
        </p:nvSpPr>
        <p:spPr>
          <a:xfrm>
            <a:off x="3331225" y="1443350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2" name="Google Shape;232;p19"/>
          <p:cNvSpPr txBox="1">
            <a:spLocks noGrp="1"/>
          </p:cNvSpPr>
          <p:nvPr>
            <p:ph type="subTitle" idx="3"/>
          </p:nvPr>
        </p:nvSpPr>
        <p:spPr>
          <a:xfrm>
            <a:off x="4211675" y="1694759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9"/>
          <p:cNvSpPr txBox="1">
            <a:spLocks noGrp="1"/>
          </p:cNvSpPr>
          <p:nvPr>
            <p:ph type="subTitle" idx="4"/>
          </p:nvPr>
        </p:nvSpPr>
        <p:spPr>
          <a:xfrm>
            <a:off x="4211675" y="2521206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9"/>
          <p:cNvSpPr txBox="1">
            <a:spLocks noGrp="1"/>
          </p:cNvSpPr>
          <p:nvPr>
            <p:ph type="title" idx="5" hasCustomPrompt="1"/>
          </p:nvPr>
        </p:nvSpPr>
        <p:spPr>
          <a:xfrm>
            <a:off x="3331225" y="2515672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19"/>
          <p:cNvSpPr txBox="1">
            <a:spLocks noGrp="1"/>
          </p:cNvSpPr>
          <p:nvPr>
            <p:ph type="subTitle" idx="6"/>
          </p:nvPr>
        </p:nvSpPr>
        <p:spPr>
          <a:xfrm>
            <a:off x="4211675" y="2786080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7"/>
          </p:nvPr>
        </p:nvSpPr>
        <p:spPr>
          <a:xfrm>
            <a:off x="4211825" y="361252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9"/>
          <p:cNvSpPr txBox="1">
            <a:spLocks noGrp="1"/>
          </p:cNvSpPr>
          <p:nvPr>
            <p:ph type="title" idx="8" hasCustomPrompt="1"/>
          </p:nvPr>
        </p:nvSpPr>
        <p:spPr>
          <a:xfrm>
            <a:off x="3331225" y="3612527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19"/>
          <p:cNvSpPr txBox="1">
            <a:spLocks noGrp="1"/>
          </p:cNvSpPr>
          <p:nvPr>
            <p:ph type="subTitle" idx="9"/>
          </p:nvPr>
        </p:nvSpPr>
        <p:spPr>
          <a:xfrm>
            <a:off x="4211825" y="3877401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19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240" name="Google Shape;240;p19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" name="Google Shape;245;p19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246" name="Google Shape;246;p19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>
            <a:spLocks noGrp="1"/>
          </p:cNvSpPr>
          <p:nvPr>
            <p:ph type="subTitle" idx="1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title" idx="2" hasCustomPrompt="1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3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subTitle" idx="4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title" idx="5" hasCustomPrompt="1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20"/>
          <p:cNvSpPr txBox="1">
            <a:spLocks noGrp="1"/>
          </p:cNvSpPr>
          <p:nvPr>
            <p:ph type="subTitle" idx="6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subTitle" idx="7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0"/>
          <p:cNvSpPr txBox="1">
            <a:spLocks noGrp="1"/>
          </p:cNvSpPr>
          <p:nvPr>
            <p:ph type="title" idx="8" hasCustomPrompt="1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20"/>
          <p:cNvSpPr txBox="1">
            <a:spLocks noGrp="1"/>
          </p:cNvSpPr>
          <p:nvPr>
            <p:ph type="subTitle" idx="9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 txBox="1">
            <a:spLocks noGrp="1"/>
          </p:cNvSpPr>
          <p:nvPr>
            <p:ph type="subTitle" idx="13"/>
          </p:nvPr>
        </p:nvSpPr>
        <p:spPr>
          <a:xfrm>
            <a:off x="7196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0"/>
          <p:cNvSpPr txBox="1">
            <a:spLocks noGrp="1"/>
          </p:cNvSpPr>
          <p:nvPr>
            <p:ph type="title" idx="14" hasCustomPrompt="1"/>
          </p:nvPr>
        </p:nvSpPr>
        <p:spPr>
          <a:xfrm>
            <a:off x="132920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p20"/>
          <p:cNvSpPr txBox="1">
            <a:spLocks noGrp="1"/>
          </p:cNvSpPr>
          <p:nvPr>
            <p:ph type="subTitle" idx="15"/>
          </p:nvPr>
        </p:nvSpPr>
        <p:spPr>
          <a:xfrm>
            <a:off x="720100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0"/>
          <p:cNvSpPr txBox="1">
            <a:spLocks noGrp="1"/>
          </p:cNvSpPr>
          <p:nvPr>
            <p:ph type="subTitle" idx="16"/>
          </p:nvPr>
        </p:nvSpPr>
        <p:spPr>
          <a:xfrm>
            <a:off x="34134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0"/>
          <p:cNvSpPr txBox="1">
            <a:spLocks noGrp="1"/>
          </p:cNvSpPr>
          <p:nvPr>
            <p:ph type="title" idx="17" hasCustomPrompt="1"/>
          </p:nvPr>
        </p:nvSpPr>
        <p:spPr>
          <a:xfrm>
            <a:off x="4023025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20"/>
          <p:cNvSpPr txBox="1">
            <a:spLocks noGrp="1"/>
          </p:cNvSpPr>
          <p:nvPr>
            <p:ph type="subTitle" idx="18"/>
          </p:nvPr>
        </p:nvSpPr>
        <p:spPr>
          <a:xfrm>
            <a:off x="3413738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subTitle" idx="19"/>
          </p:nvPr>
        </p:nvSpPr>
        <p:spPr>
          <a:xfrm>
            <a:off x="6107050" y="339547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0"/>
          <p:cNvSpPr txBox="1">
            <a:spLocks noGrp="1"/>
          </p:cNvSpPr>
          <p:nvPr>
            <p:ph type="title" idx="20" hasCustomPrompt="1"/>
          </p:nvPr>
        </p:nvSpPr>
        <p:spPr>
          <a:xfrm>
            <a:off x="671655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20"/>
          <p:cNvSpPr txBox="1">
            <a:spLocks noGrp="1"/>
          </p:cNvSpPr>
          <p:nvPr>
            <p:ph type="subTitle" idx="21"/>
          </p:nvPr>
        </p:nvSpPr>
        <p:spPr>
          <a:xfrm>
            <a:off x="6107101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1" name="Google Shape;271;p20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72" name="Google Shape;272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20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278" name="Google Shape;278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_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>
            <a:spLocks noGrp="1"/>
          </p:cNvSpPr>
          <p:nvPr>
            <p:ph type="subTitle" idx="1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subTitle" idx="2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1"/>
          <p:cNvSpPr txBox="1">
            <a:spLocks noGrp="1"/>
          </p:cNvSpPr>
          <p:nvPr>
            <p:ph type="subTitle" idx="3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1"/>
          <p:cNvSpPr txBox="1">
            <a:spLocks noGrp="1"/>
          </p:cNvSpPr>
          <p:nvPr>
            <p:ph type="subTitle" idx="4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1"/>
          <p:cNvSpPr txBox="1">
            <a:spLocks noGrp="1"/>
          </p:cNvSpPr>
          <p:nvPr>
            <p:ph type="subTitle" idx="5"/>
          </p:nvPr>
        </p:nvSpPr>
        <p:spPr>
          <a:xfrm>
            <a:off x="5415963" y="1499611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1"/>
          <p:cNvSpPr txBox="1">
            <a:spLocks noGrp="1"/>
          </p:cNvSpPr>
          <p:nvPr>
            <p:ph type="subTitle" idx="6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32101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1"/>
          <p:cNvSpPr txBox="1">
            <a:spLocks noGrp="1"/>
          </p:cNvSpPr>
          <p:nvPr>
            <p:ph type="subTitle" idx="7"/>
          </p:nvPr>
        </p:nvSpPr>
        <p:spPr>
          <a:xfrm>
            <a:off x="1410963" y="3553089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1"/>
          <p:cNvSpPr txBox="1">
            <a:spLocks noGrp="1"/>
          </p:cNvSpPr>
          <p:nvPr>
            <p:ph type="subTitle" idx="8"/>
          </p:nvPr>
        </p:nvSpPr>
        <p:spPr>
          <a:xfrm>
            <a:off x="141146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1"/>
          <p:cNvSpPr txBox="1">
            <a:spLocks noGrp="1"/>
          </p:cNvSpPr>
          <p:nvPr>
            <p:ph type="subTitle" idx="9"/>
          </p:nvPr>
        </p:nvSpPr>
        <p:spPr>
          <a:xfrm>
            <a:off x="5415788" y="252635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1"/>
          <p:cNvSpPr txBox="1">
            <a:spLocks noGrp="1"/>
          </p:cNvSpPr>
          <p:nvPr>
            <p:ph type="subTitle" idx="13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1"/>
          <p:cNvSpPr txBox="1">
            <a:spLocks noGrp="1"/>
          </p:cNvSpPr>
          <p:nvPr>
            <p:ph type="subTitle" idx="14"/>
          </p:nvPr>
        </p:nvSpPr>
        <p:spPr>
          <a:xfrm>
            <a:off x="5415963" y="355308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1"/>
          <p:cNvSpPr txBox="1">
            <a:spLocks noGrp="1"/>
          </p:cNvSpPr>
          <p:nvPr>
            <p:ph type="subTitle" idx="15"/>
          </p:nvPr>
        </p:nvSpPr>
        <p:spPr>
          <a:xfrm>
            <a:off x="541601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7" name="Google Shape;297;p2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98" name="Google Shape;298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" name="Google Shape;303;p2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304" name="Google Shape;304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3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433" name="Google Shape;433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23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439" name="Google Shape;439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8121500" y="4569896"/>
            <a:ext cx="1022509" cy="572747"/>
            <a:chOff x="-77" y="3784091"/>
            <a:chExt cx="2423582" cy="1357541"/>
          </a:xfrm>
        </p:grpSpPr>
        <p:sp>
          <p:nvSpPr>
            <p:cNvPr id="445" name="Google Shape;445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23"/>
          <p:cNvGrpSpPr/>
          <p:nvPr/>
        </p:nvGrpSpPr>
        <p:grpSpPr>
          <a:xfrm rot="10800000" flipH="1">
            <a:off x="0" y="846"/>
            <a:ext cx="1022509" cy="572747"/>
            <a:chOff x="-77" y="3784091"/>
            <a:chExt cx="2423582" cy="1357541"/>
          </a:xfrm>
        </p:grpSpPr>
        <p:sp>
          <p:nvSpPr>
            <p:cNvPr id="451" name="Google Shape;451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24"/>
          <p:cNvGrpSpPr/>
          <p:nvPr/>
        </p:nvGrpSpPr>
        <p:grpSpPr>
          <a:xfrm rot="5400000" flipH="1">
            <a:off x="-533027" y="3252941"/>
            <a:ext cx="2423582" cy="1357541"/>
            <a:chOff x="-77" y="3784091"/>
            <a:chExt cx="2423582" cy="1357541"/>
          </a:xfrm>
        </p:grpSpPr>
        <p:sp>
          <p:nvSpPr>
            <p:cNvPr id="458" name="Google Shape;458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24"/>
          <p:cNvGrpSpPr/>
          <p:nvPr/>
        </p:nvGrpSpPr>
        <p:grpSpPr>
          <a:xfrm rot="-5400000" flipH="1">
            <a:off x="7253448" y="533016"/>
            <a:ext cx="2423582" cy="1357541"/>
            <a:chOff x="-77" y="3784091"/>
            <a:chExt cx="2423582" cy="1357541"/>
          </a:xfrm>
        </p:grpSpPr>
        <p:sp>
          <p:nvSpPr>
            <p:cNvPr id="464" name="Google Shape;464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9" r:id="rId21"/>
    <p:sldLayoutId id="2147483670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878">
          <p15:clr>
            <a:srgbClr val="EA4335"/>
          </p15:clr>
        </p15:guide>
        <p15:guide id="7" pos="1667">
          <p15:clr>
            <a:srgbClr val="EA4335"/>
          </p15:clr>
        </p15:guide>
        <p15:guide id="8" pos="40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tories.freepik.com/?utm_source=slidesgo_template&amp;utm_medium=referral-link&amp;utm_campaign=slidesgo_contents_of_this_template&amp;utm_term=stories_by_freepik&amp;utm_content=stories" TargetMode="Externa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0nUD5s7uvmqXzaULb1w1qWI50cCue0nU7EqhJckVbAw/cop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0nUD5s7uvmqXzaULb1w1qWI50cCue0nU7EqhJckVbAw/copy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0nUD5s7uvmqXzaULb1w1qWI50cCue0nU7EqhJckVbAw/copy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 txBox="1">
            <a:spLocks noGrp="1"/>
          </p:cNvSpPr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DEVELOPMENT BUSINESS PLAN</a:t>
            </a:r>
            <a:endParaRPr/>
          </a:p>
        </p:txBody>
      </p:sp>
      <p:sp>
        <p:nvSpPr>
          <p:cNvPr id="478" name="Google Shape;478;p27"/>
          <p:cNvSpPr txBox="1">
            <a:spLocks noGrp="1"/>
          </p:cNvSpPr>
          <p:nvPr>
            <p:ph type="subTitle" idx="1"/>
          </p:nvPr>
        </p:nvSpPr>
        <p:spPr>
          <a:xfrm>
            <a:off x="720000" y="3387619"/>
            <a:ext cx="23505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sp>
        <p:nvSpPr>
          <p:cNvPr id="479" name="Google Shape;479;p27"/>
          <p:cNvSpPr/>
          <p:nvPr/>
        </p:nvSpPr>
        <p:spPr>
          <a:xfrm>
            <a:off x="5827391" y="2727835"/>
            <a:ext cx="2584558" cy="1618980"/>
          </a:xfrm>
          <a:custGeom>
            <a:avLst/>
            <a:gdLst/>
            <a:ahLst/>
            <a:cxnLst/>
            <a:rect l="l" t="t" r="r" b="b"/>
            <a:pathLst>
              <a:path w="98572" h="61746" extrusionOk="0">
                <a:moveTo>
                  <a:pt x="5705" y="1"/>
                </a:moveTo>
                <a:cubicBezTo>
                  <a:pt x="2569" y="1"/>
                  <a:pt x="1" y="2536"/>
                  <a:pt x="1" y="5672"/>
                </a:cubicBezTo>
                <a:lnTo>
                  <a:pt x="1" y="56074"/>
                </a:lnTo>
                <a:cubicBezTo>
                  <a:pt x="1" y="59210"/>
                  <a:pt x="2569" y="61745"/>
                  <a:pt x="5705" y="61745"/>
                </a:cubicBezTo>
                <a:lnTo>
                  <a:pt x="92867" y="61745"/>
                </a:lnTo>
                <a:cubicBezTo>
                  <a:pt x="96003" y="61745"/>
                  <a:pt x="98571" y="59210"/>
                  <a:pt x="98571" y="56074"/>
                </a:cubicBezTo>
                <a:lnTo>
                  <a:pt x="98571" y="5672"/>
                </a:lnTo>
                <a:cubicBezTo>
                  <a:pt x="98571" y="2536"/>
                  <a:pt x="96003" y="1"/>
                  <a:pt x="92867" y="1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7"/>
          <p:cNvSpPr/>
          <p:nvPr/>
        </p:nvSpPr>
        <p:spPr>
          <a:xfrm>
            <a:off x="6036442" y="2901883"/>
            <a:ext cx="2166454" cy="938519"/>
          </a:xfrm>
          <a:custGeom>
            <a:avLst/>
            <a:gdLst/>
            <a:ahLst/>
            <a:cxnLst/>
            <a:rect l="l" t="t" r="r" b="b"/>
            <a:pathLst>
              <a:path w="82626" h="35794" extrusionOk="0">
                <a:moveTo>
                  <a:pt x="2002" y="1"/>
                </a:moveTo>
                <a:cubicBezTo>
                  <a:pt x="901" y="1"/>
                  <a:pt x="0" y="868"/>
                  <a:pt x="0" y="2002"/>
                </a:cubicBezTo>
                <a:lnTo>
                  <a:pt x="0" y="33792"/>
                </a:lnTo>
                <a:cubicBezTo>
                  <a:pt x="0" y="34893"/>
                  <a:pt x="901" y="35793"/>
                  <a:pt x="2002" y="35793"/>
                </a:cubicBezTo>
                <a:lnTo>
                  <a:pt x="80624" y="35793"/>
                </a:lnTo>
                <a:cubicBezTo>
                  <a:pt x="81725" y="35793"/>
                  <a:pt x="82626" y="34893"/>
                  <a:pt x="82626" y="33792"/>
                </a:cubicBezTo>
                <a:lnTo>
                  <a:pt x="82626" y="2002"/>
                </a:lnTo>
                <a:cubicBezTo>
                  <a:pt x="82626" y="868"/>
                  <a:pt x="81725" y="1"/>
                  <a:pt x="80624" y="1"/>
                </a:cubicBezTo>
                <a:close/>
              </a:path>
            </a:pathLst>
          </a:custGeom>
          <a:solidFill>
            <a:srgbClr val="BEC0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6804345" y="3515875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8"/>
                  <a:pt x="4804" y="501"/>
                </a:cubicBezTo>
                <a:lnTo>
                  <a:pt x="4804" y="401"/>
                </a:lnTo>
                <a:cubicBezTo>
                  <a:pt x="4804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7"/>
          <p:cNvSpPr/>
          <p:nvPr/>
        </p:nvSpPr>
        <p:spPr>
          <a:xfrm>
            <a:off x="6804345" y="3204513"/>
            <a:ext cx="125987" cy="13136"/>
          </a:xfrm>
          <a:custGeom>
            <a:avLst/>
            <a:gdLst/>
            <a:ahLst/>
            <a:cxnLst/>
            <a:rect l="l" t="t" r="r" b="b"/>
            <a:pathLst>
              <a:path w="4805" h="501" extrusionOk="0">
                <a:moveTo>
                  <a:pt x="401" y="1"/>
                </a:moveTo>
                <a:cubicBezTo>
                  <a:pt x="168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501"/>
                </a:cubicBezTo>
                <a:lnTo>
                  <a:pt x="4804" y="401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6804345" y="3061064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5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6804345" y="3360207"/>
            <a:ext cx="125987" cy="12271"/>
          </a:xfrm>
          <a:custGeom>
            <a:avLst/>
            <a:gdLst/>
            <a:ahLst/>
            <a:cxnLst/>
            <a:rect l="l" t="t" r="r" b="b"/>
            <a:pathLst>
              <a:path w="4805" h="468" extrusionOk="0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467"/>
                </a:cubicBezTo>
                <a:lnTo>
                  <a:pt x="4804" y="400"/>
                </a:lnTo>
                <a:cubicBezTo>
                  <a:pt x="4804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6288337" y="3360207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00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7"/>
          <p:cNvSpPr/>
          <p:nvPr/>
        </p:nvSpPr>
        <p:spPr>
          <a:xfrm>
            <a:off x="6804345" y="2967485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4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6288337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6116020" y="3204513"/>
            <a:ext cx="299144" cy="13136"/>
          </a:xfrm>
          <a:custGeom>
            <a:avLst/>
            <a:gdLst/>
            <a:ahLst/>
            <a:cxnLst/>
            <a:rect l="l" t="t" r="r" b="b"/>
            <a:pathLst>
              <a:path w="11409" h="501" extrusionOk="0">
                <a:moveTo>
                  <a:pt x="434" y="1"/>
                </a:moveTo>
                <a:cubicBezTo>
                  <a:pt x="201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10975" y="67"/>
                </a:lnTo>
                <a:cubicBezTo>
                  <a:pt x="11209" y="67"/>
                  <a:pt x="11409" y="267"/>
                  <a:pt x="11409" y="501"/>
                </a:cubicBezTo>
                <a:lnTo>
                  <a:pt x="11409" y="401"/>
                </a:lnTo>
                <a:cubicBezTo>
                  <a:pt x="11409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6288337" y="3671568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00" y="0"/>
                </a:moveTo>
                <a:cubicBezTo>
                  <a:pt x="167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6288337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7"/>
          <p:cNvSpPr/>
          <p:nvPr/>
        </p:nvSpPr>
        <p:spPr>
          <a:xfrm>
            <a:off x="6288337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7147196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7"/>
          <p:cNvSpPr/>
          <p:nvPr/>
        </p:nvSpPr>
        <p:spPr>
          <a:xfrm>
            <a:off x="7147196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7147196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7"/>
          <p:cNvSpPr/>
          <p:nvPr/>
        </p:nvSpPr>
        <p:spPr>
          <a:xfrm>
            <a:off x="6975771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6975771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7"/>
          <p:cNvSpPr/>
          <p:nvPr/>
        </p:nvSpPr>
        <p:spPr>
          <a:xfrm>
            <a:off x="6975771" y="3360207"/>
            <a:ext cx="126852" cy="12271"/>
          </a:xfrm>
          <a:custGeom>
            <a:avLst/>
            <a:gdLst/>
            <a:ahLst/>
            <a:cxnLst/>
            <a:rect l="l" t="t" r="r" b="b"/>
            <a:pathLst>
              <a:path w="4838" h="468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7"/>
          <p:cNvSpPr/>
          <p:nvPr/>
        </p:nvSpPr>
        <p:spPr>
          <a:xfrm>
            <a:off x="7147196" y="3360207"/>
            <a:ext cx="126852" cy="12271"/>
          </a:xfrm>
          <a:custGeom>
            <a:avLst/>
            <a:gdLst/>
            <a:ahLst/>
            <a:cxnLst/>
            <a:rect l="l" t="t" r="r" b="b"/>
            <a:pathLst>
              <a:path w="4838" h="468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6975771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6975771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7147196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34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7"/>
          <p:cNvSpPr/>
          <p:nvPr/>
        </p:nvSpPr>
        <p:spPr>
          <a:xfrm>
            <a:off x="6804345" y="3671568"/>
            <a:ext cx="814315" cy="13136"/>
          </a:xfrm>
          <a:custGeom>
            <a:avLst/>
            <a:gdLst/>
            <a:ahLst/>
            <a:cxnLst/>
            <a:rect l="l" t="t" r="r" b="b"/>
            <a:pathLst>
              <a:path w="31057" h="501" extrusionOk="0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30623" y="67"/>
                </a:lnTo>
                <a:cubicBezTo>
                  <a:pt x="30856" y="67"/>
                  <a:pt x="31056" y="267"/>
                  <a:pt x="31056" y="501"/>
                </a:cubicBezTo>
                <a:lnTo>
                  <a:pt x="31056" y="401"/>
                </a:lnTo>
                <a:cubicBezTo>
                  <a:pt x="31056" y="167"/>
                  <a:pt x="30856" y="0"/>
                  <a:pt x="3062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7"/>
          <p:cNvSpPr/>
          <p:nvPr/>
        </p:nvSpPr>
        <p:spPr>
          <a:xfrm>
            <a:off x="6632054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6459763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7"/>
          <p:cNvSpPr/>
          <p:nvPr/>
        </p:nvSpPr>
        <p:spPr>
          <a:xfrm>
            <a:off x="6632054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6459763" y="3671568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0"/>
                </a:moveTo>
                <a:cubicBezTo>
                  <a:pt x="200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7"/>
          <p:cNvSpPr/>
          <p:nvPr/>
        </p:nvSpPr>
        <p:spPr>
          <a:xfrm>
            <a:off x="6459763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6459763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6459763" y="3204513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6459763" y="3360207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7"/>
          <p:cNvSpPr/>
          <p:nvPr/>
        </p:nvSpPr>
        <p:spPr>
          <a:xfrm>
            <a:off x="6632054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6632054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7"/>
          <p:cNvSpPr/>
          <p:nvPr/>
        </p:nvSpPr>
        <p:spPr>
          <a:xfrm>
            <a:off x="6632054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7"/>
          <p:cNvSpPr/>
          <p:nvPr/>
        </p:nvSpPr>
        <p:spPr>
          <a:xfrm>
            <a:off x="6632054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6792100" y="3891973"/>
            <a:ext cx="649889" cy="380478"/>
          </a:xfrm>
          <a:custGeom>
            <a:avLst/>
            <a:gdLst/>
            <a:ahLst/>
            <a:cxnLst/>
            <a:rect l="l" t="t" r="r" b="b"/>
            <a:pathLst>
              <a:path w="24786" h="14511" extrusionOk="0">
                <a:moveTo>
                  <a:pt x="2002" y="0"/>
                </a:moveTo>
                <a:cubicBezTo>
                  <a:pt x="901" y="0"/>
                  <a:pt x="1" y="901"/>
                  <a:pt x="1" y="2002"/>
                </a:cubicBezTo>
                <a:lnTo>
                  <a:pt x="1" y="12509"/>
                </a:lnTo>
                <a:cubicBezTo>
                  <a:pt x="1" y="13610"/>
                  <a:pt x="901" y="14511"/>
                  <a:pt x="2002" y="14511"/>
                </a:cubicBezTo>
                <a:lnTo>
                  <a:pt x="22784" y="14511"/>
                </a:lnTo>
                <a:cubicBezTo>
                  <a:pt x="23884" y="14511"/>
                  <a:pt x="24785" y="13610"/>
                  <a:pt x="24785" y="12509"/>
                </a:cubicBezTo>
                <a:lnTo>
                  <a:pt x="24785" y="2002"/>
                </a:lnTo>
                <a:cubicBezTo>
                  <a:pt x="24785" y="901"/>
                  <a:pt x="23884" y="0"/>
                  <a:pt x="22784" y="0"/>
                </a:cubicBezTo>
                <a:close/>
              </a:path>
            </a:pathLst>
          </a:custGeom>
          <a:solidFill>
            <a:srgbClr val="C1B7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7"/>
          <p:cNvSpPr/>
          <p:nvPr/>
        </p:nvSpPr>
        <p:spPr>
          <a:xfrm>
            <a:off x="6116020" y="2967485"/>
            <a:ext cx="2017786" cy="822181"/>
          </a:xfrm>
          <a:custGeom>
            <a:avLst/>
            <a:gdLst/>
            <a:ahLst/>
            <a:cxnLst/>
            <a:rect l="l" t="t" r="r" b="b"/>
            <a:pathLst>
              <a:path w="76956" h="31357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2369"/>
                </a:lnTo>
                <a:cubicBezTo>
                  <a:pt x="1" y="2603"/>
                  <a:pt x="201" y="2769"/>
                  <a:pt x="434" y="2769"/>
                </a:cubicBezTo>
                <a:lnTo>
                  <a:pt x="4437" y="2769"/>
                </a:lnTo>
                <a:cubicBezTo>
                  <a:pt x="4671" y="2769"/>
                  <a:pt x="4837" y="2603"/>
                  <a:pt x="4837" y="2369"/>
                </a:cubicBezTo>
                <a:lnTo>
                  <a:pt x="4837" y="434"/>
                </a:lnTo>
                <a:cubicBezTo>
                  <a:pt x="4837" y="201"/>
                  <a:pt x="4671" y="1"/>
                  <a:pt x="4437" y="1"/>
                </a:cubicBezTo>
                <a:close/>
                <a:moveTo>
                  <a:pt x="6972" y="1"/>
                </a:moveTo>
                <a:cubicBezTo>
                  <a:pt x="6739" y="1"/>
                  <a:pt x="6572" y="201"/>
                  <a:pt x="6572" y="434"/>
                </a:cubicBezTo>
                <a:lnTo>
                  <a:pt x="6572" y="2369"/>
                </a:lnTo>
                <a:cubicBezTo>
                  <a:pt x="6572" y="2603"/>
                  <a:pt x="6739" y="2769"/>
                  <a:pt x="6972" y="2769"/>
                </a:cubicBezTo>
                <a:lnTo>
                  <a:pt x="10975" y="2769"/>
                </a:lnTo>
                <a:cubicBezTo>
                  <a:pt x="11209" y="2769"/>
                  <a:pt x="11409" y="2603"/>
                  <a:pt x="11409" y="2369"/>
                </a:cubicBezTo>
                <a:lnTo>
                  <a:pt x="11409" y="434"/>
                </a:lnTo>
                <a:cubicBezTo>
                  <a:pt x="11409" y="201"/>
                  <a:pt x="11209" y="1"/>
                  <a:pt x="10975" y="1"/>
                </a:cubicBezTo>
                <a:close/>
                <a:moveTo>
                  <a:pt x="13544" y="1"/>
                </a:moveTo>
                <a:cubicBezTo>
                  <a:pt x="13310" y="1"/>
                  <a:pt x="13110" y="201"/>
                  <a:pt x="13110" y="434"/>
                </a:cubicBezTo>
                <a:lnTo>
                  <a:pt x="13110" y="2369"/>
                </a:lnTo>
                <a:cubicBezTo>
                  <a:pt x="13110" y="2603"/>
                  <a:pt x="13310" y="2769"/>
                  <a:pt x="13544" y="2769"/>
                </a:cubicBezTo>
                <a:lnTo>
                  <a:pt x="17547" y="2769"/>
                </a:lnTo>
                <a:cubicBezTo>
                  <a:pt x="17780" y="2769"/>
                  <a:pt x="17947" y="2603"/>
                  <a:pt x="17947" y="2369"/>
                </a:cubicBezTo>
                <a:lnTo>
                  <a:pt x="17947" y="434"/>
                </a:lnTo>
                <a:cubicBezTo>
                  <a:pt x="17947" y="201"/>
                  <a:pt x="17780" y="1"/>
                  <a:pt x="17547" y="1"/>
                </a:cubicBezTo>
                <a:close/>
                <a:moveTo>
                  <a:pt x="20082" y="1"/>
                </a:moveTo>
                <a:cubicBezTo>
                  <a:pt x="19882" y="1"/>
                  <a:pt x="19681" y="201"/>
                  <a:pt x="19681" y="434"/>
                </a:cubicBezTo>
                <a:lnTo>
                  <a:pt x="19681" y="2369"/>
                </a:lnTo>
                <a:cubicBezTo>
                  <a:pt x="19681" y="2603"/>
                  <a:pt x="19882" y="2769"/>
                  <a:pt x="20082" y="2769"/>
                </a:cubicBezTo>
                <a:lnTo>
                  <a:pt x="24085" y="2769"/>
                </a:lnTo>
                <a:cubicBezTo>
                  <a:pt x="24318" y="2769"/>
                  <a:pt x="24518" y="2603"/>
                  <a:pt x="24518" y="2369"/>
                </a:cubicBezTo>
                <a:lnTo>
                  <a:pt x="24518" y="434"/>
                </a:lnTo>
                <a:cubicBezTo>
                  <a:pt x="24518" y="201"/>
                  <a:pt x="24318" y="1"/>
                  <a:pt x="24085" y="1"/>
                </a:cubicBezTo>
                <a:close/>
                <a:moveTo>
                  <a:pt x="26653" y="1"/>
                </a:moveTo>
                <a:cubicBezTo>
                  <a:pt x="26420" y="1"/>
                  <a:pt x="26253" y="201"/>
                  <a:pt x="26253" y="434"/>
                </a:cubicBezTo>
                <a:lnTo>
                  <a:pt x="26253" y="2369"/>
                </a:lnTo>
                <a:cubicBezTo>
                  <a:pt x="26253" y="2603"/>
                  <a:pt x="26420" y="2769"/>
                  <a:pt x="26653" y="2769"/>
                </a:cubicBezTo>
                <a:lnTo>
                  <a:pt x="30656" y="2769"/>
                </a:lnTo>
                <a:cubicBezTo>
                  <a:pt x="30889" y="2769"/>
                  <a:pt x="31056" y="2603"/>
                  <a:pt x="31056" y="2369"/>
                </a:cubicBezTo>
                <a:lnTo>
                  <a:pt x="31056" y="434"/>
                </a:lnTo>
                <a:cubicBezTo>
                  <a:pt x="31056" y="201"/>
                  <a:pt x="30889" y="1"/>
                  <a:pt x="30656" y="1"/>
                </a:cubicBezTo>
                <a:close/>
                <a:moveTo>
                  <a:pt x="33224" y="1"/>
                </a:moveTo>
                <a:cubicBezTo>
                  <a:pt x="32991" y="1"/>
                  <a:pt x="32791" y="201"/>
                  <a:pt x="32791" y="434"/>
                </a:cubicBezTo>
                <a:lnTo>
                  <a:pt x="32791" y="2369"/>
                </a:lnTo>
                <a:cubicBezTo>
                  <a:pt x="32791" y="2603"/>
                  <a:pt x="32991" y="2769"/>
                  <a:pt x="33224" y="2769"/>
                </a:cubicBezTo>
                <a:lnTo>
                  <a:pt x="37194" y="2769"/>
                </a:lnTo>
                <a:cubicBezTo>
                  <a:pt x="37427" y="2769"/>
                  <a:pt x="37628" y="2603"/>
                  <a:pt x="37628" y="2369"/>
                </a:cubicBezTo>
                <a:lnTo>
                  <a:pt x="37628" y="434"/>
                </a:lnTo>
                <a:cubicBezTo>
                  <a:pt x="37628" y="201"/>
                  <a:pt x="37427" y="1"/>
                  <a:pt x="37194" y="1"/>
                </a:cubicBezTo>
                <a:close/>
                <a:moveTo>
                  <a:pt x="39762" y="1"/>
                </a:moveTo>
                <a:cubicBezTo>
                  <a:pt x="39529" y="1"/>
                  <a:pt x="39329" y="201"/>
                  <a:pt x="39329" y="434"/>
                </a:cubicBezTo>
                <a:lnTo>
                  <a:pt x="39329" y="2369"/>
                </a:lnTo>
                <a:cubicBezTo>
                  <a:pt x="39362" y="2603"/>
                  <a:pt x="39529" y="2769"/>
                  <a:pt x="39762" y="2769"/>
                </a:cubicBezTo>
                <a:lnTo>
                  <a:pt x="43765" y="2769"/>
                </a:lnTo>
                <a:cubicBezTo>
                  <a:pt x="43999" y="2769"/>
                  <a:pt x="44166" y="2603"/>
                  <a:pt x="44166" y="2369"/>
                </a:cubicBezTo>
                <a:lnTo>
                  <a:pt x="44166" y="434"/>
                </a:lnTo>
                <a:cubicBezTo>
                  <a:pt x="44166" y="201"/>
                  <a:pt x="43999" y="1"/>
                  <a:pt x="43765" y="1"/>
                </a:cubicBezTo>
                <a:close/>
                <a:moveTo>
                  <a:pt x="46334" y="1"/>
                </a:moveTo>
                <a:cubicBezTo>
                  <a:pt x="46100" y="1"/>
                  <a:pt x="45900" y="201"/>
                  <a:pt x="45900" y="434"/>
                </a:cubicBezTo>
                <a:lnTo>
                  <a:pt x="45900" y="2369"/>
                </a:lnTo>
                <a:cubicBezTo>
                  <a:pt x="45900" y="2603"/>
                  <a:pt x="46100" y="2769"/>
                  <a:pt x="46334" y="2769"/>
                </a:cubicBezTo>
                <a:lnTo>
                  <a:pt x="50337" y="2769"/>
                </a:lnTo>
                <a:cubicBezTo>
                  <a:pt x="50537" y="2769"/>
                  <a:pt x="50737" y="2603"/>
                  <a:pt x="50737" y="2369"/>
                </a:cubicBezTo>
                <a:lnTo>
                  <a:pt x="50737" y="434"/>
                </a:lnTo>
                <a:cubicBezTo>
                  <a:pt x="50737" y="201"/>
                  <a:pt x="50537" y="1"/>
                  <a:pt x="50337" y="1"/>
                </a:cubicBezTo>
                <a:close/>
                <a:moveTo>
                  <a:pt x="52872" y="1"/>
                </a:moveTo>
                <a:cubicBezTo>
                  <a:pt x="52638" y="1"/>
                  <a:pt x="52471" y="201"/>
                  <a:pt x="52471" y="434"/>
                </a:cubicBezTo>
                <a:lnTo>
                  <a:pt x="52471" y="2369"/>
                </a:lnTo>
                <a:cubicBezTo>
                  <a:pt x="52471" y="2603"/>
                  <a:pt x="52638" y="2769"/>
                  <a:pt x="52872" y="2769"/>
                </a:cubicBezTo>
                <a:lnTo>
                  <a:pt x="56875" y="2769"/>
                </a:lnTo>
                <a:cubicBezTo>
                  <a:pt x="57108" y="2769"/>
                  <a:pt x="57308" y="2603"/>
                  <a:pt x="57308" y="2369"/>
                </a:cubicBezTo>
                <a:lnTo>
                  <a:pt x="57308" y="434"/>
                </a:lnTo>
                <a:cubicBezTo>
                  <a:pt x="57308" y="201"/>
                  <a:pt x="57108" y="1"/>
                  <a:pt x="56875" y="1"/>
                </a:cubicBezTo>
                <a:close/>
                <a:moveTo>
                  <a:pt x="59443" y="1"/>
                </a:moveTo>
                <a:cubicBezTo>
                  <a:pt x="59210" y="1"/>
                  <a:pt x="59009" y="201"/>
                  <a:pt x="59009" y="434"/>
                </a:cubicBezTo>
                <a:lnTo>
                  <a:pt x="59009" y="2369"/>
                </a:lnTo>
                <a:cubicBezTo>
                  <a:pt x="59009" y="2603"/>
                  <a:pt x="59210" y="2769"/>
                  <a:pt x="59443" y="2769"/>
                </a:cubicBezTo>
                <a:lnTo>
                  <a:pt x="63446" y="2769"/>
                </a:lnTo>
                <a:cubicBezTo>
                  <a:pt x="63646" y="2769"/>
                  <a:pt x="63846" y="2603"/>
                  <a:pt x="63846" y="2369"/>
                </a:cubicBezTo>
                <a:lnTo>
                  <a:pt x="63846" y="434"/>
                </a:lnTo>
                <a:cubicBezTo>
                  <a:pt x="63846" y="201"/>
                  <a:pt x="63646" y="1"/>
                  <a:pt x="63446" y="1"/>
                </a:cubicBezTo>
                <a:close/>
                <a:moveTo>
                  <a:pt x="65981" y="1"/>
                </a:moveTo>
                <a:cubicBezTo>
                  <a:pt x="65748" y="1"/>
                  <a:pt x="65581" y="201"/>
                  <a:pt x="65581" y="434"/>
                </a:cubicBezTo>
                <a:lnTo>
                  <a:pt x="65581" y="2369"/>
                </a:lnTo>
                <a:cubicBezTo>
                  <a:pt x="65581" y="2603"/>
                  <a:pt x="65748" y="2769"/>
                  <a:pt x="65981" y="2769"/>
                </a:cubicBezTo>
                <a:lnTo>
                  <a:pt x="69984" y="2769"/>
                </a:lnTo>
                <a:cubicBezTo>
                  <a:pt x="70217" y="2769"/>
                  <a:pt x="70418" y="2603"/>
                  <a:pt x="70418" y="2369"/>
                </a:cubicBezTo>
                <a:lnTo>
                  <a:pt x="70418" y="434"/>
                </a:lnTo>
                <a:cubicBezTo>
                  <a:pt x="70418" y="201"/>
                  <a:pt x="70217" y="1"/>
                  <a:pt x="69984" y="1"/>
                </a:cubicBezTo>
                <a:close/>
                <a:moveTo>
                  <a:pt x="72552" y="1"/>
                </a:moveTo>
                <a:cubicBezTo>
                  <a:pt x="72319" y="1"/>
                  <a:pt x="72119" y="201"/>
                  <a:pt x="72119" y="434"/>
                </a:cubicBezTo>
                <a:lnTo>
                  <a:pt x="72119" y="2369"/>
                </a:lnTo>
                <a:cubicBezTo>
                  <a:pt x="72119" y="2603"/>
                  <a:pt x="72319" y="2769"/>
                  <a:pt x="72552" y="2769"/>
                </a:cubicBezTo>
                <a:lnTo>
                  <a:pt x="76555" y="2769"/>
                </a:lnTo>
                <a:cubicBezTo>
                  <a:pt x="76789" y="2769"/>
                  <a:pt x="76956" y="2603"/>
                  <a:pt x="76956" y="2369"/>
                </a:cubicBezTo>
                <a:lnTo>
                  <a:pt x="76956" y="434"/>
                </a:lnTo>
                <a:cubicBezTo>
                  <a:pt x="76956" y="201"/>
                  <a:pt x="76789" y="1"/>
                  <a:pt x="76555" y="1"/>
                </a:cubicBezTo>
                <a:close/>
                <a:moveTo>
                  <a:pt x="434" y="3570"/>
                </a:moveTo>
                <a:cubicBezTo>
                  <a:pt x="201" y="3570"/>
                  <a:pt x="1" y="3770"/>
                  <a:pt x="1" y="4004"/>
                </a:cubicBezTo>
                <a:lnTo>
                  <a:pt x="1" y="7673"/>
                </a:lnTo>
                <a:cubicBezTo>
                  <a:pt x="1" y="7906"/>
                  <a:pt x="201" y="8073"/>
                  <a:pt x="434" y="8073"/>
                </a:cubicBezTo>
                <a:lnTo>
                  <a:pt x="4437" y="8073"/>
                </a:lnTo>
                <a:cubicBezTo>
                  <a:pt x="4671" y="8073"/>
                  <a:pt x="4837" y="7906"/>
                  <a:pt x="4837" y="7673"/>
                </a:cubicBezTo>
                <a:lnTo>
                  <a:pt x="4837" y="4004"/>
                </a:lnTo>
                <a:cubicBezTo>
                  <a:pt x="4837" y="3770"/>
                  <a:pt x="4671" y="3570"/>
                  <a:pt x="4437" y="3570"/>
                </a:cubicBezTo>
                <a:close/>
                <a:moveTo>
                  <a:pt x="6972" y="3570"/>
                </a:moveTo>
                <a:cubicBezTo>
                  <a:pt x="6739" y="3570"/>
                  <a:pt x="6572" y="3770"/>
                  <a:pt x="6572" y="4004"/>
                </a:cubicBezTo>
                <a:lnTo>
                  <a:pt x="6572" y="7673"/>
                </a:lnTo>
                <a:cubicBezTo>
                  <a:pt x="6572" y="7906"/>
                  <a:pt x="6739" y="8073"/>
                  <a:pt x="6972" y="8073"/>
                </a:cubicBezTo>
                <a:lnTo>
                  <a:pt x="10975" y="8073"/>
                </a:lnTo>
                <a:cubicBezTo>
                  <a:pt x="11209" y="8073"/>
                  <a:pt x="11409" y="7906"/>
                  <a:pt x="11409" y="7673"/>
                </a:cubicBezTo>
                <a:lnTo>
                  <a:pt x="11409" y="4004"/>
                </a:lnTo>
                <a:cubicBezTo>
                  <a:pt x="11409" y="3770"/>
                  <a:pt x="11209" y="3570"/>
                  <a:pt x="10975" y="3570"/>
                </a:cubicBezTo>
                <a:close/>
                <a:moveTo>
                  <a:pt x="13544" y="3570"/>
                </a:moveTo>
                <a:cubicBezTo>
                  <a:pt x="13310" y="3570"/>
                  <a:pt x="13110" y="3770"/>
                  <a:pt x="13110" y="4004"/>
                </a:cubicBezTo>
                <a:lnTo>
                  <a:pt x="13110" y="7673"/>
                </a:lnTo>
                <a:cubicBezTo>
                  <a:pt x="13110" y="7906"/>
                  <a:pt x="13310" y="8073"/>
                  <a:pt x="13544" y="8073"/>
                </a:cubicBezTo>
                <a:lnTo>
                  <a:pt x="17547" y="8073"/>
                </a:lnTo>
                <a:cubicBezTo>
                  <a:pt x="17780" y="8073"/>
                  <a:pt x="17947" y="7906"/>
                  <a:pt x="17947" y="7673"/>
                </a:cubicBezTo>
                <a:lnTo>
                  <a:pt x="17947" y="4004"/>
                </a:lnTo>
                <a:cubicBezTo>
                  <a:pt x="17947" y="3770"/>
                  <a:pt x="17780" y="3570"/>
                  <a:pt x="17547" y="3570"/>
                </a:cubicBezTo>
                <a:close/>
                <a:moveTo>
                  <a:pt x="20082" y="3570"/>
                </a:moveTo>
                <a:cubicBezTo>
                  <a:pt x="19882" y="3570"/>
                  <a:pt x="19681" y="3770"/>
                  <a:pt x="19681" y="4004"/>
                </a:cubicBezTo>
                <a:lnTo>
                  <a:pt x="19681" y="7673"/>
                </a:lnTo>
                <a:cubicBezTo>
                  <a:pt x="19681" y="7906"/>
                  <a:pt x="19882" y="8073"/>
                  <a:pt x="20082" y="8073"/>
                </a:cubicBezTo>
                <a:lnTo>
                  <a:pt x="24085" y="8073"/>
                </a:lnTo>
                <a:cubicBezTo>
                  <a:pt x="24318" y="8073"/>
                  <a:pt x="24518" y="7906"/>
                  <a:pt x="24518" y="7673"/>
                </a:cubicBezTo>
                <a:lnTo>
                  <a:pt x="24518" y="4004"/>
                </a:lnTo>
                <a:cubicBezTo>
                  <a:pt x="24518" y="3770"/>
                  <a:pt x="24318" y="3570"/>
                  <a:pt x="24085" y="3570"/>
                </a:cubicBezTo>
                <a:close/>
                <a:moveTo>
                  <a:pt x="26653" y="3570"/>
                </a:moveTo>
                <a:cubicBezTo>
                  <a:pt x="26420" y="3570"/>
                  <a:pt x="26253" y="3770"/>
                  <a:pt x="26253" y="4004"/>
                </a:cubicBezTo>
                <a:lnTo>
                  <a:pt x="26253" y="7673"/>
                </a:lnTo>
                <a:cubicBezTo>
                  <a:pt x="26253" y="7906"/>
                  <a:pt x="26420" y="8073"/>
                  <a:pt x="26653" y="8073"/>
                </a:cubicBezTo>
                <a:lnTo>
                  <a:pt x="30656" y="8073"/>
                </a:lnTo>
                <a:cubicBezTo>
                  <a:pt x="30889" y="8073"/>
                  <a:pt x="31056" y="7906"/>
                  <a:pt x="31056" y="7673"/>
                </a:cubicBezTo>
                <a:lnTo>
                  <a:pt x="31056" y="4004"/>
                </a:lnTo>
                <a:cubicBezTo>
                  <a:pt x="31056" y="3770"/>
                  <a:pt x="30889" y="3570"/>
                  <a:pt x="30656" y="3570"/>
                </a:cubicBezTo>
                <a:close/>
                <a:moveTo>
                  <a:pt x="33224" y="3570"/>
                </a:moveTo>
                <a:cubicBezTo>
                  <a:pt x="32991" y="3570"/>
                  <a:pt x="32791" y="3770"/>
                  <a:pt x="32791" y="4004"/>
                </a:cubicBezTo>
                <a:lnTo>
                  <a:pt x="32791" y="7673"/>
                </a:lnTo>
                <a:cubicBezTo>
                  <a:pt x="32791" y="7906"/>
                  <a:pt x="32991" y="8073"/>
                  <a:pt x="33224" y="8073"/>
                </a:cubicBezTo>
                <a:lnTo>
                  <a:pt x="37194" y="8073"/>
                </a:lnTo>
                <a:cubicBezTo>
                  <a:pt x="37427" y="8073"/>
                  <a:pt x="37628" y="7906"/>
                  <a:pt x="37628" y="7673"/>
                </a:cubicBezTo>
                <a:lnTo>
                  <a:pt x="37628" y="4004"/>
                </a:lnTo>
                <a:cubicBezTo>
                  <a:pt x="37628" y="3770"/>
                  <a:pt x="37427" y="3570"/>
                  <a:pt x="37194" y="3570"/>
                </a:cubicBezTo>
                <a:close/>
                <a:moveTo>
                  <a:pt x="39762" y="3570"/>
                </a:moveTo>
                <a:cubicBezTo>
                  <a:pt x="39529" y="3570"/>
                  <a:pt x="39329" y="3770"/>
                  <a:pt x="39329" y="4004"/>
                </a:cubicBezTo>
                <a:lnTo>
                  <a:pt x="39329" y="7673"/>
                </a:lnTo>
                <a:cubicBezTo>
                  <a:pt x="39362" y="7906"/>
                  <a:pt x="39529" y="8073"/>
                  <a:pt x="39762" y="8073"/>
                </a:cubicBezTo>
                <a:lnTo>
                  <a:pt x="43765" y="8073"/>
                </a:lnTo>
                <a:cubicBezTo>
                  <a:pt x="43999" y="8073"/>
                  <a:pt x="44166" y="7906"/>
                  <a:pt x="44166" y="7673"/>
                </a:cubicBezTo>
                <a:lnTo>
                  <a:pt x="44166" y="4004"/>
                </a:lnTo>
                <a:cubicBezTo>
                  <a:pt x="44166" y="3770"/>
                  <a:pt x="43999" y="3570"/>
                  <a:pt x="43765" y="3570"/>
                </a:cubicBezTo>
                <a:close/>
                <a:moveTo>
                  <a:pt x="46334" y="3570"/>
                </a:moveTo>
                <a:cubicBezTo>
                  <a:pt x="46100" y="3570"/>
                  <a:pt x="45900" y="3770"/>
                  <a:pt x="45900" y="4004"/>
                </a:cubicBezTo>
                <a:lnTo>
                  <a:pt x="45900" y="7673"/>
                </a:lnTo>
                <a:cubicBezTo>
                  <a:pt x="45900" y="7906"/>
                  <a:pt x="46100" y="8073"/>
                  <a:pt x="46334" y="8073"/>
                </a:cubicBezTo>
                <a:lnTo>
                  <a:pt x="50337" y="8073"/>
                </a:lnTo>
                <a:cubicBezTo>
                  <a:pt x="50537" y="8073"/>
                  <a:pt x="50737" y="7906"/>
                  <a:pt x="50737" y="7673"/>
                </a:cubicBezTo>
                <a:lnTo>
                  <a:pt x="50737" y="4004"/>
                </a:lnTo>
                <a:cubicBezTo>
                  <a:pt x="50737" y="3770"/>
                  <a:pt x="50537" y="3570"/>
                  <a:pt x="50337" y="3570"/>
                </a:cubicBezTo>
                <a:close/>
                <a:moveTo>
                  <a:pt x="52872" y="3570"/>
                </a:moveTo>
                <a:cubicBezTo>
                  <a:pt x="52638" y="3570"/>
                  <a:pt x="52471" y="3770"/>
                  <a:pt x="52471" y="4004"/>
                </a:cubicBezTo>
                <a:lnTo>
                  <a:pt x="52471" y="7673"/>
                </a:lnTo>
                <a:cubicBezTo>
                  <a:pt x="52471" y="7906"/>
                  <a:pt x="52638" y="8073"/>
                  <a:pt x="52872" y="8073"/>
                </a:cubicBezTo>
                <a:lnTo>
                  <a:pt x="56875" y="8073"/>
                </a:lnTo>
                <a:cubicBezTo>
                  <a:pt x="57108" y="8073"/>
                  <a:pt x="57308" y="7906"/>
                  <a:pt x="57308" y="7673"/>
                </a:cubicBezTo>
                <a:lnTo>
                  <a:pt x="57308" y="4004"/>
                </a:lnTo>
                <a:cubicBezTo>
                  <a:pt x="57308" y="3770"/>
                  <a:pt x="57108" y="3570"/>
                  <a:pt x="56875" y="3570"/>
                </a:cubicBezTo>
                <a:close/>
                <a:moveTo>
                  <a:pt x="59443" y="3570"/>
                </a:moveTo>
                <a:cubicBezTo>
                  <a:pt x="59210" y="3570"/>
                  <a:pt x="59009" y="3770"/>
                  <a:pt x="59009" y="4004"/>
                </a:cubicBezTo>
                <a:lnTo>
                  <a:pt x="59009" y="7673"/>
                </a:lnTo>
                <a:cubicBezTo>
                  <a:pt x="59009" y="7906"/>
                  <a:pt x="59210" y="8073"/>
                  <a:pt x="59443" y="8073"/>
                </a:cubicBezTo>
                <a:lnTo>
                  <a:pt x="63446" y="8073"/>
                </a:lnTo>
                <a:cubicBezTo>
                  <a:pt x="63646" y="8073"/>
                  <a:pt x="63846" y="7906"/>
                  <a:pt x="63846" y="7673"/>
                </a:cubicBezTo>
                <a:lnTo>
                  <a:pt x="63846" y="4004"/>
                </a:lnTo>
                <a:cubicBezTo>
                  <a:pt x="63846" y="3770"/>
                  <a:pt x="63646" y="3570"/>
                  <a:pt x="63446" y="3570"/>
                </a:cubicBezTo>
                <a:close/>
                <a:moveTo>
                  <a:pt x="65981" y="3570"/>
                </a:moveTo>
                <a:cubicBezTo>
                  <a:pt x="65748" y="3570"/>
                  <a:pt x="65581" y="3770"/>
                  <a:pt x="65581" y="4004"/>
                </a:cubicBezTo>
                <a:lnTo>
                  <a:pt x="65581" y="7673"/>
                </a:lnTo>
                <a:cubicBezTo>
                  <a:pt x="65581" y="7906"/>
                  <a:pt x="65748" y="8073"/>
                  <a:pt x="65981" y="8073"/>
                </a:cubicBezTo>
                <a:lnTo>
                  <a:pt x="76555" y="8073"/>
                </a:lnTo>
                <a:cubicBezTo>
                  <a:pt x="76789" y="8073"/>
                  <a:pt x="76956" y="7906"/>
                  <a:pt x="76956" y="7673"/>
                </a:cubicBezTo>
                <a:lnTo>
                  <a:pt x="76956" y="4004"/>
                </a:lnTo>
                <a:cubicBezTo>
                  <a:pt x="76956" y="3770"/>
                  <a:pt x="76789" y="3570"/>
                  <a:pt x="76555" y="3570"/>
                </a:cubicBezTo>
                <a:close/>
                <a:moveTo>
                  <a:pt x="434" y="9041"/>
                </a:moveTo>
                <a:cubicBezTo>
                  <a:pt x="201" y="9041"/>
                  <a:pt x="1" y="9207"/>
                  <a:pt x="1" y="9441"/>
                </a:cubicBezTo>
                <a:lnTo>
                  <a:pt x="1" y="13110"/>
                </a:lnTo>
                <a:cubicBezTo>
                  <a:pt x="1" y="13344"/>
                  <a:pt x="201" y="13544"/>
                  <a:pt x="434" y="13544"/>
                </a:cubicBezTo>
                <a:lnTo>
                  <a:pt x="10975" y="13544"/>
                </a:lnTo>
                <a:cubicBezTo>
                  <a:pt x="11209" y="13544"/>
                  <a:pt x="11409" y="13344"/>
                  <a:pt x="11409" y="13110"/>
                </a:cubicBezTo>
                <a:lnTo>
                  <a:pt x="11409" y="9441"/>
                </a:lnTo>
                <a:cubicBezTo>
                  <a:pt x="11409" y="9207"/>
                  <a:pt x="11209" y="9041"/>
                  <a:pt x="10975" y="9041"/>
                </a:cubicBezTo>
                <a:close/>
                <a:moveTo>
                  <a:pt x="13544" y="9041"/>
                </a:moveTo>
                <a:cubicBezTo>
                  <a:pt x="13310" y="9041"/>
                  <a:pt x="13110" y="9207"/>
                  <a:pt x="13110" y="9441"/>
                </a:cubicBezTo>
                <a:lnTo>
                  <a:pt x="13110" y="13110"/>
                </a:lnTo>
                <a:cubicBezTo>
                  <a:pt x="13110" y="13344"/>
                  <a:pt x="13310" y="13544"/>
                  <a:pt x="13544" y="13544"/>
                </a:cubicBezTo>
                <a:lnTo>
                  <a:pt x="17547" y="13544"/>
                </a:lnTo>
                <a:cubicBezTo>
                  <a:pt x="17780" y="13544"/>
                  <a:pt x="17947" y="13344"/>
                  <a:pt x="17947" y="13110"/>
                </a:cubicBezTo>
                <a:lnTo>
                  <a:pt x="17947" y="9441"/>
                </a:lnTo>
                <a:cubicBezTo>
                  <a:pt x="17947" y="9207"/>
                  <a:pt x="17780" y="9041"/>
                  <a:pt x="17547" y="9041"/>
                </a:cubicBezTo>
                <a:close/>
                <a:moveTo>
                  <a:pt x="20082" y="9041"/>
                </a:moveTo>
                <a:cubicBezTo>
                  <a:pt x="19882" y="9041"/>
                  <a:pt x="19681" y="9207"/>
                  <a:pt x="19681" y="9441"/>
                </a:cubicBezTo>
                <a:lnTo>
                  <a:pt x="19681" y="13110"/>
                </a:lnTo>
                <a:cubicBezTo>
                  <a:pt x="19681" y="13344"/>
                  <a:pt x="19882" y="13544"/>
                  <a:pt x="20082" y="13544"/>
                </a:cubicBezTo>
                <a:lnTo>
                  <a:pt x="24085" y="13544"/>
                </a:lnTo>
                <a:cubicBezTo>
                  <a:pt x="24318" y="13544"/>
                  <a:pt x="24518" y="13344"/>
                  <a:pt x="24518" y="13110"/>
                </a:cubicBezTo>
                <a:lnTo>
                  <a:pt x="24518" y="9441"/>
                </a:lnTo>
                <a:cubicBezTo>
                  <a:pt x="24518" y="9207"/>
                  <a:pt x="24318" y="9041"/>
                  <a:pt x="24085" y="9041"/>
                </a:cubicBezTo>
                <a:close/>
                <a:moveTo>
                  <a:pt x="26653" y="9041"/>
                </a:moveTo>
                <a:cubicBezTo>
                  <a:pt x="26420" y="9041"/>
                  <a:pt x="26253" y="9207"/>
                  <a:pt x="26253" y="9441"/>
                </a:cubicBezTo>
                <a:lnTo>
                  <a:pt x="26253" y="13110"/>
                </a:lnTo>
                <a:cubicBezTo>
                  <a:pt x="26253" y="13344"/>
                  <a:pt x="26420" y="13544"/>
                  <a:pt x="26653" y="13544"/>
                </a:cubicBezTo>
                <a:lnTo>
                  <a:pt x="30656" y="13544"/>
                </a:lnTo>
                <a:cubicBezTo>
                  <a:pt x="30889" y="13544"/>
                  <a:pt x="31056" y="13344"/>
                  <a:pt x="31056" y="13110"/>
                </a:cubicBezTo>
                <a:lnTo>
                  <a:pt x="31056" y="9441"/>
                </a:lnTo>
                <a:cubicBezTo>
                  <a:pt x="31056" y="9207"/>
                  <a:pt x="30889" y="9041"/>
                  <a:pt x="30656" y="9041"/>
                </a:cubicBezTo>
                <a:close/>
                <a:moveTo>
                  <a:pt x="33224" y="9041"/>
                </a:moveTo>
                <a:cubicBezTo>
                  <a:pt x="32991" y="9041"/>
                  <a:pt x="32791" y="9207"/>
                  <a:pt x="32791" y="9441"/>
                </a:cubicBezTo>
                <a:lnTo>
                  <a:pt x="32791" y="13110"/>
                </a:lnTo>
                <a:cubicBezTo>
                  <a:pt x="32791" y="13344"/>
                  <a:pt x="32991" y="13544"/>
                  <a:pt x="33224" y="13544"/>
                </a:cubicBezTo>
                <a:lnTo>
                  <a:pt x="37194" y="13544"/>
                </a:lnTo>
                <a:cubicBezTo>
                  <a:pt x="37427" y="13544"/>
                  <a:pt x="37628" y="13344"/>
                  <a:pt x="37628" y="13110"/>
                </a:cubicBezTo>
                <a:lnTo>
                  <a:pt x="37628" y="9441"/>
                </a:lnTo>
                <a:cubicBezTo>
                  <a:pt x="37628" y="9207"/>
                  <a:pt x="37427" y="9041"/>
                  <a:pt x="37194" y="9041"/>
                </a:cubicBezTo>
                <a:close/>
                <a:moveTo>
                  <a:pt x="39762" y="9041"/>
                </a:moveTo>
                <a:cubicBezTo>
                  <a:pt x="39529" y="9041"/>
                  <a:pt x="39329" y="9207"/>
                  <a:pt x="39329" y="9441"/>
                </a:cubicBezTo>
                <a:lnTo>
                  <a:pt x="39329" y="13110"/>
                </a:lnTo>
                <a:cubicBezTo>
                  <a:pt x="39362" y="13344"/>
                  <a:pt x="39529" y="13544"/>
                  <a:pt x="39762" y="13544"/>
                </a:cubicBezTo>
                <a:lnTo>
                  <a:pt x="43765" y="13544"/>
                </a:lnTo>
                <a:cubicBezTo>
                  <a:pt x="43999" y="13544"/>
                  <a:pt x="44166" y="13344"/>
                  <a:pt x="44166" y="13110"/>
                </a:cubicBezTo>
                <a:lnTo>
                  <a:pt x="44166" y="9441"/>
                </a:lnTo>
                <a:cubicBezTo>
                  <a:pt x="44166" y="9207"/>
                  <a:pt x="43999" y="9041"/>
                  <a:pt x="43765" y="9041"/>
                </a:cubicBezTo>
                <a:close/>
                <a:moveTo>
                  <a:pt x="46334" y="9041"/>
                </a:moveTo>
                <a:cubicBezTo>
                  <a:pt x="46100" y="9041"/>
                  <a:pt x="45900" y="9207"/>
                  <a:pt x="45900" y="9441"/>
                </a:cubicBezTo>
                <a:lnTo>
                  <a:pt x="45900" y="13110"/>
                </a:lnTo>
                <a:cubicBezTo>
                  <a:pt x="45900" y="13344"/>
                  <a:pt x="46100" y="13544"/>
                  <a:pt x="46334" y="13544"/>
                </a:cubicBezTo>
                <a:lnTo>
                  <a:pt x="50337" y="13544"/>
                </a:lnTo>
                <a:cubicBezTo>
                  <a:pt x="50537" y="13544"/>
                  <a:pt x="50737" y="13344"/>
                  <a:pt x="50737" y="13110"/>
                </a:cubicBezTo>
                <a:lnTo>
                  <a:pt x="50737" y="9441"/>
                </a:lnTo>
                <a:cubicBezTo>
                  <a:pt x="50737" y="9207"/>
                  <a:pt x="50537" y="9041"/>
                  <a:pt x="50337" y="9041"/>
                </a:cubicBezTo>
                <a:close/>
                <a:moveTo>
                  <a:pt x="52872" y="9041"/>
                </a:moveTo>
                <a:cubicBezTo>
                  <a:pt x="52638" y="9041"/>
                  <a:pt x="52471" y="9207"/>
                  <a:pt x="52471" y="9441"/>
                </a:cubicBezTo>
                <a:lnTo>
                  <a:pt x="52471" y="13110"/>
                </a:lnTo>
                <a:cubicBezTo>
                  <a:pt x="52471" y="13344"/>
                  <a:pt x="52638" y="13544"/>
                  <a:pt x="52872" y="13544"/>
                </a:cubicBezTo>
                <a:lnTo>
                  <a:pt x="56875" y="13544"/>
                </a:lnTo>
                <a:cubicBezTo>
                  <a:pt x="57108" y="13544"/>
                  <a:pt x="57308" y="13344"/>
                  <a:pt x="57308" y="13110"/>
                </a:cubicBezTo>
                <a:lnTo>
                  <a:pt x="57308" y="9441"/>
                </a:lnTo>
                <a:cubicBezTo>
                  <a:pt x="57308" y="9207"/>
                  <a:pt x="57108" y="9041"/>
                  <a:pt x="56875" y="9041"/>
                </a:cubicBezTo>
                <a:close/>
                <a:moveTo>
                  <a:pt x="59443" y="9041"/>
                </a:moveTo>
                <a:cubicBezTo>
                  <a:pt x="59210" y="9041"/>
                  <a:pt x="59009" y="9207"/>
                  <a:pt x="59009" y="9441"/>
                </a:cubicBezTo>
                <a:lnTo>
                  <a:pt x="59009" y="13110"/>
                </a:lnTo>
                <a:cubicBezTo>
                  <a:pt x="59009" y="13344"/>
                  <a:pt x="59210" y="13544"/>
                  <a:pt x="59443" y="13544"/>
                </a:cubicBezTo>
                <a:lnTo>
                  <a:pt x="63446" y="13544"/>
                </a:lnTo>
                <a:cubicBezTo>
                  <a:pt x="63646" y="13544"/>
                  <a:pt x="63846" y="13344"/>
                  <a:pt x="63846" y="13110"/>
                </a:cubicBezTo>
                <a:lnTo>
                  <a:pt x="63846" y="9441"/>
                </a:lnTo>
                <a:cubicBezTo>
                  <a:pt x="63846" y="9207"/>
                  <a:pt x="63646" y="9041"/>
                  <a:pt x="63446" y="9041"/>
                </a:cubicBezTo>
                <a:close/>
                <a:moveTo>
                  <a:pt x="434" y="14978"/>
                </a:moveTo>
                <a:cubicBezTo>
                  <a:pt x="201" y="14978"/>
                  <a:pt x="1" y="15145"/>
                  <a:pt x="1" y="15378"/>
                </a:cubicBezTo>
                <a:lnTo>
                  <a:pt x="1" y="19048"/>
                </a:lnTo>
                <a:cubicBezTo>
                  <a:pt x="1" y="19281"/>
                  <a:pt x="201" y="19481"/>
                  <a:pt x="434" y="19481"/>
                </a:cubicBezTo>
                <a:lnTo>
                  <a:pt x="4437" y="19481"/>
                </a:lnTo>
                <a:cubicBezTo>
                  <a:pt x="4671" y="19481"/>
                  <a:pt x="4837" y="19281"/>
                  <a:pt x="4837" y="19048"/>
                </a:cubicBezTo>
                <a:lnTo>
                  <a:pt x="4837" y="15378"/>
                </a:lnTo>
                <a:cubicBezTo>
                  <a:pt x="4837" y="15145"/>
                  <a:pt x="4671" y="14978"/>
                  <a:pt x="4437" y="14978"/>
                </a:cubicBezTo>
                <a:close/>
                <a:moveTo>
                  <a:pt x="6972" y="14978"/>
                </a:moveTo>
                <a:cubicBezTo>
                  <a:pt x="6739" y="14978"/>
                  <a:pt x="6572" y="15145"/>
                  <a:pt x="6572" y="15378"/>
                </a:cubicBezTo>
                <a:lnTo>
                  <a:pt x="6572" y="19048"/>
                </a:lnTo>
                <a:cubicBezTo>
                  <a:pt x="6572" y="19281"/>
                  <a:pt x="6739" y="19481"/>
                  <a:pt x="6972" y="19481"/>
                </a:cubicBezTo>
                <a:lnTo>
                  <a:pt x="10975" y="19481"/>
                </a:lnTo>
                <a:cubicBezTo>
                  <a:pt x="11209" y="19481"/>
                  <a:pt x="11409" y="19281"/>
                  <a:pt x="11409" y="19048"/>
                </a:cubicBezTo>
                <a:lnTo>
                  <a:pt x="11409" y="15378"/>
                </a:lnTo>
                <a:cubicBezTo>
                  <a:pt x="11409" y="15145"/>
                  <a:pt x="11209" y="14978"/>
                  <a:pt x="10975" y="14978"/>
                </a:cubicBezTo>
                <a:close/>
                <a:moveTo>
                  <a:pt x="13544" y="14978"/>
                </a:moveTo>
                <a:cubicBezTo>
                  <a:pt x="13310" y="14978"/>
                  <a:pt x="13110" y="15145"/>
                  <a:pt x="13110" y="15378"/>
                </a:cubicBezTo>
                <a:lnTo>
                  <a:pt x="13110" y="19048"/>
                </a:lnTo>
                <a:cubicBezTo>
                  <a:pt x="13110" y="19281"/>
                  <a:pt x="13310" y="19481"/>
                  <a:pt x="13544" y="19481"/>
                </a:cubicBezTo>
                <a:lnTo>
                  <a:pt x="17547" y="19481"/>
                </a:lnTo>
                <a:cubicBezTo>
                  <a:pt x="17780" y="19481"/>
                  <a:pt x="17947" y="19281"/>
                  <a:pt x="17947" y="19048"/>
                </a:cubicBezTo>
                <a:lnTo>
                  <a:pt x="17947" y="15378"/>
                </a:lnTo>
                <a:cubicBezTo>
                  <a:pt x="17947" y="15145"/>
                  <a:pt x="17780" y="14978"/>
                  <a:pt x="17547" y="14978"/>
                </a:cubicBezTo>
                <a:close/>
                <a:moveTo>
                  <a:pt x="20082" y="14978"/>
                </a:moveTo>
                <a:cubicBezTo>
                  <a:pt x="19882" y="14978"/>
                  <a:pt x="19681" y="15145"/>
                  <a:pt x="19681" y="15378"/>
                </a:cubicBezTo>
                <a:lnTo>
                  <a:pt x="19681" y="19048"/>
                </a:lnTo>
                <a:cubicBezTo>
                  <a:pt x="19681" y="19281"/>
                  <a:pt x="19882" y="19481"/>
                  <a:pt x="20082" y="19481"/>
                </a:cubicBezTo>
                <a:lnTo>
                  <a:pt x="24085" y="19481"/>
                </a:lnTo>
                <a:cubicBezTo>
                  <a:pt x="24318" y="19481"/>
                  <a:pt x="24518" y="19281"/>
                  <a:pt x="24518" y="19048"/>
                </a:cubicBezTo>
                <a:lnTo>
                  <a:pt x="24518" y="15378"/>
                </a:lnTo>
                <a:cubicBezTo>
                  <a:pt x="24518" y="15145"/>
                  <a:pt x="24318" y="14978"/>
                  <a:pt x="24085" y="14978"/>
                </a:cubicBezTo>
                <a:close/>
                <a:moveTo>
                  <a:pt x="26653" y="14978"/>
                </a:moveTo>
                <a:cubicBezTo>
                  <a:pt x="26420" y="14978"/>
                  <a:pt x="26253" y="15145"/>
                  <a:pt x="26253" y="15378"/>
                </a:cubicBezTo>
                <a:lnTo>
                  <a:pt x="26253" y="19048"/>
                </a:lnTo>
                <a:cubicBezTo>
                  <a:pt x="26253" y="19281"/>
                  <a:pt x="26420" y="19481"/>
                  <a:pt x="26653" y="19481"/>
                </a:cubicBezTo>
                <a:lnTo>
                  <a:pt x="30656" y="19481"/>
                </a:lnTo>
                <a:cubicBezTo>
                  <a:pt x="30889" y="19481"/>
                  <a:pt x="31056" y="19281"/>
                  <a:pt x="31056" y="19048"/>
                </a:cubicBezTo>
                <a:lnTo>
                  <a:pt x="31056" y="15378"/>
                </a:lnTo>
                <a:cubicBezTo>
                  <a:pt x="31056" y="15145"/>
                  <a:pt x="30889" y="14978"/>
                  <a:pt x="30656" y="14978"/>
                </a:cubicBezTo>
                <a:close/>
                <a:moveTo>
                  <a:pt x="33224" y="14978"/>
                </a:moveTo>
                <a:cubicBezTo>
                  <a:pt x="32991" y="14978"/>
                  <a:pt x="32791" y="15145"/>
                  <a:pt x="32791" y="15378"/>
                </a:cubicBezTo>
                <a:lnTo>
                  <a:pt x="32791" y="19048"/>
                </a:lnTo>
                <a:cubicBezTo>
                  <a:pt x="32791" y="19281"/>
                  <a:pt x="32991" y="19481"/>
                  <a:pt x="33224" y="19481"/>
                </a:cubicBezTo>
                <a:lnTo>
                  <a:pt x="37194" y="19481"/>
                </a:lnTo>
                <a:cubicBezTo>
                  <a:pt x="37427" y="19481"/>
                  <a:pt x="37628" y="19281"/>
                  <a:pt x="37628" y="19048"/>
                </a:cubicBezTo>
                <a:lnTo>
                  <a:pt x="37628" y="15378"/>
                </a:lnTo>
                <a:cubicBezTo>
                  <a:pt x="37628" y="15145"/>
                  <a:pt x="37427" y="14978"/>
                  <a:pt x="37194" y="14978"/>
                </a:cubicBezTo>
                <a:close/>
                <a:moveTo>
                  <a:pt x="39762" y="14978"/>
                </a:moveTo>
                <a:cubicBezTo>
                  <a:pt x="39529" y="14978"/>
                  <a:pt x="39329" y="15145"/>
                  <a:pt x="39329" y="15378"/>
                </a:cubicBezTo>
                <a:lnTo>
                  <a:pt x="39329" y="19048"/>
                </a:lnTo>
                <a:cubicBezTo>
                  <a:pt x="39362" y="19281"/>
                  <a:pt x="39529" y="19481"/>
                  <a:pt x="39762" y="19481"/>
                </a:cubicBezTo>
                <a:lnTo>
                  <a:pt x="43765" y="19481"/>
                </a:lnTo>
                <a:cubicBezTo>
                  <a:pt x="43999" y="19481"/>
                  <a:pt x="44166" y="19281"/>
                  <a:pt x="44166" y="19048"/>
                </a:cubicBezTo>
                <a:lnTo>
                  <a:pt x="44166" y="15378"/>
                </a:lnTo>
                <a:cubicBezTo>
                  <a:pt x="44166" y="15145"/>
                  <a:pt x="43999" y="14978"/>
                  <a:pt x="43765" y="14978"/>
                </a:cubicBezTo>
                <a:close/>
                <a:moveTo>
                  <a:pt x="46334" y="14978"/>
                </a:moveTo>
                <a:cubicBezTo>
                  <a:pt x="46100" y="14978"/>
                  <a:pt x="45900" y="15145"/>
                  <a:pt x="45900" y="15378"/>
                </a:cubicBezTo>
                <a:lnTo>
                  <a:pt x="45900" y="19048"/>
                </a:lnTo>
                <a:cubicBezTo>
                  <a:pt x="45900" y="19281"/>
                  <a:pt x="46100" y="19481"/>
                  <a:pt x="46334" y="19481"/>
                </a:cubicBezTo>
                <a:lnTo>
                  <a:pt x="50337" y="19481"/>
                </a:lnTo>
                <a:cubicBezTo>
                  <a:pt x="50537" y="19481"/>
                  <a:pt x="50737" y="19281"/>
                  <a:pt x="50737" y="19048"/>
                </a:cubicBezTo>
                <a:lnTo>
                  <a:pt x="50737" y="15378"/>
                </a:lnTo>
                <a:cubicBezTo>
                  <a:pt x="50737" y="15145"/>
                  <a:pt x="50537" y="14978"/>
                  <a:pt x="50337" y="14978"/>
                </a:cubicBezTo>
                <a:close/>
                <a:moveTo>
                  <a:pt x="52872" y="14978"/>
                </a:moveTo>
                <a:cubicBezTo>
                  <a:pt x="52638" y="14978"/>
                  <a:pt x="52471" y="15145"/>
                  <a:pt x="52471" y="15378"/>
                </a:cubicBezTo>
                <a:lnTo>
                  <a:pt x="52471" y="19048"/>
                </a:lnTo>
                <a:cubicBezTo>
                  <a:pt x="52471" y="19281"/>
                  <a:pt x="52638" y="19481"/>
                  <a:pt x="52872" y="19481"/>
                </a:cubicBezTo>
                <a:lnTo>
                  <a:pt x="56875" y="19481"/>
                </a:lnTo>
                <a:cubicBezTo>
                  <a:pt x="57108" y="19481"/>
                  <a:pt x="57308" y="19281"/>
                  <a:pt x="57308" y="19048"/>
                </a:cubicBezTo>
                <a:lnTo>
                  <a:pt x="57308" y="15378"/>
                </a:lnTo>
                <a:cubicBezTo>
                  <a:pt x="57308" y="15145"/>
                  <a:pt x="57108" y="14978"/>
                  <a:pt x="56875" y="14978"/>
                </a:cubicBezTo>
                <a:close/>
                <a:moveTo>
                  <a:pt x="59443" y="14978"/>
                </a:moveTo>
                <a:cubicBezTo>
                  <a:pt x="59210" y="14978"/>
                  <a:pt x="59009" y="15145"/>
                  <a:pt x="59009" y="15378"/>
                </a:cubicBezTo>
                <a:lnTo>
                  <a:pt x="59009" y="19048"/>
                </a:lnTo>
                <a:cubicBezTo>
                  <a:pt x="59009" y="19281"/>
                  <a:pt x="59210" y="19481"/>
                  <a:pt x="59443" y="19481"/>
                </a:cubicBezTo>
                <a:lnTo>
                  <a:pt x="63446" y="19481"/>
                </a:lnTo>
                <a:cubicBezTo>
                  <a:pt x="63646" y="19481"/>
                  <a:pt x="63846" y="19281"/>
                  <a:pt x="63846" y="19048"/>
                </a:cubicBezTo>
                <a:lnTo>
                  <a:pt x="63846" y="15378"/>
                </a:lnTo>
                <a:cubicBezTo>
                  <a:pt x="63846" y="15145"/>
                  <a:pt x="63646" y="14978"/>
                  <a:pt x="63446" y="14978"/>
                </a:cubicBezTo>
                <a:close/>
                <a:moveTo>
                  <a:pt x="65981" y="14978"/>
                </a:moveTo>
                <a:cubicBezTo>
                  <a:pt x="65748" y="14978"/>
                  <a:pt x="65581" y="15145"/>
                  <a:pt x="65581" y="15378"/>
                </a:cubicBezTo>
                <a:lnTo>
                  <a:pt x="65581" y="19048"/>
                </a:lnTo>
                <a:cubicBezTo>
                  <a:pt x="65581" y="19281"/>
                  <a:pt x="65748" y="19481"/>
                  <a:pt x="65981" y="19481"/>
                </a:cubicBezTo>
                <a:lnTo>
                  <a:pt x="69984" y="19481"/>
                </a:lnTo>
                <a:cubicBezTo>
                  <a:pt x="70217" y="19481"/>
                  <a:pt x="70418" y="19281"/>
                  <a:pt x="70418" y="19048"/>
                </a:cubicBezTo>
                <a:lnTo>
                  <a:pt x="70418" y="15378"/>
                </a:lnTo>
                <a:cubicBezTo>
                  <a:pt x="70418" y="15145"/>
                  <a:pt x="70217" y="14978"/>
                  <a:pt x="69984" y="14978"/>
                </a:cubicBezTo>
                <a:close/>
                <a:moveTo>
                  <a:pt x="65981" y="9041"/>
                </a:moveTo>
                <a:cubicBezTo>
                  <a:pt x="65748" y="9041"/>
                  <a:pt x="65581" y="9207"/>
                  <a:pt x="65581" y="9441"/>
                </a:cubicBezTo>
                <a:lnTo>
                  <a:pt x="65581" y="13110"/>
                </a:lnTo>
                <a:cubicBezTo>
                  <a:pt x="65581" y="13344"/>
                  <a:pt x="65748" y="13544"/>
                  <a:pt x="65981" y="13544"/>
                </a:cubicBezTo>
                <a:lnTo>
                  <a:pt x="71719" y="13544"/>
                </a:lnTo>
                <a:cubicBezTo>
                  <a:pt x="71952" y="13544"/>
                  <a:pt x="72119" y="13744"/>
                  <a:pt x="72119" y="13944"/>
                </a:cubicBezTo>
                <a:lnTo>
                  <a:pt x="72119" y="19048"/>
                </a:lnTo>
                <a:cubicBezTo>
                  <a:pt x="72119" y="19281"/>
                  <a:pt x="72319" y="19481"/>
                  <a:pt x="72552" y="19481"/>
                </a:cubicBezTo>
                <a:lnTo>
                  <a:pt x="76555" y="19481"/>
                </a:lnTo>
                <a:cubicBezTo>
                  <a:pt x="76789" y="19481"/>
                  <a:pt x="76956" y="19281"/>
                  <a:pt x="76956" y="19048"/>
                </a:cubicBezTo>
                <a:lnTo>
                  <a:pt x="76956" y="9441"/>
                </a:lnTo>
                <a:cubicBezTo>
                  <a:pt x="76956" y="9207"/>
                  <a:pt x="76789" y="9041"/>
                  <a:pt x="76555" y="9041"/>
                </a:cubicBezTo>
                <a:close/>
                <a:moveTo>
                  <a:pt x="434" y="20916"/>
                </a:moveTo>
                <a:cubicBezTo>
                  <a:pt x="201" y="20916"/>
                  <a:pt x="1" y="21083"/>
                  <a:pt x="1" y="21316"/>
                </a:cubicBezTo>
                <a:lnTo>
                  <a:pt x="1" y="24985"/>
                </a:lnTo>
                <a:cubicBezTo>
                  <a:pt x="1" y="25219"/>
                  <a:pt x="201" y="25419"/>
                  <a:pt x="434" y="25419"/>
                </a:cubicBezTo>
                <a:lnTo>
                  <a:pt x="4437" y="25419"/>
                </a:lnTo>
                <a:cubicBezTo>
                  <a:pt x="4671" y="25419"/>
                  <a:pt x="4837" y="25219"/>
                  <a:pt x="4837" y="24985"/>
                </a:cubicBezTo>
                <a:lnTo>
                  <a:pt x="4837" y="21316"/>
                </a:lnTo>
                <a:cubicBezTo>
                  <a:pt x="4837" y="21083"/>
                  <a:pt x="4671" y="20916"/>
                  <a:pt x="4437" y="20916"/>
                </a:cubicBezTo>
                <a:close/>
                <a:moveTo>
                  <a:pt x="6972" y="20916"/>
                </a:moveTo>
                <a:cubicBezTo>
                  <a:pt x="6739" y="20916"/>
                  <a:pt x="6572" y="21083"/>
                  <a:pt x="6572" y="21316"/>
                </a:cubicBezTo>
                <a:lnTo>
                  <a:pt x="6572" y="24985"/>
                </a:lnTo>
                <a:cubicBezTo>
                  <a:pt x="6572" y="25219"/>
                  <a:pt x="6739" y="25419"/>
                  <a:pt x="6972" y="25419"/>
                </a:cubicBezTo>
                <a:lnTo>
                  <a:pt x="10975" y="25419"/>
                </a:lnTo>
                <a:cubicBezTo>
                  <a:pt x="11209" y="25419"/>
                  <a:pt x="11409" y="25219"/>
                  <a:pt x="11409" y="24985"/>
                </a:cubicBezTo>
                <a:lnTo>
                  <a:pt x="11409" y="21316"/>
                </a:lnTo>
                <a:cubicBezTo>
                  <a:pt x="11409" y="21083"/>
                  <a:pt x="11209" y="20916"/>
                  <a:pt x="10975" y="20916"/>
                </a:cubicBezTo>
                <a:close/>
                <a:moveTo>
                  <a:pt x="13544" y="20916"/>
                </a:moveTo>
                <a:cubicBezTo>
                  <a:pt x="13310" y="20916"/>
                  <a:pt x="13110" y="21083"/>
                  <a:pt x="13110" y="21316"/>
                </a:cubicBezTo>
                <a:lnTo>
                  <a:pt x="13110" y="24985"/>
                </a:lnTo>
                <a:cubicBezTo>
                  <a:pt x="13110" y="25219"/>
                  <a:pt x="13310" y="25419"/>
                  <a:pt x="13544" y="25419"/>
                </a:cubicBezTo>
                <a:lnTo>
                  <a:pt x="17547" y="25419"/>
                </a:lnTo>
                <a:cubicBezTo>
                  <a:pt x="17780" y="25419"/>
                  <a:pt x="17947" y="25219"/>
                  <a:pt x="17947" y="24985"/>
                </a:cubicBezTo>
                <a:lnTo>
                  <a:pt x="17947" y="21316"/>
                </a:lnTo>
                <a:cubicBezTo>
                  <a:pt x="17947" y="21083"/>
                  <a:pt x="17780" y="20916"/>
                  <a:pt x="17547" y="20916"/>
                </a:cubicBezTo>
                <a:close/>
                <a:moveTo>
                  <a:pt x="20082" y="20916"/>
                </a:moveTo>
                <a:cubicBezTo>
                  <a:pt x="19882" y="20916"/>
                  <a:pt x="19681" y="21083"/>
                  <a:pt x="19681" y="21316"/>
                </a:cubicBezTo>
                <a:lnTo>
                  <a:pt x="19681" y="24985"/>
                </a:lnTo>
                <a:cubicBezTo>
                  <a:pt x="19681" y="25219"/>
                  <a:pt x="19882" y="25419"/>
                  <a:pt x="20082" y="25419"/>
                </a:cubicBezTo>
                <a:lnTo>
                  <a:pt x="24085" y="25419"/>
                </a:lnTo>
                <a:cubicBezTo>
                  <a:pt x="24318" y="25419"/>
                  <a:pt x="24518" y="25219"/>
                  <a:pt x="24518" y="24985"/>
                </a:cubicBezTo>
                <a:lnTo>
                  <a:pt x="24518" y="21316"/>
                </a:lnTo>
                <a:cubicBezTo>
                  <a:pt x="24518" y="21083"/>
                  <a:pt x="24318" y="20916"/>
                  <a:pt x="24085" y="20916"/>
                </a:cubicBezTo>
                <a:close/>
                <a:moveTo>
                  <a:pt x="26653" y="20916"/>
                </a:moveTo>
                <a:cubicBezTo>
                  <a:pt x="26420" y="20916"/>
                  <a:pt x="26253" y="21083"/>
                  <a:pt x="26253" y="21316"/>
                </a:cubicBezTo>
                <a:lnTo>
                  <a:pt x="26253" y="24985"/>
                </a:lnTo>
                <a:cubicBezTo>
                  <a:pt x="26253" y="25219"/>
                  <a:pt x="26420" y="25419"/>
                  <a:pt x="26653" y="25419"/>
                </a:cubicBezTo>
                <a:lnTo>
                  <a:pt x="30656" y="25419"/>
                </a:lnTo>
                <a:cubicBezTo>
                  <a:pt x="30889" y="25419"/>
                  <a:pt x="31056" y="25219"/>
                  <a:pt x="31056" y="24985"/>
                </a:cubicBezTo>
                <a:lnTo>
                  <a:pt x="31056" y="21316"/>
                </a:lnTo>
                <a:cubicBezTo>
                  <a:pt x="31056" y="21083"/>
                  <a:pt x="30889" y="20916"/>
                  <a:pt x="30656" y="20916"/>
                </a:cubicBezTo>
                <a:close/>
                <a:moveTo>
                  <a:pt x="33224" y="20916"/>
                </a:moveTo>
                <a:cubicBezTo>
                  <a:pt x="32991" y="20916"/>
                  <a:pt x="32791" y="21083"/>
                  <a:pt x="32791" y="21316"/>
                </a:cubicBezTo>
                <a:lnTo>
                  <a:pt x="32791" y="24985"/>
                </a:lnTo>
                <a:cubicBezTo>
                  <a:pt x="32791" y="25219"/>
                  <a:pt x="32991" y="25419"/>
                  <a:pt x="33224" y="25419"/>
                </a:cubicBezTo>
                <a:lnTo>
                  <a:pt x="37194" y="25419"/>
                </a:lnTo>
                <a:cubicBezTo>
                  <a:pt x="37427" y="25419"/>
                  <a:pt x="37628" y="25219"/>
                  <a:pt x="37628" y="24985"/>
                </a:cubicBezTo>
                <a:lnTo>
                  <a:pt x="37628" y="21316"/>
                </a:lnTo>
                <a:cubicBezTo>
                  <a:pt x="37628" y="21083"/>
                  <a:pt x="37427" y="20916"/>
                  <a:pt x="37194" y="20916"/>
                </a:cubicBezTo>
                <a:close/>
                <a:moveTo>
                  <a:pt x="39762" y="20916"/>
                </a:moveTo>
                <a:cubicBezTo>
                  <a:pt x="39529" y="20916"/>
                  <a:pt x="39329" y="21083"/>
                  <a:pt x="39329" y="21316"/>
                </a:cubicBezTo>
                <a:lnTo>
                  <a:pt x="39329" y="24985"/>
                </a:lnTo>
                <a:cubicBezTo>
                  <a:pt x="39362" y="25219"/>
                  <a:pt x="39529" y="25419"/>
                  <a:pt x="39762" y="25419"/>
                </a:cubicBezTo>
                <a:lnTo>
                  <a:pt x="43765" y="25419"/>
                </a:lnTo>
                <a:cubicBezTo>
                  <a:pt x="43999" y="25419"/>
                  <a:pt x="44166" y="25219"/>
                  <a:pt x="44166" y="24985"/>
                </a:cubicBezTo>
                <a:lnTo>
                  <a:pt x="44166" y="21316"/>
                </a:lnTo>
                <a:cubicBezTo>
                  <a:pt x="44166" y="21083"/>
                  <a:pt x="43999" y="20916"/>
                  <a:pt x="43765" y="20916"/>
                </a:cubicBezTo>
                <a:close/>
                <a:moveTo>
                  <a:pt x="46334" y="20916"/>
                </a:moveTo>
                <a:cubicBezTo>
                  <a:pt x="46100" y="20916"/>
                  <a:pt x="45900" y="21083"/>
                  <a:pt x="45900" y="21316"/>
                </a:cubicBezTo>
                <a:lnTo>
                  <a:pt x="45900" y="24985"/>
                </a:lnTo>
                <a:cubicBezTo>
                  <a:pt x="45900" y="25219"/>
                  <a:pt x="46100" y="25419"/>
                  <a:pt x="46334" y="25419"/>
                </a:cubicBezTo>
                <a:lnTo>
                  <a:pt x="50337" y="25419"/>
                </a:lnTo>
                <a:cubicBezTo>
                  <a:pt x="50537" y="25419"/>
                  <a:pt x="50737" y="25219"/>
                  <a:pt x="50737" y="24985"/>
                </a:cubicBezTo>
                <a:lnTo>
                  <a:pt x="50737" y="21316"/>
                </a:lnTo>
                <a:cubicBezTo>
                  <a:pt x="50737" y="21083"/>
                  <a:pt x="50537" y="20916"/>
                  <a:pt x="50337" y="20916"/>
                </a:cubicBezTo>
                <a:close/>
                <a:moveTo>
                  <a:pt x="52872" y="20916"/>
                </a:moveTo>
                <a:cubicBezTo>
                  <a:pt x="52638" y="20916"/>
                  <a:pt x="52471" y="21083"/>
                  <a:pt x="52471" y="21316"/>
                </a:cubicBezTo>
                <a:lnTo>
                  <a:pt x="52471" y="24985"/>
                </a:lnTo>
                <a:cubicBezTo>
                  <a:pt x="52471" y="25219"/>
                  <a:pt x="52638" y="25419"/>
                  <a:pt x="52872" y="25419"/>
                </a:cubicBezTo>
                <a:lnTo>
                  <a:pt x="56875" y="25419"/>
                </a:lnTo>
                <a:cubicBezTo>
                  <a:pt x="57108" y="25419"/>
                  <a:pt x="57308" y="25219"/>
                  <a:pt x="57308" y="24985"/>
                </a:cubicBezTo>
                <a:lnTo>
                  <a:pt x="57308" y="21316"/>
                </a:lnTo>
                <a:cubicBezTo>
                  <a:pt x="57308" y="21083"/>
                  <a:pt x="57108" y="20916"/>
                  <a:pt x="56875" y="20916"/>
                </a:cubicBezTo>
                <a:close/>
                <a:moveTo>
                  <a:pt x="59443" y="20916"/>
                </a:moveTo>
                <a:cubicBezTo>
                  <a:pt x="59210" y="20916"/>
                  <a:pt x="59009" y="21083"/>
                  <a:pt x="59009" y="21316"/>
                </a:cubicBezTo>
                <a:lnTo>
                  <a:pt x="59009" y="24985"/>
                </a:lnTo>
                <a:cubicBezTo>
                  <a:pt x="59009" y="25219"/>
                  <a:pt x="59210" y="25419"/>
                  <a:pt x="59443" y="25419"/>
                </a:cubicBezTo>
                <a:lnTo>
                  <a:pt x="63446" y="25419"/>
                </a:lnTo>
                <a:cubicBezTo>
                  <a:pt x="63646" y="25419"/>
                  <a:pt x="63846" y="25219"/>
                  <a:pt x="63846" y="24985"/>
                </a:cubicBezTo>
                <a:lnTo>
                  <a:pt x="63846" y="21316"/>
                </a:lnTo>
                <a:cubicBezTo>
                  <a:pt x="63846" y="21083"/>
                  <a:pt x="63646" y="20916"/>
                  <a:pt x="63446" y="20916"/>
                </a:cubicBezTo>
                <a:close/>
                <a:moveTo>
                  <a:pt x="65981" y="20916"/>
                </a:moveTo>
                <a:cubicBezTo>
                  <a:pt x="65748" y="20916"/>
                  <a:pt x="65581" y="21083"/>
                  <a:pt x="65581" y="21316"/>
                </a:cubicBezTo>
                <a:lnTo>
                  <a:pt x="65581" y="24985"/>
                </a:lnTo>
                <a:cubicBezTo>
                  <a:pt x="65581" y="25219"/>
                  <a:pt x="65748" y="25419"/>
                  <a:pt x="65981" y="25419"/>
                </a:cubicBezTo>
                <a:lnTo>
                  <a:pt x="69984" y="25419"/>
                </a:lnTo>
                <a:cubicBezTo>
                  <a:pt x="70217" y="25419"/>
                  <a:pt x="70418" y="25219"/>
                  <a:pt x="70418" y="24985"/>
                </a:cubicBezTo>
                <a:lnTo>
                  <a:pt x="70418" y="21316"/>
                </a:lnTo>
                <a:cubicBezTo>
                  <a:pt x="70418" y="21083"/>
                  <a:pt x="70217" y="20916"/>
                  <a:pt x="69984" y="20916"/>
                </a:cubicBezTo>
                <a:close/>
                <a:moveTo>
                  <a:pt x="72552" y="20916"/>
                </a:moveTo>
                <a:cubicBezTo>
                  <a:pt x="72319" y="20916"/>
                  <a:pt x="72119" y="21083"/>
                  <a:pt x="72119" y="21316"/>
                </a:cubicBezTo>
                <a:lnTo>
                  <a:pt x="72119" y="24985"/>
                </a:lnTo>
                <a:cubicBezTo>
                  <a:pt x="72119" y="25219"/>
                  <a:pt x="72319" y="25419"/>
                  <a:pt x="72552" y="25419"/>
                </a:cubicBezTo>
                <a:lnTo>
                  <a:pt x="76555" y="25419"/>
                </a:lnTo>
                <a:cubicBezTo>
                  <a:pt x="76789" y="25419"/>
                  <a:pt x="76956" y="25219"/>
                  <a:pt x="76956" y="24985"/>
                </a:cubicBezTo>
                <a:lnTo>
                  <a:pt x="76956" y="21316"/>
                </a:lnTo>
                <a:cubicBezTo>
                  <a:pt x="76956" y="21083"/>
                  <a:pt x="76789" y="20916"/>
                  <a:pt x="76555" y="20916"/>
                </a:cubicBezTo>
                <a:close/>
                <a:moveTo>
                  <a:pt x="434" y="26853"/>
                </a:moveTo>
                <a:cubicBezTo>
                  <a:pt x="201" y="26853"/>
                  <a:pt x="1" y="27020"/>
                  <a:pt x="1" y="27254"/>
                </a:cubicBezTo>
                <a:lnTo>
                  <a:pt x="1" y="30923"/>
                </a:lnTo>
                <a:cubicBezTo>
                  <a:pt x="1" y="31156"/>
                  <a:pt x="201" y="31357"/>
                  <a:pt x="434" y="31357"/>
                </a:cubicBezTo>
                <a:lnTo>
                  <a:pt x="4437" y="31357"/>
                </a:lnTo>
                <a:cubicBezTo>
                  <a:pt x="4671" y="31357"/>
                  <a:pt x="4837" y="31156"/>
                  <a:pt x="4837" y="30923"/>
                </a:cubicBezTo>
                <a:lnTo>
                  <a:pt x="4837" y="27254"/>
                </a:lnTo>
                <a:cubicBezTo>
                  <a:pt x="4837" y="27020"/>
                  <a:pt x="4671" y="26853"/>
                  <a:pt x="4437" y="26853"/>
                </a:cubicBezTo>
                <a:close/>
                <a:moveTo>
                  <a:pt x="6972" y="26853"/>
                </a:moveTo>
                <a:cubicBezTo>
                  <a:pt x="6739" y="26853"/>
                  <a:pt x="6572" y="27020"/>
                  <a:pt x="6572" y="27254"/>
                </a:cubicBezTo>
                <a:lnTo>
                  <a:pt x="6572" y="30923"/>
                </a:lnTo>
                <a:cubicBezTo>
                  <a:pt x="6572" y="31156"/>
                  <a:pt x="6739" y="31357"/>
                  <a:pt x="6972" y="31357"/>
                </a:cubicBezTo>
                <a:lnTo>
                  <a:pt x="10975" y="31357"/>
                </a:lnTo>
                <a:cubicBezTo>
                  <a:pt x="11209" y="31357"/>
                  <a:pt x="11409" y="31156"/>
                  <a:pt x="11409" y="30923"/>
                </a:cubicBezTo>
                <a:lnTo>
                  <a:pt x="11409" y="27254"/>
                </a:lnTo>
                <a:cubicBezTo>
                  <a:pt x="11409" y="27020"/>
                  <a:pt x="11209" y="26853"/>
                  <a:pt x="10975" y="26853"/>
                </a:cubicBezTo>
                <a:close/>
                <a:moveTo>
                  <a:pt x="13544" y="26853"/>
                </a:moveTo>
                <a:cubicBezTo>
                  <a:pt x="13310" y="26853"/>
                  <a:pt x="13110" y="27020"/>
                  <a:pt x="13110" y="27254"/>
                </a:cubicBezTo>
                <a:lnTo>
                  <a:pt x="13110" y="30923"/>
                </a:lnTo>
                <a:cubicBezTo>
                  <a:pt x="13110" y="31156"/>
                  <a:pt x="13310" y="31357"/>
                  <a:pt x="13544" y="31357"/>
                </a:cubicBezTo>
                <a:lnTo>
                  <a:pt x="17547" y="31357"/>
                </a:lnTo>
                <a:cubicBezTo>
                  <a:pt x="17780" y="31357"/>
                  <a:pt x="17947" y="31156"/>
                  <a:pt x="17947" y="30923"/>
                </a:cubicBezTo>
                <a:lnTo>
                  <a:pt x="17947" y="27254"/>
                </a:lnTo>
                <a:cubicBezTo>
                  <a:pt x="17947" y="27020"/>
                  <a:pt x="17780" y="26853"/>
                  <a:pt x="17547" y="26853"/>
                </a:cubicBezTo>
                <a:close/>
                <a:moveTo>
                  <a:pt x="20082" y="26853"/>
                </a:moveTo>
                <a:cubicBezTo>
                  <a:pt x="19882" y="26853"/>
                  <a:pt x="19681" y="27020"/>
                  <a:pt x="19681" y="27254"/>
                </a:cubicBezTo>
                <a:lnTo>
                  <a:pt x="19681" y="30923"/>
                </a:lnTo>
                <a:cubicBezTo>
                  <a:pt x="19681" y="31156"/>
                  <a:pt x="19882" y="31357"/>
                  <a:pt x="20082" y="31357"/>
                </a:cubicBezTo>
                <a:lnTo>
                  <a:pt x="24085" y="31357"/>
                </a:lnTo>
                <a:cubicBezTo>
                  <a:pt x="24318" y="31357"/>
                  <a:pt x="24518" y="31156"/>
                  <a:pt x="24518" y="30923"/>
                </a:cubicBezTo>
                <a:lnTo>
                  <a:pt x="24518" y="27254"/>
                </a:lnTo>
                <a:cubicBezTo>
                  <a:pt x="24518" y="27020"/>
                  <a:pt x="24318" y="26853"/>
                  <a:pt x="24085" y="26853"/>
                </a:cubicBezTo>
                <a:close/>
                <a:moveTo>
                  <a:pt x="26653" y="26853"/>
                </a:moveTo>
                <a:cubicBezTo>
                  <a:pt x="26420" y="26853"/>
                  <a:pt x="26253" y="27020"/>
                  <a:pt x="26253" y="27254"/>
                </a:cubicBezTo>
                <a:lnTo>
                  <a:pt x="26253" y="30923"/>
                </a:lnTo>
                <a:cubicBezTo>
                  <a:pt x="26253" y="31156"/>
                  <a:pt x="26420" y="31357"/>
                  <a:pt x="26653" y="31357"/>
                </a:cubicBezTo>
                <a:lnTo>
                  <a:pt x="56875" y="31357"/>
                </a:lnTo>
                <a:cubicBezTo>
                  <a:pt x="57108" y="31357"/>
                  <a:pt x="57308" y="31156"/>
                  <a:pt x="57308" y="30923"/>
                </a:cubicBezTo>
                <a:lnTo>
                  <a:pt x="57308" y="27254"/>
                </a:lnTo>
                <a:cubicBezTo>
                  <a:pt x="57308" y="27020"/>
                  <a:pt x="57108" y="26853"/>
                  <a:pt x="56875" y="26853"/>
                </a:cubicBezTo>
                <a:close/>
                <a:moveTo>
                  <a:pt x="59443" y="26853"/>
                </a:moveTo>
                <a:cubicBezTo>
                  <a:pt x="59210" y="26853"/>
                  <a:pt x="59009" y="27020"/>
                  <a:pt x="59009" y="27254"/>
                </a:cubicBezTo>
                <a:lnTo>
                  <a:pt x="59009" y="30923"/>
                </a:lnTo>
                <a:cubicBezTo>
                  <a:pt x="59009" y="31156"/>
                  <a:pt x="59210" y="31357"/>
                  <a:pt x="59443" y="31357"/>
                </a:cubicBezTo>
                <a:lnTo>
                  <a:pt x="63446" y="31357"/>
                </a:lnTo>
                <a:cubicBezTo>
                  <a:pt x="63646" y="31357"/>
                  <a:pt x="63846" y="31156"/>
                  <a:pt x="63846" y="30923"/>
                </a:cubicBezTo>
                <a:lnTo>
                  <a:pt x="63846" y="27254"/>
                </a:lnTo>
                <a:cubicBezTo>
                  <a:pt x="63846" y="27020"/>
                  <a:pt x="63646" y="26853"/>
                  <a:pt x="63446" y="26853"/>
                </a:cubicBezTo>
                <a:close/>
                <a:moveTo>
                  <a:pt x="65981" y="26853"/>
                </a:moveTo>
                <a:cubicBezTo>
                  <a:pt x="65748" y="26853"/>
                  <a:pt x="65581" y="27020"/>
                  <a:pt x="65581" y="27254"/>
                </a:cubicBezTo>
                <a:lnTo>
                  <a:pt x="65581" y="30923"/>
                </a:lnTo>
                <a:cubicBezTo>
                  <a:pt x="65581" y="31156"/>
                  <a:pt x="65748" y="31357"/>
                  <a:pt x="65981" y="31357"/>
                </a:cubicBezTo>
                <a:lnTo>
                  <a:pt x="69984" y="31357"/>
                </a:lnTo>
                <a:cubicBezTo>
                  <a:pt x="70217" y="31357"/>
                  <a:pt x="70418" y="31156"/>
                  <a:pt x="70418" y="30923"/>
                </a:cubicBezTo>
                <a:lnTo>
                  <a:pt x="70418" y="27254"/>
                </a:lnTo>
                <a:cubicBezTo>
                  <a:pt x="70418" y="27020"/>
                  <a:pt x="70217" y="26853"/>
                  <a:pt x="69984" y="26853"/>
                </a:cubicBezTo>
                <a:close/>
                <a:moveTo>
                  <a:pt x="72552" y="26853"/>
                </a:moveTo>
                <a:cubicBezTo>
                  <a:pt x="72319" y="26853"/>
                  <a:pt x="72119" y="27020"/>
                  <a:pt x="72119" y="27254"/>
                </a:cubicBezTo>
                <a:lnTo>
                  <a:pt x="72119" y="30923"/>
                </a:lnTo>
                <a:cubicBezTo>
                  <a:pt x="72119" y="31156"/>
                  <a:pt x="72319" y="31357"/>
                  <a:pt x="72552" y="31357"/>
                </a:cubicBezTo>
                <a:lnTo>
                  <a:pt x="76555" y="31357"/>
                </a:lnTo>
                <a:cubicBezTo>
                  <a:pt x="76789" y="31357"/>
                  <a:pt x="76956" y="31156"/>
                  <a:pt x="76956" y="30923"/>
                </a:cubicBezTo>
                <a:lnTo>
                  <a:pt x="76956" y="27254"/>
                </a:lnTo>
                <a:cubicBezTo>
                  <a:pt x="76956" y="27020"/>
                  <a:pt x="76789" y="26853"/>
                  <a:pt x="76555" y="2685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7"/>
          <p:cNvSpPr/>
          <p:nvPr/>
        </p:nvSpPr>
        <p:spPr>
          <a:xfrm>
            <a:off x="6116020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7"/>
          <p:cNvSpPr/>
          <p:nvPr/>
        </p:nvSpPr>
        <p:spPr>
          <a:xfrm>
            <a:off x="6116020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7"/>
          <p:cNvSpPr/>
          <p:nvPr/>
        </p:nvSpPr>
        <p:spPr>
          <a:xfrm>
            <a:off x="6116020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7"/>
          <p:cNvSpPr/>
          <p:nvPr/>
        </p:nvSpPr>
        <p:spPr>
          <a:xfrm>
            <a:off x="6116020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7"/>
          <p:cNvSpPr/>
          <p:nvPr/>
        </p:nvSpPr>
        <p:spPr>
          <a:xfrm>
            <a:off x="7319514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7"/>
          <p:cNvSpPr/>
          <p:nvPr/>
        </p:nvSpPr>
        <p:spPr>
          <a:xfrm>
            <a:off x="7319514" y="3204513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201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7"/>
          <p:cNvSpPr/>
          <p:nvPr/>
        </p:nvSpPr>
        <p:spPr>
          <a:xfrm>
            <a:off x="7319514" y="3360207"/>
            <a:ext cx="126826" cy="12271"/>
          </a:xfrm>
          <a:custGeom>
            <a:avLst/>
            <a:gdLst/>
            <a:ahLst/>
            <a:cxnLst/>
            <a:rect l="l" t="t" r="r" b="b"/>
            <a:pathLst>
              <a:path w="4837" h="468" extrusionOk="0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467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467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7"/>
          <p:cNvSpPr/>
          <p:nvPr/>
        </p:nvSpPr>
        <p:spPr>
          <a:xfrm>
            <a:off x="7835522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7"/>
          <p:cNvSpPr/>
          <p:nvPr/>
        </p:nvSpPr>
        <p:spPr>
          <a:xfrm>
            <a:off x="7319514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7"/>
          <p:cNvSpPr/>
          <p:nvPr/>
        </p:nvSpPr>
        <p:spPr>
          <a:xfrm>
            <a:off x="7319514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7835522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7"/>
          <p:cNvSpPr/>
          <p:nvPr/>
        </p:nvSpPr>
        <p:spPr>
          <a:xfrm>
            <a:off x="7663231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7663231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7"/>
          <p:cNvSpPr/>
          <p:nvPr/>
        </p:nvSpPr>
        <p:spPr>
          <a:xfrm>
            <a:off x="7663231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7"/>
          <p:cNvSpPr/>
          <p:nvPr/>
        </p:nvSpPr>
        <p:spPr>
          <a:xfrm>
            <a:off x="7663231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7"/>
          <p:cNvSpPr/>
          <p:nvPr/>
        </p:nvSpPr>
        <p:spPr>
          <a:xfrm>
            <a:off x="7663231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7"/>
          <p:cNvSpPr/>
          <p:nvPr/>
        </p:nvSpPr>
        <p:spPr>
          <a:xfrm>
            <a:off x="7663231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7"/>
          <p:cNvSpPr/>
          <p:nvPr/>
        </p:nvSpPr>
        <p:spPr>
          <a:xfrm>
            <a:off x="8006947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7"/>
          <p:cNvSpPr/>
          <p:nvPr/>
        </p:nvSpPr>
        <p:spPr>
          <a:xfrm>
            <a:off x="7835522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7"/>
          <p:cNvSpPr/>
          <p:nvPr/>
        </p:nvSpPr>
        <p:spPr>
          <a:xfrm>
            <a:off x="7491805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7"/>
          <p:cNvSpPr/>
          <p:nvPr/>
        </p:nvSpPr>
        <p:spPr>
          <a:xfrm>
            <a:off x="7835522" y="3204513"/>
            <a:ext cx="298279" cy="13136"/>
          </a:xfrm>
          <a:custGeom>
            <a:avLst/>
            <a:gdLst/>
            <a:ahLst/>
            <a:cxnLst/>
            <a:rect l="l" t="t" r="r" b="b"/>
            <a:pathLst>
              <a:path w="11376" h="501" extrusionOk="0">
                <a:moveTo>
                  <a:pt x="401" y="1"/>
                </a:moveTo>
                <a:cubicBezTo>
                  <a:pt x="168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10975" y="67"/>
                </a:lnTo>
                <a:cubicBezTo>
                  <a:pt x="11209" y="67"/>
                  <a:pt x="11376" y="267"/>
                  <a:pt x="11376" y="501"/>
                </a:cubicBezTo>
                <a:lnTo>
                  <a:pt x="11376" y="401"/>
                </a:lnTo>
                <a:cubicBezTo>
                  <a:pt x="11376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7"/>
          <p:cNvSpPr/>
          <p:nvPr/>
        </p:nvSpPr>
        <p:spPr>
          <a:xfrm>
            <a:off x="7835522" y="3061064"/>
            <a:ext cx="298279" cy="13162"/>
          </a:xfrm>
          <a:custGeom>
            <a:avLst/>
            <a:gdLst/>
            <a:ahLst/>
            <a:cxnLst/>
            <a:rect l="l" t="t" r="r" b="b"/>
            <a:pathLst>
              <a:path w="11376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10975" y="101"/>
                </a:lnTo>
                <a:cubicBezTo>
                  <a:pt x="11209" y="101"/>
                  <a:pt x="11376" y="268"/>
                  <a:pt x="11376" y="501"/>
                </a:cubicBezTo>
                <a:lnTo>
                  <a:pt x="11376" y="435"/>
                </a:lnTo>
                <a:cubicBezTo>
                  <a:pt x="11376" y="201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8006947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7"/>
          <p:cNvSpPr/>
          <p:nvPr/>
        </p:nvSpPr>
        <p:spPr>
          <a:xfrm>
            <a:off x="7835522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0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7"/>
          <p:cNvSpPr/>
          <p:nvPr/>
        </p:nvSpPr>
        <p:spPr>
          <a:xfrm>
            <a:off x="8006947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7491805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7491805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7491805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7"/>
          <p:cNvSpPr/>
          <p:nvPr/>
        </p:nvSpPr>
        <p:spPr>
          <a:xfrm>
            <a:off x="7491805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167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7"/>
          <p:cNvSpPr/>
          <p:nvPr/>
        </p:nvSpPr>
        <p:spPr>
          <a:xfrm>
            <a:off x="8162641" y="2772461"/>
            <a:ext cx="111986" cy="114581"/>
          </a:xfrm>
          <a:custGeom>
            <a:avLst/>
            <a:gdLst/>
            <a:ahLst/>
            <a:cxnLst/>
            <a:rect l="l" t="t" r="r" b="b"/>
            <a:pathLst>
              <a:path w="4271" h="4370" extrusionOk="0">
                <a:moveTo>
                  <a:pt x="2135" y="0"/>
                </a:moveTo>
                <a:cubicBezTo>
                  <a:pt x="968" y="0"/>
                  <a:pt x="0" y="967"/>
                  <a:pt x="0" y="2168"/>
                </a:cubicBezTo>
                <a:cubicBezTo>
                  <a:pt x="0" y="3403"/>
                  <a:pt x="968" y="4370"/>
                  <a:pt x="2135" y="4370"/>
                </a:cubicBezTo>
                <a:cubicBezTo>
                  <a:pt x="3336" y="4370"/>
                  <a:pt x="4270" y="3403"/>
                  <a:pt x="4270" y="2168"/>
                </a:cubicBezTo>
                <a:cubicBezTo>
                  <a:pt x="4270" y="967"/>
                  <a:pt x="3336" y="0"/>
                  <a:pt x="2135" y="0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8162641" y="2772461"/>
            <a:ext cx="111986" cy="111959"/>
          </a:xfrm>
          <a:custGeom>
            <a:avLst/>
            <a:gdLst/>
            <a:ahLst/>
            <a:cxnLst/>
            <a:rect l="l" t="t" r="r" b="b"/>
            <a:pathLst>
              <a:path w="4271" h="4270" extrusionOk="0">
                <a:moveTo>
                  <a:pt x="2135" y="0"/>
                </a:moveTo>
                <a:cubicBezTo>
                  <a:pt x="968" y="0"/>
                  <a:pt x="0" y="934"/>
                  <a:pt x="0" y="2135"/>
                </a:cubicBezTo>
                <a:cubicBezTo>
                  <a:pt x="0" y="3302"/>
                  <a:pt x="968" y="4270"/>
                  <a:pt x="2135" y="4270"/>
                </a:cubicBezTo>
                <a:cubicBezTo>
                  <a:pt x="3336" y="4270"/>
                  <a:pt x="4270" y="3302"/>
                  <a:pt x="4270" y="2135"/>
                </a:cubicBezTo>
                <a:cubicBezTo>
                  <a:pt x="4270" y="934"/>
                  <a:pt x="3336" y="0"/>
                  <a:pt x="2135" y="0"/>
                </a:cubicBezTo>
                <a:close/>
              </a:path>
            </a:pathLst>
          </a:custGeom>
          <a:solidFill>
            <a:srgbClr val="B6BA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8173129" y="2782084"/>
            <a:ext cx="91875" cy="92714"/>
          </a:xfrm>
          <a:custGeom>
            <a:avLst/>
            <a:gdLst/>
            <a:ahLst/>
            <a:cxnLst/>
            <a:rect l="l" t="t" r="r" b="b"/>
            <a:pathLst>
              <a:path w="3504" h="3536" extrusionOk="0">
                <a:moveTo>
                  <a:pt x="1735" y="0"/>
                </a:moveTo>
                <a:cubicBezTo>
                  <a:pt x="768" y="0"/>
                  <a:pt x="1" y="801"/>
                  <a:pt x="1" y="1768"/>
                </a:cubicBezTo>
                <a:cubicBezTo>
                  <a:pt x="1" y="2735"/>
                  <a:pt x="768" y="3536"/>
                  <a:pt x="1735" y="3536"/>
                </a:cubicBezTo>
                <a:cubicBezTo>
                  <a:pt x="2703" y="3536"/>
                  <a:pt x="3503" y="2735"/>
                  <a:pt x="3503" y="1768"/>
                </a:cubicBezTo>
                <a:cubicBezTo>
                  <a:pt x="3503" y="801"/>
                  <a:pt x="2703" y="0"/>
                  <a:pt x="1735" y="0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7"/>
          <p:cNvSpPr/>
          <p:nvPr/>
        </p:nvSpPr>
        <p:spPr>
          <a:xfrm>
            <a:off x="8173129" y="2827549"/>
            <a:ext cx="91875" cy="47248"/>
          </a:xfrm>
          <a:custGeom>
            <a:avLst/>
            <a:gdLst/>
            <a:ahLst/>
            <a:cxnLst/>
            <a:rect l="l" t="t" r="r" b="b"/>
            <a:pathLst>
              <a:path w="3504" h="1802" extrusionOk="0">
                <a:moveTo>
                  <a:pt x="1" y="1"/>
                </a:moveTo>
                <a:cubicBezTo>
                  <a:pt x="1" y="1"/>
                  <a:pt x="1" y="34"/>
                  <a:pt x="1" y="34"/>
                </a:cubicBezTo>
                <a:cubicBezTo>
                  <a:pt x="1" y="1001"/>
                  <a:pt x="768" y="1802"/>
                  <a:pt x="1735" y="1802"/>
                </a:cubicBezTo>
                <a:cubicBezTo>
                  <a:pt x="2703" y="1802"/>
                  <a:pt x="3503" y="1001"/>
                  <a:pt x="3503" y="34"/>
                </a:cubicBezTo>
                <a:cubicBezTo>
                  <a:pt x="3503" y="34"/>
                  <a:pt x="3503" y="34"/>
                  <a:pt x="3503" y="1"/>
                </a:cubicBezTo>
                <a:cubicBezTo>
                  <a:pt x="3503" y="968"/>
                  <a:pt x="2703" y="1735"/>
                  <a:pt x="1735" y="1735"/>
                </a:cubicBezTo>
                <a:cubicBezTo>
                  <a:pt x="768" y="1735"/>
                  <a:pt x="1" y="968"/>
                  <a:pt x="1" y="1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7"/>
          <p:cNvSpPr/>
          <p:nvPr/>
        </p:nvSpPr>
        <p:spPr>
          <a:xfrm>
            <a:off x="5646147" y="2701671"/>
            <a:ext cx="68916" cy="31575"/>
          </a:xfrm>
          <a:custGeom>
            <a:avLst/>
            <a:gdLst/>
            <a:ahLst/>
            <a:cxnLst/>
            <a:rect l="l" t="t" r="r" b="b"/>
            <a:pathLst>
              <a:path w="2259" h="1035" extrusionOk="0">
                <a:moveTo>
                  <a:pt x="125" y="899"/>
                </a:moveTo>
                <a:lnTo>
                  <a:pt x="125" y="899"/>
                </a:lnTo>
                <a:cubicBezTo>
                  <a:pt x="132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5" y="899"/>
                </a:cubicBezTo>
                <a:close/>
                <a:moveTo>
                  <a:pt x="891" y="1"/>
                </a:moveTo>
                <a:cubicBezTo>
                  <a:pt x="329" y="1"/>
                  <a:pt x="1" y="409"/>
                  <a:pt x="125" y="899"/>
                </a:cubicBezTo>
                <a:lnTo>
                  <a:pt x="125" y="899"/>
                </a:lnTo>
                <a:cubicBezTo>
                  <a:pt x="49" y="429"/>
                  <a:pt x="373" y="67"/>
                  <a:pt x="891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8" y="1"/>
                  <a:pt x="891" y="1"/>
                </a:cubicBezTo>
                <a:close/>
              </a:path>
            </a:pathLst>
          </a:custGeom>
          <a:solidFill>
            <a:srgbClr val="FFFF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7"/>
          <p:cNvSpPr/>
          <p:nvPr/>
        </p:nvSpPr>
        <p:spPr>
          <a:xfrm>
            <a:off x="5764205" y="2701671"/>
            <a:ext cx="68886" cy="31575"/>
          </a:xfrm>
          <a:custGeom>
            <a:avLst/>
            <a:gdLst/>
            <a:ahLst/>
            <a:cxnLst/>
            <a:rect l="l" t="t" r="r" b="b"/>
            <a:pathLst>
              <a:path w="2258" h="1035" extrusionOk="0">
                <a:moveTo>
                  <a:pt x="124" y="899"/>
                </a:moveTo>
                <a:cubicBezTo>
                  <a:pt x="131" y="943"/>
                  <a:pt x="142" y="989"/>
                  <a:pt x="156" y="1035"/>
                </a:cubicBezTo>
                <a:cubicBezTo>
                  <a:pt x="156" y="1001"/>
                  <a:pt x="156" y="1001"/>
                  <a:pt x="156" y="1001"/>
                </a:cubicBezTo>
                <a:cubicBezTo>
                  <a:pt x="143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8" y="1"/>
                  <a:pt x="0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0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7" y="1"/>
                  <a:pt x="890" y="1"/>
                </a:cubicBezTo>
                <a:close/>
              </a:path>
            </a:pathLst>
          </a:custGeom>
          <a:solidFill>
            <a:srgbClr val="FF52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7"/>
          <p:cNvSpPr/>
          <p:nvPr/>
        </p:nvSpPr>
        <p:spPr>
          <a:xfrm>
            <a:off x="5882232" y="2701671"/>
            <a:ext cx="68916" cy="31575"/>
          </a:xfrm>
          <a:custGeom>
            <a:avLst/>
            <a:gdLst/>
            <a:ahLst/>
            <a:cxnLst/>
            <a:rect l="l" t="t" r="r" b="b"/>
            <a:pathLst>
              <a:path w="2259" h="1035" extrusionOk="0">
                <a:moveTo>
                  <a:pt x="124" y="899"/>
                </a:moveTo>
                <a:cubicBezTo>
                  <a:pt x="131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9" y="1"/>
                  <a:pt x="1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91" y="1"/>
                  <a:pt x="890" y="1"/>
                </a:cubicBezTo>
                <a:close/>
              </a:path>
            </a:pathLst>
          </a:custGeom>
          <a:solidFill>
            <a:srgbClr val="45FF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7"/>
          <p:cNvSpPr/>
          <p:nvPr/>
        </p:nvSpPr>
        <p:spPr>
          <a:xfrm>
            <a:off x="7158576" y="2327273"/>
            <a:ext cx="26" cy="52492"/>
          </a:xfrm>
          <a:custGeom>
            <a:avLst/>
            <a:gdLst/>
            <a:ahLst/>
            <a:cxnLst/>
            <a:rect l="l" t="t" r="r" b="b"/>
            <a:pathLst>
              <a:path w="1" h="2002" extrusionOk="0">
                <a:moveTo>
                  <a:pt x="0" y="2002"/>
                </a:moveTo>
                <a:lnTo>
                  <a:pt x="0" y="0"/>
                </a:lnTo>
              </a:path>
            </a:pathLst>
          </a:custGeom>
          <a:solidFill>
            <a:srgbClr val="1FFF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7"/>
          <p:cNvSpPr/>
          <p:nvPr/>
        </p:nvSpPr>
        <p:spPr>
          <a:xfrm>
            <a:off x="7807545" y="2334545"/>
            <a:ext cx="107607" cy="32408"/>
          </a:xfrm>
          <a:custGeom>
            <a:avLst/>
            <a:gdLst/>
            <a:ahLst/>
            <a:cxnLst/>
            <a:rect l="l" t="t" r="r" b="b"/>
            <a:pathLst>
              <a:path w="4104" h="1236" extrusionOk="0">
                <a:moveTo>
                  <a:pt x="634" y="1"/>
                </a:moveTo>
                <a:cubicBezTo>
                  <a:pt x="301" y="1"/>
                  <a:pt x="0" y="268"/>
                  <a:pt x="0" y="601"/>
                </a:cubicBezTo>
                <a:cubicBezTo>
                  <a:pt x="0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7"/>
          <p:cNvSpPr/>
          <p:nvPr/>
        </p:nvSpPr>
        <p:spPr>
          <a:xfrm>
            <a:off x="7935236" y="2334545"/>
            <a:ext cx="107607" cy="32408"/>
          </a:xfrm>
          <a:custGeom>
            <a:avLst/>
            <a:gdLst/>
            <a:ahLst/>
            <a:cxnLst/>
            <a:rect l="l" t="t" r="r" b="b"/>
            <a:pathLst>
              <a:path w="4104" h="1236" extrusionOk="0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7646607" y="2523460"/>
            <a:ext cx="697111" cy="32408"/>
          </a:xfrm>
          <a:custGeom>
            <a:avLst/>
            <a:gdLst/>
            <a:ahLst/>
            <a:cxnLst/>
            <a:rect l="l" t="t" r="r" b="b"/>
            <a:pathLst>
              <a:path w="26587" h="1236" extrusionOk="0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25953" y="1235"/>
                </a:lnTo>
                <a:cubicBezTo>
                  <a:pt x="26286" y="1235"/>
                  <a:pt x="26586" y="968"/>
                  <a:pt x="26586" y="601"/>
                </a:cubicBezTo>
                <a:cubicBezTo>
                  <a:pt x="26586" y="268"/>
                  <a:pt x="26286" y="1"/>
                  <a:pt x="25953" y="1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7"/>
          <p:cNvSpPr/>
          <p:nvPr/>
        </p:nvSpPr>
        <p:spPr>
          <a:xfrm>
            <a:off x="8170507" y="2589954"/>
            <a:ext cx="136475" cy="33247"/>
          </a:xfrm>
          <a:custGeom>
            <a:avLst/>
            <a:gdLst/>
            <a:ahLst/>
            <a:cxnLst/>
            <a:rect l="l" t="t" r="r" b="b"/>
            <a:pathLst>
              <a:path w="5205" h="1268" extrusionOk="0">
                <a:moveTo>
                  <a:pt x="634" y="0"/>
                </a:moveTo>
                <a:cubicBezTo>
                  <a:pt x="267" y="0"/>
                  <a:pt x="1" y="300"/>
                  <a:pt x="1" y="634"/>
                </a:cubicBezTo>
                <a:cubicBezTo>
                  <a:pt x="1" y="1001"/>
                  <a:pt x="267" y="1268"/>
                  <a:pt x="634" y="1268"/>
                </a:cubicBezTo>
                <a:lnTo>
                  <a:pt x="4571" y="1268"/>
                </a:lnTo>
                <a:cubicBezTo>
                  <a:pt x="4937" y="1268"/>
                  <a:pt x="5204" y="1001"/>
                  <a:pt x="5204" y="634"/>
                </a:cubicBezTo>
                <a:cubicBezTo>
                  <a:pt x="5204" y="300"/>
                  <a:pt x="4937" y="0"/>
                  <a:pt x="4571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7"/>
          <p:cNvSpPr/>
          <p:nvPr/>
        </p:nvSpPr>
        <p:spPr>
          <a:xfrm>
            <a:off x="8027084" y="2589954"/>
            <a:ext cx="123339" cy="33247"/>
          </a:xfrm>
          <a:custGeom>
            <a:avLst/>
            <a:gdLst/>
            <a:ahLst/>
            <a:cxnLst/>
            <a:rect l="l" t="t" r="r" b="b"/>
            <a:pathLst>
              <a:path w="4704" h="1268" extrusionOk="0">
                <a:moveTo>
                  <a:pt x="634" y="0"/>
                </a:moveTo>
                <a:cubicBezTo>
                  <a:pt x="300" y="0"/>
                  <a:pt x="0" y="300"/>
                  <a:pt x="0" y="634"/>
                </a:cubicBezTo>
                <a:cubicBezTo>
                  <a:pt x="0" y="1001"/>
                  <a:pt x="300" y="1268"/>
                  <a:pt x="634" y="1268"/>
                </a:cubicBezTo>
                <a:lnTo>
                  <a:pt x="4070" y="1268"/>
                </a:lnTo>
                <a:cubicBezTo>
                  <a:pt x="4437" y="1268"/>
                  <a:pt x="4703" y="1001"/>
                  <a:pt x="4703" y="634"/>
                </a:cubicBezTo>
                <a:cubicBezTo>
                  <a:pt x="4703" y="300"/>
                  <a:pt x="4403" y="0"/>
                  <a:pt x="4070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7"/>
          <p:cNvSpPr/>
          <p:nvPr/>
        </p:nvSpPr>
        <p:spPr>
          <a:xfrm>
            <a:off x="7916882" y="2122898"/>
            <a:ext cx="649863" cy="545796"/>
          </a:xfrm>
          <a:custGeom>
            <a:avLst/>
            <a:gdLst/>
            <a:ahLst/>
            <a:cxnLst/>
            <a:rect l="l" t="t" r="r" b="b"/>
            <a:pathLst>
              <a:path w="24785" h="20816" extrusionOk="0">
                <a:moveTo>
                  <a:pt x="20815" y="0"/>
                </a:moveTo>
                <a:lnTo>
                  <a:pt x="0" y="20815"/>
                </a:lnTo>
                <a:lnTo>
                  <a:pt x="4303" y="20815"/>
                </a:lnTo>
                <a:lnTo>
                  <a:pt x="24584" y="534"/>
                </a:lnTo>
                <a:lnTo>
                  <a:pt x="24784" y="0"/>
                </a:lnTo>
                <a:close/>
              </a:path>
            </a:pathLst>
          </a:custGeom>
          <a:solidFill>
            <a:srgbClr val="E1F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7"/>
          <p:cNvSpPr/>
          <p:nvPr/>
        </p:nvSpPr>
        <p:spPr>
          <a:xfrm>
            <a:off x="4992525" y="1047062"/>
            <a:ext cx="2624530" cy="1703569"/>
          </a:xfrm>
          <a:custGeom>
            <a:avLst/>
            <a:gdLst/>
            <a:ahLst/>
            <a:cxnLst/>
            <a:rect l="l" t="t" r="r" b="b"/>
            <a:pathLst>
              <a:path w="86029" h="55841" extrusionOk="0">
                <a:moveTo>
                  <a:pt x="2102" y="1"/>
                </a:moveTo>
                <a:cubicBezTo>
                  <a:pt x="935" y="1"/>
                  <a:pt x="1" y="935"/>
                  <a:pt x="1" y="2102"/>
                </a:cubicBezTo>
                <a:lnTo>
                  <a:pt x="1" y="53739"/>
                </a:lnTo>
                <a:cubicBezTo>
                  <a:pt x="1" y="54907"/>
                  <a:pt x="935" y="55841"/>
                  <a:pt x="2102" y="55841"/>
                </a:cubicBezTo>
                <a:lnTo>
                  <a:pt x="83894" y="55841"/>
                </a:lnTo>
                <a:cubicBezTo>
                  <a:pt x="85062" y="55841"/>
                  <a:pt x="86029" y="54907"/>
                  <a:pt x="86029" y="53739"/>
                </a:cubicBezTo>
                <a:lnTo>
                  <a:pt x="86029" y="2102"/>
                </a:lnTo>
                <a:cubicBezTo>
                  <a:pt x="86029" y="935"/>
                  <a:pt x="85062" y="1"/>
                  <a:pt x="83894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7"/>
          <p:cNvSpPr/>
          <p:nvPr/>
        </p:nvSpPr>
        <p:spPr>
          <a:xfrm>
            <a:off x="4992525" y="1047062"/>
            <a:ext cx="2624530" cy="274812"/>
          </a:xfrm>
          <a:custGeom>
            <a:avLst/>
            <a:gdLst/>
            <a:ahLst/>
            <a:cxnLst/>
            <a:rect l="l" t="t" r="r" b="b"/>
            <a:pathLst>
              <a:path w="86029" h="9008" extrusionOk="0">
                <a:moveTo>
                  <a:pt x="2436" y="1"/>
                </a:moveTo>
                <a:cubicBezTo>
                  <a:pt x="1102" y="1"/>
                  <a:pt x="1" y="1068"/>
                  <a:pt x="1" y="2436"/>
                </a:cubicBezTo>
                <a:lnTo>
                  <a:pt x="1" y="9007"/>
                </a:lnTo>
                <a:lnTo>
                  <a:pt x="86029" y="9007"/>
                </a:lnTo>
                <a:lnTo>
                  <a:pt x="86029" y="2436"/>
                </a:lnTo>
                <a:cubicBezTo>
                  <a:pt x="86029" y="1102"/>
                  <a:pt x="84928" y="1"/>
                  <a:pt x="8359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7"/>
          <p:cNvSpPr/>
          <p:nvPr/>
        </p:nvSpPr>
        <p:spPr>
          <a:xfrm>
            <a:off x="5098380" y="1404255"/>
            <a:ext cx="2417933" cy="1256817"/>
          </a:xfrm>
          <a:custGeom>
            <a:avLst/>
            <a:gdLst/>
            <a:ahLst/>
            <a:cxnLst/>
            <a:rect l="l" t="t" r="r" b="b"/>
            <a:pathLst>
              <a:path w="79257" h="41197" extrusionOk="0">
                <a:moveTo>
                  <a:pt x="77522" y="41196"/>
                </a:moveTo>
                <a:lnTo>
                  <a:pt x="1735" y="41196"/>
                </a:lnTo>
                <a:cubicBezTo>
                  <a:pt x="767" y="41196"/>
                  <a:pt x="0" y="40429"/>
                  <a:pt x="0" y="39462"/>
                </a:cubicBezTo>
                <a:lnTo>
                  <a:pt x="0" y="1735"/>
                </a:lnTo>
                <a:cubicBezTo>
                  <a:pt x="0" y="768"/>
                  <a:pt x="767" y="0"/>
                  <a:pt x="1735" y="0"/>
                </a:cubicBezTo>
                <a:lnTo>
                  <a:pt x="77522" y="0"/>
                </a:lnTo>
                <a:cubicBezTo>
                  <a:pt x="78489" y="0"/>
                  <a:pt x="79257" y="768"/>
                  <a:pt x="79257" y="1735"/>
                </a:cubicBezTo>
                <a:lnTo>
                  <a:pt x="79257" y="39462"/>
                </a:lnTo>
                <a:cubicBezTo>
                  <a:pt x="79257" y="40429"/>
                  <a:pt x="78489" y="41196"/>
                  <a:pt x="77522" y="41196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7"/>
          <p:cNvSpPr/>
          <p:nvPr/>
        </p:nvSpPr>
        <p:spPr>
          <a:xfrm>
            <a:off x="5168574" y="1477530"/>
            <a:ext cx="57019" cy="116020"/>
          </a:xfrm>
          <a:custGeom>
            <a:avLst/>
            <a:gdLst/>
            <a:ahLst/>
            <a:cxnLst/>
            <a:rect l="l" t="t" r="r" b="b"/>
            <a:pathLst>
              <a:path w="1869" h="3803" fill="none" extrusionOk="0">
                <a:moveTo>
                  <a:pt x="1869" y="0"/>
                </a:moveTo>
                <a:lnTo>
                  <a:pt x="1" y="1901"/>
                </a:lnTo>
                <a:lnTo>
                  <a:pt x="1869" y="3803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7"/>
          <p:cNvSpPr/>
          <p:nvPr/>
        </p:nvSpPr>
        <p:spPr>
          <a:xfrm>
            <a:off x="5371072" y="1477530"/>
            <a:ext cx="58056" cy="116020"/>
          </a:xfrm>
          <a:custGeom>
            <a:avLst/>
            <a:gdLst/>
            <a:ahLst/>
            <a:cxnLst/>
            <a:rect l="l" t="t" r="r" b="b"/>
            <a:pathLst>
              <a:path w="1903" h="3803" fill="none" extrusionOk="0">
                <a:moveTo>
                  <a:pt x="1" y="0"/>
                </a:moveTo>
                <a:lnTo>
                  <a:pt x="1902" y="1901"/>
                </a:lnTo>
                <a:lnTo>
                  <a:pt x="1" y="3803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7"/>
          <p:cNvSpPr/>
          <p:nvPr/>
        </p:nvSpPr>
        <p:spPr>
          <a:xfrm>
            <a:off x="5274399" y="1477530"/>
            <a:ext cx="45822" cy="126210"/>
          </a:xfrm>
          <a:custGeom>
            <a:avLst/>
            <a:gdLst/>
            <a:ahLst/>
            <a:cxnLst/>
            <a:rect l="l" t="t" r="r" b="b"/>
            <a:pathLst>
              <a:path w="1502" h="4137" fill="none" extrusionOk="0">
                <a:moveTo>
                  <a:pt x="1" y="4136"/>
                </a:moveTo>
                <a:lnTo>
                  <a:pt x="1502" y="0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5473847" y="1588419"/>
            <a:ext cx="32613" cy="32613"/>
          </a:xfrm>
          <a:custGeom>
            <a:avLst/>
            <a:gdLst/>
            <a:ahLst/>
            <a:cxnLst/>
            <a:rect l="l" t="t" r="r" b="b"/>
            <a:pathLst>
              <a:path w="1069" h="1069" extrusionOk="0">
                <a:moveTo>
                  <a:pt x="535" y="1"/>
                </a:moveTo>
                <a:cubicBezTo>
                  <a:pt x="234" y="1"/>
                  <a:pt x="1" y="234"/>
                  <a:pt x="1" y="535"/>
                </a:cubicBezTo>
                <a:cubicBezTo>
                  <a:pt x="1" y="802"/>
                  <a:pt x="234" y="1068"/>
                  <a:pt x="535" y="1068"/>
                </a:cubicBezTo>
                <a:cubicBezTo>
                  <a:pt x="835" y="1068"/>
                  <a:pt x="1068" y="802"/>
                  <a:pt x="1068" y="535"/>
                </a:cubicBezTo>
                <a:cubicBezTo>
                  <a:pt x="1068" y="234"/>
                  <a:pt x="835" y="1"/>
                  <a:pt x="535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7"/>
          <p:cNvSpPr/>
          <p:nvPr/>
        </p:nvSpPr>
        <p:spPr>
          <a:xfrm>
            <a:off x="5521684" y="1588419"/>
            <a:ext cx="32582" cy="32613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534" y="1"/>
                </a:moveTo>
                <a:cubicBezTo>
                  <a:pt x="267" y="1"/>
                  <a:pt x="0" y="234"/>
                  <a:pt x="0" y="535"/>
                </a:cubicBezTo>
                <a:cubicBezTo>
                  <a:pt x="0" y="802"/>
                  <a:pt x="267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7"/>
          <p:cNvSpPr/>
          <p:nvPr/>
        </p:nvSpPr>
        <p:spPr>
          <a:xfrm>
            <a:off x="5589864" y="1588419"/>
            <a:ext cx="32582" cy="32613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534" y="1"/>
                </a:moveTo>
                <a:cubicBezTo>
                  <a:pt x="234" y="1"/>
                  <a:pt x="0" y="234"/>
                  <a:pt x="0" y="535"/>
                </a:cubicBezTo>
                <a:cubicBezTo>
                  <a:pt x="0" y="802"/>
                  <a:pt x="234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7"/>
          <p:cNvSpPr/>
          <p:nvPr/>
        </p:nvSpPr>
        <p:spPr>
          <a:xfrm>
            <a:off x="5197067" y="1721730"/>
            <a:ext cx="1737158" cy="31"/>
          </a:xfrm>
          <a:custGeom>
            <a:avLst/>
            <a:gdLst/>
            <a:ahLst/>
            <a:cxnLst/>
            <a:rect l="l" t="t" r="r" b="b"/>
            <a:pathLst>
              <a:path w="56942" h="1" fill="none" extrusionOk="0">
                <a:moveTo>
                  <a:pt x="1" y="1"/>
                </a:moveTo>
                <a:lnTo>
                  <a:pt x="56941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7"/>
          <p:cNvSpPr/>
          <p:nvPr/>
        </p:nvSpPr>
        <p:spPr>
          <a:xfrm>
            <a:off x="7038920" y="1721730"/>
            <a:ext cx="134355" cy="31"/>
          </a:xfrm>
          <a:custGeom>
            <a:avLst/>
            <a:gdLst/>
            <a:ahLst/>
            <a:cxnLst/>
            <a:rect l="l" t="t" r="r" b="b"/>
            <a:pathLst>
              <a:path w="4404" h="1" fill="none" extrusionOk="0">
                <a:moveTo>
                  <a:pt x="0" y="1"/>
                </a:moveTo>
                <a:lnTo>
                  <a:pt x="4403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7"/>
          <p:cNvSpPr/>
          <p:nvPr/>
        </p:nvSpPr>
        <p:spPr>
          <a:xfrm>
            <a:off x="7247520" y="1721730"/>
            <a:ext cx="170995" cy="31"/>
          </a:xfrm>
          <a:custGeom>
            <a:avLst/>
            <a:gdLst/>
            <a:ahLst/>
            <a:cxnLst/>
            <a:rect l="l" t="t" r="r" b="b"/>
            <a:pathLst>
              <a:path w="5605" h="1" fill="none" extrusionOk="0">
                <a:moveTo>
                  <a:pt x="0" y="1"/>
                </a:moveTo>
                <a:lnTo>
                  <a:pt x="5604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7"/>
          <p:cNvSpPr/>
          <p:nvPr/>
        </p:nvSpPr>
        <p:spPr>
          <a:xfrm>
            <a:off x="5197067" y="1858091"/>
            <a:ext cx="1086891" cy="31"/>
          </a:xfrm>
          <a:custGeom>
            <a:avLst/>
            <a:gdLst/>
            <a:ahLst/>
            <a:cxnLst/>
            <a:rect l="l" t="t" r="r" b="b"/>
            <a:pathLst>
              <a:path w="35627" h="1" fill="none" extrusionOk="0">
                <a:moveTo>
                  <a:pt x="1" y="1"/>
                </a:moveTo>
                <a:lnTo>
                  <a:pt x="35626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7"/>
          <p:cNvSpPr/>
          <p:nvPr/>
        </p:nvSpPr>
        <p:spPr>
          <a:xfrm>
            <a:off x="6444635" y="1858091"/>
            <a:ext cx="195431" cy="31"/>
          </a:xfrm>
          <a:custGeom>
            <a:avLst/>
            <a:gdLst/>
            <a:ahLst/>
            <a:cxnLst/>
            <a:rect l="l" t="t" r="r" b="b"/>
            <a:pathLst>
              <a:path w="6406" h="1" fill="none" extrusionOk="0">
                <a:moveTo>
                  <a:pt x="1" y="1"/>
                </a:moveTo>
                <a:lnTo>
                  <a:pt x="6405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7"/>
          <p:cNvSpPr/>
          <p:nvPr/>
        </p:nvSpPr>
        <p:spPr>
          <a:xfrm>
            <a:off x="6110870" y="1936461"/>
            <a:ext cx="529214" cy="31"/>
          </a:xfrm>
          <a:custGeom>
            <a:avLst/>
            <a:gdLst/>
            <a:ahLst/>
            <a:cxnLst/>
            <a:rect l="l" t="t" r="r" b="b"/>
            <a:pathLst>
              <a:path w="17347" h="1" fill="none" extrusionOk="0">
                <a:moveTo>
                  <a:pt x="17346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5931770" y="1936461"/>
            <a:ext cx="106898" cy="31"/>
          </a:xfrm>
          <a:custGeom>
            <a:avLst/>
            <a:gdLst/>
            <a:ahLst/>
            <a:cxnLst/>
            <a:rect l="l" t="t" r="r" b="b"/>
            <a:pathLst>
              <a:path w="3504" h="1" fill="none" extrusionOk="0">
                <a:moveTo>
                  <a:pt x="3503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7"/>
          <p:cNvSpPr/>
          <p:nvPr/>
        </p:nvSpPr>
        <p:spPr>
          <a:xfrm>
            <a:off x="5740468" y="1936461"/>
            <a:ext cx="106868" cy="31"/>
          </a:xfrm>
          <a:custGeom>
            <a:avLst/>
            <a:gdLst/>
            <a:ahLst/>
            <a:cxnLst/>
            <a:rect l="l" t="t" r="r" b="b"/>
            <a:pathLst>
              <a:path w="3503" h="1" fill="none" extrusionOk="0">
                <a:moveTo>
                  <a:pt x="3503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5550172" y="1936461"/>
            <a:ext cx="105861" cy="31"/>
          </a:xfrm>
          <a:custGeom>
            <a:avLst/>
            <a:gdLst/>
            <a:ahLst/>
            <a:cxnLst/>
            <a:rect l="l" t="t" r="r" b="b"/>
            <a:pathLst>
              <a:path w="3470" h="1" fill="none" extrusionOk="0">
                <a:moveTo>
                  <a:pt x="3470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7"/>
          <p:cNvSpPr/>
          <p:nvPr/>
        </p:nvSpPr>
        <p:spPr>
          <a:xfrm>
            <a:off x="5358870" y="1936461"/>
            <a:ext cx="105861" cy="31"/>
          </a:xfrm>
          <a:custGeom>
            <a:avLst/>
            <a:gdLst/>
            <a:ahLst/>
            <a:cxnLst/>
            <a:rect l="l" t="t" r="r" b="b"/>
            <a:pathLst>
              <a:path w="3470" h="1" fill="none" extrusionOk="0">
                <a:moveTo>
                  <a:pt x="3470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7"/>
          <p:cNvSpPr/>
          <p:nvPr/>
        </p:nvSpPr>
        <p:spPr>
          <a:xfrm>
            <a:off x="5358870" y="2032097"/>
            <a:ext cx="1647588" cy="31"/>
          </a:xfrm>
          <a:custGeom>
            <a:avLst/>
            <a:gdLst/>
            <a:ahLst/>
            <a:cxnLst/>
            <a:rect l="l" t="t" r="r" b="b"/>
            <a:pathLst>
              <a:path w="54006" h="1" fill="none" extrusionOk="0">
                <a:moveTo>
                  <a:pt x="54006" y="1"/>
                </a:moveTo>
                <a:lnTo>
                  <a:pt x="0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7"/>
          <p:cNvSpPr/>
          <p:nvPr/>
        </p:nvSpPr>
        <p:spPr>
          <a:xfrm>
            <a:off x="5197067" y="1936461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5197067" y="2032097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7"/>
          <p:cNvSpPr/>
          <p:nvPr/>
        </p:nvSpPr>
        <p:spPr>
          <a:xfrm>
            <a:off x="5197067" y="2127763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7"/>
          <p:cNvSpPr/>
          <p:nvPr/>
        </p:nvSpPr>
        <p:spPr>
          <a:xfrm>
            <a:off x="5197067" y="2223399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7"/>
          <p:cNvSpPr/>
          <p:nvPr/>
        </p:nvSpPr>
        <p:spPr>
          <a:xfrm>
            <a:off x="7106064" y="2032097"/>
            <a:ext cx="226976" cy="31"/>
          </a:xfrm>
          <a:custGeom>
            <a:avLst/>
            <a:gdLst/>
            <a:ahLst/>
            <a:cxnLst/>
            <a:rect l="l" t="t" r="r" b="b"/>
            <a:pathLst>
              <a:path w="7440" h="1" fill="none" extrusionOk="0">
                <a:moveTo>
                  <a:pt x="1" y="1"/>
                </a:moveTo>
                <a:lnTo>
                  <a:pt x="7439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5354813" y="2127763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7"/>
          <p:cNvSpPr/>
          <p:nvPr/>
        </p:nvSpPr>
        <p:spPr>
          <a:xfrm>
            <a:off x="5354813" y="2225443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5354813" y="2324160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5354813" y="2421840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7"/>
          <p:cNvSpPr/>
          <p:nvPr/>
        </p:nvSpPr>
        <p:spPr>
          <a:xfrm>
            <a:off x="6110870" y="2421840"/>
            <a:ext cx="928130" cy="31"/>
          </a:xfrm>
          <a:custGeom>
            <a:avLst/>
            <a:gdLst/>
            <a:ahLst/>
            <a:cxnLst/>
            <a:rect l="l" t="t" r="r" b="b"/>
            <a:pathLst>
              <a:path w="30423" h="1" fill="none" extrusionOk="0">
                <a:moveTo>
                  <a:pt x="0" y="1"/>
                </a:moveTo>
                <a:lnTo>
                  <a:pt x="30422" y="1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27"/>
          <p:cNvSpPr/>
          <p:nvPr/>
        </p:nvSpPr>
        <p:spPr>
          <a:xfrm>
            <a:off x="6661380" y="2324160"/>
            <a:ext cx="377591" cy="31"/>
          </a:xfrm>
          <a:custGeom>
            <a:avLst/>
            <a:gdLst/>
            <a:ahLst/>
            <a:cxnLst/>
            <a:rect l="l" t="t" r="r" b="b"/>
            <a:pathLst>
              <a:path w="12377" h="1" fill="none" extrusionOk="0">
                <a:moveTo>
                  <a:pt x="1" y="0"/>
                </a:moveTo>
                <a:lnTo>
                  <a:pt x="12376" y="0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6889319" y="2223399"/>
            <a:ext cx="149639" cy="31"/>
          </a:xfrm>
          <a:custGeom>
            <a:avLst/>
            <a:gdLst/>
            <a:ahLst/>
            <a:cxnLst/>
            <a:rect l="l" t="t" r="r" b="b"/>
            <a:pathLst>
              <a:path w="4905" h="1" fill="none" extrusionOk="0">
                <a:moveTo>
                  <a:pt x="1" y="1"/>
                </a:moveTo>
                <a:lnTo>
                  <a:pt x="4904" y="1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7602007" y="1310369"/>
            <a:ext cx="1114298" cy="1734401"/>
          </a:xfrm>
          <a:custGeom>
            <a:avLst/>
            <a:gdLst/>
            <a:ahLst/>
            <a:cxnLst/>
            <a:rect l="l" t="t" r="r" b="b"/>
            <a:pathLst>
              <a:path w="42498" h="66148" extrusionOk="0">
                <a:moveTo>
                  <a:pt x="2169" y="1"/>
                </a:moveTo>
                <a:cubicBezTo>
                  <a:pt x="968" y="1"/>
                  <a:pt x="0" y="968"/>
                  <a:pt x="0" y="2169"/>
                </a:cubicBezTo>
                <a:lnTo>
                  <a:pt x="0" y="63980"/>
                </a:lnTo>
                <a:cubicBezTo>
                  <a:pt x="0" y="65181"/>
                  <a:pt x="968" y="66148"/>
                  <a:pt x="2169" y="66148"/>
                </a:cubicBezTo>
                <a:lnTo>
                  <a:pt x="40329" y="66148"/>
                </a:lnTo>
                <a:cubicBezTo>
                  <a:pt x="41530" y="66148"/>
                  <a:pt x="42497" y="65181"/>
                  <a:pt x="42497" y="63980"/>
                </a:cubicBezTo>
                <a:lnTo>
                  <a:pt x="42497" y="2169"/>
                </a:lnTo>
                <a:cubicBezTo>
                  <a:pt x="42497" y="968"/>
                  <a:pt x="41530" y="1"/>
                  <a:pt x="403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7"/>
          <p:cNvSpPr/>
          <p:nvPr/>
        </p:nvSpPr>
        <p:spPr>
          <a:xfrm>
            <a:off x="7602007" y="1310369"/>
            <a:ext cx="1114298" cy="157451"/>
          </a:xfrm>
          <a:custGeom>
            <a:avLst/>
            <a:gdLst/>
            <a:ahLst/>
            <a:cxnLst/>
            <a:rect l="l" t="t" r="r" b="b"/>
            <a:pathLst>
              <a:path w="42498" h="6005" extrusionOk="0">
                <a:moveTo>
                  <a:pt x="1635" y="1"/>
                </a:moveTo>
                <a:cubicBezTo>
                  <a:pt x="734" y="1"/>
                  <a:pt x="0" y="734"/>
                  <a:pt x="0" y="1635"/>
                </a:cubicBezTo>
                <a:lnTo>
                  <a:pt x="0" y="6005"/>
                </a:lnTo>
                <a:lnTo>
                  <a:pt x="42497" y="6005"/>
                </a:lnTo>
                <a:lnTo>
                  <a:pt x="42497" y="1635"/>
                </a:lnTo>
                <a:cubicBezTo>
                  <a:pt x="42497" y="734"/>
                  <a:pt x="41764" y="1"/>
                  <a:pt x="4086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7662365" y="1515042"/>
            <a:ext cx="996203" cy="1478126"/>
          </a:xfrm>
          <a:custGeom>
            <a:avLst/>
            <a:gdLst/>
            <a:ahLst/>
            <a:cxnLst/>
            <a:rect l="l" t="t" r="r" b="b"/>
            <a:pathLst>
              <a:path w="37994" h="56374" extrusionOk="0">
                <a:moveTo>
                  <a:pt x="36259" y="56374"/>
                </a:moveTo>
                <a:lnTo>
                  <a:pt x="1768" y="56374"/>
                </a:lnTo>
                <a:cubicBezTo>
                  <a:pt x="801" y="56374"/>
                  <a:pt x="0" y="55607"/>
                  <a:pt x="0" y="54639"/>
                </a:cubicBezTo>
                <a:lnTo>
                  <a:pt x="0" y="1735"/>
                </a:lnTo>
                <a:cubicBezTo>
                  <a:pt x="0" y="767"/>
                  <a:pt x="801" y="0"/>
                  <a:pt x="1768" y="0"/>
                </a:cubicBezTo>
                <a:lnTo>
                  <a:pt x="36259" y="0"/>
                </a:lnTo>
                <a:cubicBezTo>
                  <a:pt x="37227" y="0"/>
                  <a:pt x="37994" y="767"/>
                  <a:pt x="37994" y="1735"/>
                </a:cubicBezTo>
                <a:lnTo>
                  <a:pt x="37994" y="54639"/>
                </a:lnTo>
                <a:cubicBezTo>
                  <a:pt x="37994" y="55607"/>
                  <a:pt x="37227" y="56374"/>
                  <a:pt x="36259" y="56374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7"/>
          <p:cNvSpPr/>
          <p:nvPr/>
        </p:nvSpPr>
        <p:spPr>
          <a:xfrm>
            <a:off x="7905503" y="1362835"/>
            <a:ext cx="53384" cy="27164"/>
          </a:xfrm>
          <a:custGeom>
            <a:avLst/>
            <a:gdLst/>
            <a:ahLst/>
            <a:cxnLst/>
            <a:rect l="l" t="t" r="r" b="b"/>
            <a:pathLst>
              <a:path w="2036" h="1036" extrusionOk="0">
                <a:moveTo>
                  <a:pt x="1001" y="1"/>
                </a:moveTo>
                <a:cubicBezTo>
                  <a:pt x="434" y="1"/>
                  <a:pt x="0" y="435"/>
                  <a:pt x="0" y="1002"/>
                </a:cubicBezTo>
                <a:lnTo>
                  <a:pt x="0" y="1035"/>
                </a:lnTo>
                <a:cubicBezTo>
                  <a:pt x="0" y="468"/>
                  <a:pt x="434" y="1"/>
                  <a:pt x="1001" y="1"/>
                </a:cubicBezTo>
                <a:close/>
                <a:moveTo>
                  <a:pt x="1001" y="1"/>
                </a:moveTo>
                <a:cubicBezTo>
                  <a:pt x="1568" y="1"/>
                  <a:pt x="2035" y="468"/>
                  <a:pt x="2035" y="1035"/>
                </a:cubicBezTo>
                <a:lnTo>
                  <a:pt x="2035" y="1002"/>
                </a:lnTo>
                <a:cubicBezTo>
                  <a:pt x="2035" y="435"/>
                  <a:pt x="1568" y="1"/>
                  <a:pt x="1001" y="1"/>
                </a:cubicBezTo>
                <a:close/>
              </a:path>
            </a:pathLst>
          </a:custGeom>
          <a:solidFill>
            <a:srgbClr val="84F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7710453" y="1688198"/>
            <a:ext cx="707599" cy="16650"/>
          </a:xfrm>
          <a:custGeom>
            <a:avLst/>
            <a:gdLst/>
            <a:ahLst/>
            <a:cxnLst/>
            <a:rect l="l" t="t" r="r" b="b"/>
            <a:pathLst>
              <a:path w="26987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34" y="635"/>
                </a:cubicBezTo>
                <a:lnTo>
                  <a:pt x="26686" y="635"/>
                </a:lnTo>
                <a:cubicBezTo>
                  <a:pt x="26853" y="635"/>
                  <a:pt x="26987" y="501"/>
                  <a:pt x="26987" y="301"/>
                </a:cubicBezTo>
                <a:cubicBezTo>
                  <a:pt x="26987" y="134"/>
                  <a:pt x="26853" y="1"/>
                  <a:pt x="2668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8461758" y="1688198"/>
            <a:ext cx="68251" cy="16650"/>
          </a:xfrm>
          <a:custGeom>
            <a:avLst/>
            <a:gdLst/>
            <a:ahLst/>
            <a:cxnLst/>
            <a:rect l="l" t="t" r="r" b="b"/>
            <a:pathLst>
              <a:path w="2603" h="635" extrusionOk="0">
                <a:moveTo>
                  <a:pt x="301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01" y="635"/>
                </a:cubicBezTo>
                <a:lnTo>
                  <a:pt x="2269" y="635"/>
                </a:lnTo>
                <a:cubicBezTo>
                  <a:pt x="2436" y="635"/>
                  <a:pt x="2602" y="501"/>
                  <a:pt x="2602" y="301"/>
                </a:cubicBezTo>
                <a:cubicBezTo>
                  <a:pt x="2602" y="134"/>
                  <a:pt x="2436" y="1"/>
                  <a:pt x="2269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8556228" y="1688198"/>
            <a:ext cx="55114" cy="16650"/>
          </a:xfrm>
          <a:custGeom>
            <a:avLst/>
            <a:gdLst/>
            <a:ahLst/>
            <a:cxnLst/>
            <a:rect l="l" t="t" r="r" b="b"/>
            <a:pathLst>
              <a:path w="2102" h="635" extrusionOk="0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5"/>
                  <a:pt x="300" y="635"/>
                </a:cubicBezTo>
                <a:lnTo>
                  <a:pt x="1768" y="635"/>
                </a:lnTo>
                <a:cubicBezTo>
                  <a:pt x="1968" y="635"/>
                  <a:pt x="2102" y="501"/>
                  <a:pt x="2102" y="301"/>
                </a:cubicBezTo>
                <a:cubicBezTo>
                  <a:pt x="2102" y="134"/>
                  <a:pt x="1968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7710453" y="1766045"/>
            <a:ext cx="404994" cy="16650"/>
          </a:xfrm>
          <a:custGeom>
            <a:avLst/>
            <a:gdLst/>
            <a:ahLst/>
            <a:cxnLst/>
            <a:rect l="l" t="t" r="r" b="b"/>
            <a:pathLst>
              <a:path w="15446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5112" y="634"/>
                </a:lnTo>
                <a:cubicBezTo>
                  <a:pt x="15312" y="634"/>
                  <a:pt x="15445" y="501"/>
                  <a:pt x="15445" y="334"/>
                </a:cubicBezTo>
                <a:cubicBezTo>
                  <a:pt x="15445" y="134"/>
                  <a:pt x="15312" y="1"/>
                  <a:pt x="15112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8122394" y="1766045"/>
            <a:ext cx="127744" cy="16650"/>
          </a:xfrm>
          <a:custGeom>
            <a:avLst/>
            <a:gdLst/>
            <a:ahLst/>
            <a:cxnLst/>
            <a:rect l="l" t="t" r="r" b="b"/>
            <a:pathLst>
              <a:path w="4872" h="635" extrusionOk="0">
                <a:moveTo>
                  <a:pt x="301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4571" y="634"/>
                </a:lnTo>
                <a:cubicBezTo>
                  <a:pt x="4738" y="634"/>
                  <a:pt x="4871" y="501"/>
                  <a:pt x="4871" y="334"/>
                </a:cubicBezTo>
                <a:cubicBezTo>
                  <a:pt x="4871" y="134"/>
                  <a:pt x="4738" y="1"/>
                  <a:pt x="4571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8164398" y="1810645"/>
            <a:ext cx="85739" cy="17515"/>
          </a:xfrm>
          <a:custGeom>
            <a:avLst/>
            <a:gdLst/>
            <a:ahLst/>
            <a:cxnLst/>
            <a:rect l="l" t="t" r="r" b="b"/>
            <a:pathLst>
              <a:path w="3270" h="668" extrusionOk="0">
                <a:moveTo>
                  <a:pt x="334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34" y="668"/>
                </a:cubicBezTo>
                <a:lnTo>
                  <a:pt x="2969" y="668"/>
                </a:lnTo>
                <a:cubicBezTo>
                  <a:pt x="3136" y="668"/>
                  <a:pt x="3269" y="501"/>
                  <a:pt x="3269" y="334"/>
                </a:cubicBezTo>
                <a:cubicBezTo>
                  <a:pt x="3269" y="168"/>
                  <a:pt x="3136" y="1"/>
                  <a:pt x="296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8122394" y="1810645"/>
            <a:ext cx="25407" cy="17515"/>
          </a:xfrm>
          <a:custGeom>
            <a:avLst/>
            <a:gdLst/>
            <a:ahLst/>
            <a:cxnLst/>
            <a:rect l="l" t="t" r="r" b="b"/>
            <a:pathLst>
              <a:path w="969" h="668" extrusionOk="0">
                <a:moveTo>
                  <a:pt x="335" y="1"/>
                </a:moveTo>
                <a:cubicBezTo>
                  <a:pt x="168" y="1"/>
                  <a:pt x="1" y="168"/>
                  <a:pt x="1" y="334"/>
                </a:cubicBezTo>
                <a:cubicBezTo>
                  <a:pt x="1" y="535"/>
                  <a:pt x="168" y="668"/>
                  <a:pt x="335" y="668"/>
                </a:cubicBezTo>
                <a:lnTo>
                  <a:pt x="635" y="668"/>
                </a:lnTo>
                <a:cubicBezTo>
                  <a:pt x="802" y="668"/>
                  <a:pt x="968" y="501"/>
                  <a:pt x="968" y="334"/>
                </a:cubicBezTo>
                <a:cubicBezTo>
                  <a:pt x="968" y="168"/>
                  <a:pt x="835" y="1"/>
                  <a:pt x="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7"/>
          <p:cNvSpPr/>
          <p:nvPr/>
        </p:nvSpPr>
        <p:spPr>
          <a:xfrm>
            <a:off x="8021814" y="1810645"/>
            <a:ext cx="77008" cy="17515"/>
          </a:xfrm>
          <a:custGeom>
            <a:avLst/>
            <a:gdLst/>
            <a:ahLst/>
            <a:cxnLst/>
            <a:rect l="l" t="t" r="r" b="b"/>
            <a:pathLst>
              <a:path w="2937" h="668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36" y="501"/>
                  <a:pt x="2936" y="334"/>
                </a:cubicBezTo>
                <a:cubicBezTo>
                  <a:pt x="2936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7912503" y="1810645"/>
            <a:ext cx="77873" cy="17515"/>
          </a:xfrm>
          <a:custGeom>
            <a:avLst/>
            <a:gdLst/>
            <a:ahLst/>
            <a:cxnLst/>
            <a:rect l="l" t="t" r="r" b="b"/>
            <a:pathLst>
              <a:path w="2970" h="668" extrusionOk="0">
                <a:moveTo>
                  <a:pt x="300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00" y="668"/>
                </a:cubicBezTo>
                <a:lnTo>
                  <a:pt x="2635" y="668"/>
                </a:lnTo>
                <a:cubicBezTo>
                  <a:pt x="2802" y="668"/>
                  <a:pt x="2969" y="501"/>
                  <a:pt x="2936" y="334"/>
                </a:cubicBezTo>
                <a:cubicBezTo>
                  <a:pt x="2936" y="168"/>
                  <a:pt x="2802" y="1"/>
                  <a:pt x="2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7"/>
          <p:cNvSpPr/>
          <p:nvPr/>
        </p:nvSpPr>
        <p:spPr>
          <a:xfrm>
            <a:off x="7803166" y="1810645"/>
            <a:ext cx="77873" cy="17515"/>
          </a:xfrm>
          <a:custGeom>
            <a:avLst/>
            <a:gdLst/>
            <a:ahLst/>
            <a:cxnLst/>
            <a:rect l="l" t="t" r="r" b="b"/>
            <a:pathLst>
              <a:path w="2970" h="668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69" y="501"/>
                  <a:pt x="2969" y="334"/>
                </a:cubicBezTo>
                <a:cubicBezTo>
                  <a:pt x="2969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7"/>
          <p:cNvSpPr/>
          <p:nvPr/>
        </p:nvSpPr>
        <p:spPr>
          <a:xfrm>
            <a:off x="7803166" y="1865759"/>
            <a:ext cx="656863" cy="16650"/>
          </a:xfrm>
          <a:custGeom>
            <a:avLst/>
            <a:gdLst/>
            <a:ahLst/>
            <a:cxnLst/>
            <a:rect l="l" t="t" r="r" b="b"/>
            <a:pathLst>
              <a:path w="25052" h="635" extrusionOk="0">
                <a:moveTo>
                  <a:pt x="301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24718" y="634"/>
                </a:lnTo>
                <a:cubicBezTo>
                  <a:pt x="24885" y="634"/>
                  <a:pt x="25052" y="501"/>
                  <a:pt x="25018" y="334"/>
                </a:cubicBezTo>
                <a:cubicBezTo>
                  <a:pt x="25018" y="134"/>
                  <a:pt x="24885" y="0"/>
                  <a:pt x="247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7710453" y="1810645"/>
            <a:ext cx="39382" cy="17515"/>
          </a:xfrm>
          <a:custGeom>
            <a:avLst/>
            <a:gdLst/>
            <a:ahLst/>
            <a:cxnLst/>
            <a:rect l="l" t="t" r="r" b="b"/>
            <a:pathLst>
              <a:path w="1502" h="668" extrusionOk="0">
                <a:moveTo>
                  <a:pt x="334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8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7"/>
          <p:cNvSpPr/>
          <p:nvPr/>
        </p:nvSpPr>
        <p:spPr>
          <a:xfrm>
            <a:off x="7710453" y="1865759"/>
            <a:ext cx="39382" cy="16650"/>
          </a:xfrm>
          <a:custGeom>
            <a:avLst/>
            <a:gdLst/>
            <a:ahLst/>
            <a:cxnLst/>
            <a:rect l="l" t="t" r="r" b="b"/>
            <a:pathLst>
              <a:path w="1502" h="635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1"/>
                  <a:pt x="1468" y="334"/>
                </a:cubicBezTo>
                <a:cubicBezTo>
                  <a:pt x="1468" y="134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27"/>
          <p:cNvSpPr/>
          <p:nvPr/>
        </p:nvSpPr>
        <p:spPr>
          <a:xfrm>
            <a:off x="7710453" y="1919982"/>
            <a:ext cx="39382" cy="17515"/>
          </a:xfrm>
          <a:custGeom>
            <a:avLst/>
            <a:gdLst/>
            <a:ahLst/>
            <a:cxnLst/>
            <a:rect l="l" t="t" r="r" b="b"/>
            <a:pathLst>
              <a:path w="1502" h="668" extrusionOk="0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7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7"/>
          <p:cNvSpPr/>
          <p:nvPr/>
        </p:nvSpPr>
        <p:spPr>
          <a:xfrm>
            <a:off x="7710453" y="1975097"/>
            <a:ext cx="39382" cy="16623"/>
          </a:xfrm>
          <a:custGeom>
            <a:avLst/>
            <a:gdLst/>
            <a:ahLst/>
            <a:cxnLst/>
            <a:rect l="l" t="t" r="r" b="b"/>
            <a:pathLst>
              <a:path w="1502" h="634" extrusionOk="0">
                <a:moveTo>
                  <a:pt x="334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0"/>
                  <a:pt x="1468" y="300"/>
                </a:cubicBezTo>
                <a:cubicBezTo>
                  <a:pt x="1468" y="133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8500249" y="1865759"/>
            <a:ext cx="96227" cy="16650"/>
          </a:xfrm>
          <a:custGeom>
            <a:avLst/>
            <a:gdLst/>
            <a:ahLst/>
            <a:cxnLst/>
            <a:rect l="l" t="t" r="r" b="b"/>
            <a:pathLst>
              <a:path w="3670" h="635" extrusionOk="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34"/>
                  <a:pt x="300" y="634"/>
                </a:cubicBezTo>
                <a:lnTo>
                  <a:pt x="3336" y="634"/>
                </a:lnTo>
                <a:cubicBezTo>
                  <a:pt x="3503" y="634"/>
                  <a:pt x="3670" y="501"/>
                  <a:pt x="3670" y="334"/>
                </a:cubicBezTo>
                <a:cubicBezTo>
                  <a:pt x="3670" y="134"/>
                  <a:pt x="3536" y="0"/>
                  <a:pt x="33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7"/>
          <p:cNvSpPr/>
          <p:nvPr/>
        </p:nvSpPr>
        <p:spPr>
          <a:xfrm>
            <a:off x="7800544" y="1919982"/>
            <a:ext cx="277276" cy="17515"/>
          </a:xfrm>
          <a:custGeom>
            <a:avLst/>
            <a:gdLst/>
            <a:ahLst/>
            <a:cxnLst/>
            <a:rect l="l" t="t" r="r" b="b"/>
            <a:pathLst>
              <a:path w="10575" h="668" extrusionOk="0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0275" y="668"/>
                </a:lnTo>
                <a:cubicBezTo>
                  <a:pt x="10441" y="668"/>
                  <a:pt x="10575" y="501"/>
                  <a:pt x="10575" y="334"/>
                </a:cubicBezTo>
                <a:cubicBezTo>
                  <a:pt x="10575" y="167"/>
                  <a:pt x="10441" y="1"/>
                  <a:pt x="102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27"/>
          <p:cNvSpPr/>
          <p:nvPr/>
        </p:nvSpPr>
        <p:spPr>
          <a:xfrm>
            <a:off x="8164398" y="2087921"/>
            <a:ext cx="314011" cy="17515"/>
          </a:xfrm>
          <a:custGeom>
            <a:avLst/>
            <a:gdLst/>
            <a:ahLst/>
            <a:cxnLst/>
            <a:rect l="l" t="t" r="r" b="b"/>
            <a:pathLst>
              <a:path w="11976" h="668" extrusionOk="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0"/>
                  <a:pt x="134" y="667"/>
                  <a:pt x="300" y="667"/>
                </a:cubicBezTo>
                <a:lnTo>
                  <a:pt x="11642" y="667"/>
                </a:lnTo>
                <a:cubicBezTo>
                  <a:pt x="11842" y="667"/>
                  <a:pt x="11975" y="500"/>
                  <a:pt x="11975" y="334"/>
                </a:cubicBezTo>
                <a:cubicBezTo>
                  <a:pt x="11975" y="134"/>
                  <a:pt x="11842" y="0"/>
                  <a:pt x="1164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7"/>
          <p:cNvSpPr/>
          <p:nvPr/>
        </p:nvSpPr>
        <p:spPr>
          <a:xfrm>
            <a:off x="8245732" y="2031941"/>
            <a:ext cx="232676" cy="17515"/>
          </a:xfrm>
          <a:custGeom>
            <a:avLst/>
            <a:gdLst/>
            <a:ahLst/>
            <a:cxnLst/>
            <a:rect l="l" t="t" r="r" b="b"/>
            <a:pathLst>
              <a:path w="8874" h="668" extrusionOk="0">
                <a:moveTo>
                  <a:pt x="334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67"/>
                  <a:pt x="334" y="667"/>
                </a:cubicBezTo>
                <a:lnTo>
                  <a:pt x="8540" y="667"/>
                </a:lnTo>
                <a:cubicBezTo>
                  <a:pt x="8740" y="667"/>
                  <a:pt x="8873" y="501"/>
                  <a:pt x="8873" y="334"/>
                </a:cubicBezTo>
                <a:cubicBezTo>
                  <a:pt x="8873" y="134"/>
                  <a:pt x="8740" y="0"/>
                  <a:pt x="854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27"/>
          <p:cNvSpPr/>
          <p:nvPr/>
        </p:nvSpPr>
        <p:spPr>
          <a:xfrm>
            <a:off x="8376045" y="1975097"/>
            <a:ext cx="102363" cy="16623"/>
          </a:xfrm>
          <a:custGeom>
            <a:avLst/>
            <a:gdLst/>
            <a:ahLst/>
            <a:cxnLst/>
            <a:rect l="l" t="t" r="r" b="b"/>
            <a:pathLst>
              <a:path w="3904" h="634" extrusionOk="0">
                <a:moveTo>
                  <a:pt x="301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01" y="634"/>
                </a:cubicBezTo>
                <a:lnTo>
                  <a:pt x="3570" y="634"/>
                </a:lnTo>
                <a:cubicBezTo>
                  <a:pt x="3770" y="634"/>
                  <a:pt x="3903" y="500"/>
                  <a:pt x="3903" y="300"/>
                </a:cubicBezTo>
                <a:cubicBezTo>
                  <a:pt x="3903" y="133"/>
                  <a:pt x="3770" y="0"/>
                  <a:pt x="357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7710453" y="1612108"/>
            <a:ext cx="328012" cy="16650"/>
          </a:xfrm>
          <a:custGeom>
            <a:avLst/>
            <a:gdLst/>
            <a:ahLst/>
            <a:cxnLst/>
            <a:rect l="l" t="t" r="r" b="b"/>
            <a:pathLst>
              <a:path w="12510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2176" y="635"/>
                </a:lnTo>
                <a:cubicBezTo>
                  <a:pt x="12376" y="635"/>
                  <a:pt x="12510" y="501"/>
                  <a:pt x="12510" y="334"/>
                </a:cubicBezTo>
                <a:cubicBezTo>
                  <a:pt x="12510" y="134"/>
                  <a:pt x="12376" y="1"/>
                  <a:pt x="121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7"/>
          <p:cNvSpPr/>
          <p:nvPr/>
        </p:nvSpPr>
        <p:spPr>
          <a:xfrm>
            <a:off x="7710453" y="2220856"/>
            <a:ext cx="530064" cy="17515"/>
          </a:xfrm>
          <a:custGeom>
            <a:avLst/>
            <a:gdLst/>
            <a:ahLst/>
            <a:cxnLst/>
            <a:rect l="l" t="t" r="r" b="b"/>
            <a:pathLst>
              <a:path w="20216" h="668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7710453" y="2288189"/>
            <a:ext cx="530064" cy="17541"/>
          </a:xfrm>
          <a:custGeom>
            <a:avLst/>
            <a:gdLst/>
            <a:ahLst/>
            <a:cxnLst/>
            <a:rect l="l" t="t" r="r" b="b"/>
            <a:pathLst>
              <a:path w="20216" h="669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7"/>
          <p:cNvSpPr/>
          <p:nvPr/>
        </p:nvSpPr>
        <p:spPr>
          <a:xfrm>
            <a:off x="7710453" y="2355548"/>
            <a:ext cx="529172" cy="17515"/>
          </a:xfrm>
          <a:custGeom>
            <a:avLst/>
            <a:gdLst/>
            <a:ahLst/>
            <a:cxnLst/>
            <a:rect l="l" t="t" r="r" b="b"/>
            <a:pathLst>
              <a:path w="20182" h="668" extrusionOk="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182" y="501"/>
                  <a:pt x="20182" y="334"/>
                </a:cubicBezTo>
                <a:cubicBezTo>
                  <a:pt x="20182" y="167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7710453" y="2757866"/>
            <a:ext cx="529172" cy="16650"/>
          </a:xfrm>
          <a:custGeom>
            <a:avLst/>
            <a:gdLst/>
            <a:ahLst/>
            <a:cxnLst/>
            <a:rect l="l" t="t" r="r" b="b"/>
            <a:pathLst>
              <a:path w="20182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9882" y="635"/>
                </a:lnTo>
                <a:cubicBezTo>
                  <a:pt x="20048" y="635"/>
                  <a:pt x="20182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8192375" y="2143009"/>
            <a:ext cx="157451" cy="16650"/>
          </a:xfrm>
          <a:custGeom>
            <a:avLst/>
            <a:gdLst/>
            <a:ahLst/>
            <a:cxnLst/>
            <a:rect l="l" t="t" r="r" b="b"/>
            <a:pathLst>
              <a:path w="6005" h="635" extrusionOk="0">
                <a:moveTo>
                  <a:pt x="334" y="1"/>
                </a:moveTo>
                <a:cubicBezTo>
                  <a:pt x="167" y="1"/>
                  <a:pt x="1" y="134"/>
                  <a:pt x="1" y="334"/>
                </a:cubicBezTo>
                <a:cubicBezTo>
                  <a:pt x="1" y="501"/>
                  <a:pt x="167" y="634"/>
                  <a:pt x="334" y="634"/>
                </a:cubicBezTo>
                <a:lnTo>
                  <a:pt x="5671" y="634"/>
                </a:lnTo>
                <a:cubicBezTo>
                  <a:pt x="5838" y="634"/>
                  <a:pt x="6005" y="501"/>
                  <a:pt x="6005" y="334"/>
                </a:cubicBezTo>
                <a:cubicBezTo>
                  <a:pt x="6005" y="134"/>
                  <a:pt x="5838" y="1"/>
                  <a:pt x="5671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7"/>
          <p:cNvSpPr/>
          <p:nvPr/>
        </p:nvSpPr>
        <p:spPr>
          <a:xfrm>
            <a:off x="8401400" y="2143009"/>
            <a:ext cx="209944" cy="16650"/>
          </a:xfrm>
          <a:custGeom>
            <a:avLst/>
            <a:gdLst/>
            <a:ahLst/>
            <a:cxnLst/>
            <a:rect l="l" t="t" r="r" b="b"/>
            <a:pathLst>
              <a:path w="8007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7673" y="634"/>
                </a:lnTo>
                <a:cubicBezTo>
                  <a:pt x="7873" y="634"/>
                  <a:pt x="8007" y="501"/>
                  <a:pt x="8007" y="334"/>
                </a:cubicBezTo>
                <a:cubicBezTo>
                  <a:pt x="8007" y="134"/>
                  <a:pt x="7873" y="1"/>
                  <a:pt x="7673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7"/>
          <p:cNvSpPr/>
          <p:nvPr/>
        </p:nvSpPr>
        <p:spPr>
          <a:xfrm>
            <a:off x="8401400" y="2220856"/>
            <a:ext cx="209944" cy="17515"/>
          </a:xfrm>
          <a:custGeom>
            <a:avLst/>
            <a:gdLst/>
            <a:ahLst/>
            <a:cxnLst/>
            <a:rect l="l" t="t" r="r" b="b"/>
            <a:pathLst>
              <a:path w="8007" h="668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7673" y="668"/>
                </a:lnTo>
                <a:cubicBezTo>
                  <a:pt x="7873" y="668"/>
                  <a:pt x="8007" y="501"/>
                  <a:pt x="8007" y="334"/>
                </a:cubicBezTo>
                <a:cubicBezTo>
                  <a:pt x="8007" y="134"/>
                  <a:pt x="7873" y="0"/>
                  <a:pt x="7673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27"/>
          <p:cNvSpPr/>
          <p:nvPr/>
        </p:nvSpPr>
        <p:spPr>
          <a:xfrm>
            <a:off x="7710453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70" y="501"/>
                  <a:pt x="3070" y="301"/>
                </a:cubicBezTo>
                <a:cubicBezTo>
                  <a:pt x="3070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7710453" y="2910938"/>
            <a:ext cx="80495" cy="17515"/>
          </a:xfrm>
          <a:custGeom>
            <a:avLst/>
            <a:gdLst/>
            <a:ahLst/>
            <a:cxnLst/>
            <a:rect l="l" t="t" r="r" b="b"/>
            <a:pathLst>
              <a:path w="3070" h="668" extrusionOk="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7"/>
                  <a:pt x="334" y="667"/>
                </a:cubicBezTo>
                <a:lnTo>
                  <a:pt x="2736" y="667"/>
                </a:lnTo>
                <a:cubicBezTo>
                  <a:pt x="2903" y="667"/>
                  <a:pt x="3070" y="501"/>
                  <a:pt x="3070" y="334"/>
                </a:cubicBezTo>
                <a:cubicBezTo>
                  <a:pt x="3070" y="167"/>
                  <a:pt x="2903" y="0"/>
                  <a:pt x="2736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7"/>
          <p:cNvSpPr/>
          <p:nvPr/>
        </p:nvSpPr>
        <p:spPr>
          <a:xfrm>
            <a:off x="7811924" y="2910938"/>
            <a:ext cx="492438" cy="17515"/>
          </a:xfrm>
          <a:custGeom>
            <a:avLst/>
            <a:gdLst/>
            <a:ahLst/>
            <a:cxnLst/>
            <a:rect l="l" t="t" r="r" b="b"/>
            <a:pathLst>
              <a:path w="18781" h="668" extrusionOk="0">
                <a:moveTo>
                  <a:pt x="300" y="0"/>
                </a:moveTo>
                <a:cubicBezTo>
                  <a:pt x="134" y="0"/>
                  <a:pt x="0" y="167"/>
                  <a:pt x="0" y="334"/>
                </a:cubicBezTo>
                <a:cubicBezTo>
                  <a:pt x="0" y="501"/>
                  <a:pt x="134" y="667"/>
                  <a:pt x="300" y="667"/>
                </a:cubicBezTo>
                <a:lnTo>
                  <a:pt x="18447" y="667"/>
                </a:lnTo>
                <a:cubicBezTo>
                  <a:pt x="18647" y="667"/>
                  <a:pt x="18780" y="501"/>
                  <a:pt x="18780" y="334"/>
                </a:cubicBezTo>
                <a:cubicBezTo>
                  <a:pt x="18780" y="167"/>
                  <a:pt x="18647" y="0"/>
                  <a:pt x="18447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7"/>
          <p:cNvSpPr/>
          <p:nvPr/>
        </p:nvSpPr>
        <p:spPr>
          <a:xfrm>
            <a:off x="7834656" y="2860202"/>
            <a:ext cx="79604" cy="16650"/>
          </a:xfrm>
          <a:custGeom>
            <a:avLst/>
            <a:gdLst/>
            <a:ahLst/>
            <a:cxnLst/>
            <a:rect l="l" t="t" r="r" b="b"/>
            <a:pathLst>
              <a:path w="3036" h="635" extrusionOk="0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7"/>
          <p:cNvSpPr/>
          <p:nvPr/>
        </p:nvSpPr>
        <p:spPr>
          <a:xfrm>
            <a:off x="7957969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68" y="1"/>
                  <a:pt x="1" y="134"/>
                  <a:pt x="1" y="301"/>
                </a:cubicBezTo>
                <a:cubicBezTo>
                  <a:pt x="1" y="501"/>
                  <a:pt x="168" y="634"/>
                  <a:pt x="334" y="634"/>
                </a:cubicBezTo>
                <a:lnTo>
                  <a:pt x="2736" y="634"/>
                </a:lnTo>
                <a:cubicBezTo>
                  <a:pt x="2936" y="634"/>
                  <a:pt x="3070" y="501"/>
                  <a:pt x="3070" y="301"/>
                </a:cubicBezTo>
                <a:cubicBezTo>
                  <a:pt x="3070" y="134"/>
                  <a:pt x="2936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7"/>
          <p:cNvSpPr/>
          <p:nvPr/>
        </p:nvSpPr>
        <p:spPr>
          <a:xfrm>
            <a:off x="8082172" y="2860202"/>
            <a:ext cx="79630" cy="16650"/>
          </a:xfrm>
          <a:custGeom>
            <a:avLst/>
            <a:gdLst/>
            <a:ahLst/>
            <a:cxnLst/>
            <a:rect l="l" t="t" r="r" b="b"/>
            <a:pathLst>
              <a:path w="3037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7"/>
          <p:cNvSpPr/>
          <p:nvPr/>
        </p:nvSpPr>
        <p:spPr>
          <a:xfrm>
            <a:off x="8206376" y="2860202"/>
            <a:ext cx="79604" cy="16650"/>
          </a:xfrm>
          <a:custGeom>
            <a:avLst/>
            <a:gdLst/>
            <a:ahLst/>
            <a:cxnLst/>
            <a:rect l="l" t="t" r="r" b="b"/>
            <a:pathLst>
              <a:path w="3036" h="635" extrusionOk="0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0" y="634"/>
                </a:cubicBezTo>
                <a:lnTo>
                  <a:pt x="2702" y="634"/>
                </a:lnTo>
                <a:cubicBezTo>
                  <a:pt x="2902" y="634"/>
                  <a:pt x="3036" y="501"/>
                  <a:pt x="3036" y="301"/>
                </a:cubicBezTo>
                <a:cubicBezTo>
                  <a:pt x="3036" y="134"/>
                  <a:pt x="2902" y="1"/>
                  <a:pt x="27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7"/>
          <p:cNvSpPr/>
          <p:nvPr/>
        </p:nvSpPr>
        <p:spPr>
          <a:xfrm>
            <a:off x="8329688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69" y="501"/>
                  <a:pt x="3069" y="301"/>
                </a:cubicBezTo>
                <a:cubicBezTo>
                  <a:pt x="3069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7"/>
          <p:cNvSpPr/>
          <p:nvPr/>
        </p:nvSpPr>
        <p:spPr>
          <a:xfrm>
            <a:off x="8453892" y="2860202"/>
            <a:ext cx="54249" cy="16650"/>
          </a:xfrm>
          <a:custGeom>
            <a:avLst/>
            <a:gdLst/>
            <a:ahLst/>
            <a:cxnLst/>
            <a:rect l="l" t="t" r="r" b="b"/>
            <a:pathLst>
              <a:path w="2069" h="635" extrusionOk="0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1768" y="634"/>
                </a:lnTo>
                <a:cubicBezTo>
                  <a:pt x="1935" y="634"/>
                  <a:pt x="2068" y="501"/>
                  <a:pt x="2068" y="301"/>
                </a:cubicBezTo>
                <a:cubicBezTo>
                  <a:pt x="2068" y="134"/>
                  <a:pt x="1935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7"/>
          <p:cNvSpPr/>
          <p:nvPr/>
        </p:nvSpPr>
        <p:spPr>
          <a:xfrm>
            <a:off x="8287710" y="826690"/>
            <a:ext cx="856293" cy="784581"/>
          </a:xfrm>
          <a:custGeom>
            <a:avLst/>
            <a:gdLst/>
            <a:ahLst/>
            <a:cxnLst/>
            <a:rect l="l" t="t" r="r" b="b"/>
            <a:pathLst>
              <a:path w="32658" h="29923" extrusionOk="0">
                <a:moveTo>
                  <a:pt x="1335" y="1"/>
                </a:moveTo>
                <a:cubicBezTo>
                  <a:pt x="601" y="1"/>
                  <a:pt x="0" y="601"/>
                  <a:pt x="0" y="1302"/>
                </a:cubicBezTo>
                <a:lnTo>
                  <a:pt x="0" y="28621"/>
                </a:lnTo>
                <a:cubicBezTo>
                  <a:pt x="0" y="29355"/>
                  <a:pt x="601" y="29922"/>
                  <a:pt x="1335" y="29922"/>
                </a:cubicBezTo>
                <a:lnTo>
                  <a:pt x="31356" y="29922"/>
                </a:lnTo>
                <a:cubicBezTo>
                  <a:pt x="32090" y="29922"/>
                  <a:pt x="32657" y="29355"/>
                  <a:pt x="32657" y="28621"/>
                </a:cubicBezTo>
                <a:lnTo>
                  <a:pt x="32657" y="1302"/>
                </a:lnTo>
                <a:cubicBezTo>
                  <a:pt x="32657" y="601"/>
                  <a:pt x="32090" y="1"/>
                  <a:pt x="31356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7"/>
          <p:cNvSpPr/>
          <p:nvPr/>
        </p:nvSpPr>
        <p:spPr>
          <a:xfrm>
            <a:off x="8287710" y="819716"/>
            <a:ext cx="856293" cy="39382"/>
          </a:xfrm>
          <a:custGeom>
            <a:avLst/>
            <a:gdLst/>
            <a:ahLst/>
            <a:cxnLst/>
            <a:rect l="l" t="t" r="r" b="b"/>
            <a:pathLst>
              <a:path w="32658" h="1502" extrusionOk="0">
                <a:moveTo>
                  <a:pt x="1268" y="0"/>
                </a:moveTo>
                <a:cubicBezTo>
                  <a:pt x="568" y="0"/>
                  <a:pt x="0" y="567"/>
                  <a:pt x="0" y="1234"/>
                </a:cubicBezTo>
                <a:lnTo>
                  <a:pt x="0" y="1501"/>
                </a:lnTo>
                <a:cubicBezTo>
                  <a:pt x="0" y="834"/>
                  <a:pt x="568" y="267"/>
                  <a:pt x="1268" y="267"/>
                </a:cubicBezTo>
                <a:lnTo>
                  <a:pt x="31423" y="267"/>
                </a:lnTo>
                <a:cubicBezTo>
                  <a:pt x="32123" y="267"/>
                  <a:pt x="32657" y="834"/>
                  <a:pt x="32657" y="1501"/>
                </a:cubicBezTo>
                <a:lnTo>
                  <a:pt x="32657" y="1234"/>
                </a:lnTo>
                <a:cubicBezTo>
                  <a:pt x="32657" y="567"/>
                  <a:pt x="32123" y="0"/>
                  <a:pt x="31423" y="0"/>
                </a:cubicBezTo>
                <a:close/>
              </a:path>
            </a:pathLst>
          </a:custGeom>
          <a:solidFill>
            <a:srgbClr val="00A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8287710" y="826690"/>
            <a:ext cx="856293" cy="120743"/>
          </a:xfrm>
          <a:custGeom>
            <a:avLst/>
            <a:gdLst/>
            <a:ahLst/>
            <a:cxnLst/>
            <a:rect l="l" t="t" r="r" b="b"/>
            <a:pathLst>
              <a:path w="32658" h="4605" extrusionOk="0">
                <a:moveTo>
                  <a:pt x="1268" y="1"/>
                </a:moveTo>
                <a:cubicBezTo>
                  <a:pt x="568" y="1"/>
                  <a:pt x="0" y="568"/>
                  <a:pt x="0" y="1235"/>
                </a:cubicBezTo>
                <a:lnTo>
                  <a:pt x="0" y="4604"/>
                </a:lnTo>
                <a:lnTo>
                  <a:pt x="32657" y="4604"/>
                </a:lnTo>
                <a:lnTo>
                  <a:pt x="32657" y="1235"/>
                </a:lnTo>
                <a:cubicBezTo>
                  <a:pt x="32657" y="568"/>
                  <a:pt x="32123" y="1"/>
                  <a:pt x="31423" y="1"/>
                </a:cubicBezTo>
                <a:close/>
              </a:path>
            </a:pathLst>
          </a:custGeom>
          <a:solidFill>
            <a:srgbClr val="469A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7"/>
          <p:cNvSpPr/>
          <p:nvPr/>
        </p:nvSpPr>
        <p:spPr>
          <a:xfrm>
            <a:off x="8334932" y="983249"/>
            <a:ext cx="765336" cy="588665"/>
          </a:xfrm>
          <a:custGeom>
            <a:avLst/>
            <a:gdLst/>
            <a:ahLst/>
            <a:cxnLst/>
            <a:rect l="l" t="t" r="r" b="b"/>
            <a:pathLst>
              <a:path w="29189" h="22451" extrusionOk="0">
                <a:moveTo>
                  <a:pt x="28188" y="22450"/>
                </a:moveTo>
                <a:lnTo>
                  <a:pt x="1001" y="22450"/>
                </a:lnTo>
                <a:cubicBezTo>
                  <a:pt x="434" y="22450"/>
                  <a:pt x="1" y="22017"/>
                  <a:pt x="1" y="21450"/>
                </a:cubicBezTo>
                <a:lnTo>
                  <a:pt x="1" y="1002"/>
                </a:lnTo>
                <a:cubicBezTo>
                  <a:pt x="1" y="468"/>
                  <a:pt x="434" y="1"/>
                  <a:pt x="1001" y="1"/>
                </a:cubicBezTo>
                <a:lnTo>
                  <a:pt x="28188" y="1"/>
                </a:lnTo>
                <a:cubicBezTo>
                  <a:pt x="28755" y="1"/>
                  <a:pt x="29188" y="468"/>
                  <a:pt x="29188" y="1002"/>
                </a:cubicBezTo>
                <a:lnTo>
                  <a:pt x="29188" y="21450"/>
                </a:lnTo>
                <a:cubicBezTo>
                  <a:pt x="29188" y="22017"/>
                  <a:pt x="28755" y="22450"/>
                  <a:pt x="28188" y="22450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8371666" y="1116211"/>
            <a:ext cx="544039" cy="13136"/>
          </a:xfrm>
          <a:custGeom>
            <a:avLst/>
            <a:gdLst/>
            <a:ahLst/>
            <a:cxnLst/>
            <a:rect l="l" t="t" r="r" b="b"/>
            <a:pathLst>
              <a:path w="20749" h="501" extrusionOk="0">
                <a:moveTo>
                  <a:pt x="234" y="0"/>
                </a:moveTo>
                <a:cubicBezTo>
                  <a:pt x="101" y="0"/>
                  <a:pt x="1" y="134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20482" y="501"/>
                </a:lnTo>
                <a:cubicBezTo>
                  <a:pt x="20615" y="501"/>
                  <a:pt x="20749" y="401"/>
                  <a:pt x="20716" y="267"/>
                </a:cubicBezTo>
                <a:cubicBezTo>
                  <a:pt x="20716" y="134"/>
                  <a:pt x="20615" y="0"/>
                  <a:pt x="20482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8948924" y="1116211"/>
            <a:ext cx="52492" cy="13136"/>
          </a:xfrm>
          <a:custGeom>
            <a:avLst/>
            <a:gdLst/>
            <a:ahLst/>
            <a:cxnLst/>
            <a:rect l="l" t="t" r="r" b="b"/>
            <a:pathLst>
              <a:path w="2002" h="501" extrusionOk="0">
                <a:moveTo>
                  <a:pt x="234" y="0"/>
                </a:moveTo>
                <a:cubicBezTo>
                  <a:pt x="101" y="0"/>
                  <a:pt x="0" y="134"/>
                  <a:pt x="0" y="267"/>
                </a:cubicBezTo>
                <a:cubicBezTo>
                  <a:pt x="0" y="401"/>
                  <a:pt x="101" y="501"/>
                  <a:pt x="234" y="501"/>
                </a:cubicBezTo>
                <a:lnTo>
                  <a:pt x="1735" y="501"/>
                </a:lnTo>
                <a:cubicBezTo>
                  <a:pt x="1868" y="501"/>
                  <a:pt x="2002" y="401"/>
                  <a:pt x="2002" y="267"/>
                </a:cubicBezTo>
                <a:cubicBezTo>
                  <a:pt x="2002" y="134"/>
                  <a:pt x="1868" y="0"/>
                  <a:pt x="173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9021527" y="1116211"/>
            <a:ext cx="42004" cy="13136"/>
          </a:xfrm>
          <a:custGeom>
            <a:avLst/>
            <a:gdLst/>
            <a:ahLst/>
            <a:cxnLst/>
            <a:rect l="l" t="t" r="r" b="b"/>
            <a:pathLst>
              <a:path w="1602" h="501" extrusionOk="0">
                <a:moveTo>
                  <a:pt x="234" y="0"/>
                </a:moveTo>
                <a:cubicBezTo>
                  <a:pt x="100" y="0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1368" y="501"/>
                </a:lnTo>
                <a:cubicBezTo>
                  <a:pt x="1501" y="501"/>
                  <a:pt x="1601" y="401"/>
                  <a:pt x="1601" y="267"/>
                </a:cubicBezTo>
                <a:cubicBezTo>
                  <a:pt x="1601" y="134"/>
                  <a:pt x="1501" y="0"/>
                  <a:pt x="1368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7"/>
          <p:cNvSpPr/>
          <p:nvPr/>
        </p:nvSpPr>
        <p:spPr>
          <a:xfrm>
            <a:off x="8371666" y="1176543"/>
            <a:ext cx="311389" cy="13162"/>
          </a:xfrm>
          <a:custGeom>
            <a:avLst/>
            <a:gdLst/>
            <a:ahLst/>
            <a:cxnLst/>
            <a:rect l="l" t="t" r="r" b="b"/>
            <a:pathLst>
              <a:path w="11876" h="502" extrusionOk="0">
                <a:moveTo>
                  <a:pt x="234" y="1"/>
                </a:moveTo>
                <a:cubicBezTo>
                  <a:pt x="101" y="1"/>
                  <a:pt x="1" y="134"/>
                  <a:pt x="1" y="268"/>
                </a:cubicBezTo>
                <a:cubicBezTo>
                  <a:pt x="1" y="401"/>
                  <a:pt x="101" y="501"/>
                  <a:pt x="234" y="501"/>
                </a:cubicBezTo>
                <a:lnTo>
                  <a:pt x="11609" y="501"/>
                </a:lnTo>
                <a:cubicBezTo>
                  <a:pt x="11742" y="501"/>
                  <a:pt x="11876" y="401"/>
                  <a:pt x="11876" y="268"/>
                </a:cubicBezTo>
                <a:cubicBezTo>
                  <a:pt x="11876" y="134"/>
                  <a:pt x="11742" y="1"/>
                  <a:pt x="1160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7"/>
          <p:cNvSpPr/>
          <p:nvPr/>
        </p:nvSpPr>
        <p:spPr>
          <a:xfrm>
            <a:off x="8687406" y="1176543"/>
            <a:ext cx="98876" cy="13162"/>
          </a:xfrm>
          <a:custGeom>
            <a:avLst/>
            <a:gdLst/>
            <a:ahLst/>
            <a:cxnLst/>
            <a:rect l="l" t="t" r="r" b="b"/>
            <a:pathLst>
              <a:path w="3771" h="502" extrusionOk="0">
                <a:moveTo>
                  <a:pt x="268" y="1"/>
                </a:moveTo>
                <a:cubicBezTo>
                  <a:pt x="134" y="1"/>
                  <a:pt x="1" y="134"/>
                  <a:pt x="1" y="268"/>
                </a:cubicBezTo>
                <a:cubicBezTo>
                  <a:pt x="1" y="401"/>
                  <a:pt x="134" y="501"/>
                  <a:pt x="268" y="501"/>
                </a:cubicBezTo>
                <a:lnTo>
                  <a:pt x="3537" y="501"/>
                </a:lnTo>
                <a:cubicBezTo>
                  <a:pt x="3670" y="501"/>
                  <a:pt x="3770" y="401"/>
                  <a:pt x="3770" y="268"/>
                </a:cubicBezTo>
                <a:cubicBezTo>
                  <a:pt x="3770" y="134"/>
                  <a:pt x="3670" y="1"/>
                  <a:pt x="3537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7"/>
          <p:cNvSpPr/>
          <p:nvPr/>
        </p:nvSpPr>
        <p:spPr>
          <a:xfrm>
            <a:off x="8720653" y="1211546"/>
            <a:ext cx="65629" cy="12271"/>
          </a:xfrm>
          <a:custGeom>
            <a:avLst/>
            <a:gdLst/>
            <a:ahLst/>
            <a:cxnLst/>
            <a:rect l="l" t="t" r="r" b="b"/>
            <a:pathLst>
              <a:path w="2503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2269" y="467"/>
                </a:lnTo>
                <a:cubicBezTo>
                  <a:pt x="2402" y="467"/>
                  <a:pt x="2502" y="367"/>
                  <a:pt x="2502" y="234"/>
                </a:cubicBezTo>
                <a:cubicBezTo>
                  <a:pt x="2502" y="100"/>
                  <a:pt x="2402" y="0"/>
                  <a:pt x="2269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7"/>
          <p:cNvSpPr/>
          <p:nvPr/>
        </p:nvSpPr>
        <p:spPr>
          <a:xfrm>
            <a:off x="8688298" y="1211546"/>
            <a:ext cx="19245" cy="12271"/>
          </a:xfrm>
          <a:custGeom>
            <a:avLst/>
            <a:gdLst/>
            <a:ahLst/>
            <a:cxnLst/>
            <a:rect l="l" t="t" r="r" b="b"/>
            <a:pathLst>
              <a:path w="734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467" y="467"/>
                </a:lnTo>
                <a:cubicBezTo>
                  <a:pt x="600" y="467"/>
                  <a:pt x="734" y="367"/>
                  <a:pt x="734" y="234"/>
                </a:cubicBezTo>
                <a:cubicBezTo>
                  <a:pt x="734" y="100"/>
                  <a:pt x="600" y="0"/>
                  <a:pt x="467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7"/>
          <p:cNvSpPr/>
          <p:nvPr/>
        </p:nvSpPr>
        <p:spPr>
          <a:xfrm>
            <a:off x="8610451" y="1211546"/>
            <a:ext cx="59493" cy="12271"/>
          </a:xfrm>
          <a:custGeom>
            <a:avLst/>
            <a:gdLst/>
            <a:ahLst/>
            <a:cxnLst/>
            <a:rect l="l" t="t" r="r" b="b"/>
            <a:pathLst>
              <a:path w="2269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2035" y="467"/>
                </a:lnTo>
                <a:cubicBezTo>
                  <a:pt x="2168" y="467"/>
                  <a:pt x="2269" y="367"/>
                  <a:pt x="2269" y="234"/>
                </a:cubicBezTo>
                <a:cubicBezTo>
                  <a:pt x="2269" y="100"/>
                  <a:pt x="2168" y="0"/>
                  <a:pt x="2035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7"/>
          <p:cNvSpPr/>
          <p:nvPr/>
        </p:nvSpPr>
        <p:spPr>
          <a:xfrm>
            <a:off x="8526469" y="1211546"/>
            <a:ext cx="59519" cy="12271"/>
          </a:xfrm>
          <a:custGeom>
            <a:avLst/>
            <a:gdLst/>
            <a:ahLst/>
            <a:cxnLst/>
            <a:rect l="l" t="t" r="r" b="b"/>
            <a:pathLst>
              <a:path w="2270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2036" y="467"/>
                </a:lnTo>
                <a:cubicBezTo>
                  <a:pt x="2169" y="467"/>
                  <a:pt x="2269" y="367"/>
                  <a:pt x="2269" y="234"/>
                </a:cubicBezTo>
                <a:cubicBezTo>
                  <a:pt x="2269" y="100"/>
                  <a:pt x="2169" y="0"/>
                  <a:pt x="2036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7"/>
          <p:cNvSpPr/>
          <p:nvPr/>
        </p:nvSpPr>
        <p:spPr>
          <a:xfrm>
            <a:off x="8442513" y="1211546"/>
            <a:ext cx="59493" cy="12271"/>
          </a:xfrm>
          <a:custGeom>
            <a:avLst/>
            <a:gdLst/>
            <a:ahLst/>
            <a:cxnLst/>
            <a:rect l="l" t="t" r="r" b="b"/>
            <a:pathLst>
              <a:path w="2269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2035" y="467"/>
                </a:lnTo>
                <a:cubicBezTo>
                  <a:pt x="2169" y="467"/>
                  <a:pt x="2269" y="367"/>
                  <a:pt x="2269" y="234"/>
                </a:cubicBezTo>
                <a:cubicBezTo>
                  <a:pt x="2269" y="100"/>
                  <a:pt x="2169" y="0"/>
                  <a:pt x="2035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8442513" y="1253524"/>
            <a:ext cx="504683" cy="12271"/>
          </a:xfrm>
          <a:custGeom>
            <a:avLst/>
            <a:gdLst/>
            <a:ahLst/>
            <a:cxnLst/>
            <a:rect l="l" t="t" r="r" b="b"/>
            <a:pathLst>
              <a:path w="19248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19014" y="467"/>
                </a:lnTo>
                <a:cubicBezTo>
                  <a:pt x="19148" y="467"/>
                  <a:pt x="19248" y="367"/>
                  <a:pt x="19248" y="234"/>
                </a:cubicBezTo>
                <a:cubicBezTo>
                  <a:pt x="19248" y="100"/>
                  <a:pt x="19148" y="0"/>
                  <a:pt x="1901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8371666" y="1211546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0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7"/>
          <p:cNvSpPr/>
          <p:nvPr/>
        </p:nvSpPr>
        <p:spPr>
          <a:xfrm>
            <a:off x="8371666" y="1253524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0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7"/>
          <p:cNvSpPr/>
          <p:nvPr/>
        </p:nvSpPr>
        <p:spPr>
          <a:xfrm>
            <a:off x="8371666" y="1295502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1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1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7"/>
          <p:cNvSpPr/>
          <p:nvPr/>
        </p:nvSpPr>
        <p:spPr>
          <a:xfrm>
            <a:off x="8977792" y="1253524"/>
            <a:ext cx="74360" cy="12271"/>
          </a:xfrm>
          <a:custGeom>
            <a:avLst/>
            <a:gdLst/>
            <a:ahLst/>
            <a:cxnLst/>
            <a:rect l="l" t="t" r="r" b="b"/>
            <a:pathLst>
              <a:path w="2836" h="468" extrusionOk="0">
                <a:moveTo>
                  <a:pt x="267" y="0"/>
                </a:moveTo>
                <a:cubicBezTo>
                  <a:pt x="134" y="0"/>
                  <a:pt x="0" y="100"/>
                  <a:pt x="0" y="234"/>
                </a:cubicBezTo>
                <a:cubicBezTo>
                  <a:pt x="0" y="367"/>
                  <a:pt x="134" y="467"/>
                  <a:pt x="267" y="467"/>
                </a:cubicBezTo>
                <a:lnTo>
                  <a:pt x="2602" y="467"/>
                </a:lnTo>
                <a:cubicBezTo>
                  <a:pt x="2736" y="467"/>
                  <a:pt x="2836" y="367"/>
                  <a:pt x="2836" y="234"/>
                </a:cubicBezTo>
                <a:cubicBezTo>
                  <a:pt x="2836" y="100"/>
                  <a:pt x="2736" y="0"/>
                  <a:pt x="26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7"/>
          <p:cNvSpPr/>
          <p:nvPr/>
        </p:nvSpPr>
        <p:spPr>
          <a:xfrm>
            <a:off x="8440756" y="1295502"/>
            <a:ext cx="213457" cy="12271"/>
          </a:xfrm>
          <a:custGeom>
            <a:avLst/>
            <a:gdLst/>
            <a:ahLst/>
            <a:cxnLst/>
            <a:rect l="l" t="t" r="r" b="b"/>
            <a:pathLst>
              <a:path w="8141" h="468" extrusionOk="0">
                <a:moveTo>
                  <a:pt x="234" y="0"/>
                </a:moveTo>
                <a:cubicBezTo>
                  <a:pt x="101" y="0"/>
                  <a:pt x="1" y="101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7873" y="467"/>
                </a:lnTo>
                <a:cubicBezTo>
                  <a:pt x="8007" y="467"/>
                  <a:pt x="8140" y="367"/>
                  <a:pt x="8140" y="234"/>
                </a:cubicBezTo>
                <a:cubicBezTo>
                  <a:pt x="8140" y="101"/>
                  <a:pt x="8007" y="0"/>
                  <a:pt x="78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7"/>
          <p:cNvSpPr/>
          <p:nvPr/>
        </p:nvSpPr>
        <p:spPr>
          <a:xfrm>
            <a:off x="8720653" y="1349725"/>
            <a:ext cx="240542" cy="13136"/>
          </a:xfrm>
          <a:custGeom>
            <a:avLst/>
            <a:gdLst/>
            <a:ahLst/>
            <a:cxnLst/>
            <a:rect l="l" t="t" r="r" b="b"/>
            <a:pathLst>
              <a:path w="9174" h="501" extrusionOk="0">
                <a:moveTo>
                  <a:pt x="234" y="1"/>
                </a:moveTo>
                <a:cubicBezTo>
                  <a:pt x="100" y="1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8940" y="501"/>
                </a:lnTo>
                <a:cubicBezTo>
                  <a:pt x="9073" y="501"/>
                  <a:pt x="9173" y="401"/>
                  <a:pt x="9173" y="267"/>
                </a:cubicBezTo>
                <a:cubicBezTo>
                  <a:pt x="9173" y="134"/>
                  <a:pt x="9073" y="1"/>
                  <a:pt x="89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7"/>
          <p:cNvSpPr/>
          <p:nvPr/>
        </p:nvSpPr>
        <p:spPr>
          <a:xfrm>
            <a:off x="8882456" y="1320857"/>
            <a:ext cx="78739" cy="13162"/>
          </a:xfrm>
          <a:custGeom>
            <a:avLst/>
            <a:gdLst/>
            <a:ahLst/>
            <a:cxnLst/>
            <a:rect l="l" t="t" r="r" b="b"/>
            <a:pathLst>
              <a:path w="3003" h="502" extrusionOk="0">
                <a:moveTo>
                  <a:pt x="267" y="1"/>
                </a:moveTo>
                <a:cubicBezTo>
                  <a:pt x="134" y="1"/>
                  <a:pt x="0" y="101"/>
                  <a:pt x="0" y="268"/>
                </a:cubicBezTo>
                <a:cubicBezTo>
                  <a:pt x="0" y="401"/>
                  <a:pt x="134" y="501"/>
                  <a:pt x="267" y="501"/>
                </a:cubicBezTo>
                <a:lnTo>
                  <a:pt x="2769" y="501"/>
                </a:lnTo>
                <a:cubicBezTo>
                  <a:pt x="2902" y="501"/>
                  <a:pt x="3002" y="401"/>
                  <a:pt x="3002" y="268"/>
                </a:cubicBezTo>
                <a:cubicBezTo>
                  <a:pt x="3002" y="101"/>
                  <a:pt x="2902" y="1"/>
                  <a:pt x="27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7"/>
          <p:cNvSpPr/>
          <p:nvPr/>
        </p:nvSpPr>
        <p:spPr>
          <a:xfrm>
            <a:off x="8371666" y="1058474"/>
            <a:ext cx="251922" cy="13162"/>
          </a:xfrm>
          <a:custGeom>
            <a:avLst/>
            <a:gdLst/>
            <a:ahLst/>
            <a:cxnLst/>
            <a:rect l="l" t="t" r="r" b="b"/>
            <a:pathLst>
              <a:path w="9608" h="502" extrusionOk="0">
                <a:moveTo>
                  <a:pt x="234" y="1"/>
                </a:moveTo>
                <a:cubicBezTo>
                  <a:pt x="101" y="1"/>
                  <a:pt x="1" y="101"/>
                  <a:pt x="1" y="234"/>
                </a:cubicBezTo>
                <a:cubicBezTo>
                  <a:pt x="1" y="368"/>
                  <a:pt x="101" y="501"/>
                  <a:pt x="234" y="501"/>
                </a:cubicBezTo>
                <a:lnTo>
                  <a:pt x="9341" y="501"/>
                </a:lnTo>
                <a:cubicBezTo>
                  <a:pt x="9474" y="501"/>
                  <a:pt x="9608" y="368"/>
                  <a:pt x="9608" y="234"/>
                </a:cubicBezTo>
                <a:cubicBezTo>
                  <a:pt x="9608" y="101"/>
                  <a:pt x="9474" y="1"/>
                  <a:pt x="93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7"/>
          <p:cNvSpPr/>
          <p:nvPr/>
        </p:nvSpPr>
        <p:spPr>
          <a:xfrm>
            <a:off x="8371666" y="1467793"/>
            <a:ext cx="406725" cy="12271"/>
          </a:xfrm>
          <a:custGeom>
            <a:avLst/>
            <a:gdLst/>
            <a:ahLst/>
            <a:cxnLst/>
            <a:rect l="l" t="t" r="r" b="b"/>
            <a:pathLst>
              <a:path w="15512" h="468" extrusionOk="0">
                <a:moveTo>
                  <a:pt x="234" y="1"/>
                </a:moveTo>
                <a:cubicBezTo>
                  <a:pt x="101" y="1"/>
                  <a:pt x="1" y="101"/>
                  <a:pt x="1" y="234"/>
                </a:cubicBezTo>
                <a:cubicBezTo>
                  <a:pt x="1" y="368"/>
                  <a:pt x="101" y="468"/>
                  <a:pt x="234" y="468"/>
                </a:cubicBezTo>
                <a:lnTo>
                  <a:pt x="15278" y="468"/>
                </a:lnTo>
                <a:cubicBezTo>
                  <a:pt x="15412" y="468"/>
                  <a:pt x="15512" y="368"/>
                  <a:pt x="15512" y="234"/>
                </a:cubicBezTo>
                <a:cubicBezTo>
                  <a:pt x="15512" y="101"/>
                  <a:pt x="15412" y="1"/>
                  <a:pt x="152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7"/>
          <p:cNvSpPr/>
          <p:nvPr/>
        </p:nvSpPr>
        <p:spPr>
          <a:xfrm>
            <a:off x="8741629" y="1392595"/>
            <a:ext cx="120743" cy="12271"/>
          </a:xfrm>
          <a:custGeom>
            <a:avLst/>
            <a:gdLst/>
            <a:ahLst/>
            <a:cxnLst/>
            <a:rect l="l" t="t" r="r" b="b"/>
            <a:pathLst>
              <a:path w="4605" h="468" extrusionOk="0">
                <a:moveTo>
                  <a:pt x="268" y="0"/>
                </a:moveTo>
                <a:cubicBezTo>
                  <a:pt x="134" y="0"/>
                  <a:pt x="1" y="100"/>
                  <a:pt x="1" y="234"/>
                </a:cubicBezTo>
                <a:cubicBezTo>
                  <a:pt x="1" y="367"/>
                  <a:pt x="134" y="467"/>
                  <a:pt x="268" y="467"/>
                </a:cubicBezTo>
                <a:lnTo>
                  <a:pt x="4371" y="467"/>
                </a:lnTo>
                <a:cubicBezTo>
                  <a:pt x="4504" y="467"/>
                  <a:pt x="4604" y="367"/>
                  <a:pt x="4604" y="234"/>
                </a:cubicBezTo>
                <a:cubicBezTo>
                  <a:pt x="4604" y="100"/>
                  <a:pt x="4504" y="0"/>
                  <a:pt x="4371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7"/>
          <p:cNvSpPr/>
          <p:nvPr/>
        </p:nvSpPr>
        <p:spPr>
          <a:xfrm>
            <a:off x="8902567" y="1392595"/>
            <a:ext cx="160965" cy="12271"/>
          </a:xfrm>
          <a:custGeom>
            <a:avLst/>
            <a:gdLst/>
            <a:ahLst/>
            <a:cxnLst/>
            <a:rect l="l" t="t" r="r" b="b"/>
            <a:pathLst>
              <a:path w="6139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5905" y="467"/>
                </a:lnTo>
                <a:cubicBezTo>
                  <a:pt x="6038" y="467"/>
                  <a:pt x="6138" y="367"/>
                  <a:pt x="6138" y="234"/>
                </a:cubicBezTo>
                <a:cubicBezTo>
                  <a:pt x="6138" y="100"/>
                  <a:pt x="6038" y="0"/>
                  <a:pt x="590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8902567" y="1452062"/>
            <a:ext cx="160965" cy="13136"/>
          </a:xfrm>
          <a:custGeom>
            <a:avLst/>
            <a:gdLst/>
            <a:ahLst/>
            <a:cxnLst/>
            <a:rect l="l" t="t" r="r" b="b"/>
            <a:pathLst>
              <a:path w="6139" h="501" extrusionOk="0">
                <a:moveTo>
                  <a:pt x="234" y="0"/>
                </a:moveTo>
                <a:cubicBezTo>
                  <a:pt x="101" y="0"/>
                  <a:pt x="1" y="134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5905" y="501"/>
                </a:lnTo>
                <a:cubicBezTo>
                  <a:pt x="6038" y="501"/>
                  <a:pt x="6138" y="401"/>
                  <a:pt x="6138" y="267"/>
                </a:cubicBezTo>
                <a:cubicBezTo>
                  <a:pt x="6138" y="134"/>
                  <a:pt x="6038" y="0"/>
                  <a:pt x="590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7"/>
          <p:cNvSpPr/>
          <p:nvPr/>
        </p:nvSpPr>
        <p:spPr>
          <a:xfrm>
            <a:off x="8371666" y="1508906"/>
            <a:ext cx="61250" cy="13136"/>
          </a:xfrm>
          <a:custGeom>
            <a:avLst/>
            <a:gdLst/>
            <a:ahLst/>
            <a:cxnLst/>
            <a:rect l="l" t="t" r="r" b="b"/>
            <a:pathLst>
              <a:path w="2336" h="501" extrusionOk="0">
                <a:moveTo>
                  <a:pt x="234" y="1"/>
                </a:moveTo>
                <a:cubicBezTo>
                  <a:pt x="101" y="1"/>
                  <a:pt x="1" y="101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2102" y="501"/>
                </a:lnTo>
                <a:cubicBezTo>
                  <a:pt x="2236" y="501"/>
                  <a:pt x="2336" y="401"/>
                  <a:pt x="2336" y="267"/>
                </a:cubicBezTo>
                <a:cubicBezTo>
                  <a:pt x="2336" y="101"/>
                  <a:pt x="2236" y="1"/>
                  <a:pt x="21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7"/>
          <p:cNvSpPr/>
          <p:nvPr/>
        </p:nvSpPr>
        <p:spPr>
          <a:xfrm>
            <a:off x="8448648" y="1508906"/>
            <a:ext cx="378722" cy="13136"/>
          </a:xfrm>
          <a:custGeom>
            <a:avLst/>
            <a:gdLst/>
            <a:ahLst/>
            <a:cxnLst/>
            <a:rect l="l" t="t" r="r" b="b"/>
            <a:pathLst>
              <a:path w="14444" h="501" extrusionOk="0">
                <a:moveTo>
                  <a:pt x="267" y="1"/>
                </a:moveTo>
                <a:cubicBezTo>
                  <a:pt x="134" y="1"/>
                  <a:pt x="0" y="101"/>
                  <a:pt x="0" y="267"/>
                </a:cubicBezTo>
                <a:cubicBezTo>
                  <a:pt x="0" y="401"/>
                  <a:pt x="134" y="501"/>
                  <a:pt x="267" y="501"/>
                </a:cubicBezTo>
                <a:lnTo>
                  <a:pt x="14210" y="501"/>
                </a:lnTo>
                <a:cubicBezTo>
                  <a:pt x="14344" y="501"/>
                  <a:pt x="14444" y="401"/>
                  <a:pt x="14444" y="267"/>
                </a:cubicBezTo>
                <a:cubicBezTo>
                  <a:pt x="14444" y="101"/>
                  <a:pt x="14344" y="1"/>
                  <a:pt x="14210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8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Here’s what you’ll find in this</a:t>
            </a: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template: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slide structure based on a business plan, which you can easily adapt to your needs. For more info on how to edit the template, please visit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 School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or read our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An assortment of </a:t>
            </a:r>
            <a:r>
              <a:rPr lang="en"/>
              <a:t>illustrations and photos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that are suitable for use in the presentation can be found in the </a:t>
            </a:r>
            <a:r>
              <a:rPr lang="en" b="1">
                <a:solidFill>
                  <a:schemeClr val="accent1"/>
                </a:solidFill>
              </a:rPr>
              <a:t>a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lternative resources</a:t>
            </a:r>
            <a:r>
              <a:rPr lang="en" b="1">
                <a:solidFill>
                  <a:schemeClr val="accent1"/>
                </a:solidFill>
              </a:rPr>
              <a:t> </a:t>
            </a:r>
            <a:r>
              <a:rPr lang="en"/>
              <a:t>slide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thanks</a:t>
            </a:r>
            <a:r>
              <a:rPr lang="en" b="1">
                <a:uFill>
                  <a:noFill/>
                </a:uFill>
                <a:hlinkClick r:id="" action="ppaction://noaction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slide, which you must keep so that proper credits for our design are given.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resources</a:t>
            </a:r>
            <a:r>
              <a:rPr lang="en"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" action="ppaction://noaction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slide, where you’ll find links to all the elements used in the template.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Instructions for use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Final slides with: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" action="ppaction://noaction"/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fonts and colors</a:t>
            </a:r>
            <a:r>
              <a:rPr lang="en" b="1"/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used in the template.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selection of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illustrations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 You can also customize and animate them as you wish with the online editor. Visit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 by Freepik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to find more.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More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infographic resources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whose size and color can be edited.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Sets of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customizable icons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of the following themes: general, business, avatar, creative process, education, help &amp; support, medical, nature, performing arts, SEO &amp; marketing, and teamwork.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668" name="Google Shape;668;p28"/>
          <p:cNvSpPr txBox="1"/>
          <p:nvPr/>
        </p:nvSpPr>
        <p:spPr>
          <a:xfrm>
            <a:off x="723900" y="4229100"/>
            <a:ext cx="7704000" cy="1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delete this slide when you’re done editing the presentation.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74" name="Google Shape;674;p29"/>
          <p:cNvSpPr txBox="1">
            <a:spLocks noGrp="1"/>
          </p:cNvSpPr>
          <p:nvPr>
            <p:ph type="subTitle" idx="1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Overview</a:t>
            </a:r>
            <a:endParaRPr/>
          </a:p>
        </p:txBody>
      </p:sp>
      <p:sp>
        <p:nvSpPr>
          <p:cNvPr id="675" name="Google Shape;675;p29"/>
          <p:cNvSpPr txBox="1">
            <a:spLocks noGrp="1"/>
          </p:cNvSpPr>
          <p:nvPr>
            <p:ph type="title" idx="2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76" name="Google Shape;676;p29"/>
          <p:cNvSpPr txBox="1">
            <a:spLocks noGrp="1"/>
          </p:cNvSpPr>
          <p:nvPr>
            <p:ph type="subTitle" idx="3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77" name="Google Shape;677;p29"/>
          <p:cNvSpPr txBox="1">
            <a:spLocks noGrp="1"/>
          </p:cNvSpPr>
          <p:nvPr>
            <p:ph type="subTitle" idx="4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Analysis</a:t>
            </a:r>
            <a:endParaRPr/>
          </a:p>
        </p:txBody>
      </p:sp>
      <p:sp>
        <p:nvSpPr>
          <p:cNvPr id="678" name="Google Shape;678;p29"/>
          <p:cNvSpPr txBox="1">
            <a:spLocks noGrp="1"/>
          </p:cNvSpPr>
          <p:nvPr>
            <p:ph type="title" idx="5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79" name="Google Shape;679;p29"/>
          <p:cNvSpPr txBox="1">
            <a:spLocks noGrp="1"/>
          </p:cNvSpPr>
          <p:nvPr>
            <p:ph type="subTitle" idx="6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80" name="Google Shape;680;p29"/>
          <p:cNvSpPr txBox="1">
            <a:spLocks noGrp="1"/>
          </p:cNvSpPr>
          <p:nvPr>
            <p:ph type="subTitle" idx="7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and Marketing Plan</a:t>
            </a:r>
            <a:endParaRPr/>
          </a:p>
        </p:txBody>
      </p:sp>
      <p:sp>
        <p:nvSpPr>
          <p:cNvPr id="681" name="Google Shape;681;p29"/>
          <p:cNvSpPr txBox="1">
            <a:spLocks noGrp="1"/>
          </p:cNvSpPr>
          <p:nvPr>
            <p:ph type="title" idx="8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82" name="Google Shape;682;p29"/>
          <p:cNvSpPr txBox="1">
            <a:spLocks noGrp="1"/>
          </p:cNvSpPr>
          <p:nvPr>
            <p:ph type="subTitle" idx="9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83" name="Google Shape;683;p29"/>
          <p:cNvSpPr txBox="1">
            <a:spLocks noGrp="1"/>
          </p:cNvSpPr>
          <p:nvPr>
            <p:ph type="subTitle" idx="13"/>
          </p:nvPr>
        </p:nvSpPr>
        <p:spPr>
          <a:xfrm>
            <a:off x="7196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Management Plan</a:t>
            </a:r>
            <a:endParaRPr/>
          </a:p>
        </p:txBody>
      </p:sp>
      <p:sp>
        <p:nvSpPr>
          <p:cNvPr id="684" name="Google Shape;684;p29"/>
          <p:cNvSpPr txBox="1">
            <a:spLocks noGrp="1"/>
          </p:cNvSpPr>
          <p:nvPr>
            <p:ph type="title" idx="14"/>
          </p:nvPr>
        </p:nvSpPr>
        <p:spPr>
          <a:xfrm>
            <a:off x="132920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85" name="Google Shape;685;p29"/>
          <p:cNvSpPr txBox="1">
            <a:spLocks noGrp="1"/>
          </p:cNvSpPr>
          <p:nvPr>
            <p:ph type="subTitle" idx="15"/>
          </p:nvPr>
        </p:nvSpPr>
        <p:spPr>
          <a:xfrm>
            <a:off x="720100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86" name="Google Shape;686;p29"/>
          <p:cNvSpPr txBox="1">
            <a:spLocks noGrp="1"/>
          </p:cNvSpPr>
          <p:nvPr>
            <p:ph type="subTitle" idx="16"/>
          </p:nvPr>
        </p:nvSpPr>
        <p:spPr>
          <a:xfrm>
            <a:off x="34134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Plan</a:t>
            </a:r>
            <a:endParaRPr/>
          </a:p>
        </p:txBody>
      </p:sp>
      <p:sp>
        <p:nvSpPr>
          <p:cNvPr id="687" name="Google Shape;687;p29"/>
          <p:cNvSpPr txBox="1">
            <a:spLocks noGrp="1"/>
          </p:cNvSpPr>
          <p:nvPr>
            <p:ph type="title" idx="17"/>
          </p:nvPr>
        </p:nvSpPr>
        <p:spPr>
          <a:xfrm>
            <a:off x="4023025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88" name="Google Shape;688;p29"/>
          <p:cNvSpPr txBox="1">
            <a:spLocks noGrp="1"/>
          </p:cNvSpPr>
          <p:nvPr>
            <p:ph type="subTitle" idx="18"/>
          </p:nvPr>
        </p:nvSpPr>
        <p:spPr>
          <a:xfrm>
            <a:off x="3413738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89" name="Google Shape;689;p29"/>
          <p:cNvSpPr txBox="1">
            <a:spLocks noGrp="1"/>
          </p:cNvSpPr>
          <p:nvPr>
            <p:ph type="subTitle" idx="19"/>
          </p:nvPr>
        </p:nvSpPr>
        <p:spPr>
          <a:xfrm>
            <a:off x="6107050" y="339547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Plan</a:t>
            </a:r>
            <a:endParaRPr/>
          </a:p>
        </p:txBody>
      </p:sp>
      <p:sp>
        <p:nvSpPr>
          <p:cNvPr id="690" name="Google Shape;690;p29"/>
          <p:cNvSpPr txBox="1">
            <a:spLocks noGrp="1"/>
          </p:cNvSpPr>
          <p:nvPr>
            <p:ph type="title" idx="20"/>
          </p:nvPr>
        </p:nvSpPr>
        <p:spPr>
          <a:xfrm>
            <a:off x="671655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91" name="Google Shape;691;p29"/>
          <p:cNvSpPr txBox="1">
            <a:spLocks noGrp="1"/>
          </p:cNvSpPr>
          <p:nvPr>
            <p:ph type="subTitle" idx="21"/>
          </p:nvPr>
        </p:nvSpPr>
        <p:spPr>
          <a:xfrm>
            <a:off x="6107101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0"/>
          <p:cNvSpPr txBox="1">
            <a:spLocks noGrp="1"/>
          </p:cNvSpPr>
          <p:nvPr>
            <p:ph type="title"/>
          </p:nvPr>
        </p:nvSpPr>
        <p:spPr>
          <a:xfrm>
            <a:off x="1902600" y="1543600"/>
            <a:ext cx="5338800" cy="13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someone important said and can make the reader get inspired.”</a:t>
            </a:r>
            <a:endParaRPr/>
          </a:p>
        </p:txBody>
      </p:sp>
      <p:sp>
        <p:nvSpPr>
          <p:cNvPr id="697" name="Google Shape;697;p30"/>
          <p:cNvSpPr txBox="1">
            <a:spLocks noGrp="1"/>
          </p:cNvSpPr>
          <p:nvPr>
            <p:ph type="title" idx="2"/>
          </p:nvPr>
        </p:nvSpPr>
        <p:spPr>
          <a:xfrm>
            <a:off x="1902600" y="2989400"/>
            <a:ext cx="5338800" cy="6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—SOMEONE FAMOUS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MISSION STATEMENT</a:t>
            </a:r>
            <a:endParaRPr/>
          </a:p>
        </p:txBody>
      </p:sp>
      <p:sp>
        <p:nvSpPr>
          <p:cNvPr id="703" name="Google Shape;703;p31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company’s mission. A clear message is a good way to get down to business</a:t>
            </a:r>
            <a:endParaRPr/>
          </a:p>
        </p:txBody>
      </p:sp>
      <p:grpSp>
        <p:nvGrpSpPr>
          <p:cNvPr id="704" name="Google Shape;704;p31"/>
          <p:cNvGrpSpPr/>
          <p:nvPr/>
        </p:nvGrpSpPr>
        <p:grpSpPr>
          <a:xfrm>
            <a:off x="1845914" y="1864668"/>
            <a:ext cx="1600177" cy="1414164"/>
            <a:chOff x="-3137650" y="2787000"/>
            <a:chExt cx="291450" cy="257575"/>
          </a:xfrm>
        </p:grpSpPr>
        <p:sp>
          <p:nvSpPr>
            <p:cNvPr id="705" name="Google Shape;705;p3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3" name="Google Shape;713;p3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714" name="Google Shape;714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3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20" name="Google Shape;720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" name="Google Shape;725;p31"/>
          <p:cNvGrpSpPr/>
          <p:nvPr/>
        </p:nvGrpSpPr>
        <p:grpSpPr>
          <a:xfrm>
            <a:off x="4524300" y="1013625"/>
            <a:ext cx="95400" cy="3116250"/>
            <a:chOff x="4524300" y="1013625"/>
            <a:chExt cx="95400" cy="3116250"/>
          </a:xfrm>
        </p:grpSpPr>
        <p:sp>
          <p:nvSpPr>
            <p:cNvPr id="726" name="Google Shape;726;p3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2"/>
          <p:cNvSpPr/>
          <p:nvPr/>
        </p:nvSpPr>
        <p:spPr>
          <a:xfrm rot="-2699901">
            <a:off x="2033647" y="1995011"/>
            <a:ext cx="399523" cy="381115"/>
          </a:xfrm>
          <a:custGeom>
            <a:avLst/>
            <a:gdLst/>
            <a:ahLst/>
            <a:cxnLst/>
            <a:rect l="l" t="t" r="r" b="b"/>
            <a:pathLst>
              <a:path w="3304" h="3152" extrusionOk="0">
                <a:moveTo>
                  <a:pt x="1658" y="1"/>
                </a:moveTo>
                <a:cubicBezTo>
                  <a:pt x="853" y="1"/>
                  <a:pt x="162" y="612"/>
                  <a:pt x="87" y="1428"/>
                </a:cubicBezTo>
                <a:cubicBezTo>
                  <a:pt x="1" y="2294"/>
                  <a:pt x="635" y="3058"/>
                  <a:pt x="1501" y="3145"/>
                </a:cubicBezTo>
                <a:cubicBezTo>
                  <a:pt x="1550" y="3149"/>
                  <a:pt x="1598" y="3151"/>
                  <a:pt x="1647" y="3151"/>
                </a:cubicBezTo>
                <a:cubicBezTo>
                  <a:pt x="2451" y="3151"/>
                  <a:pt x="3142" y="2540"/>
                  <a:pt x="3217" y="1724"/>
                </a:cubicBezTo>
                <a:cubicBezTo>
                  <a:pt x="3304" y="858"/>
                  <a:pt x="2669" y="94"/>
                  <a:pt x="1804" y="7"/>
                </a:cubicBezTo>
                <a:cubicBezTo>
                  <a:pt x="1755" y="3"/>
                  <a:pt x="1706" y="1"/>
                  <a:pt x="1658" y="1"/>
                </a:cubicBezTo>
                <a:close/>
              </a:path>
            </a:pathLst>
          </a:custGeom>
          <a:solidFill>
            <a:srgbClr val="35C2DF">
              <a:alpha val="49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32"/>
          <p:cNvSpPr/>
          <p:nvPr/>
        </p:nvSpPr>
        <p:spPr>
          <a:xfrm rot="-2699899">
            <a:off x="2812934" y="2002929"/>
            <a:ext cx="432660" cy="380630"/>
          </a:xfrm>
          <a:custGeom>
            <a:avLst/>
            <a:gdLst/>
            <a:ahLst/>
            <a:cxnLst/>
            <a:rect l="l" t="t" r="r" b="b"/>
            <a:pathLst>
              <a:path w="3578" h="3148" extrusionOk="0">
                <a:moveTo>
                  <a:pt x="1788" y="0"/>
                </a:moveTo>
                <a:cubicBezTo>
                  <a:pt x="1172" y="0"/>
                  <a:pt x="587" y="366"/>
                  <a:pt x="332" y="968"/>
                </a:cubicBezTo>
                <a:cubicBezTo>
                  <a:pt x="0" y="1769"/>
                  <a:pt x="383" y="2692"/>
                  <a:pt x="1183" y="3024"/>
                </a:cubicBezTo>
                <a:cubicBezTo>
                  <a:pt x="1382" y="3108"/>
                  <a:pt x="1588" y="3147"/>
                  <a:pt x="1790" y="3147"/>
                </a:cubicBezTo>
                <a:cubicBezTo>
                  <a:pt x="2405" y="3147"/>
                  <a:pt x="2989" y="2782"/>
                  <a:pt x="3239" y="2180"/>
                </a:cubicBezTo>
                <a:cubicBezTo>
                  <a:pt x="3578" y="1379"/>
                  <a:pt x="3195" y="456"/>
                  <a:pt x="2395" y="124"/>
                </a:cubicBezTo>
                <a:cubicBezTo>
                  <a:pt x="2196" y="40"/>
                  <a:pt x="1990" y="0"/>
                  <a:pt x="1788" y="0"/>
                </a:cubicBezTo>
                <a:close/>
              </a:path>
            </a:pathLst>
          </a:custGeom>
          <a:solidFill>
            <a:srgbClr val="C8AEF8">
              <a:alpha val="586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32"/>
          <p:cNvSpPr/>
          <p:nvPr/>
        </p:nvSpPr>
        <p:spPr>
          <a:xfrm rot="-2699901">
            <a:off x="2810998" y="2796888"/>
            <a:ext cx="418750" cy="380873"/>
          </a:xfrm>
          <a:custGeom>
            <a:avLst/>
            <a:gdLst/>
            <a:ahLst/>
            <a:cxnLst/>
            <a:rect l="l" t="t" r="r" b="b"/>
            <a:pathLst>
              <a:path w="3463" h="3150" extrusionOk="0">
                <a:moveTo>
                  <a:pt x="1740" y="0"/>
                </a:moveTo>
                <a:cubicBezTo>
                  <a:pt x="1022" y="0"/>
                  <a:pt x="376" y="485"/>
                  <a:pt x="203" y="1209"/>
                </a:cubicBezTo>
                <a:cubicBezTo>
                  <a:pt x="1" y="2060"/>
                  <a:pt x="527" y="2904"/>
                  <a:pt x="1371" y="3106"/>
                </a:cubicBezTo>
                <a:cubicBezTo>
                  <a:pt x="1493" y="3135"/>
                  <a:pt x="1615" y="3149"/>
                  <a:pt x="1735" y="3149"/>
                </a:cubicBezTo>
                <a:cubicBezTo>
                  <a:pt x="2447" y="3149"/>
                  <a:pt x="3095" y="2660"/>
                  <a:pt x="3268" y="1938"/>
                </a:cubicBezTo>
                <a:cubicBezTo>
                  <a:pt x="3463" y="1094"/>
                  <a:pt x="2943" y="243"/>
                  <a:pt x="2099" y="41"/>
                </a:cubicBezTo>
                <a:cubicBezTo>
                  <a:pt x="1979" y="13"/>
                  <a:pt x="1858" y="0"/>
                  <a:pt x="1740" y="0"/>
                </a:cubicBezTo>
                <a:close/>
              </a:path>
            </a:pathLst>
          </a:custGeom>
          <a:solidFill>
            <a:srgbClr val="878FFF">
              <a:alpha val="58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32"/>
          <p:cNvSpPr/>
          <p:nvPr/>
        </p:nvSpPr>
        <p:spPr>
          <a:xfrm rot="-2699901">
            <a:off x="1995586" y="2787188"/>
            <a:ext cx="418750" cy="381115"/>
          </a:xfrm>
          <a:custGeom>
            <a:avLst/>
            <a:gdLst/>
            <a:ahLst/>
            <a:cxnLst/>
            <a:rect l="l" t="t" r="r" b="b"/>
            <a:pathLst>
              <a:path w="3463" h="3152" extrusionOk="0">
                <a:moveTo>
                  <a:pt x="1733" y="0"/>
                </a:moveTo>
                <a:cubicBezTo>
                  <a:pt x="1018" y="0"/>
                  <a:pt x="375" y="490"/>
                  <a:pt x="203" y="1212"/>
                </a:cubicBezTo>
                <a:cubicBezTo>
                  <a:pt x="1" y="2056"/>
                  <a:pt x="520" y="2907"/>
                  <a:pt x="1371" y="3109"/>
                </a:cubicBezTo>
                <a:cubicBezTo>
                  <a:pt x="1493" y="3138"/>
                  <a:pt x="1615" y="3152"/>
                  <a:pt x="1735" y="3152"/>
                </a:cubicBezTo>
                <a:cubicBezTo>
                  <a:pt x="2447" y="3152"/>
                  <a:pt x="3094" y="2662"/>
                  <a:pt x="3261" y="1940"/>
                </a:cubicBezTo>
                <a:cubicBezTo>
                  <a:pt x="3463" y="1096"/>
                  <a:pt x="2943" y="245"/>
                  <a:pt x="2099" y="43"/>
                </a:cubicBezTo>
                <a:cubicBezTo>
                  <a:pt x="1976" y="14"/>
                  <a:pt x="1854" y="0"/>
                  <a:pt x="1733" y="0"/>
                </a:cubicBezTo>
                <a:close/>
              </a:path>
            </a:pathLst>
          </a:custGeom>
          <a:solidFill>
            <a:srgbClr val="9154F8">
              <a:alpha val="46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32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COMPANY</a:t>
            </a:r>
            <a:endParaRPr/>
          </a:p>
        </p:txBody>
      </p:sp>
      <p:sp>
        <p:nvSpPr>
          <p:cNvPr id="741" name="Google Shape;741;p32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 is the closest planet to the Sun and the smallest one in the Solar System—it’s only a bit larger than the Moon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/>
          <p:cNvSpPr/>
          <p:nvPr/>
        </p:nvSpPr>
        <p:spPr>
          <a:xfrm>
            <a:off x="2302605" y="1714888"/>
            <a:ext cx="723471" cy="703838"/>
          </a:xfrm>
          <a:custGeom>
            <a:avLst/>
            <a:gdLst/>
            <a:ahLst/>
            <a:cxnLst/>
            <a:rect l="l" t="t" r="r" b="b"/>
            <a:pathLst>
              <a:path w="5983" h="5821" extrusionOk="0">
                <a:moveTo>
                  <a:pt x="2652" y="1"/>
                </a:moveTo>
                <a:cubicBezTo>
                  <a:pt x="1473" y="1"/>
                  <a:pt x="333" y="843"/>
                  <a:pt x="176" y="2200"/>
                </a:cubicBezTo>
                <a:cubicBezTo>
                  <a:pt x="1" y="3763"/>
                  <a:pt x="1259" y="4955"/>
                  <a:pt x="2643" y="4955"/>
                </a:cubicBezTo>
                <a:cubicBezTo>
                  <a:pt x="3079" y="4955"/>
                  <a:pt x="3528" y="4836"/>
                  <a:pt x="3948" y="4573"/>
                </a:cubicBezTo>
                <a:lnTo>
                  <a:pt x="5203" y="5821"/>
                </a:lnTo>
                <a:lnTo>
                  <a:pt x="5982" y="5035"/>
                </a:lnTo>
                <a:lnTo>
                  <a:pt x="4735" y="3787"/>
                </a:lnTo>
                <a:cubicBezTo>
                  <a:pt x="5340" y="2813"/>
                  <a:pt x="5196" y="1544"/>
                  <a:pt x="4388" y="729"/>
                </a:cubicBezTo>
                <a:cubicBezTo>
                  <a:pt x="3888" y="228"/>
                  <a:pt x="3265" y="1"/>
                  <a:pt x="26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2"/>
          <p:cNvSpPr/>
          <p:nvPr/>
        </p:nvSpPr>
        <p:spPr>
          <a:xfrm>
            <a:off x="2774802" y="2271816"/>
            <a:ext cx="793726" cy="704201"/>
          </a:xfrm>
          <a:custGeom>
            <a:avLst/>
            <a:gdLst/>
            <a:ahLst/>
            <a:cxnLst/>
            <a:rect l="l" t="t" r="r" b="b"/>
            <a:pathLst>
              <a:path w="6564" h="5824" extrusionOk="0">
                <a:moveTo>
                  <a:pt x="3329" y="0"/>
                </a:moveTo>
                <a:cubicBezTo>
                  <a:pt x="1439" y="0"/>
                  <a:pt x="206" y="2117"/>
                  <a:pt x="1255" y="3790"/>
                </a:cubicBezTo>
                <a:lnTo>
                  <a:pt x="0" y="5038"/>
                </a:lnTo>
                <a:lnTo>
                  <a:pt x="786" y="5824"/>
                </a:lnTo>
                <a:lnTo>
                  <a:pt x="2034" y="4569"/>
                </a:lnTo>
                <a:cubicBezTo>
                  <a:pt x="2441" y="4823"/>
                  <a:pt x="2897" y="4947"/>
                  <a:pt x="3350" y="4947"/>
                </a:cubicBezTo>
                <a:cubicBezTo>
                  <a:pt x="3989" y="4947"/>
                  <a:pt x="4622" y="4700"/>
                  <a:pt x="5099" y="4223"/>
                </a:cubicBezTo>
                <a:cubicBezTo>
                  <a:pt x="6563" y="2758"/>
                  <a:pt x="5683" y="248"/>
                  <a:pt x="3628" y="18"/>
                </a:cubicBezTo>
                <a:cubicBezTo>
                  <a:pt x="3527" y="6"/>
                  <a:pt x="3427" y="0"/>
                  <a:pt x="332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32"/>
          <p:cNvSpPr/>
          <p:nvPr/>
        </p:nvSpPr>
        <p:spPr>
          <a:xfrm>
            <a:off x="2207924" y="2724759"/>
            <a:ext cx="723350" cy="703838"/>
          </a:xfrm>
          <a:custGeom>
            <a:avLst/>
            <a:gdLst/>
            <a:ahLst/>
            <a:cxnLst/>
            <a:rect l="l" t="t" r="r" b="b"/>
            <a:pathLst>
              <a:path w="5982" h="5821" extrusionOk="0">
                <a:moveTo>
                  <a:pt x="786" y="0"/>
                </a:moveTo>
                <a:lnTo>
                  <a:pt x="0" y="787"/>
                </a:lnTo>
                <a:lnTo>
                  <a:pt x="1255" y="2034"/>
                </a:lnTo>
                <a:cubicBezTo>
                  <a:pt x="642" y="3008"/>
                  <a:pt x="786" y="4277"/>
                  <a:pt x="1601" y="5092"/>
                </a:cubicBezTo>
                <a:cubicBezTo>
                  <a:pt x="2102" y="5593"/>
                  <a:pt x="2724" y="5821"/>
                  <a:pt x="3335" y="5821"/>
                </a:cubicBezTo>
                <a:cubicBezTo>
                  <a:pt x="4512" y="5821"/>
                  <a:pt x="5649" y="4979"/>
                  <a:pt x="5806" y="3621"/>
                </a:cubicBezTo>
                <a:cubicBezTo>
                  <a:pt x="5981" y="2058"/>
                  <a:pt x="4723" y="867"/>
                  <a:pt x="3339" y="867"/>
                </a:cubicBezTo>
                <a:cubicBezTo>
                  <a:pt x="2903" y="867"/>
                  <a:pt x="2454" y="985"/>
                  <a:pt x="2034" y="1248"/>
                </a:cubicBezTo>
                <a:lnTo>
                  <a:pt x="78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2"/>
          <p:cNvSpPr/>
          <p:nvPr/>
        </p:nvSpPr>
        <p:spPr>
          <a:xfrm>
            <a:off x="1723484" y="2154711"/>
            <a:ext cx="724922" cy="700332"/>
          </a:xfrm>
          <a:custGeom>
            <a:avLst/>
            <a:gdLst/>
            <a:ahLst/>
            <a:cxnLst/>
            <a:rect l="l" t="t" r="r" b="b"/>
            <a:pathLst>
              <a:path w="5995" h="5792" extrusionOk="0">
                <a:moveTo>
                  <a:pt x="5251" y="0"/>
                </a:moveTo>
                <a:lnTo>
                  <a:pt x="4025" y="1226"/>
                </a:lnTo>
                <a:cubicBezTo>
                  <a:pt x="3619" y="974"/>
                  <a:pt x="3165" y="852"/>
                  <a:pt x="2716" y="852"/>
                </a:cubicBezTo>
                <a:cubicBezTo>
                  <a:pt x="1986" y="852"/>
                  <a:pt x="1267" y="1174"/>
                  <a:pt x="780" y="1782"/>
                </a:cubicBezTo>
                <a:cubicBezTo>
                  <a:pt x="1" y="2770"/>
                  <a:pt x="80" y="4183"/>
                  <a:pt x="967" y="5070"/>
                </a:cubicBezTo>
                <a:cubicBezTo>
                  <a:pt x="1449" y="5548"/>
                  <a:pt x="2082" y="5792"/>
                  <a:pt x="2716" y="5792"/>
                </a:cubicBezTo>
                <a:cubicBezTo>
                  <a:pt x="3259" y="5792"/>
                  <a:pt x="3804" y="5613"/>
                  <a:pt x="4256" y="5251"/>
                </a:cubicBezTo>
                <a:cubicBezTo>
                  <a:pt x="5237" y="4472"/>
                  <a:pt x="5475" y="3073"/>
                  <a:pt x="4811" y="2012"/>
                </a:cubicBezTo>
                <a:lnTo>
                  <a:pt x="5994" y="822"/>
                </a:lnTo>
                <a:cubicBezTo>
                  <a:pt x="5872" y="736"/>
                  <a:pt x="5756" y="642"/>
                  <a:pt x="5655" y="541"/>
                </a:cubicBezTo>
                <a:cubicBezTo>
                  <a:pt x="5497" y="382"/>
                  <a:pt x="5360" y="202"/>
                  <a:pt x="52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2"/>
          <p:cNvSpPr txBox="1"/>
          <p:nvPr/>
        </p:nvSpPr>
        <p:spPr>
          <a:xfrm>
            <a:off x="1487400" y="3728825"/>
            <a:ext cx="23172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Your Logo Here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747" name="Google Shape;747;p32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748" name="Google Shape;748;p32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2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2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2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2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" name="Google Shape;753;p32"/>
          <p:cNvGrpSpPr/>
          <p:nvPr/>
        </p:nvGrpSpPr>
        <p:grpSpPr>
          <a:xfrm rot="10800000" flipH="1">
            <a:off x="0" y="-4"/>
            <a:ext cx="1022509" cy="572747"/>
            <a:chOff x="-77" y="3784091"/>
            <a:chExt cx="2423582" cy="1357541"/>
          </a:xfrm>
        </p:grpSpPr>
        <p:sp>
          <p:nvSpPr>
            <p:cNvPr id="754" name="Google Shape;754;p32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2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2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2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3"/>
          <p:cNvSpPr txBox="1">
            <a:spLocks noGrp="1"/>
          </p:cNvSpPr>
          <p:nvPr>
            <p:ph type="title"/>
          </p:nvPr>
        </p:nvSpPr>
        <p:spPr>
          <a:xfrm>
            <a:off x="1552575" y="531500"/>
            <a:ext cx="4714800" cy="1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</a:t>
            </a:r>
            <a:endParaRPr/>
          </a:p>
        </p:txBody>
      </p:sp>
      <p:grpSp>
        <p:nvGrpSpPr>
          <p:cNvPr id="764" name="Google Shape;764;p33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765" name="Google Shape;765;p3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0" name="Google Shape;770;p33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771" name="Google Shape;771;p3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4"/>
          <p:cNvSpPr txBox="1">
            <a:spLocks noGrp="1"/>
          </p:cNvSpPr>
          <p:nvPr>
            <p:ph type="subTitle" idx="1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781" name="Google Shape;781;p3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REVIEWING CONCEPTS IS A GOOD IDEA</a:t>
            </a:r>
            <a:endParaRPr/>
          </a:p>
        </p:txBody>
      </p:sp>
      <p:sp>
        <p:nvSpPr>
          <p:cNvPr id="782" name="Google Shape;782;p34"/>
          <p:cNvSpPr txBox="1">
            <a:spLocks noGrp="1"/>
          </p:cNvSpPr>
          <p:nvPr>
            <p:ph type="subTitle" idx="2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783" name="Google Shape;783;p34"/>
          <p:cNvSpPr txBox="1">
            <a:spLocks noGrp="1"/>
          </p:cNvSpPr>
          <p:nvPr>
            <p:ph type="subTitle" idx="3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784" name="Google Shape;784;p34"/>
          <p:cNvSpPr txBox="1">
            <a:spLocks noGrp="1"/>
          </p:cNvSpPr>
          <p:nvPr>
            <p:ph type="subTitle" idx="4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has a 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beautiful name</a:t>
            </a:r>
            <a:endParaRPr/>
          </a:p>
        </p:txBody>
      </p:sp>
      <p:sp>
        <p:nvSpPr>
          <p:cNvPr id="785" name="Google Shape;785;p34"/>
          <p:cNvSpPr txBox="1">
            <a:spLocks noGrp="1"/>
          </p:cNvSpPr>
          <p:nvPr>
            <p:ph type="subTitle" idx="5"/>
          </p:nvPr>
        </p:nvSpPr>
        <p:spPr>
          <a:xfrm>
            <a:off x="5415963" y="1499611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786" name="Google Shape;786;p34"/>
          <p:cNvSpPr txBox="1">
            <a:spLocks noGrp="1"/>
          </p:cNvSpPr>
          <p:nvPr>
            <p:ph type="subTitle" idx="6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cold place</a:t>
            </a:r>
            <a:endParaRPr/>
          </a:p>
        </p:txBody>
      </p:sp>
      <p:sp>
        <p:nvSpPr>
          <p:cNvPr id="787" name="Google Shape;787;p34"/>
          <p:cNvSpPr txBox="1">
            <a:spLocks noGrp="1"/>
          </p:cNvSpPr>
          <p:nvPr>
            <p:ph type="subTitle" idx="7"/>
          </p:nvPr>
        </p:nvSpPr>
        <p:spPr>
          <a:xfrm>
            <a:off x="1410963" y="3553089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788" name="Google Shape;788;p34"/>
          <p:cNvSpPr txBox="1">
            <a:spLocks noGrp="1"/>
          </p:cNvSpPr>
          <p:nvPr>
            <p:ph type="subTitle" idx="8"/>
          </p:nvPr>
        </p:nvSpPr>
        <p:spPr>
          <a:xfrm>
            <a:off x="141146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9999" lvl="0" indent="-899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biggest planet in the Solar System</a:t>
            </a:r>
            <a:endParaRPr/>
          </a:p>
        </p:txBody>
      </p:sp>
      <p:sp>
        <p:nvSpPr>
          <p:cNvPr id="789" name="Google Shape;789;p34"/>
          <p:cNvSpPr txBox="1">
            <a:spLocks noGrp="1"/>
          </p:cNvSpPr>
          <p:nvPr>
            <p:ph type="subTitle" idx="9"/>
          </p:nvPr>
        </p:nvSpPr>
        <p:spPr>
          <a:xfrm>
            <a:off x="5415788" y="252635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790" name="Google Shape;790;p34"/>
          <p:cNvSpPr txBox="1">
            <a:spLocks noGrp="1"/>
          </p:cNvSpPr>
          <p:nvPr>
            <p:ph type="subTitle" idx="13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one and a gas giant</a:t>
            </a:r>
            <a:endParaRPr/>
          </a:p>
        </p:txBody>
      </p:sp>
      <p:sp>
        <p:nvSpPr>
          <p:cNvPr id="791" name="Google Shape;791;p34"/>
          <p:cNvSpPr txBox="1">
            <a:spLocks noGrp="1"/>
          </p:cNvSpPr>
          <p:nvPr>
            <p:ph type="subTitle" idx="14"/>
          </p:nvPr>
        </p:nvSpPr>
        <p:spPr>
          <a:xfrm>
            <a:off x="5415963" y="355308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792" name="Google Shape;792;p34"/>
          <p:cNvSpPr txBox="1">
            <a:spLocks noGrp="1"/>
          </p:cNvSpPr>
          <p:nvPr>
            <p:ph type="subTitle" idx="15"/>
          </p:nvPr>
        </p:nvSpPr>
        <p:spPr>
          <a:xfrm>
            <a:off x="541601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62101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3" name="Google Shape;793;p34"/>
          <p:cNvGrpSpPr/>
          <p:nvPr/>
        </p:nvGrpSpPr>
        <p:grpSpPr>
          <a:xfrm>
            <a:off x="4524300" y="1394625"/>
            <a:ext cx="95400" cy="3116250"/>
            <a:chOff x="4524300" y="1013625"/>
            <a:chExt cx="95400" cy="3116250"/>
          </a:xfrm>
        </p:grpSpPr>
        <p:sp>
          <p:nvSpPr>
            <p:cNvPr id="794" name="Google Shape;794;p34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4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4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4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4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5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05" name="Google Shape;805;p35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OVERVIEW</a:t>
            </a:r>
            <a:endParaRPr/>
          </a:p>
        </p:txBody>
      </p:sp>
      <p:grpSp>
        <p:nvGrpSpPr>
          <p:cNvPr id="839" name="Google Shape;839;p35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840" name="Google Shape;840;p35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5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5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5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5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5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TRENDS</a:t>
            </a:r>
            <a:endParaRPr/>
          </a:p>
        </p:txBody>
      </p:sp>
      <p:sp>
        <p:nvSpPr>
          <p:cNvPr id="851" name="Google Shape;851;p36"/>
          <p:cNvSpPr txBox="1"/>
          <p:nvPr/>
        </p:nvSpPr>
        <p:spPr>
          <a:xfrm>
            <a:off x="1042475" y="3981575"/>
            <a:ext cx="38484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modify this graph, click on it, follow the link, change the data and paste the resulting graph here, replacing this one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36"/>
          <p:cNvSpPr txBox="1"/>
          <p:nvPr/>
        </p:nvSpPr>
        <p:spPr>
          <a:xfrm>
            <a:off x="6116111" y="3386850"/>
            <a:ext cx="23079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36"/>
          <p:cNvSpPr txBox="1"/>
          <p:nvPr/>
        </p:nvSpPr>
        <p:spPr>
          <a:xfrm>
            <a:off x="6116100" y="2439548"/>
            <a:ext cx="23079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it’s terribly hot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36"/>
          <p:cNvSpPr txBox="1"/>
          <p:nvPr/>
        </p:nvSpPr>
        <p:spPr>
          <a:xfrm>
            <a:off x="6116100" y="1492700"/>
            <a:ext cx="23079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very cold place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36"/>
          <p:cNvSpPr/>
          <p:nvPr/>
        </p:nvSpPr>
        <p:spPr>
          <a:xfrm>
            <a:off x="5782225" y="2588678"/>
            <a:ext cx="274200" cy="273900"/>
          </a:xfrm>
          <a:prstGeom prst="ellipse">
            <a:avLst/>
          </a:prstGeom>
          <a:solidFill>
            <a:srgbClr val="878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856" name="Google Shape;856;p36"/>
          <p:cNvSpPr/>
          <p:nvPr/>
        </p:nvSpPr>
        <p:spPr>
          <a:xfrm>
            <a:off x="5782225" y="3537956"/>
            <a:ext cx="274200" cy="273900"/>
          </a:xfrm>
          <a:prstGeom prst="ellipse">
            <a:avLst/>
          </a:prstGeom>
          <a:solidFill>
            <a:srgbClr val="915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857" name="Google Shape;857;p36"/>
          <p:cNvSpPr/>
          <p:nvPr/>
        </p:nvSpPr>
        <p:spPr>
          <a:xfrm>
            <a:off x="5782225" y="1639400"/>
            <a:ext cx="274200" cy="27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858" name="Google Shape;858;p36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938" y="1265100"/>
            <a:ext cx="4267482" cy="256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7"/>
          <p:cNvSpPr txBox="1">
            <a:spLocks noGrp="1"/>
          </p:cNvSpPr>
          <p:nvPr>
            <p:ph type="title"/>
          </p:nvPr>
        </p:nvSpPr>
        <p:spPr>
          <a:xfrm>
            <a:off x="5162060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864" name="Google Shape;864;p37"/>
          <p:cNvSpPr txBox="1">
            <a:spLocks noGrp="1"/>
          </p:cNvSpPr>
          <p:nvPr>
            <p:ph type="body" idx="1"/>
          </p:nvPr>
        </p:nvSpPr>
        <p:spPr>
          <a:xfrm>
            <a:off x="5162065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 is the closest planet to the Sun and also the smallest one in the Solar System</a:t>
            </a:r>
            <a:endParaRPr/>
          </a:p>
        </p:txBody>
      </p:sp>
      <p:sp>
        <p:nvSpPr>
          <p:cNvPr id="865" name="Google Shape;865;p37"/>
          <p:cNvSpPr txBox="1">
            <a:spLocks noGrp="1"/>
          </p:cNvSpPr>
          <p:nvPr>
            <p:ph type="body" idx="2"/>
          </p:nvPr>
        </p:nvSpPr>
        <p:spPr>
          <a:xfrm>
            <a:off x="1836640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has a beautiful name and is the second planet from the Sun. It’s terribly hot!</a:t>
            </a:r>
            <a:endParaRPr/>
          </a:p>
        </p:txBody>
      </p:sp>
      <p:sp>
        <p:nvSpPr>
          <p:cNvPr id="866" name="Google Shape;866;p37"/>
          <p:cNvSpPr txBox="1">
            <a:spLocks noGrp="1"/>
          </p:cNvSpPr>
          <p:nvPr>
            <p:ph type="title" idx="3"/>
          </p:nvPr>
        </p:nvSpPr>
        <p:spPr>
          <a:xfrm>
            <a:off x="1836635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867" name="Google Shape;867;p37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VS SOLUTION</a:t>
            </a:r>
            <a:endParaRPr/>
          </a:p>
        </p:txBody>
      </p:sp>
      <p:grpSp>
        <p:nvGrpSpPr>
          <p:cNvPr id="868" name="Google Shape;868;p37"/>
          <p:cNvGrpSpPr/>
          <p:nvPr/>
        </p:nvGrpSpPr>
        <p:grpSpPr>
          <a:xfrm>
            <a:off x="5999604" y="1751566"/>
            <a:ext cx="469887" cy="469887"/>
            <a:chOff x="1487200" y="4993750"/>
            <a:chExt cx="483125" cy="483125"/>
          </a:xfrm>
        </p:grpSpPr>
        <p:sp>
          <p:nvSpPr>
            <p:cNvPr id="869" name="Google Shape;869;p37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870" name="Google Shape;870;p37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871" name="Google Shape;871;p37"/>
          <p:cNvGrpSpPr/>
          <p:nvPr/>
        </p:nvGrpSpPr>
        <p:grpSpPr>
          <a:xfrm>
            <a:off x="2674509" y="1751566"/>
            <a:ext cx="469887" cy="469887"/>
            <a:chOff x="2081650" y="4993750"/>
            <a:chExt cx="483125" cy="483125"/>
          </a:xfrm>
        </p:grpSpPr>
        <p:sp>
          <p:nvSpPr>
            <p:cNvPr id="872" name="Google Shape;872;p37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3" name="Google Shape;873;p37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4" name="Google Shape;874;p37"/>
          <p:cNvGrpSpPr/>
          <p:nvPr/>
        </p:nvGrpSpPr>
        <p:grpSpPr>
          <a:xfrm>
            <a:off x="4524300" y="1242225"/>
            <a:ext cx="95400" cy="3116250"/>
            <a:chOff x="4524300" y="1013625"/>
            <a:chExt cx="95400" cy="3116250"/>
          </a:xfrm>
        </p:grpSpPr>
        <p:sp>
          <p:nvSpPr>
            <p:cNvPr id="875" name="Google Shape;875;p37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7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7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7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7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7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COMPETITORS</a:t>
            </a:r>
            <a:endParaRPr/>
          </a:p>
        </p:txBody>
      </p:sp>
      <p:sp>
        <p:nvSpPr>
          <p:cNvPr id="886" name="Google Shape;886;p38"/>
          <p:cNvSpPr txBox="1">
            <a:spLocks noGrp="1"/>
          </p:cNvSpPr>
          <p:nvPr>
            <p:ph type="subTitle" idx="1"/>
          </p:nvPr>
        </p:nvSpPr>
        <p:spPr>
          <a:xfrm>
            <a:off x="719700" y="24349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887" name="Google Shape;887;p38"/>
          <p:cNvSpPr txBox="1">
            <a:spLocks noGrp="1"/>
          </p:cNvSpPr>
          <p:nvPr>
            <p:ph type="subTitle" idx="2"/>
          </p:nvPr>
        </p:nvSpPr>
        <p:spPr>
          <a:xfrm>
            <a:off x="719850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Mars is full of iron oxide dust, giving this planet its reddish cast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38"/>
          <p:cNvSpPr txBox="1">
            <a:spLocks noGrp="1"/>
          </p:cNvSpPr>
          <p:nvPr>
            <p:ph type="subTitle" idx="3"/>
          </p:nvPr>
        </p:nvSpPr>
        <p:spPr>
          <a:xfrm>
            <a:off x="3413619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889" name="Google Shape;889;p38"/>
          <p:cNvSpPr txBox="1">
            <a:spLocks noGrp="1"/>
          </p:cNvSpPr>
          <p:nvPr>
            <p:ph type="subTitle" idx="4"/>
          </p:nvPr>
        </p:nvSpPr>
        <p:spPr>
          <a:xfrm>
            <a:off x="3413619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Jupiter is the biggest one and the fourth-brightest object in the sky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8"/>
          <p:cNvSpPr txBox="1">
            <a:spLocks noGrp="1"/>
          </p:cNvSpPr>
          <p:nvPr>
            <p:ph type="subTitle" idx="5"/>
          </p:nvPr>
        </p:nvSpPr>
        <p:spPr>
          <a:xfrm>
            <a:off x="6107075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891" name="Google Shape;891;p38"/>
          <p:cNvSpPr txBox="1">
            <a:spLocks noGrp="1"/>
          </p:cNvSpPr>
          <p:nvPr>
            <p:ph type="subTitle" idx="6"/>
          </p:nvPr>
        </p:nvSpPr>
        <p:spPr>
          <a:xfrm>
            <a:off x="6107075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Saturn is a gas giant, composed mostly of hydrogen and helium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2" name="Google Shape;892;p38"/>
          <p:cNvGrpSpPr/>
          <p:nvPr/>
        </p:nvGrpSpPr>
        <p:grpSpPr>
          <a:xfrm>
            <a:off x="1645117" y="1866256"/>
            <a:ext cx="466361" cy="466336"/>
            <a:chOff x="1487200" y="2021475"/>
            <a:chExt cx="483125" cy="483150"/>
          </a:xfrm>
        </p:grpSpPr>
        <p:sp>
          <p:nvSpPr>
            <p:cNvPr id="893" name="Google Shape;893;p38"/>
            <p:cNvSpPr/>
            <p:nvPr/>
          </p:nvSpPr>
          <p:spPr>
            <a:xfrm>
              <a:off x="1487200" y="2021475"/>
              <a:ext cx="483125" cy="483150"/>
            </a:xfrm>
            <a:custGeom>
              <a:avLst/>
              <a:gdLst/>
              <a:ahLst/>
              <a:cxnLst/>
              <a:rect l="l" t="t" r="r" b="b"/>
              <a:pathLst>
                <a:path w="19325" h="19326" extrusionOk="0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1573100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5" name="Google Shape;895;p38"/>
            <p:cNvSpPr/>
            <p:nvPr/>
          </p:nvSpPr>
          <p:spPr>
            <a:xfrm>
              <a:off x="1686325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6" name="Google Shape;896;p38"/>
            <p:cNvSpPr/>
            <p:nvPr/>
          </p:nvSpPr>
          <p:spPr>
            <a:xfrm>
              <a:off x="1799550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7" name="Google Shape;897;p38"/>
          <p:cNvGrpSpPr/>
          <p:nvPr/>
        </p:nvGrpSpPr>
        <p:grpSpPr>
          <a:xfrm>
            <a:off x="4338843" y="1866258"/>
            <a:ext cx="466331" cy="466332"/>
            <a:chOff x="3282325" y="2035675"/>
            <a:chExt cx="459575" cy="454825"/>
          </a:xfrm>
        </p:grpSpPr>
        <p:sp>
          <p:nvSpPr>
            <p:cNvPr id="898" name="Google Shape;898;p38"/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9" name="Google Shape;899;p38"/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0" name="Google Shape;900;p38"/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1" name="Google Shape;901;p38"/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02" name="Google Shape;902;p38"/>
          <p:cNvSpPr/>
          <p:nvPr/>
        </p:nvSpPr>
        <p:spPr>
          <a:xfrm>
            <a:off x="7032558" y="1872738"/>
            <a:ext cx="466343" cy="453373"/>
          </a:xfrm>
          <a:custGeom>
            <a:avLst/>
            <a:gdLst/>
            <a:ahLst/>
            <a:cxnLst/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9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 VS US</a:t>
            </a:r>
            <a:endParaRPr/>
          </a:p>
        </p:txBody>
      </p:sp>
      <p:sp>
        <p:nvSpPr>
          <p:cNvPr id="908" name="Google Shape;908;p39"/>
          <p:cNvSpPr txBox="1">
            <a:spLocks noGrp="1"/>
          </p:cNvSpPr>
          <p:nvPr>
            <p:ph type="body" idx="1"/>
          </p:nvPr>
        </p:nvSpPr>
        <p:spPr>
          <a:xfrm>
            <a:off x="5238265" y="24013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Sun. Its atmosphere is very poisonous</a:t>
            </a:r>
            <a:endParaRPr/>
          </a:p>
        </p:txBody>
      </p:sp>
      <p:sp>
        <p:nvSpPr>
          <p:cNvPr id="909" name="Google Shape;909;p39"/>
          <p:cNvSpPr txBox="1">
            <a:spLocks noGrp="1"/>
          </p:cNvSpPr>
          <p:nvPr>
            <p:ph type="body" idx="2"/>
          </p:nvPr>
        </p:nvSpPr>
        <p:spPr>
          <a:xfrm>
            <a:off x="1760440" y="24013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 is the closest planet to the Sun and the smallest one in the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Solar System</a:t>
            </a:r>
            <a:endParaRPr/>
          </a:p>
        </p:txBody>
      </p:sp>
      <p:sp>
        <p:nvSpPr>
          <p:cNvPr id="910" name="Google Shape;910;p39"/>
          <p:cNvSpPr txBox="1">
            <a:spLocks noGrp="1"/>
          </p:cNvSpPr>
          <p:nvPr>
            <p:ph type="title" idx="3"/>
          </p:nvPr>
        </p:nvSpPr>
        <p:spPr>
          <a:xfrm>
            <a:off x="1760435" y="18667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</a:t>
            </a:r>
            <a:endParaRPr/>
          </a:p>
        </p:txBody>
      </p:sp>
      <p:sp>
        <p:nvSpPr>
          <p:cNvPr id="911" name="Google Shape;911;p39"/>
          <p:cNvSpPr txBox="1">
            <a:spLocks noGrp="1"/>
          </p:cNvSpPr>
          <p:nvPr>
            <p:ph type="title"/>
          </p:nvPr>
        </p:nvSpPr>
        <p:spPr>
          <a:xfrm>
            <a:off x="5238260" y="18667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</a:t>
            </a:r>
            <a:endParaRPr/>
          </a:p>
        </p:txBody>
      </p:sp>
      <p:grpSp>
        <p:nvGrpSpPr>
          <p:cNvPr id="912" name="Google Shape;912;p39"/>
          <p:cNvGrpSpPr/>
          <p:nvPr/>
        </p:nvGrpSpPr>
        <p:grpSpPr>
          <a:xfrm>
            <a:off x="4524300" y="1089825"/>
            <a:ext cx="95400" cy="3116250"/>
            <a:chOff x="4524300" y="1013625"/>
            <a:chExt cx="95400" cy="3116250"/>
          </a:xfrm>
        </p:grpSpPr>
        <p:sp>
          <p:nvSpPr>
            <p:cNvPr id="913" name="Google Shape;913;p3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0"/>
          <p:cNvSpPr txBox="1">
            <a:spLocks noGrp="1"/>
          </p:cNvSpPr>
          <p:nvPr>
            <p:ph type="title"/>
          </p:nvPr>
        </p:nvSpPr>
        <p:spPr>
          <a:xfrm>
            <a:off x="1903250" y="1834838"/>
            <a:ext cx="5337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1</a:t>
            </a:r>
            <a:r>
              <a:rPr lang="en">
                <a:solidFill>
                  <a:schemeClr val="accent2"/>
                </a:solidFill>
              </a:rPr>
              <a:t>,</a:t>
            </a:r>
            <a:r>
              <a:rPr lang="en">
                <a:solidFill>
                  <a:schemeClr val="accent3"/>
                </a:solidFill>
              </a:rPr>
              <a:t>200</a:t>
            </a:r>
            <a:r>
              <a:rPr lang="en">
                <a:solidFill>
                  <a:schemeClr val="accent4"/>
                </a:solidFill>
              </a:rPr>
              <a:t>,</a:t>
            </a:r>
            <a:r>
              <a:rPr lang="en">
                <a:solidFill>
                  <a:schemeClr val="accent5"/>
                </a:solidFill>
              </a:rPr>
              <a:t>000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924" name="Google Shape;924;p40"/>
          <p:cNvSpPr txBox="1">
            <a:spLocks noGrp="1"/>
          </p:cNvSpPr>
          <p:nvPr>
            <p:ph type="body" idx="1"/>
          </p:nvPr>
        </p:nvSpPr>
        <p:spPr>
          <a:xfrm>
            <a:off x="2524200" y="2955575"/>
            <a:ext cx="4095600" cy="3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1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30" name="Google Shape;930;p41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ANALYSIS AND COMPETITION</a:t>
            </a:r>
            <a:endParaRPr/>
          </a:p>
        </p:txBody>
      </p:sp>
      <p:grpSp>
        <p:nvGrpSpPr>
          <p:cNvPr id="931" name="Google Shape;931;p41"/>
          <p:cNvGrpSpPr/>
          <p:nvPr/>
        </p:nvGrpSpPr>
        <p:grpSpPr>
          <a:xfrm>
            <a:off x="6351340" y="1383010"/>
            <a:ext cx="2301266" cy="2377467"/>
            <a:chOff x="6945936" y="1456203"/>
            <a:chExt cx="2159597" cy="2231107"/>
          </a:xfrm>
        </p:grpSpPr>
        <p:sp>
          <p:nvSpPr>
            <p:cNvPr id="932" name="Google Shape;932;p41"/>
            <p:cNvSpPr/>
            <p:nvPr/>
          </p:nvSpPr>
          <p:spPr>
            <a:xfrm>
              <a:off x="7643769" y="1456203"/>
              <a:ext cx="1461763" cy="1846434"/>
            </a:xfrm>
            <a:custGeom>
              <a:avLst/>
              <a:gdLst/>
              <a:ahLst/>
              <a:cxnLst/>
              <a:rect l="l" t="t" r="r" b="b"/>
              <a:pathLst>
                <a:path w="123957" h="156577" extrusionOk="0">
                  <a:moveTo>
                    <a:pt x="1" y="1"/>
                  </a:moveTo>
                  <a:lnTo>
                    <a:pt x="1" y="16311"/>
                  </a:lnTo>
                  <a:lnTo>
                    <a:pt x="107646" y="16311"/>
                  </a:lnTo>
                  <a:lnTo>
                    <a:pt x="107646" y="156576"/>
                  </a:lnTo>
                  <a:lnTo>
                    <a:pt x="123956" y="156576"/>
                  </a:lnTo>
                  <a:lnTo>
                    <a:pt x="123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1"/>
            <p:cNvSpPr/>
            <p:nvPr/>
          </p:nvSpPr>
          <p:spPr>
            <a:xfrm>
              <a:off x="7451434" y="1648538"/>
              <a:ext cx="1461763" cy="1846434"/>
            </a:xfrm>
            <a:custGeom>
              <a:avLst/>
              <a:gdLst/>
              <a:ahLst/>
              <a:cxnLst/>
              <a:rect l="l" t="t" r="r" b="b"/>
              <a:pathLst>
                <a:path w="123957" h="156577" extrusionOk="0">
                  <a:moveTo>
                    <a:pt x="1" y="1"/>
                  </a:moveTo>
                  <a:lnTo>
                    <a:pt x="1" y="16311"/>
                  </a:lnTo>
                  <a:lnTo>
                    <a:pt x="81550" y="16311"/>
                  </a:lnTo>
                  <a:lnTo>
                    <a:pt x="107646" y="42407"/>
                  </a:lnTo>
                  <a:lnTo>
                    <a:pt x="107646" y="156576"/>
                  </a:lnTo>
                  <a:lnTo>
                    <a:pt x="123956" y="156576"/>
                  </a:lnTo>
                  <a:lnTo>
                    <a:pt x="123956" y="140266"/>
                  </a:lnTo>
                  <a:lnTo>
                    <a:pt x="1239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1"/>
            <p:cNvSpPr/>
            <p:nvPr/>
          </p:nvSpPr>
          <p:spPr>
            <a:xfrm>
              <a:off x="7259100" y="1840875"/>
              <a:ext cx="1487174" cy="1846434"/>
            </a:xfrm>
            <a:custGeom>
              <a:avLst/>
              <a:gdLst/>
              <a:ahLst/>
              <a:cxnLst/>
              <a:rect l="l" t="t" r="r" b="b"/>
              <a:pathLst>
                <a:path w="123957" h="156577" extrusionOk="0">
                  <a:moveTo>
                    <a:pt x="1" y="1"/>
                  </a:moveTo>
                  <a:lnTo>
                    <a:pt x="1" y="156576"/>
                  </a:lnTo>
                  <a:lnTo>
                    <a:pt x="123956" y="156576"/>
                  </a:lnTo>
                  <a:lnTo>
                    <a:pt x="123956" y="27043"/>
                  </a:lnTo>
                  <a:lnTo>
                    <a:pt x="980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1"/>
            <p:cNvSpPr/>
            <p:nvPr/>
          </p:nvSpPr>
          <p:spPr>
            <a:xfrm>
              <a:off x="6945936" y="2917954"/>
              <a:ext cx="769354" cy="769354"/>
            </a:xfrm>
            <a:custGeom>
              <a:avLst/>
              <a:gdLst/>
              <a:ahLst/>
              <a:cxnLst/>
              <a:rect l="l" t="t" r="r" b="b"/>
              <a:pathLst>
                <a:path w="65241" h="65241" extrusionOk="0">
                  <a:moveTo>
                    <a:pt x="26097" y="0"/>
                  </a:moveTo>
                  <a:lnTo>
                    <a:pt x="26097" y="10732"/>
                  </a:lnTo>
                  <a:cubicBezTo>
                    <a:pt x="24596" y="11189"/>
                    <a:pt x="23128" y="11776"/>
                    <a:pt x="21758" y="12526"/>
                  </a:cubicBezTo>
                  <a:lnTo>
                    <a:pt x="21726" y="12526"/>
                  </a:lnTo>
                  <a:lnTo>
                    <a:pt x="14158" y="4926"/>
                  </a:lnTo>
                  <a:lnTo>
                    <a:pt x="4927" y="14157"/>
                  </a:lnTo>
                  <a:lnTo>
                    <a:pt x="12527" y="21758"/>
                  </a:lnTo>
                  <a:cubicBezTo>
                    <a:pt x="11777" y="23128"/>
                    <a:pt x="11190" y="24596"/>
                    <a:pt x="10733" y="26096"/>
                  </a:cubicBezTo>
                  <a:lnTo>
                    <a:pt x="1" y="26096"/>
                  </a:lnTo>
                  <a:lnTo>
                    <a:pt x="1" y="39144"/>
                  </a:lnTo>
                  <a:lnTo>
                    <a:pt x="10733" y="39144"/>
                  </a:lnTo>
                  <a:cubicBezTo>
                    <a:pt x="11190" y="40645"/>
                    <a:pt x="11777" y="42113"/>
                    <a:pt x="12527" y="43483"/>
                  </a:cubicBezTo>
                  <a:lnTo>
                    <a:pt x="12527" y="43515"/>
                  </a:lnTo>
                  <a:lnTo>
                    <a:pt x="4927" y="51083"/>
                  </a:lnTo>
                  <a:lnTo>
                    <a:pt x="14158" y="60315"/>
                  </a:lnTo>
                  <a:lnTo>
                    <a:pt x="21758" y="52714"/>
                  </a:lnTo>
                  <a:cubicBezTo>
                    <a:pt x="23128" y="53464"/>
                    <a:pt x="24596" y="54052"/>
                    <a:pt x="26097" y="54508"/>
                  </a:cubicBezTo>
                  <a:lnTo>
                    <a:pt x="26097" y="65240"/>
                  </a:lnTo>
                  <a:lnTo>
                    <a:pt x="39145" y="65240"/>
                  </a:lnTo>
                  <a:lnTo>
                    <a:pt x="39145" y="54508"/>
                  </a:lnTo>
                  <a:cubicBezTo>
                    <a:pt x="40645" y="54052"/>
                    <a:pt x="42113" y="53464"/>
                    <a:pt x="43483" y="52714"/>
                  </a:cubicBezTo>
                  <a:lnTo>
                    <a:pt x="51084" y="60315"/>
                  </a:lnTo>
                  <a:lnTo>
                    <a:pt x="60315" y="51083"/>
                  </a:lnTo>
                  <a:lnTo>
                    <a:pt x="52715" y="43515"/>
                  </a:lnTo>
                  <a:lnTo>
                    <a:pt x="52715" y="43483"/>
                  </a:lnTo>
                  <a:cubicBezTo>
                    <a:pt x="53465" y="42113"/>
                    <a:pt x="54052" y="40645"/>
                    <a:pt x="54509" y="39144"/>
                  </a:cubicBezTo>
                  <a:lnTo>
                    <a:pt x="65241" y="39144"/>
                  </a:lnTo>
                  <a:lnTo>
                    <a:pt x="65241" y="26096"/>
                  </a:lnTo>
                  <a:lnTo>
                    <a:pt x="54509" y="26096"/>
                  </a:lnTo>
                  <a:cubicBezTo>
                    <a:pt x="54052" y="24596"/>
                    <a:pt x="53465" y="23128"/>
                    <a:pt x="52715" y="21758"/>
                  </a:cubicBezTo>
                  <a:lnTo>
                    <a:pt x="60315" y="14157"/>
                  </a:lnTo>
                  <a:lnTo>
                    <a:pt x="51084" y="4926"/>
                  </a:lnTo>
                  <a:lnTo>
                    <a:pt x="43516" y="12526"/>
                  </a:lnTo>
                  <a:lnTo>
                    <a:pt x="43483" y="12526"/>
                  </a:lnTo>
                  <a:cubicBezTo>
                    <a:pt x="42113" y="11776"/>
                    <a:pt x="40645" y="11189"/>
                    <a:pt x="39145" y="10732"/>
                  </a:cubicBezTo>
                  <a:lnTo>
                    <a:pt x="39145" y="0"/>
                  </a:lnTo>
                  <a:close/>
                </a:path>
              </a:pathLst>
            </a:custGeom>
            <a:solidFill>
              <a:srgbClr val="67E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1"/>
            <p:cNvSpPr/>
            <p:nvPr/>
          </p:nvSpPr>
          <p:spPr>
            <a:xfrm>
              <a:off x="7215206" y="3187224"/>
              <a:ext cx="230815" cy="230815"/>
            </a:xfrm>
            <a:custGeom>
              <a:avLst/>
              <a:gdLst/>
              <a:ahLst/>
              <a:cxnLst/>
              <a:rect l="l" t="t" r="r" b="b"/>
              <a:pathLst>
                <a:path w="19573" h="19573" extrusionOk="0">
                  <a:moveTo>
                    <a:pt x="9787" y="0"/>
                  </a:moveTo>
                  <a:cubicBezTo>
                    <a:pt x="4372" y="0"/>
                    <a:pt x="1" y="4371"/>
                    <a:pt x="1" y="9786"/>
                  </a:cubicBezTo>
                  <a:cubicBezTo>
                    <a:pt x="1" y="15201"/>
                    <a:pt x="4372" y="19572"/>
                    <a:pt x="9787" y="19572"/>
                  </a:cubicBezTo>
                  <a:cubicBezTo>
                    <a:pt x="15202" y="19572"/>
                    <a:pt x="19573" y="15201"/>
                    <a:pt x="19573" y="9786"/>
                  </a:cubicBezTo>
                  <a:cubicBezTo>
                    <a:pt x="19573" y="4371"/>
                    <a:pt x="15202" y="0"/>
                    <a:pt x="97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1"/>
            <p:cNvSpPr/>
            <p:nvPr/>
          </p:nvSpPr>
          <p:spPr>
            <a:xfrm>
              <a:off x="7489901" y="1994743"/>
              <a:ext cx="307749" cy="307749"/>
            </a:xfrm>
            <a:custGeom>
              <a:avLst/>
              <a:gdLst/>
              <a:ahLst/>
              <a:cxnLst/>
              <a:rect l="l" t="t" r="r" b="b"/>
              <a:pathLst>
                <a:path w="26097" h="26097" extrusionOk="0">
                  <a:moveTo>
                    <a:pt x="1" y="1"/>
                  </a:moveTo>
                  <a:lnTo>
                    <a:pt x="1" y="26097"/>
                  </a:lnTo>
                  <a:lnTo>
                    <a:pt x="26097" y="26097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rgbClr val="BBB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1"/>
            <p:cNvSpPr/>
            <p:nvPr/>
          </p:nvSpPr>
          <p:spPr>
            <a:xfrm>
              <a:off x="7489901" y="2533283"/>
              <a:ext cx="307749" cy="307749"/>
            </a:xfrm>
            <a:custGeom>
              <a:avLst/>
              <a:gdLst/>
              <a:ahLst/>
              <a:cxnLst/>
              <a:rect l="l" t="t" r="r" b="b"/>
              <a:pathLst>
                <a:path w="26097" h="26097" extrusionOk="0">
                  <a:moveTo>
                    <a:pt x="1" y="1"/>
                  </a:moveTo>
                  <a:lnTo>
                    <a:pt x="1" y="26096"/>
                  </a:lnTo>
                  <a:lnTo>
                    <a:pt x="26097" y="26096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rgbClr val="BBB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1"/>
            <p:cNvSpPr/>
            <p:nvPr/>
          </p:nvSpPr>
          <p:spPr>
            <a:xfrm>
              <a:off x="8259243" y="3148757"/>
              <a:ext cx="307749" cy="307749"/>
            </a:xfrm>
            <a:custGeom>
              <a:avLst/>
              <a:gdLst/>
              <a:ahLst/>
              <a:cxnLst/>
              <a:rect l="l" t="t" r="r" b="b"/>
              <a:pathLst>
                <a:path w="26097" h="26097" extrusionOk="0">
                  <a:moveTo>
                    <a:pt x="13048" y="0"/>
                  </a:moveTo>
                  <a:cubicBezTo>
                    <a:pt x="5839" y="0"/>
                    <a:pt x="0" y="5839"/>
                    <a:pt x="0" y="13048"/>
                  </a:cubicBezTo>
                  <a:cubicBezTo>
                    <a:pt x="0" y="20257"/>
                    <a:pt x="5839" y="26096"/>
                    <a:pt x="13048" y="26096"/>
                  </a:cubicBezTo>
                  <a:cubicBezTo>
                    <a:pt x="20257" y="26096"/>
                    <a:pt x="26096" y="20257"/>
                    <a:pt x="26096" y="13048"/>
                  </a:cubicBezTo>
                  <a:cubicBezTo>
                    <a:pt x="26096" y="5839"/>
                    <a:pt x="20257" y="0"/>
                    <a:pt x="13048" y="0"/>
                  </a:cubicBezTo>
                  <a:close/>
                </a:path>
              </a:pathLst>
            </a:custGeom>
            <a:solidFill>
              <a:srgbClr val="BBB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1"/>
            <p:cNvSpPr/>
            <p:nvPr/>
          </p:nvSpPr>
          <p:spPr>
            <a:xfrm>
              <a:off x="7913039" y="1956275"/>
              <a:ext cx="384683" cy="76946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0" y="6525"/>
                  </a:lnTo>
                  <a:lnTo>
                    <a:pt x="32620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1"/>
            <p:cNvSpPr/>
            <p:nvPr/>
          </p:nvSpPr>
          <p:spPr>
            <a:xfrm>
              <a:off x="7913039" y="2110144"/>
              <a:ext cx="384683" cy="76946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0" y="6525"/>
                  </a:lnTo>
                  <a:lnTo>
                    <a:pt x="32620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1"/>
            <p:cNvSpPr/>
            <p:nvPr/>
          </p:nvSpPr>
          <p:spPr>
            <a:xfrm>
              <a:off x="7913039" y="2264013"/>
              <a:ext cx="384683" cy="76946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0" y="6525"/>
                  </a:lnTo>
                  <a:lnTo>
                    <a:pt x="32620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1"/>
            <p:cNvSpPr/>
            <p:nvPr/>
          </p:nvSpPr>
          <p:spPr>
            <a:xfrm>
              <a:off x="7913039" y="2494815"/>
              <a:ext cx="615486" cy="76946"/>
            </a:xfrm>
            <a:custGeom>
              <a:avLst/>
              <a:gdLst/>
              <a:ahLst/>
              <a:cxnLst/>
              <a:rect l="l" t="t" r="r" b="b"/>
              <a:pathLst>
                <a:path w="52193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52192" y="6525"/>
                  </a:lnTo>
                  <a:lnTo>
                    <a:pt x="52192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1"/>
            <p:cNvSpPr/>
            <p:nvPr/>
          </p:nvSpPr>
          <p:spPr>
            <a:xfrm>
              <a:off x="7913039" y="2648684"/>
              <a:ext cx="615486" cy="76946"/>
            </a:xfrm>
            <a:custGeom>
              <a:avLst/>
              <a:gdLst/>
              <a:ahLst/>
              <a:cxnLst/>
              <a:rect l="l" t="t" r="r" b="b"/>
              <a:pathLst>
                <a:path w="52193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52192" y="6525"/>
                  </a:lnTo>
                  <a:lnTo>
                    <a:pt x="52192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1"/>
            <p:cNvSpPr/>
            <p:nvPr/>
          </p:nvSpPr>
          <p:spPr>
            <a:xfrm>
              <a:off x="7913039" y="2802552"/>
              <a:ext cx="615486" cy="76946"/>
            </a:xfrm>
            <a:custGeom>
              <a:avLst/>
              <a:gdLst/>
              <a:ahLst/>
              <a:cxnLst/>
              <a:rect l="l" t="t" r="r" b="b"/>
              <a:pathLst>
                <a:path w="52193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52192" y="6524"/>
                  </a:lnTo>
                  <a:lnTo>
                    <a:pt x="52192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1"/>
            <p:cNvSpPr/>
            <p:nvPr/>
          </p:nvSpPr>
          <p:spPr>
            <a:xfrm>
              <a:off x="7797638" y="3110290"/>
              <a:ext cx="346216" cy="76946"/>
            </a:xfrm>
            <a:custGeom>
              <a:avLst/>
              <a:gdLst/>
              <a:ahLst/>
              <a:cxnLst/>
              <a:rect l="l" t="t" r="r" b="b"/>
              <a:pathLst>
                <a:path w="29359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29359" y="6524"/>
                  </a:lnTo>
                  <a:lnTo>
                    <a:pt x="29359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1"/>
            <p:cNvSpPr/>
            <p:nvPr/>
          </p:nvSpPr>
          <p:spPr>
            <a:xfrm>
              <a:off x="7797638" y="3264158"/>
              <a:ext cx="346216" cy="76946"/>
            </a:xfrm>
            <a:custGeom>
              <a:avLst/>
              <a:gdLst/>
              <a:ahLst/>
              <a:cxnLst/>
              <a:rect l="l" t="t" r="r" b="b"/>
              <a:pathLst>
                <a:path w="29359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29359" y="6524"/>
                  </a:lnTo>
                  <a:lnTo>
                    <a:pt x="29359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7797638" y="3418027"/>
              <a:ext cx="346216" cy="76946"/>
            </a:xfrm>
            <a:custGeom>
              <a:avLst/>
              <a:gdLst/>
              <a:ahLst/>
              <a:cxnLst/>
              <a:rect l="l" t="t" r="r" b="b"/>
              <a:pathLst>
                <a:path w="29359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29359" y="6524"/>
                  </a:lnTo>
                  <a:lnTo>
                    <a:pt x="29359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8413100" y="1828800"/>
              <a:ext cx="333193" cy="319819"/>
            </a:xfrm>
            <a:custGeom>
              <a:avLst/>
              <a:gdLst/>
              <a:ahLst/>
              <a:cxnLst/>
              <a:rect l="l" t="t" r="r" b="b"/>
              <a:pathLst>
                <a:path w="26097" h="26097" extrusionOk="0">
                  <a:moveTo>
                    <a:pt x="0" y="1"/>
                  </a:moveTo>
                  <a:lnTo>
                    <a:pt x="0" y="26097"/>
                  </a:lnTo>
                  <a:lnTo>
                    <a:pt x="26096" y="2609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BBFFF"/>
            </a:solidFill>
            <a:ln w="9525" cap="flat" cmpd="sng">
              <a:solidFill>
                <a:srgbClr val="BB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0" name="Google Shape;950;p41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951" name="Google Shape;951;p4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2"/>
          <p:cNvSpPr txBox="1">
            <a:spLocks noGrp="1"/>
          </p:cNvSpPr>
          <p:nvPr>
            <p:ph type="title"/>
          </p:nvPr>
        </p:nvSpPr>
        <p:spPr>
          <a:xfrm>
            <a:off x="1052800" y="1689450"/>
            <a:ext cx="2617200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SLIDE TITLE GOES HERE</a:t>
            </a:r>
            <a:endParaRPr/>
          </a:p>
        </p:txBody>
      </p:sp>
      <p:sp>
        <p:nvSpPr>
          <p:cNvPr id="962" name="Google Shape;962;p42"/>
          <p:cNvSpPr txBox="1">
            <a:spLocks noGrp="1"/>
          </p:cNvSpPr>
          <p:nvPr>
            <p:ph type="subTitle" idx="1"/>
          </p:nvPr>
        </p:nvSpPr>
        <p:spPr>
          <a:xfrm>
            <a:off x="1638300" y="2658650"/>
            <a:ext cx="2031600" cy="6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enter a subtitle if you need it</a:t>
            </a:r>
            <a:endParaRPr/>
          </a:p>
        </p:txBody>
      </p:sp>
      <p:sp>
        <p:nvSpPr>
          <p:cNvPr id="963" name="Google Shape;963;p42"/>
          <p:cNvSpPr txBox="1">
            <a:spLocks noGrp="1"/>
          </p:cNvSpPr>
          <p:nvPr>
            <p:ph type="body" idx="2"/>
          </p:nvPr>
        </p:nvSpPr>
        <p:spPr>
          <a:xfrm>
            <a:off x="4001475" y="1440000"/>
            <a:ext cx="4422600" cy="22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know what helps you make your point clear? Lists like this one: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They’re simple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can organize your ideas clearly and easily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You’ll never forget to buy milk again!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 most important thing: the audience won’t miss the point of your presentation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3"/>
          <p:cNvSpPr txBox="1">
            <a:spLocks noGrp="1"/>
          </p:cNvSpPr>
          <p:nvPr>
            <p:ph type="title"/>
          </p:nvPr>
        </p:nvSpPr>
        <p:spPr>
          <a:xfrm>
            <a:off x="2235000" y="1340850"/>
            <a:ext cx="4674000" cy="24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A</a:t>
            </a:r>
            <a:r>
              <a:rPr lang="en" dirty="0">
                <a:solidFill>
                  <a:schemeClr val="accent2"/>
                </a:solidFill>
              </a:rPr>
              <a:t>W</a:t>
            </a:r>
            <a:r>
              <a:rPr lang="en" dirty="0">
                <a:solidFill>
                  <a:schemeClr val="accent3"/>
                </a:solidFill>
              </a:rPr>
              <a:t>E</a:t>
            </a:r>
            <a:r>
              <a:rPr lang="en" dirty="0">
                <a:solidFill>
                  <a:schemeClr val="accent4"/>
                </a:solidFill>
              </a:rPr>
              <a:t>S</a:t>
            </a:r>
            <a:r>
              <a:rPr lang="en" dirty="0">
                <a:solidFill>
                  <a:schemeClr val="accent5"/>
                </a:solidFill>
              </a:rPr>
              <a:t>O</a:t>
            </a:r>
            <a:r>
              <a:rPr lang="en" dirty="0">
                <a:solidFill>
                  <a:schemeClr val="accent6"/>
                </a:solidFill>
              </a:rPr>
              <a:t>M</a:t>
            </a:r>
            <a:r>
              <a:rPr lang="en" dirty="0">
                <a:solidFill>
                  <a:schemeClr val="accent1"/>
                </a:solidFill>
              </a:rPr>
              <a:t>E</a:t>
            </a:r>
            <a:r>
              <a:rPr lang="en" dirty="0"/>
              <a:t> </a:t>
            </a:r>
            <a:r>
              <a:rPr lang="en" dirty="0">
                <a:solidFill>
                  <a:schemeClr val="accent2"/>
                </a:solidFill>
              </a:rPr>
              <a:t>W</a:t>
            </a:r>
            <a:r>
              <a:rPr lang="en" dirty="0">
                <a:solidFill>
                  <a:schemeClr val="accent3"/>
                </a:solidFill>
              </a:rPr>
              <a:t>O</a:t>
            </a:r>
            <a:r>
              <a:rPr lang="en" dirty="0">
                <a:solidFill>
                  <a:schemeClr val="accent4"/>
                </a:solidFill>
              </a:rPr>
              <a:t>R</a:t>
            </a:r>
            <a:r>
              <a:rPr lang="en" dirty="0">
                <a:solidFill>
                  <a:schemeClr val="accent5"/>
                </a:solidFill>
              </a:rPr>
              <a:t>D</a:t>
            </a:r>
            <a:r>
              <a:rPr lang="en" dirty="0">
                <a:solidFill>
                  <a:schemeClr val="accent6"/>
                </a:solidFill>
              </a:rPr>
              <a:t>S</a:t>
            </a:r>
            <a:endParaRPr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</a:t>
            </a:r>
            <a:endParaRPr/>
          </a:p>
        </p:txBody>
      </p:sp>
      <p:grpSp>
        <p:nvGrpSpPr>
          <p:cNvPr id="974" name="Google Shape;974;p44"/>
          <p:cNvGrpSpPr/>
          <p:nvPr/>
        </p:nvGrpSpPr>
        <p:grpSpPr>
          <a:xfrm>
            <a:off x="597115" y="1341860"/>
            <a:ext cx="4375165" cy="2330810"/>
            <a:chOff x="233350" y="949250"/>
            <a:chExt cx="7137300" cy="3802300"/>
          </a:xfrm>
        </p:grpSpPr>
        <p:sp>
          <p:nvSpPr>
            <p:cNvPr id="975" name="Google Shape;975;p44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6" name="Google Shape;976;p44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7" name="Google Shape;977;p44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8" name="Google Shape;978;p44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9" name="Google Shape;979;p44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0" name="Google Shape;980;p44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1" name="Google Shape;981;p44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2" name="Google Shape;982;p44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3" name="Google Shape;983;p44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4" name="Google Shape;984;p44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5" name="Google Shape;985;p44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6" name="Google Shape;986;p44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7" name="Google Shape;987;p44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8" name="Google Shape;988;p44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9" name="Google Shape;989;p44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90" name="Google Shape;990;p44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91" name="Google Shape;991;p44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92" name="Google Shape;992;p44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93" name="Google Shape;993;p44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94" name="Google Shape;994;p44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95" name="Google Shape;995;p44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96" name="Google Shape;996;p44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97" name="Google Shape;997;p44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99" name="Google Shape;999;p44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0" name="Google Shape;1000;p44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1" name="Google Shape;1001;p44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2" name="Google Shape;1002;p44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7" name="Google Shape;1007;p44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8" name="Google Shape;1008;p44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9" name="Google Shape;1009;p44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0" name="Google Shape;1010;p44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1" name="Google Shape;1011;p44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2" name="Google Shape;1012;p44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3" name="Google Shape;1013;p44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4" name="Google Shape;1014;p44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5" name="Google Shape;1015;p44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6" name="Google Shape;1016;p44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7" name="Google Shape;1017;p44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8" name="Google Shape;1018;p44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9" name="Google Shape;1019;p44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0" name="Google Shape;1020;p44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1" name="Google Shape;1021;p44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2" name="Google Shape;1022;p44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3" name="Google Shape;1023;p44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4" name="Google Shape;1024;p44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5" name="Google Shape;1025;p44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1026" name="Google Shape;1026;p44"/>
          <p:cNvSpPr/>
          <p:nvPr/>
        </p:nvSpPr>
        <p:spPr>
          <a:xfrm>
            <a:off x="5643713" y="1709015"/>
            <a:ext cx="162300" cy="162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4"/>
          <p:cNvSpPr/>
          <p:nvPr/>
        </p:nvSpPr>
        <p:spPr>
          <a:xfrm>
            <a:off x="7230575" y="1709015"/>
            <a:ext cx="162300" cy="162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44"/>
          <p:cNvSpPr/>
          <p:nvPr/>
        </p:nvSpPr>
        <p:spPr>
          <a:xfrm>
            <a:off x="1082400" y="1968675"/>
            <a:ext cx="162300" cy="162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44"/>
          <p:cNvSpPr/>
          <p:nvPr/>
        </p:nvSpPr>
        <p:spPr>
          <a:xfrm>
            <a:off x="1299750" y="1806375"/>
            <a:ext cx="162300" cy="162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44"/>
          <p:cNvSpPr txBox="1">
            <a:spLocks noGrp="1"/>
          </p:cNvSpPr>
          <p:nvPr>
            <p:ph type="title"/>
          </p:nvPr>
        </p:nvSpPr>
        <p:spPr>
          <a:xfrm>
            <a:off x="5526800" y="1285500"/>
            <a:ext cx="2145300" cy="34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GENDER</a:t>
            </a:r>
            <a:endParaRPr sz="1800"/>
          </a:p>
        </p:txBody>
      </p:sp>
      <p:sp>
        <p:nvSpPr>
          <p:cNvPr id="1031" name="Google Shape;1031;p44"/>
          <p:cNvSpPr txBox="1">
            <a:spLocks noGrp="1"/>
          </p:cNvSpPr>
          <p:nvPr>
            <p:ph type="title" idx="4294967295"/>
          </p:nvPr>
        </p:nvSpPr>
        <p:spPr>
          <a:xfrm>
            <a:off x="7392863" y="1611665"/>
            <a:ext cx="992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40%</a:t>
            </a:r>
            <a:endParaRPr sz="1800"/>
          </a:p>
        </p:txBody>
      </p:sp>
      <p:sp>
        <p:nvSpPr>
          <p:cNvPr id="1032" name="Google Shape;1032;p44"/>
          <p:cNvSpPr txBox="1">
            <a:spLocks noGrp="1"/>
          </p:cNvSpPr>
          <p:nvPr>
            <p:ph type="title" idx="4294967295"/>
          </p:nvPr>
        </p:nvSpPr>
        <p:spPr>
          <a:xfrm>
            <a:off x="5795913" y="1611665"/>
            <a:ext cx="992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60%</a:t>
            </a:r>
            <a:endParaRPr sz="1800"/>
          </a:p>
        </p:txBody>
      </p:sp>
      <p:sp>
        <p:nvSpPr>
          <p:cNvPr id="1033" name="Google Shape;1033;p44"/>
          <p:cNvSpPr txBox="1">
            <a:spLocks noGrp="1"/>
          </p:cNvSpPr>
          <p:nvPr>
            <p:ph type="title"/>
          </p:nvPr>
        </p:nvSpPr>
        <p:spPr>
          <a:xfrm>
            <a:off x="5526800" y="2248838"/>
            <a:ext cx="3021000" cy="34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AVERAGE SPEND PER CUSTOMER</a:t>
            </a:r>
            <a:endParaRPr sz="1800"/>
          </a:p>
        </p:txBody>
      </p:sp>
      <p:sp>
        <p:nvSpPr>
          <p:cNvPr id="1034" name="Google Shape;1034;p44"/>
          <p:cNvSpPr txBox="1">
            <a:spLocks noGrp="1"/>
          </p:cNvSpPr>
          <p:nvPr>
            <p:ph type="title" idx="4294967295"/>
          </p:nvPr>
        </p:nvSpPr>
        <p:spPr>
          <a:xfrm>
            <a:off x="5526788" y="2536363"/>
            <a:ext cx="992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$50.00</a:t>
            </a:r>
            <a:endParaRPr sz="1800"/>
          </a:p>
        </p:txBody>
      </p:sp>
      <p:sp>
        <p:nvSpPr>
          <p:cNvPr id="1035" name="Google Shape;1035;p44"/>
          <p:cNvSpPr txBox="1">
            <a:spLocks noGrp="1"/>
          </p:cNvSpPr>
          <p:nvPr>
            <p:ph type="title"/>
          </p:nvPr>
        </p:nvSpPr>
        <p:spPr>
          <a:xfrm>
            <a:off x="5526800" y="3155599"/>
            <a:ext cx="3021000" cy="34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AGE</a:t>
            </a:r>
            <a:endParaRPr sz="1800"/>
          </a:p>
        </p:txBody>
      </p:sp>
      <p:sp>
        <p:nvSpPr>
          <p:cNvPr id="1036" name="Google Shape;1036;p44"/>
          <p:cNvSpPr txBox="1">
            <a:spLocks noGrp="1"/>
          </p:cNvSpPr>
          <p:nvPr>
            <p:ph type="title" idx="4294967295"/>
          </p:nvPr>
        </p:nvSpPr>
        <p:spPr>
          <a:xfrm>
            <a:off x="5526788" y="3423500"/>
            <a:ext cx="992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25 - 45</a:t>
            </a:r>
            <a:endParaRPr sz="1800"/>
          </a:p>
        </p:txBody>
      </p:sp>
      <p:sp>
        <p:nvSpPr>
          <p:cNvPr id="1037" name="Google Shape;1037;p44"/>
          <p:cNvSpPr/>
          <p:nvPr/>
        </p:nvSpPr>
        <p:spPr>
          <a:xfrm>
            <a:off x="744575" y="4109350"/>
            <a:ext cx="1587300" cy="291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44"/>
          <p:cNvSpPr/>
          <p:nvPr/>
        </p:nvSpPr>
        <p:spPr>
          <a:xfrm>
            <a:off x="789200" y="4173850"/>
            <a:ext cx="1162500" cy="1623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44"/>
          <p:cNvSpPr/>
          <p:nvPr/>
        </p:nvSpPr>
        <p:spPr>
          <a:xfrm>
            <a:off x="3473550" y="4109350"/>
            <a:ext cx="1587300" cy="291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44"/>
          <p:cNvSpPr/>
          <p:nvPr/>
        </p:nvSpPr>
        <p:spPr>
          <a:xfrm>
            <a:off x="3518175" y="4173850"/>
            <a:ext cx="397200" cy="162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44"/>
          <p:cNvSpPr/>
          <p:nvPr/>
        </p:nvSpPr>
        <p:spPr>
          <a:xfrm>
            <a:off x="6303300" y="4109350"/>
            <a:ext cx="1587300" cy="291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44"/>
          <p:cNvSpPr/>
          <p:nvPr/>
        </p:nvSpPr>
        <p:spPr>
          <a:xfrm>
            <a:off x="6347925" y="4173850"/>
            <a:ext cx="1434000" cy="1623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3" name="Google Shape;1043;p44"/>
          <p:cNvGrpSpPr/>
          <p:nvPr/>
        </p:nvGrpSpPr>
        <p:grpSpPr>
          <a:xfrm>
            <a:off x="8014427" y="1545523"/>
            <a:ext cx="397347" cy="489284"/>
            <a:chOff x="3316000" y="4399325"/>
            <a:chExt cx="392325" cy="483100"/>
          </a:xfrm>
        </p:grpSpPr>
        <p:sp>
          <p:nvSpPr>
            <p:cNvPr id="1044" name="Google Shape;1044;p44"/>
            <p:cNvSpPr/>
            <p:nvPr/>
          </p:nvSpPr>
          <p:spPr>
            <a:xfrm>
              <a:off x="3316000" y="4399325"/>
              <a:ext cx="392325" cy="483100"/>
            </a:xfrm>
            <a:custGeom>
              <a:avLst/>
              <a:gdLst/>
              <a:ahLst/>
              <a:cxnLst/>
              <a:rect l="l" t="t" r="r" b="b"/>
              <a:pathLst>
                <a:path w="15693" h="19324" extrusionOk="0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45" name="Google Shape;1045;p44"/>
            <p:cNvSpPr/>
            <p:nvPr/>
          </p:nvSpPr>
          <p:spPr>
            <a:xfrm>
              <a:off x="3582300" y="4797475"/>
              <a:ext cx="56650" cy="28350"/>
            </a:xfrm>
            <a:custGeom>
              <a:avLst/>
              <a:gdLst/>
              <a:ahLst/>
              <a:cxnLst/>
              <a:rect l="l" t="t" r="r" b="b"/>
              <a:pathLst>
                <a:path w="2266" h="1134" extrusionOk="0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46" name="Google Shape;1046;p44"/>
          <p:cNvGrpSpPr/>
          <p:nvPr/>
        </p:nvGrpSpPr>
        <p:grpSpPr>
          <a:xfrm>
            <a:off x="6439129" y="1545497"/>
            <a:ext cx="365393" cy="489334"/>
            <a:chOff x="3926225" y="4399275"/>
            <a:chExt cx="360775" cy="483150"/>
          </a:xfrm>
        </p:grpSpPr>
        <p:sp>
          <p:nvSpPr>
            <p:cNvPr id="1047" name="Google Shape;1047;p44"/>
            <p:cNvSpPr/>
            <p:nvPr/>
          </p:nvSpPr>
          <p:spPr>
            <a:xfrm>
              <a:off x="4163400" y="4797475"/>
              <a:ext cx="56650" cy="28350"/>
            </a:xfrm>
            <a:custGeom>
              <a:avLst/>
              <a:gdLst/>
              <a:ahLst/>
              <a:cxnLst/>
              <a:rect l="l" t="t" r="r" b="b"/>
              <a:pathLst>
                <a:path w="2266" h="1134" extrusionOk="0">
                  <a:moveTo>
                    <a:pt x="568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48" name="Google Shape;1048;p44"/>
            <p:cNvSpPr/>
            <p:nvPr/>
          </p:nvSpPr>
          <p:spPr>
            <a:xfrm>
              <a:off x="3926225" y="4399275"/>
              <a:ext cx="360775" cy="483150"/>
            </a:xfrm>
            <a:custGeom>
              <a:avLst/>
              <a:gdLst/>
              <a:ahLst/>
              <a:cxnLst/>
              <a:rect l="l" t="t" r="r" b="b"/>
              <a:pathLst>
                <a:path w="14431" h="19326" extrusionOk="0">
                  <a:moveTo>
                    <a:pt x="10055" y="1134"/>
                  </a:moveTo>
                  <a:cubicBezTo>
                    <a:pt x="10547" y="1134"/>
                    <a:pt x="10985" y="1457"/>
                    <a:pt x="11133" y="1928"/>
                  </a:cubicBezTo>
                  <a:cubicBezTo>
                    <a:pt x="11281" y="2399"/>
                    <a:pt x="11106" y="2912"/>
                    <a:pt x="10698" y="3196"/>
                  </a:cubicBezTo>
                  <a:cubicBezTo>
                    <a:pt x="10692" y="3181"/>
                    <a:pt x="10683" y="3169"/>
                    <a:pt x="10677" y="3154"/>
                  </a:cubicBezTo>
                  <a:cubicBezTo>
                    <a:pt x="10665" y="3129"/>
                    <a:pt x="10650" y="3105"/>
                    <a:pt x="10635" y="3081"/>
                  </a:cubicBezTo>
                  <a:cubicBezTo>
                    <a:pt x="10270" y="2468"/>
                    <a:pt x="9750" y="1964"/>
                    <a:pt x="9125" y="1620"/>
                  </a:cubicBezTo>
                  <a:cubicBezTo>
                    <a:pt x="9337" y="1318"/>
                    <a:pt x="9684" y="1134"/>
                    <a:pt x="10055" y="1134"/>
                  </a:cubicBezTo>
                  <a:close/>
                  <a:moveTo>
                    <a:pt x="7223" y="2266"/>
                  </a:moveTo>
                  <a:cubicBezTo>
                    <a:pt x="8114" y="2266"/>
                    <a:pt x="8953" y="2686"/>
                    <a:pt x="9488" y="3398"/>
                  </a:cubicBezTo>
                  <a:cubicBezTo>
                    <a:pt x="8953" y="4111"/>
                    <a:pt x="8114" y="4527"/>
                    <a:pt x="7223" y="4531"/>
                  </a:cubicBezTo>
                  <a:lnTo>
                    <a:pt x="4448" y="4531"/>
                  </a:lnTo>
                  <a:cubicBezTo>
                    <a:pt x="4720" y="3214"/>
                    <a:pt x="5879" y="2269"/>
                    <a:pt x="7223" y="2266"/>
                  </a:cubicBezTo>
                  <a:close/>
                  <a:moveTo>
                    <a:pt x="9998" y="4527"/>
                  </a:moveTo>
                  <a:cubicBezTo>
                    <a:pt x="10034" y="4715"/>
                    <a:pt x="10055" y="4905"/>
                    <a:pt x="10055" y="5098"/>
                  </a:cubicBezTo>
                  <a:lnTo>
                    <a:pt x="10055" y="7363"/>
                  </a:lnTo>
                  <a:cubicBezTo>
                    <a:pt x="10055" y="8924"/>
                    <a:pt x="8787" y="10192"/>
                    <a:pt x="7223" y="10192"/>
                  </a:cubicBezTo>
                  <a:cubicBezTo>
                    <a:pt x="5659" y="10192"/>
                    <a:pt x="4394" y="8924"/>
                    <a:pt x="4394" y="7363"/>
                  </a:cubicBezTo>
                  <a:lnTo>
                    <a:pt x="4394" y="5663"/>
                  </a:lnTo>
                  <a:lnTo>
                    <a:pt x="7223" y="5663"/>
                  </a:lnTo>
                  <a:cubicBezTo>
                    <a:pt x="8262" y="5660"/>
                    <a:pt x="9255" y="5255"/>
                    <a:pt x="9998" y="4527"/>
                  </a:cubicBezTo>
                  <a:close/>
                  <a:moveTo>
                    <a:pt x="5526" y="10941"/>
                  </a:moveTo>
                  <a:cubicBezTo>
                    <a:pt x="6063" y="11196"/>
                    <a:pt x="6643" y="11324"/>
                    <a:pt x="7224" y="11324"/>
                  </a:cubicBezTo>
                  <a:cubicBezTo>
                    <a:pt x="7777" y="11324"/>
                    <a:pt x="8331" y="11208"/>
                    <a:pt x="8847" y="10977"/>
                  </a:cubicBezTo>
                  <a:lnTo>
                    <a:pt x="8847" y="11967"/>
                  </a:lnTo>
                  <a:cubicBezTo>
                    <a:pt x="8847" y="12227"/>
                    <a:pt x="9026" y="12454"/>
                    <a:pt x="9279" y="12517"/>
                  </a:cubicBezTo>
                  <a:lnTo>
                    <a:pt x="9466" y="12562"/>
                  </a:lnTo>
                  <a:cubicBezTo>
                    <a:pt x="8899" y="13298"/>
                    <a:pt x="8061" y="13665"/>
                    <a:pt x="7223" y="13665"/>
                  </a:cubicBezTo>
                  <a:cubicBezTo>
                    <a:pt x="6379" y="13665"/>
                    <a:pt x="5536" y="13293"/>
                    <a:pt x="4970" y="12547"/>
                  </a:cubicBezTo>
                  <a:lnTo>
                    <a:pt x="5097" y="12514"/>
                  </a:lnTo>
                  <a:cubicBezTo>
                    <a:pt x="5348" y="12454"/>
                    <a:pt x="5526" y="12227"/>
                    <a:pt x="5526" y="11964"/>
                  </a:cubicBezTo>
                  <a:lnTo>
                    <a:pt x="5526" y="10941"/>
                  </a:lnTo>
                  <a:close/>
                  <a:moveTo>
                    <a:pt x="3805" y="12837"/>
                  </a:moveTo>
                  <a:cubicBezTo>
                    <a:pt x="4515" y="14051"/>
                    <a:pt x="5813" y="14794"/>
                    <a:pt x="7217" y="14797"/>
                  </a:cubicBezTo>
                  <a:cubicBezTo>
                    <a:pt x="7220" y="14797"/>
                    <a:pt x="7223" y="14797"/>
                    <a:pt x="7225" y="14797"/>
                  </a:cubicBezTo>
                  <a:cubicBezTo>
                    <a:pt x="8626" y="14797"/>
                    <a:pt x="9924" y="14054"/>
                    <a:pt x="10635" y="12849"/>
                  </a:cubicBezTo>
                  <a:lnTo>
                    <a:pt x="11767" y="13124"/>
                  </a:lnTo>
                  <a:cubicBezTo>
                    <a:pt x="12649" y="13344"/>
                    <a:pt x="13201" y="14217"/>
                    <a:pt x="13020" y="15105"/>
                  </a:cubicBezTo>
                  <a:lnTo>
                    <a:pt x="12404" y="18194"/>
                  </a:lnTo>
                  <a:lnTo>
                    <a:pt x="2027" y="18194"/>
                  </a:lnTo>
                  <a:lnTo>
                    <a:pt x="1408" y="15105"/>
                  </a:lnTo>
                  <a:cubicBezTo>
                    <a:pt x="1229" y="14214"/>
                    <a:pt x="1782" y="13341"/>
                    <a:pt x="2661" y="13124"/>
                  </a:cubicBezTo>
                  <a:lnTo>
                    <a:pt x="3805" y="12837"/>
                  </a:lnTo>
                  <a:close/>
                  <a:moveTo>
                    <a:pt x="10061" y="0"/>
                  </a:moveTo>
                  <a:cubicBezTo>
                    <a:pt x="9256" y="0"/>
                    <a:pt x="8461" y="426"/>
                    <a:pt x="8047" y="1221"/>
                  </a:cubicBezTo>
                  <a:cubicBezTo>
                    <a:pt x="7767" y="1162"/>
                    <a:pt x="7489" y="1134"/>
                    <a:pt x="7216" y="1134"/>
                  </a:cubicBezTo>
                  <a:cubicBezTo>
                    <a:pt x="5084" y="1134"/>
                    <a:pt x="3261" y="2863"/>
                    <a:pt x="3261" y="5098"/>
                  </a:cubicBezTo>
                  <a:lnTo>
                    <a:pt x="3261" y="7363"/>
                  </a:lnTo>
                  <a:cubicBezTo>
                    <a:pt x="3258" y="8398"/>
                    <a:pt x="3666" y="9392"/>
                    <a:pt x="4394" y="10132"/>
                  </a:cubicBezTo>
                  <a:lnTo>
                    <a:pt x="4394" y="11524"/>
                  </a:lnTo>
                  <a:lnTo>
                    <a:pt x="2386" y="12025"/>
                  </a:lnTo>
                  <a:cubicBezTo>
                    <a:pt x="921" y="12390"/>
                    <a:pt x="0" y="13846"/>
                    <a:pt x="299" y="15328"/>
                  </a:cubicBezTo>
                  <a:lnTo>
                    <a:pt x="1006" y="18870"/>
                  </a:lnTo>
                  <a:cubicBezTo>
                    <a:pt x="1060" y="19136"/>
                    <a:pt x="1293" y="19326"/>
                    <a:pt x="1562" y="19326"/>
                  </a:cubicBezTo>
                  <a:lnTo>
                    <a:pt x="12866" y="19326"/>
                  </a:lnTo>
                  <a:cubicBezTo>
                    <a:pt x="13138" y="19326"/>
                    <a:pt x="13371" y="19136"/>
                    <a:pt x="13422" y="18870"/>
                  </a:cubicBezTo>
                  <a:lnTo>
                    <a:pt x="14131" y="15328"/>
                  </a:lnTo>
                  <a:cubicBezTo>
                    <a:pt x="14430" y="13842"/>
                    <a:pt x="13506" y="12387"/>
                    <a:pt x="12039" y="12025"/>
                  </a:cubicBezTo>
                  <a:lnTo>
                    <a:pt x="10569" y="11665"/>
                  </a:lnTo>
                  <a:lnTo>
                    <a:pt x="10565" y="11665"/>
                  </a:lnTo>
                  <a:cubicBezTo>
                    <a:pt x="10505" y="11638"/>
                    <a:pt x="10445" y="11626"/>
                    <a:pt x="10378" y="11620"/>
                  </a:cubicBezTo>
                  <a:lnTo>
                    <a:pt x="9980" y="11524"/>
                  </a:lnTo>
                  <a:lnTo>
                    <a:pt x="9980" y="10207"/>
                  </a:lnTo>
                  <a:cubicBezTo>
                    <a:pt x="10750" y="9461"/>
                    <a:pt x="11188" y="8435"/>
                    <a:pt x="11188" y="7363"/>
                  </a:cubicBezTo>
                  <a:lnTo>
                    <a:pt x="11188" y="5098"/>
                  </a:lnTo>
                  <a:cubicBezTo>
                    <a:pt x="11188" y="4820"/>
                    <a:pt x="11157" y="4546"/>
                    <a:pt x="11100" y="4274"/>
                  </a:cubicBezTo>
                  <a:cubicBezTo>
                    <a:pt x="12459" y="3567"/>
                    <a:pt x="12739" y="1747"/>
                    <a:pt x="11659" y="663"/>
                  </a:cubicBezTo>
                  <a:cubicBezTo>
                    <a:pt x="11209" y="214"/>
                    <a:pt x="10632" y="0"/>
                    <a:pt x="100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49" name="Google Shape;1049;p44"/>
          <p:cNvGrpSpPr/>
          <p:nvPr/>
        </p:nvGrpSpPr>
        <p:grpSpPr>
          <a:xfrm>
            <a:off x="2555671" y="4075421"/>
            <a:ext cx="314006" cy="359154"/>
            <a:chOff x="-47509225" y="1974175"/>
            <a:chExt cx="263075" cy="300900"/>
          </a:xfrm>
        </p:grpSpPr>
        <p:sp>
          <p:nvSpPr>
            <p:cNvPr id="1050" name="Google Shape;1050;p44"/>
            <p:cNvSpPr/>
            <p:nvPr/>
          </p:nvSpPr>
          <p:spPr>
            <a:xfrm>
              <a:off x="-47439925" y="2026950"/>
              <a:ext cx="124475" cy="124450"/>
            </a:xfrm>
            <a:custGeom>
              <a:avLst/>
              <a:gdLst/>
              <a:ahLst/>
              <a:cxnLst/>
              <a:rect l="l" t="t" r="r" b="b"/>
              <a:pathLst>
                <a:path w="4979" h="4978" extrusionOk="0">
                  <a:moveTo>
                    <a:pt x="1828" y="725"/>
                  </a:moveTo>
                  <a:cubicBezTo>
                    <a:pt x="2301" y="725"/>
                    <a:pt x="2679" y="1008"/>
                    <a:pt x="2805" y="1418"/>
                  </a:cubicBezTo>
                  <a:lnTo>
                    <a:pt x="1828" y="1418"/>
                  </a:lnTo>
                  <a:cubicBezTo>
                    <a:pt x="1607" y="1418"/>
                    <a:pt x="1450" y="1575"/>
                    <a:pt x="1450" y="1796"/>
                  </a:cubicBezTo>
                  <a:lnTo>
                    <a:pt x="1450" y="2773"/>
                  </a:lnTo>
                  <a:cubicBezTo>
                    <a:pt x="1040" y="2615"/>
                    <a:pt x="757" y="2206"/>
                    <a:pt x="757" y="1796"/>
                  </a:cubicBezTo>
                  <a:cubicBezTo>
                    <a:pt x="757" y="1197"/>
                    <a:pt x="1229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54" y="2111"/>
                  </a:moveTo>
                  <a:lnTo>
                    <a:pt x="4254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8"/>
                    <a:pt x="3372" y="2804"/>
                    <a:pt x="3529" y="2111"/>
                  </a:cubicBezTo>
                  <a:close/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cubicBezTo>
                    <a:pt x="1" y="2647"/>
                    <a:pt x="599" y="3340"/>
                    <a:pt x="1418" y="3529"/>
                  </a:cubicBezTo>
                  <a:lnTo>
                    <a:pt x="1418" y="4631"/>
                  </a:lnTo>
                  <a:cubicBezTo>
                    <a:pt x="1418" y="4820"/>
                    <a:pt x="1576" y="4978"/>
                    <a:pt x="1765" y="4978"/>
                  </a:cubicBezTo>
                  <a:lnTo>
                    <a:pt x="4569" y="4978"/>
                  </a:lnTo>
                  <a:cubicBezTo>
                    <a:pt x="4789" y="4978"/>
                    <a:pt x="4916" y="4820"/>
                    <a:pt x="4916" y="4631"/>
                  </a:cubicBezTo>
                  <a:lnTo>
                    <a:pt x="4916" y="1827"/>
                  </a:lnTo>
                  <a:cubicBezTo>
                    <a:pt x="4979" y="1575"/>
                    <a:pt x="4821" y="1418"/>
                    <a:pt x="4600" y="1418"/>
                  </a:cubicBezTo>
                  <a:lnTo>
                    <a:pt x="3498" y="1418"/>
                  </a:lnTo>
                  <a:cubicBezTo>
                    <a:pt x="3340" y="630"/>
                    <a:pt x="2647" y="0"/>
                    <a:pt x="17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4"/>
            <p:cNvSpPr/>
            <p:nvPr/>
          </p:nvSpPr>
          <p:spPr>
            <a:xfrm>
              <a:off x="-47439125" y="2184475"/>
              <a:ext cx="88225" cy="18125"/>
            </a:xfrm>
            <a:custGeom>
              <a:avLst/>
              <a:gdLst/>
              <a:ahLst/>
              <a:cxnLst/>
              <a:rect l="l" t="t" r="r" b="b"/>
              <a:pathLst>
                <a:path w="3529" h="725" extrusionOk="0">
                  <a:moveTo>
                    <a:pt x="378" y="0"/>
                  </a:moveTo>
                  <a:cubicBezTo>
                    <a:pt x="158" y="0"/>
                    <a:pt x="32" y="158"/>
                    <a:pt x="32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3182" y="725"/>
                  </a:lnTo>
                  <a:cubicBezTo>
                    <a:pt x="3371" y="725"/>
                    <a:pt x="3529" y="567"/>
                    <a:pt x="3529" y="378"/>
                  </a:cubicBezTo>
                  <a:cubicBezTo>
                    <a:pt x="3529" y="158"/>
                    <a:pt x="3371" y="0"/>
                    <a:pt x="31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4"/>
            <p:cNvSpPr/>
            <p:nvPr/>
          </p:nvSpPr>
          <p:spPr>
            <a:xfrm>
              <a:off x="-47438350" y="2219900"/>
              <a:ext cx="122900" cy="18150"/>
            </a:xfrm>
            <a:custGeom>
              <a:avLst/>
              <a:gdLst/>
              <a:ahLst/>
              <a:cxnLst/>
              <a:rect l="l" t="t" r="r" b="b"/>
              <a:pathLst>
                <a:path w="4916" h="726" extrusionOk="0">
                  <a:moveTo>
                    <a:pt x="347" y="1"/>
                  </a:moveTo>
                  <a:cubicBezTo>
                    <a:pt x="127" y="1"/>
                    <a:pt x="1" y="158"/>
                    <a:pt x="1" y="379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4537" y="725"/>
                  </a:lnTo>
                  <a:cubicBezTo>
                    <a:pt x="4758" y="725"/>
                    <a:pt x="4916" y="568"/>
                    <a:pt x="4916" y="379"/>
                  </a:cubicBezTo>
                  <a:cubicBezTo>
                    <a:pt x="4916" y="158"/>
                    <a:pt x="4758" y="1"/>
                    <a:pt x="45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4"/>
            <p:cNvSpPr/>
            <p:nvPr/>
          </p:nvSpPr>
          <p:spPr>
            <a:xfrm>
              <a:off x="-47333600" y="21860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26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4"/>
            <p:cNvSpPr/>
            <p:nvPr/>
          </p:nvSpPr>
          <p:spPr>
            <a:xfrm>
              <a:off x="-47509225" y="1974175"/>
              <a:ext cx="263075" cy="300900"/>
            </a:xfrm>
            <a:custGeom>
              <a:avLst/>
              <a:gdLst/>
              <a:ahLst/>
              <a:cxnLst/>
              <a:rect l="l" t="t" r="r" b="b"/>
              <a:pathLst>
                <a:path w="10523" h="12036" extrusionOk="0">
                  <a:moveTo>
                    <a:pt x="9483" y="2111"/>
                  </a:moveTo>
                  <a:cubicBezTo>
                    <a:pt x="9672" y="2111"/>
                    <a:pt x="9830" y="2269"/>
                    <a:pt x="9830" y="2489"/>
                  </a:cubicBezTo>
                  <a:lnTo>
                    <a:pt x="9830" y="3529"/>
                  </a:lnTo>
                  <a:lnTo>
                    <a:pt x="9105" y="3529"/>
                  </a:lnTo>
                  <a:lnTo>
                    <a:pt x="9105" y="2111"/>
                  </a:lnTo>
                  <a:close/>
                  <a:moveTo>
                    <a:pt x="9830" y="4222"/>
                  </a:moveTo>
                  <a:lnTo>
                    <a:pt x="9830" y="5640"/>
                  </a:lnTo>
                  <a:lnTo>
                    <a:pt x="9105" y="5640"/>
                  </a:lnTo>
                  <a:lnTo>
                    <a:pt x="9105" y="4222"/>
                  </a:lnTo>
                  <a:close/>
                  <a:moveTo>
                    <a:pt x="9861" y="6333"/>
                  </a:moveTo>
                  <a:lnTo>
                    <a:pt x="9861" y="7751"/>
                  </a:lnTo>
                  <a:lnTo>
                    <a:pt x="9168" y="7751"/>
                  </a:lnTo>
                  <a:lnTo>
                    <a:pt x="9168" y="6333"/>
                  </a:lnTo>
                  <a:close/>
                  <a:moveTo>
                    <a:pt x="9830" y="8412"/>
                  </a:moveTo>
                  <a:lnTo>
                    <a:pt x="9830" y="9483"/>
                  </a:lnTo>
                  <a:cubicBezTo>
                    <a:pt x="9830" y="9672"/>
                    <a:pt x="9672" y="9830"/>
                    <a:pt x="9483" y="9830"/>
                  </a:cubicBezTo>
                  <a:lnTo>
                    <a:pt x="9137" y="9830"/>
                  </a:lnTo>
                  <a:lnTo>
                    <a:pt x="9137" y="8412"/>
                  </a:lnTo>
                  <a:close/>
                  <a:moveTo>
                    <a:pt x="8444" y="630"/>
                  </a:moveTo>
                  <a:lnTo>
                    <a:pt x="8444" y="11248"/>
                  </a:lnTo>
                  <a:lnTo>
                    <a:pt x="1450" y="11248"/>
                  </a:lnTo>
                  <a:lnTo>
                    <a:pt x="1450" y="10554"/>
                  </a:lnTo>
                  <a:lnTo>
                    <a:pt x="1796" y="10554"/>
                  </a:lnTo>
                  <a:cubicBezTo>
                    <a:pt x="1985" y="10554"/>
                    <a:pt x="2143" y="10397"/>
                    <a:pt x="2143" y="10176"/>
                  </a:cubicBezTo>
                  <a:cubicBezTo>
                    <a:pt x="2143" y="9987"/>
                    <a:pt x="1985" y="9830"/>
                    <a:pt x="1796" y="9830"/>
                  </a:cubicBezTo>
                  <a:lnTo>
                    <a:pt x="1450" y="9830"/>
                  </a:lnTo>
                  <a:lnTo>
                    <a:pt x="1450" y="8412"/>
                  </a:lnTo>
                  <a:lnTo>
                    <a:pt x="1796" y="8412"/>
                  </a:lnTo>
                  <a:cubicBezTo>
                    <a:pt x="1985" y="8412"/>
                    <a:pt x="2143" y="8255"/>
                    <a:pt x="2143" y="8066"/>
                  </a:cubicBezTo>
                  <a:cubicBezTo>
                    <a:pt x="2143" y="7877"/>
                    <a:pt x="1985" y="7719"/>
                    <a:pt x="1796" y="7719"/>
                  </a:cubicBezTo>
                  <a:lnTo>
                    <a:pt x="1450" y="7719"/>
                  </a:lnTo>
                  <a:lnTo>
                    <a:pt x="1450" y="6301"/>
                  </a:lnTo>
                  <a:lnTo>
                    <a:pt x="1796" y="6301"/>
                  </a:lnTo>
                  <a:cubicBezTo>
                    <a:pt x="1985" y="6301"/>
                    <a:pt x="2143" y="6144"/>
                    <a:pt x="2143" y="5923"/>
                  </a:cubicBezTo>
                  <a:cubicBezTo>
                    <a:pt x="2143" y="5734"/>
                    <a:pt x="1985" y="5577"/>
                    <a:pt x="1796" y="5577"/>
                  </a:cubicBezTo>
                  <a:lnTo>
                    <a:pt x="1450" y="5577"/>
                  </a:lnTo>
                  <a:lnTo>
                    <a:pt x="1450" y="4159"/>
                  </a:lnTo>
                  <a:lnTo>
                    <a:pt x="1796" y="4159"/>
                  </a:lnTo>
                  <a:cubicBezTo>
                    <a:pt x="1985" y="4159"/>
                    <a:pt x="2143" y="4001"/>
                    <a:pt x="2143" y="3812"/>
                  </a:cubicBezTo>
                  <a:cubicBezTo>
                    <a:pt x="2143" y="3623"/>
                    <a:pt x="1985" y="3466"/>
                    <a:pt x="1796" y="3466"/>
                  </a:cubicBezTo>
                  <a:lnTo>
                    <a:pt x="1450" y="3466"/>
                  </a:lnTo>
                  <a:lnTo>
                    <a:pt x="1450" y="2048"/>
                  </a:lnTo>
                  <a:lnTo>
                    <a:pt x="1796" y="2048"/>
                  </a:lnTo>
                  <a:cubicBezTo>
                    <a:pt x="1985" y="2048"/>
                    <a:pt x="2143" y="1891"/>
                    <a:pt x="2143" y="1670"/>
                  </a:cubicBezTo>
                  <a:cubicBezTo>
                    <a:pt x="2143" y="1481"/>
                    <a:pt x="1985" y="1324"/>
                    <a:pt x="1796" y="1324"/>
                  </a:cubicBezTo>
                  <a:lnTo>
                    <a:pt x="1450" y="1324"/>
                  </a:lnTo>
                  <a:lnTo>
                    <a:pt x="1450" y="630"/>
                  </a:lnTo>
                  <a:close/>
                  <a:moveTo>
                    <a:pt x="1040" y="0"/>
                  </a:moveTo>
                  <a:cubicBezTo>
                    <a:pt x="851" y="0"/>
                    <a:pt x="693" y="158"/>
                    <a:pt x="693" y="347"/>
                  </a:cubicBezTo>
                  <a:lnTo>
                    <a:pt x="693" y="1418"/>
                  </a:lnTo>
                  <a:lnTo>
                    <a:pt x="347" y="1418"/>
                  </a:lnTo>
                  <a:cubicBezTo>
                    <a:pt x="158" y="1418"/>
                    <a:pt x="0" y="1576"/>
                    <a:pt x="0" y="1765"/>
                  </a:cubicBezTo>
                  <a:cubicBezTo>
                    <a:pt x="0" y="1954"/>
                    <a:pt x="158" y="2111"/>
                    <a:pt x="347" y="2111"/>
                  </a:cubicBezTo>
                  <a:lnTo>
                    <a:pt x="693" y="2111"/>
                  </a:lnTo>
                  <a:lnTo>
                    <a:pt x="693" y="3529"/>
                  </a:lnTo>
                  <a:lnTo>
                    <a:pt x="347" y="3529"/>
                  </a:lnTo>
                  <a:cubicBezTo>
                    <a:pt x="158" y="3529"/>
                    <a:pt x="0" y="3686"/>
                    <a:pt x="0" y="3907"/>
                  </a:cubicBezTo>
                  <a:cubicBezTo>
                    <a:pt x="0" y="4096"/>
                    <a:pt x="158" y="4254"/>
                    <a:pt x="347" y="4254"/>
                  </a:cubicBezTo>
                  <a:lnTo>
                    <a:pt x="693" y="4254"/>
                  </a:lnTo>
                  <a:lnTo>
                    <a:pt x="693" y="5671"/>
                  </a:lnTo>
                  <a:lnTo>
                    <a:pt x="347" y="5671"/>
                  </a:lnTo>
                  <a:cubicBezTo>
                    <a:pt x="158" y="5671"/>
                    <a:pt x="0" y="5829"/>
                    <a:pt x="0" y="6018"/>
                  </a:cubicBezTo>
                  <a:cubicBezTo>
                    <a:pt x="0" y="6207"/>
                    <a:pt x="158" y="6364"/>
                    <a:pt x="347" y="6364"/>
                  </a:cubicBezTo>
                  <a:lnTo>
                    <a:pt x="693" y="6364"/>
                  </a:lnTo>
                  <a:lnTo>
                    <a:pt x="693" y="7782"/>
                  </a:lnTo>
                  <a:lnTo>
                    <a:pt x="347" y="7782"/>
                  </a:lnTo>
                  <a:cubicBezTo>
                    <a:pt x="158" y="7782"/>
                    <a:pt x="0" y="7940"/>
                    <a:pt x="0" y="8160"/>
                  </a:cubicBezTo>
                  <a:cubicBezTo>
                    <a:pt x="0" y="8349"/>
                    <a:pt x="158" y="8507"/>
                    <a:pt x="347" y="8507"/>
                  </a:cubicBezTo>
                  <a:lnTo>
                    <a:pt x="693" y="8507"/>
                  </a:lnTo>
                  <a:lnTo>
                    <a:pt x="693" y="9924"/>
                  </a:lnTo>
                  <a:lnTo>
                    <a:pt x="347" y="9924"/>
                  </a:lnTo>
                  <a:cubicBezTo>
                    <a:pt x="158" y="9924"/>
                    <a:pt x="0" y="10082"/>
                    <a:pt x="0" y="10271"/>
                  </a:cubicBezTo>
                  <a:cubicBezTo>
                    <a:pt x="0" y="10460"/>
                    <a:pt x="158" y="10617"/>
                    <a:pt x="347" y="10617"/>
                  </a:cubicBezTo>
                  <a:lnTo>
                    <a:pt x="693" y="10617"/>
                  </a:lnTo>
                  <a:lnTo>
                    <a:pt x="693" y="11689"/>
                  </a:lnTo>
                  <a:cubicBezTo>
                    <a:pt x="693" y="11878"/>
                    <a:pt x="851" y="12035"/>
                    <a:pt x="1040" y="12035"/>
                  </a:cubicBezTo>
                  <a:lnTo>
                    <a:pt x="8759" y="12035"/>
                  </a:lnTo>
                  <a:cubicBezTo>
                    <a:pt x="8979" y="12035"/>
                    <a:pt x="9137" y="11878"/>
                    <a:pt x="9137" y="11689"/>
                  </a:cubicBezTo>
                  <a:lnTo>
                    <a:pt x="9137" y="10617"/>
                  </a:lnTo>
                  <a:lnTo>
                    <a:pt x="9483" y="10617"/>
                  </a:lnTo>
                  <a:cubicBezTo>
                    <a:pt x="10050" y="10617"/>
                    <a:pt x="10523" y="10145"/>
                    <a:pt x="10523" y="9578"/>
                  </a:cubicBezTo>
                  <a:lnTo>
                    <a:pt x="10523" y="2552"/>
                  </a:lnTo>
                  <a:cubicBezTo>
                    <a:pt x="10523" y="1891"/>
                    <a:pt x="10050" y="1418"/>
                    <a:pt x="9483" y="1418"/>
                  </a:cubicBezTo>
                  <a:lnTo>
                    <a:pt x="9137" y="1418"/>
                  </a:lnTo>
                  <a:lnTo>
                    <a:pt x="9137" y="347"/>
                  </a:lnTo>
                  <a:cubicBezTo>
                    <a:pt x="9137" y="158"/>
                    <a:pt x="8979" y="0"/>
                    <a:pt x="87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5" name="Google Shape;1055;p44"/>
          <p:cNvGrpSpPr/>
          <p:nvPr/>
        </p:nvGrpSpPr>
        <p:grpSpPr>
          <a:xfrm>
            <a:off x="8065775" y="4118667"/>
            <a:ext cx="358199" cy="272648"/>
            <a:chOff x="-47527350" y="2747625"/>
            <a:chExt cx="300100" cy="228425"/>
          </a:xfrm>
        </p:grpSpPr>
        <p:sp>
          <p:nvSpPr>
            <p:cNvPr id="1056" name="Google Shape;1056;p44"/>
            <p:cNvSpPr/>
            <p:nvPr/>
          </p:nvSpPr>
          <p:spPr>
            <a:xfrm>
              <a:off x="-47475350" y="2782275"/>
              <a:ext cx="124450" cy="124475"/>
            </a:xfrm>
            <a:custGeom>
              <a:avLst/>
              <a:gdLst/>
              <a:ahLst/>
              <a:cxnLst/>
              <a:rect l="l" t="t" r="r" b="b"/>
              <a:pathLst>
                <a:path w="4978" h="4979" extrusionOk="0">
                  <a:moveTo>
                    <a:pt x="2804" y="2080"/>
                  </a:moveTo>
                  <a:cubicBezTo>
                    <a:pt x="2678" y="2395"/>
                    <a:pt x="2457" y="2647"/>
                    <a:pt x="2174" y="2710"/>
                  </a:cubicBezTo>
                  <a:lnTo>
                    <a:pt x="2174" y="2080"/>
                  </a:lnTo>
                  <a:close/>
                  <a:moveTo>
                    <a:pt x="1827" y="725"/>
                  </a:moveTo>
                  <a:cubicBezTo>
                    <a:pt x="2300" y="725"/>
                    <a:pt x="2678" y="977"/>
                    <a:pt x="2804" y="1418"/>
                  </a:cubicBezTo>
                  <a:lnTo>
                    <a:pt x="1827" y="1418"/>
                  </a:lnTo>
                  <a:cubicBezTo>
                    <a:pt x="1607" y="1418"/>
                    <a:pt x="1481" y="1576"/>
                    <a:pt x="1481" y="1765"/>
                  </a:cubicBezTo>
                  <a:lnTo>
                    <a:pt x="1481" y="2773"/>
                  </a:lnTo>
                  <a:cubicBezTo>
                    <a:pt x="1071" y="2615"/>
                    <a:pt x="756" y="2206"/>
                    <a:pt x="756" y="1765"/>
                  </a:cubicBezTo>
                  <a:cubicBezTo>
                    <a:pt x="756" y="1197"/>
                    <a:pt x="1229" y="725"/>
                    <a:pt x="1827" y="725"/>
                  </a:cubicBezTo>
                  <a:close/>
                  <a:moveTo>
                    <a:pt x="4253" y="2080"/>
                  </a:moveTo>
                  <a:lnTo>
                    <a:pt x="4253" y="4222"/>
                  </a:lnTo>
                  <a:lnTo>
                    <a:pt x="2142" y="4222"/>
                  </a:lnTo>
                  <a:lnTo>
                    <a:pt x="2142" y="3466"/>
                  </a:lnTo>
                  <a:cubicBezTo>
                    <a:pt x="2804" y="3308"/>
                    <a:pt x="3371" y="2804"/>
                    <a:pt x="3529" y="2080"/>
                  </a:cubicBezTo>
                  <a:close/>
                  <a:moveTo>
                    <a:pt x="1764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47"/>
                    <a:pt x="599" y="3340"/>
                    <a:pt x="1418" y="3497"/>
                  </a:cubicBezTo>
                  <a:lnTo>
                    <a:pt x="1418" y="4600"/>
                  </a:lnTo>
                  <a:cubicBezTo>
                    <a:pt x="1418" y="4821"/>
                    <a:pt x="1575" y="4978"/>
                    <a:pt x="1764" y="4978"/>
                  </a:cubicBezTo>
                  <a:lnTo>
                    <a:pt x="4568" y="4978"/>
                  </a:lnTo>
                  <a:cubicBezTo>
                    <a:pt x="4757" y="4978"/>
                    <a:pt x="4915" y="4821"/>
                    <a:pt x="4915" y="4600"/>
                  </a:cubicBezTo>
                  <a:lnTo>
                    <a:pt x="4915" y="1828"/>
                  </a:lnTo>
                  <a:cubicBezTo>
                    <a:pt x="4978" y="1576"/>
                    <a:pt x="4820" y="1418"/>
                    <a:pt x="4600" y="1418"/>
                  </a:cubicBezTo>
                  <a:lnTo>
                    <a:pt x="3497" y="1418"/>
                  </a:lnTo>
                  <a:cubicBezTo>
                    <a:pt x="3340" y="630"/>
                    <a:pt x="2646" y="0"/>
                    <a:pt x="17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4"/>
            <p:cNvSpPr/>
            <p:nvPr/>
          </p:nvSpPr>
          <p:spPr>
            <a:xfrm>
              <a:off x="-47333600" y="2782275"/>
              <a:ext cx="53600" cy="18125"/>
            </a:xfrm>
            <a:custGeom>
              <a:avLst/>
              <a:gdLst/>
              <a:ahLst/>
              <a:cxnLst/>
              <a:rect l="l" t="t" r="r" b="b"/>
              <a:pathLst>
                <a:path w="214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7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4"/>
            <p:cNvSpPr/>
            <p:nvPr/>
          </p:nvSpPr>
          <p:spPr>
            <a:xfrm>
              <a:off x="-47333600" y="2817725"/>
              <a:ext cx="53600" cy="18125"/>
            </a:xfrm>
            <a:custGeom>
              <a:avLst/>
              <a:gdLst/>
              <a:ahLst/>
              <a:cxnLst/>
              <a:rect l="l" t="t" r="r" b="b"/>
              <a:pathLst>
                <a:path w="214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7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4"/>
            <p:cNvSpPr/>
            <p:nvPr/>
          </p:nvSpPr>
          <p:spPr>
            <a:xfrm>
              <a:off x="-47333600" y="2852375"/>
              <a:ext cx="53600" cy="17350"/>
            </a:xfrm>
            <a:custGeom>
              <a:avLst/>
              <a:gdLst/>
              <a:ahLst/>
              <a:cxnLst/>
              <a:rect l="l" t="t" r="r" b="b"/>
              <a:pathLst>
                <a:path w="214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97" y="693"/>
                  </a:lnTo>
                  <a:cubicBezTo>
                    <a:pt x="1986" y="693"/>
                    <a:pt x="2143" y="536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4"/>
            <p:cNvSpPr/>
            <p:nvPr/>
          </p:nvSpPr>
          <p:spPr>
            <a:xfrm>
              <a:off x="-47333600" y="2887800"/>
              <a:ext cx="53600" cy="17375"/>
            </a:xfrm>
            <a:custGeom>
              <a:avLst/>
              <a:gdLst/>
              <a:ahLst/>
              <a:cxnLst/>
              <a:rect l="l" t="t" r="r" b="b"/>
              <a:pathLst>
                <a:path w="2144" h="695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1797" y="694"/>
                  </a:lnTo>
                  <a:cubicBezTo>
                    <a:pt x="1986" y="694"/>
                    <a:pt x="2143" y="537"/>
                    <a:pt x="2143" y="347"/>
                  </a:cubicBezTo>
                  <a:cubicBezTo>
                    <a:pt x="2143" y="158"/>
                    <a:pt x="1986" y="1"/>
                    <a:pt x="17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4"/>
            <p:cNvSpPr/>
            <p:nvPr/>
          </p:nvSpPr>
          <p:spPr>
            <a:xfrm>
              <a:off x="-47527350" y="2747625"/>
              <a:ext cx="300100" cy="228425"/>
            </a:xfrm>
            <a:custGeom>
              <a:avLst/>
              <a:gdLst/>
              <a:ahLst/>
              <a:cxnLst/>
              <a:rect l="l" t="t" r="r" b="b"/>
              <a:pathLst>
                <a:path w="12004" h="9137" extrusionOk="0">
                  <a:moveTo>
                    <a:pt x="10586" y="693"/>
                  </a:moveTo>
                  <a:lnTo>
                    <a:pt x="10586" y="7026"/>
                  </a:lnTo>
                  <a:lnTo>
                    <a:pt x="1418" y="7026"/>
                  </a:lnTo>
                  <a:lnTo>
                    <a:pt x="1418" y="693"/>
                  </a:lnTo>
                  <a:close/>
                  <a:moveTo>
                    <a:pt x="11311" y="7687"/>
                  </a:moveTo>
                  <a:lnTo>
                    <a:pt x="11311" y="8412"/>
                  </a:lnTo>
                  <a:lnTo>
                    <a:pt x="725" y="8412"/>
                  </a:lnTo>
                  <a:lnTo>
                    <a:pt x="725" y="7687"/>
                  </a:lnTo>
                  <a:close/>
                  <a:moveTo>
                    <a:pt x="1072" y="0"/>
                  </a:moveTo>
                  <a:cubicBezTo>
                    <a:pt x="883" y="0"/>
                    <a:pt x="725" y="158"/>
                    <a:pt x="725" y="378"/>
                  </a:cubicBezTo>
                  <a:lnTo>
                    <a:pt x="725" y="7026"/>
                  </a:lnTo>
                  <a:lnTo>
                    <a:pt x="347" y="7026"/>
                  </a:lnTo>
                  <a:cubicBezTo>
                    <a:pt x="158" y="7026"/>
                    <a:pt x="1" y="7183"/>
                    <a:pt x="1" y="7372"/>
                  </a:cubicBezTo>
                  <a:lnTo>
                    <a:pt x="1" y="8790"/>
                  </a:lnTo>
                  <a:cubicBezTo>
                    <a:pt x="1" y="8979"/>
                    <a:pt x="158" y="9136"/>
                    <a:pt x="347" y="9136"/>
                  </a:cubicBezTo>
                  <a:lnTo>
                    <a:pt x="11658" y="9136"/>
                  </a:lnTo>
                  <a:cubicBezTo>
                    <a:pt x="11847" y="9136"/>
                    <a:pt x="12004" y="8979"/>
                    <a:pt x="12004" y="8790"/>
                  </a:cubicBezTo>
                  <a:lnTo>
                    <a:pt x="12004" y="7372"/>
                  </a:lnTo>
                  <a:cubicBezTo>
                    <a:pt x="12004" y="7183"/>
                    <a:pt x="11847" y="7026"/>
                    <a:pt x="11658" y="7026"/>
                  </a:cubicBezTo>
                  <a:lnTo>
                    <a:pt x="11311" y="7026"/>
                  </a:lnTo>
                  <a:lnTo>
                    <a:pt x="11311" y="378"/>
                  </a:lnTo>
                  <a:cubicBezTo>
                    <a:pt x="11311" y="158"/>
                    <a:pt x="11153" y="0"/>
                    <a:pt x="109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2" name="Google Shape;1062;p44"/>
          <p:cNvGrpSpPr/>
          <p:nvPr/>
        </p:nvGrpSpPr>
        <p:grpSpPr>
          <a:xfrm>
            <a:off x="5234321" y="4075430"/>
            <a:ext cx="359154" cy="359124"/>
            <a:chOff x="-47159525" y="2342000"/>
            <a:chExt cx="300900" cy="300875"/>
          </a:xfrm>
        </p:grpSpPr>
        <p:sp>
          <p:nvSpPr>
            <p:cNvPr id="1063" name="Google Shape;1063;p44"/>
            <p:cNvSpPr/>
            <p:nvPr/>
          </p:nvSpPr>
          <p:spPr>
            <a:xfrm>
              <a:off x="-47122500" y="2376650"/>
              <a:ext cx="123675" cy="125250"/>
            </a:xfrm>
            <a:custGeom>
              <a:avLst/>
              <a:gdLst/>
              <a:ahLst/>
              <a:cxnLst/>
              <a:rect l="l" t="t" r="r" b="b"/>
              <a:pathLst>
                <a:path w="4947" h="5010" extrusionOk="0">
                  <a:moveTo>
                    <a:pt x="1765" y="756"/>
                  </a:moveTo>
                  <a:cubicBezTo>
                    <a:pt x="2237" y="756"/>
                    <a:pt x="2615" y="1008"/>
                    <a:pt x="2741" y="1450"/>
                  </a:cubicBezTo>
                  <a:lnTo>
                    <a:pt x="1765" y="1450"/>
                  </a:lnTo>
                  <a:cubicBezTo>
                    <a:pt x="1575" y="1450"/>
                    <a:pt x="1418" y="1607"/>
                    <a:pt x="1418" y="1828"/>
                  </a:cubicBezTo>
                  <a:lnTo>
                    <a:pt x="1418" y="2804"/>
                  </a:lnTo>
                  <a:cubicBezTo>
                    <a:pt x="1008" y="2647"/>
                    <a:pt x="693" y="2237"/>
                    <a:pt x="693" y="1828"/>
                  </a:cubicBezTo>
                  <a:cubicBezTo>
                    <a:pt x="693" y="1229"/>
                    <a:pt x="1166" y="756"/>
                    <a:pt x="1765" y="756"/>
                  </a:cubicBezTo>
                  <a:close/>
                  <a:moveTo>
                    <a:pt x="2741" y="2174"/>
                  </a:moveTo>
                  <a:cubicBezTo>
                    <a:pt x="2615" y="2458"/>
                    <a:pt x="2395" y="2678"/>
                    <a:pt x="2111" y="2804"/>
                  </a:cubicBezTo>
                  <a:lnTo>
                    <a:pt x="2111" y="2174"/>
                  </a:lnTo>
                  <a:close/>
                  <a:moveTo>
                    <a:pt x="4253" y="2143"/>
                  </a:moveTo>
                  <a:lnTo>
                    <a:pt x="4253" y="4285"/>
                  </a:lnTo>
                  <a:lnTo>
                    <a:pt x="2111" y="4285"/>
                  </a:lnTo>
                  <a:lnTo>
                    <a:pt x="2111" y="3497"/>
                  </a:lnTo>
                  <a:cubicBezTo>
                    <a:pt x="2804" y="3340"/>
                    <a:pt x="3340" y="2836"/>
                    <a:pt x="3497" y="2143"/>
                  </a:cubicBezTo>
                  <a:close/>
                  <a:moveTo>
                    <a:pt x="1765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47"/>
                    <a:pt x="567" y="3340"/>
                    <a:pt x="1418" y="3497"/>
                  </a:cubicBezTo>
                  <a:lnTo>
                    <a:pt x="1418" y="4663"/>
                  </a:lnTo>
                  <a:cubicBezTo>
                    <a:pt x="1418" y="4852"/>
                    <a:pt x="1575" y="5010"/>
                    <a:pt x="1765" y="5010"/>
                  </a:cubicBezTo>
                  <a:lnTo>
                    <a:pt x="4600" y="5010"/>
                  </a:lnTo>
                  <a:cubicBezTo>
                    <a:pt x="4789" y="5010"/>
                    <a:pt x="4947" y="4852"/>
                    <a:pt x="4947" y="4663"/>
                  </a:cubicBezTo>
                  <a:lnTo>
                    <a:pt x="4947" y="1765"/>
                  </a:lnTo>
                  <a:cubicBezTo>
                    <a:pt x="4947" y="1576"/>
                    <a:pt x="4789" y="1418"/>
                    <a:pt x="4600" y="1418"/>
                  </a:cubicBezTo>
                  <a:lnTo>
                    <a:pt x="3497" y="1418"/>
                  </a:lnTo>
                  <a:cubicBezTo>
                    <a:pt x="3340" y="630"/>
                    <a:pt x="2615" y="0"/>
                    <a:pt x="17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4"/>
            <p:cNvSpPr/>
            <p:nvPr/>
          </p:nvSpPr>
          <p:spPr>
            <a:xfrm>
              <a:off x="-47159525" y="2342000"/>
              <a:ext cx="300900" cy="300875"/>
            </a:xfrm>
            <a:custGeom>
              <a:avLst/>
              <a:gdLst/>
              <a:ahLst/>
              <a:cxnLst/>
              <a:rect l="l" t="t" r="r" b="b"/>
              <a:pathLst>
                <a:path w="12036" h="12035" extrusionOk="0">
                  <a:moveTo>
                    <a:pt x="7089" y="1229"/>
                  </a:moveTo>
                  <a:lnTo>
                    <a:pt x="8003" y="2142"/>
                  </a:lnTo>
                  <a:lnTo>
                    <a:pt x="7089" y="2142"/>
                  </a:lnTo>
                  <a:lnTo>
                    <a:pt x="7089" y="1229"/>
                  </a:lnTo>
                  <a:close/>
                  <a:moveTo>
                    <a:pt x="8538" y="6396"/>
                  </a:moveTo>
                  <a:lnTo>
                    <a:pt x="8538" y="6711"/>
                  </a:lnTo>
                  <a:cubicBezTo>
                    <a:pt x="8538" y="6900"/>
                    <a:pt x="8664" y="7057"/>
                    <a:pt x="8885" y="7057"/>
                  </a:cubicBezTo>
                  <a:cubicBezTo>
                    <a:pt x="9074" y="7057"/>
                    <a:pt x="9231" y="6900"/>
                    <a:pt x="9231" y="6711"/>
                  </a:cubicBezTo>
                  <a:lnTo>
                    <a:pt x="9231" y="6427"/>
                  </a:lnTo>
                  <a:cubicBezTo>
                    <a:pt x="10303" y="6585"/>
                    <a:pt x="11153" y="7467"/>
                    <a:pt x="11311" y="8506"/>
                  </a:cubicBezTo>
                  <a:lnTo>
                    <a:pt x="10996" y="8506"/>
                  </a:lnTo>
                  <a:cubicBezTo>
                    <a:pt x="10807" y="8506"/>
                    <a:pt x="10649" y="8664"/>
                    <a:pt x="10649" y="8884"/>
                  </a:cubicBezTo>
                  <a:cubicBezTo>
                    <a:pt x="10649" y="9073"/>
                    <a:pt x="10807" y="9231"/>
                    <a:pt x="10996" y="9231"/>
                  </a:cubicBezTo>
                  <a:lnTo>
                    <a:pt x="11311" y="9231"/>
                  </a:lnTo>
                  <a:cubicBezTo>
                    <a:pt x="11153" y="10302"/>
                    <a:pt x="10303" y="11121"/>
                    <a:pt x="9231" y="11279"/>
                  </a:cubicBezTo>
                  <a:lnTo>
                    <a:pt x="9231" y="10964"/>
                  </a:lnTo>
                  <a:cubicBezTo>
                    <a:pt x="9231" y="10775"/>
                    <a:pt x="9074" y="10617"/>
                    <a:pt x="8885" y="10617"/>
                  </a:cubicBezTo>
                  <a:cubicBezTo>
                    <a:pt x="8664" y="10617"/>
                    <a:pt x="8538" y="10775"/>
                    <a:pt x="8538" y="10964"/>
                  </a:cubicBezTo>
                  <a:lnTo>
                    <a:pt x="8538" y="11279"/>
                  </a:lnTo>
                  <a:cubicBezTo>
                    <a:pt x="7467" y="11121"/>
                    <a:pt x="6585" y="10239"/>
                    <a:pt x="6428" y="9200"/>
                  </a:cubicBezTo>
                  <a:lnTo>
                    <a:pt x="6743" y="9200"/>
                  </a:lnTo>
                  <a:cubicBezTo>
                    <a:pt x="6963" y="9200"/>
                    <a:pt x="7089" y="9042"/>
                    <a:pt x="7089" y="8821"/>
                  </a:cubicBezTo>
                  <a:cubicBezTo>
                    <a:pt x="7089" y="8632"/>
                    <a:pt x="6963" y="8475"/>
                    <a:pt x="6743" y="8475"/>
                  </a:cubicBezTo>
                  <a:lnTo>
                    <a:pt x="6428" y="8475"/>
                  </a:lnTo>
                  <a:cubicBezTo>
                    <a:pt x="6585" y="7404"/>
                    <a:pt x="7467" y="6553"/>
                    <a:pt x="8538" y="6396"/>
                  </a:cubicBezTo>
                  <a:close/>
                  <a:moveTo>
                    <a:pt x="6428" y="725"/>
                  </a:moveTo>
                  <a:lnTo>
                    <a:pt x="6428" y="2489"/>
                  </a:lnTo>
                  <a:cubicBezTo>
                    <a:pt x="6428" y="2678"/>
                    <a:pt x="6585" y="2836"/>
                    <a:pt x="6774" y="2836"/>
                  </a:cubicBezTo>
                  <a:lnTo>
                    <a:pt x="8570" y="2836"/>
                  </a:lnTo>
                  <a:lnTo>
                    <a:pt x="8570" y="5734"/>
                  </a:lnTo>
                  <a:cubicBezTo>
                    <a:pt x="6995" y="5892"/>
                    <a:pt x="5766" y="7246"/>
                    <a:pt x="5766" y="8884"/>
                  </a:cubicBezTo>
                  <a:cubicBezTo>
                    <a:pt x="5766" y="9861"/>
                    <a:pt x="6238" y="10775"/>
                    <a:pt x="6932" y="11310"/>
                  </a:cubicBezTo>
                  <a:lnTo>
                    <a:pt x="757" y="11310"/>
                  </a:lnTo>
                  <a:lnTo>
                    <a:pt x="757" y="725"/>
                  </a:lnTo>
                  <a:close/>
                  <a:moveTo>
                    <a:pt x="379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1657"/>
                  </a:lnTo>
                  <a:cubicBezTo>
                    <a:pt x="0" y="11877"/>
                    <a:pt x="158" y="12035"/>
                    <a:pt x="379" y="12035"/>
                  </a:cubicBezTo>
                  <a:lnTo>
                    <a:pt x="8822" y="12035"/>
                  </a:lnTo>
                  <a:cubicBezTo>
                    <a:pt x="10555" y="12035"/>
                    <a:pt x="11972" y="10617"/>
                    <a:pt x="11972" y="8884"/>
                  </a:cubicBezTo>
                  <a:cubicBezTo>
                    <a:pt x="12035" y="7215"/>
                    <a:pt x="10807" y="5892"/>
                    <a:pt x="9231" y="5734"/>
                  </a:cubicBezTo>
                  <a:lnTo>
                    <a:pt x="9231" y="2489"/>
                  </a:lnTo>
                  <a:cubicBezTo>
                    <a:pt x="9231" y="2426"/>
                    <a:pt x="9200" y="2300"/>
                    <a:pt x="9105" y="2268"/>
                  </a:cubicBezTo>
                  <a:lnTo>
                    <a:pt x="6995" y="126"/>
                  </a:lnTo>
                  <a:cubicBezTo>
                    <a:pt x="6900" y="63"/>
                    <a:pt x="6837" y="0"/>
                    <a:pt x="67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4"/>
            <p:cNvSpPr/>
            <p:nvPr/>
          </p:nvSpPr>
          <p:spPr>
            <a:xfrm>
              <a:off x="-46946075" y="2537325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47" y="1418"/>
                  </a:cubicBezTo>
                  <a:lnTo>
                    <a:pt x="1040" y="1418"/>
                  </a:lnTo>
                  <a:cubicBezTo>
                    <a:pt x="1261" y="1418"/>
                    <a:pt x="1418" y="1260"/>
                    <a:pt x="1418" y="1071"/>
                  </a:cubicBezTo>
                  <a:cubicBezTo>
                    <a:pt x="1387" y="851"/>
                    <a:pt x="1261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4"/>
            <p:cNvSpPr/>
            <p:nvPr/>
          </p:nvSpPr>
          <p:spPr>
            <a:xfrm>
              <a:off x="-47122500" y="2537325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51" y="693"/>
                  </a:lnTo>
                  <a:cubicBezTo>
                    <a:pt x="3340" y="693"/>
                    <a:pt x="3497" y="536"/>
                    <a:pt x="3497" y="347"/>
                  </a:cubicBez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4"/>
            <p:cNvSpPr/>
            <p:nvPr/>
          </p:nvSpPr>
          <p:spPr>
            <a:xfrm>
              <a:off x="-47122500" y="2572775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51" y="693"/>
                  </a:lnTo>
                  <a:cubicBezTo>
                    <a:pt x="3340" y="693"/>
                    <a:pt x="3497" y="536"/>
                    <a:pt x="3497" y="347"/>
                  </a:cubicBez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8" name="Google Shape;1068;p44"/>
          <p:cNvSpPr/>
          <p:nvPr/>
        </p:nvSpPr>
        <p:spPr>
          <a:xfrm>
            <a:off x="2776125" y="1806375"/>
            <a:ext cx="162300" cy="162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44"/>
          <p:cNvSpPr/>
          <p:nvPr/>
        </p:nvSpPr>
        <p:spPr>
          <a:xfrm>
            <a:off x="3915375" y="2130975"/>
            <a:ext cx="162300" cy="162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44"/>
          <p:cNvSpPr/>
          <p:nvPr/>
        </p:nvSpPr>
        <p:spPr>
          <a:xfrm>
            <a:off x="4290600" y="3025575"/>
            <a:ext cx="162300" cy="162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44"/>
          <p:cNvSpPr/>
          <p:nvPr/>
        </p:nvSpPr>
        <p:spPr>
          <a:xfrm>
            <a:off x="1082400" y="1709013"/>
            <a:ext cx="162300" cy="162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44"/>
          <p:cNvSpPr/>
          <p:nvPr/>
        </p:nvSpPr>
        <p:spPr>
          <a:xfrm>
            <a:off x="1561850" y="2562113"/>
            <a:ext cx="162300" cy="162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44"/>
          <p:cNvSpPr/>
          <p:nvPr/>
        </p:nvSpPr>
        <p:spPr>
          <a:xfrm>
            <a:off x="1457075" y="2775813"/>
            <a:ext cx="162300" cy="162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44"/>
          <p:cNvSpPr/>
          <p:nvPr/>
        </p:nvSpPr>
        <p:spPr>
          <a:xfrm>
            <a:off x="2483700" y="1806363"/>
            <a:ext cx="162300" cy="162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44"/>
          <p:cNvSpPr/>
          <p:nvPr/>
        </p:nvSpPr>
        <p:spPr>
          <a:xfrm>
            <a:off x="2988525" y="1611663"/>
            <a:ext cx="162300" cy="162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45"/>
          <p:cNvSpPr/>
          <p:nvPr/>
        </p:nvSpPr>
        <p:spPr>
          <a:xfrm>
            <a:off x="3380450" y="1725450"/>
            <a:ext cx="423300" cy="42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45"/>
          <p:cNvSpPr/>
          <p:nvPr/>
        </p:nvSpPr>
        <p:spPr>
          <a:xfrm>
            <a:off x="5340350" y="1725450"/>
            <a:ext cx="423300" cy="42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45"/>
          <p:cNvSpPr/>
          <p:nvPr/>
        </p:nvSpPr>
        <p:spPr>
          <a:xfrm>
            <a:off x="7224050" y="1725450"/>
            <a:ext cx="423300" cy="42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45"/>
          <p:cNvSpPr/>
          <p:nvPr/>
        </p:nvSpPr>
        <p:spPr>
          <a:xfrm>
            <a:off x="1496825" y="1725450"/>
            <a:ext cx="423300" cy="42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4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SIZE</a:t>
            </a:r>
            <a:endParaRPr/>
          </a:p>
        </p:txBody>
      </p:sp>
      <p:sp>
        <p:nvSpPr>
          <p:cNvPr id="1085" name="Google Shape;1085;p45"/>
          <p:cNvSpPr/>
          <p:nvPr/>
        </p:nvSpPr>
        <p:spPr>
          <a:xfrm>
            <a:off x="7108850" y="1610275"/>
            <a:ext cx="653700" cy="653700"/>
          </a:xfrm>
          <a:prstGeom prst="pie">
            <a:avLst>
              <a:gd name="adj1" fmla="val 0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45"/>
          <p:cNvSpPr/>
          <p:nvPr/>
        </p:nvSpPr>
        <p:spPr>
          <a:xfrm>
            <a:off x="5225150" y="1610275"/>
            <a:ext cx="653700" cy="653700"/>
          </a:xfrm>
          <a:prstGeom prst="pie">
            <a:avLst>
              <a:gd name="adj1" fmla="val 0"/>
              <a:gd name="adj2" fmla="val 191425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45"/>
          <p:cNvSpPr/>
          <p:nvPr/>
        </p:nvSpPr>
        <p:spPr>
          <a:xfrm>
            <a:off x="3265250" y="1610275"/>
            <a:ext cx="653700" cy="653700"/>
          </a:xfrm>
          <a:prstGeom prst="pie">
            <a:avLst>
              <a:gd name="adj1" fmla="val 0"/>
              <a:gd name="adj2" fmla="val 1383853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45"/>
          <p:cNvSpPr/>
          <p:nvPr/>
        </p:nvSpPr>
        <p:spPr>
          <a:xfrm>
            <a:off x="1381625" y="1610275"/>
            <a:ext cx="653700" cy="653700"/>
          </a:xfrm>
          <a:prstGeom prst="pie">
            <a:avLst>
              <a:gd name="adj1" fmla="val 0"/>
              <a:gd name="adj2" fmla="val 90265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45"/>
          <p:cNvSpPr txBox="1">
            <a:spLocks noGrp="1"/>
          </p:cNvSpPr>
          <p:nvPr>
            <p:ph type="title" idx="2"/>
          </p:nvPr>
        </p:nvSpPr>
        <p:spPr>
          <a:xfrm>
            <a:off x="12120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40%</a:t>
            </a:r>
            <a:endParaRPr/>
          </a:p>
        </p:txBody>
      </p:sp>
      <p:sp>
        <p:nvSpPr>
          <p:cNvPr id="1090" name="Google Shape;1090;p45"/>
          <p:cNvSpPr txBox="1">
            <a:spLocks noGrp="1"/>
          </p:cNvSpPr>
          <p:nvPr>
            <p:ph type="title" idx="3"/>
          </p:nvPr>
        </p:nvSpPr>
        <p:spPr>
          <a:xfrm>
            <a:off x="31211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60%</a:t>
            </a:r>
            <a:endParaRPr/>
          </a:p>
        </p:txBody>
      </p:sp>
      <p:sp>
        <p:nvSpPr>
          <p:cNvPr id="1091" name="Google Shape;1091;p45"/>
          <p:cNvSpPr txBox="1">
            <a:spLocks noGrp="1"/>
          </p:cNvSpPr>
          <p:nvPr>
            <p:ph type="title" idx="4"/>
          </p:nvPr>
        </p:nvSpPr>
        <p:spPr>
          <a:xfrm>
            <a:off x="50302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80%</a:t>
            </a:r>
            <a:endParaRPr/>
          </a:p>
        </p:txBody>
      </p:sp>
      <p:sp>
        <p:nvSpPr>
          <p:cNvPr id="1092" name="Google Shape;1092;p45"/>
          <p:cNvSpPr txBox="1">
            <a:spLocks noGrp="1"/>
          </p:cNvSpPr>
          <p:nvPr>
            <p:ph type="title" idx="5"/>
          </p:nvPr>
        </p:nvSpPr>
        <p:spPr>
          <a:xfrm>
            <a:off x="69393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75%</a:t>
            </a:r>
            <a:endParaRPr/>
          </a:p>
        </p:txBody>
      </p:sp>
      <p:sp>
        <p:nvSpPr>
          <p:cNvPr id="1093" name="Google Shape;1093;p45"/>
          <p:cNvSpPr txBox="1">
            <a:spLocks noGrp="1"/>
          </p:cNvSpPr>
          <p:nvPr>
            <p:ph type="subTitle" idx="1"/>
          </p:nvPr>
        </p:nvSpPr>
        <p:spPr>
          <a:xfrm>
            <a:off x="1147475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094" name="Google Shape;1094;p45"/>
          <p:cNvSpPr txBox="1">
            <a:spLocks noGrp="1"/>
          </p:cNvSpPr>
          <p:nvPr>
            <p:ph type="subTitle" idx="6"/>
          </p:nvPr>
        </p:nvSpPr>
        <p:spPr>
          <a:xfrm>
            <a:off x="305655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095" name="Google Shape;1095;p45"/>
          <p:cNvSpPr txBox="1">
            <a:spLocks noGrp="1"/>
          </p:cNvSpPr>
          <p:nvPr>
            <p:ph type="subTitle" idx="7"/>
          </p:nvPr>
        </p:nvSpPr>
        <p:spPr>
          <a:xfrm>
            <a:off x="4965625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096" name="Google Shape;1096;p45"/>
          <p:cNvSpPr txBox="1">
            <a:spLocks noGrp="1"/>
          </p:cNvSpPr>
          <p:nvPr>
            <p:ph type="subTitle" idx="8"/>
          </p:nvPr>
        </p:nvSpPr>
        <p:spPr>
          <a:xfrm>
            <a:off x="687470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097" name="Google Shape;1097;p45"/>
          <p:cNvSpPr txBox="1">
            <a:spLocks noGrp="1"/>
          </p:cNvSpPr>
          <p:nvPr>
            <p:ph type="subTitle" idx="9"/>
          </p:nvPr>
        </p:nvSpPr>
        <p:spPr>
          <a:xfrm>
            <a:off x="1041500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1098" name="Google Shape;1098;p45"/>
          <p:cNvSpPr txBox="1">
            <a:spLocks noGrp="1"/>
          </p:cNvSpPr>
          <p:nvPr>
            <p:ph type="subTitle" idx="13"/>
          </p:nvPr>
        </p:nvSpPr>
        <p:spPr>
          <a:xfrm>
            <a:off x="2950597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composed of hydrogen and helium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45"/>
          <p:cNvSpPr txBox="1">
            <a:spLocks noGrp="1"/>
          </p:cNvSpPr>
          <p:nvPr>
            <p:ph type="subTitle" idx="14"/>
          </p:nvPr>
        </p:nvSpPr>
        <p:spPr>
          <a:xfrm>
            <a:off x="4859695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cold place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45"/>
          <p:cNvSpPr txBox="1">
            <a:spLocks noGrp="1"/>
          </p:cNvSpPr>
          <p:nvPr>
            <p:ph type="subTitle" idx="15"/>
          </p:nvPr>
        </p:nvSpPr>
        <p:spPr>
          <a:xfrm>
            <a:off x="6768792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biggest object in the Solar System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SHARE</a:t>
            </a:r>
            <a:endParaRPr/>
          </a:p>
        </p:txBody>
      </p:sp>
      <p:sp>
        <p:nvSpPr>
          <p:cNvPr id="1106" name="Google Shape;1106;p46"/>
          <p:cNvSpPr txBox="1"/>
          <p:nvPr/>
        </p:nvSpPr>
        <p:spPr>
          <a:xfrm>
            <a:off x="720131" y="1414450"/>
            <a:ext cx="1323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MERCURY</a:t>
            </a:r>
            <a:endParaRPr sz="18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07" name="Google Shape;1107;p46"/>
          <p:cNvSpPr txBox="1"/>
          <p:nvPr/>
        </p:nvSpPr>
        <p:spPr>
          <a:xfrm>
            <a:off x="7101000" y="3003444"/>
            <a:ext cx="1323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rPr>
              <a:t>JUPITER</a:t>
            </a:r>
            <a:endParaRPr sz="1800">
              <a:solidFill>
                <a:schemeClr val="accent4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08" name="Google Shape;1108;p46"/>
          <p:cNvSpPr txBox="1"/>
          <p:nvPr/>
        </p:nvSpPr>
        <p:spPr>
          <a:xfrm>
            <a:off x="7101000" y="1414438"/>
            <a:ext cx="1323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NEPTUNE</a:t>
            </a:r>
            <a:endParaRPr sz="18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09" name="Google Shape;1109;p46"/>
          <p:cNvSpPr txBox="1"/>
          <p:nvPr/>
        </p:nvSpPr>
        <p:spPr>
          <a:xfrm>
            <a:off x="720000" y="1712825"/>
            <a:ext cx="13230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object to the Sun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0" name="Google Shape;1110;p46"/>
          <p:cNvSpPr txBox="1"/>
          <p:nvPr/>
        </p:nvSpPr>
        <p:spPr>
          <a:xfrm>
            <a:off x="7101000" y="3301824"/>
            <a:ext cx="13230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46"/>
          <p:cNvSpPr txBox="1"/>
          <p:nvPr/>
        </p:nvSpPr>
        <p:spPr>
          <a:xfrm>
            <a:off x="7101000" y="1712800"/>
            <a:ext cx="13230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2" name="Google Shape;1112;p46"/>
          <p:cNvSpPr txBox="1"/>
          <p:nvPr/>
        </p:nvSpPr>
        <p:spPr>
          <a:xfrm>
            <a:off x="720131" y="3003450"/>
            <a:ext cx="1323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MARS</a:t>
            </a:r>
            <a:endParaRPr sz="180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13" name="Google Shape;1113;p46"/>
          <p:cNvSpPr txBox="1"/>
          <p:nvPr/>
        </p:nvSpPr>
        <p:spPr>
          <a:xfrm>
            <a:off x="720000" y="3301825"/>
            <a:ext cx="13230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46"/>
          <p:cNvSpPr txBox="1"/>
          <p:nvPr/>
        </p:nvSpPr>
        <p:spPr>
          <a:xfrm>
            <a:off x="720150" y="4325675"/>
            <a:ext cx="77040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69999" marR="22346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modify this graph, click on it, follow the link, change the data and paste the new graph here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5" name="Google Shape;1115;p46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3062" y="991868"/>
            <a:ext cx="3337876" cy="3181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ANALYSIS</a:t>
            </a:r>
            <a:endParaRPr/>
          </a:p>
        </p:txBody>
      </p:sp>
      <p:graphicFrame>
        <p:nvGraphicFramePr>
          <p:cNvPr id="1121" name="Google Shape;1121;p47"/>
          <p:cNvGraphicFramePr/>
          <p:nvPr/>
        </p:nvGraphicFramePr>
        <p:xfrm>
          <a:off x="1534125" y="1750500"/>
          <a:ext cx="6075750" cy="2477975"/>
        </p:xfrm>
        <a:graphic>
          <a:graphicData uri="http://schemas.openxmlformats.org/drawingml/2006/table">
            <a:tbl>
              <a:tblPr>
                <a:noFill/>
                <a:tableStyleId>{8A47CBFA-3E63-4E3D-B1D6-BE4D71F31FAB}</a:tableStyleId>
              </a:tblPr>
              <a:tblGrid>
                <a:gridCol w="121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JUPITER</a:t>
                      </a:r>
                      <a:endParaRPr>
                        <a:solidFill>
                          <a:schemeClr val="accent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MERCURY</a:t>
                      </a:r>
                      <a:endParaRPr>
                        <a:solidFill>
                          <a:schemeClr val="accent2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VENUS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MARS</a:t>
                      </a:r>
                      <a:endParaRPr>
                        <a:solidFill>
                          <a:schemeClr val="accent4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COMPETITOR 01</a:t>
                      </a:r>
                      <a:endParaRPr sz="12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COMPETITOR 02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COMPETITOR 03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22" name="Google Shape;1122;p47"/>
          <p:cNvGrpSpPr/>
          <p:nvPr/>
        </p:nvGrpSpPr>
        <p:grpSpPr>
          <a:xfrm>
            <a:off x="6854939" y="1360025"/>
            <a:ext cx="358199" cy="359154"/>
            <a:chOff x="-48633950" y="1972600"/>
            <a:chExt cx="300100" cy="300900"/>
          </a:xfrm>
        </p:grpSpPr>
        <p:sp>
          <p:nvSpPr>
            <p:cNvPr id="1123" name="Google Shape;1123;p47"/>
            <p:cNvSpPr/>
            <p:nvPr/>
          </p:nvSpPr>
          <p:spPr>
            <a:xfrm>
              <a:off x="-48633950" y="1972600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1418" y="756"/>
                  </a:moveTo>
                  <a:lnTo>
                    <a:pt x="1418" y="1481"/>
                  </a:lnTo>
                  <a:lnTo>
                    <a:pt x="693" y="1481"/>
                  </a:lnTo>
                  <a:lnTo>
                    <a:pt x="693" y="756"/>
                  </a:lnTo>
                  <a:close/>
                  <a:moveTo>
                    <a:pt x="11310" y="756"/>
                  </a:moveTo>
                  <a:lnTo>
                    <a:pt x="11310" y="1481"/>
                  </a:lnTo>
                  <a:lnTo>
                    <a:pt x="10586" y="1481"/>
                  </a:lnTo>
                  <a:lnTo>
                    <a:pt x="10586" y="756"/>
                  </a:lnTo>
                  <a:close/>
                  <a:moveTo>
                    <a:pt x="9893" y="1418"/>
                  </a:moveTo>
                  <a:lnTo>
                    <a:pt x="9893" y="1796"/>
                  </a:lnTo>
                  <a:cubicBezTo>
                    <a:pt x="9893" y="1985"/>
                    <a:pt x="10050" y="2143"/>
                    <a:pt x="10239" y="2143"/>
                  </a:cubicBezTo>
                  <a:lnTo>
                    <a:pt x="10586" y="2143"/>
                  </a:lnTo>
                  <a:lnTo>
                    <a:pt x="10586" y="5293"/>
                  </a:lnTo>
                  <a:cubicBezTo>
                    <a:pt x="10365" y="5104"/>
                    <a:pt x="10050" y="4915"/>
                    <a:pt x="9672" y="4663"/>
                  </a:cubicBezTo>
                  <a:cubicBezTo>
                    <a:pt x="8822" y="4159"/>
                    <a:pt x="7530" y="3560"/>
                    <a:pt x="6018" y="3560"/>
                  </a:cubicBezTo>
                  <a:cubicBezTo>
                    <a:pt x="4537" y="3560"/>
                    <a:pt x="3214" y="4159"/>
                    <a:pt x="2363" y="4663"/>
                  </a:cubicBezTo>
                  <a:cubicBezTo>
                    <a:pt x="2017" y="4852"/>
                    <a:pt x="1701" y="5104"/>
                    <a:pt x="1449" y="5293"/>
                  </a:cubicBezTo>
                  <a:lnTo>
                    <a:pt x="1449" y="2143"/>
                  </a:lnTo>
                  <a:lnTo>
                    <a:pt x="1764" y="2143"/>
                  </a:lnTo>
                  <a:cubicBezTo>
                    <a:pt x="1954" y="2143"/>
                    <a:pt x="2111" y="1985"/>
                    <a:pt x="2111" y="1796"/>
                  </a:cubicBezTo>
                  <a:lnTo>
                    <a:pt x="2111" y="1418"/>
                  </a:lnTo>
                  <a:close/>
                  <a:moveTo>
                    <a:pt x="8065" y="4695"/>
                  </a:moveTo>
                  <a:cubicBezTo>
                    <a:pt x="8538" y="4915"/>
                    <a:pt x="8979" y="5104"/>
                    <a:pt x="9326" y="5293"/>
                  </a:cubicBezTo>
                  <a:cubicBezTo>
                    <a:pt x="9798" y="5577"/>
                    <a:pt x="10208" y="5860"/>
                    <a:pt x="10428" y="6049"/>
                  </a:cubicBezTo>
                  <a:cubicBezTo>
                    <a:pt x="10208" y="6238"/>
                    <a:pt x="9798" y="6522"/>
                    <a:pt x="9326" y="6805"/>
                  </a:cubicBezTo>
                  <a:cubicBezTo>
                    <a:pt x="8979" y="6994"/>
                    <a:pt x="8570" y="7215"/>
                    <a:pt x="8065" y="7372"/>
                  </a:cubicBezTo>
                  <a:cubicBezTo>
                    <a:pt x="8349" y="6994"/>
                    <a:pt x="8475" y="6522"/>
                    <a:pt x="8475" y="6049"/>
                  </a:cubicBezTo>
                  <a:cubicBezTo>
                    <a:pt x="8475" y="5514"/>
                    <a:pt x="8318" y="5104"/>
                    <a:pt x="8065" y="4695"/>
                  </a:cubicBezTo>
                  <a:close/>
                  <a:moveTo>
                    <a:pt x="3970" y="4726"/>
                  </a:moveTo>
                  <a:cubicBezTo>
                    <a:pt x="3718" y="5136"/>
                    <a:pt x="3592" y="5608"/>
                    <a:pt x="3592" y="6081"/>
                  </a:cubicBezTo>
                  <a:cubicBezTo>
                    <a:pt x="3529" y="6553"/>
                    <a:pt x="3686" y="7026"/>
                    <a:pt x="3970" y="7435"/>
                  </a:cubicBezTo>
                  <a:cubicBezTo>
                    <a:pt x="3497" y="7215"/>
                    <a:pt x="3056" y="7026"/>
                    <a:pt x="2710" y="6837"/>
                  </a:cubicBezTo>
                  <a:cubicBezTo>
                    <a:pt x="2237" y="6553"/>
                    <a:pt x="1859" y="6270"/>
                    <a:pt x="1607" y="6081"/>
                  </a:cubicBezTo>
                  <a:cubicBezTo>
                    <a:pt x="1859" y="5892"/>
                    <a:pt x="2237" y="5608"/>
                    <a:pt x="2710" y="5325"/>
                  </a:cubicBezTo>
                  <a:cubicBezTo>
                    <a:pt x="3056" y="5136"/>
                    <a:pt x="3466" y="4915"/>
                    <a:pt x="3970" y="4726"/>
                  </a:cubicBezTo>
                  <a:close/>
                  <a:moveTo>
                    <a:pt x="6018" y="4285"/>
                  </a:moveTo>
                  <a:cubicBezTo>
                    <a:pt x="6994" y="4285"/>
                    <a:pt x="7782" y="5073"/>
                    <a:pt x="7782" y="6049"/>
                  </a:cubicBezTo>
                  <a:cubicBezTo>
                    <a:pt x="7782" y="7026"/>
                    <a:pt x="6994" y="7814"/>
                    <a:pt x="6018" y="7814"/>
                  </a:cubicBezTo>
                  <a:cubicBezTo>
                    <a:pt x="5041" y="7814"/>
                    <a:pt x="4253" y="7026"/>
                    <a:pt x="4253" y="6049"/>
                  </a:cubicBezTo>
                  <a:cubicBezTo>
                    <a:pt x="4253" y="5073"/>
                    <a:pt x="5041" y="4285"/>
                    <a:pt x="6018" y="4285"/>
                  </a:cubicBezTo>
                  <a:close/>
                  <a:moveTo>
                    <a:pt x="10554" y="6805"/>
                  </a:moveTo>
                  <a:lnTo>
                    <a:pt x="10554" y="9956"/>
                  </a:lnTo>
                  <a:lnTo>
                    <a:pt x="10239" y="9956"/>
                  </a:lnTo>
                  <a:cubicBezTo>
                    <a:pt x="10050" y="9956"/>
                    <a:pt x="9893" y="10113"/>
                    <a:pt x="9893" y="10302"/>
                  </a:cubicBezTo>
                  <a:lnTo>
                    <a:pt x="9893" y="10649"/>
                  </a:lnTo>
                  <a:lnTo>
                    <a:pt x="2143" y="10649"/>
                  </a:lnTo>
                  <a:lnTo>
                    <a:pt x="2143" y="10302"/>
                  </a:lnTo>
                  <a:cubicBezTo>
                    <a:pt x="2143" y="10113"/>
                    <a:pt x="1985" y="9956"/>
                    <a:pt x="1764" y="9956"/>
                  </a:cubicBezTo>
                  <a:lnTo>
                    <a:pt x="1418" y="9956"/>
                  </a:lnTo>
                  <a:lnTo>
                    <a:pt x="1418" y="6805"/>
                  </a:lnTo>
                  <a:cubicBezTo>
                    <a:pt x="1670" y="6994"/>
                    <a:pt x="1985" y="7183"/>
                    <a:pt x="2332" y="7435"/>
                  </a:cubicBezTo>
                  <a:cubicBezTo>
                    <a:pt x="3182" y="7940"/>
                    <a:pt x="4505" y="8538"/>
                    <a:pt x="5986" y="8538"/>
                  </a:cubicBezTo>
                  <a:cubicBezTo>
                    <a:pt x="7498" y="8538"/>
                    <a:pt x="8790" y="7940"/>
                    <a:pt x="9641" y="7435"/>
                  </a:cubicBezTo>
                  <a:cubicBezTo>
                    <a:pt x="10019" y="7215"/>
                    <a:pt x="10334" y="6994"/>
                    <a:pt x="10554" y="6805"/>
                  </a:cubicBezTo>
                  <a:close/>
                  <a:moveTo>
                    <a:pt x="1418" y="10617"/>
                  </a:moveTo>
                  <a:lnTo>
                    <a:pt x="1418" y="11311"/>
                  </a:lnTo>
                  <a:lnTo>
                    <a:pt x="693" y="11311"/>
                  </a:lnTo>
                  <a:lnTo>
                    <a:pt x="693" y="10617"/>
                  </a:lnTo>
                  <a:close/>
                  <a:moveTo>
                    <a:pt x="11310" y="10617"/>
                  </a:moveTo>
                  <a:lnTo>
                    <a:pt x="11310" y="11311"/>
                  </a:lnTo>
                  <a:lnTo>
                    <a:pt x="10586" y="11311"/>
                  </a:lnTo>
                  <a:lnTo>
                    <a:pt x="10586" y="10617"/>
                  </a:lnTo>
                  <a:close/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lnTo>
                    <a:pt x="0" y="1796"/>
                  </a:lnTo>
                  <a:cubicBezTo>
                    <a:pt x="0" y="1985"/>
                    <a:pt x="158" y="2143"/>
                    <a:pt x="347" y="2143"/>
                  </a:cubicBezTo>
                  <a:lnTo>
                    <a:pt x="693" y="2143"/>
                  </a:lnTo>
                  <a:lnTo>
                    <a:pt x="693" y="9893"/>
                  </a:lnTo>
                  <a:lnTo>
                    <a:pt x="347" y="9893"/>
                  </a:lnTo>
                  <a:cubicBezTo>
                    <a:pt x="158" y="9893"/>
                    <a:pt x="0" y="10050"/>
                    <a:pt x="0" y="10239"/>
                  </a:cubicBezTo>
                  <a:lnTo>
                    <a:pt x="0" y="11657"/>
                  </a:lnTo>
                  <a:cubicBezTo>
                    <a:pt x="0" y="11878"/>
                    <a:pt x="158" y="12035"/>
                    <a:pt x="347" y="12035"/>
                  </a:cubicBezTo>
                  <a:lnTo>
                    <a:pt x="1764" y="12035"/>
                  </a:lnTo>
                  <a:cubicBezTo>
                    <a:pt x="1954" y="12035"/>
                    <a:pt x="2111" y="11878"/>
                    <a:pt x="2111" y="11657"/>
                  </a:cubicBezTo>
                  <a:lnTo>
                    <a:pt x="2111" y="11311"/>
                  </a:lnTo>
                  <a:lnTo>
                    <a:pt x="9893" y="11311"/>
                  </a:lnTo>
                  <a:lnTo>
                    <a:pt x="9893" y="11657"/>
                  </a:lnTo>
                  <a:cubicBezTo>
                    <a:pt x="9893" y="11878"/>
                    <a:pt x="10050" y="12035"/>
                    <a:pt x="10239" y="12035"/>
                  </a:cubicBezTo>
                  <a:lnTo>
                    <a:pt x="11657" y="12035"/>
                  </a:lnTo>
                  <a:cubicBezTo>
                    <a:pt x="11846" y="12035"/>
                    <a:pt x="12004" y="11878"/>
                    <a:pt x="12004" y="11657"/>
                  </a:cubicBezTo>
                  <a:lnTo>
                    <a:pt x="12004" y="10239"/>
                  </a:lnTo>
                  <a:cubicBezTo>
                    <a:pt x="12004" y="10050"/>
                    <a:pt x="11846" y="9893"/>
                    <a:pt x="11657" y="9893"/>
                  </a:cubicBezTo>
                  <a:lnTo>
                    <a:pt x="11310" y="9893"/>
                  </a:lnTo>
                  <a:lnTo>
                    <a:pt x="11310" y="2143"/>
                  </a:lnTo>
                  <a:lnTo>
                    <a:pt x="11657" y="2143"/>
                  </a:lnTo>
                  <a:cubicBezTo>
                    <a:pt x="11846" y="2143"/>
                    <a:pt x="12004" y="1985"/>
                    <a:pt x="12004" y="1796"/>
                  </a:cubicBezTo>
                  <a:lnTo>
                    <a:pt x="12004" y="378"/>
                  </a:lnTo>
                  <a:cubicBezTo>
                    <a:pt x="12004" y="189"/>
                    <a:pt x="11846" y="0"/>
                    <a:pt x="11657" y="0"/>
                  </a:cubicBezTo>
                  <a:lnTo>
                    <a:pt x="10239" y="0"/>
                  </a:lnTo>
                  <a:cubicBezTo>
                    <a:pt x="10050" y="0"/>
                    <a:pt x="9893" y="189"/>
                    <a:pt x="9893" y="378"/>
                  </a:cubicBezTo>
                  <a:lnTo>
                    <a:pt x="9893" y="725"/>
                  </a:lnTo>
                  <a:lnTo>
                    <a:pt x="2111" y="725"/>
                  </a:lnTo>
                  <a:lnTo>
                    <a:pt x="2111" y="378"/>
                  </a:lnTo>
                  <a:cubicBezTo>
                    <a:pt x="2111" y="189"/>
                    <a:pt x="1954" y="0"/>
                    <a:pt x="1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7"/>
            <p:cNvSpPr/>
            <p:nvPr/>
          </p:nvSpPr>
          <p:spPr>
            <a:xfrm>
              <a:off x="-48509525" y="2097050"/>
              <a:ext cx="52800" cy="52775"/>
            </a:xfrm>
            <a:custGeom>
              <a:avLst/>
              <a:gdLst/>
              <a:ahLst/>
              <a:cxnLst/>
              <a:rect l="l" t="t" r="r" b="b"/>
              <a:pathLst>
                <a:path w="2112" h="2111" extrusionOk="0">
                  <a:moveTo>
                    <a:pt x="1041" y="725"/>
                  </a:moveTo>
                  <a:cubicBezTo>
                    <a:pt x="1230" y="725"/>
                    <a:pt x="1387" y="882"/>
                    <a:pt x="1387" y="1071"/>
                  </a:cubicBezTo>
                  <a:cubicBezTo>
                    <a:pt x="1387" y="1260"/>
                    <a:pt x="1230" y="1418"/>
                    <a:pt x="1041" y="1418"/>
                  </a:cubicBezTo>
                  <a:cubicBezTo>
                    <a:pt x="852" y="1418"/>
                    <a:pt x="694" y="1260"/>
                    <a:pt x="694" y="1071"/>
                  </a:cubicBezTo>
                  <a:cubicBezTo>
                    <a:pt x="694" y="882"/>
                    <a:pt x="852" y="725"/>
                    <a:pt x="1041" y="725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71"/>
                  </a:cubicBezTo>
                  <a:cubicBezTo>
                    <a:pt x="1" y="1670"/>
                    <a:pt x="442" y="2111"/>
                    <a:pt x="1041" y="2111"/>
                  </a:cubicBezTo>
                  <a:cubicBezTo>
                    <a:pt x="1639" y="2111"/>
                    <a:pt x="2112" y="1670"/>
                    <a:pt x="2112" y="1071"/>
                  </a:cubicBezTo>
                  <a:cubicBezTo>
                    <a:pt x="2112" y="473"/>
                    <a:pt x="1639" y="0"/>
                    <a:pt x="10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47"/>
          <p:cNvGrpSpPr/>
          <p:nvPr/>
        </p:nvGrpSpPr>
        <p:grpSpPr>
          <a:xfrm>
            <a:off x="5593356" y="1360488"/>
            <a:ext cx="361004" cy="358229"/>
            <a:chOff x="-48266125" y="1973375"/>
            <a:chExt cx="302450" cy="300125"/>
          </a:xfrm>
        </p:grpSpPr>
        <p:sp>
          <p:nvSpPr>
            <p:cNvPr id="1126" name="Google Shape;1126;p47"/>
            <p:cNvSpPr/>
            <p:nvPr/>
          </p:nvSpPr>
          <p:spPr>
            <a:xfrm>
              <a:off x="-48212575" y="2045050"/>
              <a:ext cx="122900" cy="123700"/>
            </a:xfrm>
            <a:custGeom>
              <a:avLst/>
              <a:gdLst/>
              <a:ahLst/>
              <a:cxnLst/>
              <a:rect l="l" t="t" r="r" b="b"/>
              <a:pathLst>
                <a:path w="4916" h="4948" extrusionOk="0">
                  <a:moveTo>
                    <a:pt x="1765" y="662"/>
                  </a:moveTo>
                  <a:cubicBezTo>
                    <a:pt x="2237" y="662"/>
                    <a:pt x="2647" y="946"/>
                    <a:pt x="2741" y="1387"/>
                  </a:cubicBezTo>
                  <a:lnTo>
                    <a:pt x="1765" y="1387"/>
                  </a:lnTo>
                  <a:cubicBezTo>
                    <a:pt x="1576" y="1387"/>
                    <a:pt x="1418" y="1545"/>
                    <a:pt x="1418" y="1734"/>
                  </a:cubicBezTo>
                  <a:lnTo>
                    <a:pt x="1418" y="2710"/>
                  </a:lnTo>
                  <a:cubicBezTo>
                    <a:pt x="1009" y="2584"/>
                    <a:pt x="725" y="2206"/>
                    <a:pt x="725" y="1734"/>
                  </a:cubicBezTo>
                  <a:cubicBezTo>
                    <a:pt x="725" y="1135"/>
                    <a:pt x="1166" y="662"/>
                    <a:pt x="1765" y="662"/>
                  </a:cubicBezTo>
                  <a:close/>
                  <a:moveTo>
                    <a:pt x="2741" y="2080"/>
                  </a:moveTo>
                  <a:cubicBezTo>
                    <a:pt x="2647" y="2395"/>
                    <a:pt x="2395" y="2616"/>
                    <a:pt x="2111" y="2710"/>
                  </a:cubicBezTo>
                  <a:lnTo>
                    <a:pt x="2111" y="2080"/>
                  </a:lnTo>
                  <a:close/>
                  <a:moveTo>
                    <a:pt x="4254" y="2080"/>
                  </a:moveTo>
                  <a:lnTo>
                    <a:pt x="4254" y="4191"/>
                  </a:lnTo>
                  <a:lnTo>
                    <a:pt x="2143" y="4191"/>
                  </a:lnTo>
                  <a:lnTo>
                    <a:pt x="2143" y="3466"/>
                  </a:lnTo>
                  <a:cubicBezTo>
                    <a:pt x="2804" y="3309"/>
                    <a:pt x="3340" y="2805"/>
                    <a:pt x="3497" y="2080"/>
                  </a:cubicBezTo>
                  <a:close/>
                  <a:moveTo>
                    <a:pt x="1765" y="1"/>
                  </a:moveTo>
                  <a:cubicBezTo>
                    <a:pt x="788" y="1"/>
                    <a:pt x="0" y="788"/>
                    <a:pt x="0" y="1765"/>
                  </a:cubicBezTo>
                  <a:cubicBezTo>
                    <a:pt x="0" y="2616"/>
                    <a:pt x="599" y="3340"/>
                    <a:pt x="1418" y="3498"/>
                  </a:cubicBezTo>
                  <a:lnTo>
                    <a:pt x="1418" y="4601"/>
                  </a:lnTo>
                  <a:cubicBezTo>
                    <a:pt x="1418" y="4790"/>
                    <a:pt x="1576" y="4947"/>
                    <a:pt x="1765" y="4947"/>
                  </a:cubicBezTo>
                  <a:lnTo>
                    <a:pt x="4569" y="4947"/>
                  </a:lnTo>
                  <a:cubicBezTo>
                    <a:pt x="4758" y="4947"/>
                    <a:pt x="4915" y="4790"/>
                    <a:pt x="4915" y="4601"/>
                  </a:cubicBezTo>
                  <a:lnTo>
                    <a:pt x="4915" y="1797"/>
                  </a:lnTo>
                  <a:cubicBezTo>
                    <a:pt x="4915" y="1576"/>
                    <a:pt x="4758" y="1419"/>
                    <a:pt x="4600" y="1419"/>
                  </a:cubicBezTo>
                  <a:lnTo>
                    <a:pt x="3497" y="1419"/>
                  </a:lnTo>
                  <a:cubicBezTo>
                    <a:pt x="3340" y="631"/>
                    <a:pt x="2647" y="1"/>
                    <a:pt x="17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7"/>
            <p:cNvSpPr/>
            <p:nvPr/>
          </p:nvSpPr>
          <p:spPr>
            <a:xfrm>
              <a:off x="-48266125" y="1973375"/>
              <a:ext cx="230000" cy="300125"/>
            </a:xfrm>
            <a:custGeom>
              <a:avLst/>
              <a:gdLst/>
              <a:ahLst/>
              <a:cxnLst/>
              <a:rect l="l" t="t" r="r" b="b"/>
              <a:pathLst>
                <a:path w="9200" h="12005" extrusionOk="0">
                  <a:moveTo>
                    <a:pt x="7057" y="1198"/>
                  </a:moveTo>
                  <a:lnTo>
                    <a:pt x="7971" y="2112"/>
                  </a:lnTo>
                  <a:lnTo>
                    <a:pt x="7057" y="2112"/>
                  </a:lnTo>
                  <a:lnTo>
                    <a:pt x="7057" y="1198"/>
                  </a:lnTo>
                  <a:close/>
                  <a:moveTo>
                    <a:pt x="6396" y="694"/>
                  </a:moveTo>
                  <a:lnTo>
                    <a:pt x="6396" y="2458"/>
                  </a:lnTo>
                  <a:cubicBezTo>
                    <a:pt x="6396" y="2679"/>
                    <a:pt x="6553" y="2836"/>
                    <a:pt x="6742" y="2836"/>
                  </a:cubicBezTo>
                  <a:lnTo>
                    <a:pt x="8506" y="2836"/>
                  </a:lnTo>
                  <a:lnTo>
                    <a:pt x="8506" y="11280"/>
                  </a:lnTo>
                  <a:lnTo>
                    <a:pt x="756" y="11280"/>
                  </a:lnTo>
                  <a:lnTo>
                    <a:pt x="756" y="694"/>
                  </a:lnTo>
                  <a:close/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1658"/>
                  </a:lnTo>
                  <a:cubicBezTo>
                    <a:pt x="0" y="11847"/>
                    <a:pt x="158" y="12004"/>
                    <a:pt x="378" y="12004"/>
                  </a:cubicBezTo>
                  <a:lnTo>
                    <a:pt x="8790" y="12004"/>
                  </a:lnTo>
                  <a:cubicBezTo>
                    <a:pt x="8979" y="12004"/>
                    <a:pt x="9136" y="11847"/>
                    <a:pt x="9136" y="11658"/>
                  </a:cubicBezTo>
                  <a:lnTo>
                    <a:pt x="9136" y="2458"/>
                  </a:lnTo>
                  <a:cubicBezTo>
                    <a:pt x="9199" y="2395"/>
                    <a:pt x="9168" y="2301"/>
                    <a:pt x="9073" y="2238"/>
                  </a:cubicBezTo>
                  <a:lnTo>
                    <a:pt x="6931" y="95"/>
                  </a:lnTo>
                  <a:cubicBezTo>
                    <a:pt x="6868" y="32"/>
                    <a:pt x="6805" y="1"/>
                    <a:pt x="67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7"/>
            <p:cNvSpPr/>
            <p:nvPr/>
          </p:nvSpPr>
          <p:spPr>
            <a:xfrm>
              <a:off x="-48018025" y="1991500"/>
              <a:ext cx="54350" cy="282000"/>
            </a:xfrm>
            <a:custGeom>
              <a:avLst/>
              <a:gdLst/>
              <a:ahLst/>
              <a:cxnLst/>
              <a:rect l="l" t="t" r="r" b="b"/>
              <a:pathLst>
                <a:path w="2174" h="11280" extrusionOk="0">
                  <a:moveTo>
                    <a:pt x="1071" y="1481"/>
                  </a:moveTo>
                  <a:lnTo>
                    <a:pt x="1260" y="2111"/>
                  </a:lnTo>
                  <a:lnTo>
                    <a:pt x="851" y="2111"/>
                  </a:lnTo>
                  <a:lnTo>
                    <a:pt x="1071" y="1481"/>
                  </a:lnTo>
                  <a:close/>
                  <a:moveTo>
                    <a:pt x="1418" y="2836"/>
                  </a:moveTo>
                  <a:lnTo>
                    <a:pt x="1418" y="7247"/>
                  </a:lnTo>
                  <a:lnTo>
                    <a:pt x="725" y="7247"/>
                  </a:lnTo>
                  <a:lnTo>
                    <a:pt x="725" y="2836"/>
                  </a:lnTo>
                  <a:close/>
                  <a:moveTo>
                    <a:pt x="1418" y="7971"/>
                  </a:moveTo>
                  <a:lnTo>
                    <a:pt x="1418" y="8664"/>
                  </a:lnTo>
                  <a:lnTo>
                    <a:pt x="725" y="8664"/>
                  </a:lnTo>
                  <a:lnTo>
                    <a:pt x="725" y="7971"/>
                  </a:lnTo>
                  <a:close/>
                  <a:moveTo>
                    <a:pt x="1449" y="9357"/>
                  </a:moveTo>
                  <a:lnTo>
                    <a:pt x="1449" y="10208"/>
                  </a:lnTo>
                  <a:cubicBezTo>
                    <a:pt x="1418" y="10397"/>
                    <a:pt x="1260" y="10555"/>
                    <a:pt x="1071" y="10555"/>
                  </a:cubicBezTo>
                  <a:cubicBezTo>
                    <a:pt x="882" y="10555"/>
                    <a:pt x="725" y="10397"/>
                    <a:pt x="725" y="10208"/>
                  </a:cubicBezTo>
                  <a:lnTo>
                    <a:pt x="725" y="9357"/>
                  </a:lnTo>
                  <a:close/>
                  <a:moveTo>
                    <a:pt x="1071" y="0"/>
                  </a:moveTo>
                  <a:cubicBezTo>
                    <a:pt x="945" y="0"/>
                    <a:pt x="788" y="95"/>
                    <a:pt x="756" y="253"/>
                  </a:cubicBezTo>
                  <a:cubicBezTo>
                    <a:pt x="0" y="2489"/>
                    <a:pt x="63" y="2363"/>
                    <a:pt x="63" y="2458"/>
                  </a:cubicBezTo>
                  <a:lnTo>
                    <a:pt x="63" y="10208"/>
                  </a:lnTo>
                  <a:cubicBezTo>
                    <a:pt x="63" y="10807"/>
                    <a:pt x="536" y="11279"/>
                    <a:pt x="1103" y="11279"/>
                  </a:cubicBezTo>
                  <a:cubicBezTo>
                    <a:pt x="1701" y="11279"/>
                    <a:pt x="2174" y="10807"/>
                    <a:pt x="2174" y="10208"/>
                  </a:cubicBezTo>
                  <a:lnTo>
                    <a:pt x="2111" y="2458"/>
                  </a:lnTo>
                  <a:lnTo>
                    <a:pt x="2111" y="2458"/>
                  </a:lnTo>
                  <a:cubicBezTo>
                    <a:pt x="2121" y="2468"/>
                    <a:pt x="2128" y="2472"/>
                    <a:pt x="2132" y="2472"/>
                  </a:cubicBezTo>
                  <a:cubicBezTo>
                    <a:pt x="2139" y="2472"/>
                    <a:pt x="2132" y="2458"/>
                    <a:pt x="2111" y="2458"/>
                  </a:cubicBezTo>
                  <a:lnTo>
                    <a:pt x="2111" y="2458"/>
                  </a:lnTo>
                  <a:lnTo>
                    <a:pt x="2111" y="2458"/>
                  </a:lnTo>
                  <a:cubicBezTo>
                    <a:pt x="2111" y="2363"/>
                    <a:pt x="2142" y="2584"/>
                    <a:pt x="1386" y="253"/>
                  </a:cubicBezTo>
                  <a:cubicBezTo>
                    <a:pt x="1355" y="95"/>
                    <a:pt x="1197" y="0"/>
                    <a:pt x="10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7"/>
            <p:cNvSpPr/>
            <p:nvPr/>
          </p:nvSpPr>
          <p:spPr>
            <a:xfrm>
              <a:off x="-48211800" y="2221475"/>
              <a:ext cx="122900" cy="17350"/>
            </a:xfrm>
            <a:custGeom>
              <a:avLst/>
              <a:gdLst/>
              <a:ahLst/>
              <a:cxnLst/>
              <a:rect l="l" t="t" r="r" b="b"/>
              <a:pathLst>
                <a:path w="491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4569" y="694"/>
                  </a:lnTo>
                  <a:cubicBezTo>
                    <a:pt x="4758" y="694"/>
                    <a:pt x="4916" y="536"/>
                    <a:pt x="4916" y="347"/>
                  </a:cubicBezTo>
                  <a:cubicBezTo>
                    <a:pt x="4884" y="158"/>
                    <a:pt x="4727" y="1"/>
                    <a:pt x="45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7"/>
            <p:cNvSpPr/>
            <p:nvPr/>
          </p:nvSpPr>
          <p:spPr>
            <a:xfrm>
              <a:off x="-48211800" y="2185250"/>
              <a:ext cx="87450" cy="18150"/>
            </a:xfrm>
            <a:custGeom>
              <a:avLst/>
              <a:gdLst/>
              <a:ahLst/>
              <a:cxnLst/>
              <a:rect l="l" t="t" r="r" b="b"/>
              <a:pathLst>
                <a:path w="3498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3151" y="725"/>
                  </a:lnTo>
                  <a:cubicBezTo>
                    <a:pt x="3372" y="725"/>
                    <a:pt x="3498" y="568"/>
                    <a:pt x="3498" y="379"/>
                  </a:cubicBezTo>
                  <a:cubicBezTo>
                    <a:pt x="3498" y="158"/>
                    <a:pt x="3372" y="1"/>
                    <a:pt x="31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7"/>
            <p:cNvSpPr/>
            <p:nvPr/>
          </p:nvSpPr>
          <p:spPr>
            <a:xfrm>
              <a:off x="-48106250" y="21852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2" name="Google Shape;1132;p47"/>
          <p:cNvSpPr/>
          <p:nvPr/>
        </p:nvSpPr>
        <p:spPr>
          <a:xfrm>
            <a:off x="3194309" y="1360503"/>
            <a:ext cx="359154" cy="358199"/>
          </a:xfrm>
          <a:custGeom>
            <a:avLst/>
            <a:gdLst/>
            <a:ahLst/>
            <a:cxnLst/>
            <a:rect l="l" t="t" r="r" b="b"/>
            <a:pathLst>
              <a:path w="12036" h="12004" extrusionOk="0">
                <a:moveTo>
                  <a:pt x="1450" y="693"/>
                </a:moveTo>
                <a:lnTo>
                  <a:pt x="1450" y="1418"/>
                </a:lnTo>
                <a:lnTo>
                  <a:pt x="756" y="1418"/>
                </a:lnTo>
                <a:lnTo>
                  <a:pt x="756" y="693"/>
                </a:lnTo>
                <a:close/>
                <a:moveTo>
                  <a:pt x="11342" y="693"/>
                </a:moveTo>
                <a:lnTo>
                  <a:pt x="11342" y="1418"/>
                </a:lnTo>
                <a:lnTo>
                  <a:pt x="10618" y="1418"/>
                </a:lnTo>
                <a:lnTo>
                  <a:pt x="10618" y="693"/>
                </a:lnTo>
                <a:close/>
                <a:moveTo>
                  <a:pt x="6049" y="4191"/>
                </a:moveTo>
                <a:cubicBezTo>
                  <a:pt x="6270" y="4191"/>
                  <a:pt x="6427" y="4380"/>
                  <a:pt x="6427" y="4569"/>
                </a:cubicBezTo>
                <a:cubicBezTo>
                  <a:pt x="6427" y="4758"/>
                  <a:pt x="6270" y="4915"/>
                  <a:pt x="6049" y="4915"/>
                </a:cubicBezTo>
                <a:cubicBezTo>
                  <a:pt x="5860" y="4915"/>
                  <a:pt x="5703" y="4758"/>
                  <a:pt x="5703" y="4569"/>
                </a:cubicBezTo>
                <a:cubicBezTo>
                  <a:pt x="5703" y="4380"/>
                  <a:pt x="5860" y="4191"/>
                  <a:pt x="6049" y="4191"/>
                </a:cubicBezTo>
                <a:close/>
                <a:moveTo>
                  <a:pt x="6081" y="1040"/>
                </a:moveTo>
                <a:cubicBezTo>
                  <a:pt x="6144" y="1166"/>
                  <a:pt x="8381" y="5167"/>
                  <a:pt x="8475" y="5262"/>
                </a:cubicBezTo>
                <a:lnTo>
                  <a:pt x="7278" y="7026"/>
                </a:lnTo>
                <a:lnTo>
                  <a:pt x="6427" y="7026"/>
                </a:lnTo>
                <a:lnTo>
                  <a:pt x="6427" y="5577"/>
                </a:lnTo>
                <a:cubicBezTo>
                  <a:pt x="6805" y="5419"/>
                  <a:pt x="7120" y="5041"/>
                  <a:pt x="7120" y="4600"/>
                </a:cubicBezTo>
                <a:cubicBezTo>
                  <a:pt x="7120" y="4001"/>
                  <a:pt x="6648" y="3529"/>
                  <a:pt x="6081" y="3529"/>
                </a:cubicBezTo>
                <a:cubicBezTo>
                  <a:pt x="5482" y="3529"/>
                  <a:pt x="5010" y="4001"/>
                  <a:pt x="5010" y="4600"/>
                </a:cubicBezTo>
                <a:cubicBezTo>
                  <a:pt x="5010" y="5073"/>
                  <a:pt x="5293" y="5451"/>
                  <a:pt x="5703" y="5577"/>
                </a:cubicBezTo>
                <a:lnTo>
                  <a:pt x="5703" y="7026"/>
                </a:lnTo>
                <a:lnTo>
                  <a:pt x="4852" y="7026"/>
                </a:lnTo>
                <a:lnTo>
                  <a:pt x="3655" y="5262"/>
                </a:lnTo>
                <a:cubicBezTo>
                  <a:pt x="3749" y="5167"/>
                  <a:pt x="5986" y="1166"/>
                  <a:pt x="6081" y="1040"/>
                </a:cubicBezTo>
                <a:close/>
                <a:moveTo>
                  <a:pt x="3812" y="3529"/>
                </a:moveTo>
                <a:lnTo>
                  <a:pt x="2899" y="5104"/>
                </a:lnTo>
                <a:cubicBezTo>
                  <a:pt x="2836" y="5230"/>
                  <a:pt x="2836" y="5388"/>
                  <a:pt x="2899" y="5451"/>
                </a:cubicBezTo>
                <a:lnTo>
                  <a:pt x="4064" y="7215"/>
                </a:lnTo>
                <a:cubicBezTo>
                  <a:pt x="3749" y="7404"/>
                  <a:pt x="3529" y="7719"/>
                  <a:pt x="3529" y="8097"/>
                </a:cubicBezTo>
                <a:lnTo>
                  <a:pt x="3529" y="8475"/>
                </a:lnTo>
                <a:lnTo>
                  <a:pt x="693" y="8475"/>
                </a:lnTo>
                <a:lnTo>
                  <a:pt x="693" y="3907"/>
                </a:lnTo>
                <a:cubicBezTo>
                  <a:pt x="788" y="3686"/>
                  <a:pt x="945" y="3529"/>
                  <a:pt x="1103" y="3529"/>
                </a:cubicBezTo>
                <a:close/>
                <a:moveTo>
                  <a:pt x="7436" y="7751"/>
                </a:moveTo>
                <a:cubicBezTo>
                  <a:pt x="7625" y="7751"/>
                  <a:pt x="7782" y="7908"/>
                  <a:pt x="7782" y="8097"/>
                </a:cubicBezTo>
                <a:lnTo>
                  <a:pt x="7782" y="8475"/>
                </a:lnTo>
                <a:lnTo>
                  <a:pt x="4285" y="8475"/>
                </a:lnTo>
                <a:lnTo>
                  <a:pt x="4285" y="8097"/>
                </a:lnTo>
                <a:cubicBezTo>
                  <a:pt x="4285" y="7908"/>
                  <a:pt x="4443" y="7751"/>
                  <a:pt x="4632" y="7751"/>
                </a:cubicBezTo>
                <a:close/>
                <a:moveTo>
                  <a:pt x="10996" y="3529"/>
                </a:moveTo>
                <a:cubicBezTo>
                  <a:pt x="11185" y="3529"/>
                  <a:pt x="11342" y="3686"/>
                  <a:pt x="11342" y="3907"/>
                </a:cubicBezTo>
                <a:lnTo>
                  <a:pt x="11342" y="8475"/>
                </a:lnTo>
                <a:lnTo>
                  <a:pt x="8507" y="8475"/>
                </a:lnTo>
                <a:lnTo>
                  <a:pt x="8507" y="8097"/>
                </a:lnTo>
                <a:cubicBezTo>
                  <a:pt x="8507" y="7719"/>
                  <a:pt x="8318" y="7404"/>
                  <a:pt x="8003" y="7215"/>
                </a:cubicBezTo>
                <a:lnTo>
                  <a:pt x="9137" y="5451"/>
                </a:lnTo>
                <a:cubicBezTo>
                  <a:pt x="9200" y="5356"/>
                  <a:pt x="9200" y="5230"/>
                  <a:pt x="9137" y="5104"/>
                </a:cubicBezTo>
                <a:lnTo>
                  <a:pt x="8223" y="3529"/>
                </a:lnTo>
                <a:close/>
                <a:moveTo>
                  <a:pt x="11342" y="9137"/>
                </a:moveTo>
                <a:lnTo>
                  <a:pt x="11342" y="9483"/>
                </a:lnTo>
                <a:cubicBezTo>
                  <a:pt x="11342" y="9672"/>
                  <a:pt x="11185" y="9830"/>
                  <a:pt x="10996" y="9830"/>
                </a:cubicBezTo>
                <a:lnTo>
                  <a:pt x="1103" y="9830"/>
                </a:lnTo>
                <a:cubicBezTo>
                  <a:pt x="914" y="9830"/>
                  <a:pt x="756" y="9672"/>
                  <a:pt x="756" y="9483"/>
                </a:cubicBezTo>
                <a:lnTo>
                  <a:pt x="756" y="9137"/>
                </a:lnTo>
                <a:close/>
                <a:moveTo>
                  <a:pt x="6427" y="10554"/>
                </a:moveTo>
                <a:lnTo>
                  <a:pt x="6427" y="11248"/>
                </a:lnTo>
                <a:lnTo>
                  <a:pt x="5703" y="11248"/>
                </a:lnTo>
                <a:lnTo>
                  <a:pt x="5703" y="10554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65"/>
                </a:lnTo>
                <a:cubicBezTo>
                  <a:pt x="0" y="1954"/>
                  <a:pt x="158" y="2111"/>
                  <a:pt x="347" y="2111"/>
                </a:cubicBezTo>
                <a:lnTo>
                  <a:pt x="1765" y="2111"/>
                </a:lnTo>
                <a:cubicBezTo>
                  <a:pt x="1954" y="2111"/>
                  <a:pt x="2111" y="1954"/>
                  <a:pt x="2111" y="1765"/>
                </a:cubicBezTo>
                <a:lnTo>
                  <a:pt x="2111" y="1418"/>
                </a:lnTo>
                <a:lnTo>
                  <a:pt x="5010" y="1418"/>
                </a:lnTo>
                <a:lnTo>
                  <a:pt x="4159" y="2836"/>
                </a:lnTo>
                <a:lnTo>
                  <a:pt x="1072" y="2836"/>
                </a:lnTo>
                <a:cubicBezTo>
                  <a:pt x="473" y="2836"/>
                  <a:pt x="0" y="3308"/>
                  <a:pt x="0" y="3907"/>
                </a:cubicBezTo>
                <a:lnTo>
                  <a:pt x="0" y="9515"/>
                </a:lnTo>
                <a:cubicBezTo>
                  <a:pt x="0" y="10113"/>
                  <a:pt x="473" y="10586"/>
                  <a:pt x="1072" y="10586"/>
                </a:cubicBezTo>
                <a:lnTo>
                  <a:pt x="4947" y="10586"/>
                </a:lnTo>
                <a:lnTo>
                  <a:pt x="4947" y="11311"/>
                </a:lnTo>
                <a:lnTo>
                  <a:pt x="3907" y="11311"/>
                </a:lnTo>
                <a:cubicBezTo>
                  <a:pt x="3686" y="11311"/>
                  <a:pt x="3529" y="11468"/>
                  <a:pt x="3529" y="11657"/>
                </a:cubicBezTo>
                <a:cubicBezTo>
                  <a:pt x="3529" y="11846"/>
                  <a:pt x="3686" y="12004"/>
                  <a:pt x="3907" y="12004"/>
                </a:cubicBezTo>
                <a:lnTo>
                  <a:pt x="8097" y="12004"/>
                </a:lnTo>
                <a:cubicBezTo>
                  <a:pt x="8318" y="12004"/>
                  <a:pt x="8475" y="11846"/>
                  <a:pt x="8475" y="11657"/>
                </a:cubicBezTo>
                <a:cubicBezTo>
                  <a:pt x="8475" y="11468"/>
                  <a:pt x="8318" y="11311"/>
                  <a:pt x="8097" y="11311"/>
                </a:cubicBezTo>
                <a:lnTo>
                  <a:pt x="7057" y="11311"/>
                </a:lnTo>
                <a:lnTo>
                  <a:pt x="7057" y="10586"/>
                </a:lnTo>
                <a:lnTo>
                  <a:pt x="10933" y="10586"/>
                </a:lnTo>
                <a:cubicBezTo>
                  <a:pt x="11531" y="10586"/>
                  <a:pt x="12004" y="10113"/>
                  <a:pt x="12004" y="9515"/>
                </a:cubicBezTo>
                <a:lnTo>
                  <a:pt x="12004" y="3907"/>
                </a:lnTo>
                <a:cubicBezTo>
                  <a:pt x="12035" y="3308"/>
                  <a:pt x="11563" y="2836"/>
                  <a:pt x="10996" y="2836"/>
                </a:cubicBezTo>
                <a:lnTo>
                  <a:pt x="7877" y="2836"/>
                </a:lnTo>
                <a:lnTo>
                  <a:pt x="7057" y="1418"/>
                </a:lnTo>
                <a:lnTo>
                  <a:pt x="9924" y="1418"/>
                </a:lnTo>
                <a:lnTo>
                  <a:pt x="9924" y="1765"/>
                </a:lnTo>
                <a:cubicBezTo>
                  <a:pt x="9924" y="1954"/>
                  <a:pt x="10082" y="2111"/>
                  <a:pt x="10271" y="2111"/>
                </a:cubicBezTo>
                <a:lnTo>
                  <a:pt x="11689" y="2111"/>
                </a:lnTo>
                <a:cubicBezTo>
                  <a:pt x="11878" y="2111"/>
                  <a:pt x="12035" y="1954"/>
                  <a:pt x="12035" y="1765"/>
                </a:cubicBezTo>
                <a:lnTo>
                  <a:pt x="12035" y="347"/>
                </a:lnTo>
                <a:cubicBezTo>
                  <a:pt x="12035" y="158"/>
                  <a:pt x="11878" y="0"/>
                  <a:pt x="11689" y="0"/>
                </a:cubicBezTo>
                <a:lnTo>
                  <a:pt x="10271" y="0"/>
                </a:lnTo>
                <a:cubicBezTo>
                  <a:pt x="10082" y="0"/>
                  <a:pt x="9924" y="158"/>
                  <a:pt x="9924" y="347"/>
                </a:cubicBezTo>
                <a:lnTo>
                  <a:pt x="9924" y="693"/>
                </a:lnTo>
                <a:lnTo>
                  <a:pt x="6648" y="693"/>
                </a:lnTo>
                <a:lnTo>
                  <a:pt x="6333" y="189"/>
                </a:lnTo>
                <a:cubicBezTo>
                  <a:pt x="6270" y="63"/>
                  <a:pt x="6144" y="0"/>
                  <a:pt x="6018" y="0"/>
                </a:cubicBezTo>
                <a:cubicBezTo>
                  <a:pt x="5892" y="0"/>
                  <a:pt x="5797" y="63"/>
                  <a:pt x="5703" y="189"/>
                </a:cubicBezTo>
                <a:lnTo>
                  <a:pt x="5388" y="693"/>
                </a:lnTo>
                <a:lnTo>
                  <a:pt x="2111" y="693"/>
                </a:lnTo>
                <a:lnTo>
                  <a:pt x="2111" y="347"/>
                </a:lnTo>
                <a:cubicBezTo>
                  <a:pt x="2111" y="158"/>
                  <a:pt x="1954" y="0"/>
                  <a:pt x="17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3" name="Google Shape;1133;p47"/>
          <p:cNvGrpSpPr/>
          <p:nvPr/>
        </p:nvGrpSpPr>
        <p:grpSpPr>
          <a:xfrm>
            <a:off x="4457065" y="1360040"/>
            <a:ext cx="230365" cy="359124"/>
            <a:chOff x="-47842400" y="2342000"/>
            <a:chExt cx="193000" cy="300875"/>
          </a:xfrm>
        </p:grpSpPr>
        <p:sp>
          <p:nvSpPr>
            <p:cNvPr id="1134" name="Google Shape;1134;p47"/>
            <p:cNvSpPr/>
            <p:nvPr/>
          </p:nvSpPr>
          <p:spPr>
            <a:xfrm>
              <a:off x="-47809325" y="2412875"/>
              <a:ext cx="124475" cy="124475"/>
            </a:xfrm>
            <a:custGeom>
              <a:avLst/>
              <a:gdLst/>
              <a:ahLst/>
              <a:cxnLst/>
              <a:rect l="l" t="t" r="r" b="b"/>
              <a:pathLst>
                <a:path w="4979" h="4979" extrusionOk="0">
                  <a:moveTo>
                    <a:pt x="1828" y="725"/>
                  </a:moveTo>
                  <a:cubicBezTo>
                    <a:pt x="2301" y="725"/>
                    <a:pt x="2679" y="1009"/>
                    <a:pt x="2805" y="1418"/>
                  </a:cubicBezTo>
                  <a:lnTo>
                    <a:pt x="1828" y="1418"/>
                  </a:lnTo>
                  <a:cubicBezTo>
                    <a:pt x="1639" y="1418"/>
                    <a:pt x="1482" y="1576"/>
                    <a:pt x="1482" y="1796"/>
                  </a:cubicBezTo>
                  <a:lnTo>
                    <a:pt x="1482" y="2773"/>
                  </a:lnTo>
                  <a:cubicBezTo>
                    <a:pt x="1072" y="2647"/>
                    <a:pt x="757" y="2269"/>
                    <a:pt x="757" y="1796"/>
                  </a:cubicBezTo>
                  <a:cubicBezTo>
                    <a:pt x="757" y="1198"/>
                    <a:pt x="1230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86" y="2111"/>
                  </a:moveTo>
                  <a:lnTo>
                    <a:pt x="4286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9"/>
                    <a:pt x="3372" y="2804"/>
                    <a:pt x="3529" y="2111"/>
                  </a:cubicBezTo>
                  <a:close/>
                  <a:moveTo>
                    <a:pt x="1797" y="1"/>
                  </a:moveTo>
                  <a:cubicBezTo>
                    <a:pt x="789" y="1"/>
                    <a:pt x="1" y="788"/>
                    <a:pt x="1" y="1796"/>
                  </a:cubicBezTo>
                  <a:cubicBezTo>
                    <a:pt x="1" y="2647"/>
                    <a:pt x="599" y="3372"/>
                    <a:pt x="1450" y="3529"/>
                  </a:cubicBezTo>
                  <a:lnTo>
                    <a:pt x="1450" y="4632"/>
                  </a:lnTo>
                  <a:cubicBezTo>
                    <a:pt x="1450" y="4821"/>
                    <a:pt x="1576" y="4978"/>
                    <a:pt x="1797" y="4978"/>
                  </a:cubicBezTo>
                  <a:lnTo>
                    <a:pt x="4601" y="4978"/>
                  </a:lnTo>
                  <a:cubicBezTo>
                    <a:pt x="4790" y="4978"/>
                    <a:pt x="4947" y="4821"/>
                    <a:pt x="4947" y="4632"/>
                  </a:cubicBezTo>
                  <a:lnTo>
                    <a:pt x="4947" y="1828"/>
                  </a:lnTo>
                  <a:cubicBezTo>
                    <a:pt x="4979" y="1576"/>
                    <a:pt x="4821" y="1418"/>
                    <a:pt x="4632" y="1418"/>
                  </a:cubicBezTo>
                  <a:lnTo>
                    <a:pt x="3529" y="1418"/>
                  </a:lnTo>
                  <a:cubicBezTo>
                    <a:pt x="3372" y="631"/>
                    <a:pt x="2647" y="1"/>
                    <a:pt x="17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7"/>
            <p:cNvSpPr/>
            <p:nvPr/>
          </p:nvSpPr>
          <p:spPr>
            <a:xfrm>
              <a:off x="-47842400" y="2342000"/>
              <a:ext cx="193000" cy="300875"/>
            </a:xfrm>
            <a:custGeom>
              <a:avLst/>
              <a:gdLst/>
              <a:ahLst/>
              <a:cxnLst/>
              <a:rect l="l" t="t" r="r" b="b"/>
              <a:pathLst>
                <a:path w="7720" h="12035" extrusionOk="0">
                  <a:moveTo>
                    <a:pt x="6995" y="725"/>
                  </a:moveTo>
                  <a:lnTo>
                    <a:pt x="6995" y="1418"/>
                  </a:lnTo>
                  <a:lnTo>
                    <a:pt x="662" y="1418"/>
                  </a:lnTo>
                  <a:lnTo>
                    <a:pt x="662" y="725"/>
                  </a:lnTo>
                  <a:close/>
                  <a:moveTo>
                    <a:pt x="7058" y="2142"/>
                  </a:moveTo>
                  <a:lnTo>
                    <a:pt x="7058" y="8506"/>
                  </a:lnTo>
                  <a:lnTo>
                    <a:pt x="694" y="8506"/>
                  </a:lnTo>
                  <a:lnTo>
                    <a:pt x="694" y="2142"/>
                  </a:lnTo>
                  <a:close/>
                  <a:moveTo>
                    <a:pt x="7058" y="9200"/>
                  </a:moveTo>
                  <a:lnTo>
                    <a:pt x="7058" y="11310"/>
                  </a:lnTo>
                  <a:lnTo>
                    <a:pt x="694" y="11310"/>
                  </a:lnTo>
                  <a:lnTo>
                    <a:pt x="694" y="9200"/>
                  </a:ln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1657"/>
                  </a:lnTo>
                  <a:cubicBezTo>
                    <a:pt x="1" y="11877"/>
                    <a:pt x="158" y="12035"/>
                    <a:pt x="347" y="12035"/>
                  </a:cubicBezTo>
                  <a:lnTo>
                    <a:pt x="7373" y="12035"/>
                  </a:lnTo>
                  <a:cubicBezTo>
                    <a:pt x="7562" y="12035"/>
                    <a:pt x="7719" y="11877"/>
                    <a:pt x="7719" y="11657"/>
                  </a:cubicBezTo>
                  <a:lnTo>
                    <a:pt x="7719" y="378"/>
                  </a:lnTo>
                  <a:cubicBezTo>
                    <a:pt x="7719" y="158"/>
                    <a:pt x="7562" y="0"/>
                    <a:pt x="7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7"/>
            <p:cNvSpPr/>
            <p:nvPr/>
          </p:nvSpPr>
          <p:spPr>
            <a:xfrm>
              <a:off x="-47772300" y="2589300"/>
              <a:ext cx="52800" cy="18150"/>
            </a:xfrm>
            <a:custGeom>
              <a:avLst/>
              <a:gdLst/>
              <a:ahLst/>
              <a:cxnLst/>
              <a:rect l="l" t="t" r="r" b="b"/>
              <a:pathLst>
                <a:path w="2112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1" y="568"/>
                    <a:pt x="2111" y="347"/>
                  </a:cubicBez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47"/>
          <p:cNvGrpSpPr/>
          <p:nvPr/>
        </p:nvGrpSpPr>
        <p:grpSpPr>
          <a:xfrm>
            <a:off x="3219769" y="2343040"/>
            <a:ext cx="308234" cy="308234"/>
            <a:chOff x="1487200" y="4993750"/>
            <a:chExt cx="483125" cy="483125"/>
          </a:xfrm>
        </p:grpSpPr>
        <p:sp>
          <p:nvSpPr>
            <p:cNvPr id="1138" name="Google Shape;1138;p47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39" name="Google Shape;1139;p47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40" name="Google Shape;1140;p47"/>
          <p:cNvGrpSpPr/>
          <p:nvPr/>
        </p:nvGrpSpPr>
        <p:grpSpPr>
          <a:xfrm>
            <a:off x="3219769" y="2835365"/>
            <a:ext cx="308234" cy="308234"/>
            <a:chOff x="2081650" y="4993750"/>
            <a:chExt cx="483125" cy="483125"/>
          </a:xfrm>
        </p:grpSpPr>
        <p:sp>
          <p:nvSpPr>
            <p:cNvPr id="1141" name="Google Shape;1141;p47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42" name="Google Shape;1142;p47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43" name="Google Shape;1143;p47"/>
          <p:cNvGrpSpPr/>
          <p:nvPr/>
        </p:nvGrpSpPr>
        <p:grpSpPr>
          <a:xfrm>
            <a:off x="3219769" y="3327690"/>
            <a:ext cx="308234" cy="308234"/>
            <a:chOff x="1487200" y="4993750"/>
            <a:chExt cx="483125" cy="483125"/>
          </a:xfrm>
        </p:grpSpPr>
        <p:sp>
          <p:nvSpPr>
            <p:cNvPr id="1144" name="Google Shape;1144;p47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45" name="Google Shape;1145;p47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46" name="Google Shape;1146;p47"/>
          <p:cNvGrpSpPr/>
          <p:nvPr/>
        </p:nvGrpSpPr>
        <p:grpSpPr>
          <a:xfrm>
            <a:off x="3219769" y="3820015"/>
            <a:ext cx="308234" cy="308234"/>
            <a:chOff x="2081650" y="4993750"/>
            <a:chExt cx="483125" cy="483125"/>
          </a:xfrm>
        </p:grpSpPr>
        <p:sp>
          <p:nvSpPr>
            <p:cNvPr id="1147" name="Google Shape;1147;p47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48" name="Google Shape;1148;p47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49" name="Google Shape;1149;p47"/>
          <p:cNvGrpSpPr/>
          <p:nvPr/>
        </p:nvGrpSpPr>
        <p:grpSpPr>
          <a:xfrm>
            <a:off x="6879921" y="2343040"/>
            <a:ext cx="308234" cy="308234"/>
            <a:chOff x="1487200" y="4993750"/>
            <a:chExt cx="483125" cy="483125"/>
          </a:xfrm>
        </p:grpSpPr>
        <p:sp>
          <p:nvSpPr>
            <p:cNvPr id="1150" name="Google Shape;1150;p47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51" name="Google Shape;1151;p47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52" name="Google Shape;1152;p47"/>
          <p:cNvGrpSpPr/>
          <p:nvPr/>
        </p:nvGrpSpPr>
        <p:grpSpPr>
          <a:xfrm>
            <a:off x="6879921" y="2835365"/>
            <a:ext cx="308234" cy="308234"/>
            <a:chOff x="2081650" y="4993750"/>
            <a:chExt cx="483125" cy="483125"/>
          </a:xfrm>
        </p:grpSpPr>
        <p:sp>
          <p:nvSpPr>
            <p:cNvPr id="1153" name="Google Shape;1153;p47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54" name="Google Shape;1154;p47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55" name="Google Shape;1155;p47"/>
          <p:cNvGrpSpPr/>
          <p:nvPr/>
        </p:nvGrpSpPr>
        <p:grpSpPr>
          <a:xfrm>
            <a:off x="6879921" y="3327690"/>
            <a:ext cx="308234" cy="308234"/>
            <a:chOff x="1487200" y="4993750"/>
            <a:chExt cx="483125" cy="483125"/>
          </a:xfrm>
        </p:grpSpPr>
        <p:sp>
          <p:nvSpPr>
            <p:cNvPr id="1156" name="Google Shape;1156;p47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57" name="Google Shape;1157;p47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58" name="Google Shape;1158;p47"/>
          <p:cNvGrpSpPr/>
          <p:nvPr/>
        </p:nvGrpSpPr>
        <p:grpSpPr>
          <a:xfrm>
            <a:off x="6879921" y="3820015"/>
            <a:ext cx="308234" cy="308234"/>
            <a:chOff x="2081650" y="4993750"/>
            <a:chExt cx="483125" cy="483125"/>
          </a:xfrm>
        </p:grpSpPr>
        <p:sp>
          <p:nvSpPr>
            <p:cNvPr id="1159" name="Google Shape;1159;p47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60" name="Google Shape;1160;p47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61" name="Google Shape;1161;p47"/>
          <p:cNvGrpSpPr/>
          <p:nvPr/>
        </p:nvGrpSpPr>
        <p:grpSpPr>
          <a:xfrm>
            <a:off x="4418130" y="2343040"/>
            <a:ext cx="308234" cy="308234"/>
            <a:chOff x="2081650" y="4993750"/>
            <a:chExt cx="483125" cy="483125"/>
          </a:xfrm>
        </p:grpSpPr>
        <p:sp>
          <p:nvSpPr>
            <p:cNvPr id="1162" name="Google Shape;1162;p47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63" name="Google Shape;1163;p47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64" name="Google Shape;1164;p47"/>
          <p:cNvGrpSpPr/>
          <p:nvPr/>
        </p:nvGrpSpPr>
        <p:grpSpPr>
          <a:xfrm>
            <a:off x="4418130" y="2835365"/>
            <a:ext cx="308234" cy="308234"/>
            <a:chOff x="2081650" y="4993750"/>
            <a:chExt cx="483125" cy="483125"/>
          </a:xfrm>
        </p:grpSpPr>
        <p:sp>
          <p:nvSpPr>
            <p:cNvPr id="1165" name="Google Shape;1165;p47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66" name="Google Shape;1166;p47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67" name="Google Shape;1167;p47"/>
          <p:cNvGrpSpPr/>
          <p:nvPr/>
        </p:nvGrpSpPr>
        <p:grpSpPr>
          <a:xfrm>
            <a:off x="4418130" y="3820015"/>
            <a:ext cx="308234" cy="308234"/>
            <a:chOff x="2081650" y="4993750"/>
            <a:chExt cx="483125" cy="483125"/>
          </a:xfrm>
        </p:grpSpPr>
        <p:sp>
          <p:nvSpPr>
            <p:cNvPr id="1168" name="Google Shape;1168;p47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69" name="Google Shape;1169;p47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70" name="Google Shape;1170;p47"/>
          <p:cNvGrpSpPr/>
          <p:nvPr/>
        </p:nvGrpSpPr>
        <p:grpSpPr>
          <a:xfrm>
            <a:off x="5619741" y="3327690"/>
            <a:ext cx="308234" cy="308234"/>
            <a:chOff x="2081650" y="4993750"/>
            <a:chExt cx="483125" cy="483125"/>
          </a:xfrm>
        </p:grpSpPr>
        <p:sp>
          <p:nvSpPr>
            <p:cNvPr id="1171" name="Google Shape;1171;p47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72" name="Google Shape;1172;p47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73" name="Google Shape;1173;p47"/>
          <p:cNvGrpSpPr/>
          <p:nvPr/>
        </p:nvGrpSpPr>
        <p:grpSpPr>
          <a:xfrm>
            <a:off x="5619741" y="2343040"/>
            <a:ext cx="308234" cy="308234"/>
            <a:chOff x="2081650" y="4993750"/>
            <a:chExt cx="483125" cy="483125"/>
          </a:xfrm>
        </p:grpSpPr>
        <p:sp>
          <p:nvSpPr>
            <p:cNvPr id="1174" name="Google Shape;1174;p47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75" name="Google Shape;1175;p47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76" name="Google Shape;1176;p47"/>
          <p:cNvGrpSpPr/>
          <p:nvPr/>
        </p:nvGrpSpPr>
        <p:grpSpPr>
          <a:xfrm>
            <a:off x="4418130" y="3327690"/>
            <a:ext cx="308234" cy="308234"/>
            <a:chOff x="1487200" y="4993750"/>
            <a:chExt cx="483125" cy="483125"/>
          </a:xfrm>
        </p:grpSpPr>
        <p:sp>
          <p:nvSpPr>
            <p:cNvPr id="1177" name="Google Shape;1177;p47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78" name="Google Shape;1178;p47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79" name="Google Shape;1179;p47"/>
          <p:cNvGrpSpPr/>
          <p:nvPr/>
        </p:nvGrpSpPr>
        <p:grpSpPr>
          <a:xfrm>
            <a:off x="5619741" y="2835365"/>
            <a:ext cx="308234" cy="308234"/>
            <a:chOff x="1487200" y="4993750"/>
            <a:chExt cx="483125" cy="483125"/>
          </a:xfrm>
        </p:grpSpPr>
        <p:sp>
          <p:nvSpPr>
            <p:cNvPr id="1180" name="Google Shape;1180;p47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1" name="Google Shape;1181;p47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82" name="Google Shape;1182;p47"/>
          <p:cNvGrpSpPr/>
          <p:nvPr/>
        </p:nvGrpSpPr>
        <p:grpSpPr>
          <a:xfrm>
            <a:off x="5619741" y="3820015"/>
            <a:ext cx="308234" cy="308234"/>
            <a:chOff x="1487200" y="4993750"/>
            <a:chExt cx="483125" cy="483125"/>
          </a:xfrm>
        </p:grpSpPr>
        <p:sp>
          <p:nvSpPr>
            <p:cNvPr id="1183" name="Google Shape;1183;p47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4" name="Google Shape;1184;p47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48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190" name="Google Shape;1190;p48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SALES AND MARKETING PLAN</a:t>
            </a:r>
            <a:endParaRPr/>
          </a:p>
        </p:txBody>
      </p:sp>
      <p:grpSp>
        <p:nvGrpSpPr>
          <p:cNvPr id="1224" name="Google Shape;1224;p48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1225" name="Google Shape;1225;p48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8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8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8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8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8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49"/>
          <p:cNvSpPr txBox="1">
            <a:spLocks noGrp="1"/>
          </p:cNvSpPr>
          <p:nvPr>
            <p:ph type="subTitle" idx="1"/>
          </p:nvPr>
        </p:nvSpPr>
        <p:spPr>
          <a:xfrm>
            <a:off x="1842250" y="1618793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236" name="Google Shape;1236;p49"/>
          <p:cNvSpPr txBox="1">
            <a:spLocks noGrp="1"/>
          </p:cNvSpPr>
          <p:nvPr>
            <p:ph type="subTitle" idx="7"/>
          </p:nvPr>
        </p:nvSpPr>
        <p:spPr>
          <a:xfrm>
            <a:off x="5618957" y="1618793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1237" name="Google Shape;1237;p49"/>
          <p:cNvSpPr txBox="1">
            <a:spLocks noGrp="1"/>
          </p:cNvSpPr>
          <p:nvPr>
            <p:ph type="subTitle" idx="2"/>
          </p:nvPr>
        </p:nvSpPr>
        <p:spPr>
          <a:xfrm>
            <a:off x="1417550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</a:t>
            </a:r>
            <a:endParaRPr/>
          </a:p>
        </p:txBody>
      </p:sp>
      <p:sp>
        <p:nvSpPr>
          <p:cNvPr id="1238" name="Google Shape;1238;p49"/>
          <p:cNvSpPr txBox="1">
            <a:spLocks noGrp="1"/>
          </p:cNvSpPr>
          <p:nvPr>
            <p:ph type="subTitle" idx="3"/>
          </p:nvPr>
        </p:nvSpPr>
        <p:spPr>
          <a:xfrm>
            <a:off x="1842594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239" name="Google Shape;1239;p49"/>
          <p:cNvSpPr txBox="1">
            <a:spLocks noGrp="1"/>
          </p:cNvSpPr>
          <p:nvPr>
            <p:ph type="subTitle" idx="4"/>
          </p:nvPr>
        </p:nvSpPr>
        <p:spPr>
          <a:xfrm>
            <a:off x="1417574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the ringed planet. It is composed of hydrogen and helium</a:t>
            </a:r>
            <a:endParaRPr/>
          </a:p>
        </p:txBody>
      </p:sp>
      <p:sp>
        <p:nvSpPr>
          <p:cNvPr id="1240" name="Google Shape;1240;p49"/>
          <p:cNvSpPr txBox="1">
            <a:spLocks noGrp="1"/>
          </p:cNvSpPr>
          <p:nvPr>
            <p:ph type="subTitle" idx="5"/>
          </p:nvPr>
        </p:nvSpPr>
        <p:spPr>
          <a:xfrm>
            <a:off x="5618913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241" name="Google Shape;1241;p49"/>
          <p:cNvSpPr txBox="1">
            <a:spLocks noGrp="1"/>
          </p:cNvSpPr>
          <p:nvPr>
            <p:ph type="subTitle" idx="6"/>
          </p:nvPr>
        </p:nvSpPr>
        <p:spPr>
          <a:xfrm>
            <a:off x="5618975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the Solar System</a:t>
            </a:r>
            <a:endParaRPr/>
          </a:p>
        </p:txBody>
      </p:sp>
      <p:sp>
        <p:nvSpPr>
          <p:cNvPr id="1242" name="Google Shape;1242;p49"/>
          <p:cNvSpPr txBox="1">
            <a:spLocks noGrp="1"/>
          </p:cNvSpPr>
          <p:nvPr>
            <p:ph type="subTitle" idx="8"/>
          </p:nvPr>
        </p:nvSpPr>
        <p:spPr>
          <a:xfrm>
            <a:off x="5619026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fourth-largest planet in the Solar System</a:t>
            </a:r>
            <a:endParaRPr/>
          </a:p>
        </p:txBody>
      </p:sp>
      <p:sp>
        <p:nvSpPr>
          <p:cNvPr id="1243" name="Google Shape;1243;p4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SERVICES</a:t>
            </a:r>
            <a:endParaRPr/>
          </a:p>
        </p:txBody>
      </p:sp>
      <p:sp>
        <p:nvSpPr>
          <p:cNvPr id="1244" name="Google Shape;1244;p49"/>
          <p:cNvSpPr/>
          <p:nvPr/>
        </p:nvSpPr>
        <p:spPr>
          <a:xfrm>
            <a:off x="3672333" y="1611267"/>
            <a:ext cx="406871" cy="404753"/>
          </a:xfrm>
          <a:custGeom>
            <a:avLst/>
            <a:gdLst/>
            <a:ahLst/>
            <a:cxnLst/>
            <a:rect l="l" t="t" r="r" b="b"/>
            <a:pathLst>
              <a:path w="11909" h="11847" extrusionOk="0">
                <a:moveTo>
                  <a:pt x="3560" y="2647"/>
                </a:moveTo>
                <a:lnTo>
                  <a:pt x="3560" y="3561"/>
                </a:lnTo>
                <a:lnTo>
                  <a:pt x="2615" y="3561"/>
                </a:lnTo>
                <a:lnTo>
                  <a:pt x="3560" y="2647"/>
                </a:lnTo>
                <a:close/>
                <a:moveTo>
                  <a:pt x="6616" y="4222"/>
                </a:moveTo>
                <a:cubicBezTo>
                  <a:pt x="7971" y="4285"/>
                  <a:pt x="9074" y="5325"/>
                  <a:pt x="9074" y="6680"/>
                </a:cubicBezTo>
                <a:cubicBezTo>
                  <a:pt x="9074" y="8003"/>
                  <a:pt x="7971" y="9106"/>
                  <a:pt x="6616" y="9106"/>
                </a:cubicBezTo>
                <a:cubicBezTo>
                  <a:pt x="5293" y="9106"/>
                  <a:pt x="4190" y="8003"/>
                  <a:pt x="4190" y="6680"/>
                </a:cubicBezTo>
                <a:cubicBezTo>
                  <a:pt x="4190" y="5325"/>
                  <a:pt x="5293" y="4222"/>
                  <a:pt x="6616" y="4222"/>
                </a:cubicBezTo>
                <a:close/>
                <a:moveTo>
                  <a:pt x="7687" y="757"/>
                </a:moveTo>
                <a:lnTo>
                  <a:pt x="7687" y="1513"/>
                </a:lnTo>
                <a:lnTo>
                  <a:pt x="3875" y="1513"/>
                </a:lnTo>
                <a:cubicBezTo>
                  <a:pt x="3781" y="1513"/>
                  <a:pt x="3655" y="1544"/>
                  <a:pt x="3623" y="1639"/>
                </a:cubicBezTo>
                <a:lnTo>
                  <a:pt x="1512" y="3718"/>
                </a:lnTo>
                <a:cubicBezTo>
                  <a:pt x="1418" y="3813"/>
                  <a:pt x="1386" y="3876"/>
                  <a:pt x="1386" y="3939"/>
                </a:cubicBezTo>
                <a:lnTo>
                  <a:pt x="1386" y="9862"/>
                </a:lnTo>
                <a:lnTo>
                  <a:pt x="662" y="9862"/>
                </a:lnTo>
                <a:lnTo>
                  <a:pt x="662" y="757"/>
                </a:lnTo>
                <a:close/>
                <a:moveTo>
                  <a:pt x="8380" y="2175"/>
                </a:moveTo>
                <a:lnTo>
                  <a:pt x="8380" y="4128"/>
                </a:lnTo>
                <a:cubicBezTo>
                  <a:pt x="7876" y="3813"/>
                  <a:pt x="7278" y="3592"/>
                  <a:pt x="6648" y="3592"/>
                </a:cubicBezTo>
                <a:cubicBezTo>
                  <a:pt x="4915" y="3592"/>
                  <a:pt x="3560" y="5010"/>
                  <a:pt x="3560" y="6711"/>
                </a:cubicBezTo>
                <a:cubicBezTo>
                  <a:pt x="3560" y="8444"/>
                  <a:pt x="4946" y="9830"/>
                  <a:pt x="6648" y="9830"/>
                </a:cubicBezTo>
                <a:cubicBezTo>
                  <a:pt x="7120" y="9830"/>
                  <a:pt x="7593" y="9704"/>
                  <a:pt x="8002" y="9515"/>
                </a:cubicBezTo>
                <a:lnTo>
                  <a:pt x="8380" y="9893"/>
                </a:lnTo>
                <a:lnTo>
                  <a:pt x="8380" y="10492"/>
                </a:lnTo>
                <a:lnTo>
                  <a:pt x="2079" y="10492"/>
                </a:lnTo>
                <a:lnTo>
                  <a:pt x="2079" y="4285"/>
                </a:lnTo>
                <a:lnTo>
                  <a:pt x="3875" y="4285"/>
                </a:lnTo>
                <a:cubicBezTo>
                  <a:pt x="4064" y="4285"/>
                  <a:pt x="4222" y="4128"/>
                  <a:pt x="4222" y="3907"/>
                </a:cubicBezTo>
                <a:lnTo>
                  <a:pt x="4222" y="2175"/>
                </a:lnTo>
                <a:close/>
                <a:moveTo>
                  <a:pt x="9074" y="8633"/>
                </a:moveTo>
                <a:lnTo>
                  <a:pt x="11027" y="10618"/>
                </a:lnTo>
                <a:cubicBezTo>
                  <a:pt x="11153" y="10744"/>
                  <a:pt x="11153" y="10964"/>
                  <a:pt x="11027" y="11090"/>
                </a:cubicBezTo>
                <a:cubicBezTo>
                  <a:pt x="10964" y="11153"/>
                  <a:pt x="10877" y="11185"/>
                  <a:pt x="10791" y="11185"/>
                </a:cubicBezTo>
                <a:cubicBezTo>
                  <a:pt x="10704" y="11185"/>
                  <a:pt x="10617" y="11153"/>
                  <a:pt x="10554" y="11090"/>
                </a:cubicBezTo>
                <a:lnTo>
                  <a:pt x="8601" y="9106"/>
                </a:lnTo>
                <a:cubicBezTo>
                  <a:pt x="8790" y="9011"/>
                  <a:pt x="8948" y="8791"/>
                  <a:pt x="9074" y="8633"/>
                </a:cubicBezTo>
                <a:close/>
                <a:moveTo>
                  <a:pt x="347" y="1"/>
                </a:moveTo>
                <a:cubicBezTo>
                  <a:pt x="158" y="1"/>
                  <a:pt x="0" y="190"/>
                  <a:pt x="0" y="379"/>
                </a:cubicBezTo>
                <a:lnTo>
                  <a:pt x="0" y="10145"/>
                </a:lnTo>
                <a:cubicBezTo>
                  <a:pt x="0" y="10334"/>
                  <a:pt x="158" y="10492"/>
                  <a:pt x="347" y="10492"/>
                </a:cubicBezTo>
                <a:lnTo>
                  <a:pt x="1386" y="10492"/>
                </a:lnTo>
                <a:lnTo>
                  <a:pt x="1386" y="10838"/>
                </a:lnTo>
                <a:cubicBezTo>
                  <a:pt x="1386" y="11059"/>
                  <a:pt x="1544" y="11216"/>
                  <a:pt x="1733" y="11216"/>
                </a:cubicBezTo>
                <a:lnTo>
                  <a:pt x="8695" y="11216"/>
                </a:lnTo>
                <a:cubicBezTo>
                  <a:pt x="8916" y="11216"/>
                  <a:pt x="9074" y="11059"/>
                  <a:pt x="9074" y="10838"/>
                </a:cubicBezTo>
                <a:lnTo>
                  <a:pt x="9074" y="10586"/>
                </a:lnTo>
                <a:lnTo>
                  <a:pt x="10050" y="11563"/>
                </a:lnTo>
                <a:cubicBezTo>
                  <a:pt x="10239" y="11752"/>
                  <a:pt x="10507" y="11847"/>
                  <a:pt x="10775" y="11847"/>
                </a:cubicBezTo>
                <a:cubicBezTo>
                  <a:pt x="11043" y="11847"/>
                  <a:pt x="11310" y="11752"/>
                  <a:pt x="11499" y="11563"/>
                </a:cubicBezTo>
                <a:cubicBezTo>
                  <a:pt x="11909" y="11153"/>
                  <a:pt x="11909" y="10492"/>
                  <a:pt x="11499" y="10114"/>
                </a:cubicBezTo>
                <a:lnTo>
                  <a:pt x="9420" y="8003"/>
                </a:lnTo>
                <a:cubicBezTo>
                  <a:pt x="9609" y="7625"/>
                  <a:pt x="9735" y="7152"/>
                  <a:pt x="9735" y="6680"/>
                </a:cubicBezTo>
                <a:cubicBezTo>
                  <a:pt x="9735" y="5924"/>
                  <a:pt x="9452" y="5262"/>
                  <a:pt x="9011" y="4695"/>
                </a:cubicBezTo>
                <a:lnTo>
                  <a:pt x="9011" y="1828"/>
                </a:lnTo>
                <a:cubicBezTo>
                  <a:pt x="9011" y="1639"/>
                  <a:pt x="8853" y="1481"/>
                  <a:pt x="8664" y="1481"/>
                </a:cubicBezTo>
                <a:lnTo>
                  <a:pt x="8317" y="1481"/>
                </a:lnTo>
                <a:lnTo>
                  <a:pt x="8317" y="379"/>
                </a:lnTo>
                <a:cubicBezTo>
                  <a:pt x="8317" y="190"/>
                  <a:pt x="8160" y="1"/>
                  <a:pt x="79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49"/>
          <p:cNvSpPr/>
          <p:nvPr/>
        </p:nvSpPr>
        <p:spPr>
          <a:xfrm>
            <a:off x="3673922" y="2935449"/>
            <a:ext cx="403694" cy="403659"/>
          </a:xfrm>
          <a:custGeom>
            <a:avLst/>
            <a:gdLst/>
            <a:ahLst/>
            <a:cxnLst/>
            <a:rect l="l" t="t" r="r" b="b"/>
            <a:pathLst>
              <a:path w="11816" h="11815" extrusionOk="0">
                <a:moveTo>
                  <a:pt x="6207" y="693"/>
                </a:moveTo>
                <a:cubicBezTo>
                  <a:pt x="7877" y="819"/>
                  <a:pt x="9326" y="1670"/>
                  <a:pt x="10208" y="2993"/>
                </a:cubicBezTo>
                <a:lnTo>
                  <a:pt x="6207" y="5293"/>
                </a:lnTo>
                <a:lnTo>
                  <a:pt x="6207" y="693"/>
                </a:lnTo>
                <a:close/>
                <a:moveTo>
                  <a:pt x="10555" y="3623"/>
                </a:moveTo>
                <a:cubicBezTo>
                  <a:pt x="10901" y="4316"/>
                  <a:pt x="11090" y="5104"/>
                  <a:pt x="11090" y="5923"/>
                </a:cubicBezTo>
                <a:cubicBezTo>
                  <a:pt x="11090" y="7026"/>
                  <a:pt x="10744" y="8097"/>
                  <a:pt x="10114" y="8979"/>
                </a:cubicBezTo>
                <a:lnTo>
                  <a:pt x="6491" y="5986"/>
                </a:lnTo>
                <a:lnTo>
                  <a:pt x="10555" y="3623"/>
                </a:lnTo>
                <a:close/>
                <a:moveTo>
                  <a:pt x="5546" y="693"/>
                </a:moveTo>
                <a:lnTo>
                  <a:pt x="5546" y="5892"/>
                </a:lnTo>
                <a:cubicBezTo>
                  <a:pt x="5546" y="6018"/>
                  <a:pt x="5577" y="6081"/>
                  <a:pt x="5672" y="6175"/>
                </a:cubicBezTo>
                <a:lnTo>
                  <a:pt x="9673" y="9483"/>
                </a:lnTo>
                <a:cubicBezTo>
                  <a:pt x="8728" y="10491"/>
                  <a:pt x="7373" y="11121"/>
                  <a:pt x="5892" y="11121"/>
                </a:cubicBezTo>
                <a:cubicBezTo>
                  <a:pt x="3025" y="11121"/>
                  <a:pt x="662" y="8822"/>
                  <a:pt x="662" y="5892"/>
                </a:cubicBezTo>
                <a:cubicBezTo>
                  <a:pt x="662" y="3151"/>
                  <a:pt x="2836" y="851"/>
                  <a:pt x="5546" y="693"/>
                </a:cubicBezTo>
                <a:close/>
                <a:moveTo>
                  <a:pt x="5892" y="0"/>
                </a:moveTo>
                <a:cubicBezTo>
                  <a:pt x="2647" y="0"/>
                  <a:pt x="1" y="2615"/>
                  <a:pt x="1" y="5892"/>
                </a:cubicBezTo>
                <a:cubicBezTo>
                  <a:pt x="1" y="9168"/>
                  <a:pt x="2647" y="11814"/>
                  <a:pt x="5892" y="11814"/>
                </a:cubicBezTo>
                <a:cubicBezTo>
                  <a:pt x="9169" y="11814"/>
                  <a:pt x="11815" y="9168"/>
                  <a:pt x="11815" y="5892"/>
                </a:cubicBezTo>
                <a:cubicBezTo>
                  <a:pt x="11815" y="2678"/>
                  <a:pt x="9137" y="0"/>
                  <a:pt x="58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49"/>
          <p:cNvSpPr/>
          <p:nvPr/>
        </p:nvSpPr>
        <p:spPr>
          <a:xfrm>
            <a:off x="5058199" y="2935449"/>
            <a:ext cx="410151" cy="403659"/>
          </a:xfrm>
          <a:custGeom>
            <a:avLst/>
            <a:gdLst/>
            <a:ahLst/>
            <a:cxnLst/>
            <a:rect l="l" t="t" r="r" b="b"/>
            <a:pathLst>
              <a:path w="12005" h="11815" extrusionOk="0">
                <a:moveTo>
                  <a:pt x="6003" y="693"/>
                </a:moveTo>
                <a:cubicBezTo>
                  <a:pt x="6089" y="693"/>
                  <a:pt x="6176" y="725"/>
                  <a:pt x="6239" y="788"/>
                </a:cubicBezTo>
                <a:lnTo>
                  <a:pt x="8444" y="2993"/>
                </a:lnTo>
                <a:lnTo>
                  <a:pt x="7972" y="3466"/>
                </a:lnTo>
                <a:lnTo>
                  <a:pt x="7751" y="3214"/>
                </a:lnTo>
                <a:cubicBezTo>
                  <a:pt x="7562" y="3025"/>
                  <a:pt x="7279" y="2899"/>
                  <a:pt x="6995" y="2899"/>
                </a:cubicBezTo>
                <a:cubicBezTo>
                  <a:pt x="6711" y="2899"/>
                  <a:pt x="6459" y="3025"/>
                  <a:pt x="6239" y="3214"/>
                </a:cubicBezTo>
                <a:cubicBezTo>
                  <a:pt x="5861" y="3623"/>
                  <a:pt x="5861" y="4285"/>
                  <a:pt x="6239" y="4663"/>
                </a:cubicBezTo>
                <a:lnTo>
                  <a:pt x="6491" y="4915"/>
                </a:lnTo>
                <a:lnTo>
                  <a:pt x="6018" y="5388"/>
                </a:lnTo>
                <a:lnTo>
                  <a:pt x="5262" y="4631"/>
                </a:lnTo>
                <a:cubicBezTo>
                  <a:pt x="5199" y="4568"/>
                  <a:pt x="5113" y="4537"/>
                  <a:pt x="5026" y="4537"/>
                </a:cubicBezTo>
                <a:cubicBezTo>
                  <a:pt x="4939" y="4537"/>
                  <a:pt x="4853" y="4568"/>
                  <a:pt x="4790" y="4631"/>
                </a:cubicBezTo>
                <a:lnTo>
                  <a:pt x="4317" y="5104"/>
                </a:lnTo>
                <a:cubicBezTo>
                  <a:pt x="4254" y="5167"/>
                  <a:pt x="4167" y="5198"/>
                  <a:pt x="4081" y="5198"/>
                </a:cubicBezTo>
                <a:cubicBezTo>
                  <a:pt x="3994" y="5198"/>
                  <a:pt x="3907" y="5167"/>
                  <a:pt x="3844" y="5104"/>
                </a:cubicBezTo>
                <a:cubicBezTo>
                  <a:pt x="3718" y="4978"/>
                  <a:pt x="3718" y="4757"/>
                  <a:pt x="3844" y="4631"/>
                </a:cubicBezTo>
                <a:lnTo>
                  <a:pt x="4317" y="4159"/>
                </a:lnTo>
                <a:cubicBezTo>
                  <a:pt x="4443" y="4033"/>
                  <a:pt x="4443" y="3812"/>
                  <a:pt x="4317" y="3686"/>
                </a:cubicBezTo>
                <a:lnTo>
                  <a:pt x="3624" y="2993"/>
                </a:lnTo>
                <a:lnTo>
                  <a:pt x="5766" y="788"/>
                </a:lnTo>
                <a:cubicBezTo>
                  <a:pt x="5829" y="725"/>
                  <a:pt x="5916" y="693"/>
                  <a:pt x="6003" y="693"/>
                </a:cubicBezTo>
                <a:close/>
                <a:moveTo>
                  <a:pt x="3088" y="3466"/>
                </a:moveTo>
                <a:lnTo>
                  <a:pt x="3561" y="3938"/>
                </a:lnTo>
                <a:lnTo>
                  <a:pt x="3340" y="4159"/>
                </a:lnTo>
                <a:cubicBezTo>
                  <a:pt x="2931" y="4568"/>
                  <a:pt x="2931" y="5230"/>
                  <a:pt x="3340" y="5608"/>
                </a:cubicBezTo>
                <a:cubicBezTo>
                  <a:pt x="3529" y="5813"/>
                  <a:pt x="3797" y="5915"/>
                  <a:pt x="4065" y="5915"/>
                </a:cubicBezTo>
                <a:cubicBezTo>
                  <a:pt x="4333" y="5915"/>
                  <a:pt x="4601" y="5813"/>
                  <a:pt x="4790" y="5608"/>
                </a:cubicBezTo>
                <a:lnTo>
                  <a:pt x="5042" y="5388"/>
                </a:lnTo>
                <a:lnTo>
                  <a:pt x="5514" y="5860"/>
                </a:lnTo>
                <a:lnTo>
                  <a:pt x="4758" y="6616"/>
                </a:lnTo>
                <a:cubicBezTo>
                  <a:pt x="4632" y="6711"/>
                  <a:pt x="4632" y="6963"/>
                  <a:pt x="4758" y="7089"/>
                </a:cubicBezTo>
                <a:lnTo>
                  <a:pt x="5231" y="7561"/>
                </a:lnTo>
                <a:cubicBezTo>
                  <a:pt x="5357" y="7656"/>
                  <a:pt x="5357" y="7908"/>
                  <a:pt x="5231" y="8002"/>
                </a:cubicBezTo>
                <a:cubicBezTo>
                  <a:pt x="5168" y="8065"/>
                  <a:pt x="5081" y="8097"/>
                  <a:pt x="4994" y="8097"/>
                </a:cubicBezTo>
                <a:cubicBezTo>
                  <a:pt x="4908" y="8097"/>
                  <a:pt x="4821" y="8065"/>
                  <a:pt x="4758" y="8002"/>
                </a:cubicBezTo>
                <a:lnTo>
                  <a:pt x="4286" y="7561"/>
                </a:lnTo>
                <a:cubicBezTo>
                  <a:pt x="4223" y="7498"/>
                  <a:pt x="4136" y="7467"/>
                  <a:pt x="4049" y="7467"/>
                </a:cubicBezTo>
                <a:cubicBezTo>
                  <a:pt x="3963" y="7467"/>
                  <a:pt x="3876" y="7498"/>
                  <a:pt x="3813" y="7561"/>
                </a:cubicBezTo>
                <a:lnTo>
                  <a:pt x="3088" y="8254"/>
                </a:lnTo>
                <a:lnTo>
                  <a:pt x="883" y="6049"/>
                </a:lnTo>
                <a:cubicBezTo>
                  <a:pt x="789" y="6018"/>
                  <a:pt x="789" y="5829"/>
                  <a:pt x="883" y="5671"/>
                </a:cubicBezTo>
                <a:lnTo>
                  <a:pt x="3088" y="3466"/>
                </a:lnTo>
                <a:close/>
                <a:moveTo>
                  <a:pt x="8917" y="3529"/>
                </a:moveTo>
                <a:lnTo>
                  <a:pt x="11122" y="5671"/>
                </a:lnTo>
                <a:cubicBezTo>
                  <a:pt x="11248" y="5766"/>
                  <a:pt x="11248" y="6018"/>
                  <a:pt x="11122" y="6144"/>
                </a:cubicBezTo>
                <a:lnTo>
                  <a:pt x="8917" y="8349"/>
                </a:lnTo>
                <a:lnTo>
                  <a:pt x="8444" y="7876"/>
                </a:lnTo>
                <a:lnTo>
                  <a:pt x="8696" y="7624"/>
                </a:lnTo>
                <a:cubicBezTo>
                  <a:pt x="9074" y="7246"/>
                  <a:pt x="9074" y="6553"/>
                  <a:pt x="8696" y="6175"/>
                </a:cubicBezTo>
                <a:cubicBezTo>
                  <a:pt x="8491" y="5970"/>
                  <a:pt x="8224" y="5868"/>
                  <a:pt x="7956" y="5868"/>
                </a:cubicBezTo>
                <a:cubicBezTo>
                  <a:pt x="7688" y="5868"/>
                  <a:pt x="7420" y="5970"/>
                  <a:pt x="7216" y="6175"/>
                </a:cubicBezTo>
                <a:lnTo>
                  <a:pt x="6995" y="6396"/>
                </a:lnTo>
                <a:lnTo>
                  <a:pt x="6522" y="5923"/>
                </a:lnTo>
                <a:lnTo>
                  <a:pt x="7279" y="5198"/>
                </a:lnTo>
                <a:cubicBezTo>
                  <a:pt x="7373" y="5072"/>
                  <a:pt x="7373" y="4820"/>
                  <a:pt x="7279" y="4726"/>
                </a:cubicBezTo>
                <a:lnTo>
                  <a:pt x="6806" y="4222"/>
                </a:lnTo>
                <a:cubicBezTo>
                  <a:pt x="6680" y="4127"/>
                  <a:pt x="6680" y="3875"/>
                  <a:pt x="6806" y="3749"/>
                </a:cubicBezTo>
                <a:cubicBezTo>
                  <a:pt x="6869" y="3686"/>
                  <a:pt x="6963" y="3655"/>
                  <a:pt x="7026" y="3655"/>
                </a:cubicBezTo>
                <a:cubicBezTo>
                  <a:pt x="7121" y="3655"/>
                  <a:pt x="7216" y="3686"/>
                  <a:pt x="7279" y="3749"/>
                </a:cubicBezTo>
                <a:lnTo>
                  <a:pt x="7751" y="4222"/>
                </a:lnTo>
                <a:cubicBezTo>
                  <a:pt x="7798" y="4285"/>
                  <a:pt x="7885" y="4316"/>
                  <a:pt x="7976" y="4316"/>
                </a:cubicBezTo>
                <a:cubicBezTo>
                  <a:pt x="8066" y="4316"/>
                  <a:pt x="8161" y="4285"/>
                  <a:pt x="8224" y="4222"/>
                </a:cubicBezTo>
                <a:lnTo>
                  <a:pt x="8917" y="3529"/>
                </a:lnTo>
                <a:close/>
                <a:moveTo>
                  <a:pt x="5987" y="6396"/>
                </a:moveTo>
                <a:lnTo>
                  <a:pt x="6711" y="7152"/>
                </a:lnTo>
                <a:cubicBezTo>
                  <a:pt x="6774" y="7215"/>
                  <a:pt x="6869" y="7246"/>
                  <a:pt x="6960" y="7246"/>
                </a:cubicBezTo>
                <a:cubicBezTo>
                  <a:pt x="7050" y="7246"/>
                  <a:pt x="7137" y="7215"/>
                  <a:pt x="7184" y="7152"/>
                </a:cubicBezTo>
                <a:lnTo>
                  <a:pt x="7657" y="6679"/>
                </a:lnTo>
                <a:cubicBezTo>
                  <a:pt x="7720" y="6616"/>
                  <a:pt x="7814" y="6585"/>
                  <a:pt x="7905" y="6585"/>
                </a:cubicBezTo>
                <a:cubicBezTo>
                  <a:pt x="7995" y="6585"/>
                  <a:pt x="8082" y="6616"/>
                  <a:pt x="8129" y="6679"/>
                </a:cubicBezTo>
                <a:cubicBezTo>
                  <a:pt x="8255" y="6805"/>
                  <a:pt x="8255" y="7026"/>
                  <a:pt x="8129" y="7152"/>
                </a:cubicBezTo>
                <a:lnTo>
                  <a:pt x="7657" y="7624"/>
                </a:lnTo>
                <a:cubicBezTo>
                  <a:pt x="7562" y="7750"/>
                  <a:pt x="7562" y="7971"/>
                  <a:pt x="7657" y="8097"/>
                </a:cubicBezTo>
                <a:lnTo>
                  <a:pt x="8381" y="8822"/>
                </a:lnTo>
                <a:lnTo>
                  <a:pt x="6239" y="11027"/>
                </a:lnTo>
                <a:cubicBezTo>
                  <a:pt x="6192" y="11074"/>
                  <a:pt x="6105" y="11098"/>
                  <a:pt x="6014" y="11098"/>
                </a:cubicBezTo>
                <a:cubicBezTo>
                  <a:pt x="5924" y="11098"/>
                  <a:pt x="5829" y="11074"/>
                  <a:pt x="5766" y="11027"/>
                </a:cubicBezTo>
                <a:lnTo>
                  <a:pt x="3561" y="8822"/>
                </a:lnTo>
                <a:lnTo>
                  <a:pt x="4034" y="8349"/>
                </a:lnTo>
                <a:lnTo>
                  <a:pt x="4286" y="8570"/>
                </a:lnTo>
                <a:cubicBezTo>
                  <a:pt x="4475" y="8774"/>
                  <a:pt x="4742" y="8877"/>
                  <a:pt x="5010" y="8877"/>
                </a:cubicBezTo>
                <a:cubicBezTo>
                  <a:pt x="5278" y="8877"/>
                  <a:pt x="5546" y="8774"/>
                  <a:pt x="5735" y="8570"/>
                </a:cubicBezTo>
                <a:cubicBezTo>
                  <a:pt x="6144" y="8191"/>
                  <a:pt x="6144" y="7498"/>
                  <a:pt x="5735" y="7120"/>
                </a:cubicBezTo>
                <a:lnTo>
                  <a:pt x="5514" y="6868"/>
                </a:lnTo>
                <a:lnTo>
                  <a:pt x="5987" y="6396"/>
                </a:lnTo>
                <a:close/>
                <a:moveTo>
                  <a:pt x="5999" y="0"/>
                </a:moveTo>
                <a:cubicBezTo>
                  <a:pt x="5735" y="0"/>
                  <a:pt x="5467" y="95"/>
                  <a:pt x="5262" y="284"/>
                </a:cubicBezTo>
                <a:lnTo>
                  <a:pt x="379" y="5167"/>
                </a:lnTo>
                <a:cubicBezTo>
                  <a:pt x="1" y="5577"/>
                  <a:pt x="1" y="6238"/>
                  <a:pt x="379" y="6648"/>
                </a:cubicBezTo>
                <a:lnTo>
                  <a:pt x="5262" y="11531"/>
                </a:lnTo>
                <a:cubicBezTo>
                  <a:pt x="5467" y="11720"/>
                  <a:pt x="5735" y="11814"/>
                  <a:pt x="5999" y="11814"/>
                </a:cubicBezTo>
                <a:cubicBezTo>
                  <a:pt x="6262" y="11814"/>
                  <a:pt x="6522" y="11720"/>
                  <a:pt x="6711" y="11531"/>
                </a:cubicBezTo>
                <a:lnTo>
                  <a:pt x="11595" y="6648"/>
                </a:lnTo>
                <a:cubicBezTo>
                  <a:pt x="12004" y="6238"/>
                  <a:pt x="12004" y="5577"/>
                  <a:pt x="11595" y="5167"/>
                </a:cubicBezTo>
                <a:lnTo>
                  <a:pt x="6711" y="284"/>
                </a:lnTo>
                <a:cubicBezTo>
                  <a:pt x="6522" y="95"/>
                  <a:pt x="6262" y="0"/>
                  <a:pt x="59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7" name="Google Shape;1247;p49"/>
          <p:cNvGrpSpPr/>
          <p:nvPr/>
        </p:nvGrpSpPr>
        <p:grpSpPr>
          <a:xfrm>
            <a:off x="5064520" y="1614901"/>
            <a:ext cx="397509" cy="397484"/>
            <a:chOff x="-1700225" y="2768875"/>
            <a:chExt cx="291450" cy="292225"/>
          </a:xfrm>
        </p:grpSpPr>
        <p:sp>
          <p:nvSpPr>
            <p:cNvPr id="1248" name="Google Shape;1248;p49"/>
            <p:cNvSpPr/>
            <p:nvPr/>
          </p:nvSpPr>
          <p:spPr>
            <a:xfrm>
              <a:off x="-170022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17" y="662"/>
                  </a:moveTo>
                  <a:cubicBezTo>
                    <a:pt x="10806" y="662"/>
                    <a:pt x="10964" y="820"/>
                    <a:pt x="10964" y="1009"/>
                  </a:cubicBezTo>
                  <a:lnTo>
                    <a:pt x="10964" y="2710"/>
                  </a:lnTo>
                  <a:lnTo>
                    <a:pt x="662" y="2710"/>
                  </a:lnTo>
                  <a:lnTo>
                    <a:pt x="662" y="1009"/>
                  </a:ln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933" y="3372"/>
                  </a:moveTo>
                  <a:lnTo>
                    <a:pt x="10933" y="9232"/>
                  </a:lnTo>
                  <a:cubicBezTo>
                    <a:pt x="10964" y="9484"/>
                    <a:pt x="10806" y="9610"/>
                    <a:pt x="10617" y="9610"/>
                  </a:cubicBezTo>
                  <a:lnTo>
                    <a:pt x="8916" y="9610"/>
                  </a:lnTo>
                  <a:lnTo>
                    <a:pt x="8570" y="9232"/>
                  </a:lnTo>
                  <a:cubicBezTo>
                    <a:pt x="8601" y="9169"/>
                    <a:pt x="8664" y="9043"/>
                    <a:pt x="8696" y="8917"/>
                  </a:cubicBezTo>
                  <a:lnTo>
                    <a:pt x="9200" y="8917"/>
                  </a:lnTo>
                  <a:cubicBezTo>
                    <a:pt x="9389" y="8917"/>
                    <a:pt x="9546" y="8759"/>
                    <a:pt x="9546" y="8570"/>
                  </a:cubicBezTo>
                  <a:lnTo>
                    <a:pt x="9546" y="7184"/>
                  </a:lnTo>
                  <a:cubicBezTo>
                    <a:pt x="9546" y="6995"/>
                    <a:pt x="9389" y="6837"/>
                    <a:pt x="9200" y="6837"/>
                  </a:cubicBezTo>
                  <a:lnTo>
                    <a:pt x="8696" y="6837"/>
                  </a:lnTo>
                  <a:cubicBezTo>
                    <a:pt x="8664" y="6711"/>
                    <a:pt x="8601" y="6648"/>
                    <a:pt x="8570" y="6522"/>
                  </a:cubicBezTo>
                  <a:lnTo>
                    <a:pt x="8916" y="6176"/>
                  </a:lnTo>
                  <a:cubicBezTo>
                    <a:pt x="9042" y="6050"/>
                    <a:pt x="9042" y="5798"/>
                    <a:pt x="8916" y="5703"/>
                  </a:cubicBezTo>
                  <a:lnTo>
                    <a:pt x="7940" y="4695"/>
                  </a:lnTo>
                  <a:cubicBezTo>
                    <a:pt x="7877" y="4648"/>
                    <a:pt x="7790" y="4624"/>
                    <a:pt x="7703" y="4624"/>
                  </a:cubicBezTo>
                  <a:cubicBezTo>
                    <a:pt x="7617" y="4624"/>
                    <a:pt x="7530" y="4648"/>
                    <a:pt x="7467" y="4695"/>
                  </a:cubicBezTo>
                  <a:lnTo>
                    <a:pt x="7120" y="5073"/>
                  </a:lnTo>
                  <a:cubicBezTo>
                    <a:pt x="7026" y="5041"/>
                    <a:pt x="6931" y="4978"/>
                    <a:pt x="6805" y="4947"/>
                  </a:cubicBezTo>
                  <a:lnTo>
                    <a:pt x="6805" y="4443"/>
                  </a:lnTo>
                  <a:cubicBezTo>
                    <a:pt x="6805" y="4222"/>
                    <a:pt x="6648" y="4065"/>
                    <a:pt x="6459" y="4065"/>
                  </a:cubicBezTo>
                  <a:lnTo>
                    <a:pt x="5073" y="4065"/>
                  </a:lnTo>
                  <a:cubicBezTo>
                    <a:pt x="4884" y="4065"/>
                    <a:pt x="4726" y="4222"/>
                    <a:pt x="4726" y="4443"/>
                  </a:cubicBezTo>
                  <a:lnTo>
                    <a:pt x="4726" y="4947"/>
                  </a:lnTo>
                  <a:cubicBezTo>
                    <a:pt x="4600" y="4978"/>
                    <a:pt x="4506" y="5010"/>
                    <a:pt x="4411" y="5073"/>
                  </a:cubicBezTo>
                  <a:lnTo>
                    <a:pt x="4033" y="4695"/>
                  </a:lnTo>
                  <a:cubicBezTo>
                    <a:pt x="3986" y="4648"/>
                    <a:pt x="3899" y="4624"/>
                    <a:pt x="3808" y="4624"/>
                  </a:cubicBezTo>
                  <a:cubicBezTo>
                    <a:pt x="3718" y="4624"/>
                    <a:pt x="3623" y="4648"/>
                    <a:pt x="3560" y="4695"/>
                  </a:cubicBezTo>
                  <a:lnTo>
                    <a:pt x="2584" y="5703"/>
                  </a:lnTo>
                  <a:cubicBezTo>
                    <a:pt x="2458" y="5829"/>
                    <a:pt x="2458" y="6050"/>
                    <a:pt x="2584" y="6176"/>
                  </a:cubicBezTo>
                  <a:lnTo>
                    <a:pt x="2930" y="6522"/>
                  </a:lnTo>
                  <a:cubicBezTo>
                    <a:pt x="2899" y="6585"/>
                    <a:pt x="2867" y="6711"/>
                    <a:pt x="2836" y="6837"/>
                  </a:cubicBezTo>
                  <a:lnTo>
                    <a:pt x="2300" y="6837"/>
                  </a:lnTo>
                  <a:cubicBezTo>
                    <a:pt x="2111" y="6837"/>
                    <a:pt x="1954" y="6995"/>
                    <a:pt x="1954" y="7184"/>
                  </a:cubicBezTo>
                  <a:lnTo>
                    <a:pt x="1954" y="8570"/>
                  </a:lnTo>
                  <a:cubicBezTo>
                    <a:pt x="1954" y="8759"/>
                    <a:pt x="2111" y="8917"/>
                    <a:pt x="2300" y="8917"/>
                  </a:cubicBezTo>
                  <a:lnTo>
                    <a:pt x="2836" y="8917"/>
                  </a:lnTo>
                  <a:cubicBezTo>
                    <a:pt x="2867" y="9043"/>
                    <a:pt x="2899" y="9137"/>
                    <a:pt x="2930" y="9232"/>
                  </a:cubicBezTo>
                  <a:lnTo>
                    <a:pt x="2584" y="9610"/>
                  </a:lnTo>
                  <a:lnTo>
                    <a:pt x="977" y="9610"/>
                  </a:lnTo>
                  <a:cubicBezTo>
                    <a:pt x="788" y="9610"/>
                    <a:pt x="630" y="9452"/>
                    <a:pt x="630" y="9232"/>
                  </a:cubicBezTo>
                  <a:lnTo>
                    <a:pt x="630" y="3372"/>
                  </a:lnTo>
                  <a:close/>
                  <a:moveTo>
                    <a:pt x="6112" y="4726"/>
                  </a:moveTo>
                  <a:lnTo>
                    <a:pt x="6112" y="5136"/>
                  </a:lnTo>
                  <a:cubicBezTo>
                    <a:pt x="6112" y="5294"/>
                    <a:pt x="6207" y="5420"/>
                    <a:pt x="6364" y="5451"/>
                  </a:cubicBezTo>
                  <a:cubicBezTo>
                    <a:pt x="6553" y="5514"/>
                    <a:pt x="6805" y="5609"/>
                    <a:pt x="6994" y="5735"/>
                  </a:cubicBezTo>
                  <a:cubicBezTo>
                    <a:pt x="7041" y="5769"/>
                    <a:pt x="7096" y="5783"/>
                    <a:pt x="7153" y="5783"/>
                  </a:cubicBezTo>
                  <a:cubicBezTo>
                    <a:pt x="7251" y="5783"/>
                    <a:pt x="7356" y="5743"/>
                    <a:pt x="7435" y="5703"/>
                  </a:cubicBezTo>
                  <a:lnTo>
                    <a:pt x="7751" y="5388"/>
                  </a:lnTo>
                  <a:lnTo>
                    <a:pt x="8223" y="5861"/>
                  </a:lnTo>
                  <a:lnTo>
                    <a:pt x="7908" y="6176"/>
                  </a:lnTo>
                  <a:cubicBezTo>
                    <a:pt x="7782" y="6302"/>
                    <a:pt x="7782" y="6459"/>
                    <a:pt x="7877" y="6617"/>
                  </a:cubicBezTo>
                  <a:cubicBezTo>
                    <a:pt x="7971" y="6806"/>
                    <a:pt x="8066" y="6995"/>
                    <a:pt x="8129" y="7247"/>
                  </a:cubicBezTo>
                  <a:cubicBezTo>
                    <a:pt x="8192" y="7404"/>
                    <a:pt x="8286" y="7499"/>
                    <a:pt x="8444" y="7499"/>
                  </a:cubicBezTo>
                  <a:lnTo>
                    <a:pt x="8885" y="7499"/>
                  </a:lnTo>
                  <a:lnTo>
                    <a:pt x="8885" y="8192"/>
                  </a:lnTo>
                  <a:lnTo>
                    <a:pt x="8444" y="8192"/>
                  </a:lnTo>
                  <a:cubicBezTo>
                    <a:pt x="8286" y="8192"/>
                    <a:pt x="8192" y="8286"/>
                    <a:pt x="8129" y="8444"/>
                  </a:cubicBezTo>
                  <a:cubicBezTo>
                    <a:pt x="8097" y="8665"/>
                    <a:pt x="7971" y="8885"/>
                    <a:pt x="7877" y="9074"/>
                  </a:cubicBezTo>
                  <a:cubicBezTo>
                    <a:pt x="7782" y="9200"/>
                    <a:pt x="7814" y="9389"/>
                    <a:pt x="7908" y="9515"/>
                  </a:cubicBezTo>
                  <a:lnTo>
                    <a:pt x="8223" y="9830"/>
                  </a:lnTo>
                  <a:lnTo>
                    <a:pt x="7751" y="10303"/>
                  </a:lnTo>
                  <a:lnTo>
                    <a:pt x="7435" y="9988"/>
                  </a:lnTo>
                  <a:cubicBezTo>
                    <a:pt x="7368" y="9920"/>
                    <a:pt x="7291" y="9889"/>
                    <a:pt x="7211" y="9889"/>
                  </a:cubicBezTo>
                  <a:cubicBezTo>
                    <a:pt x="7141" y="9889"/>
                    <a:pt x="7068" y="9912"/>
                    <a:pt x="6994" y="9956"/>
                  </a:cubicBezTo>
                  <a:cubicBezTo>
                    <a:pt x="6805" y="10082"/>
                    <a:pt x="6616" y="10145"/>
                    <a:pt x="6364" y="10208"/>
                  </a:cubicBezTo>
                  <a:cubicBezTo>
                    <a:pt x="6207" y="10271"/>
                    <a:pt x="6112" y="10366"/>
                    <a:pt x="6112" y="10555"/>
                  </a:cubicBezTo>
                  <a:lnTo>
                    <a:pt x="6112" y="10964"/>
                  </a:lnTo>
                  <a:lnTo>
                    <a:pt x="5419" y="10964"/>
                  </a:lnTo>
                  <a:lnTo>
                    <a:pt x="5419" y="10555"/>
                  </a:lnTo>
                  <a:cubicBezTo>
                    <a:pt x="5419" y="10366"/>
                    <a:pt x="5325" y="10271"/>
                    <a:pt x="5167" y="10208"/>
                  </a:cubicBezTo>
                  <a:cubicBezTo>
                    <a:pt x="4947" y="10177"/>
                    <a:pt x="4726" y="10051"/>
                    <a:pt x="4537" y="9956"/>
                  </a:cubicBezTo>
                  <a:cubicBezTo>
                    <a:pt x="4491" y="9921"/>
                    <a:pt x="4436" y="9908"/>
                    <a:pt x="4379" y="9908"/>
                  </a:cubicBezTo>
                  <a:cubicBezTo>
                    <a:pt x="4281" y="9908"/>
                    <a:pt x="4176" y="9948"/>
                    <a:pt x="4096" y="9988"/>
                  </a:cubicBezTo>
                  <a:lnTo>
                    <a:pt x="3781" y="10303"/>
                  </a:lnTo>
                  <a:lnTo>
                    <a:pt x="3308" y="9830"/>
                  </a:lnTo>
                  <a:lnTo>
                    <a:pt x="3623" y="9515"/>
                  </a:lnTo>
                  <a:cubicBezTo>
                    <a:pt x="3749" y="9389"/>
                    <a:pt x="3749" y="9232"/>
                    <a:pt x="3655" y="9074"/>
                  </a:cubicBezTo>
                  <a:cubicBezTo>
                    <a:pt x="3529" y="8885"/>
                    <a:pt x="3466" y="8696"/>
                    <a:pt x="3371" y="8444"/>
                  </a:cubicBezTo>
                  <a:cubicBezTo>
                    <a:pt x="3340" y="8286"/>
                    <a:pt x="3214" y="8192"/>
                    <a:pt x="3056" y="8192"/>
                  </a:cubicBezTo>
                  <a:lnTo>
                    <a:pt x="2647" y="8192"/>
                  </a:lnTo>
                  <a:lnTo>
                    <a:pt x="2647" y="7499"/>
                  </a:lnTo>
                  <a:lnTo>
                    <a:pt x="3056" y="7499"/>
                  </a:lnTo>
                  <a:cubicBezTo>
                    <a:pt x="3214" y="7499"/>
                    <a:pt x="3340" y="7404"/>
                    <a:pt x="3371" y="7247"/>
                  </a:cubicBezTo>
                  <a:cubicBezTo>
                    <a:pt x="3434" y="7026"/>
                    <a:pt x="3529" y="6806"/>
                    <a:pt x="3655" y="6617"/>
                  </a:cubicBezTo>
                  <a:cubicBezTo>
                    <a:pt x="3749" y="6491"/>
                    <a:pt x="3686" y="6302"/>
                    <a:pt x="3623" y="6176"/>
                  </a:cubicBezTo>
                  <a:lnTo>
                    <a:pt x="3308" y="5861"/>
                  </a:lnTo>
                  <a:lnTo>
                    <a:pt x="3781" y="5388"/>
                  </a:lnTo>
                  <a:lnTo>
                    <a:pt x="4096" y="5703"/>
                  </a:lnTo>
                  <a:cubicBezTo>
                    <a:pt x="4163" y="5771"/>
                    <a:pt x="4240" y="5802"/>
                    <a:pt x="4321" y="5802"/>
                  </a:cubicBezTo>
                  <a:cubicBezTo>
                    <a:pt x="4391" y="5802"/>
                    <a:pt x="4464" y="5778"/>
                    <a:pt x="4537" y="5735"/>
                  </a:cubicBezTo>
                  <a:cubicBezTo>
                    <a:pt x="4726" y="5609"/>
                    <a:pt x="4915" y="5546"/>
                    <a:pt x="5167" y="5451"/>
                  </a:cubicBezTo>
                  <a:cubicBezTo>
                    <a:pt x="5325" y="5420"/>
                    <a:pt x="5419" y="5294"/>
                    <a:pt x="5419" y="5136"/>
                  </a:cubicBezTo>
                  <a:lnTo>
                    <a:pt x="5419" y="4726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295"/>
                  </a:lnTo>
                  <a:cubicBezTo>
                    <a:pt x="0" y="9830"/>
                    <a:pt x="473" y="10303"/>
                    <a:pt x="1008" y="10303"/>
                  </a:cubicBezTo>
                  <a:lnTo>
                    <a:pt x="2867" y="10303"/>
                  </a:lnTo>
                  <a:lnTo>
                    <a:pt x="3623" y="11059"/>
                  </a:lnTo>
                  <a:cubicBezTo>
                    <a:pt x="3671" y="11122"/>
                    <a:pt x="3757" y="11153"/>
                    <a:pt x="3848" y="11153"/>
                  </a:cubicBezTo>
                  <a:cubicBezTo>
                    <a:pt x="3938" y="11153"/>
                    <a:pt x="4033" y="11122"/>
                    <a:pt x="4096" y="11059"/>
                  </a:cubicBezTo>
                  <a:lnTo>
                    <a:pt x="4442" y="10712"/>
                  </a:lnTo>
                  <a:cubicBezTo>
                    <a:pt x="4506" y="10744"/>
                    <a:pt x="4632" y="10775"/>
                    <a:pt x="4758" y="10807"/>
                  </a:cubicBezTo>
                  <a:lnTo>
                    <a:pt x="4758" y="11342"/>
                  </a:lnTo>
                  <a:cubicBezTo>
                    <a:pt x="4758" y="11531"/>
                    <a:pt x="4915" y="11689"/>
                    <a:pt x="5104" y="11689"/>
                  </a:cubicBezTo>
                  <a:lnTo>
                    <a:pt x="6490" y="11689"/>
                  </a:lnTo>
                  <a:cubicBezTo>
                    <a:pt x="6679" y="11689"/>
                    <a:pt x="6837" y="11531"/>
                    <a:pt x="6837" y="11342"/>
                  </a:cubicBezTo>
                  <a:lnTo>
                    <a:pt x="6837" y="10807"/>
                  </a:lnTo>
                  <a:cubicBezTo>
                    <a:pt x="6963" y="10775"/>
                    <a:pt x="7026" y="10744"/>
                    <a:pt x="7152" y="10712"/>
                  </a:cubicBezTo>
                  <a:lnTo>
                    <a:pt x="7498" y="11059"/>
                  </a:lnTo>
                  <a:cubicBezTo>
                    <a:pt x="7561" y="11122"/>
                    <a:pt x="7656" y="11153"/>
                    <a:pt x="7747" y="11153"/>
                  </a:cubicBezTo>
                  <a:cubicBezTo>
                    <a:pt x="7837" y="11153"/>
                    <a:pt x="7924" y="11122"/>
                    <a:pt x="7971" y="11059"/>
                  </a:cubicBezTo>
                  <a:lnTo>
                    <a:pt x="8727" y="10303"/>
                  </a:lnTo>
                  <a:lnTo>
                    <a:pt x="10617" y="10303"/>
                  </a:lnTo>
                  <a:cubicBezTo>
                    <a:pt x="11185" y="10303"/>
                    <a:pt x="11657" y="9830"/>
                    <a:pt x="11657" y="9295"/>
                  </a:cubicBezTo>
                  <a:lnTo>
                    <a:pt x="11657" y="1009"/>
                  </a:lnTo>
                  <a:cubicBezTo>
                    <a:pt x="11657" y="473"/>
                    <a:pt x="11216" y="1"/>
                    <a:pt x="10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9"/>
            <p:cNvSpPr/>
            <p:nvPr/>
          </p:nvSpPr>
          <p:spPr>
            <a:xfrm>
              <a:off x="-1667150" y="28019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6"/>
                    <a:pt x="347" y="726"/>
                  </a:cubicBezTo>
                  <a:cubicBezTo>
                    <a:pt x="568" y="726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9"/>
            <p:cNvSpPr/>
            <p:nvPr/>
          </p:nvSpPr>
          <p:spPr>
            <a:xfrm>
              <a:off x="-1632500" y="28019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9"/>
            <p:cNvSpPr/>
            <p:nvPr/>
          </p:nvSpPr>
          <p:spPr>
            <a:xfrm>
              <a:off x="-1597850" y="2801950"/>
              <a:ext cx="17375" cy="18150"/>
            </a:xfrm>
            <a:custGeom>
              <a:avLst/>
              <a:gdLst/>
              <a:ahLst/>
              <a:cxnLst/>
              <a:rect l="l" t="t" r="r" b="b"/>
              <a:pathLst>
                <a:path w="69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7" y="726"/>
                    <a:pt x="694" y="568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9"/>
            <p:cNvSpPr/>
            <p:nvPr/>
          </p:nvSpPr>
          <p:spPr>
            <a:xfrm>
              <a:off x="-1564750" y="2801950"/>
              <a:ext cx="120525" cy="18150"/>
            </a:xfrm>
            <a:custGeom>
              <a:avLst/>
              <a:gdLst/>
              <a:ahLst/>
              <a:cxnLst/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32" y="568"/>
                    <a:pt x="189" y="726"/>
                    <a:pt x="347" y="726"/>
                  </a:cubicBezTo>
                  <a:lnTo>
                    <a:pt x="4442" y="726"/>
                  </a:lnTo>
                  <a:cubicBezTo>
                    <a:pt x="4663" y="726"/>
                    <a:pt x="4820" y="568"/>
                    <a:pt x="4820" y="347"/>
                  </a:cubicBezTo>
                  <a:cubicBezTo>
                    <a:pt x="4820" y="158"/>
                    <a:pt x="4663" y="1"/>
                    <a:pt x="4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9"/>
            <p:cNvSpPr/>
            <p:nvPr/>
          </p:nvSpPr>
          <p:spPr>
            <a:xfrm>
              <a:off x="-1597850" y="2924050"/>
              <a:ext cx="85100" cy="85075"/>
            </a:xfrm>
            <a:custGeom>
              <a:avLst/>
              <a:gdLst/>
              <a:ahLst/>
              <a:cxnLst/>
              <a:rect l="l" t="t" r="r" b="b"/>
              <a:pathLst>
                <a:path w="3404" h="3403" extrusionOk="0">
                  <a:moveTo>
                    <a:pt x="1671" y="662"/>
                  </a:moveTo>
                  <a:cubicBezTo>
                    <a:pt x="2238" y="662"/>
                    <a:pt x="2710" y="1134"/>
                    <a:pt x="2710" y="1701"/>
                  </a:cubicBezTo>
                  <a:cubicBezTo>
                    <a:pt x="2710" y="2237"/>
                    <a:pt x="2269" y="2710"/>
                    <a:pt x="1671" y="2710"/>
                  </a:cubicBezTo>
                  <a:cubicBezTo>
                    <a:pt x="1135" y="2710"/>
                    <a:pt x="663" y="2237"/>
                    <a:pt x="663" y="1701"/>
                  </a:cubicBezTo>
                  <a:cubicBezTo>
                    <a:pt x="663" y="1134"/>
                    <a:pt x="1135" y="662"/>
                    <a:pt x="1671" y="662"/>
                  </a:cubicBezTo>
                  <a:close/>
                  <a:moveTo>
                    <a:pt x="1671" y="0"/>
                  </a:moveTo>
                  <a:cubicBezTo>
                    <a:pt x="726" y="0"/>
                    <a:pt x="1" y="756"/>
                    <a:pt x="1" y="1701"/>
                  </a:cubicBezTo>
                  <a:cubicBezTo>
                    <a:pt x="1" y="2647"/>
                    <a:pt x="726" y="3403"/>
                    <a:pt x="1671" y="3403"/>
                  </a:cubicBezTo>
                  <a:cubicBezTo>
                    <a:pt x="2616" y="3403"/>
                    <a:pt x="3372" y="2647"/>
                    <a:pt x="3372" y="1701"/>
                  </a:cubicBezTo>
                  <a:cubicBezTo>
                    <a:pt x="3403" y="756"/>
                    <a:pt x="2616" y="0"/>
                    <a:pt x="16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BREAK-EVEN ANALYSIS</a:t>
            </a:r>
            <a:endParaRPr/>
          </a:p>
        </p:txBody>
      </p:sp>
      <p:cxnSp>
        <p:nvCxnSpPr>
          <p:cNvPr id="1259" name="Google Shape;1259;p50"/>
          <p:cNvCxnSpPr/>
          <p:nvPr/>
        </p:nvCxnSpPr>
        <p:spPr>
          <a:xfrm rot="10800000">
            <a:off x="771450" y="2796675"/>
            <a:ext cx="7601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0" name="Google Shape;1260;p50"/>
          <p:cNvSpPr txBox="1"/>
          <p:nvPr/>
        </p:nvSpPr>
        <p:spPr>
          <a:xfrm>
            <a:off x="917250" y="3034725"/>
            <a:ext cx="1323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BIG LOSS</a:t>
            </a:r>
            <a:endParaRPr sz="18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1" name="Google Shape;1261;p50"/>
          <p:cNvSpPr txBox="1"/>
          <p:nvPr/>
        </p:nvSpPr>
        <p:spPr>
          <a:xfrm>
            <a:off x="872400" y="3274125"/>
            <a:ext cx="14127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50"/>
          <p:cNvSpPr txBox="1"/>
          <p:nvPr/>
        </p:nvSpPr>
        <p:spPr>
          <a:xfrm>
            <a:off x="2413875" y="3034725"/>
            <a:ext cx="1323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LOSS</a:t>
            </a:r>
            <a:endParaRPr sz="18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3" name="Google Shape;1263;p50"/>
          <p:cNvSpPr txBox="1"/>
          <p:nvPr/>
        </p:nvSpPr>
        <p:spPr>
          <a:xfrm>
            <a:off x="2369025" y="3274125"/>
            <a:ext cx="14127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very cold place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4" name="Google Shape;1264;p50"/>
          <p:cNvSpPr txBox="1"/>
          <p:nvPr/>
        </p:nvSpPr>
        <p:spPr>
          <a:xfrm>
            <a:off x="3523500" y="1528184"/>
            <a:ext cx="2097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BREAK-EVEN POINT</a:t>
            </a:r>
            <a:endParaRPr sz="180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5" name="Google Shape;1265;p50"/>
          <p:cNvSpPr txBox="1"/>
          <p:nvPr/>
        </p:nvSpPr>
        <p:spPr>
          <a:xfrm>
            <a:off x="3865650" y="1771250"/>
            <a:ext cx="14127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It's the biggest planet in the Solar System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6" name="Google Shape;1266;p50"/>
          <p:cNvSpPr txBox="1"/>
          <p:nvPr/>
        </p:nvSpPr>
        <p:spPr>
          <a:xfrm>
            <a:off x="5407125" y="3034725"/>
            <a:ext cx="1323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rPr>
              <a:t>PROFIT</a:t>
            </a:r>
            <a:endParaRPr sz="1800">
              <a:solidFill>
                <a:schemeClr val="accent4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7" name="Google Shape;1267;p50"/>
          <p:cNvSpPr txBox="1"/>
          <p:nvPr/>
        </p:nvSpPr>
        <p:spPr>
          <a:xfrm>
            <a:off x="5362275" y="3274125"/>
            <a:ext cx="14127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It's composed of hydrogen and of helium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50"/>
          <p:cNvSpPr txBox="1"/>
          <p:nvPr/>
        </p:nvSpPr>
        <p:spPr>
          <a:xfrm>
            <a:off x="6903750" y="3034725"/>
            <a:ext cx="1323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rPr>
              <a:t>HIGH PROFIT</a:t>
            </a:r>
            <a:endParaRPr sz="1800">
              <a:solidFill>
                <a:schemeClr val="accent5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9" name="Google Shape;1269;p50"/>
          <p:cNvSpPr txBox="1"/>
          <p:nvPr/>
        </p:nvSpPr>
        <p:spPr>
          <a:xfrm>
            <a:off x="6858900" y="3274125"/>
            <a:ext cx="14127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0" name="Google Shape;1270;p50"/>
          <p:cNvSpPr/>
          <p:nvPr/>
        </p:nvSpPr>
        <p:spPr>
          <a:xfrm>
            <a:off x="1459650" y="2677575"/>
            <a:ext cx="238200" cy="238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50"/>
          <p:cNvSpPr/>
          <p:nvPr/>
        </p:nvSpPr>
        <p:spPr>
          <a:xfrm>
            <a:off x="2956275" y="2677575"/>
            <a:ext cx="238200" cy="238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50"/>
          <p:cNvSpPr/>
          <p:nvPr/>
        </p:nvSpPr>
        <p:spPr>
          <a:xfrm>
            <a:off x="4452900" y="2677575"/>
            <a:ext cx="238200" cy="23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50"/>
          <p:cNvSpPr/>
          <p:nvPr/>
        </p:nvSpPr>
        <p:spPr>
          <a:xfrm>
            <a:off x="5949525" y="2677575"/>
            <a:ext cx="238200" cy="238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50"/>
          <p:cNvSpPr/>
          <p:nvPr/>
        </p:nvSpPr>
        <p:spPr>
          <a:xfrm>
            <a:off x="7446150" y="2677575"/>
            <a:ext cx="238200" cy="238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5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PLANS</a:t>
            </a:r>
            <a:endParaRPr/>
          </a:p>
        </p:txBody>
      </p:sp>
      <p:graphicFrame>
        <p:nvGraphicFramePr>
          <p:cNvPr id="1280" name="Google Shape;1280;p51"/>
          <p:cNvGraphicFramePr/>
          <p:nvPr/>
        </p:nvGraphicFramePr>
        <p:xfrm>
          <a:off x="952500" y="1942300"/>
          <a:ext cx="7239000" cy="1561795"/>
        </p:xfrm>
        <a:graphic>
          <a:graphicData uri="http://schemas.openxmlformats.org/drawingml/2006/table">
            <a:tbl>
              <a:tblPr>
                <a:noFill/>
                <a:tableStyleId>{8A47CBFA-3E63-4E3D-B1D6-BE4D71F31FAB}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4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BASIC</a:t>
                      </a:r>
                      <a:endParaRPr sz="1800">
                        <a:solidFill>
                          <a:schemeClr val="lt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PRO</a:t>
                      </a:r>
                      <a:endParaRPr sz="1800">
                        <a:solidFill>
                          <a:schemeClr val="lt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PREMIUM</a:t>
                      </a:r>
                      <a:endParaRPr sz="1800">
                        <a:solidFill>
                          <a:schemeClr val="lt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Despite being red, Mars is a very cold place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Venus has a beautiful name, but it’s terribly hot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Mercury is the closest planet to the Sun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$50</a:t>
                      </a:r>
                      <a:endParaRPr sz="20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EF8">
                        <a:alpha val="564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$75</a:t>
                      </a:r>
                      <a:endParaRPr sz="20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FFF">
                        <a:alpha val="54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$95</a:t>
                      </a:r>
                      <a:endParaRPr sz="20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154F8">
                        <a:alpha val="5084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81" name="Google Shape;1281;p51"/>
          <p:cNvGrpSpPr/>
          <p:nvPr/>
        </p:nvGrpSpPr>
        <p:grpSpPr>
          <a:xfrm>
            <a:off x="10056118" y="1406918"/>
            <a:ext cx="402601" cy="405816"/>
            <a:chOff x="2588518" y="1521218"/>
            <a:chExt cx="402601" cy="405816"/>
          </a:xfrm>
        </p:grpSpPr>
        <p:sp>
          <p:nvSpPr>
            <p:cNvPr id="1282" name="Google Shape;1282;p51"/>
            <p:cNvSpPr/>
            <p:nvPr/>
          </p:nvSpPr>
          <p:spPr>
            <a:xfrm>
              <a:off x="2611102" y="1655730"/>
              <a:ext cx="380017" cy="271304"/>
            </a:xfrm>
            <a:custGeom>
              <a:avLst/>
              <a:gdLst/>
              <a:ahLst/>
              <a:cxnLst/>
              <a:rect l="l" t="t" r="r" b="b"/>
              <a:pathLst>
                <a:path w="11123" h="7941" extrusionOk="0">
                  <a:moveTo>
                    <a:pt x="10545" y="1"/>
                  </a:moveTo>
                  <a:cubicBezTo>
                    <a:pt x="10499" y="1"/>
                    <a:pt x="10449" y="11"/>
                    <a:pt x="10397" y="33"/>
                  </a:cubicBezTo>
                  <a:cubicBezTo>
                    <a:pt x="10208" y="64"/>
                    <a:pt x="10145" y="253"/>
                    <a:pt x="10177" y="474"/>
                  </a:cubicBezTo>
                  <a:cubicBezTo>
                    <a:pt x="10334" y="1009"/>
                    <a:pt x="10460" y="1514"/>
                    <a:pt x="10460" y="1986"/>
                  </a:cubicBezTo>
                  <a:cubicBezTo>
                    <a:pt x="10460" y="4885"/>
                    <a:pt x="8129" y="7247"/>
                    <a:pt x="5199" y="7247"/>
                  </a:cubicBezTo>
                  <a:cubicBezTo>
                    <a:pt x="3561" y="7247"/>
                    <a:pt x="2017" y="6460"/>
                    <a:pt x="1040" y="5137"/>
                  </a:cubicBezTo>
                  <a:lnTo>
                    <a:pt x="1734" y="5137"/>
                  </a:lnTo>
                  <a:cubicBezTo>
                    <a:pt x="1954" y="5137"/>
                    <a:pt x="2112" y="4979"/>
                    <a:pt x="2112" y="4790"/>
                  </a:cubicBezTo>
                  <a:cubicBezTo>
                    <a:pt x="2112" y="4601"/>
                    <a:pt x="1954" y="4444"/>
                    <a:pt x="1734" y="4444"/>
                  </a:cubicBezTo>
                  <a:lnTo>
                    <a:pt x="379" y="4444"/>
                  </a:lnTo>
                  <a:cubicBezTo>
                    <a:pt x="158" y="4444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79" y="6523"/>
                  </a:cubicBezTo>
                  <a:cubicBezTo>
                    <a:pt x="568" y="6523"/>
                    <a:pt x="725" y="6365"/>
                    <a:pt x="725" y="6176"/>
                  </a:cubicBezTo>
                  <a:lnTo>
                    <a:pt x="725" y="5830"/>
                  </a:lnTo>
                  <a:cubicBezTo>
                    <a:pt x="1860" y="7184"/>
                    <a:pt x="3529" y="7941"/>
                    <a:pt x="5199" y="7941"/>
                  </a:cubicBezTo>
                  <a:cubicBezTo>
                    <a:pt x="8476" y="7941"/>
                    <a:pt x="11122" y="5294"/>
                    <a:pt x="11122" y="2049"/>
                  </a:cubicBezTo>
                  <a:cubicBezTo>
                    <a:pt x="11122" y="1482"/>
                    <a:pt x="11028" y="883"/>
                    <a:pt x="10839" y="253"/>
                  </a:cubicBezTo>
                  <a:cubicBezTo>
                    <a:pt x="10814" y="109"/>
                    <a:pt x="10698" y="1"/>
                    <a:pt x="10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51"/>
            <p:cNvSpPr/>
            <p:nvPr/>
          </p:nvSpPr>
          <p:spPr>
            <a:xfrm>
              <a:off x="2588518" y="1521218"/>
              <a:ext cx="379983" cy="271509"/>
            </a:xfrm>
            <a:custGeom>
              <a:avLst/>
              <a:gdLst/>
              <a:ahLst/>
              <a:cxnLst/>
              <a:rect l="l" t="t" r="r" b="b"/>
              <a:pathLst>
                <a:path w="11122" h="7947" extrusionOk="0">
                  <a:moveTo>
                    <a:pt x="5892" y="0"/>
                  </a:moveTo>
                  <a:cubicBezTo>
                    <a:pt x="2647" y="0"/>
                    <a:pt x="0" y="2615"/>
                    <a:pt x="0" y="5892"/>
                  </a:cubicBezTo>
                  <a:cubicBezTo>
                    <a:pt x="0" y="6459"/>
                    <a:pt x="63" y="7026"/>
                    <a:pt x="284" y="7656"/>
                  </a:cubicBezTo>
                  <a:cubicBezTo>
                    <a:pt x="310" y="7869"/>
                    <a:pt x="450" y="7947"/>
                    <a:pt x="606" y="7947"/>
                  </a:cubicBezTo>
                  <a:cubicBezTo>
                    <a:pt x="635" y="7947"/>
                    <a:pt x="664" y="7944"/>
                    <a:pt x="693" y="7939"/>
                  </a:cubicBezTo>
                  <a:cubicBezTo>
                    <a:pt x="914" y="7908"/>
                    <a:pt x="977" y="7719"/>
                    <a:pt x="945" y="7498"/>
                  </a:cubicBezTo>
                  <a:cubicBezTo>
                    <a:pt x="788" y="6963"/>
                    <a:pt x="662" y="6459"/>
                    <a:pt x="662" y="5923"/>
                  </a:cubicBezTo>
                  <a:cubicBezTo>
                    <a:pt x="662" y="3056"/>
                    <a:pt x="2993" y="693"/>
                    <a:pt x="5923" y="693"/>
                  </a:cubicBezTo>
                  <a:cubicBezTo>
                    <a:pt x="7561" y="693"/>
                    <a:pt x="9105" y="1481"/>
                    <a:pt x="10082" y="2773"/>
                  </a:cubicBezTo>
                  <a:lnTo>
                    <a:pt x="9389" y="2773"/>
                  </a:lnTo>
                  <a:cubicBezTo>
                    <a:pt x="9168" y="2773"/>
                    <a:pt x="9011" y="2930"/>
                    <a:pt x="9011" y="3151"/>
                  </a:cubicBezTo>
                  <a:cubicBezTo>
                    <a:pt x="9011" y="3340"/>
                    <a:pt x="9168" y="3497"/>
                    <a:pt x="9389" y="3497"/>
                  </a:cubicBezTo>
                  <a:lnTo>
                    <a:pt x="10743" y="3497"/>
                  </a:lnTo>
                  <a:cubicBezTo>
                    <a:pt x="10964" y="3497"/>
                    <a:pt x="11121" y="3340"/>
                    <a:pt x="11121" y="3151"/>
                  </a:cubicBezTo>
                  <a:lnTo>
                    <a:pt x="11121" y="1765"/>
                  </a:lnTo>
                  <a:cubicBezTo>
                    <a:pt x="11121" y="1575"/>
                    <a:pt x="10964" y="1418"/>
                    <a:pt x="10743" y="1418"/>
                  </a:cubicBezTo>
                  <a:cubicBezTo>
                    <a:pt x="10554" y="1418"/>
                    <a:pt x="10397" y="1575"/>
                    <a:pt x="10397" y="1765"/>
                  </a:cubicBezTo>
                  <a:lnTo>
                    <a:pt x="10397" y="2111"/>
                  </a:lnTo>
                  <a:cubicBezTo>
                    <a:pt x="9263" y="725"/>
                    <a:pt x="7593" y="0"/>
                    <a:pt x="58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51"/>
            <p:cNvSpPr/>
            <p:nvPr/>
          </p:nvSpPr>
          <p:spPr>
            <a:xfrm>
              <a:off x="2658491" y="1593343"/>
              <a:ext cx="261567" cy="261567"/>
            </a:xfrm>
            <a:custGeom>
              <a:avLst/>
              <a:gdLst/>
              <a:ahLst/>
              <a:cxnLst/>
              <a:rect l="l" t="t" r="r" b="b"/>
              <a:pathLst>
                <a:path w="7656" h="7656" extrusionOk="0">
                  <a:moveTo>
                    <a:pt x="4190" y="693"/>
                  </a:moveTo>
                  <a:cubicBezTo>
                    <a:pt x="4757" y="788"/>
                    <a:pt x="5324" y="1008"/>
                    <a:pt x="5797" y="1386"/>
                  </a:cubicBezTo>
                  <a:lnTo>
                    <a:pt x="5545" y="1607"/>
                  </a:lnTo>
                  <a:cubicBezTo>
                    <a:pt x="5450" y="1733"/>
                    <a:pt x="5450" y="1953"/>
                    <a:pt x="5545" y="2079"/>
                  </a:cubicBezTo>
                  <a:cubicBezTo>
                    <a:pt x="5608" y="2142"/>
                    <a:pt x="5702" y="2174"/>
                    <a:pt x="5793" y="2174"/>
                  </a:cubicBezTo>
                  <a:cubicBezTo>
                    <a:pt x="5884" y="2174"/>
                    <a:pt x="5970" y="2142"/>
                    <a:pt x="6017" y="2079"/>
                  </a:cubicBezTo>
                  <a:lnTo>
                    <a:pt x="6270" y="1859"/>
                  </a:lnTo>
                  <a:cubicBezTo>
                    <a:pt x="6616" y="2268"/>
                    <a:pt x="6868" y="2835"/>
                    <a:pt x="6931" y="3466"/>
                  </a:cubicBezTo>
                  <a:lnTo>
                    <a:pt x="6616" y="3466"/>
                  </a:lnTo>
                  <a:cubicBezTo>
                    <a:pt x="6427" y="3466"/>
                    <a:pt x="6270" y="3623"/>
                    <a:pt x="6270" y="3812"/>
                  </a:cubicBezTo>
                  <a:cubicBezTo>
                    <a:pt x="6270" y="4001"/>
                    <a:pt x="6427" y="4159"/>
                    <a:pt x="6616" y="4159"/>
                  </a:cubicBezTo>
                  <a:lnTo>
                    <a:pt x="6931" y="4159"/>
                  </a:lnTo>
                  <a:cubicBezTo>
                    <a:pt x="6868" y="4757"/>
                    <a:pt x="6616" y="5324"/>
                    <a:pt x="6270" y="5797"/>
                  </a:cubicBezTo>
                  <a:lnTo>
                    <a:pt x="6017" y="5545"/>
                  </a:lnTo>
                  <a:cubicBezTo>
                    <a:pt x="5970" y="5482"/>
                    <a:pt x="5884" y="5450"/>
                    <a:pt x="5793" y="5450"/>
                  </a:cubicBezTo>
                  <a:cubicBezTo>
                    <a:pt x="5702" y="5450"/>
                    <a:pt x="5608" y="5482"/>
                    <a:pt x="5545" y="5545"/>
                  </a:cubicBezTo>
                  <a:cubicBezTo>
                    <a:pt x="5450" y="5671"/>
                    <a:pt x="5450" y="5923"/>
                    <a:pt x="5545" y="6017"/>
                  </a:cubicBezTo>
                  <a:lnTo>
                    <a:pt x="5797" y="6270"/>
                  </a:lnTo>
                  <a:cubicBezTo>
                    <a:pt x="5356" y="6616"/>
                    <a:pt x="4820" y="6837"/>
                    <a:pt x="4190" y="6931"/>
                  </a:cubicBezTo>
                  <a:lnTo>
                    <a:pt x="4190" y="6616"/>
                  </a:lnTo>
                  <a:cubicBezTo>
                    <a:pt x="4190" y="6427"/>
                    <a:pt x="4033" y="6270"/>
                    <a:pt x="3812" y="6270"/>
                  </a:cubicBezTo>
                  <a:cubicBezTo>
                    <a:pt x="3623" y="6270"/>
                    <a:pt x="3466" y="6427"/>
                    <a:pt x="3466" y="6616"/>
                  </a:cubicBezTo>
                  <a:lnTo>
                    <a:pt x="3466" y="6931"/>
                  </a:lnTo>
                  <a:cubicBezTo>
                    <a:pt x="2867" y="6837"/>
                    <a:pt x="2331" y="6616"/>
                    <a:pt x="1859" y="6270"/>
                  </a:cubicBezTo>
                  <a:lnTo>
                    <a:pt x="2079" y="6017"/>
                  </a:lnTo>
                  <a:cubicBezTo>
                    <a:pt x="2205" y="5891"/>
                    <a:pt x="2205" y="5671"/>
                    <a:pt x="2079" y="5545"/>
                  </a:cubicBezTo>
                  <a:cubicBezTo>
                    <a:pt x="2032" y="5482"/>
                    <a:pt x="1945" y="5450"/>
                    <a:pt x="1855" y="5450"/>
                  </a:cubicBezTo>
                  <a:cubicBezTo>
                    <a:pt x="1764" y="5450"/>
                    <a:pt x="1670" y="5482"/>
                    <a:pt x="1607" y="5545"/>
                  </a:cubicBezTo>
                  <a:lnTo>
                    <a:pt x="1386" y="5797"/>
                  </a:lnTo>
                  <a:cubicBezTo>
                    <a:pt x="1040" y="5356"/>
                    <a:pt x="788" y="4789"/>
                    <a:pt x="725" y="4159"/>
                  </a:cubicBezTo>
                  <a:lnTo>
                    <a:pt x="1040" y="4159"/>
                  </a:lnTo>
                  <a:cubicBezTo>
                    <a:pt x="1229" y="4159"/>
                    <a:pt x="1386" y="4001"/>
                    <a:pt x="1386" y="3812"/>
                  </a:cubicBezTo>
                  <a:cubicBezTo>
                    <a:pt x="1386" y="3623"/>
                    <a:pt x="1229" y="3466"/>
                    <a:pt x="1040" y="3466"/>
                  </a:cubicBezTo>
                  <a:lnTo>
                    <a:pt x="725" y="3466"/>
                  </a:lnTo>
                  <a:cubicBezTo>
                    <a:pt x="788" y="2867"/>
                    <a:pt x="1040" y="2331"/>
                    <a:pt x="1386" y="1859"/>
                  </a:cubicBezTo>
                  <a:lnTo>
                    <a:pt x="1607" y="2079"/>
                  </a:lnTo>
                  <a:cubicBezTo>
                    <a:pt x="1701" y="2174"/>
                    <a:pt x="1764" y="2205"/>
                    <a:pt x="1859" y="2205"/>
                  </a:cubicBezTo>
                  <a:cubicBezTo>
                    <a:pt x="1922" y="2205"/>
                    <a:pt x="2048" y="2174"/>
                    <a:pt x="2079" y="2079"/>
                  </a:cubicBezTo>
                  <a:cubicBezTo>
                    <a:pt x="2205" y="1953"/>
                    <a:pt x="2205" y="1733"/>
                    <a:pt x="2079" y="1607"/>
                  </a:cubicBezTo>
                  <a:lnTo>
                    <a:pt x="1859" y="1386"/>
                  </a:lnTo>
                  <a:cubicBezTo>
                    <a:pt x="2300" y="1008"/>
                    <a:pt x="2835" y="788"/>
                    <a:pt x="3466" y="693"/>
                  </a:cubicBezTo>
                  <a:lnTo>
                    <a:pt x="3466" y="1008"/>
                  </a:lnTo>
                  <a:cubicBezTo>
                    <a:pt x="3466" y="1229"/>
                    <a:pt x="3623" y="1386"/>
                    <a:pt x="3812" y="1386"/>
                  </a:cubicBezTo>
                  <a:cubicBezTo>
                    <a:pt x="4033" y="1386"/>
                    <a:pt x="4190" y="1229"/>
                    <a:pt x="4190" y="1008"/>
                  </a:cubicBezTo>
                  <a:lnTo>
                    <a:pt x="4190" y="693"/>
                  </a:lnTo>
                  <a:close/>
                  <a:moveTo>
                    <a:pt x="3812" y="0"/>
                  </a:moveTo>
                  <a:cubicBezTo>
                    <a:pt x="1733" y="0"/>
                    <a:pt x="0" y="1701"/>
                    <a:pt x="0" y="3812"/>
                  </a:cubicBezTo>
                  <a:cubicBezTo>
                    <a:pt x="0" y="5923"/>
                    <a:pt x="1701" y="7656"/>
                    <a:pt x="3812" y="7656"/>
                  </a:cubicBezTo>
                  <a:cubicBezTo>
                    <a:pt x="5923" y="7656"/>
                    <a:pt x="7656" y="5954"/>
                    <a:pt x="7656" y="3812"/>
                  </a:cubicBezTo>
                  <a:cubicBezTo>
                    <a:pt x="7656" y="1733"/>
                    <a:pt x="5954" y="0"/>
                    <a:pt x="3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51"/>
            <p:cNvSpPr/>
            <p:nvPr/>
          </p:nvSpPr>
          <p:spPr>
            <a:xfrm>
              <a:off x="2776876" y="1664374"/>
              <a:ext cx="48480" cy="72156"/>
            </a:xfrm>
            <a:custGeom>
              <a:avLst/>
              <a:gdLst/>
              <a:ahLst/>
              <a:cxnLst/>
              <a:rect l="l" t="t" r="r" b="b"/>
              <a:pathLst>
                <a:path w="1419" h="2112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733"/>
                  </a:lnTo>
                  <a:cubicBezTo>
                    <a:pt x="1" y="1954"/>
                    <a:pt x="158" y="2111"/>
                    <a:pt x="347" y="2111"/>
                  </a:cubicBezTo>
                  <a:lnTo>
                    <a:pt x="1072" y="2111"/>
                  </a:lnTo>
                  <a:cubicBezTo>
                    <a:pt x="1261" y="2111"/>
                    <a:pt x="1418" y="1954"/>
                    <a:pt x="1418" y="1733"/>
                  </a:cubicBezTo>
                  <a:cubicBezTo>
                    <a:pt x="1418" y="1544"/>
                    <a:pt x="1261" y="1387"/>
                    <a:pt x="1072" y="1387"/>
                  </a:cubicBezTo>
                  <a:lnTo>
                    <a:pt x="725" y="1387"/>
                  </a:lnTo>
                  <a:lnTo>
                    <a:pt x="725" y="378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6" name="Google Shape;1286;p51"/>
          <p:cNvGrpSpPr/>
          <p:nvPr/>
        </p:nvGrpSpPr>
        <p:grpSpPr>
          <a:xfrm>
            <a:off x="10462581" y="2263633"/>
            <a:ext cx="397489" cy="397490"/>
            <a:chOff x="-49786250" y="2316650"/>
            <a:chExt cx="300900" cy="299450"/>
          </a:xfrm>
        </p:grpSpPr>
        <p:sp>
          <p:nvSpPr>
            <p:cNvPr id="1287" name="Google Shape;1287;p51"/>
            <p:cNvSpPr/>
            <p:nvPr/>
          </p:nvSpPr>
          <p:spPr>
            <a:xfrm>
              <a:off x="-49746875" y="2316650"/>
              <a:ext cx="217400" cy="299450"/>
            </a:xfrm>
            <a:custGeom>
              <a:avLst/>
              <a:gdLst/>
              <a:ahLst/>
              <a:cxnLst/>
              <a:rect l="l" t="t" r="r" b="b"/>
              <a:pathLst>
                <a:path w="8696" h="11978" extrusionOk="0">
                  <a:moveTo>
                    <a:pt x="4411" y="3944"/>
                  </a:moveTo>
                  <a:lnTo>
                    <a:pt x="5010" y="5110"/>
                  </a:lnTo>
                  <a:cubicBezTo>
                    <a:pt x="4837" y="5188"/>
                    <a:pt x="4640" y="5228"/>
                    <a:pt x="4439" y="5228"/>
                  </a:cubicBezTo>
                  <a:cubicBezTo>
                    <a:pt x="4238" y="5228"/>
                    <a:pt x="4033" y="5188"/>
                    <a:pt x="3844" y="5110"/>
                  </a:cubicBezTo>
                  <a:lnTo>
                    <a:pt x="4411" y="3944"/>
                  </a:lnTo>
                  <a:close/>
                  <a:moveTo>
                    <a:pt x="5136" y="5834"/>
                  </a:moveTo>
                  <a:lnTo>
                    <a:pt x="5136" y="8418"/>
                  </a:lnTo>
                  <a:lnTo>
                    <a:pt x="3718" y="8418"/>
                  </a:lnTo>
                  <a:lnTo>
                    <a:pt x="3718" y="5834"/>
                  </a:lnTo>
                  <a:cubicBezTo>
                    <a:pt x="3939" y="5897"/>
                    <a:pt x="4191" y="5960"/>
                    <a:pt x="4411" y="5960"/>
                  </a:cubicBezTo>
                  <a:cubicBezTo>
                    <a:pt x="4663" y="5960"/>
                    <a:pt x="4884" y="5897"/>
                    <a:pt x="5136" y="5834"/>
                  </a:cubicBezTo>
                  <a:close/>
                  <a:moveTo>
                    <a:pt x="4390" y="657"/>
                  </a:moveTo>
                  <a:cubicBezTo>
                    <a:pt x="5196" y="657"/>
                    <a:pt x="5982" y="942"/>
                    <a:pt x="6617" y="1455"/>
                  </a:cubicBezTo>
                  <a:cubicBezTo>
                    <a:pt x="7467" y="2117"/>
                    <a:pt x="7940" y="3156"/>
                    <a:pt x="7940" y="4196"/>
                  </a:cubicBezTo>
                  <a:cubicBezTo>
                    <a:pt x="7940" y="5078"/>
                    <a:pt x="7625" y="5897"/>
                    <a:pt x="7058" y="6527"/>
                  </a:cubicBezTo>
                  <a:cubicBezTo>
                    <a:pt x="6585" y="7095"/>
                    <a:pt x="6270" y="7756"/>
                    <a:pt x="6207" y="8418"/>
                  </a:cubicBezTo>
                  <a:lnTo>
                    <a:pt x="5829" y="8418"/>
                  </a:lnTo>
                  <a:lnTo>
                    <a:pt x="5829" y="5267"/>
                  </a:lnTo>
                  <a:cubicBezTo>
                    <a:pt x="5829" y="5236"/>
                    <a:pt x="5829" y="5141"/>
                    <a:pt x="5798" y="5110"/>
                  </a:cubicBezTo>
                  <a:lnTo>
                    <a:pt x="4726" y="2999"/>
                  </a:lnTo>
                  <a:cubicBezTo>
                    <a:pt x="4663" y="2873"/>
                    <a:pt x="4537" y="2778"/>
                    <a:pt x="4411" y="2778"/>
                  </a:cubicBezTo>
                  <a:cubicBezTo>
                    <a:pt x="4317" y="2778"/>
                    <a:pt x="4191" y="2873"/>
                    <a:pt x="4096" y="2999"/>
                  </a:cubicBezTo>
                  <a:lnTo>
                    <a:pt x="3057" y="5110"/>
                  </a:lnTo>
                  <a:cubicBezTo>
                    <a:pt x="2994" y="5141"/>
                    <a:pt x="2994" y="5236"/>
                    <a:pt x="2994" y="5267"/>
                  </a:cubicBezTo>
                  <a:lnTo>
                    <a:pt x="2994" y="8418"/>
                  </a:lnTo>
                  <a:lnTo>
                    <a:pt x="2647" y="8418"/>
                  </a:lnTo>
                  <a:cubicBezTo>
                    <a:pt x="2584" y="7756"/>
                    <a:pt x="2301" y="7095"/>
                    <a:pt x="1796" y="6527"/>
                  </a:cubicBezTo>
                  <a:cubicBezTo>
                    <a:pt x="1040" y="5708"/>
                    <a:pt x="757" y="4574"/>
                    <a:pt x="1009" y="3408"/>
                  </a:cubicBezTo>
                  <a:cubicBezTo>
                    <a:pt x="1261" y="2085"/>
                    <a:pt x="2332" y="1014"/>
                    <a:pt x="3687" y="731"/>
                  </a:cubicBezTo>
                  <a:cubicBezTo>
                    <a:pt x="3921" y="681"/>
                    <a:pt x="4156" y="657"/>
                    <a:pt x="4390" y="657"/>
                  </a:cubicBezTo>
                  <a:close/>
                  <a:moveTo>
                    <a:pt x="6207" y="9142"/>
                  </a:moveTo>
                  <a:lnTo>
                    <a:pt x="6207" y="9489"/>
                  </a:lnTo>
                  <a:cubicBezTo>
                    <a:pt x="6207" y="9678"/>
                    <a:pt x="6050" y="9835"/>
                    <a:pt x="5829" y="9835"/>
                  </a:cubicBezTo>
                  <a:lnTo>
                    <a:pt x="3057" y="9835"/>
                  </a:lnTo>
                  <a:cubicBezTo>
                    <a:pt x="2836" y="9835"/>
                    <a:pt x="2679" y="9678"/>
                    <a:pt x="2679" y="9489"/>
                  </a:cubicBezTo>
                  <a:lnTo>
                    <a:pt x="2679" y="9142"/>
                  </a:lnTo>
                  <a:close/>
                  <a:moveTo>
                    <a:pt x="5483" y="10529"/>
                  </a:moveTo>
                  <a:lnTo>
                    <a:pt x="5483" y="10907"/>
                  </a:lnTo>
                  <a:cubicBezTo>
                    <a:pt x="5483" y="11096"/>
                    <a:pt x="5325" y="11253"/>
                    <a:pt x="5136" y="11253"/>
                  </a:cubicBezTo>
                  <a:lnTo>
                    <a:pt x="3718" y="11253"/>
                  </a:lnTo>
                  <a:cubicBezTo>
                    <a:pt x="3529" y="11253"/>
                    <a:pt x="3372" y="11096"/>
                    <a:pt x="3372" y="10907"/>
                  </a:cubicBezTo>
                  <a:lnTo>
                    <a:pt x="3372" y="10529"/>
                  </a:lnTo>
                  <a:close/>
                  <a:moveTo>
                    <a:pt x="4318" y="0"/>
                  </a:moveTo>
                  <a:cubicBezTo>
                    <a:pt x="4056" y="0"/>
                    <a:pt x="3792" y="23"/>
                    <a:pt x="3529" y="69"/>
                  </a:cubicBezTo>
                  <a:cubicBezTo>
                    <a:pt x="1954" y="384"/>
                    <a:pt x="631" y="1707"/>
                    <a:pt x="284" y="3314"/>
                  </a:cubicBezTo>
                  <a:cubicBezTo>
                    <a:pt x="1" y="4637"/>
                    <a:pt x="379" y="6023"/>
                    <a:pt x="1261" y="7000"/>
                  </a:cubicBezTo>
                  <a:cubicBezTo>
                    <a:pt x="1702" y="7536"/>
                    <a:pt x="1986" y="8166"/>
                    <a:pt x="1986" y="8796"/>
                  </a:cubicBezTo>
                  <a:lnTo>
                    <a:pt x="1986" y="9489"/>
                  </a:lnTo>
                  <a:cubicBezTo>
                    <a:pt x="1986" y="9961"/>
                    <a:pt x="2269" y="10371"/>
                    <a:pt x="2679" y="10466"/>
                  </a:cubicBezTo>
                  <a:lnTo>
                    <a:pt x="2679" y="10907"/>
                  </a:lnTo>
                  <a:cubicBezTo>
                    <a:pt x="2679" y="11505"/>
                    <a:pt x="3151" y="11978"/>
                    <a:pt x="3750" y="11978"/>
                  </a:cubicBezTo>
                  <a:lnTo>
                    <a:pt x="5168" y="11978"/>
                  </a:lnTo>
                  <a:cubicBezTo>
                    <a:pt x="5766" y="11978"/>
                    <a:pt x="6239" y="11505"/>
                    <a:pt x="6239" y="10907"/>
                  </a:cubicBezTo>
                  <a:lnTo>
                    <a:pt x="6239" y="10466"/>
                  </a:lnTo>
                  <a:cubicBezTo>
                    <a:pt x="6617" y="10308"/>
                    <a:pt x="6963" y="9930"/>
                    <a:pt x="6963" y="9489"/>
                  </a:cubicBezTo>
                  <a:lnTo>
                    <a:pt x="6963" y="8796"/>
                  </a:lnTo>
                  <a:cubicBezTo>
                    <a:pt x="6963" y="8166"/>
                    <a:pt x="7184" y="7536"/>
                    <a:pt x="7656" y="6969"/>
                  </a:cubicBezTo>
                  <a:cubicBezTo>
                    <a:pt x="8318" y="6212"/>
                    <a:pt x="8696" y="5236"/>
                    <a:pt x="8696" y="4228"/>
                  </a:cubicBezTo>
                  <a:cubicBezTo>
                    <a:pt x="8633" y="2967"/>
                    <a:pt x="8097" y="1739"/>
                    <a:pt x="7058" y="951"/>
                  </a:cubicBezTo>
                  <a:cubicBezTo>
                    <a:pt x="6285" y="328"/>
                    <a:pt x="5314" y="0"/>
                    <a:pt x="43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1"/>
            <p:cNvSpPr/>
            <p:nvPr/>
          </p:nvSpPr>
          <p:spPr>
            <a:xfrm>
              <a:off x="-49786250" y="2422325"/>
              <a:ext cx="36250" cy="17350"/>
            </a:xfrm>
            <a:custGeom>
              <a:avLst/>
              <a:gdLst/>
              <a:ahLst/>
              <a:cxnLst/>
              <a:rect l="l" t="t" r="r" b="b"/>
              <a:pathLst>
                <a:path w="1450" h="694" extrusionOk="0">
                  <a:moveTo>
                    <a:pt x="379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50" y="127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1"/>
            <p:cNvSpPr/>
            <p:nvPr/>
          </p:nvSpPr>
          <p:spPr>
            <a:xfrm>
              <a:off x="-49783900" y="2362475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391" y="0"/>
                  </a:moveTo>
                  <a:cubicBezTo>
                    <a:pt x="300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4"/>
                  </a:lnTo>
                  <a:cubicBezTo>
                    <a:pt x="694" y="1182"/>
                    <a:pt x="781" y="1205"/>
                    <a:pt x="871" y="1205"/>
                  </a:cubicBezTo>
                  <a:cubicBezTo>
                    <a:pt x="962" y="1205"/>
                    <a:pt x="1056" y="1182"/>
                    <a:pt x="1135" y="1134"/>
                  </a:cubicBezTo>
                  <a:cubicBezTo>
                    <a:pt x="1261" y="1008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1"/>
            <p:cNvSpPr/>
            <p:nvPr/>
          </p:nvSpPr>
          <p:spPr>
            <a:xfrm>
              <a:off x="-49783900" y="2468800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871" y="0"/>
                  </a:moveTo>
                  <a:cubicBezTo>
                    <a:pt x="781" y="0"/>
                    <a:pt x="694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77"/>
                    <a:pt x="127" y="1135"/>
                  </a:cubicBezTo>
                  <a:cubicBezTo>
                    <a:pt x="174" y="1182"/>
                    <a:pt x="261" y="1205"/>
                    <a:pt x="355" y="1205"/>
                  </a:cubicBezTo>
                  <a:cubicBezTo>
                    <a:pt x="450" y="1205"/>
                    <a:pt x="552" y="1182"/>
                    <a:pt x="631" y="1135"/>
                  </a:cubicBezTo>
                  <a:lnTo>
                    <a:pt x="1135" y="599"/>
                  </a:lnTo>
                  <a:cubicBezTo>
                    <a:pt x="1261" y="504"/>
                    <a:pt x="1261" y="252"/>
                    <a:pt x="1135" y="95"/>
                  </a:cubicBezTo>
                  <a:cubicBezTo>
                    <a:pt x="1056" y="32"/>
                    <a:pt x="962" y="0"/>
                    <a:pt x="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51"/>
            <p:cNvSpPr/>
            <p:nvPr/>
          </p:nvSpPr>
          <p:spPr>
            <a:xfrm>
              <a:off x="-495208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51"/>
            <p:cNvSpPr/>
            <p:nvPr/>
          </p:nvSpPr>
          <p:spPr>
            <a:xfrm>
              <a:off x="-49519250" y="2362475"/>
              <a:ext cx="31525" cy="31325"/>
            </a:xfrm>
            <a:custGeom>
              <a:avLst/>
              <a:gdLst/>
              <a:ahLst/>
              <a:cxnLst/>
              <a:rect l="l" t="t" r="r" b="b"/>
              <a:pathLst>
                <a:path w="1261" h="1253" extrusionOk="0">
                  <a:moveTo>
                    <a:pt x="906" y="0"/>
                  </a:moveTo>
                  <a:cubicBezTo>
                    <a:pt x="812" y="0"/>
                    <a:pt x="709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45"/>
                    <a:pt x="127" y="1134"/>
                  </a:cubicBezTo>
                  <a:cubicBezTo>
                    <a:pt x="190" y="1213"/>
                    <a:pt x="276" y="1253"/>
                    <a:pt x="367" y="1253"/>
                  </a:cubicBezTo>
                  <a:cubicBezTo>
                    <a:pt x="457" y="1253"/>
                    <a:pt x="552" y="1213"/>
                    <a:pt x="631" y="1134"/>
                  </a:cubicBezTo>
                  <a:lnTo>
                    <a:pt x="1135" y="599"/>
                  </a:lnTo>
                  <a:cubicBezTo>
                    <a:pt x="1261" y="473"/>
                    <a:pt x="1261" y="252"/>
                    <a:pt x="1135" y="95"/>
                  </a:cubicBezTo>
                  <a:cubicBezTo>
                    <a:pt x="1088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51"/>
            <p:cNvSpPr/>
            <p:nvPr/>
          </p:nvSpPr>
          <p:spPr>
            <a:xfrm>
              <a:off x="-49519250" y="2468800"/>
              <a:ext cx="31525" cy="30150"/>
            </a:xfrm>
            <a:custGeom>
              <a:avLst/>
              <a:gdLst/>
              <a:ahLst/>
              <a:cxnLst/>
              <a:rect l="l" t="t" r="r" b="b"/>
              <a:pathLst>
                <a:path w="1261" h="1206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5"/>
                  </a:lnTo>
                  <a:cubicBezTo>
                    <a:pt x="694" y="1182"/>
                    <a:pt x="780" y="1205"/>
                    <a:pt x="871" y="1205"/>
                  </a:cubicBezTo>
                  <a:cubicBezTo>
                    <a:pt x="962" y="1205"/>
                    <a:pt x="1056" y="1182"/>
                    <a:pt x="1135" y="1135"/>
                  </a:cubicBezTo>
                  <a:cubicBezTo>
                    <a:pt x="1261" y="1009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52"/>
          <p:cNvSpPr/>
          <p:nvPr/>
        </p:nvSpPr>
        <p:spPr>
          <a:xfrm>
            <a:off x="1731413" y="2269000"/>
            <a:ext cx="1399800" cy="449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9" name="Google Shape;1299;p52"/>
          <p:cNvSpPr/>
          <p:nvPr/>
        </p:nvSpPr>
        <p:spPr>
          <a:xfrm>
            <a:off x="1731413" y="3714075"/>
            <a:ext cx="1399800" cy="449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p52"/>
          <p:cNvSpPr/>
          <p:nvPr/>
        </p:nvSpPr>
        <p:spPr>
          <a:xfrm>
            <a:off x="1731413" y="1546463"/>
            <a:ext cx="1399800" cy="449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52"/>
          <p:cNvSpPr/>
          <p:nvPr/>
        </p:nvSpPr>
        <p:spPr>
          <a:xfrm>
            <a:off x="1731413" y="2991538"/>
            <a:ext cx="1399800" cy="449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5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AND DISTRIBUTION</a:t>
            </a:r>
            <a:endParaRPr/>
          </a:p>
        </p:txBody>
      </p:sp>
      <p:sp>
        <p:nvSpPr>
          <p:cNvPr id="1303" name="Google Shape;1303;p52"/>
          <p:cNvSpPr txBox="1">
            <a:spLocks noGrp="1"/>
          </p:cNvSpPr>
          <p:nvPr>
            <p:ph type="subTitle" idx="4294967295"/>
          </p:nvPr>
        </p:nvSpPr>
        <p:spPr>
          <a:xfrm>
            <a:off x="1849862" y="1574125"/>
            <a:ext cx="1174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CHANNEL 1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4" name="Google Shape;1304;p52"/>
          <p:cNvSpPr txBox="1">
            <a:spLocks noGrp="1"/>
          </p:cNvSpPr>
          <p:nvPr>
            <p:ph type="subTitle" idx="4294967295"/>
          </p:nvPr>
        </p:nvSpPr>
        <p:spPr>
          <a:xfrm>
            <a:off x="1849862" y="2296642"/>
            <a:ext cx="1174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CHANNEL 2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5" name="Google Shape;1305;p52"/>
          <p:cNvSpPr txBox="1">
            <a:spLocks noGrp="1"/>
          </p:cNvSpPr>
          <p:nvPr>
            <p:ph type="subTitle" idx="4294967295"/>
          </p:nvPr>
        </p:nvSpPr>
        <p:spPr>
          <a:xfrm>
            <a:off x="1849862" y="3019158"/>
            <a:ext cx="1174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CHANNEL 3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6" name="Google Shape;1306;p52"/>
          <p:cNvSpPr txBox="1">
            <a:spLocks noGrp="1"/>
          </p:cNvSpPr>
          <p:nvPr>
            <p:ph type="subTitle" idx="4294967295"/>
          </p:nvPr>
        </p:nvSpPr>
        <p:spPr>
          <a:xfrm>
            <a:off x="1849862" y="3741675"/>
            <a:ext cx="1174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CHANNEL 4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7" name="Google Shape;1307;p52"/>
          <p:cNvSpPr/>
          <p:nvPr/>
        </p:nvSpPr>
        <p:spPr>
          <a:xfrm>
            <a:off x="4120387" y="1476275"/>
            <a:ext cx="3292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0" tIns="91425" rIns="274300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52"/>
          <p:cNvSpPr/>
          <p:nvPr/>
        </p:nvSpPr>
        <p:spPr>
          <a:xfrm>
            <a:off x="4120387" y="2921342"/>
            <a:ext cx="3292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274300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object in the Solar System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52"/>
          <p:cNvSpPr/>
          <p:nvPr/>
        </p:nvSpPr>
        <p:spPr>
          <a:xfrm>
            <a:off x="4120387" y="2198808"/>
            <a:ext cx="3292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274300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the ringed planet. It is composed of hydrogen and helium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52"/>
          <p:cNvSpPr/>
          <p:nvPr/>
        </p:nvSpPr>
        <p:spPr>
          <a:xfrm>
            <a:off x="4120387" y="3643875"/>
            <a:ext cx="3292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274300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very cold place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1" name="Google Shape;1311;p52"/>
          <p:cNvCxnSpPr/>
          <p:nvPr/>
        </p:nvCxnSpPr>
        <p:spPr>
          <a:xfrm>
            <a:off x="3358387" y="1768925"/>
            <a:ext cx="685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12" name="Google Shape;1312;p52"/>
          <p:cNvCxnSpPr/>
          <p:nvPr/>
        </p:nvCxnSpPr>
        <p:spPr>
          <a:xfrm>
            <a:off x="3282187" y="2491500"/>
            <a:ext cx="685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13" name="Google Shape;1313;p52"/>
          <p:cNvCxnSpPr/>
          <p:nvPr/>
        </p:nvCxnSpPr>
        <p:spPr>
          <a:xfrm>
            <a:off x="3282187" y="3214025"/>
            <a:ext cx="6858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14" name="Google Shape;1314;p52"/>
          <p:cNvCxnSpPr/>
          <p:nvPr/>
        </p:nvCxnSpPr>
        <p:spPr>
          <a:xfrm>
            <a:off x="3282187" y="3936538"/>
            <a:ext cx="6858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5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ADVERTISING AND PROMOTION</a:t>
            </a:r>
            <a:endParaRPr/>
          </a:p>
        </p:txBody>
      </p:sp>
      <p:sp>
        <p:nvSpPr>
          <p:cNvPr id="1320" name="Google Shape;1320;p53"/>
          <p:cNvSpPr txBox="1">
            <a:spLocks noGrp="1"/>
          </p:cNvSpPr>
          <p:nvPr>
            <p:ph type="subTitle" idx="4294967295"/>
          </p:nvPr>
        </p:nvSpPr>
        <p:spPr>
          <a:xfrm>
            <a:off x="1650075" y="1600425"/>
            <a:ext cx="120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CHANNEL 1</a:t>
            </a:r>
            <a:endParaRPr sz="18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1" name="Google Shape;1321;p53"/>
          <p:cNvSpPr txBox="1">
            <a:spLocks noGrp="1"/>
          </p:cNvSpPr>
          <p:nvPr>
            <p:ph type="subTitle" idx="4294967295"/>
          </p:nvPr>
        </p:nvSpPr>
        <p:spPr>
          <a:xfrm>
            <a:off x="5557675" y="1683395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ADVERTISING</a:t>
            </a:r>
            <a:endParaRPr sz="18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2" name="Google Shape;1322;p53"/>
          <p:cNvSpPr txBox="1">
            <a:spLocks noGrp="1"/>
          </p:cNvSpPr>
          <p:nvPr>
            <p:ph type="subTitle" idx="4294967295"/>
          </p:nvPr>
        </p:nvSpPr>
        <p:spPr>
          <a:xfrm>
            <a:off x="5557725" y="1966555"/>
            <a:ext cx="19362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the farthest planet from the Sun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323" name="Google Shape;1323;p53"/>
          <p:cNvSpPr txBox="1">
            <a:spLocks noGrp="1"/>
          </p:cNvSpPr>
          <p:nvPr>
            <p:ph type="subTitle" idx="4294967295"/>
          </p:nvPr>
        </p:nvSpPr>
        <p:spPr>
          <a:xfrm>
            <a:off x="5557650" y="2606934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PR</a:t>
            </a:r>
            <a:endParaRPr sz="18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4" name="Google Shape;1324;p53"/>
          <p:cNvSpPr txBox="1">
            <a:spLocks noGrp="1"/>
          </p:cNvSpPr>
          <p:nvPr>
            <p:ph type="subTitle" idx="4294967295"/>
          </p:nvPr>
        </p:nvSpPr>
        <p:spPr>
          <a:xfrm>
            <a:off x="5557700" y="2862840"/>
            <a:ext cx="193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1325" name="Google Shape;1325;p53"/>
          <p:cNvSpPr txBox="1">
            <a:spLocks noGrp="1"/>
          </p:cNvSpPr>
          <p:nvPr>
            <p:ph type="subTitle" idx="4294967295"/>
          </p:nvPr>
        </p:nvSpPr>
        <p:spPr>
          <a:xfrm>
            <a:off x="5557650" y="3579357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ONLINE</a:t>
            </a:r>
            <a:endParaRPr sz="180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6" name="Google Shape;1326;p53"/>
          <p:cNvSpPr txBox="1">
            <a:spLocks noGrp="1"/>
          </p:cNvSpPr>
          <p:nvPr>
            <p:ph type="subTitle" idx="4294967295"/>
          </p:nvPr>
        </p:nvSpPr>
        <p:spPr>
          <a:xfrm>
            <a:off x="5557700" y="3835250"/>
            <a:ext cx="193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only a bit larger than the Moon</a:t>
            </a:r>
            <a:endParaRPr/>
          </a:p>
        </p:txBody>
      </p:sp>
      <p:sp>
        <p:nvSpPr>
          <p:cNvPr id="1327" name="Google Shape;1327;p53"/>
          <p:cNvSpPr txBox="1">
            <a:spLocks noGrp="1"/>
          </p:cNvSpPr>
          <p:nvPr>
            <p:ph type="subTitle" idx="4294967295"/>
          </p:nvPr>
        </p:nvSpPr>
        <p:spPr>
          <a:xfrm>
            <a:off x="1650075" y="2549288"/>
            <a:ext cx="120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CHANNEL 2</a:t>
            </a:r>
            <a:endParaRPr sz="18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8" name="Google Shape;1328;p53"/>
          <p:cNvSpPr txBox="1">
            <a:spLocks noGrp="1"/>
          </p:cNvSpPr>
          <p:nvPr>
            <p:ph type="subTitle" idx="4294967295"/>
          </p:nvPr>
        </p:nvSpPr>
        <p:spPr>
          <a:xfrm>
            <a:off x="1650075" y="3516750"/>
            <a:ext cx="120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CHANNEL 3</a:t>
            </a:r>
            <a:endParaRPr sz="180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329" name="Google Shape;1329;p53"/>
          <p:cNvCxnSpPr/>
          <p:nvPr/>
        </p:nvCxnSpPr>
        <p:spPr>
          <a:xfrm>
            <a:off x="3237975" y="2739175"/>
            <a:ext cx="1452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330" name="Google Shape;1330;p53"/>
          <p:cNvCxnSpPr/>
          <p:nvPr/>
        </p:nvCxnSpPr>
        <p:spPr>
          <a:xfrm>
            <a:off x="3237975" y="3759225"/>
            <a:ext cx="14529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331" name="Google Shape;1331;p53"/>
          <p:cNvCxnSpPr/>
          <p:nvPr/>
        </p:nvCxnSpPr>
        <p:spPr>
          <a:xfrm>
            <a:off x="3238041" y="1795275"/>
            <a:ext cx="14529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332" name="Google Shape;1332;p53"/>
          <p:cNvSpPr/>
          <p:nvPr/>
        </p:nvSpPr>
        <p:spPr>
          <a:xfrm>
            <a:off x="5035575" y="1604677"/>
            <a:ext cx="426499" cy="421914"/>
          </a:xfrm>
          <a:custGeom>
            <a:avLst/>
            <a:gdLst/>
            <a:ahLst/>
            <a:cxnLst/>
            <a:rect l="l" t="t" r="r" b="b"/>
            <a:pathLst>
              <a:path w="11816" h="11689" extrusionOk="0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3" name="Google Shape;1333;p53"/>
          <p:cNvGrpSpPr/>
          <p:nvPr/>
        </p:nvGrpSpPr>
        <p:grpSpPr>
          <a:xfrm>
            <a:off x="5038427" y="3500639"/>
            <a:ext cx="420796" cy="421914"/>
            <a:chOff x="-1333200" y="2770450"/>
            <a:chExt cx="291450" cy="292225"/>
          </a:xfrm>
        </p:grpSpPr>
        <p:sp>
          <p:nvSpPr>
            <p:cNvPr id="1334" name="Google Shape;1334;p53"/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53"/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6" name="Google Shape;1336;p53"/>
          <p:cNvGrpSpPr/>
          <p:nvPr/>
        </p:nvGrpSpPr>
        <p:grpSpPr>
          <a:xfrm>
            <a:off x="5036153" y="2527079"/>
            <a:ext cx="425343" cy="424188"/>
            <a:chOff x="-3854375" y="2405000"/>
            <a:chExt cx="294600" cy="293800"/>
          </a:xfrm>
        </p:grpSpPr>
        <p:sp>
          <p:nvSpPr>
            <p:cNvPr id="1337" name="Google Shape;1337;p53"/>
            <p:cNvSpPr/>
            <p:nvPr/>
          </p:nvSpPr>
          <p:spPr>
            <a:xfrm>
              <a:off x="-3854375" y="2405000"/>
              <a:ext cx="294600" cy="293800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6994" y="694"/>
                  </a:moveTo>
                  <a:lnTo>
                    <a:pt x="6994" y="1103"/>
                  </a:lnTo>
                  <a:cubicBezTo>
                    <a:pt x="6994" y="1261"/>
                    <a:pt x="7120" y="1387"/>
                    <a:pt x="7278" y="1418"/>
                  </a:cubicBezTo>
                  <a:cubicBezTo>
                    <a:pt x="7467" y="1481"/>
                    <a:pt x="7719" y="1576"/>
                    <a:pt x="7908" y="1702"/>
                  </a:cubicBezTo>
                  <a:cubicBezTo>
                    <a:pt x="7954" y="1736"/>
                    <a:pt x="8009" y="1750"/>
                    <a:pt x="8066" y="1750"/>
                  </a:cubicBezTo>
                  <a:cubicBezTo>
                    <a:pt x="8164" y="1750"/>
                    <a:pt x="8269" y="1710"/>
                    <a:pt x="8349" y="1670"/>
                  </a:cubicBezTo>
                  <a:lnTo>
                    <a:pt x="8664" y="1355"/>
                  </a:lnTo>
                  <a:lnTo>
                    <a:pt x="9137" y="1828"/>
                  </a:lnTo>
                  <a:lnTo>
                    <a:pt x="8822" y="2143"/>
                  </a:lnTo>
                  <a:cubicBezTo>
                    <a:pt x="8696" y="2269"/>
                    <a:pt x="8696" y="2426"/>
                    <a:pt x="8759" y="2584"/>
                  </a:cubicBezTo>
                  <a:cubicBezTo>
                    <a:pt x="8885" y="2773"/>
                    <a:pt x="8979" y="2962"/>
                    <a:pt x="9042" y="3214"/>
                  </a:cubicBezTo>
                  <a:cubicBezTo>
                    <a:pt x="9074" y="3372"/>
                    <a:pt x="9200" y="3466"/>
                    <a:pt x="9357" y="3466"/>
                  </a:cubicBezTo>
                  <a:lnTo>
                    <a:pt x="9798" y="3466"/>
                  </a:lnTo>
                  <a:lnTo>
                    <a:pt x="9798" y="4159"/>
                  </a:lnTo>
                  <a:lnTo>
                    <a:pt x="9357" y="4159"/>
                  </a:lnTo>
                  <a:cubicBezTo>
                    <a:pt x="9200" y="4159"/>
                    <a:pt x="9074" y="4222"/>
                    <a:pt x="9042" y="4380"/>
                  </a:cubicBezTo>
                  <a:cubicBezTo>
                    <a:pt x="9011" y="4569"/>
                    <a:pt x="8885" y="4821"/>
                    <a:pt x="8759" y="5010"/>
                  </a:cubicBezTo>
                  <a:cubicBezTo>
                    <a:pt x="8696" y="5136"/>
                    <a:pt x="8727" y="5325"/>
                    <a:pt x="8822" y="5451"/>
                  </a:cubicBezTo>
                  <a:lnTo>
                    <a:pt x="9137" y="5766"/>
                  </a:lnTo>
                  <a:lnTo>
                    <a:pt x="8664" y="6238"/>
                  </a:lnTo>
                  <a:lnTo>
                    <a:pt x="8349" y="5923"/>
                  </a:lnTo>
                  <a:cubicBezTo>
                    <a:pt x="8275" y="5850"/>
                    <a:pt x="8191" y="5819"/>
                    <a:pt x="8101" y="5819"/>
                  </a:cubicBezTo>
                  <a:cubicBezTo>
                    <a:pt x="8038" y="5819"/>
                    <a:pt x="7973" y="5834"/>
                    <a:pt x="7908" y="5860"/>
                  </a:cubicBezTo>
                  <a:cubicBezTo>
                    <a:pt x="7719" y="5986"/>
                    <a:pt x="7498" y="6081"/>
                    <a:pt x="7278" y="6144"/>
                  </a:cubicBezTo>
                  <a:cubicBezTo>
                    <a:pt x="7120" y="6175"/>
                    <a:pt x="6994" y="6301"/>
                    <a:pt x="6994" y="6459"/>
                  </a:cubicBezTo>
                  <a:lnTo>
                    <a:pt x="6994" y="6900"/>
                  </a:lnTo>
                  <a:lnTo>
                    <a:pt x="6333" y="6900"/>
                  </a:lnTo>
                  <a:lnTo>
                    <a:pt x="6333" y="6459"/>
                  </a:lnTo>
                  <a:cubicBezTo>
                    <a:pt x="6333" y="6301"/>
                    <a:pt x="6207" y="6207"/>
                    <a:pt x="6049" y="6144"/>
                  </a:cubicBezTo>
                  <a:cubicBezTo>
                    <a:pt x="5860" y="6112"/>
                    <a:pt x="5608" y="5986"/>
                    <a:pt x="5419" y="5860"/>
                  </a:cubicBezTo>
                  <a:cubicBezTo>
                    <a:pt x="5374" y="5838"/>
                    <a:pt x="5322" y="5828"/>
                    <a:pt x="5267" y="5828"/>
                  </a:cubicBezTo>
                  <a:cubicBezTo>
                    <a:pt x="5167" y="5828"/>
                    <a:pt x="5059" y="5862"/>
                    <a:pt x="4978" y="5923"/>
                  </a:cubicBezTo>
                  <a:lnTo>
                    <a:pt x="4663" y="6238"/>
                  </a:lnTo>
                  <a:lnTo>
                    <a:pt x="4190" y="5766"/>
                  </a:lnTo>
                  <a:lnTo>
                    <a:pt x="4505" y="5451"/>
                  </a:lnTo>
                  <a:cubicBezTo>
                    <a:pt x="4631" y="5325"/>
                    <a:pt x="4631" y="5167"/>
                    <a:pt x="4568" y="5010"/>
                  </a:cubicBezTo>
                  <a:cubicBezTo>
                    <a:pt x="4442" y="4821"/>
                    <a:pt x="4348" y="4632"/>
                    <a:pt x="4285" y="4380"/>
                  </a:cubicBezTo>
                  <a:cubicBezTo>
                    <a:pt x="4253" y="4254"/>
                    <a:pt x="4127" y="4159"/>
                    <a:pt x="4001" y="4159"/>
                  </a:cubicBezTo>
                  <a:lnTo>
                    <a:pt x="3529" y="4159"/>
                  </a:lnTo>
                  <a:lnTo>
                    <a:pt x="3529" y="3466"/>
                  </a:lnTo>
                  <a:lnTo>
                    <a:pt x="3970" y="3466"/>
                  </a:lnTo>
                  <a:cubicBezTo>
                    <a:pt x="4127" y="3466"/>
                    <a:pt x="4253" y="3372"/>
                    <a:pt x="4285" y="3214"/>
                  </a:cubicBezTo>
                  <a:cubicBezTo>
                    <a:pt x="4316" y="2993"/>
                    <a:pt x="4442" y="2773"/>
                    <a:pt x="4568" y="2584"/>
                  </a:cubicBezTo>
                  <a:cubicBezTo>
                    <a:pt x="4631" y="2458"/>
                    <a:pt x="4600" y="2269"/>
                    <a:pt x="4505" y="2143"/>
                  </a:cubicBezTo>
                  <a:lnTo>
                    <a:pt x="4190" y="1828"/>
                  </a:lnTo>
                  <a:lnTo>
                    <a:pt x="4663" y="1355"/>
                  </a:lnTo>
                  <a:lnTo>
                    <a:pt x="4978" y="1670"/>
                  </a:lnTo>
                  <a:cubicBezTo>
                    <a:pt x="5046" y="1738"/>
                    <a:pt x="5122" y="1769"/>
                    <a:pt x="5203" y="1769"/>
                  </a:cubicBezTo>
                  <a:cubicBezTo>
                    <a:pt x="5273" y="1769"/>
                    <a:pt x="5346" y="1746"/>
                    <a:pt x="5419" y="1702"/>
                  </a:cubicBezTo>
                  <a:cubicBezTo>
                    <a:pt x="5608" y="1576"/>
                    <a:pt x="5829" y="1513"/>
                    <a:pt x="6049" y="1418"/>
                  </a:cubicBezTo>
                  <a:cubicBezTo>
                    <a:pt x="6207" y="1387"/>
                    <a:pt x="6333" y="1261"/>
                    <a:pt x="6333" y="1103"/>
                  </a:cubicBezTo>
                  <a:lnTo>
                    <a:pt x="6333" y="694"/>
                  </a:lnTo>
                  <a:close/>
                  <a:moveTo>
                    <a:pt x="10964" y="4821"/>
                  </a:moveTo>
                  <a:lnTo>
                    <a:pt x="9830" y="8255"/>
                  </a:lnTo>
                  <a:lnTo>
                    <a:pt x="2773" y="8255"/>
                  </a:lnTo>
                  <a:lnTo>
                    <a:pt x="2143" y="4821"/>
                  </a:lnTo>
                  <a:lnTo>
                    <a:pt x="3686" y="4821"/>
                  </a:lnTo>
                  <a:cubicBezTo>
                    <a:pt x="3718" y="4947"/>
                    <a:pt x="3781" y="5010"/>
                    <a:pt x="3812" y="5136"/>
                  </a:cubicBezTo>
                  <a:lnTo>
                    <a:pt x="3466" y="5482"/>
                  </a:lnTo>
                  <a:cubicBezTo>
                    <a:pt x="3340" y="5608"/>
                    <a:pt x="3340" y="5829"/>
                    <a:pt x="3466" y="5955"/>
                  </a:cubicBezTo>
                  <a:lnTo>
                    <a:pt x="4442" y="6932"/>
                  </a:lnTo>
                  <a:cubicBezTo>
                    <a:pt x="4505" y="6995"/>
                    <a:pt x="4592" y="7026"/>
                    <a:pt x="4679" y="7026"/>
                  </a:cubicBezTo>
                  <a:cubicBezTo>
                    <a:pt x="4765" y="7026"/>
                    <a:pt x="4852" y="6995"/>
                    <a:pt x="4915" y="6932"/>
                  </a:cubicBezTo>
                  <a:lnTo>
                    <a:pt x="5262" y="6585"/>
                  </a:lnTo>
                  <a:cubicBezTo>
                    <a:pt x="5356" y="6617"/>
                    <a:pt x="5451" y="6680"/>
                    <a:pt x="5577" y="6711"/>
                  </a:cubicBezTo>
                  <a:lnTo>
                    <a:pt x="5577" y="7215"/>
                  </a:lnTo>
                  <a:cubicBezTo>
                    <a:pt x="5577" y="7404"/>
                    <a:pt x="5734" y="7562"/>
                    <a:pt x="5923" y="7562"/>
                  </a:cubicBezTo>
                  <a:lnTo>
                    <a:pt x="7309" y="7562"/>
                  </a:lnTo>
                  <a:cubicBezTo>
                    <a:pt x="7498" y="7562"/>
                    <a:pt x="7656" y="7404"/>
                    <a:pt x="7656" y="7215"/>
                  </a:cubicBezTo>
                  <a:lnTo>
                    <a:pt x="7656" y="6711"/>
                  </a:lnTo>
                  <a:cubicBezTo>
                    <a:pt x="7782" y="6680"/>
                    <a:pt x="7876" y="6617"/>
                    <a:pt x="7971" y="6585"/>
                  </a:cubicBezTo>
                  <a:lnTo>
                    <a:pt x="8349" y="6932"/>
                  </a:lnTo>
                  <a:cubicBezTo>
                    <a:pt x="8396" y="6995"/>
                    <a:pt x="8483" y="7026"/>
                    <a:pt x="8574" y="7026"/>
                  </a:cubicBezTo>
                  <a:cubicBezTo>
                    <a:pt x="8664" y="7026"/>
                    <a:pt x="8759" y="6995"/>
                    <a:pt x="8822" y="6932"/>
                  </a:cubicBezTo>
                  <a:lnTo>
                    <a:pt x="9798" y="5955"/>
                  </a:lnTo>
                  <a:cubicBezTo>
                    <a:pt x="9924" y="5829"/>
                    <a:pt x="9924" y="5608"/>
                    <a:pt x="9798" y="5482"/>
                  </a:cubicBezTo>
                  <a:lnTo>
                    <a:pt x="9452" y="5136"/>
                  </a:lnTo>
                  <a:cubicBezTo>
                    <a:pt x="9483" y="5041"/>
                    <a:pt x="9515" y="4947"/>
                    <a:pt x="9546" y="4821"/>
                  </a:cubicBezTo>
                  <a:close/>
                  <a:moveTo>
                    <a:pt x="3907" y="10334"/>
                  </a:moveTo>
                  <a:cubicBezTo>
                    <a:pt x="4096" y="10366"/>
                    <a:pt x="4253" y="10523"/>
                    <a:pt x="4253" y="10681"/>
                  </a:cubicBezTo>
                  <a:cubicBezTo>
                    <a:pt x="4253" y="10870"/>
                    <a:pt x="4096" y="11027"/>
                    <a:pt x="3907" y="11027"/>
                  </a:cubicBezTo>
                  <a:cubicBezTo>
                    <a:pt x="3686" y="11027"/>
                    <a:pt x="3529" y="10870"/>
                    <a:pt x="3529" y="10681"/>
                  </a:cubicBezTo>
                  <a:cubicBezTo>
                    <a:pt x="3529" y="10492"/>
                    <a:pt x="3686" y="10334"/>
                    <a:pt x="3907" y="10334"/>
                  </a:cubicBezTo>
                  <a:close/>
                  <a:moveTo>
                    <a:pt x="8664" y="10334"/>
                  </a:moveTo>
                  <a:cubicBezTo>
                    <a:pt x="8853" y="10366"/>
                    <a:pt x="9011" y="10523"/>
                    <a:pt x="9011" y="10681"/>
                  </a:cubicBezTo>
                  <a:cubicBezTo>
                    <a:pt x="9011" y="10870"/>
                    <a:pt x="8853" y="11027"/>
                    <a:pt x="8664" y="11027"/>
                  </a:cubicBezTo>
                  <a:cubicBezTo>
                    <a:pt x="8444" y="11027"/>
                    <a:pt x="8286" y="10870"/>
                    <a:pt x="8286" y="10681"/>
                  </a:cubicBezTo>
                  <a:cubicBezTo>
                    <a:pt x="8286" y="10492"/>
                    <a:pt x="8444" y="10334"/>
                    <a:pt x="8664" y="10334"/>
                  </a:cubicBezTo>
                  <a:close/>
                  <a:moveTo>
                    <a:pt x="5892" y="0"/>
                  </a:moveTo>
                  <a:cubicBezTo>
                    <a:pt x="5703" y="0"/>
                    <a:pt x="5545" y="158"/>
                    <a:pt x="5545" y="379"/>
                  </a:cubicBezTo>
                  <a:lnTo>
                    <a:pt x="5545" y="883"/>
                  </a:lnTo>
                  <a:cubicBezTo>
                    <a:pt x="5419" y="914"/>
                    <a:pt x="5356" y="946"/>
                    <a:pt x="5230" y="1009"/>
                  </a:cubicBezTo>
                  <a:lnTo>
                    <a:pt x="4883" y="631"/>
                  </a:lnTo>
                  <a:cubicBezTo>
                    <a:pt x="4820" y="583"/>
                    <a:pt x="4734" y="560"/>
                    <a:pt x="4647" y="560"/>
                  </a:cubicBezTo>
                  <a:cubicBezTo>
                    <a:pt x="4561" y="560"/>
                    <a:pt x="4474" y="583"/>
                    <a:pt x="4411" y="631"/>
                  </a:cubicBezTo>
                  <a:lnTo>
                    <a:pt x="3434" y="1639"/>
                  </a:lnTo>
                  <a:cubicBezTo>
                    <a:pt x="3308" y="1733"/>
                    <a:pt x="3308" y="1985"/>
                    <a:pt x="3434" y="2111"/>
                  </a:cubicBezTo>
                  <a:lnTo>
                    <a:pt x="3781" y="2458"/>
                  </a:lnTo>
                  <a:cubicBezTo>
                    <a:pt x="3718" y="2521"/>
                    <a:pt x="3686" y="2647"/>
                    <a:pt x="3655" y="2773"/>
                  </a:cubicBezTo>
                  <a:lnTo>
                    <a:pt x="3151" y="2773"/>
                  </a:lnTo>
                  <a:cubicBezTo>
                    <a:pt x="2930" y="2773"/>
                    <a:pt x="2773" y="2930"/>
                    <a:pt x="2773" y="3119"/>
                  </a:cubicBezTo>
                  <a:lnTo>
                    <a:pt x="2773" y="4159"/>
                  </a:lnTo>
                  <a:lnTo>
                    <a:pt x="1985" y="4159"/>
                  </a:lnTo>
                  <a:lnTo>
                    <a:pt x="1765" y="2930"/>
                  </a:lnTo>
                  <a:cubicBezTo>
                    <a:pt x="1670" y="2458"/>
                    <a:pt x="1197" y="2111"/>
                    <a:pt x="693" y="2111"/>
                  </a:cubicBezTo>
                  <a:lnTo>
                    <a:pt x="347" y="2111"/>
                  </a:lnTo>
                  <a:cubicBezTo>
                    <a:pt x="158" y="2111"/>
                    <a:pt x="0" y="2269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693" y="2804"/>
                  </a:lnTo>
                  <a:cubicBezTo>
                    <a:pt x="882" y="2804"/>
                    <a:pt x="1103" y="2930"/>
                    <a:pt x="1103" y="3088"/>
                  </a:cubicBezTo>
                  <a:lnTo>
                    <a:pt x="2080" y="8570"/>
                  </a:lnTo>
                  <a:cubicBezTo>
                    <a:pt x="1891" y="8759"/>
                    <a:pt x="1765" y="9042"/>
                    <a:pt x="1765" y="9357"/>
                  </a:cubicBezTo>
                  <a:cubicBezTo>
                    <a:pt x="1765" y="9861"/>
                    <a:pt x="2143" y="10366"/>
                    <a:pt x="2867" y="10366"/>
                  </a:cubicBezTo>
                  <a:cubicBezTo>
                    <a:pt x="2836" y="10492"/>
                    <a:pt x="2836" y="10618"/>
                    <a:pt x="2836" y="10712"/>
                  </a:cubicBezTo>
                  <a:cubicBezTo>
                    <a:pt x="2836" y="11279"/>
                    <a:pt x="3308" y="11752"/>
                    <a:pt x="3844" y="11752"/>
                  </a:cubicBezTo>
                  <a:cubicBezTo>
                    <a:pt x="4411" y="11752"/>
                    <a:pt x="4883" y="11279"/>
                    <a:pt x="4883" y="10712"/>
                  </a:cubicBezTo>
                  <a:cubicBezTo>
                    <a:pt x="4883" y="10618"/>
                    <a:pt x="4820" y="10492"/>
                    <a:pt x="4820" y="10366"/>
                  </a:cubicBezTo>
                  <a:lnTo>
                    <a:pt x="7719" y="10366"/>
                  </a:lnTo>
                  <a:cubicBezTo>
                    <a:pt x="7656" y="10492"/>
                    <a:pt x="7656" y="10618"/>
                    <a:pt x="7656" y="10712"/>
                  </a:cubicBezTo>
                  <a:cubicBezTo>
                    <a:pt x="7656" y="11279"/>
                    <a:pt x="8129" y="11752"/>
                    <a:pt x="8696" y="11752"/>
                  </a:cubicBezTo>
                  <a:cubicBezTo>
                    <a:pt x="9231" y="11752"/>
                    <a:pt x="9735" y="11279"/>
                    <a:pt x="9735" y="10712"/>
                  </a:cubicBezTo>
                  <a:cubicBezTo>
                    <a:pt x="9735" y="10618"/>
                    <a:pt x="9672" y="10492"/>
                    <a:pt x="9672" y="10366"/>
                  </a:cubicBezTo>
                  <a:lnTo>
                    <a:pt x="10082" y="10366"/>
                  </a:lnTo>
                  <a:cubicBezTo>
                    <a:pt x="10271" y="10366"/>
                    <a:pt x="10428" y="10208"/>
                    <a:pt x="10428" y="10019"/>
                  </a:cubicBezTo>
                  <a:cubicBezTo>
                    <a:pt x="10428" y="9830"/>
                    <a:pt x="10271" y="9672"/>
                    <a:pt x="10082" y="9672"/>
                  </a:cubicBezTo>
                  <a:lnTo>
                    <a:pt x="2867" y="9672"/>
                  </a:lnTo>
                  <a:cubicBezTo>
                    <a:pt x="2678" y="9672"/>
                    <a:pt x="2521" y="9515"/>
                    <a:pt x="2521" y="9294"/>
                  </a:cubicBezTo>
                  <a:cubicBezTo>
                    <a:pt x="2521" y="9137"/>
                    <a:pt x="2678" y="8948"/>
                    <a:pt x="2867" y="8948"/>
                  </a:cubicBezTo>
                  <a:lnTo>
                    <a:pt x="10082" y="8948"/>
                  </a:lnTo>
                  <a:cubicBezTo>
                    <a:pt x="10239" y="8948"/>
                    <a:pt x="10334" y="8885"/>
                    <a:pt x="10397" y="8727"/>
                  </a:cubicBezTo>
                  <a:lnTo>
                    <a:pt x="11720" y="4663"/>
                  </a:lnTo>
                  <a:cubicBezTo>
                    <a:pt x="11783" y="4537"/>
                    <a:pt x="11720" y="4411"/>
                    <a:pt x="11689" y="4348"/>
                  </a:cubicBezTo>
                  <a:cubicBezTo>
                    <a:pt x="11563" y="4191"/>
                    <a:pt x="11405" y="4191"/>
                    <a:pt x="11279" y="4191"/>
                  </a:cubicBezTo>
                  <a:lnTo>
                    <a:pt x="10397" y="4191"/>
                  </a:lnTo>
                  <a:lnTo>
                    <a:pt x="10397" y="3119"/>
                  </a:lnTo>
                  <a:cubicBezTo>
                    <a:pt x="10397" y="2930"/>
                    <a:pt x="10239" y="2773"/>
                    <a:pt x="10019" y="2773"/>
                  </a:cubicBezTo>
                  <a:lnTo>
                    <a:pt x="9515" y="2773"/>
                  </a:lnTo>
                  <a:cubicBezTo>
                    <a:pt x="9483" y="2647"/>
                    <a:pt x="9452" y="2584"/>
                    <a:pt x="9389" y="2458"/>
                  </a:cubicBezTo>
                  <a:lnTo>
                    <a:pt x="9767" y="2080"/>
                  </a:lnTo>
                  <a:cubicBezTo>
                    <a:pt x="9861" y="1985"/>
                    <a:pt x="9861" y="1733"/>
                    <a:pt x="9767" y="1607"/>
                  </a:cubicBezTo>
                  <a:lnTo>
                    <a:pt x="8759" y="631"/>
                  </a:lnTo>
                  <a:cubicBezTo>
                    <a:pt x="8711" y="568"/>
                    <a:pt x="8625" y="536"/>
                    <a:pt x="8534" y="536"/>
                  </a:cubicBezTo>
                  <a:cubicBezTo>
                    <a:pt x="8444" y="536"/>
                    <a:pt x="8349" y="568"/>
                    <a:pt x="8286" y="631"/>
                  </a:cubicBezTo>
                  <a:lnTo>
                    <a:pt x="7939" y="1009"/>
                  </a:lnTo>
                  <a:cubicBezTo>
                    <a:pt x="7876" y="946"/>
                    <a:pt x="7750" y="914"/>
                    <a:pt x="7624" y="883"/>
                  </a:cubicBezTo>
                  <a:lnTo>
                    <a:pt x="7624" y="379"/>
                  </a:lnTo>
                  <a:cubicBezTo>
                    <a:pt x="7624" y="158"/>
                    <a:pt x="7467" y="0"/>
                    <a:pt x="72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53"/>
            <p:cNvSpPr/>
            <p:nvPr/>
          </p:nvSpPr>
          <p:spPr>
            <a:xfrm>
              <a:off x="-3731500" y="24585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1701" y="631"/>
                  </a:moveTo>
                  <a:cubicBezTo>
                    <a:pt x="2237" y="631"/>
                    <a:pt x="2709" y="1103"/>
                    <a:pt x="2709" y="1639"/>
                  </a:cubicBezTo>
                  <a:cubicBezTo>
                    <a:pt x="2709" y="2206"/>
                    <a:pt x="2237" y="2679"/>
                    <a:pt x="1701" y="2679"/>
                  </a:cubicBezTo>
                  <a:cubicBezTo>
                    <a:pt x="1134" y="2679"/>
                    <a:pt x="662" y="2206"/>
                    <a:pt x="662" y="1639"/>
                  </a:cubicBezTo>
                  <a:cubicBezTo>
                    <a:pt x="662" y="1103"/>
                    <a:pt x="1134" y="631"/>
                    <a:pt x="1701" y="631"/>
                  </a:cubicBezTo>
                  <a:close/>
                  <a:moveTo>
                    <a:pt x="1701" y="1"/>
                  </a:moveTo>
                  <a:cubicBezTo>
                    <a:pt x="756" y="1"/>
                    <a:pt x="0" y="725"/>
                    <a:pt x="0" y="1702"/>
                  </a:cubicBezTo>
                  <a:cubicBezTo>
                    <a:pt x="0" y="2647"/>
                    <a:pt x="756" y="3372"/>
                    <a:pt x="1701" y="3372"/>
                  </a:cubicBezTo>
                  <a:cubicBezTo>
                    <a:pt x="2646" y="3372"/>
                    <a:pt x="3371" y="2647"/>
                    <a:pt x="3371" y="1702"/>
                  </a:cubicBezTo>
                  <a:cubicBezTo>
                    <a:pt x="3371" y="725"/>
                    <a:pt x="2646" y="1"/>
                    <a:pt x="17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54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44" name="Google Shape;1344;p54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MANAGEMENT PLAN</a:t>
            </a:r>
            <a:endParaRPr/>
          </a:p>
        </p:txBody>
      </p:sp>
      <p:grpSp>
        <p:nvGrpSpPr>
          <p:cNvPr id="1345" name="Google Shape;1345;p54"/>
          <p:cNvGrpSpPr/>
          <p:nvPr/>
        </p:nvGrpSpPr>
        <p:grpSpPr>
          <a:xfrm>
            <a:off x="6275090" y="1382992"/>
            <a:ext cx="2377521" cy="2377521"/>
            <a:chOff x="6275090" y="1382992"/>
            <a:chExt cx="2377521" cy="2377521"/>
          </a:xfrm>
        </p:grpSpPr>
        <p:sp>
          <p:nvSpPr>
            <p:cNvPr id="1346" name="Google Shape;1346;p54"/>
            <p:cNvSpPr/>
            <p:nvPr/>
          </p:nvSpPr>
          <p:spPr>
            <a:xfrm>
              <a:off x="6275090" y="1382992"/>
              <a:ext cx="1862394" cy="2139770"/>
            </a:xfrm>
            <a:custGeom>
              <a:avLst/>
              <a:gdLst/>
              <a:ahLst/>
              <a:cxnLst/>
              <a:rect l="l" t="t" r="r" b="b"/>
              <a:pathLst>
                <a:path w="153315" h="176149" extrusionOk="0">
                  <a:moveTo>
                    <a:pt x="1" y="1"/>
                  </a:moveTo>
                  <a:lnTo>
                    <a:pt x="1" y="176148"/>
                  </a:lnTo>
                  <a:lnTo>
                    <a:pt x="153314" y="176148"/>
                  </a:lnTo>
                  <a:lnTo>
                    <a:pt x="153314" y="22835"/>
                  </a:lnTo>
                  <a:lnTo>
                    <a:pt x="1304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54"/>
            <p:cNvSpPr/>
            <p:nvPr/>
          </p:nvSpPr>
          <p:spPr>
            <a:xfrm>
              <a:off x="7860096" y="1382992"/>
              <a:ext cx="277388" cy="277388"/>
            </a:xfrm>
            <a:custGeom>
              <a:avLst/>
              <a:gdLst/>
              <a:ahLst/>
              <a:cxnLst/>
              <a:rect l="l" t="t" r="r" b="b"/>
              <a:pathLst>
                <a:path w="22835" h="22835" extrusionOk="0">
                  <a:moveTo>
                    <a:pt x="0" y="1"/>
                  </a:moveTo>
                  <a:lnTo>
                    <a:pt x="0" y="22835"/>
                  </a:lnTo>
                  <a:lnTo>
                    <a:pt x="22834" y="22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54"/>
            <p:cNvSpPr/>
            <p:nvPr/>
          </p:nvSpPr>
          <p:spPr>
            <a:xfrm>
              <a:off x="6631716" y="1977369"/>
              <a:ext cx="1228392" cy="1228392"/>
            </a:xfrm>
            <a:custGeom>
              <a:avLst/>
              <a:gdLst/>
              <a:ahLst/>
              <a:cxnLst/>
              <a:rect l="l" t="t" r="r" b="b"/>
              <a:pathLst>
                <a:path w="101123" h="101123" extrusionOk="0">
                  <a:moveTo>
                    <a:pt x="78289" y="55455"/>
                  </a:moveTo>
                  <a:lnTo>
                    <a:pt x="78289" y="78288"/>
                  </a:lnTo>
                  <a:lnTo>
                    <a:pt x="55455" y="78288"/>
                  </a:lnTo>
                  <a:lnTo>
                    <a:pt x="78289" y="55455"/>
                  </a:lnTo>
                  <a:close/>
                  <a:moveTo>
                    <a:pt x="101122" y="1"/>
                  </a:moveTo>
                  <a:lnTo>
                    <a:pt x="1" y="101122"/>
                  </a:lnTo>
                  <a:lnTo>
                    <a:pt x="101122" y="101122"/>
                  </a:lnTo>
                  <a:lnTo>
                    <a:pt x="1011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54"/>
            <p:cNvSpPr/>
            <p:nvPr/>
          </p:nvSpPr>
          <p:spPr>
            <a:xfrm>
              <a:off x="7622345" y="2730246"/>
              <a:ext cx="1030266" cy="1030266"/>
            </a:xfrm>
            <a:custGeom>
              <a:avLst/>
              <a:gdLst/>
              <a:ahLst/>
              <a:cxnLst/>
              <a:rect l="l" t="t" r="r" b="b"/>
              <a:pathLst>
                <a:path w="84813" h="84813" extrusionOk="0">
                  <a:moveTo>
                    <a:pt x="42406" y="1"/>
                  </a:moveTo>
                  <a:cubicBezTo>
                    <a:pt x="41167" y="1"/>
                    <a:pt x="39927" y="66"/>
                    <a:pt x="38688" y="196"/>
                  </a:cubicBezTo>
                  <a:lnTo>
                    <a:pt x="36763" y="7014"/>
                  </a:lnTo>
                  <a:cubicBezTo>
                    <a:pt x="34284" y="7405"/>
                    <a:pt x="31870" y="8058"/>
                    <a:pt x="29554" y="8938"/>
                  </a:cubicBezTo>
                  <a:lnTo>
                    <a:pt x="24531" y="4013"/>
                  </a:lnTo>
                  <a:cubicBezTo>
                    <a:pt x="22247" y="5057"/>
                    <a:pt x="20094" y="6296"/>
                    <a:pt x="18072" y="7699"/>
                  </a:cubicBezTo>
                  <a:lnTo>
                    <a:pt x="19833" y="14549"/>
                  </a:lnTo>
                  <a:cubicBezTo>
                    <a:pt x="17876" y="16115"/>
                    <a:pt x="16115" y="17876"/>
                    <a:pt x="14549" y="19833"/>
                  </a:cubicBezTo>
                  <a:lnTo>
                    <a:pt x="7699" y="18072"/>
                  </a:lnTo>
                  <a:cubicBezTo>
                    <a:pt x="6296" y="20094"/>
                    <a:pt x="5057" y="22247"/>
                    <a:pt x="4013" y="24531"/>
                  </a:cubicBezTo>
                  <a:lnTo>
                    <a:pt x="8938" y="29554"/>
                  </a:lnTo>
                  <a:cubicBezTo>
                    <a:pt x="8058" y="31870"/>
                    <a:pt x="7405" y="34284"/>
                    <a:pt x="7014" y="36763"/>
                  </a:cubicBezTo>
                  <a:lnTo>
                    <a:pt x="196" y="38688"/>
                  </a:lnTo>
                  <a:cubicBezTo>
                    <a:pt x="66" y="39927"/>
                    <a:pt x="1" y="41167"/>
                    <a:pt x="1" y="42406"/>
                  </a:cubicBezTo>
                  <a:cubicBezTo>
                    <a:pt x="1" y="43646"/>
                    <a:pt x="66" y="44885"/>
                    <a:pt x="196" y="46125"/>
                  </a:cubicBezTo>
                  <a:lnTo>
                    <a:pt x="7014" y="48050"/>
                  </a:lnTo>
                  <a:cubicBezTo>
                    <a:pt x="7405" y="50529"/>
                    <a:pt x="8058" y="52943"/>
                    <a:pt x="8938" y="55259"/>
                  </a:cubicBezTo>
                  <a:lnTo>
                    <a:pt x="4013" y="60282"/>
                  </a:lnTo>
                  <a:cubicBezTo>
                    <a:pt x="5057" y="62565"/>
                    <a:pt x="6296" y="64718"/>
                    <a:pt x="7699" y="66741"/>
                  </a:cubicBezTo>
                  <a:lnTo>
                    <a:pt x="14549" y="64979"/>
                  </a:lnTo>
                  <a:cubicBezTo>
                    <a:pt x="16115" y="66936"/>
                    <a:pt x="17876" y="68698"/>
                    <a:pt x="19833" y="70264"/>
                  </a:cubicBezTo>
                  <a:lnTo>
                    <a:pt x="18072" y="77114"/>
                  </a:lnTo>
                  <a:cubicBezTo>
                    <a:pt x="20094" y="78517"/>
                    <a:pt x="22247" y="79756"/>
                    <a:pt x="24531" y="80800"/>
                  </a:cubicBezTo>
                  <a:lnTo>
                    <a:pt x="29554" y="75874"/>
                  </a:lnTo>
                  <a:cubicBezTo>
                    <a:pt x="31870" y="76755"/>
                    <a:pt x="34284" y="77407"/>
                    <a:pt x="36763" y="77799"/>
                  </a:cubicBezTo>
                  <a:lnTo>
                    <a:pt x="38688" y="84616"/>
                  </a:lnTo>
                  <a:cubicBezTo>
                    <a:pt x="39927" y="84747"/>
                    <a:pt x="41167" y="84812"/>
                    <a:pt x="42406" y="84812"/>
                  </a:cubicBezTo>
                  <a:cubicBezTo>
                    <a:pt x="43646" y="84812"/>
                    <a:pt x="44885" y="84747"/>
                    <a:pt x="46125" y="84616"/>
                  </a:cubicBezTo>
                  <a:lnTo>
                    <a:pt x="48050" y="77799"/>
                  </a:lnTo>
                  <a:cubicBezTo>
                    <a:pt x="50529" y="77407"/>
                    <a:pt x="52943" y="76755"/>
                    <a:pt x="55259" y="75874"/>
                  </a:cubicBezTo>
                  <a:lnTo>
                    <a:pt x="60282" y="80800"/>
                  </a:lnTo>
                  <a:cubicBezTo>
                    <a:pt x="62565" y="79756"/>
                    <a:pt x="64718" y="78517"/>
                    <a:pt x="66741" y="77114"/>
                  </a:cubicBezTo>
                  <a:lnTo>
                    <a:pt x="64979" y="70264"/>
                  </a:lnTo>
                  <a:cubicBezTo>
                    <a:pt x="66936" y="68698"/>
                    <a:pt x="68698" y="66936"/>
                    <a:pt x="70264" y="64979"/>
                  </a:cubicBezTo>
                  <a:lnTo>
                    <a:pt x="77114" y="66741"/>
                  </a:lnTo>
                  <a:cubicBezTo>
                    <a:pt x="78517" y="64718"/>
                    <a:pt x="79756" y="62565"/>
                    <a:pt x="80800" y="60282"/>
                  </a:cubicBezTo>
                  <a:lnTo>
                    <a:pt x="75874" y="55259"/>
                  </a:lnTo>
                  <a:cubicBezTo>
                    <a:pt x="76755" y="52943"/>
                    <a:pt x="77407" y="50529"/>
                    <a:pt x="77799" y="48050"/>
                  </a:cubicBezTo>
                  <a:lnTo>
                    <a:pt x="84616" y="46125"/>
                  </a:lnTo>
                  <a:cubicBezTo>
                    <a:pt x="84747" y="44885"/>
                    <a:pt x="84812" y="43646"/>
                    <a:pt x="84812" y="42406"/>
                  </a:cubicBezTo>
                  <a:cubicBezTo>
                    <a:pt x="84812" y="41167"/>
                    <a:pt x="84747" y="39927"/>
                    <a:pt x="84616" y="38688"/>
                  </a:cubicBezTo>
                  <a:lnTo>
                    <a:pt x="77799" y="36763"/>
                  </a:lnTo>
                  <a:cubicBezTo>
                    <a:pt x="77407" y="34284"/>
                    <a:pt x="76755" y="31870"/>
                    <a:pt x="75874" y="29554"/>
                  </a:cubicBezTo>
                  <a:lnTo>
                    <a:pt x="80800" y="24531"/>
                  </a:lnTo>
                  <a:cubicBezTo>
                    <a:pt x="79756" y="22247"/>
                    <a:pt x="78517" y="20094"/>
                    <a:pt x="77114" y="18072"/>
                  </a:cubicBezTo>
                  <a:lnTo>
                    <a:pt x="70264" y="19833"/>
                  </a:lnTo>
                  <a:cubicBezTo>
                    <a:pt x="68698" y="17876"/>
                    <a:pt x="66936" y="16115"/>
                    <a:pt x="64979" y="14549"/>
                  </a:cubicBezTo>
                  <a:lnTo>
                    <a:pt x="66741" y="7699"/>
                  </a:lnTo>
                  <a:cubicBezTo>
                    <a:pt x="64718" y="6296"/>
                    <a:pt x="62565" y="5057"/>
                    <a:pt x="60282" y="4013"/>
                  </a:cubicBezTo>
                  <a:lnTo>
                    <a:pt x="55259" y="8938"/>
                  </a:lnTo>
                  <a:cubicBezTo>
                    <a:pt x="52943" y="8058"/>
                    <a:pt x="50529" y="7405"/>
                    <a:pt x="48050" y="7014"/>
                  </a:cubicBezTo>
                  <a:lnTo>
                    <a:pt x="46125" y="196"/>
                  </a:lnTo>
                  <a:cubicBezTo>
                    <a:pt x="44885" y="66"/>
                    <a:pt x="43646" y="1"/>
                    <a:pt x="424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54"/>
            <p:cNvSpPr/>
            <p:nvPr/>
          </p:nvSpPr>
          <p:spPr>
            <a:xfrm>
              <a:off x="7265719" y="1660368"/>
              <a:ext cx="237763" cy="237763"/>
            </a:xfrm>
            <a:custGeom>
              <a:avLst/>
              <a:gdLst/>
              <a:ahLst/>
              <a:cxnLst/>
              <a:rect l="l" t="t" r="r" b="b"/>
              <a:pathLst>
                <a:path w="19573" h="19573" extrusionOk="0">
                  <a:moveTo>
                    <a:pt x="9787" y="1"/>
                  </a:moveTo>
                  <a:lnTo>
                    <a:pt x="1" y="19573"/>
                  </a:lnTo>
                  <a:lnTo>
                    <a:pt x="19573" y="19573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DED8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54"/>
            <p:cNvSpPr/>
            <p:nvPr/>
          </p:nvSpPr>
          <p:spPr>
            <a:xfrm>
              <a:off x="7265719" y="1898118"/>
              <a:ext cx="237763" cy="673640"/>
            </a:xfrm>
            <a:custGeom>
              <a:avLst/>
              <a:gdLst/>
              <a:ahLst/>
              <a:cxnLst/>
              <a:rect l="l" t="t" r="r" b="b"/>
              <a:pathLst>
                <a:path w="19573" h="55455" extrusionOk="0">
                  <a:moveTo>
                    <a:pt x="1" y="1"/>
                  </a:moveTo>
                  <a:lnTo>
                    <a:pt x="1" y="55455"/>
                  </a:lnTo>
                  <a:lnTo>
                    <a:pt x="19573" y="35883"/>
                  </a:lnTo>
                  <a:lnTo>
                    <a:pt x="195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54"/>
            <p:cNvSpPr/>
            <p:nvPr/>
          </p:nvSpPr>
          <p:spPr>
            <a:xfrm>
              <a:off x="6631716" y="1660368"/>
              <a:ext cx="396264" cy="515139"/>
            </a:xfrm>
            <a:custGeom>
              <a:avLst/>
              <a:gdLst/>
              <a:ahLst/>
              <a:cxnLst/>
              <a:rect l="l" t="t" r="r" b="b"/>
              <a:pathLst>
                <a:path w="32621" h="42407" extrusionOk="0">
                  <a:moveTo>
                    <a:pt x="16311" y="1"/>
                  </a:moveTo>
                  <a:lnTo>
                    <a:pt x="1" y="26097"/>
                  </a:lnTo>
                  <a:lnTo>
                    <a:pt x="9787" y="42407"/>
                  </a:lnTo>
                  <a:lnTo>
                    <a:pt x="22835" y="42407"/>
                  </a:lnTo>
                  <a:lnTo>
                    <a:pt x="32621" y="26097"/>
                  </a:lnTo>
                  <a:lnTo>
                    <a:pt x="16311" y="1"/>
                  </a:lnTo>
                  <a:close/>
                </a:path>
              </a:pathLst>
            </a:custGeom>
            <a:solidFill>
              <a:srgbClr val="DED8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54"/>
            <p:cNvSpPr/>
            <p:nvPr/>
          </p:nvSpPr>
          <p:spPr>
            <a:xfrm>
              <a:off x="6671342" y="2175494"/>
              <a:ext cx="317013" cy="922092"/>
            </a:xfrm>
            <a:custGeom>
              <a:avLst/>
              <a:gdLst/>
              <a:ahLst/>
              <a:cxnLst/>
              <a:rect l="l" t="t" r="r" b="b"/>
              <a:pathLst>
                <a:path w="26097" h="75908" extrusionOk="0">
                  <a:moveTo>
                    <a:pt x="6525" y="1"/>
                  </a:moveTo>
                  <a:lnTo>
                    <a:pt x="1" y="19573"/>
                  </a:lnTo>
                  <a:lnTo>
                    <a:pt x="5644" y="75907"/>
                  </a:lnTo>
                  <a:lnTo>
                    <a:pt x="22117" y="59434"/>
                  </a:lnTo>
                  <a:lnTo>
                    <a:pt x="26097" y="19573"/>
                  </a:lnTo>
                  <a:lnTo>
                    <a:pt x="195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54"/>
            <p:cNvSpPr/>
            <p:nvPr/>
          </p:nvSpPr>
          <p:spPr>
            <a:xfrm>
              <a:off x="7820471" y="2928372"/>
              <a:ext cx="634014" cy="634014"/>
            </a:xfrm>
            <a:custGeom>
              <a:avLst/>
              <a:gdLst/>
              <a:ahLst/>
              <a:cxnLst/>
              <a:rect l="l" t="t" r="r" b="b"/>
              <a:pathLst>
                <a:path w="52193" h="52193" extrusionOk="0">
                  <a:moveTo>
                    <a:pt x="26096" y="0"/>
                  </a:moveTo>
                  <a:cubicBezTo>
                    <a:pt x="11678" y="0"/>
                    <a:pt x="0" y="11678"/>
                    <a:pt x="0" y="26096"/>
                  </a:cubicBezTo>
                  <a:cubicBezTo>
                    <a:pt x="0" y="40514"/>
                    <a:pt x="11678" y="52192"/>
                    <a:pt x="26096" y="52192"/>
                  </a:cubicBezTo>
                  <a:cubicBezTo>
                    <a:pt x="40514" y="52192"/>
                    <a:pt x="52192" y="40514"/>
                    <a:pt x="52192" y="26096"/>
                  </a:cubicBezTo>
                  <a:cubicBezTo>
                    <a:pt x="52192" y="11678"/>
                    <a:pt x="40514" y="0"/>
                    <a:pt x="260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54"/>
            <p:cNvSpPr/>
            <p:nvPr/>
          </p:nvSpPr>
          <p:spPr>
            <a:xfrm>
              <a:off x="7899721" y="2928372"/>
              <a:ext cx="277388" cy="356638"/>
            </a:xfrm>
            <a:custGeom>
              <a:avLst/>
              <a:gdLst/>
              <a:ahLst/>
              <a:cxnLst/>
              <a:rect l="l" t="t" r="r" b="b"/>
              <a:pathLst>
                <a:path w="22835" h="29359" extrusionOk="0">
                  <a:moveTo>
                    <a:pt x="16310" y="0"/>
                  </a:moveTo>
                  <a:lnTo>
                    <a:pt x="16310" y="22834"/>
                  </a:lnTo>
                  <a:lnTo>
                    <a:pt x="0" y="22834"/>
                  </a:lnTo>
                  <a:lnTo>
                    <a:pt x="0" y="29358"/>
                  </a:lnTo>
                  <a:lnTo>
                    <a:pt x="22834" y="29358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54"/>
            <p:cNvSpPr/>
            <p:nvPr/>
          </p:nvSpPr>
          <p:spPr>
            <a:xfrm>
              <a:off x="8058222" y="3166123"/>
              <a:ext cx="158513" cy="158513"/>
            </a:xfrm>
            <a:custGeom>
              <a:avLst/>
              <a:gdLst/>
              <a:ahLst/>
              <a:cxnLst/>
              <a:rect l="l" t="t" r="r" b="b"/>
              <a:pathLst>
                <a:path w="13049" h="13049" extrusionOk="0">
                  <a:moveTo>
                    <a:pt x="6524" y="0"/>
                  </a:moveTo>
                  <a:cubicBezTo>
                    <a:pt x="2936" y="0"/>
                    <a:pt x="0" y="2936"/>
                    <a:pt x="0" y="6524"/>
                  </a:cubicBezTo>
                  <a:cubicBezTo>
                    <a:pt x="0" y="10113"/>
                    <a:pt x="2936" y="13048"/>
                    <a:pt x="6524" y="13048"/>
                  </a:cubicBezTo>
                  <a:cubicBezTo>
                    <a:pt x="10113" y="13048"/>
                    <a:pt x="13048" y="10113"/>
                    <a:pt x="13048" y="6524"/>
                  </a:cubicBezTo>
                  <a:cubicBezTo>
                    <a:pt x="13048" y="2936"/>
                    <a:pt x="10113" y="0"/>
                    <a:pt x="6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54"/>
            <p:cNvSpPr/>
            <p:nvPr/>
          </p:nvSpPr>
          <p:spPr>
            <a:xfrm>
              <a:off x="6790217" y="1660368"/>
              <a:ext cx="79262" cy="317013"/>
            </a:xfrm>
            <a:custGeom>
              <a:avLst/>
              <a:gdLst/>
              <a:ahLst/>
              <a:cxnLst/>
              <a:rect l="l" t="t" r="r" b="b"/>
              <a:pathLst>
                <a:path w="6525" h="26097" extrusionOk="0">
                  <a:moveTo>
                    <a:pt x="3263" y="1"/>
                  </a:moveTo>
                  <a:lnTo>
                    <a:pt x="1" y="5220"/>
                  </a:lnTo>
                  <a:lnTo>
                    <a:pt x="1" y="26097"/>
                  </a:lnTo>
                  <a:lnTo>
                    <a:pt x="6525" y="26097"/>
                  </a:lnTo>
                  <a:lnTo>
                    <a:pt x="6525" y="5220"/>
                  </a:lnTo>
                  <a:lnTo>
                    <a:pt x="32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54"/>
            <p:cNvSpPr/>
            <p:nvPr/>
          </p:nvSpPr>
          <p:spPr>
            <a:xfrm>
              <a:off x="6841334" y="2939864"/>
              <a:ext cx="135141" cy="135129"/>
            </a:xfrm>
            <a:custGeom>
              <a:avLst/>
              <a:gdLst/>
              <a:ahLst/>
              <a:cxnLst/>
              <a:rect l="l" t="t" r="r" b="b"/>
              <a:pathLst>
                <a:path w="11125" h="11124" extrusionOk="0">
                  <a:moveTo>
                    <a:pt x="4600" y="0"/>
                  </a:moveTo>
                  <a:lnTo>
                    <a:pt x="1" y="4600"/>
                  </a:lnTo>
                  <a:lnTo>
                    <a:pt x="6525" y="11124"/>
                  </a:lnTo>
                  <a:lnTo>
                    <a:pt x="11124" y="6524"/>
                  </a:lnTo>
                  <a:lnTo>
                    <a:pt x="4600" y="0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54"/>
            <p:cNvSpPr/>
            <p:nvPr/>
          </p:nvSpPr>
          <p:spPr>
            <a:xfrm>
              <a:off x="6960209" y="2820988"/>
              <a:ext cx="135141" cy="135129"/>
            </a:xfrm>
            <a:custGeom>
              <a:avLst/>
              <a:gdLst/>
              <a:ahLst/>
              <a:cxnLst/>
              <a:rect l="l" t="t" r="r" b="b"/>
              <a:pathLst>
                <a:path w="11125" h="11124" extrusionOk="0">
                  <a:moveTo>
                    <a:pt x="4600" y="0"/>
                  </a:moveTo>
                  <a:lnTo>
                    <a:pt x="1" y="4632"/>
                  </a:lnTo>
                  <a:lnTo>
                    <a:pt x="6525" y="11124"/>
                  </a:lnTo>
                  <a:lnTo>
                    <a:pt x="11124" y="6524"/>
                  </a:lnTo>
                  <a:lnTo>
                    <a:pt x="4600" y="0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54"/>
            <p:cNvSpPr/>
            <p:nvPr/>
          </p:nvSpPr>
          <p:spPr>
            <a:xfrm>
              <a:off x="7079085" y="2702113"/>
              <a:ext cx="135141" cy="135530"/>
            </a:xfrm>
            <a:custGeom>
              <a:avLst/>
              <a:gdLst/>
              <a:ahLst/>
              <a:cxnLst/>
              <a:rect l="l" t="t" r="r" b="b"/>
              <a:pathLst>
                <a:path w="11125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5" y="11156"/>
                  </a:lnTo>
                  <a:lnTo>
                    <a:pt x="11124" y="6524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54"/>
            <p:cNvSpPr/>
            <p:nvPr/>
          </p:nvSpPr>
          <p:spPr>
            <a:xfrm>
              <a:off x="7197960" y="2583237"/>
              <a:ext cx="135129" cy="135530"/>
            </a:xfrm>
            <a:custGeom>
              <a:avLst/>
              <a:gdLst/>
              <a:ahLst/>
              <a:cxnLst/>
              <a:rect l="l" t="t" r="r" b="b"/>
              <a:pathLst>
                <a:path w="11124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5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54"/>
            <p:cNvSpPr/>
            <p:nvPr/>
          </p:nvSpPr>
          <p:spPr>
            <a:xfrm>
              <a:off x="7316835" y="2464362"/>
              <a:ext cx="135129" cy="135530"/>
            </a:xfrm>
            <a:custGeom>
              <a:avLst/>
              <a:gdLst/>
              <a:ahLst/>
              <a:cxnLst/>
              <a:rect l="l" t="t" r="r" b="b"/>
              <a:pathLst>
                <a:path w="11124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5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54"/>
            <p:cNvSpPr/>
            <p:nvPr/>
          </p:nvSpPr>
          <p:spPr>
            <a:xfrm>
              <a:off x="7435711" y="2345487"/>
              <a:ext cx="135129" cy="135530"/>
            </a:xfrm>
            <a:custGeom>
              <a:avLst/>
              <a:gdLst/>
              <a:ahLst/>
              <a:cxnLst/>
              <a:rect l="l" t="t" r="r" b="b"/>
              <a:pathLst>
                <a:path w="11124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5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54"/>
            <p:cNvSpPr/>
            <p:nvPr/>
          </p:nvSpPr>
          <p:spPr>
            <a:xfrm>
              <a:off x="7554586" y="2226611"/>
              <a:ext cx="135129" cy="135530"/>
            </a:xfrm>
            <a:custGeom>
              <a:avLst/>
              <a:gdLst/>
              <a:ahLst/>
              <a:cxnLst/>
              <a:rect l="l" t="t" r="r" b="b"/>
              <a:pathLst>
                <a:path w="11124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4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54"/>
            <p:cNvSpPr/>
            <p:nvPr/>
          </p:nvSpPr>
          <p:spPr>
            <a:xfrm>
              <a:off x="6354340" y="3364249"/>
              <a:ext cx="79262" cy="7926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54"/>
            <p:cNvSpPr/>
            <p:nvPr/>
          </p:nvSpPr>
          <p:spPr>
            <a:xfrm>
              <a:off x="6512841" y="3364249"/>
              <a:ext cx="79262" cy="7926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54"/>
            <p:cNvSpPr/>
            <p:nvPr/>
          </p:nvSpPr>
          <p:spPr>
            <a:xfrm>
              <a:off x="6671342" y="3364249"/>
              <a:ext cx="79262" cy="7926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8" name="Google Shape;1368;p54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1369" name="Google Shape;1369;p54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54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54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54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54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54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5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1380" name="Google Shape;1380;p55"/>
          <p:cNvSpPr txBox="1">
            <a:spLocks noGrp="1"/>
          </p:cNvSpPr>
          <p:nvPr>
            <p:ph type="subTitle" idx="1"/>
          </p:nvPr>
        </p:nvSpPr>
        <p:spPr>
          <a:xfrm>
            <a:off x="71997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</a:t>
            </a:r>
            <a:endParaRPr/>
          </a:p>
        </p:txBody>
      </p:sp>
      <p:sp>
        <p:nvSpPr>
          <p:cNvPr id="1381" name="Google Shape;1381;p55"/>
          <p:cNvSpPr txBox="1">
            <a:spLocks noGrp="1"/>
          </p:cNvSpPr>
          <p:nvPr>
            <p:ph type="subTitle" idx="2"/>
          </p:nvPr>
        </p:nvSpPr>
        <p:spPr>
          <a:xfrm>
            <a:off x="3964163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</a:t>
            </a:r>
            <a:endParaRPr/>
          </a:p>
        </p:txBody>
      </p:sp>
      <p:sp>
        <p:nvSpPr>
          <p:cNvPr id="1382" name="Google Shape;1382;p55"/>
          <p:cNvSpPr txBox="1">
            <a:spLocks noGrp="1"/>
          </p:cNvSpPr>
          <p:nvPr>
            <p:ph type="subTitle" idx="3"/>
          </p:nvPr>
        </p:nvSpPr>
        <p:spPr>
          <a:xfrm>
            <a:off x="714182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</a:t>
            </a:r>
            <a:endParaRPr/>
          </a:p>
        </p:txBody>
      </p:sp>
      <p:sp>
        <p:nvSpPr>
          <p:cNvPr id="1383" name="Google Shape;1383;p55"/>
          <p:cNvSpPr txBox="1">
            <a:spLocks noGrp="1"/>
          </p:cNvSpPr>
          <p:nvPr>
            <p:ph type="subTitle" idx="4"/>
          </p:nvPr>
        </p:nvSpPr>
        <p:spPr>
          <a:xfrm>
            <a:off x="719975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SARAH LEE</a:t>
            </a:r>
            <a:endParaRPr/>
          </a:p>
        </p:txBody>
      </p:sp>
      <p:sp>
        <p:nvSpPr>
          <p:cNvPr id="1384" name="Google Shape;1384;p55"/>
          <p:cNvSpPr txBox="1">
            <a:spLocks noGrp="1"/>
          </p:cNvSpPr>
          <p:nvPr>
            <p:ph type="subTitle" idx="5"/>
          </p:nvPr>
        </p:nvSpPr>
        <p:spPr>
          <a:xfrm>
            <a:off x="7141825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STEPHEN JAY</a:t>
            </a:r>
            <a:endParaRPr/>
          </a:p>
        </p:txBody>
      </p:sp>
      <p:sp>
        <p:nvSpPr>
          <p:cNvPr id="1385" name="Google Shape;1385;p55"/>
          <p:cNvSpPr txBox="1">
            <a:spLocks noGrp="1"/>
          </p:cNvSpPr>
          <p:nvPr>
            <p:ph type="subTitle" idx="6"/>
          </p:nvPr>
        </p:nvSpPr>
        <p:spPr>
          <a:xfrm>
            <a:off x="3964163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 SMITH</a:t>
            </a:r>
            <a:endParaRPr/>
          </a:p>
        </p:txBody>
      </p:sp>
      <p:grpSp>
        <p:nvGrpSpPr>
          <p:cNvPr id="1395" name="Google Shape;1395;p55"/>
          <p:cNvGrpSpPr/>
          <p:nvPr/>
        </p:nvGrpSpPr>
        <p:grpSpPr>
          <a:xfrm rot="10800000" flipH="1">
            <a:off x="4739787" y="1036490"/>
            <a:ext cx="539885" cy="389750"/>
            <a:chOff x="-77" y="3784091"/>
            <a:chExt cx="1880477" cy="1357541"/>
          </a:xfrm>
        </p:grpSpPr>
        <p:sp>
          <p:nvSpPr>
            <p:cNvPr id="1396" name="Google Shape;1396;p5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5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9" name="Google Shape;1399;p55"/>
          <p:cNvGrpSpPr/>
          <p:nvPr/>
        </p:nvGrpSpPr>
        <p:grpSpPr>
          <a:xfrm rot="10800000" flipH="1">
            <a:off x="5716804" y="2628890"/>
            <a:ext cx="539885" cy="389750"/>
            <a:chOff x="-2817590" y="3784091"/>
            <a:chExt cx="1880477" cy="1357541"/>
          </a:xfrm>
        </p:grpSpPr>
        <p:sp>
          <p:nvSpPr>
            <p:cNvPr id="1400" name="Google Shape;1400;p55"/>
            <p:cNvSpPr/>
            <p:nvPr/>
          </p:nvSpPr>
          <p:spPr>
            <a:xfrm flipH="1">
              <a:off x="-2546504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55"/>
            <p:cNvSpPr/>
            <p:nvPr/>
          </p:nvSpPr>
          <p:spPr>
            <a:xfrm flipH="1">
              <a:off x="-2661032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55"/>
            <p:cNvSpPr/>
            <p:nvPr/>
          </p:nvSpPr>
          <p:spPr>
            <a:xfrm flipH="1">
              <a:off x="-281759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3" name="Google Shape;1403;p55"/>
          <p:cNvGrpSpPr/>
          <p:nvPr/>
        </p:nvGrpSpPr>
        <p:grpSpPr>
          <a:xfrm rot="10800000" flipH="1">
            <a:off x="2887337" y="2628890"/>
            <a:ext cx="539885" cy="389750"/>
            <a:chOff x="-77" y="3784091"/>
            <a:chExt cx="1880477" cy="1357541"/>
          </a:xfrm>
        </p:grpSpPr>
        <p:sp>
          <p:nvSpPr>
            <p:cNvPr id="1404" name="Google Shape;1404;p5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5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5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56"/>
          <p:cNvSpPr/>
          <p:nvPr/>
        </p:nvSpPr>
        <p:spPr>
          <a:xfrm>
            <a:off x="7248450" y="3717505"/>
            <a:ext cx="668400" cy="66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56"/>
          <p:cNvSpPr/>
          <p:nvPr/>
        </p:nvSpPr>
        <p:spPr>
          <a:xfrm>
            <a:off x="4237800" y="3717505"/>
            <a:ext cx="668400" cy="66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56"/>
          <p:cNvSpPr/>
          <p:nvPr/>
        </p:nvSpPr>
        <p:spPr>
          <a:xfrm>
            <a:off x="1204025" y="3717505"/>
            <a:ext cx="668400" cy="668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5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ORGANIZATIONAL CHART</a:t>
            </a:r>
            <a:endParaRPr/>
          </a:p>
        </p:txBody>
      </p:sp>
      <p:sp>
        <p:nvSpPr>
          <p:cNvPr id="1415" name="Google Shape;1415;p56"/>
          <p:cNvSpPr txBox="1">
            <a:spLocks noGrp="1"/>
          </p:cNvSpPr>
          <p:nvPr>
            <p:ph type="subTitle" idx="4294967295"/>
          </p:nvPr>
        </p:nvSpPr>
        <p:spPr>
          <a:xfrm>
            <a:off x="3730650" y="1272325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CEO</a:t>
            </a:r>
            <a:endParaRPr sz="18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6" name="Google Shape;1416;p56"/>
          <p:cNvSpPr txBox="1">
            <a:spLocks noGrp="1"/>
          </p:cNvSpPr>
          <p:nvPr>
            <p:ph type="subTitle" idx="4294967295"/>
          </p:nvPr>
        </p:nvSpPr>
        <p:spPr>
          <a:xfrm>
            <a:off x="696875" y="2638425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TEAM 1</a:t>
            </a:r>
            <a:endParaRPr sz="18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7" name="Google Shape;1417;p56"/>
          <p:cNvSpPr txBox="1">
            <a:spLocks noGrp="1"/>
          </p:cNvSpPr>
          <p:nvPr>
            <p:ph type="subTitle" idx="4294967295"/>
          </p:nvPr>
        </p:nvSpPr>
        <p:spPr>
          <a:xfrm>
            <a:off x="3730650" y="2638413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TEAM 2</a:t>
            </a:r>
            <a:endParaRPr sz="180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8" name="Google Shape;1418;p56"/>
          <p:cNvSpPr txBox="1">
            <a:spLocks noGrp="1"/>
          </p:cNvSpPr>
          <p:nvPr>
            <p:ph type="subTitle" idx="4294967295"/>
          </p:nvPr>
        </p:nvSpPr>
        <p:spPr>
          <a:xfrm>
            <a:off x="6741300" y="2638425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rPr>
              <a:t>TEAM 3</a:t>
            </a:r>
            <a:endParaRPr sz="1800">
              <a:solidFill>
                <a:schemeClr val="accent4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9" name="Google Shape;1419;p56"/>
          <p:cNvSpPr/>
          <p:nvPr/>
        </p:nvSpPr>
        <p:spPr>
          <a:xfrm>
            <a:off x="4244550" y="1742588"/>
            <a:ext cx="654900" cy="654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20" name="Google Shape;1420;p56"/>
          <p:cNvCxnSpPr>
            <a:stCxn id="1419" idx="2"/>
            <a:endCxn id="1416" idx="0"/>
          </p:cNvCxnSpPr>
          <p:nvPr/>
        </p:nvCxnSpPr>
        <p:spPr>
          <a:xfrm flipH="1">
            <a:off x="1538250" y="2070038"/>
            <a:ext cx="2706300" cy="5685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421" name="Google Shape;1421;p56"/>
          <p:cNvCxnSpPr>
            <a:stCxn id="1419" idx="6"/>
            <a:endCxn id="1418" idx="0"/>
          </p:cNvCxnSpPr>
          <p:nvPr/>
        </p:nvCxnSpPr>
        <p:spPr>
          <a:xfrm>
            <a:off x="4899450" y="2070038"/>
            <a:ext cx="2683200" cy="5685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422" name="Google Shape;1422;p56"/>
          <p:cNvCxnSpPr>
            <a:stCxn id="1419" idx="4"/>
            <a:endCxn id="1417" idx="0"/>
          </p:cNvCxnSpPr>
          <p:nvPr/>
        </p:nvCxnSpPr>
        <p:spPr>
          <a:xfrm>
            <a:off x="4572000" y="2397488"/>
            <a:ext cx="0" cy="2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23" name="Google Shape;1423;p56"/>
          <p:cNvGrpSpPr/>
          <p:nvPr/>
        </p:nvGrpSpPr>
        <p:grpSpPr>
          <a:xfrm>
            <a:off x="1339552" y="3084148"/>
            <a:ext cx="397347" cy="489284"/>
            <a:chOff x="3316000" y="4399325"/>
            <a:chExt cx="392325" cy="483100"/>
          </a:xfrm>
        </p:grpSpPr>
        <p:sp>
          <p:nvSpPr>
            <p:cNvPr id="1424" name="Google Shape;1424;p56"/>
            <p:cNvSpPr/>
            <p:nvPr/>
          </p:nvSpPr>
          <p:spPr>
            <a:xfrm>
              <a:off x="3316000" y="4399325"/>
              <a:ext cx="392325" cy="483100"/>
            </a:xfrm>
            <a:custGeom>
              <a:avLst/>
              <a:gdLst/>
              <a:ahLst/>
              <a:cxnLst/>
              <a:rect l="l" t="t" r="r" b="b"/>
              <a:pathLst>
                <a:path w="15693" h="19324" extrusionOk="0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25" name="Google Shape;1425;p56"/>
            <p:cNvSpPr/>
            <p:nvPr/>
          </p:nvSpPr>
          <p:spPr>
            <a:xfrm>
              <a:off x="3582300" y="4797475"/>
              <a:ext cx="56650" cy="28350"/>
            </a:xfrm>
            <a:custGeom>
              <a:avLst/>
              <a:gdLst/>
              <a:ahLst/>
              <a:cxnLst/>
              <a:rect l="l" t="t" r="r" b="b"/>
              <a:pathLst>
                <a:path w="2266" h="1134" extrusionOk="0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26" name="Google Shape;1426;p56"/>
          <p:cNvGrpSpPr/>
          <p:nvPr/>
        </p:nvGrpSpPr>
        <p:grpSpPr>
          <a:xfrm>
            <a:off x="4389304" y="1825370"/>
            <a:ext cx="365393" cy="489334"/>
            <a:chOff x="3926225" y="4399275"/>
            <a:chExt cx="360775" cy="483150"/>
          </a:xfrm>
        </p:grpSpPr>
        <p:sp>
          <p:nvSpPr>
            <p:cNvPr id="1427" name="Google Shape;1427;p56"/>
            <p:cNvSpPr/>
            <p:nvPr/>
          </p:nvSpPr>
          <p:spPr>
            <a:xfrm>
              <a:off x="4163400" y="4797475"/>
              <a:ext cx="56650" cy="28350"/>
            </a:xfrm>
            <a:custGeom>
              <a:avLst/>
              <a:gdLst/>
              <a:ahLst/>
              <a:cxnLst/>
              <a:rect l="l" t="t" r="r" b="b"/>
              <a:pathLst>
                <a:path w="2266" h="1134" extrusionOk="0">
                  <a:moveTo>
                    <a:pt x="568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28" name="Google Shape;1428;p56"/>
            <p:cNvSpPr/>
            <p:nvPr/>
          </p:nvSpPr>
          <p:spPr>
            <a:xfrm>
              <a:off x="3926225" y="4399275"/>
              <a:ext cx="360775" cy="483150"/>
            </a:xfrm>
            <a:custGeom>
              <a:avLst/>
              <a:gdLst/>
              <a:ahLst/>
              <a:cxnLst/>
              <a:rect l="l" t="t" r="r" b="b"/>
              <a:pathLst>
                <a:path w="14431" h="19326" extrusionOk="0">
                  <a:moveTo>
                    <a:pt x="10055" y="1134"/>
                  </a:moveTo>
                  <a:cubicBezTo>
                    <a:pt x="10547" y="1134"/>
                    <a:pt x="10985" y="1457"/>
                    <a:pt x="11133" y="1928"/>
                  </a:cubicBezTo>
                  <a:cubicBezTo>
                    <a:pt x="11281" y="2399"/>
                    <a:pt x="11106" y="2912"/>
                    <a:pt x="10698" y="3196"/>
                  </a:cubicBezTo>
                  <a:cubicBezTo>
                    <a:pt x="10692" y="3181"/>
                    <a:pt x="10683" y="3169"/>
                    <a:pt x="10677" y="3154"/>
                  </a:cubicBezTo>
                  <a:cubicBezTo>
                    <a:pt x="10665" y="3129"/>
                    <a:pt x="10650" y="3105"/>
                    <a:pt x="10635" y="3081"/>
                  </a:cubicBezTo>
                  <a:cubicBezTo>
                    <a:pt x="10270" y="2468"/>
                    <a:pt x="9750" y="1964"/>
                    <a:pt x="9125" y="1620"/>
                  </a:cubicBezTo>
                  <a:cubicBezTo>
                    <a:pt x="9337" y="1318"/>
                    <a:pt x="9684" y="1134"/>
                    <a:pt x="10055" y="1134"/>
                  </a:cubicBezTo>
                  <a:close/>
                  <a:moveTo>
                    <a:pt x="7223" y="2266"/>
                  </a:moveTo>
                  <a:cubicBezTo>
                    <a:pt x="8114" y="2266"/>
                    <a:pt x="8953" y="2686"/>
                    <a:pt x="9488" y="3398"/>
                  </a:cubicBezTo>
                  <a:cubicBezTo>
                    <a:pt x="8953" y="4111"/>
                    <a:pt x="8114" y="4527"/>
                    <a:pt x="7223" y="4531"/>
                  </a:cubicBezTo>
                  <a:lnTo>
                    <a:pt x="4448" y="4531"/>
                  </a:lnTo>
                  <a:cubicBezTo>
                    <a:pt x="4720" y="3214"/>
                    <a:pt x="5879" y="2269"/>
                    <a:pt x="7223" y="2266"/>
                  </a:cubicBezTo>
                  <a:close/>
                  <a:moveTo>
                    <a:pt x="9998" y="4527"/>
                  </a:moveTo>
                  <a:cubicBezTo>
                    <a:pt x="10034" y="4715"/>
                    <a:pt x="10055" y="4905"/>
                    <a:pt x="10055" y="5098"/>
                  </a:cubicBezTo>
                  <a:lnTo>
                    <a:pt x="10055" y="7363"/>
                  </a:lnTo>
                  <a:cubicBezTo>
                    <a:pt x="10055" y="8924"/>
                    <a:pt x="8787" y="10192"/>
                    <a:pt x="7223" y="10192"/>
                  </a:cubicBezTo>
                  <a:cubicBezTo>
                    <a:pt x="5659" y="10192"/>
                    <a:pt x="4394" y="8924"/>
                    <a:pt x="4394" y="7363"/>
                  </a:cubicBezTo>
                  <a:lnTo>
                    <a:pt x="4394" y="5663"/>
                  </a:lnTo>
                  <a:lnTo>
                    <a:pt x="7223" y="5663"/>
                  </a:lnTo>
                  <a:cubicBezTo>
                    <a:pt x="8262" y="5660"/>
                    <a:pt x="9255" y="5255"/>
                    <a:pt x="9998" y="4527"/>
                  </a:cubicBezTo>
                  <a:close/>
                  <a:moveTo>
                    <a:pt x="5526" y="10941"/>
                  </a:moveTo>
                  <a:cubicBezTo>
                    <a:pt x="6063" y="11196"/>
                    <a:pt x="6643" y="11324"/>
                    <a:pt x="7224" y="11324"/>
                  </a:cubicBezTo>
                  <a:cubicBezTo>
                    <a:pt x="7777" y="11324"/>
                    <a:pt x="8331" y="11208"/>
                    <a:pt x="8847" y="10977"/>
                  </a:cubicBezTo>
                  <a:lnTo>
                    <a:pt x="8847" y="11967"/>
                  </a:lnTo>
                  <a:cubicBezTo>
                    <a:pt x="8847" y="12227"/>
                    <a:pt x="9026" y="12454"/>
                    <a:pt x="9279" y="12517"/>
                  </a:cubicBezTo>
                  <a:lnTo>
                    <a:pt x="9466" y="12562"/>
                  </a:lnTo>
                  <a:cubicBezTo>
                    <a:pt x="8899" y="13298"/>
                    <a:pt x="8061" y="13665"/>
                    <a:pt x="7223" y="13665"/>
                  </a:cubicBezTo>
                  <a:cubicBezTo>
                    <a:pt x="6379" y="13665"/>
                    <a:pt x="5536" y="13293"/>
                    <a:pt x="4970" y="12547"/>
                  </a:cubicBezTo>
                  <a:lnTo>
                    <a:pt x="5097" y="12514"/>
                  </a:lnTo>
                  <a:cubicBezTo>
                    <a:pt x="5348" y="12454"/>
                    <a:pt x="5526" y="12227"/>
                    <a:pt x="5526" y="11964"/>
                  </a:cubicBezTo>
                  <a:lnTo>
                    <a:pt x="5526" y="10941"/>
                  </a:lnTo>
                  <a:close/>
                  <a:moveTo>
                    <a:pt x="3805" y="12837"/>
                  </a:moveTo>
                  <a:cubicBezTo>
                    <a:pt x="4515" y="14051"/>
                    <a:pt x="5813" y="14794"/>
                    <a:pt x="7217" y="14797"/>
                  </a:cubicBezTo>
                  <a:cubicBezTo>
                    <a:pt x="7220" y="14797"/>
                    <a:pt x="7223" y="14797"/>
                    <a:pt x="7225" y="14797"/>
                  </a:cubicBezTo>
                  <a:cubicBezTo>
                    <a:pt x="8626" y="14797"/>
                    <a:pt x="9924" y="14054"/>
                    <a:pt x="10635" y="12849"/>
                  </a:cubicBezTo>
                  <a:lnTo>
                    <a:pt x="11767" y="13124"/>
                  </a:lnTo>
                  <a:cubicBezTo>
                    <a:pt x="12649" y="13344"/>
                    <a:pt x="13201" y="14217"/>
                    <a:pt x="13020" y="15105"/>
                  </a:cubicBezTo>
                  <a:lnTo>
                    <a:pt x="12404" y="18194"/>
                  </a:lnTo>
                  <a:lnTo>
                    <a:pt x="2027" y="18194"/>
                  </a:lnTo>
                  <a:lnTo>
                    <a:pt x="1408" y="15105"/>
                  </a:lnTo>
                  <a:cubicBezTo>
                    <a:pt x="1229" y="14214"/>
                    <a:pt x="1782" y="13341"/>
                    <a:pt x="2661" y="13124"/>
                  </a:cubicBezTo>
                  <a:lnTo>
                    <a:pt x="3805" y="12837"/>
                  </a:lnTo>
                  <a:close/>
                  <a:moveTo>
                    <a:pt x="10061" y="0"/>
                  </a:moveTo>
                  <a:cubicBezTo>
                    <a:pt x="9256" y="0"/>
                    <a:pt x="8461" y="426"/>
                    <a:pt x="8047" y="1221"/>
                  </a:cubicBezTo>
                  <a:cubicBezTo>
                    <a:pt x="7767" y="1162"/>
                    <a:pt x="7489" y="1134"/>
                    <a:pt x="7216" y="1134"/>
                  </a:cubicBezTo>
                  <a:cubicBezTo>
                    <a:pt x="5084" y="1134"/>
                    <a:pt x="3261" y="2863"/>
                    <a:pt x="3261" y="5098"/>
                  </a:cubicBezTo>
                  <a:lnTo>
                    <a:pt x="3261" y="7363"/>
                  </a:lnTo>
                  <a:cubicBezTo>
                    <a:pt x="3258" y="8398"/>
                    <a:pt x="3666" y="9392"/>
                    <a:pt x="4394" y="10132"/>
                  </a:cubicBezTo>
                  <a:lnTo>
                    <a:pt x="4394" y="11524"/>
                  </a:lnTo>
                  <a:lnTo>
                    <a:pt x="2386" y="12025"/>
                  </a:lnTo>
                  <a:cubicBezTo>
                    <a:pt x="921" y="12390"/>
                    <a:pt x="0" y="13846"/>
                    <a:pt x="299" y="15328"/>
                  </a:cubicBezTo>
                  <a:lnTo>
                    <a:pt x="1006" y="18870"/>
                  </a:lnTo>
                  <a:cubicBezTo>
                    <a:pt x="1060" y="19136"/>
                    <a:pt x="1293" y="19326"/>
                    <a:pt x="1562" y="19326"/>
                  </a:cubicBezTo>
                  <a:lnTo>
                    <a:pt x="12866" y="19326"/>
                  </a:lnTo>
                  <a:cubicBezTo>
                    <a:pt x="13138" y="19326"/>
                    <a:pt x="13371" y="19136"/>
                    <a:pt x="13422" y="18870"/>
                  </a:cubicBezTo>
                  <a:lnTo>
                    <a:pt x="14131" y="15328"/>
                  </a:lnTo>
                  <a:cubicBezTo>
                    <a:pt x="14430" y="13842"/>
                    <a:pt x="13506" y="12387"/>
                    <a:pt x="12039" y="12025"/>
                  </a:cubicBezTo>
                  <a:lnTo>
                    <a:pt x="10569" y="11665"/>
                  </a:lnTo>
                  <a:lnTo>
                    <a:pt x="10565" y="11665"/>
                  </a:lnTo>
                  <a:cubicBezTo>
                    <a:pt x="10505" y="11638"/>
                    <a:pt x="10445" y="11626"/>
                    <a:pt x="10378" y="11620"/>
                  </a:cubicBezTo>
                  <a:lnTo>
                    <a:pt x="9980" y="11524"/>
                  </a:lnTo>
                  <a:lnTo>
                    <a:pt x="9980" y="10207"/>
                  </a:lnTo>
                  <a:cubicBezTo>
                    <a:pt x="10750" y="9461"/>
                    <a:pt x="11188" y="8435"/>
                    <a:pt x="11188" y="7363"/>
                  </a:cubicBezTo>
                  <a:lnTo>
                    <a:pt x="11188" y="5098"/>
                  </a:lnTo>
                  <a:cubicBezTo>
                    <a:pt x="11188" y="4820"/>
                    <a:pt x="11157" y="4546"/>
                    <a:pt x="11100" y="4274"/>
                  </a:cubicBezTo>
                  <a:cubicBezTo>
                    <a:pt x="12459" y="3567"/>
                    <a:pt x="12739" y="1747"/>
                    <a:pt x="11659" y="663"/>
                  </a:cubicBezTo>
                  <a:cubicBezTo>
                    <a:pt x="11209" y="214"/>
                    <a:pt x="10632" y="0"/>
                    <a:pt x="100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29" name="Google Shape;1429;p56"/>
          <p:cNvGrpSpPr/>
          <p:nvPr/>
        </p:nvGrpSpPr>
        <p:grpSpPr>
          <a:xfrm>
            <a:off x="4373327" y="3084148"/>
            <a:ext cx="397347" cy="489284"/>
            <a:chOff x="3316000" y="4399325"/>
            <a:chExt cx="392325" cy="483100"/>
          </a:xfrm>
        </p:grpSpPr>
        <p:sp>
          <p:nvSpPr>
            <p:cNvPr id="1430" name="Google Shape;1430;p56"/>
            <p:cNvSpPr/>
            <p:nvPr/>
          </p:nvSpPr>
          <p:spPr>
            <a:xfrm>
              <a:off x="3316000" y="4399325"/>
              <a:ext cx="392325" cy="483100"/>
            </a:xfrm>
            <a:custGeom>
              <a:avLst/>
              <a:gdLst/>
              <a:ahLst/>
              <a:cxnLst/>
              <a:rect l="l" t="t" r="r" b="b"/>
              <a:pathLst>
                <a:path w="15693" h="19324" extrusionOk="0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1" name="Google Shape;1431;p56"/>
            <p:cNvSpPr/>
            <p:nvPr/>
          </p:nvSpPr>
          <p:spPr>
            <a:xfrm>
              <a:off x="3582300" y="4797475"/>
              <a:ext cx="56650" cy="28350"/>
            </a:xfrm>
            <a:custGeom>
              <a:avLst/>
              <a:gdLst/>
              <a:ahLst/>
              <a:cxnLst/>
              <a:rect l="l" t="t" r="r" b="b"/>
              <a:pathLst>
                <a:path w="2266" h="1134" extrusionOk="0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32" name="Google Shape;1432;p56"/>
          <p:cNvGrpSpPr/>
          <p:nvPr/>
        </p:nvGrpSpPr>
        <p:grpSpPr>
          <a:xfrm>
            <a:off x="7399954" y="3084122"/>
            <a:ext cx="365393" cy="489334"/>
            <a:chOff x="3926225" y="4399275"/>
            <a:chExt cx="360775" cy="483150"/>
          </a:xfrm>
        </p:grpSpPr>
        <p:sp>
          <p:nvSpPr>
            <p:cNvPr id="1433" name="Google Shape;1433;p56"/>
            <p:cNvSpPr/>
            <p:nvPr/>
          </p:nvSpPr>
          <p:spPr>
            <a:xfrm>
              <a:off x="4163400" y="4797475"/>
              <a:ext cx="56650" cy="28350"/>
            </a:xfrm>
            <a:custGeom>
              <a:avLst/>
              <a:gdLst/>
              <a:ahLst/>
              <a:cxnLst/>
              <a:rect l="l" t="t" r="r" b="b"/>
              <a:pathLst>
                <a:path w="2266" h="1134" extrusionOk="0">
                  <a:moveTo>
                    <a:pt x="568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4" name="Google Shape;1434;p56"/>
            <p:cNvSpPr/>
            <p:nvPr/>
          </p:nvSpPr>
          <p:spPr>
            <a:xfrm>
              <a:off x="3926225" y="4399275"/>
              <a:ext cx="360775" cy="483150"/>
            </a:xfrm>
            <a:custGeom>
              <a:avLst/>
              <a:gdLst/>
              <a:ahLst/>
              <a:cxnLst/>
              <a:rect l="l" t="t" r="r" b="b"/>
              <a:pathLst>
                <a:path w="14431" h="19326" extrusionOk="0">
                  <a:moveTo>
                    <a:pt x="10055" y="1134"/>
                  </a:moveTo>
                  <a:cubicBezTo>
                    <a:pt x="10547" y="1134"/>
                    <a:pt x="10985" y="1457"/>
                    <a:pt x="11133" y="1928"/>
                  </a:cubicBezTo>
                  <a:cubicBezTo>
                    <a:pt x="11281" y="2399"/>
                    <a:pt x="11106" y="2912"/>
                    <a:pt x="10698" y="3196"/>
                  </a:cubicBezTo>
                  <a:cubicBezTo>
                    <a:pt x="10692" y="3181"/>
                    <a:pt x="10683" y="3169"/>
                    <a:pt x="10677" y="3154"/>
                  </a:cubicBezTo>
                  <a:cubicBezTo>
                    <a:pt x="10665" y="3129"/>
                    <a:pt x="10650" y="3105"/>
                    <a:pt x="10635" y="3081"/>
                  </a:cubicBezTo>
                  <a:cubicBezTo>
                    <a:pt x="10270" y="2468"/>
                    <a:pt x="9750" y="1964"/>
                    <a:pt x="9125" y="1620"/>
                  </a:cubicBezTo>
                  <a:cubicBezTo>
                    <a:pt x="9337" y="1318"/>
                    <a:pt x="9684" y="1134"/>
                    <a:pt x="10055" y="1134"/>
                  </a:cubicBezTo>
                  <a:close/>
                  <a:moveTo>
                    <a:pt x="7223" y="2266"/>
                  </a:moveTo>
                  <a:cubicBezTo>
                    <a:pt x="8114" y="2266"/>
                    <a:pt x="8953" y="2686"/>
                    <a:pt x="9488" y="3398"/>
                  </a:cubicBezTo>
                  <a:cubicBezTo>
                    <a:pt x="8953" y="4111"/>
                    <a:pt x="8114" y="4527"/>
                    <a:pt x="7223" y="4531"/>
                  </a:cubicBezTo>
                  <a:lnTo>
                    <a:pt x="4448" y="4531"/>
                  </a:lnTo>
                  <a:cubicBezTo>
                    <a:pt x="4720" y="3214"/>
                    <a:pt x="5879" y="2269"/>
                    <a:pt x="7223" y="2266"/>
                  </a:cubicBezTo>
                  <a:close/>
                  <a:moveTo>
                    <a:pt x="9998" y="4527"/>
                  </a:moveTo>
                  <a:cubicBezTo>
                    <a:pt x="10034" y="4715"/>
                    <a:pt x="10055" y="4905"/>
                    <a:pt x="10055" y="5098"/>
                  </a:cubicBezTo>
                  <a:lnTo>
                    <a:pt x="10055" y="7363"/>
                  </a:lnTo>
                  <a:cubicBezTo>
                    <a:pt x="10055" y="8924"/>
                    <a:pt x="8787" y="10192"/>
                    <a:pt x="7223" y="10192"/>
                  </a:cubicBezTo>
                  <a:cubicBezTo>
                    <a:pt x="5659" y="10192"/>
                    <a:pt x="4394" y="8924"/>
                    <a:pt x="4394" y="7363"/>
                  </a:cubicBezTo>
                  <a:lnTo>
                    <a:pt x="4394" y="5663"/>
                  </a:lnTo>
                  <a:lnTo>
                    <a:pt x="7223" y="5663"/>
                  </a:lnTo>
                  <a:cubicBezTo>
                    <a:pt x="8262" y="5660"/>
                    <a:pt x="9255" y="5255"/>
                    <a:pt x="9998" y="4527"/>
                  </a:cubicBezTo>
                  <a:close/>
                  <a:moveTo>
                    <a:pt x="5526" y="10941"/>
                  </a:moveTo>
                  <a:cubicBezTo>
                    <a:pt x="6063" y="11196"/>
                    <a:pt x="6643" y="11324"/>
                    <a:pt x="7224" y="11324"/>
                  </a:cubicBezTo>
                  <a:cubicBezTo>
                    <a:pt x="7777" y="11324"/>
                    <a:pt x="8331" y="11208"/>
                    <a:pt x="8847" y="10977"/>
                  </a:cubicBezTo>
                  <a:lnTo>
                    <a:pt x="8847" y="11967"/>
                  </a:lnTo>
                  <a:cubicBezTo>
                    <a:pt x="8847" y="12227"/>
                    <a:pt x="9026" y="12454"/>
                    <a:pt x="9279" y="12517"/>
                  </a:cubicBezTo>
                  <a:lnTo>
                    <a:pt x="9466" y="12562"/>
                  </a:lnTo>
                  <a:cubicBezTo>
                    <a:pt x="8899" y="13298"/>
                    <a:pt x="8061" y="13665"/>
                    <a:pt x="7223" y="13665"/>
                  </a:cubicBezTo>
                  <a:cubicBezTo>
                    <a:pt x="6379" y="13665"/>
                    <a:pt x="5536" y="13293"/>
                    <a:pt x="4970" y="12547"/>
                  </a:cubicBezTo>
                  <a:lnTo>
                    <a:pt x="5097" y="12514"/>
                  </a:lnTo>
                  <a:cubicBezTo>
                    <a:pt x="5348" y="12454"/>
                    <a:pt x="5526" y="12227"/>
                    <a:pt x="5526" y="11964"/>
                  </a:cubicBezTo>
                  <a:lnTo>
                    <a:pt x="5526" y="10941"/>
                  </a:lnTo>
                  <a:close/>
                  <a:moveTo>
                    <a:pt x="3805" y="12837"/>
                  </a:moveTo>
                  <a:cubicBezTo>
                    <a:pt x="4515" y="14051"/>
                    <a:pt x="5813" y="14794"/>
                    <a:pt x="7217" y="14797"/>
                  </a:cubicBezTo>
                  <a:cubicBezTo>
                    <a:pt x="7220" y="14797"/>
                    <a:pt x="7223" y="14797"/>
                    <a:pt x="7225" y="14797"/>
                  </a:cubicBezTo>
                  <a:cubicBezTo>
                    <a:pt x="8626" y="14797"/>
                    <a:pt x="9924" y="14054"/>
                    <a:pt x="10635" y="12849"/>
                  </a:cubicBezTo>
                  <a:lnTo>
                    <a:pt x="11767" y="13124"/>
                  </a:lnTo>
                  <a:cubicBezTo>
                    <a:pt x="12649" y="13344"/>
                    <a:pt x="13201" y="14217"/>
                    <a:pt x="13020" y="15105"/>
                  </a:cubicBezTo>
                  <a:lnTo>
                    <a:pt x="12404" y="18194"/>
                  </a:lnTo>
                  <a:lnTo>
                    <a:pt x="2027" y="18194"/>
                  </a:lnTo>
                  <a:lnTo>
                    <a:pt x="1408" y="15105"/>
                  </a:lnTo>
                  <a:cubicBezTo>
                    <a:pt x="1229" y="14214"/>
                    <a:pt x="1782" y="13341"/>
                    <a:pt x="2661" y="13124"/>
                  </a:cubicBezTo>
                  <a:lnTo>
                    <a:pt x="3805" y="12837"/>
                  </a:lnTo>
                  <a:close/>
                  <a:moveTo>
                    <a:pt x="10061" y="0"/>
                  </a:moveTo>
                  <a:cubicBezTo>
                    <a:pt x="9256" y="0"/>
                    <a:pt x="8461" y="426"/>
                    <a:pt x="8047" y="1221"/>
                  </a:cubicBezTo>
                  <a:cubicBezTo>
                    <a:pt x="7767" y="1162"/>
                    <a:pt x="7489" y="1134"/>
                    <a:pt x="7216" y="1134"/>
                  </a:cubicBezTo>
                  <a:cubicBezTo>
                    <a:pt x="5084" y="1134"/>
                    <a:pt x="3261" y="2863"/>
                    <a:pt x="3261" y="5098"/>
                  </a:cubicBezTo>
                  <a:lnTo>
                    <a:pt x="3261" y="7363"/>
                  </a:lnTo>
                  <a:cubicBezTo>
                    <a:pt x="3258" y="8398"/>
                    <a:pt x="3666" y="9392"/>
                    <a:pt x="4394" y="10132"/>
                  </a:cubicBezTo>
                  <a:lnTo>
                    <a:pt x="4394" y="11524"/>
                  </a:lnTo>
                  <a:lnTo>
                    <a:pt x="2386" y="12025"/>
                  </a:lnTo>
                  <a:cubicBezTo>
                    <a:pt x="921" y="12390"/>
                    <a:pt x="0" y="13846"/>
                    <a:pt x="299" y="15328"/>
                  </a:cubicBezTo>
                  <a:lnTo>
                    <a:pt x="1006" y="18870"/>
                  </a:lnTo>
                  <a:cubicBezTo>
                    <a:pt x="1060" y="19136"/>
                    <a:pt x="1293" y="19326"/>
                    <a:pt x="1562" y="19326"/>
                  </a:cubicBezTo>
                  <a:lnTo>
                    <a:pt x="12866" y="19326"/>
                  </a:lnTo>
                  <a:cubicBezTo>
                    <a:pt x="13138" y="19326"/>
                    <a:pt x="13371" y="19136"/>
                    <a:pt x="13422" y="18870"/>
                  </a:cubicBezTo>
                  <a:lnTo>
                    <a:pt x="14131" y="15328"/>
                  </a:lnTo>
                  <a:cubicBezTo>
                    <a:pt x="14430" y="13842"/>
                    <a:pt x="13506" y="12387"/>
                    <a:pt x="12039" y="12025"/>
                  </a:cubicBezTo>
                  <a:lnTo>
                    <a:pt x="10569" y="11665"/>
                  </a:lnTo>
                  <a:lnTo>
                    <a:pt x="10565" y="11665"/>
                  </a:lnTo>
                  <a:cubicBezTo>
                    <a:pt x="10505" y="11638"/>
                    <a:pt x="10445" y="11626"/>
                    <a:pt x="10378" y="11620"/>
                  </a:cubicBezTo>
                  <a:lnTo>
                    <a:pt x="9980" y="11524"/>
                  </a:lnTo>
                  <a:lnTo>
                    <a:pt x="9980" y="10207"/>
                  </a:lnTo>
                  <a:cubicBezTo>
                    <a:pt x="10750" y="9461"/>
                    <a:pt x="11188" y="8435"/>
                    <a:pt x="11188" y="7363"/>
                  </a:cubicBezTo>
                  <a:lnTo>
                    <a:pt x="11188" y="5098"/>
                  </a:lnTo>
                  <a:cubicBezTo>
                    <a:pt x="11188" y="4820"/>
                    <a:pt x="11157" y="4546"/>
                    <a:pt x="11100" y="4274"/>
                  </a:cubicBezTo>
                  <a:cubicBezTo>
                    <a:pt x="12459" y="3567"/>
                    <a:pt x="12739" y="1747"/>
                    <a:pt x="11659" y="663"/>
                  </a:cubicBezTo>
                  <a:cubicBezTo>
                    <a:pt x="11209" y="214"/>
                    <a:pt x="10632" y="0"/>
                    <a:pt x="100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435" name="Google Shape;1435;p56"/>
          <p:cNvSpPr/>
          <p:nvPr/>
        </p:nvSpPr>
        <p:spPr>
          <a:xfrm>
            <a:off x="1363969" y="3876991"/>
            <a:ext cx="348513" cy="349427"/>
          </a:xfrm>
          <a:custGeom>
            <a:avLst/>
            <a:gdLst/>
            <a:ahLst/>
            <a:cxnLst/>
            <a:rect l="l" t="t" r="r" b="b"/>
            <a:pathLst>
              <a:path w="11815" h="11846" extrusionOk="0">
                <a:moveTo>
                  <a:pt x="5829" y="693"/>
                </a:moveTo>
                <a:cubicBezTo>
                  <a:pt x="6238" y="693"/>
                  <a:pt x="6553" y="1008"/>
                  <a:pt x="6553" y="1418"/>
                </a:cubicBezTo>
                <a:cubicBezTo>
                  <a:pt x="6553" y="1796"/>
                  <a:pt x="6238" y="2111"/>
                  <a:pt x="5829" y="2111"/>
                </a:cubicBezTo>
                <a:cubicBezTo>
                  <a:pt x="5451" y="2111"/>
                  <a:pt x="5136" y="1796"/>
                  <a:pt x="5136" y="1418"/>
                </a:cubicBezTo>
                <a:cubicBezTo>
                  <a:pt x="5136" y="1008"/>
                  <a:pt x="5482" y="693"/>
                  <a:pt x="5829" y="693"/>
                </a:cubicBezTo>
                <a:close/>
                <a:moveTo>
                  <a:pt x="5829" y="2773"/>
                </a:moveTo>
                <a:cubicBezTo>
                  <a:pt x="6774" y="2773"/>
                  <a:pt x="7562" y="3560"/>
                  <a:pt x="7562" y="4568"/>
                </a:cubicBezTo>
                <a:lnTo>
                  <a:pt x="7562" y="4915"/>
                </a:lnTo>
                <a:lnTo>
                  <a:pt x="4096" y="4915"/>
                </a:lnTo>
                <a:lnTo>
                  <a:pt x="4096" y="4568"/>
                </a:lnTo>
                <a:cubicBezTo>
                  <a:pt x="4096" y="3560"/>
                  <a:pt x="4884" y="2773"/>
                  <a:pt x="5829" y="2773"/>
                </a:cubicBezTo>
                <a:close/>
                <a:moveTo>
                  <a:pt x="2363" y="6963"/>
                </a:moveTo>
                <a:cubicBezTo>
                  <a:pt x="2773" y="6963"/>
                  <a:pt x="3088" y="7278"/>
                  <a:pt x="3088" y="7656"/>
                </a:cubicBezTo>
                <a:cubicBezTo>
                  <a:pt x="3088" y="8065"/>
                  <a:pt x="2773" y="8380"/>
                  <a:pt x="2363" y="8380"/>
                </a:cubicBezTo>
                <a:cubicBezTo>
                  <a:pt x="1985" y="8380"/>
                  <a:pt x="1670" y="8065"/>
                  <a:pt x="1670" y="7656"/>
                </a:cubicBezTo>
                <a:cubicBezTo>
                  <a:pt x="1670" y="7278"/>
                  <a:pt x="1985" y="6963"/>
                  <a:pt x="2363" y="6963"/>
                </a:cubicBezTo>
                <a:close/>
                <a:moveTo>
                  <a:pt x="9357" y="6963"/>
                </a:moveTo>
                <a:cubicBezTo>
                  <a:pt x="9735" y="6963"/>
                  <a:pt x="10050" y="7278"/>
                  <a:pt x="10050" y="7656"/>
                </a:cubicBezTo>
                <a:cubicBezTo>
                  <a:pt x="10050" y="8065"/>
                  <a:pt x="9735" y="8380"/>
                  <a:pt x="9357" y="8380"/>
                </a:cubicBezTo>
                <a:cubicBezTo>
                  <a:pt x="8948" y="8380"/>
                  <a:pt x="8633" y="8065"/>
                  <a:pt x="8633" y="7656"/>
                </a:cubicBezTo>
                <a:cubicBezTo>
                  <a:pt x="8633" y="7278"/>
                  <a:pt x="8948" y="6963"/>
                  <a:pt x="9357" y="6963"/>
                </a:cubicBezTo>
                <a:close/>
                <a:moveTo>
                  <a:pt x="2363" y="9042"/>
                </a:moveTo>
                <a:cubicBezTo>
                  <a:pt x="3308" y="9042"/>
                  <a:pt x="4096" y="9830"/>
                  <a:pt x="4096" y="10806"/>
                </a:cubicBezTo>
                <a:lnTo>
                  <a:pt x="4096" y="11184"/>
                </a:lnTo>
                <a:lnTo>
                  <a:pt x="630" y="11184"/>
                </a:lnTo>
                <a:lnTo>
                  <a:pt x="630" y="10806"/>
                </a:lnTo>
                <a:cubicBezTo>
                  <a:pt x="630" y="9830"/>
                  <a:pt x="1418" y="9042"/>
                  <a:pt x="2363" y="9042"/>
                </a:cubicBezTo>
                <a:close/>
                <a:moveTo>
                  <a:pt x="9357" y="9042"/>
                </a:moveTo>
                <a:cubicBezTo>
                  <a:pt x="10302" y="9042"/>
                  <a:pt x="11090" y="9830"/>
                  <a:pt x="11090" y="10806"/>
                </a:cubicBezTo>
                <a:lnTo>
                  <a:pt x="11090" y="11184"/>
                </a:lnTo>
                <a:lnTo>
                  <a:pt x="7625" y="11184"/>
                </a:lnTo>
                <a:lnTo>
                  <a:pt x="7625" y="10806"/>
                </a:lnTo>
                <a:cubicBezTo>
                  <a:pt x="7625" y="9830"/>
                  <a:pt x="8412" y="9042"/>
                  <a:pt x="9357" y="9042"/>
                </a:cubicBezTo>
                <a:close/>
                <a:moveTo>
                  <a:pt x="5892" y="0"/>
                </a:moveTo>
                <a:cubicBezTo>
                  <a:pt x="5136" y="0"/>
                  <a:pt x="4506" y="630"/>
                  <a:pt x="4506" y="1355"/>
                </a:cubicBezTo>
                <a:cubicBezTo>
                  <a:pt x="4506" y="1733"/>
                  <a:pt x="4632" y="2016"/>
                  <a:pt x="4852" y="2300"/>
                </a:cubicBezTo>
                <a:cubicBezTo>
                  <a:pt x="4033" y="2710"/>
                  <a:pt x="3466" y="3529"/>
                  <a:pt x="3466" y="4505"/>
                </a:cubicBezTo>
                <a:lnTo>
                  <a:pt x="3466" y="5230"/>
                </a:lnTo>
                <a:cubicBezTo>
                  <a:pt x="3466" y="5419"/>
                  <a:pt x="3623" y="5577"/>
                  <a:pt x="3844" y="5577"/>
                </a:cubicBezTo>
                <a:lnTo>
                  <a:pt x="5577" y="5577"/>
                </a:lnTo>
                <a:lnTo>
                  <a:pt x="5577" y="7152"/>
                </a:lnTo>
                <a:lnTo>
                  <a:pt x="3875" y="8822"/>
                </a:lnTo>
                <a:cubicBezTo>
                  <a:pt x="3749" y="8696"/>
                  <a:pt x="3592" y="8601"/>
                  <a:pt x="3434" y="8569"/>
                </a:cubicBezTo>
                <a:cubicBezTo>
                  <a:pt x="3686" y="8349"/>
                  <a:pt x="3781" y="8034"/>
                  <a:pt x="3781" y="7624"/>
                </a:cubicBezTo>
                <a:cubicBezTo>
                  <a:pt x="3781" y="6868"/>
                  <a:pt x="3151" y="6238"/>
                  <a:pt x="2426" y="6238"/>
                </a:cubicBezTo>
                <a:cubicBezTo>
                  <a:pt x="1670" y="6238"/>
                  <a:pt x="1040" y="6868"/>
                  <a:pt x="1040" y="7624"/>
                </a:cubicBezTo>
                <a:cubicBezTo>
                  <a:pt x="1040" y="7971"/>
                  <a:pt x="1166" y="8286"/>
                  <a:pt x="1387" y="8569"/>
                </a:cubicBezTo>
                <a:cubicBezTo>
                  <a:pt x="567" y="8979"/>
                  <a:pt x="0" y="9798"/>
                  <a:pt x="0" y="10775"/>
                </a:cubicBezTo>
                <a:lnTo>
                  <a:pt x="0" y="11499"/>
                </a:lnTo>
                <a:cubicBezTo>
                  <a:pt x="0" y="11688"/>
                  <a:pt x="158" y="11846"/>
                  <a:pt x="378" y="11846"/>
                </a:cubicBezTo>
                <a:lnTo>
                  <a:pt x="4474" y="11846"/>
                </a:lnTo>
                <a:cubicBezTo>
                  <a:pt x="4663" y="11846"/>
                  <a:pt x="4821" y="11688"/>
                  <a:pt x="4821" y="11499"/>
                </a:cubicBezTo>
                <a:lnTo>
                  <a:pt x="4821" y="10775"/>
                </a:lnTo>
                <a:cubicBezTo>
                  <a:pt x="4821" y="10239"/>
                  <a:pt x="4632" y="9704"/>
                  <a:pt x="4348" y="9326"/>
                </a:cubicBezTo>
                <a:lnTo>
                  <a:pt x="5860" y="7782"/>
                </a:lnTo>
                <a:lnTo>
                  <a:pt x="7404" y="9326"/>
                </a:lnTo>
                <a:cubicBezTo>
                  <a:pt x="7089" y="9704"/>
                  <a:pt x="6931" y="10239"/>
                  <a:pt x="6931" y="10775"/>
                </a:cubicBezTo>
                <a:lnTo>
                  <a:pt x="6931" y="11499"/>
                </a:lnTo>
                <a:cubicBezTo>
                  <a:pt x="6931" y="11688"/>
                  <a:pt x="7089" y="11846"/>
                  <a:pt x="7309" y="11846"/>
                </a:cubicBezTo>
                <a:lnTo>
                  <a:pt x="11468" y="11846"/>
                </a:lnTo>
                <a:cubicBezTo>
                  <a:pt x="11657" y="11846"/>
                  <a:pt x="11815" y="11688"/>
                  <a:pt x="11815" y="11499"/>
                </a:cubicBezTo>
                <a:lnTo>
                  <a:pt x="11815" y="10775"/>
                </a:lnTo>
                <a:cubicBezTo>
                  <a:pt x="11783" y="9830"/>
                  <a:pt x="11185" y="8979"/>
                  <a:pt x="10365" y="8569"/>
                </a:cubicBezTo>
                <a:cubicBezTo>
                  <a:pt x="10586" y="8349"/>
                  <a:pt x="10712" y="8034"/>
                  <a:pt x="10712" y="7624"/>
                </a:cubicBezTo>
                <a:cubicBezTo>
                  <a:pt x="10712" y="6868"/>
                  <a:pt x="10082" y="6238"/>
                  <a:pt x="9357" y="6238"/>
                </a:cubicBezTo>
                <a:cubicBezTo>
                  <a:pt x="8601" y="6238"/>
                  <a:pt x="7971" y="6868"/>
                  <a:pt x="7971" y="7624"/>
                </a:cubicBezTo>
                <a:cubicBezTo>
                  <a:pt x="7971" y="7971"/>
                  <a:pt x="8097" y="8286"/>
                  <a:pt x="8318" y="8569"/>
                </a:cubicBezTo>
                <a:cubicBezTo>
                  <a:pt x="8160" y="8664"/>
                  <a:pt x="8034" y="8727"/>
                  <a:pt x="7877" y="8822"/>
                </a:cubicBezTo>
                <a:lnTo>
                  <a:pt x="6207" y="7152"/>
                </a:lnTo>
                <a:lnTo>
                  <a:pt x="6207" y="5577"/>
                </a:lnTo>
                <a:lnTo>
                  <a:pt x="7940" y="5577"/>
                </a:lnTo>
                <a:cubicBezTo>
                  <a:pt x="8129" y="5577"/>
                  <a:pt x="8286" y="5419"/>
                  <a:pt x="8286" y="5230"/>
                </a:cubicBezTo>
                <a:lnTo>
                  <a:pt x="8286" y="4505"/>
                </a:lnTo>
                <a:cubicBezTo>
                  <a:pt x="8286" y="3529"/>
                  <a:pt x="7688" y="2710"/>
                  <a:pt x="6900" y="2300"/>
                </a:cubicBezTo>
                <a:cubicBezTo>
                  <a:pt x="7152" y="2080"/>
                  <a:pt x="7246" y="1764"/>
                  <a:pt x="7246" y="1355"/>
                </a:cubicBezTo>
                <a:cubicBezTo>
                  <a:pt x="7246" y="630"/>
                  <a:pt x="6616" y="0"/>
                  <a:pt x="589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56"/>
          <p:cNvSpPr/>
          <p:nvPr/>
        </p:nvSpPr>
        <p:spPr>
          <a:xfrm>
            <a:off x="7406063" y="3877449"/>
            <a:ext cx="353174" cy="348513"/>
          </a:xfrm>
          <a:custGeom>
            <a:avLst/>
            <a:gdLst/>
            <a:ahLst/>
            <a:cxnLst/>
            <a:rect l="l" t="t" r="r" b="b"/>
            <a:pathLst>
              <a:path w="11973" h="11815" extrusionOk="0">
                <a:moveTo>
                  <a:pt x="5986" y="631"/>
                </a:moveTo>
                <a:cubicBezTo>
                  <a:pt x="6396" y="631"/>
                  <a:pt x="6711" y="946"/>
                  <a:pt x="6711" y="1324"/>
                </a:cubicBezTo>
                <a:cubicBezTo>
                  <a:pt x="6711" y="1733"/>
                  <a:pt x="6396" y="2048"/>
                  <a:pt x="5986" y="2048"/>
                </a:cubicBezTo>
                <a:cubicBezTo>
                  <a:pt x="5608" y="2048"/>
                  <a:pt x="5293" y="1733"/>
                  <a:pt x="5293" y="1324"/>
                </a:cubicBezTo>
                <a:cubicBezTo>
                  <a:pt x="5293" y="946"/>
                  <a:pt x="5608" y="631"/>
                  <a:pt x="5986" y="631"/>
                </a:cubicBezTo>
                <a:close/>
                <a:moveTo>
                  <a:pt x="5986" y="2710"/>
                </a:moveTo>
                <a:cubicBezTo>
                  <a:pt x="6931" y="2710"/>
                  <a:pt x="7719" y="3498"/>
                  <a:pt x="7719" y="4443"/>
                </a:cubicBezTo>
                <a:lnTo>
                  <a:pt x="7719" y="4789"/>
                </a:lnTo>
                <a:lnTo>
                  <a:pt x="4253" y="4789"/>
                </a:lnTo>
                <a:lnTo>
                  <a:pt x="4253" y="4443"/>
                </a:lnTo>
                <a:cubicBezTo>
                  <a:pt x="4253" y="3498"/>
                  <a:pt x="5041" y="2710"/>
                  <a:pt x="5986" y="2710"/>
                </a:cubicBezTo>
                <a:close/>
                <a:moveTo>
                  <a:pt x="3245" y="6900"/>
                </a:moveTo>
                <a:cubicBezTo>
                  <a:pt x="3623" y="6900"/>
                  <a:pt x="3938" y="7215"/>
                  <a:pt x="3938" y="7593"/>
                </a:cubicBezTo>
                <a:cubicBezTo>
                  <a:pt x="3938" y="8003"/>
                  <a:pt x="3623" y="8318"/>
                  <a:pt x="3245" y="8318"/>
                </a:cubicBezTo>
                <a:cubicBezTo>
                  <a:pt x="2836" y="8255"/>
                  <a:pt x="2521" y="7940"/>
                  <a:pt x="2521" y="7593"/>
                </a:cubicBezTo>
                <a:cubicBezTo>
                  <a:pt x="2521" y="7215"/>
                  <a:pt x="2836" y="6900"/>
                  <a:pt x="3245" y="6900"/>
                </a:cubicBezTo>
                <a:close/>
                <a:moveTo>
                  <a:pt x="8759" y="6900"/>
                </a:moveTo>
                <a:cubicBezTo>
                  <a:pt x="9137" y="6900"/>
                  <a:pt x="9452" y="7215"/>
                  <a:pt x="9452" y="7593"/>
                </a:cubicBezTo>
                <a:cubicBezTo>
                  <a:pt x="9452" y="8003"/>
                  <a:pt x="9137" y="8318"/>
                  <a:pt x="8759" y="8318"/>
                </a:cubicBezTo>
                <a:cubicBezTo>
                  <a:pt x="8349" y="8318"/>
                  <a:pt x="8034" y="7940"/>
                  <a:pt x="8034" y="7593"/>
                </a:cubicBezTo>
                <a:cubicBezTo>
                  <a:pt x="8034" y="7215"/>
                  <a:pt x="8349" y="6900"/>
                  <a:pt x="8759" y="6900"/>
                </a:cubicBezTo>
                <a:close/>
                <a:moveTo>
                  <a:pt x="10365" y="5545"/>
                </a:moveTo>
                <a:cubicBezTo>
                  <a:pt x="10523" y="5545"/>
                  <a:pt x="10680" y="5672"/>
                  <a:pt x="10712" y="5829"/>
                </a:cubicBezTo>
                <a:lnTo>
                  <a:pt x="11216" y="8570"/>
                </a:lnTo>
                <a:cubicBezTo>
                  <a:pt x="11247" y="8790"/>
                  <a:pt x="11027" y="8980"/>
                  <a:pt x="10838" y="8980"/>
                </a:cubicBezTo>
                <a:lnTo>
                  <a:pt x="10460" y="8980"/>
                </a:lnTo>
                <a:cubicBezTo>
                  <a:pt x="10239" y="8790"/>
                  <a:pt x="10019" y="8633"/>
                  <a:pt x="9767" y="8507"/>
                </a:cubicBezTo>
                <a:cubicBezTo>
                  <a:pt x="10019" y="8255"/>
                  <a:pt x="10145" y="7940"/>
                  <a:pt x="10145" y="7562"/>
                </a:cubicBezTo>
                <a:cubicBezTo>
                  <a:pt x="10145" y="6806"/>
                  <a:pt x="9515" y="6176"/>
                  <a:pt x="8759" y="6176"/>
                </a:cubicBezTo>
                <a:cubicBezTo>
                  <a:pt x="8002" y="6176"/>
                  <a:pt x="7372" y="6806"/>
                  <a:pt x="7372" y="7562"/>
                </a:cubicBezTo>
                <a:cubicBezTo>
                  <a:pt x="7372" y="7908"/>
                  <a:pt x="7498" y="8223"/>
                  <a:pt x="7719" y="8507"/>
                </a:cubicBezTo>
                <a:cubicBezTo>
                  <a:pt x="7498" y="8633"/>
                  <a:pt x="7246" y="8790"/>
                  <a:pt x="7057" y="8980"/>
                </a:cubicBezTo>
                <a:lnTo>
                  <a:pt x="4883" y="8980"/>
                </a:lnTo>
                <a:cubicBezTo>
                  <a:pt x="4694" y="8790"/>
                  <a:pt x="4442" y="8633"/>
                  <a:pt x="4222" y="8507"/>
                </a:cubicBezTo>
                <a:cubicBezTo>
                  <a:pt x="4474" y="8255"/>
                  <a:pt x="4568" y="7940"/>
                  <a:pt x="4568" y="7562"/>
                </a:cubicBezTo>
                <a:cubicBezTo>
                  <a:pt x="4568" y="6806"/>
                  <a:pt x="3938" y="6176"/>
                  <a:pt x="3214" y="6176"/>
                </a:cubicBezTo>
                <a:cubicBezTo>
                  <a:pt x="2458" y="6176"/>
                  <a:pt x="1828" y="6806"/>
                  <a:pt x="1828" y="7562"/>
                </a:cubicBezTo>
                <a:cubicBezTo>
                  <a:pt x="1828" y="7908"/>
                  <a:pt x="1954" y="8223"/>
                  <a:pt x="2174" y="8507"/>
                </a:cubicBezTo>
                <a:cubicBezTo>
                  <a:pt x="1922" y="8633"/>
                  <a:pt x="1701" y="8790"/>
                  <a:pt x="1512" y="8980"/>
                </a:cubicBezTo>
                <a:lnTo>
                  <a:pt x="1103" y="8980"/>
                </a:lnTo>
                <a:cubicBezTo>
                  <a:pt x="882" y="8980"/>
                  <a:pt x="725" y="8790"/>
                  <a:pt x="756" y="8570"/>
                </a:cubicBezTo>
                <a:lnTo>
                  <a:pt x="1260" y="5829"/>
                </a:lnTo>
                <a:cubicBezTo>
                  <a:pt x="1323" y="5672"/>
                  <a:pt x="1418" y="5545"/>
                  <a:pt x="1638" y="5545"/>
                </a:cubicBezTo>
                <a:close/>
                <a:moveTo>
                  <a:pt x="3214" y="8948"/>
                </a:moveTo>
                <a:cubicBezTo>
                  <a:pt x="4127" y="8948"/>
                  <a:pt x="4915" y="9736"/>
                  <a:pt x="4915" y="10712"/>
                </a:cubicBezTo>
                <a:lnTo>
                  <a:pt x="4915" y="11059"/>
                </a:lnTo>
                <a:lnTo>
                  <a:pt x="1481" y="11059"/>
                </a:lnTo>
                <a:lnTo>
                  <a:pt x="1481" y="10712"/>
                </a:lnTo>
                <a:cubicBezTo>
                  <a:pt x="1481" y="9736"/>
                  <a:pt x="2269" y="8948"/>
                  <a:pt x="3214" y="8948"/>
                </a:cubicBezTo>
                <a:close/>
                <a:moveTo>
                  <a:pt x="8759" y="8948"/>
                </a:moveTo>
                <a:cubicBezTo>
                  <a:pt x="9704" y="8948"/>
                  <a:pt x="10491" y="9736"/>
                  <a:pt x="10491" y="10712"/>
                </a:cubicBezTo>
                <a:lnTo>
                  <a:pt x="10491" y="11059"/>
                </a:lnTo>
                <a:lnTo>
                  <a:pt x="7026" y="11059"/>
                </a:lnTo>
                <a:lnTo>
                  <a:pt x="7026" y="10712"/>
                </a:lnTo>
                <a:cubicBezTo>
                  <a:pt x="7026" y="9736"/>
                  <a:pt x="7813" y="8948"/>
                  <a:pt x="8759" y="8948"/>
                </a:cubicBezTo>
                <a:close/>
                <a:moveTo>
                  <a:pt x="5986" y="1"/>
                </a:moveTo>
                <a:cubicBezTo>
                  <a:pt x="5262" y="1"/>
                  <a:pt x="4631" y="631"/>
                  <a:pt x="4631" y="1387"/>
                </a:cubicBezTo>
                <a:cubicBezTo>
                  <a:pt x="4631" y="1733"/>
                  <a:pt x="4726" y="2048"/>
                  <a:pt x="4978" y="2269"/>
                </a:cubicBezTo>
                <a:cubicBezTo>
                  <a:pt x="4127" y="2679"/>
                  <a:pt x="3592" y="3498"/>
                  <a:pt x="3592" y="4474"/>
                </a:cubicBezTo>
                <a:lnTo>
                  <a:pt x="3592" y="4852"/>
                </a:lnTo>
                <a:lnTo>
                  <a:pt x="1670" y="4852"/>
                </a:lnTo>
                <a:cubicBezTo>
                  <a:pt x="1166" y="4852"/>
                  <a:pt x="725" y="5199"/>
                  <a:pt x="630" y="5703"/>
                </a:cubicBezTo>
                <a:lnTo>
                  <a:pt x="126" y="8475"/>
                </a:lnTo>
                <a:cubicBezTo>
                  <a:pt x="0" y="9043"/>
                  <a:pt x="473" y="9610"/>
                  <a:pt x="1071" y="9673"/>
                </a:cubicBezTo>
                <a:cubicBezTo>
                  <a:pt x="914" y="9988"/>
                  <a:pt x="819" y="10366"/>
                  <a:pt x="819" y="10744"/>
                </a:cubicBezTo>
                <a:lnTo>
                  <a:pt x="819" y="11468"/>
                </a:lnTo>
                <a:cubicBezTo>
                  <a:pt x="819" y="11657"/>
                  <a:pt x="977" y="11815"/>
                  <a:pt x="1197" y="11815"/>
                </a:cubicBezTo>
                <a:lnTo>
                  <a:pt x="5356" y="11815"/>
                </a:lnTo>
                <a:cubicBezTo>
                  <a:pt x="5545" y="11815"/>
                  <a:pt x="5703" y="11657"/>
                  <a:pt x="5703" y="11468"/>
                </a:cubicBezTo>
                <a:lnTo>
                  <a:pt x="5703" y="10744"/>
                </a:lnTo>
                <a:cubicBezTo>
                  <a:pt x="5703" y="10366"/>
                  <a:pt x="5640" y="9988"/>
                  <a:pt x="5482" y="9673"/>
                </a:cubicBezTo>
                <a:lnTo>
                  <a:pt x="6648" y="9673"/>
                </a:lnTo>
                <a:cubicBezTo>
                  <a:pt x="6490" y="9988"/>
                  <a:pt x="6427" y="10366"/>
                  <a:pt x="6427" y="10744"/>
                </a:cubicBezTo>
                <a:lnTo>
                  <a:pt x="6427" y="11468"/>
                </a:lnTo>
                <a:cubicBezTo>
                  <a:pt x="6427" y="11657"/>
                  <a:pt x="6585" y="11815"/>
                  <a:pt x="6774" y="11815"/>
                </a:cubicBezTo>
                <a:lnTo>
                  <a:pt x="10838" y="11815"/>
                </a:lnTo>
                <a:cubicBezTo>
                  <a:pt x="11027" y="11815"/>
                  <a:pt x="11184" y="11657"/>
                  <a:pt x="11184" y="11468"/>
                </a:cubicBezTo>
                <a:lnTo>
                  <a:pt x="11184" y="10744"/>
                </a:lnTo>
                <a:cubicBezTo>
                  <a:pt x="11184" y="10366"/>
                  <a:pt x="11121" y="9988"/>
                  <a:pt x="10964" y="9673"/>
                </a:cubicBezTo>
                <a:cubicBezTo>
                  <a:pt x="11563" y="9610"/>
                  <a:pt x="11972" y="9043"/>
                  <a:pt x="11878" y="8475"/>
                </a:cubicBezTo>
                <a:lnTo>
                  <a:pt x="11342" y="5703"/>
                </a:lnTo>
                <a:cubicBezTo>
                  <a:pt x="11279" y="5199"/>
                  <a:pt x="10838" y="4852"/>
                  <a:pt x="10334" y="4852"/>
                </a:cubicBezTo>
                <a:lnTo>
                  <a:pt x="8412" y="4852"/>
                </a:lnTo>
                <a:lnTo>
                  <a:pt x="8412" y="4474"/>
                </a:lnTo>
                <a:cubicBezTo>
                  <a:pt x="8412" y="3498"/>
                  <a:pt x="7845" y="2679"/>
                  <a:pt x="7026" y="2269"/>
                </a:cubicBezTo>
                <a:cubicBezTo>
                  <a:pt x="7246" y="2048"/>
                  <a:pt x="7372" y="1733"/>
                  <a:pt x="7372" y="1387"/>
                </a:cubicBezTo>
                <a:cubicBezTo>
                  <a:pt x="7372" y="631"/>
                  <a:pt x="6742" y="1"/>
                  <a:pt x="59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7" name="Google Shape;1437;p56"/>
          <p:cNvGrpSpPr/>
          <p:nvPr/>
        </p:nvGrpSpPr>
        <p:grpSpPr>
          <a:xfrm>
            <a:off x="4397272" y="3877434"/>
            <a:ext cx="349457" cy="348542"/>
            <a:chOff x="3599700" y="1954475"/>
            <a:chExt cx="296175" cy="295400"/>
          </a:xfrm>
        </p:grpSpPr>
        <p:sp>
          <p:nvSpPr>
            <p:cNvPr id="1438" name="Google Shape;1438;p56"/>
            <p:cNvSpPr/>
            <p:nvPr/>
          </p:nvSpPr>
          <p:spPr>
            <a:xfrm>
              <a:off x="3599700" y="1954475"/>
              <a:ext cx="296175" cy="295400"/>
            </a:xfrm>
            <a:custGeom>
              <a:avLst/>
              <a:gdLst/>
              <a:ahLst/>
              <a:cxnLst/>
              <a:rect l="l" t="t" r="r" b="b"/>
              <a:pathLst>
                <a:path w="11847" h="11816" extrusionOk="0">
                  <a:moveTo>
                    <a:pt x="3151" y="694"/>
                  </a:moveTo>
                  <a:cubicBezTo>
                    <a:pt x="3718" y="694"/>
                    <a:pt x="4159" y="1166"/>
                    <a:pt x="4159" y="1734"/>
                  </a:cubicBezTo>
                  <a:cubicBezTo>
                    <a:pt x="4159" y="2301"/>
                    <a:pt x="3686" y="2742"/>
                    <a:pt x="3151" y="2742"/>
                  </a:cubicBezTo>
                  <a:cubicBezTo>
                    <a:pt x="2584" y="2742"/>
                    <a:pt x="2111" y="2269"/>
                    <a:pt x="2111" y="1734"/>
                  </a:cubicBezTo>
                  <a:cubicBezTo>
                    <a:pt x="2080" y="1166"/>
                    <a:pt x="2552" y="694"/>
                    <a:pt x="3151" y="694"/>
                  </a:cubicBezTo>
                  <a:close/>
                  <a:moveTo>
                    <a:pt x="8727" y="694"/>
                  </a:moveTo>
                  <a:cubicBezTo>
                    <a:pt x="9326" y="694"/>
                    <a:pt x="9767" y="1166"/>
                    <a:pt x="9767" y="1734"/>
                  </a:cubicBezTo>
                  <a:cubicBezTo>
                    <a:pt x="9767" y="2301"/>
                    <a:pt x="9294" y="2742"/>
                    <a:pt x="8727" y="2742"/>
                  </a:cubicBezTo>
                  <a:cubicBezTo>
                    <a:pt x="8128" y="2742"/>
                    <a:pt x="7719" y="2269"/>
                    <a:pt x="7719" y="1734"/>
                  </a:cubicBezTo>
                  <a:cubicBezTo>
                    <a:pt x="7656" y="1166"/>
                    <a:pt x="8128" y="694"/>
                    <a:pt x="8727" y="694"/>
                  </a:cubicBezTo>
                  <a:close/>
                  <a:moveTo>
                    <a:pt x="5923" y="4852"/>
                  </a:moveTo>
                  <a:cubicBezTo>
                    <a:pt x="6522" y="4852"/>
                    <a:pt x="6994" y="5325"/>
                    <a:pt x="6994" y="5861"/>
                  </a:cubicBezTo>
                  <a:cubicBezTo>
                    <a:pt x="6994" y="6396"/>
                    <a:pt x="6522" y="6869"/>
                    <a:pt x="5923" y="6869"/>
                  </a:cubicBezTo>
                  <a:cubicBezTo>
                    <a:pt x="5356" y="6869"/>
                    <a:pt x="4883" y="6428"/>
                    <a:pt x="4883" y="5861"/>
                  </a:cubicBezTo>
                  <a:cubicBezTo>
                    <a:pt x="4883" y="5294"/>
                    <a:pt x="5356" y="4852"/>
                    <a:pt x="5923" y="4852"/>
                  </a:cubicBezTo>
                  <a:close/>
                  <a:moveTo>
                    <a:pt x="3151" y="3466"/>
                  </a:moveTo>
                  <a:cubicBezTo>
                    <a:pt x="3875" y="3466"/>
                    <a:pt x="4600" y="3813"/>
                    <a:pt x="5072" y="4380"/>
                  </a:cubicBezTo>
                  <a:cubicBezTo>
                    <a:pt x="4537" y="4695"/>
                    <a:pt x="4159" y="5231"/>
                    <a:pt x="4159" y="5861"/>
                  </a:cubicBezTo>
                  <a:cubicBezTo>
                    <a:pt x="4159" y="6239"/>
                    <a:pt x="4285" y="6617"/>
                    <a:pt x="4505" y="6900"/>
                  </a:cubicBezTo>
                  <a:lnTo>
                    <a:pt x="693" y="6900"/>
                  </a:lnTo>
                  <a:lnTo>
                    <a:pt x="693" y="5892"/>
                  </a:lnTo>
                  <a:cubicBezTo>
                    <a:pt x="693" y="4569"/>
                    <a:pt x="1796" y="3466"/>
                    <a:pt x="3151" y="3466"/>
                  </a:cubicBezTo>
                  <a:close/>
                  <a:moveTo>
                    <a:pt x="8696" y="3498"/>
                  </a:moveTo>
                  <a:cubicBezTo>
                    <a:pt x="10019" y="3498"/>
                    <a:pt x="11121" y="4600"/>
                    <a:pt x="11121" y="5955"/>
                  </a:cubicBezTo>
                  <a:lnTo>
                    <a:pt x="11121" y="6932"/>
                  </a:lnTo>
                  <a:lnTo>
                    <a:pt x="7309" y="6932"/>
                  </a:lnTo>
                  <a:cubicBezTo>
                    <a:pt x="7561" y="6617"/>
                    <a:pt x="7656" y="6270"/>
                    <a:pt x="7656" y="5892"/>
                  </a:cubicBezTo>
                  <a:cubicBezTo>
                    <a:pt x="7656" y="5262"/>
                    <a:pt x="7309" y="4726"/>
                    <a:pt x="6774" y="4411"/>
                  </a:cubicBezTo>
                  <a:cubicBezTo>
                    <a:pt x="7215" y="3813"/>
                    <a:pt x="7939" y="3498"/>
                    <a:pt x="8696" y="3498"/>
                  </a:cubicBezTo>
                  <a:close/>
                  <a:moveTo>
                    <a:pt x="5923" y="7625"/>
                  </a:moveTo>
                  <a:cubicBezTo>
                    <a:pt x="6207" y="7625"/>
                    <a:pt x="6490" y="7656"/>
                    <a:pt x="6711" y="7751"/>
                  </a:cubicBezTo>
                  <a:lnTo>
                    <a:pt x="5923" y="8791"/>
                  </a:lnTo>
                  <a:lnTo>
                    <a:pt x="5135" y="7751"/>
                  </a:lnTo>
                  <a:cubicBezTo>
                    <a:pt x="5388" y="7688"/>
                    <a:pt x="5671" y="7625"/>
                    <a:pt x="5923" y="7625"/>
                  </a:cubicBezTo>
                  <a:close/>
                  <a:moveTo>
                    <a:pt x="4505" y="8066"/>
                  </a:moveTo>
                  <a:lnTo>
                    <a:pt x="5577" y="9484"/>
                  </a:lnTo>
                  <a:lnTo>
                    <a:pt x="5577" y="11153"/>
                  </a:lnTo>
                  <a:lnTo>
                    <a:pt x="3497" y="11153"/>
                  </a:lnTo>
                  <a:lnTo>
                    <a:pt x="3497" y="10019"/>
                  </a:lnTo>
                  <a:cubicBezTo>
                    <a:pt x="3497" y="9200"/>
                    <a:pt x="3875" y="8507"/>
                    <a:pt x="4505" y="8066"/>
                  </a:cubicBezTo>
                  <a:close/>
                  <a:moveTo>
                    <a:pt x="7341" y="8066"/>
                  </a:moveTo>
                  <a:cubicBezTo>
                    <a:pt x="7939" y="8507"/>
                    <a:pt x="8381" y="9263"/>
                    <a:pt x="8381" y="10051"/>
                  </a:cubicBezTo>
                  <a:lnTo>
                    <a:pt x="8381" y="11153"/>
                  </a:lnTo>
                  <a:lnTo>
                    <a:pt x="6301" y="11153"/>
                  </a:lnTo>
                  <a:lnTo>
                    <a:pt x="6301" y="9484"/>
                  </a:lnTo>
                  <a:lnTo>
                    <a:pt x="7341" y="8066"/>
                  </a:lnTo>
                  <a:close/>
                  <a:moveTo>
                    <a:pt x="3088" y="1"/>
                  </a:moveTo>
                  <a:cubicBezTo>
                    <a:pt x="2143" y="1"/>
                    <a:pt x="1355" y="788"/>
                    <a:pt x="1355" y="1734"/>
                  </a:cubicBezTo>
                  <a:cubicBezTo>
                    <a:pt x="1355" y="2238"/>
                    <a:pt x="1575" y="2679"/>
                    <a:pt x="1922" y="2994"/>
                  </a:cubicBezTo>
                  <a:cubicBezTo>
                    <a:pt x="788" y="3466"/>
                    <a:pt x="0" y="4569"/>
                    <a:pt x="0" y="5861"/>
                  </a:cubicBezTo>
                  <a:lnTo>
                    <a:pt x="0" y="7247"/>
                  </a:lnTo>
                  <a:cubicBezTo>
                    <a:pt x="0" y="7436"/>
                    <a:pt x="158" y="7593"/>
                    <a:pt x="347" y="7593"/>
                  </a:cubicBezTo>
                  <a:lnTo>
                    <a:pt x="3938" y="7593"/>
                  </a:lnTo>
                  <a:cubicBezTo>
                    <a:pt x="3214" y="8192"/>
                    <a:pt x="2741" y="9043"/>
                    <a:pt x="2741" y="10019"/>
                  </a:cubicBezTo>
                  <a:lnTo>
                    <a:pt x="2741" y="11437"/>
                  </a:lnTo>
                  <a:cubicBezTo>
                    <a:pt x="2741" y="11658"/>
                    <a:pt x="2899" y="11815"/>
                    <a:pt x="3088" y="11815"/>
                  </a:cubicBezTo>
                  <a:lnTo>
                    <a:pt x="8696" y="11815"/>
                  </a:lnTo>
                  <a:cubicBezTo>
                    <a:pt x="8885" y="11815"/>
                    <a:pt x="9042" y="11658"/>
                    <a:pt x="9042" y="11437"/>
                  </a:cubicBezTo>
                  <a:lnTo>
                    <a:pt x="9042" y="10019"/>
                  </a:lnTo>
                  <a:cubicBezTo>
                    <a:pt x="9042" y="9043"/>
                    <a:pt x="8570" y="8192"/>
                    <a:pt x="7876" y="7593"/>
                  </a:cubicBezTo>
                  <a:lnTo>
                    <a:pt x="11436" y="7593"/>
                  </a:lnTo>
                  <a:cubicBezTo>
                    <a:pt x="11657" y="7593"/>
                    <a:pt x="11815" y="7436"/>
                    <a:pt x="11815" y="7247"/>
                  </a:cubicBezTo>
                  <a:lnTo>
                    <a:pt x="11815" y="5861"/>
                  </a:lnTo>
                  <a:cubicBezTo>
                    <a:pt x="11846" y="4600"/>
                    <a:pt x="11027" y="3466"/>
                    <a:pt x="9861" y="2994"/>
                  </a:cubicBezTo>
                  <a:cubicBezTo>
                    <a:pt x="10239" y="2679"/>
                    <a:pt x="10428" y="2206"/>
                    <a:pt x="10428" y="1734"/>
                  </a:cubicBezTo>
                  <a:cubicBezTo>
                    <a:pt x="10428" y="788"/>
                    <a:pt x="9641" y="1"/>
                    <a:pt x="8696" y="1"/>
                  </a:cubicBezTo>
                  <a:cubicBezTo>
                    <a:pt x="7750" y="1"/>
                    <a:pt x="6963" y="788"/>
                    <a:pt x="6963" y="1734"/>
                  </a:cubicBezTo>
                  <a:cubicBezTo>
                    <a:pt x="6963" y="2238"/>
                    <a:pt x="7152" y="2679"/>
                    <a:pt x="7498" y="2994"/>
                  </a:cubicBezTo>
                  <a:cubicBezTo>
                    <a:pt x="6931" y="3214"/>
                    <a:pt x="6396" y="3624"/>
                    <a:pt x="6049" y="4159"/>
                  </a:cubicBezTo>
                  <a:lnTo>
                    <a:pt x="5734" y="4159"/>
                  </a:lnTo>
                  <a:cubicBezTo>
                    <a:pt x="5388" y="3655"/>
                    <a:pt x="4883" y="3214"/>
                    <a:pt x="4285" y="2994"/>
                  </a:cubicBezTo>
                  <a:cubicBezTo>
                    <a:pt x="4631" y="2679"/>
                    <a:pt x="4820" y="2238"/>
                    <a:pt x="4820" y="1734"/>
                  </a:cubicBezTo>
                  <a:cubicBezTo>
                    <a:pt x="4820" y="788"/>
                    <a:pt x="4033" y="1"/>
                    <a:pt x="3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56"/>
            <p:cNvSpPr/>
            <p:nvPr/>
          </p:nvSpPr>
          <p:spPr>
            <a:xfrm>
              <a:off x="3825750" y="20757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56"/>
            <p:cNvSpPr/>
            <p:nvPr/>
          </p:nvSpPr>
          <p:spPr>
            <a:xfrm>
              <a:off x="3633550" y="207577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5" name="Google Shape;1445;p57"/>
          <p:cNvCxnSpPr>
            <a:stCxn id="1446" idx="0"/>
            <a:endCxn id="1447" idx="2"/>
          </p:cNvCxnSpPr>
          <p:nvPr/>
        </p:nvCxnSpPr>
        <p:spPr>
          <a:xfrm>
            <a:off x="4571951" y="1308420"/>
            <a:ext cx="0" cy="242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8" name="Google Shape;1448;p5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PARTNERS</a:t>
            </a:r>
            <a:endParaRPr/>
          </a:p>
        </p:txBody>
      </p:sp>
      <p:sp>
        <p:nvSpPr>
          <p:cNvPr id="1449" name="Google Shape;1449;p57"/>
          <p:cNvSpPr txBox="1">
            <a:spLocks noGrp="1"/>
          </p:cNvSpPr>
          <p:nvPr>
            <p:ph type="subTitle" idx="4294967295"/>
          </p:nvPr>
        </p:nvSpPr>
        <p:spPr>
          <a:xfrm>
            <a:off x="5351710" y="1267700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JUPITER</a:t>
            </a:r>
            <a:endParaRPr sz="18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0" name="Google Shape;1450;p57"/>
          <p:cNvSpPr txBox="1">
            <a:spLocks noGrp="1"/>
          </p:cNvSpPr>
          <p:nvPr>
            <p:ph type="subTitle" idx="4294967295"/>
          </p:nvPr>
        </p:nvSpPr>
        <p:spPr>
          <a:xfrm>
            <a:off x="5351765" y="1510000"/>
            <a:ext cx="22785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the biggest planet in the Solar System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451" name="Google Shape;1451;p57"/>
          <p:cNvSpPr txBox="1">
            <a:spLocks noGrp="1"/>
          </p:cNvSpPr>
          <p:nvPr>
            <p:ph type="subTitle" idx="4294967295"/>
          </p:nvPr>
        </p:nvSpPr>
        <p:spPr>
          <a:xfrm>
            <a:off x="5351685" y="2364010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MERCURY</a:t>
            </a:r>
            <a:endParaRPr sz="180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2" name="Google Shape;1452;p57"/>
          <p:cNvSpPr txBox="1">
            <a:spLocks noGrp="1"/>
          </p:cNvSpPr>
          <p:nvPr>
            <p:ph type="subTitle" idx="4294967295"/>
          </p:nvPr>
        </p:nvSpPr>
        <p:spPr>
          <a:xfrm>
            <a:off x="5351735" y="2606312"/>
            <a:ext cx="227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453" name="Google Shape;1453;p57"/>
          <p:cNvSpPr txBox="1">
            <a:spLocks noGrp="1"/>
          </p:cNvSpPr>
          <p:nvPr>
            <p:ph type="subTitle" idx="4294967295"/>
          </p:nvPr>
        </p:nvSpPr>
        <p:spPr>
          <a:xfrm>
            <a:off x="5351685" y="3488820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rPr>
              <a:t>NEPTUNE</a:t>
            </a:r>
            <a:endParaRPr sz="1800">
              <a:solidFill>
                <a:schemeClr val="accent5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4" name="Google Shape;1454;p57"/>
          <p:cNvSpPr txBox="1">
            <a:spLocks noGrp="1"/>
          </p:cNvSpPr>
          <p:nvPr>
            <p:ph type="subTitle" idx="4294967295"/>
          </p:nvPr>
        </p:nvSpPr>
        <p:spPr>
          <a:xfrm>
            <a:off x="5351735" y="3731124"/>
            <a:ext cx="227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Neptune is the farthest planet from the Sun</a:t>
            </a:r>
            <a:endParaRPr/>
          </a:p>
        </p:txBody>
      </p:sp>
      <p:sp>
        <p:nvSpPr>
          <p:cNvPr id="1455" name="Google Shape;1455;p57"/>
          <p:cNvSpPr txBox="1">
            <a:spLocks noGrp="1"/>
          </p:cNvSpPr>
          <p:nvPr>
            <p:ph type="subTitle" idx="4294967295"/>
          </p:nvPr>
        </p:nvSpPr>
        <p:spPr>
          <a:xfrm>
            <a:off x="1855985" y="1815125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VENUS</a:t>
            </a:r>
            <a:endParaRPr sz="18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6" name="Google Shape;1456;p57"/>
          <p:cNvSpPr txBox="1">
            <a:spLocks noGrp="1"/>
          </p:cNvSpPr>
          <p:nvPr>
            <p:ph type="subTitle" idx="4294967295"/>
          </p:nvPr>
        </p:nvSpPr>
        <p:spPr>
          <a:xfrm>
            <a:off x="1513794" y="2057425"/>
            <a:ext cx="22785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Venus is terribly hot, even hotter than Mercury</a:t>
            </a:r>
            <a:endParaRPr/>
          </a:p>
        </p:txBody>
      </p:sp>
      <p:sp>
        <p:nvSpPr>
          <p:cNvPr id="1457" name="Google Shape;1457;p57"/>
          <p:cNvSpPr txBox="1">
            <a:spLocks noGrp="1"/>
          </p:cNvSpPr>
          <p:nvPr>
            <p:ph type="subTitle" idx="4294967295"/>
          </p:nvPr>
        </p:nvSpPr>
        <p:spPr>
          <a:xfrm>
            <a:off x="1855935" y="2916120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rPr>
              <a:t>MARS</a:t>
            </a:r>
            <a:endParaRPr sz="1800">
              <a:solidFill>
                <a:schemeClr val="accent4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8" name="Google Shape;1458;p57"/>
          <p:cNvSpPr txBox="1">
            <a:spLocks noGrp="1"/>
          </p:cNvSpPr>
          <p:nvPr>
            <p:ph type="subTitle" idx="4294967295"/>
          </p:nvPr>
        </p:nvSpPr>
        <p:spPr>
          <a:xfrm>
            <a:off x="1513735" y="3158423"/>
            <a:ext cx="227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now a very cold place</a:t>
            </a:r>
            <a:endParaRPr/>
          </a:p>
        </p:txBody>
      </p:sp>
      <p:sp>
        <p:nvSpPr>
          <p:cNvPr id="1446" name="Google Shape;1446;p57"/>
          <p:cNvSpPr/>
          <p:nvPr/>
        </p:nvSpPr>
        <p:spPr>
          <a:xfrm>
            <a:off x="4234751" y="1308420"/>
            <a:ext cx="674400" cy="214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p57"/>
          <p:cNvSpPr/>
          <p:nvPr/>
        </p:nvSpPr>
        <p:spPr>
          <a:xfrm rot="10800000">
            <a:off x="4234796" y="2964593"/>
            <a:ext cx="674400" cy="2145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57"/>
          <p:cNvSpPr/>
          <p:nvPr/>
        </p:nvSpPr>
        <p:spPr>
          <a:xfrm>
            <a:off x="4234751" y="2412535"/>
            <a:ext cx="674400" cy="2145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57"/>
          <p:cNvSpPr/>
          <p:nvPr/>
        </p:nvSpPr>
        <p:spPr>
          <a:xfrm rot="10800000">
            <a:off x="4234796" y="1860477"/>
            <a:ext cx="674400" cy="214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7" name="Google Shape;1447;p57"/>
          <p:cNvSpPr/>
          <p:nvPr/>
        </p:nvSpPr>
        <p:spPr>
          <a:xfrm>
            <a:off x="4234751" y="3516651"/>
            <a:ext cx="674400" cy="2145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62" name="Google Shape;1462;p57"/>
          <p:cNvCxnSpPr>
            <a:stCxn id="1446" idx="3"/>
          </p:cNvCxnSpPr>
          <p:nvPr/>
        </p:nvCxnSpPr>
        <p:spPr>
          <a:xfrm>
            <a:off x="4909151" y="1415670"/>
            <a:ext cx="177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63" name="Google Shape;1463;p57"/>
          <p:cNvCxnSpPr/>
          <p:nvPr/>
        </p:nvCxnSpPr>
        <p:spPr>
          <a:xfrm>
            <a:off x="4909196" y="2519770"/>
            <a:ext cx="1773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64" name="Google Shape;1464;p57"/>
          <p:cNvCxnSpPr/>
          <p:nvPr/>
        </p:nvCxnSpPr>
        <p:spPr>
          <a:xfrm>
            <a:off x="4909196" y="3623895"/>
            <a:ext cx="1773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65" name="Google Shape;1465;p57"/>
          <p:cNvCxnSpPr/>
          <p:nvPr/>
        </p:nvCxnSpPr>
        <p:spPr>
          <a:xfrm rot="10800000">
            <a:off x="4057451" y="3071820"/>
            <a:ext cx="1773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66" name="Google Shape;1466;p57"/>
          <p:cNvCxnSpPr/>
          <p:nvPr/>
        </p:nvCxnSpPr>
        <p:spPr>
          <a:xfrm rot="10800000">
            <a:off x="4057451" y="1967720"/>
            <a:ext cx="177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58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472" name="Google Shape;1472;p58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PLAN</a:t>
            </a:r>
            <a:endParaRPr/>
          </a:p>
        </p:txBody>
      </p:sp>
      <p:grpSp>
        <p:nvGrpSpPr>
          <p:cNvPr id="1473" name="Google Shape;1473;p58"/>
          <p:cNvGrpSpPr/>
          <p:nvPr/>
        </p:nvGrpSpPr>
        <p:grpSpPr>
          <a:xfrm>
            <a:off x="6293268" y="1146387"/>
            <a:ext cx="2850726" cy="2850726"/>
            <a:chOff x="1435250" y="482750"/>
            <a:chExt cx="4729925" cy="4729925"/>
          </a:xfrm>
        </p:grpSpPr>
        <p:sp>
          <p:nvSpPr>
            <p:cNvPr id="1474" name="Google Shape;1474;p58"/>
            <p:cNvSpPr/>
            <p:nvPr/>
          </p:nvSpPr>
          <p:spPr>
            <a:xfrm>
              <a:off x="1435250" y="2929250"/>
              <a:ext cx="3180475" cy="2283425"/>
            </a:xfrm>
            <a:custGeom>
              <a:avLst/>
              <a:gdLst/>
              <a:ahLst/>
              <a:cxnLst/>
              <a:rect l="l" t="t" r="r" b="b"/>
              <a:pathLst>
                <a:path w="127219" h="91337" extrusionOk="0">
                  <a:moveTo>
                    <a:pt x="19573" y="1"/>
                  </a:moveTo>
                  <a:cubicBezTo>
                    <a:pt x="8776" y="1"/>
                    <a:pt x="1" y="8775"/>
                    <a:pt x="1" y="19572"/>
                  </a:cubicBezTo>
                  <a:lnTo>
                    <a:pt x="1" y="91336"/>
                  </a:lnTo>
                  <a:lnTo>
                    <a:pt x="88075" y="91336"/>
                  </a:lnTo>
                  <a:lnTo>
                    <a:pt x="88075" y="29358"/>
                  </a:lnTo>
                  <a:lnTo>
                    <a:pt x="127218" y="68502"/>
                  </a:lnTo>
                  <a:lnTo>
                    <a:pt x="127218" y="35882"/>
                  </a:lnTo>
                  <a:lnTo>
                    <a:pt x="96132" y="4796"/>
                  </a:lnTo>
                  <a:cubicBezTo>
                    <a:pt x="93065" y="1729"/>
                    <a:pt x="88923" y="1"/>
                    <a:pt x="845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58"/>
            <p:cNvSpPr/>
            <p:nvPr/>
          </p:nvSpPr>
          <p:spPr>
            <a:xfrm>
              <a:off x="1484200" y="4046475"/>
              <a:ext cx="472200" cy="456100"/>
            </a:xfrm>
            <a:custGeom>
              <a:avLst/>
              <a:gdLst/>
              <a:ahLst/>
              <a:cxnLst/>
              <a:rect l="l" t="t" r="r" b="b"/>
              <a:pathLst>
                <a:path w="18888" h="18244" extrusionOk="0">
                  <a:moveTo>
                    <a:pt x="3601" y="1"/>
                  </a:moveTo>
                  <a:cubicBezTo>
                    <a:pt x="2765" y="1"/>
                    <a:pt x="1925" y="327"/>
                    <a:pt x="1272" y="979"/>
                  </a:cubicBezTo>
                  <a:cubicBezTo>
                    <a:pt x="0" y="2252"/>
                    <a:pt x="0" y="4307"/>
                    <a:pt x="1272" y="5579"/>
                  </a:cubicBezTo>
                  <a:lnTo>
                    <a:pt x="12983" y="17289"/>
                  </a:lnTo>
                  <a:cubicBezTo>
                    <a:pt x="13619" y="17925"/>
                    <a:pt x="14451" y="18243"/>
                    <a:pt x="15283" y="18243"/>
                  </a:cubicBezTo>
                  <a:cubicBezTo>
                    <a:pt x="16114" y="18243"/>
                    <a:pt x="16946" y="17925"/>
                    <a:pt x="17582" y="17289"/>
                  </a:cubicBezTo>
                  <a:cubicBezTo>
                    <a:pt x="18887" y="15985"/>
                    <a:pt x="18887" y="13929"/>
                    <a:pt x="17582" y="12657"/>
                  </a:cubicBezTo>
                  <a:lnTo>
                    <a:pt x="5904" y="979"/>
                  </a:lnTo>
                  <a:cubicBezTo>
                    <a:pt x="5268" y="327"/>
                    <a:pt x="4436" y="1"/>
                    <a:pt x="3601" y="1"/>
                  </a:cubicBezTo>
                  <a:close/>
                </a:path>
              </a:pathLst>
            </a:custGeom>
            <a:solidFill>
              <a:srgbClr val="A85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58"/>
            <p:cNvSpPr/>
            <p:nvPr/>
          </p:nvSpPr>
          <p:spPr>
            <a:xfrm>
              <a:off x="1891950" y="3557800"/>
              <a:ext cx="512950" cy="496250"/>
            </a:xfrm>
            <a:custGeom>
              <a:avLst/>
              <a:gdLst/>
              <a:ahLst/>
              <a:cxnLst/>
              <a:rect l="l" t="t" r="r" b="b"/>
              <a:pathLst>
                <a:path w="20518" h="19850" extrusionOk="0">
                  <a:moveTo>
                    <a:pt x="3601" y="0"/>
                  </a:moveTo>
                  <a:cubicBezTo>
                    <a:pt x="2765" y="0"/>
                    <a:pt x="1925" y="318"/>
                    <a:pt x="1272" y="954"/>
                  </a:cubicBezTo>
                  <a:cubicBezTo>
                    <a:pt x="0" y="2227"/>
                    <a:pt x="0" y="4282"/>
                    <a:pt x="1272" y="5554"/>
                  </a:cubicBezTo>
                  <a:lnTo>
                    <a:pt x="14614" y="18895"/>
                  </a:lnTo>
                  <a:cubicBezTo>
                    <a:pt x="15250" y="19531"/>
                    <a:pt x="16082" y="19850"/>
                    <a:pt x="16913" y="19850"/>
                  </a:cubicBezTo>
                  <a:cubicBezTo>
                    <a:pt x="17745" y="19850"/>
                    <a:pt x="18577" y="19531"/>
                    <a:pt x="19213" y="18895"/>
                  </a:cubicBezTo>
                  <a:cubicBezTo>
                    <a:pt x="20518" y="17591"/>
                    <a:pt x="20518" y="15536"/>
                    <a:pt x="19213" y="14263"/>
                  </a:cubicBezTo>
                  <a:lnTo>
                    <a:pt x="5904" y="954"/>
                  </a:lnTo>
                  <a:cubicBezTo>
                    <a:pt x="5268" y="318"/>
                    <a:pt x="4436" y="0"/>
                    <a:pt x="3601" y="0"/>
                  </a:cubicBezTo>
                  <a:close/>
                </a:path>
              </a:pathLst>
            </a:custGeom>
            <a:solidFill>
              <a:srgbClr val="A85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58"/>
            <p:cNvSpPr/>
            <p:nvPr/>
          </p:nvSpPr>
          <p:spPr>
            <a:xfrm>
              <a:off x="4615700" y="3663200"/>
              <a:ext cx="1549475" cy="1549475"/>
            </a:xfrm>
            <a:custGeom>
              <a:avLst/>
              <a:gdLst/>
              <a:ahLst/>
              <a:cxnLst/>
              <a:rect l="l" t="t" r="r" b="b"/>
              <a:pathLst>
                <a:path w="61979" h="61979" extrusionOk="0">
                  <a:moveTo>
                    <a:pt x="0" y="0"/>
                  </a:moveTo>
                  <a:lnTo>
                    <a:pt x="0" y="61978"/>
                  </a:lnTo>
                  <a:lnTo>
                    <a:pt x="61978" y="61978"/>
                  </a:lnTo>
                  <a:lnTo>
                    <a:pt x="619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58"/>
            <p:cNvSpPr/>
            <p:nvPr/>
          </p:nvSpPr>
          <p:spPr>
            <a:xfrm>
              <a:off x="3310900" y="4886450"/>
              <a:ext cx="1304825" cy="326225"/>
            </a:xfrm>
            <a:custGeom>
              <a:avLst/>
              <a:gdLst/>
              <a:ahLst/>
              <a:cxnLst/>
              <a:rect l="l" t="t" r="r" b="b"/>
              <a:pathLst>
                <a:path w="52193" h="13049" extrusionOk="0">
                  <a:moveTo>
                    <a:pt x="1" y="0"/>
                  </a:moveTo>
                  <a:lnTo>
                    <a:pt x="1" y="6524"/>
                  </a:lnTo>
                  <a:cubicBezTo>
                    <a:pt x="1" y="10112"/>
                    <a:pt x="2936" y="13048"/>
                    <a:pt x="6525" y="13048"/>
                  </a:cubicBezTo>
                  <a:lnTo>
                    <a:pt x="52192" y="13048"/>
                  </a:lnTo>
                  <a:lnTo>
                    <a:pt x="52192" y="0"/>
                  </a:lnTo>
                  <a:close/>
                </a:path>
              </a:pathLst>
            </a:custGeom>
            <a:solidFill>
              <a:srgbClr val="2B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58"/>
            <p:cNvSpPr/>
            <p:nvPr/>
          </p:nvSpPr>
          <p:spPr>
            <a:xfrm>
              <a:off x="2413850" y="2684600"/>
              <a:ext cx="489325" cy="733550"/>
            </a:xfrm>
            <a:custGeom>
              <a:avLst/>
              <a:gdLst/>
              <a:ahLst/>
              <a:cxnLst/>
              <a:rect l="l" t="t" r="r" b="b"/>
              <a:pathLst>
                <a:path w="19573" h="29342" extrusionOk="0">
                  <a:moveTo>
                    <a:pt x="1" y="1"/>
                  </a:moveTo>
                  <a:lnTo>
                    <a:pt x="1" y="19573"/>
                  </a:lnTo>
                  <a:cubicBezTo>
                    <a:pt x="1" y="24335"/>
                    <a:pt x="3426" y="28412"/>
                    <a:pt x="8123" y="29195"/>
                  </a:cubicBezTo>
                  <a:cubicBezTo>
                    <a:pt x="8688" y="29293"/>
                    <a:pt x="9252" y="29341"/>
                    <a:pt x="9809" y="29341"/>
                  </a:cubicBezTo>
                  <a:cubicBezTo>
                    <a:pt x="13883" y="29341"/>
                    <a:pt x="17612" y="26795"/>
                    <a:pt x="19018" y="22834"/>
                  </a:cubicBezTo>
                  <a:cubicBezTo>
                    <a:pt x="19377" y="21791"/>
                    <a:pt x="19573" y="20682"/>
                    <a:pt x="19573" y="19573"/>
                  </a:cubicBezTo>
                  <a:lnTo>
                    <a:pt x="19573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58"/>
            <p:cNvSpPr/>
            <p:nvPr/>
          </p:nvSpPr>
          <p:spPr>
            <a:xfrm>
              <a:off x="2576950" y="2684600"/>
              <a:ext cx="326225" cy="570875"/>
            </a:xfrm>
            <a:custGeom>
              <a:avLst/>
              <a:gdLst/>
              <a:ahLst/>
              <a:cxnLst/>
              <a:rect l="l" t="t" r="r" b="b"/>
              <a:pathLst>
                <a:path w="13049" h="22835" extrusionOk="0">
                  <a:moveTo>
                    <a:pt x="1" y="1"/>
                  </a:moveTo>
                  <a:lnTo>
                    <a:pt x="1" y="13049"/>
                  </a:lnTo>
                  <a:cubicBezTo>
                    <a:pt x="1" y="18463"/>
                    <a:pt x="4372" y="22834"/>
                    <a:pt x="9787" y="22834"/>
                  </a:cubicBezTo>
                  <a:lnTo>
                    <a:pt x="12494" y="22834"/>
                  </a:lnTo>
                  <a:cubicBezTo>
                    <a:pt x="12853" y="21791"/>
                    <a:pt x="13049" y="20682"/>
                    <a:pt x="13049" y="19573"/>
                  </a:cubicBezTo>
                  <a:lnTo>
                    <a:pt x="13049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58"/>
            <p:cNvSpPr/>
            <p:nvPr/>
          </p:nvSpPr>
          <p:spPr>
            <a:xfrm>
              <a:off x="1924550" y="4030175"/>
              <a:ext cx="2691175" cy="856300"/>
            </a:xfrm>
            <a:custGeom>
              <a:avLst/>
              <a:gdLst/>
              <a:ahLst/>
              <a:cxnLst/>
              <a:rect l="l" t="t" r="r" b="b"/>
              <a:pathLst>
                <a:path w="107647" h="34252" extrusionOk="0">
                  <a:moveTo>
                    <a:pt x="17942" y="0"/>
                  </a:moveTo>
                  <a:lnTo>
                    <a:pt x="1" y="17941"/>
                  </a:lnTo>
                  <a:lnTo>
                    <a:pt x="8678" y="26618"/>
                  </a:lnTo>
                  <a:cubicBezTo>
                    <a:pt x="13571" y="31511"/>
                    <a:pt x="20193" y="34251"/>
                    <a:pt x="27108" y="34251"/>
                  </a:cubicBezTo>
                  <a:lnTo>
                    <a:pt x="75027" y="34251"/>
                  </a:lnTo>
                  <a:lnTo>
                    <a:pt x="88075" y="24465"/>
                  </a:lnTo>
                  <a:lnTo>
                    <a:pt x="99720" y="33207"/>
                  </a:lnTo>
                  <a:cubicBezTo>
                    <a:pt x="100633" y="33892"/>
                    <a:pt x="101742" y="34251"/>
                    <a:pt x="102851" y="34251"/>
                  </a:cubicBezTo>
                  <a:cubicBezTo>
                    <a:pt x="105494" y="34251"/>
                    <a:pt x="107646" y="32098"/>
                    <a:pt x="107646" y="29456"/>
                  </a:cubicBezTo>
                  <a:cubicBezTo>
                    <a:pt x="107646" y="28347"/>
                    <a:pt x="107255" y="27271"/>
                    <a:pt x="106537" y="26390"/>
                  </a:cubicBezTo>
                  <a:lnTo>
                    <a:pt x="95512" y="13146"/>
                  </a:lnTo>
                  <a:cubicBezTo>
                    <a:pt x="92870" y="9982"/>
                    <a:pt x="88955" y="8155"/>
                    <a:pt x="84845" y="8155"/>
                  </a:cubicBezTo>
                  <a:cubicBezTo>
                    <a:pt x="82660" y="8155"/>
                    <a:pt x="80539" y="8645"/>
                    <a:pt x="78615" y="9623"/>
                  </a:cubicBezTo>
                  <a:lnTo>
                    <a:pt x="68503" y="14679"/>
                  </a:lnTo>
                  <a:lnTo>
                    <a:pt x="32621" y="14679"/>
                  </a:lnTo>
                  <a:lnTo>
                    <a:pt x="17942" y="0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58"/>
            <p:cNvSpPr/>
            <p:nvPr/>
          </p:nvSpPr>
          <p:spPr>
            <a:xfrm>
              <a:off x="3963300" y="3581650"/>
              <a:ext cx="652425" cy="1060175"/>
            </a:xfrm>
            <a:custGeom>
              <a:avLst/>
              <a:gdLst/>
              <a:ahLst/>
              <a:cxnLst/>
              <a:rect l="l" t="t" r="r" b="b"/>
              <a:pathLst>
                <a:path w="26097" h="42407" extrusionOk="0">
                  <a:moveTo>
                    <a:pt x="16310" y="0"/>
                  </a:moveTo>
                  <a:lnTo>
                    <a:pt x="1" y="16310"/>
                  </a:lnTo>
                  <a:lnTo>
                    <a:pt x="26096" y="42406"/>
                  </a:lnTo>
                  <a:lnTo>
                    <a:pt x="26096" y="9786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58"/>
            <p:cNvSpPr/>
            <p:nvPr/>
          </p:nvSpPr>
          <p:spPr>
            <a:xfrm>
              <a:off x="5186550" y="4152500"/>
              <a:ext cx="489325" cy="489325"/>
            </a:xfrm>
            <a:custGeom>
              <a:avLst/>
              <a:gdLst/>
              <a:ahLst/>
              <a:cxnLst/>
              <a:rect l="l" t="t" r="r" b="b"/>
              <a:pathLst>
                <a:path w="19573" h="19573" extrusionOk="0">
                  <a:moveTo>
                    <a:pt x="9786" y="0"/>
                  </a:moveTo>
                  <a:cubicBezTo>
                    <a:pt x="4371" y="0"/>
                    <a:pt x="0" y="4371"/>
                    <a:pt x="0" y="9786"/>
                  </a:cubicBezTo>
                  <a:cubicBezTo>
                    <a:pt x="0" y="15201"/>
                    <a:pt x="4371" y="19572"/>
                    <a:pt x="9786" y="19572"/>
                  </a:cubicBezTo>
                  <a:cubicBezTo>
                    <a:pt x="15201" y="19572"/>
                    <a:pt x="19572" y="15201"/>
                    <a:pt x="19572" y="9786"/>
                  </a:cubicBezTo>
                  <a:cubicBezTo>
                    <a:pt x="19572" y="4371"/>
                    <a:pt x="15201" y="0"/>
                    <a:pt x="9786" y="0"/>
                  </a:cubicBezTo>
                  <a:close/>
                </a:path>
              </a:pathLst>
            </a:custGeom>
            <a:solidFill>
              <a:srgbClr val="2B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58"/>
            <p:cNvSpPr/>
            <p:nvPr/>
          </p:nvSpPr>
          <p:spPr>
            <a:xfrm>
              <a:off x="3555550" y="482750"/>
              <a:ext cx="2609625" cy="2772725"/>
            </a:xfrm>
            <a:custGeom>
              <a:avLst/>
              <a:gdLst/>
              <a:ahLst/>
              <a:cxnLst/>
              <a:rect l="l" t="t" r="r" b="b"/>
              <a:pathLst>
                <a:path w="104385" h="110909" extrusionOk="0">
                  <a:moveTo>
                    <a:pt x="6525" y="1"/>
                  </a:moveTo>
                  <a:cubicBezTo>
                    <a:pt x="2936" y="1"/>
                    <a:pt x="1" y="2937"/>
                    <a:pt x="1" y="6525"/>
                  </a:cubicBezTo>
                  <a:lnTo>
                    <a:pt x="1" y="88075"/>
                  </a:lnTo>
                  <a:cubicBezTo>
                    <a:pt x="1" y="91663"/>
                    <a:pt x="2936" y="94599"/>
                    <a:pt x="6525" y="94599"/>
                  </a:cubicBezTo>
                  <a:lnTo>
                    <a:pt x="48930" y="94599"/>
                  </a:lnTo>
                  <a:lnTo>
                    <a:pt x="71764" y="110908"/>
                  </a:lnTo>
                  <a:lnTo>
                    <a:pt x="71764" y="94599"/>
                  </a:lnTo>
                  <a:lnTo>
                    <a:pt x="97860" y="94599"/>
                  </a:lnTo>
                  <a:cubicBezTo>
                    <a:pt x="101448" y="94599"/>
                    <a:pt x="104384" y="91663"/>
                    <a:pt x="104384" y="88075"/>
                  </a:cubicBezTo>
                  <a:lnTo>
                    <a:pt x="104384" y="6525"/>
                  </a:lnTo>
                  <a:cubicBezTo>
                    <a:pt x="104384" y="2937"/>
                    <a:pt x="101448" y="1"/>
                    <a:pt x="978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58"/>
            <p:cNvSpPr/>
            <p:nvPr/>
          </p:nvSpPr>
          <p:spPr>
            <a:xfrm>
              <a:off x="3881750" y="10536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58"/>
            <p:cNvSpPr/>
            <p:nvPr/>
          </p:nvSpPr>
          <p:spPr>
            <a:xfrm>
              <a:off x="4289500" y="1053600"/>
              <a:ext cx="489325" cy="163125"/>
            </a:xfrm>
            <a:custGeom>
              <a:avLst/>
              <a:gdLst/>
              <a:ahLst/>
              <a:cxnLst/>
              <a:rect l="l" t="t" r="r" b="b"/>
              <a:pathLst>
                <a:path w="19573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19572" y="6525"/>
                  </a:lnTo>
                  <a:lnTo>
                    <a:pt x="19572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58"/>
            <p:cNvSpPr/>
            <p:nvPr/>
          </p:nvSpPr>
          <p:spPr>
            <a:xfrm>
              <a:off x="4941900" y="10536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58"/>
            <p:cNvSpPr/>
            <p:nvPr/>
          </p:nvSpPr>
          <p:spPr>
            <a:xfrm>
              <a:off x="3881750" y="13798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58"/>
            <p:cNvSpPr/>
            <p:nvPr/>
          </p:nvSpPr>
          <p:spPr>
            <a:xfrm>
              <a:off x="4289500" y="1379800"/>
              <a:ext cx="244675" cy="163125"/>
            </a:xfrm>
            <a:custGeom>
              <a:avLst/>
              <a:gdLst/>
              <a:ahLst/>
              <a:cxnLst/>
              <a:rect l="l" t="t" r="r" b="b"/>
              <a:pathLst>
                <a:path w="9787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9786" y="6525"/>
                  </a:lnTo>
                  <a:lnTo>
                    <a:pt x="9786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58"/>
            <p:cNvSpPr/>
            <p:nvPr/>
          </p:nvSpPr>
          <p:spPr>
            <a:xfrm>
              <a:off x="4697250" y="1379800"/>
              <a:ext cx="897075" cy="163125"/>
            </a:xfrm>
            <a:custGeom>
              <a:avLst/>
              <a:gdLst/>
              <a:ahLst/>
              <a:cxnLst/>
              <a:rect l="l" t="t" r="r" b="b"/>
              <a:pathLst>
                <a:path w="35883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35882" y="6525"/>
                  </a:lnTo>
                  <a:lnTo>
                    <a:pt x="35882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58"/>
            <p:cNvSpPr/>
            <p:nvPr/>
          </p:nvSpPr>
          <p:spPr>
            <a:xfrm>
              <a:off x="3881750" y="17060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58"/>
            <p:cNvSpPr/>
            <p:nvPr/>
          </p:nvSpPr>
          <p:spPr>
            <a:xfrm>
              <a:off x="4289500" y="1706000"/>
              <a:ext cx="652425" cy="163125"/>
            </a:xfrm>
            <a:custGeom>
              <a:avLst/>
              <a:gdLst/>
              <a:ahLst/>
              <a:cxnLst/>
              <a:rect l="l" t="t" r="r" b="b"/>
              <a:pathLst>
                <a:path w="26097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26096" y="6525"/>
                  </a:lnTo>
                  <a:lnTo>
                    <a:pt x="26096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58"/>
            <p:cNvSpPr/>
            <p:nvPr/>
          </p:nvSpPr>
          <p:spPr>
            <a:xfrm>
              <a:off x="5105000" y="17060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58"/>
            <p:cNvSpPr/>
            <p:nvPr/>
          </p:nvSpPr>
          <p:spPr>
            <a:xfrm>
              <a:off x="3881750" y="20322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58"/>
            <p:cNvSpPr/>
            <p:nvPr/>
          </p:nvSpPr>
          <p:spPr>
            <a:xfrm>
              <a:off x="4289500" y="2032200"/>
              <a:ext cx="1141725" cy="163125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45668" y="6525"/>
                  </a:lnTo>
                  <a:lnTo>
                    <a:pt x="45668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58"/>
            <p:cNvSpPr/>
            <p:nvPr/>
          </p:nvSpPr>
          <p:spPr>
            <a:xfrm>
              <a:off x="5594300" y="20322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58"/>
            <p:cNvSpPr/>
            <p:nvPr/>
          </p:nvSpPr>
          <p:spPr>
            <a:xfrm>
              <a:off x="3881750" y="23584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58"/>
            <p:cNvSpPr/>
            <p:nvPr/>
          </p:nvSpPr>
          <p:spPr>
            <a:xfrm>
              <a:off x="4289500" y="2358400"/>
              <a:ext cx="733975" cy="163125"/>
            </a:xfrm>
            <a:custGeom>
              <a:avLst/>
              <a:gdLst/>
              <a:ahLst/>
              <a:cxnLst/>
              <a:rect l="l" t="t" r="r" b="b"/>
              <a:pathLst>
                <a:path w="29359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29358" y="6525"/>
                  </a:lnTo>
                  <a:lnTo>
                    <a:pt x="29358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58"/>
            <p:cNvSpPr/>
            <p:nvPr/>
          </p:nvSpPr>
          <p:spPr>
            <a:xfrm>
              <a:off x="5186550" y="23584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58"/>
            <p:cNvSpPr/>
            <p:nvPr/>
          </p:nvSpPr>
          <p:spPr>
            <a:xfrm>
              <a:off x="2413850" y="2358400"/>
              <a:ext cx="652425" cy="733975"/>
            </a:xfrm>
            <a:custGeom>
              <a:avLst/>
              <a:gdLst/>
              <a:ahLst/>
              <a:cxnLst/>
              <a:rect l="l" t="t" r="r" b="b"/>
              <a:pathLst>
                <a:path w="26097" h="29359" extrusionOk="0">
                  <a:moveTo>
                    <a:pt x="9787" y="1"/>
                  </a:moveTo>
                  <a:lnTo>
                    <a:pt x="1" y="9787"/>
                  </a:lnTo>
                  <a:lnTo>
                    <a:pt x="1" y="16311"/>
                  </a:lnTo>
                  <a:cubicBezTo>
                    <a:pt x="1" y="23520"/>
                    <a:pt x="5840" y="29359"/>
                    <a:pt x="13049" y="29359"/>
                  </a:cubicBezTo>
                  <a:cubicBezTo>
                    <a:pt x="20258" y="29359"/>
                    <a:pt x="26097" y="23520"/>
                    <a:pt x="26097" y="16311"/>
                  </a:cubicBezTo>
                  <a:lnTo>
                    <a:pt x="26097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58"/>
            <p:cNvSpPr/>
            <p:nvPr/>
          </p:nvSpPr>
          <p:spPr>
            <a:xfrm>
              <a:off x="2413850" y="2032200"/>
              <a:ext cx="815525" cy="570875"/>
            </a:xfrm>
            <a:custGeom>
              <a:avLst/>
              <a:gdLst/>
              <a:ahLst/>
              <a:cxnLst/>
              <a:rect l="l" t="t" r="r" b="b"/>
              <a:pathLst>
                <a:path w="32621" h="22835" extrusionOk="0">
                  <a:moveTo>
                    <a:pt x="13049" y="1"/>
                  </a:moveTo>
                  <a:cubicBezTo>
                    <a:pt x="5840" y="1"/>
                    <a:pt x="1" y="5840"/>
                    <a:pt x="1" y="13049"/>
                  </a:cubicBezTo>
                  <a:lnTo>
                    <a:pt x="1" y="22835"/>
                  </a:lnTo>
                  <a:lnTo>
                    <a:pt x="9787" y="13049"/>
                  </a:lnTo>
                  <a:lnTo>
                    <a:pt x="26097" y="13049"/>
                  </a:lnTo>
                  <a:lnTo>
                    <a:pt x="29293" y="11450"/>
                  </a:lnTo>
                  <a:cubicBezTo>
                    <a:pt x="31316" y="10439"/>
                    <a:pt x="32621" y="8351"/>
                    <a:pt x="32621" y="6035"/>
                  </a:cubicBezTo>
                  <a:cubicBezTo>
                    <a:pt x="32621" y="2708"/>
                    <a:pt x="29913" y="1"/>
                    <a:pt x="26586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58"/>
            <p:cNvSpPr/>
            <p:nvPr/>
          </p:nvSpPr>
          <p:spPr>
            <a:xfrm>
              <a:off x="3718650" y="64585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63" y="1"/>
                  </a:moveTo>
                  <a:cubicBezTo>
                    <a:pt x="1468" y="1"/>
                    <a:pt x="1" y="1469"/>
                    <a:pt x="1" y="3263"/>
                  </a:cubicBezTo>
                  <a:cubicBezTo>
                    <a:pt x="1" y="5057"/>
                    <a:pt x="1468" y="6525"/>
                    <a:pt x="3263" y="6525"/>
                  </a:cubicBezTo>
                  <a:cubicBezTo>
                    <a:pt x="5057" y="6525"/>
                    <a:pt x="6525" y="5057"/>
                    <a:pt x="6525" y="3263"/>
                  </a:cubicBezTo>
                  <a:cubicBezTo>
                    <a:pt x="6525" y="1469"/>
                    <a:pt x="5057" y="1"/>
                    <a:pt x="3263" y="1"/>
                  </a:cubicBezTo>
                  <a:close/>
                </a:path>
              </a:pathLst>
            </a:custGeom>
            <a:solidFill>
              <a:srgbClr val="1982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58"/>
            <p:cNvSpPr/>
            <p:nvPr/>
          </p:nvSpPr>
          <p:spPr>
            <a:xfrm>
              <a:off x="3963300" y="64585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63" y="1"/>
                  </a:moveTo>
                  <a:cubicBezTo>
                    <a:pt x="1468" y="1"/>
                    <a:pt x="1" y="1469"/>
                    <a:pt x="1" y="3263"/>
                  </a:cubicBezTo>
                  <a:cubicBezTo>
                    <a:pt x="1" y="5057"/>
                    <a:pt x="1468" y="6525"/>
                    <a:pt x="3263" y="6525"/>
                  </a:cubicBezTo>
                  <a:cubicBezTo>
                    <a:pt x="5057" y="6525"/>
                    <a:pt x="6525" y="5057"/>
                    <a:pt x="6525" y="3263"/>
                  </a:cubicBezTo>
                  <a:cubicBezTo>
                    <a:pt x="6525" y="1469"/>
                    <a:pt x="5057" y="1"/>
                    <a:pt x="3263" y="1"/>
                  </a:cubicBezTo>
                  <a:close/>
                </a:path>
              </a:pathLst>
            </a:custGeom>
            <a:solidFill>
              <a:srgbClr val="22A2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58"/>
            <p:cNvSpPr/>
            <p:nvPr/>
          </p:nvSpPr>
          <p:spPr>
            <a:xfrm>
              <a:off x="4207950" y="64585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62" y="1"/>
                  </a:moveTo>
                  <a:cubicBezTo>
                    <a:pt x="1468" y="1"/>
                    <a:pt x="1" y="1469"/>
                    <a:pt x="1" y="3263"/>
                  </a:cubicBezTo>
                  <a:cubicBezTo>
                    <a:pt x="1" y="5057"/>
                    <a:pt x="1468" y="6525"/>
                    <a:pt x="3262" y="6525"/>
                  </a:cubicBezTo>
                  <a:cubicBezTo>
                    <a:pt x="5057" y="6525"/>
                    <a:pt x="6524" y="5057"/>
                    <a:pt x="6524" y="3263"/>
                  </a:cubicBezTo>
                  <a:cubicBezTo>
                    <a:pt x="6524" y="1469"/>
                    <a:pt x="5057" y="1"/>
                    <a:pt x="3262" y="1"/>
                  </a:cubicBez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5" name="Google Shape;1505;p58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1506" name="Google Shape;1506;p58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58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58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58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58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58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6" name="Google Shape;1516;p59"/>
          <p:cNvCxnSpPr>
            <a:stCxn id="1517" idx="6"/>
            <a:endCxn id="1518" idx="2"/>
          </p:cNvCxnSpPr>
          <p:nvPr/>
        </p:nvCxnSpPr>
        <p:spPr>
          <a:xfrm rot="10800000" flipH="1">
            <a:off x="2023889" y="2814225"/>
            <a:ext cx="5096700" cy="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9" name="Google Shape;1519;p5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</a:t>
            </a:r>
            <a:endParaRPr/>
          </a:p>
        </p:txBody>
      </p:sp>
      <p:grpSp>
        <p:nvGrpSpPr>
          <p:cNvPr id="1520" name="Google Shape;1520;p59"/>
          <p:cNvGrpSpPr/>
          <p:nvPr/>
        </p:nvGrpSpPr>
        <p:grpSpPr>
          <a:xfrm>
            <a:off x="4320043" y="2562683"/>
            <a:ext cx="503592" cy="503592"/>
            <a:chOff x="3969644" y="2440153"/>
            <a:chExt cx="225900" cy="225900"/>
          </a:xfrm>
        </p:grpSpPr>
        <p:sp>
          <p:nvSpPr>
            <p:cNvPr id="1521" name="Google Shape;1521;p59"/>
            <p:cNvSpPr/>
            <p:nvPr/>
          </p:nvSpPr>
          <p:spPr>
            <a:xfrm>
              <a:off x="3969644" y="2440153"/>
              <a:ext cx="225900" cy="2259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59"/>
            <p:cNvSpPr/>
            <p:nvPr/>
          </p:nvSpPr>
          <p:spPr>
            <a:xfrm>
              <a:off x="3998471" y="2468982"/>
              <a:ext cx="1683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59"/>
          <p:cNvGrpSpPr/>
          <p:nvPr/>
        </p:nvGrpSpPr>
        <p:grpSpPr>
          <a:xfrm>
            <a:off x="5720346" y="2562761"/>
            <a:ext cx="502930" cy="502930"/>
            <a:chOff x="4426818" y="2440153"/>
            <a:chExt cx="225600" cy="225600"/>
          </a:xfrm>
        </p:grpSpPr>
        <p:sp>
          <p:nvSpPr>
            <p:cNvPr id="1524" name="Google Shape;1524;p59"/>
            <p:cNvSpPr/>
            <p:nvPr/>
          </p:nvSpPr>
          <p:spPr>
            <a:xfrm>
              <a:off x="4426818" y="2440153"/>
              <a:ext cx="225600" cy="225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59"/>
            <p:cNvSpPr/>
            <p:nvPr/>
          </p:nvSpPr>
          <p:spPr>
            <a:xfrm>
              <a:off x="4455644" y="2468982"/>
              <a:ext cx="168000" cy="168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6" name="Google Shape;1526;p59"/>
          <p:cNvGrpSpPr/>
          <p:nvPr/>
        </p:nvGrpSpPr>
        <p:grpSpPr>
          <a:xfrm>
            <a:off x="7120507" y="2562761"/>
            <a:ext cx="502930" cy="502930"/>
            <a:chOff x="4883984" y="2440153"/>
            <a:chExt cx="225600" cy="225600"/>
          </a:xfrm>
        </p:grpSpPr>
        <p:sp>
          <p:nvSpPr>
            <p:cNvPr id="1518" name="Google Shape;1518;p59"/>
            <p:cNvSpPr/>
            <p:nvPr/>
          </p:nvSpPr>
          <p:spPr>
            <a:xfrm>
              <a:off x="4883984" y="2440153"/>
              <a:ext cx="225600" cy="225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59"/>
            <p:cNvSpPr/>
            <p:nvPr/>
          </p:nvSpPr>
          <p:spPr>
            <a:xfrm>
              <a:off x="4912810" y="2468982"/>
              <a:ext cx="168000" cy="16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8" name="Google Shape;1528;p59"/>
          <p:cNvGrpSpPr/>
          <p:nvPr/>
        </p:nvGrpSpPr>
        <p:grpSpPr>
          <a:xfrm>
            <a:off x="2920070" y="2562914"/>
            <a:ext cx="503031" cy="503222"/>
            <a:chOff x="2182679" y="2292572"/>
            <a:chExt cx="792300" cy="792600"/>
          </a:xfrm>
        </p:grpSpPr>
        <p:sp>
          <p:nvSpPr>
            <p:cNvPr id="1529" name="Google Shape;1529;p59"/>
            <p:cNvSpPr/>
            <p:nvPr/>
          </p:nvSpPr>
          <p:spPr>
            <a:xfrm>
              <a:off x="2182679" y="2292572"/>
              <a:ext cx="792300" cy="792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59"/>
            <p:cNvSpPr/>
            <p:nvPr/>
          </p:nvSpPr>
          <p:spPr>
            <a:xfrm>
              <a:off x="2283911" y="2393814"/>
              <a:ext cx="590100" cy="59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1" name="Google Shape;1531;p59"/>
          <p:cNvGrpSpPr/>
          <p:nvPr/>
        </p:nvGrpSpPr>
        <p:grpSpPr>
          <a:xfrm>
            <a:off x="1520857" y="2562914"/>
            <a:ext cx="503031" cy="503222"/>
            <a:chOff x="2182679" y="2292572"/>
            <a:chExt cx="792300" cy="792600"/>
          </a:xfrm>
        </p:grpSpPr>
        <p:sp>
          <p:nvSpPr>
            <p:cNvPr id="1517" name="Google Shape;1517;p59"/>
            <p:cNvSpPr/>
            <p:nvPr/>
          </p:nvSpPr>
          <p:spPr>
            <a:xfrm>
              <a:off x="2182679" y="2292572"/>
              <a:ext cx="792300" cy="79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59"/>
            <p:cNvSpPr/>
            <p:nvPr/>
          </p:nvSpPr>
          <p:spPr>
            <a:xfrm>
              <a:off x="2283911" y="2393814"/>
              <a:ext cx="590100" cy="590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3" name="Google Shape;1533;p59"/>
          <p:cNvSpPr txBox="1">
            <a:spLocks noGrp="1"/>
          </p:cNvSpPr>
          <p:nvPr>
            <p:ph type="subTitle" idx="4294967295"/>
          </p:nvPr>
        </p:nvSpPr>
        <p:spPr>
          <a:xfrm>
            <a:off x="5135950" y="1489675"/>
            <a:ext cx="1665000" cy="69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in the Solar System</a:t>
            </a:r>
            <a:endParaRPr/>
          </a:p>
        </p:txBody>
      </p:sp>
      <p:sp>
        <p:nvSpPr>
          <p:cNvPr id="1534" name="Google Shape;1534;p59"/>
          <p:cNvSpPr txBox="1">
            <a:spLocks noGrp="1"/>
          </p:cNvSpPr>
          <p:nvPr>
            <p:ph type="subTitle" idx="4294967295"/>
          </p:nvPr>
        </p:nvSpPr>
        <p:spPr>
          <a:xfrm>
            <a:off x="3739498" y="3386152"/>
            <a:ext cx="1665000" cy="7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5" name="Google Shape;1535;p59"/>
          <p:cNvSpPr txBox="1">
            <a:spLocks noGrp="1"/>
          </p:cNvSpPr>
          <p:nvPr>
            <p:ph type="subTitle" idx="4294967295"/>
          </p:nvPr>
        </p:nvSpPr>
        <p:spPr>
          <a:xfrm>
            <a:off x="6520741" y="3396252"/>
            <a:ext cx="1665000" cy="7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Neptune is the farthest planet from the Sun</a:t>
            </a:r>
            <a:endParaRPr/>
          </a:p>
        </p:txBody>
      </p:sp>
      <p:sp>
        <p:nvSpPr>
          <p:cNvPr id="1536" name="Google Shape;1536;p59"/>
          <p:cNvSpPr txBox="1">
            <a:spLocks noGrp="1"/>
          </p:cNvSpPr>
          <p:nvPr>
            <p:ph type="subTitle" idx="4294967295"/>
          </p:nvPr>
        </p:nvSpPr>
        <p:spPr>
          <a:xfrm>
            <a:off x="958250" y="3386160"/>
            <a:ext cx="1665000" cy="7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terribly hot, even hotter than Mercury</a:t>
            </a:r>
            <a:endParaRPr/>
          </a:p>
        </p:txBody>
      </p:sp>
      <p:sp>
        <p:nvSpPr>
          <p:cNvPr id="1537" name="Google Shape;1537;p59"/>
          <p:cNvSpPr txBox="1">
            <a:spLocks noGrp="1"/>
          </p:cNvSpPr>
          <p:nvPr>
            <p:ph type="subTitle" idx="4294967295"/>
          </p:nvPr>
        </p:nvSpPr>
        <p:spPr>
          <a:xfrm>
            <a:off x="2324100" y="1471519"/>
            <a:ext cx="1665000" cy="73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actually a very cold place</a:t>
            </a:r>
            <a:endParaRPr/>
          </a:p>
        </p:txBody>
      </p:sp>
      <p:sp>
        <p:nvSpPr>
          <p:cNvPr id="1538" name="Google Shape;1538;p59"/>
          <p:cNvSpPr txBox="1">
            <a:spLocks noGrp="1"/>
          </p:cNvSpPr>
          <p:nvPr>
            <p:ph type="title" idx="4294967295"/>
          </p:nvPr>
        </p:nvSpPr>
        <p:spPr>
          <a:xfrm>
            <a:off x="1409550" y="3151340"/>
            <a:ext cx="675900" cy="3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DAY 1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539" name="Google Shape;1539;p59"/>
          <p:cNvSpPr txBox="1">
            <a:spLocks noGrp="1"/>
          </p:cNvSpPr>
          <p:nvPr>
            <p:ph type="title" idx="4294967295"/>
          </p:nvPr>
        </p:nvSpPr>
        <p:spPr>
          <a:xfrm>
            <a:off x="4180800" y="3151340"/>
            <a:ext cx="782400" cy="3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</a:rPr>
              <a:t>DAY 3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540" name="Google Shape;1540;p59"/>
          <p:cNvSpPr txBox="1">
            <a:spLocks noGrp="1"/>
          </p:cNvSpPr>
          <p:nvPr>
            <p:ph type="title" idx="4294967295"/>
          </p:nvPr>
        </p:nvSpPr>
        <p:spPr>
          <a:xfrm>
            <a:off x="6962125" y="3161440"/>
            <a:ext cx="782400" cy="3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</a:rPr>
              <a:t>DAY 5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1541" name="Google Shape;1541;p59"/>
          <p:cNvSpPr txBox="1">
            <a:spLocks noGrp="1"/>
          </p:cNvSpPr>
          <p:nvPr>
            <p:ph type="title" idx="4294967295"/>
          </p:nvPr>
        </p:nvSpPr>
        <p:spPr>
          <a:xfrm>
            <a:off x="2765375" y="2125525"/>
            <a:ext cx="782400" cy="3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</a:rPr>
              <a:t>DAY 2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542" name="Google Shape;1542;p59"/>
          <p:cNvSpPr txBox="1">
            <a:spLocks noGrp="1"/>
          </p:cNvSpPr>
          <p:nvPr>
            <p:ph type="title" idx="4294967295"/>
          </p:nvPr>
        </p:nvSpPr>
        <p:spPr>
          <a:xfrm>
            <a:off x="5577250" y="2125525"/>
            <a:ext cx="782400" cy="3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</a:rPr>
              <a:t>DAY 4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60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548" name="Google Shape;1548;p60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PLAN</a:t>
            </a:r>
            <a:endParaRPr/>
          </a:p>
        </p:txBody>
      </p:sp>
      <p:grpSp>
        <p:nvGrpSpPr>
          <p:cNvPr id="1549" name="Google Shape;1549;p60"/>
          <p:cNvGrpSpPr/>
          <p:nvPr/>
        </p:nvGrpSpPr>
        <p:grpSpPr>
          <a:xfrm>
            <a:off x="6846072" y="1383073"/>
            <a:ext cx="1828998" cy="2405007"/>
            <a:chOff x="1809575" y="238125"/>
            <a:chExt cx="3981275" cy="5219200"/>
          </a:xfrm>
        </p:grpSpPr>
        <p:sp>
          <p:nvSpPr>
            <p:cNvPr id="1550" name="Google Shape;1550;p60"/>
            <p:cNvSpPr/>
            <p:nvPr/>
          </p:nvSpPr>
          <p:spPr>
            <a:xfrm>
              <a:off x="1809575" y="238125"/>
              <a:ext cx="3981275" cy="5219200"/>
            </a:xfrm>
            <a:custGeom>
              <a:avLst/>
              <a:gdLst/>
              <a:ahLst/>
              <a:cxnLst/>
              <a:rect l="l" t="t" r="r" b="b"/>
              <a:pathLst>
                <a:path w="159251" h="208768" extrusionOk="0">
                  <a:moveTo>
                    <a:pt x="0" y="0"/>
                  </a:moveTo>
                  <a:lnTo>
                    <a:pt x="0" y="208767"/>
                  </a:lnTo>
                  <a:lnTo>
                    <a:pt x="159251" y="208767"/>
                  </a:lnTo>
                  <a:lnTo>
                    <a:pt x="159251" y="39633"/>
                  </a:lnTo>
                  <a:lnTo>
                    <a:pt x="120759" y="0"/>
                  </a:lnTo>
                  <a:close/>
                </a:path>
              </a:pathLst>
            </a:custGeom>
            <a:solidFill>
              <a:srgbClr val="D268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60"/>
            <p:cNvSpPr/>
            <p:nvPr/>
          </p:nvSpPr>
          <p:spPr>
            <a:xfrm>
              <a:off x="3805900" y="238125"/>
              <a:ext cx="1984950" cy="5219200"/>
            </a:xfrm>
            <a:custGeom>
              <a:avLst/>
              <a:gdLst/>
              <a:ahLst/>
              <a:cxnLst/>
              <a:rect l="l" t="t" r="r" b="b"/>
              <a:pathLst>
                <a:path w="79398" h="208768" extrusionOk="0">
                  <a:moveTo>
                    <a:pt x="1" y="0"/>
                  </a:moveTo>
                  <a:lnTo>
                    <a:pt x="1" y="208767"/>
                  </a:lnTo>
                  <a:lnTo>
                    <a:pt x="79398" y="208767"/>
                  </a:lnTo>
                  <a:lnTo>
                    <a:pt x="79398" y="39633"/>
                  </a:lnTo>
                  <a:lnTo>
                    <a:pt x="40906" y="0"/>
                  </a:lnTo>
                  <a:close/>
                </a:path>
              </a:pathLst>
            </a:custGeom>
            <a:solidFill>
              <a:srgbClr val="AB3F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60"/>
            <p:cNvSpPr/>
            <p:nvPr/>
          </p:nvSpPr>
          <p:spPr>
            <a:xfrm>
              <a:off x="4828550" y="238125"/>
              <a:ext cx="962300" cy="990850"/>
            </a:xfrm>
            <a:custGeom>
              <a:avLst/>
              <a:gdLst/>
              <a:ahLst/>
              <a:cxnLst/>
              <a:rect l="l" t="t" r="r" b="b"/>
              <a:pathLst>
                <a:path w="38492" h="39634" extrusionOk="0">
                  <a:moveTo>
                    <a:pt x="0" y="0"/>
                  </a:moveTo>
                  <a:lnTo>
                    <a:pt x="0" y="39633"/>
                  </a:lnTo>
                  <a:lnTo>
                    <a:pt x="38492" y="39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60"/>
            <p:cNvSpPr/>
            <p:nvPr/>
          </p:nvSpPr>
          <p:spPr>
            <a:xfrm>
              <a:off x="4828550" y="238125"/>
              <a:ext cx="962300" cy="990850"/>
            </a:xfrm>
            <a:custGeom>
              <a:avLst/>
              <a:gdLst/>
              <a:ahLst/>
              <a:cxnLst/>
              <a:rect l="l" t="t" r="r" b="b"/>
              <a:pathLst>
                <a:path w="38492" h="39634" extrusionOk="0">
                  <a:moveTo>
                    <a:pt x="0" y="0"/>
                  </a:moveTo>
                  <a:lnTo>
                    <a:pt x="0" y="39633"/>
                  </a:lnTo>
                  <a:lnTo>
                    <a:pt x="38492" y="39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68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60"/>
            <p:cNvSpPr/>
            <p:nvPr/>
          </p:nvSpPr>
          <p:spPr>
            <a:xfrm>
              <a:off x="2479925" y="1950650"/>
              <a:ext cx="2654450" cy="1450800"/>
            </a:xfrm>
            <a:custGeom>
              <a:avLst/>
              <a:gdLst/>
              <a:ahLst/>
              <a:cxnLst/>
              <a:rect l="l" t="t" r="r" b="b"/>
              <a:pathLst>
                <a:path w="106178" h="58032" extrusionOk="0">
                  <a:moveTo>
                    <a:pt x="73395" y="1"/>
                  </a:moveTo>
                  <a:lnTo>
                    <a:pt x="73395" y="12233"/>
                  </a:lnTo>
                  <a:lnTo>
                    <a:pt x="85334" y="12233"/>
                  </a:lnTo>
                  <a:lnTo>
                    <a:pt x="56856" y="40743"/>
                  </a:lnTo>
                  <a:lnTo>
                    <a:pt x="30206" y="14092"/>
                  </a:lnTo>
                  <a:lnTo>
                    <a:pt x="0" y="44331"/>
                  </a:lnTo>
                  <a:lnTo>
                    <a:pt x="8644" y="52975"/>
                  </a:lnTo>
                  <a:lnTo>
                    <a:pt x="30206" y="31381"/>
                  </a:lnTo>
                  <a:lnTo>
                    <a:pt x="56856" y="58031"/>
                  </a:lnTo>
                  <a:lnTo>
                    <a:pt x="93945" y="20877"/>
                  </a:lnTo>
                  <a:lnTo>
                    <a:pt x="93945" y="32914"/>
                  </a:lnTo>
                  <a:lnTo>
                    <a:pt x="106178" y="32914"/>
                  </a:lnTo>
                  <a:lnTo>
                    <a:pt x="1061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60"/>
            <p:cNvSpPr/>
            <p:nvPr/>
          </p:nvSpPr>
          <p:spPr>
            <a:xfrm>
              <a:off x="2483175" y="3714575"/>
              <a:ext cx="2662625" cy="305025"/>
            </a:xfrm>
            <a:custGeom>
              <a:avLst/>
              <a:gdLst/>
              <a:ahLst/>
              <a:cxnLst/>
              <a:rect l="l" t="t" r="r" b="b"/>
              <a:pathLst>
                <a:path w="106505" h="12201" extrusionOk="0">
                  <a:moveTo>
                    <a:pt x="0" y="0"/>
                  </a:moveTo>
                  <a:lnTo>
                    <a:pt x="0" y="12200"/>
                  </a:lnTo>
                  <a:lnTo>
                    <a:pt x="106504" y="12200"/>
                  </a:lnTo>
                  <a:lnTo>
                    <a:pt x="1065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60"/>
            <p:cNvSpPr/>
            <p:nvPr/>
          </p:nvSpPr>
          <p:spPr>
            <a:xfrm>
              <a:off x="2483175" y="4326200"/>
              <a:ext cx="2662625" cy="305025"/>
            </a:xfrm>
            <a:custGeom>
              <a:avLst/>
              <a:gdLst/>
              <a:ahLst/>
              <a:cxnLst/>
              <a:rect l="l" t="t" r="r" b="b"/>
              <a:pathLst>
                <a:path w="106505" h="12201" extrusionOk="0">
                  <a:moveTo>
                    <a:pt x="0" y="0"/>
                  </a:moveTo>
                  <a:lnTo>
                    <a:pt x="0" y="12200"/>
                  </a:lnTo>
                  <a:lnTo>
                    <a:pt x="106504" y="12200"/>
                  </a:lnTo>
                  <a:lnTo>
                    <a:pt x="1065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60"/>
            <p:cNvSpPr/>
            <p:nvPr/>
          </p:nvSpPr>
          <p:spPr>
            <a:xfrm>
              <a:off x="3815700" y="1950650"/>
              <a:ext cx="1318675" cy="1450800"/>
            </a:xfrm>
            <a:custGeom>
              <a:avLst/>
              <a:gdLst/>
              <a:ahLst/>
              <a:cxnLst/>
              <a:rect l="l" t="t" r="r" b="b"/>
              <a:pathLst>
                <a:path w="52747" h="58032" extrusionOk="0">
                  <a:moveTo>
                    <a:pt x="19964" y="1"/>
                  </a:moveTo>
                  <a:lnTo>
                    <a:pt x="19964" y="12233"/>
                  </a:lnTo>
                  <a:lnTo>
                    <a:pt x="31903" y="12233"/>
                  </a:lnTo>
                  <a:lnTo>
                    <a:pt x="3425" y="40743"/>
                  </a:lnTo>
                  <a:lnTo>
                    <a:pt x="0" y="37318"/>
                  </a:lnTo>
                  <a:lnTo>
                    <a:pt x="0" y="54639"/>
                  </a:lnTo>
                  <a:lnTo>
                    <a:pt x="3425" y="58031"/>
                  </a:lnTo>
                  <a:lnTo>
                    <a:pt x="40514" y="20877"/>
                  </a:lnTo>
                  <a:lnTo>
                    <a:pt x="40514" y="32914"/>
                  </a:lnTo>
                  <a:lnTo>
                    <a:pt x="52747" y="32914"/>
                  </a:lnTo>
                  <a:lnTo>
                    <a:pt x="52747" y="1"/>
                  </a:lnTo>
                  <a:close/>
                </a:path>
              </a:pathLst>
            </a:custGeom>
            <a:solidFill>
              <a:srgbClr val="24A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60"/>
            <p:cNvSpPr/>
            <p:nvPr/>
          </p:nvSpPr>
          <p:spPr>
            <a:xfrm>
              <a:off x="3815700" y="3714575"/>
              <a:ext cx="1330100" cy="305025"/>
            </a:xfrm>
            <a:custGeom>
              <a:avLst/>
              <a:gdLst/>
              <a:ahLst/>
              <a:cxnLst/>
              <a:rect l="l" t="t" r="r" b="b"/>
              <a:pathLst>
                <a:path w="53204" h="12201" extrusionOk="0">
                  <a:moveTo>
                    <a:pt x="0" y="0"/>
                  </a:moveTo>
                  <a:lnTo>
                    <a:pt x="0" y="12200"/>
                  </a:lnTo>
                  <a:lnTo>
                    <a:pt x="53203" y="12200"/>
                  </a:lnTo>
                  <a:lnTo>
                    <a:pt x="53203" y="0"/>
                  </a:lnTo>
                  <a:close/>
                </a:path>
              </a:pathLst>
            </a:custGeom>
            <a:solidFill>
              <a:srgbClr val="6E3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60"/>
            <p:cNvSpPr/>
            <p:nvPr/>
          </p:nvSpPr>
          <p:spPr>
            <a:xfrm>
              <a:off x="3815700" y="4326200"/>
              <a:ext cx="1330100" cy="305025"/>
            </a:xfrm>
            <a:custGeom>
              <a:avLst/>
              <a:gdLst/>
              <a:ahLst/>
              <a:cxnLst/>
              <a:rect l="l" t="t" r="r" b="b"/>
              <a:pathLst>
                <a:path w="53204" h="12201" extrusionOk="0">
                  <a:moveTo>
                    <a:pt x="0" y="0"/>
                  </a:moveTo>
                  <a:lnTo>
                    <a:pt x="0" y="12200"/>
                  </a:lnTo>
                  <a:lnTo>
                    <a:pt x="53203" y="12200"/>
                  </a:lnTo>
                  <a:lnTo>
                    <a:pt x="53203" y="0"/>
                  </a:lnTo>
                  <a:close/>
                </a:path>
              </a:pathLst>
            </a:custGeom>
            <a:solidFill>
              <a:srgbClr val="6E3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0" name="Google Shape;1560;p60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1561" name="Google Shape;1561;p60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60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60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60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60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60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6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PREDICTED GROWTH</a:t>
            </a:r>
            <a:endParaRPr/>
          </a:p>
        </p:txBody>
      </p:sp>
      <p:sp>
        <p:nvSpPr>
          <p:cNvPr id="1572" name="Google Shape;1572;p61"/>
          <p:cNvSpPr txBox="1">
            <a:spLocks noGrp="1"/>
          </p:cNvSpPr>
          <p:nvPr>
            <p:ph type="subTitle" idx="4294967295"/>
          </p:nvPr>
        </p:nvSpPr>
        <p:spPr>
          <a:xfrm>
            <a:off x="6282650" y="1621511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JUPITER</a:t>
            </a:r>
            <a:endParaRPr sz="18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3" name="Google Shape;1573;p61"/>
          <p:cNvSpPr txBox="1">
            <a:spLocks noGrp="1"/>
          </p:cNvSpPr>
          <p:nvPr>
            <p:ph type="subTitle" idx="4294967295"/>
          </p:nvPr>
        </p:nvSpPr>
        <p:spPr>
          <a:xfrm>
            <a:off x="6282704" y="1877400"/>
            <a:ext cx="22785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biggest planet in the Solar System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574" name="Google Shape;1574;p61"/>
          <p:cNvSpPr txBox="1">
            <a:spLocks noGrp="1"/>
          </p:cNvSpPr>
          <p:nvPr>
            <p:ph type="subTitle" idx="4294967295"/>
          </p:nvPr>
        </p:nvSpPr>
        <p:spPr>
          <a:xfrm>
            <a:off x="6282625" y="3035121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MERCURY</a:t>
            </a:r>
            <a:endParaRPr sz="180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5" name="Google Shape;1575;p61"/>
          <p:cNvSpPr txBox="1">
            <a:spLocks noGrp="1"/>
          </p:cNvSpPr>
          <p:nvPr>
            <p:ph type="subTitle" idx="4294967295"/>
          </p:nvPr>
        </p:nvSpPr>
        <p:spPr>
          <a:xfrm>
            <a:off x="6282675" y="3291012"/>
            <a:ext cx="227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576" name="Google Shape;1576;p61"/>
          <p:cNvSpPr txBox="1">
            <a:spLocks noGrp="1"/>
          </p:cNvSpPr>
          <p:nvPr>
            <p:ph type="subTitle" idx="4294967295"/>
          </p:nvPr>
        </p:nvSpPr>
        <p:spPr>
          <a:xfrm>
            <a:off x="924625" y="1621506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NEPTUNE</a:t>
            </a:r>
            <a:endParaRPr sz="18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7" name="Google Shape;1577;p61"/>
          <p:cNvSpPr txBox="1">
            <a:spLocks noGrp="1"/>
          </p:cNvSpPr>
          <p:nvPr>
            <p:ph type="subTitle" idx="4294967295"/>
          </p:nvPr>
        </p:nvSpPr>
        <p:spPr>
          <a:xfrm>
            <a:off x="582325" y="1877399"/>
            <a:ext cx="227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Neptune is the farthest planet from the Sun</a:t>
            </a:r>
            <a:endParaRPr/>
          </a:p>
        </p:txBody>
      </p:sp>
      <p:sp>
        <p:nvSpPr>
          <p:cNvPr id="1578" name="Google Shape;1578;p61"/>
          <p:cNvSpPr txBox="1">
            <a:spLocks noGrp="1"/>
          </p:cNvSpPr>
          <p:nvPr>
            <p:ph type="subTitle" idx="4294967295"/>
          </p:nvPr>
        </p:nvSpPr>
        <p:spPr>
          <a:xfrm>
            <a:off x="924625" y="3035106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rPr>
              <a:t>MARS</a:t>
            </a:r>
            <a:endParaRPr sz="1800">
              <a:solidFill>
                <a:schemeClr val="accent4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9" name="Google Shape;1579;p61"/>
          <p:cNvSpPr txBox="1">
            <a:spLocks noGrp="1"/>
          </p:cNvSpPr>
          <p:nvPr>
            <p:ph type="subTitle" idx="4294967295"/>
          </p:nvPr>
        </p:nvSpPr>
        <p:spPr>
          <a:xfrm>
            <a:off x="582325" y="3290998"/>
            <a:ext cx="227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a very cold place</a:t>
            </a:r>
            <a:endParaRPr/>
          </a:p>
        </p:txBody>
      </p:sp>
      <p:sp>
        <p:nvSpPr>
          <p:cNvPr id="1580" name="Google Shape;1580;p61"/>
          <p:cNvSpPr txBox="1"/>
          <p:nvPr/>
        </p:nvSpPr>
        <p:spPr>
          <a:xfrm>
            <a:off x="2646000" y="4152775"/>
            <a:ext cx="3852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modify this graph, click on it, follow the link, change the data and paste the resulting graph here, replacing this one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1" name="Google Shape;1581;p61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2441" y="1265100"/>
            <a:ext cx="4439118" cy="2744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6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SHEET</a:t>
            </a:r>
            <a:endParaRPr/>
          </a:p>
        </p:txBody>
      </p:sp>
      <p:sp>
        <p:nvSpPr>
          <p:cNvPr id="1587" name="Google Shape;1587;p62"/>
          <p:cNvSpPr txBox="1">
            <a:spLocks noGrp="1"/>
          </p:cNvSpPr>
          <p:nvPr>
            <p:ph type="subTitle" idx="1"/>
          </p:nvPr>
        </p:nvSpPr>
        <p:spPr>
          <a:xfrm>
            <a:off x="4211675" y="142988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ASSETS</a:t>
            </a:r>
            <a:endParaRPr/>
          </a:p>
        </p:txBody>
      </p:sp>
      <p:sp>
        <p:nvSpPr>
          <p:cNvPr id="1588" name="Google Shape;1588;p62"/>
          <p:cNvSpPr txBox="1">
            <a:spLocks noGrp="1"/>
          </p:cNvSpPr>
          <p:nvPr>
            <p:ph type="title" idx="2"/>
          </p:nvPr>
        </p:nvSpPr>
        <p:spPr>
          <a:xfrm>
            <a:off x="3331225" y="1443350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</a:rPr>
              <a:t>1M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589" name="Google Shape;1589;p62"/>
          <p:cNvSpPr txBox="1">
            <a:spLocks noGrp="1"/>
          </p:cNvSpPr>
          <p:nvPr>
            <p:ph type="subTitle" idx="3"/>
          </p:nvPr>
        </p:nvSpPr>
        <p:spPr>
          <a:xfrm>
            <a:off x="4211675" y="1694759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 company owns</a:t>
            </a:r>
            <a:endParaRPr/>
          </a:p>
        </p:txBody>
      </p:sp>
      <p:sp>
        <p:nvSpPr>
          <p:cNvPr id="1590" name="Google Shape;1590;p62"/>
          <p:cNvSpPr txBox="1">
            <a:spLocks noGrp="1"/>
          </p:cNvSpPr>
          <p:nvPr>
            <p:ph type="subTitle" idx="4"/>
          </p:nvPr>
        </p:nvSpPr>
        <p:spPr>
          <a:xfrm>
            <a:off x="4211675" y="2521206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LIABILITIES</a:t>
            </a:r>
            <a:endParaRPr/>
          </a:p>
        </p:txBody>
      </p:sp>
      <p:sp>
        <p:nvSpPr>
          <p:cNvPr id="1591" name="Google Shape;1591;p62"/>
          <p:cNvSpPr txBox="1">
            <a:spLocks noGrp="1"/>
          </p:cNvSpPr>
          <p:nvPr>
            <p:ph type="title" idx="5"/>
          </p:nvPr>
        </p:nvSpPr>
        <p:spPr>
          <a:xfrm>
            <a:off x="3331225" y="2515672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</a:rPr>
              <a:t>300K</a:t>
            </a:r>
            <a:endParaRPr sz="2400">
              <a:solidFill>
                <a:schemeClr val="accent2"/>
              </a:solidFill>
            </a:endParaRPr>
          </a:p>
        </p:txBody>
      </p:sp>
      <p:sp>
        <p:nvSpPr>
          <p:cNvPr id="1592" name="Google Shape;1592;p62"/>
          <p:cNvSpPr txBox="1">
            <a:spLocks noGrp="1"/>
          </p:cNvSpPr>
          <p:nvPr>
            <p:ph type="subTitle" idx="6"/>
          </p:nvPr>
        </p:nvSpPr>
        <p:spPr>
          <a:xfrm>
            <a:off x="4211675" y="2786080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the company owes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62"/>
          <p:cNvSpPr txBox="1">
            <a:spLocks noGrp="1"/>
          </p:cNvSpPr>
          <p:nvPr>
            <p:ph type="subTitle" idx="7"/>
          </p:nvPr>
        </p:nvSpPr>
        <p:spPr>
          <a:xfrm>
            <a:off x="4211825" y="361252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EQUITY</a:t>
            </a:r>
            <a:endParaRPr/>
          </a:p>
        </p:txBody>
      </p:sp>
      <p:sp>
        <p:nvSpPr>
          <p:cNvPr id="1594" name="Google Shape;1594;p62"/>
          <p:cNvSpPr txBox="1">
            <a:spLocks noGrp="1"/>
          </p:cNvSpPr>
          <p:nvPr>
            <p:ph type="title" idx="8"/>
          </p:nvPr>
        </p:nvSpPr>
        <p:spPr>
          <a:xfrm>
            <a:off x="3331225" y="3612527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3"/>
                </a:solidFill>
              </a:rPr>
              <a:t>700K</a:t>
            </a:r>
            <a:endParaRPr sz="2400">
              <a:solidFill>
                <a:schemeClr val="accent3"/>
              </a:solidFill>
            </a:endParaRPr>
          </a:p>
        </p:txBody>
      </p:sp>
      <p:sp>
        <p:nvSpPr>
          <p:cNvPr id="1595" name="Google Shape;1595;p62"/>
          <p:cNvSpPr txBox="1">
            <a:spLocks noGrp="1"/>
          </p:cNvSpPr>
          <p:nvPr>
            <p:ph type="subTitle" idx="9"/>
          </p:nvPr>
        </p:nvSpPr>
        <p:spPr>
          <a:xfrm>
            <a:off x="4211825" y="3877401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Difference between both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ware Development Bussines Plan by Slidesgo">
  <a:themeElements>
    <a:clrScheme name="Simple Light">
      <a:dk1>
        <a:srgbClr val="CEF3F5"/>
      </a:dk1>
      <a:lt1>
        <a:srgbClr val="FFFFFF"/>
      </a:lt1>
      <a:dk2>
        <a:srgbClr val="0A1D42"/>
      </a:dk2>
      <a:lt2>
        <a:srgbClr val="29272C"/>
      </a:lt2>
      <a:accent1>
        <a:srgbClr val="C8AEF8"/>
      </a:accent1>
      <a:accent2>
        <a:srgbClr val="878FFF"/>
      </a:accent2>
      <a:accent3>
        <a:srgbClr val="9154F8"/>
      </a:accent3>
      <a:accent4>
        <a:srgbClr val="35C2DF"/>
      </a:accent4>
      <a:accent5>
        <a:srgbClr val="CA7BEB"/>
      </a:accent5>
      <a:accent6>
        <a:srgbClr val="972CB4"/>
      </a:accent6>
      <a:hlink>
        <a:srgbClr val="CEF3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1328</Words>
  <Application>Microsoft Office PowerPoint</Application>
  <PresentationFormat>Экран (16:9)</PresentationFormat>
  <Paragraphs>245</Paragraphs>
  <Slides>36</Slides>
  <Notes>36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4" baseType="lpstr">
      <vt:lpstr>Source Sans Pro</vt:lpstr>
      <vt:lpstr>Oswald</vt:lpstr>
      <vt:lpstr>Roboto Condensed Light</vt:lpstr>
      <vt:lpstr>Livvic</vt:lpstr>
      <vt:lpstr>Roboto</vt:lpstr>
      <vt:lpstr>Raleway</vt:lpstr>
      <vt:lpstr>Arial</vt:lpstr>
      <vt:lpstr>Software Development Bussines Plan by Slidesgo</vt:lpstr>
      <vt:lpstr>SOFTWARE DEVELOPMENT BUSINESS PLAN</vt:lpstr>
      <vt:lpstr>CONTENTS OF THIS TEMPLATE </vt:lpstr>
      <vt:lpstr>TABLE OF CONTENTS</vt:lpstr>
      <vt:lpstr>“This is a quote, words full of wisdom that someone important said and can make the reader get inspired.”</vt:lpstr>
      <vt:lpstr>MISSION STATEMENT</vt:lpstr>
      <vt:lpstr>OUR COMPANY</vt:lpstr>
      <vt:lpstr>A PICTURE IS WORTH A THOUSAND WORD</vt:lpstr>
      <vt:lpstr>REVIEWING CONCEPTS IS A GOOD IDEA</vt:lpstr>
      <vt:lpstr>01</vt:lpstr>
      <vt:lpstr>MARKET TRENDS</vt:lpstr>
      <vt:lpstr>SOLUTION</vt:lpstr>
      <vt:lpstr>COMPETITORS</vt:lpstr>
      <vt:lpstr>THEM VS US</vt:lpstr>
      <vt:lpstr>1,200,000</vt:lpstr>
      <vt:lpstr>02</vt:lpstr>
      <vt:lpstr>THE SLIDE TITLE GOES HERE</vt:lpstr>
      <vt:lpstr>AWESOME WORDS</vt:lpstr>
      <vt:lpstr>TARGET</vt:lpstr>
      <vt:lpstr>MARKET SIZE</vt:lpstr>
      <vt:lpstr>MARKET SHARE</vt:lpstr>
      <vt:lpstr>COMPETITION ANALYSIS</vt:lpstr>
      <vt:lpstr>03</vt:lpstr>
      <vt:lpstr>OUR SERVICES</vt:lpstr>
      <vt:lpstr>BREAK-EVEN ANALYSIS</vt:lpstr>
      <vt:lpstr>OUR PLANS</vt:lpstr>
      <vt:lpstr>SALES AND DISTRIBUTION</vt:lpstr>
      <vt:lpstr>ADVERTISING AND PROMOTION</vt:lpstr>
      <vt:lpstr>04</vt:lpstr>
      <vt:lpstr>OUR TEAM</vt:lpstr>
      <vt:lpstr>ORGANIZATIONAL CHART</vt:lpstr>
      <vt:lpstr>OUR PARTNERS</vt:lpstr>
      <vt:lpstr>05</vt:lpstr>
      <vt:lpstr>OUR PROCESS</vt:lpstr>
      <vt:lpstr>06</vt:lpstr>
      <vt:lpstr>PREDICTED GROWTH</vt:lpstr>
      <vt:lpstr>BALANCE SHEET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DEVELOPMENT BUSINESS PLAN</dc:title>
  <cp:lastModifiedBy>я</cp:lastModifiedBy>
  <cp:revision>1</cp:revision>
  <dcterms:modified xsi:type="dcterms:W3CDTF">2026-02-17T13:57:03Z</dcterms:modified>
</cp:coreProperties>
</file>